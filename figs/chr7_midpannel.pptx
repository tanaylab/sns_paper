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922445"/>
              <a:ext cx="43503" cy="340031"/>
            </a:xfrm>
            <a:custGeom>
              <a:avLst/>
              <a:pathLst>
                <a:path w="43503" h="340031">
                  <a:moveTo>
                    <a:pt x="0" y="217192"/>
                  </a:moveTo>
                  <a:lnTo>
                    <a:pt x="855" y="154055"/>
                  </a:lnTo>
                  <a:lnTo>
                    <a:pt x="1711" y="53271"/>
                  </a:lnTo>
                  <a:lnTo>
                    <a:pt x="2566" y="54965"/>
                  </a:lnTo>
                  <a:lnTo>
                    <a:pt x="3422" y="128860"/>
                  </a:lnTo>
                  <a:lnTo>
                    <a:pt x="4277" y="168027"/>
                  </a:lnTo>
                  <a:lnTo>
                    <a:pt x="5133" y="137293"/>
                  </a:lnTo>
                  <a:lnTo>
                    <a:pt x="5988" y="85873"/>
                  </a:lnTo>
                  <a:lnTo>
                    <a:pt x="6844" y="76663"/>
                  </a:lnTo>
                  <a:lnTo>
                    <a:pt x="7699" y="120552"/>
                  </a:lnTo>
                  <a:lnTo>
                    <a:pt x="8555" y="67707"/>
                  </a:lnTo>
                  <a:lnTo>
                    <a:pt x="9410" y="0"/>
                  </a:lnTo>
                  <a:lnTo>
                    <a:pt x="10266" y="32583"/>
                  </a:lnTo>
                  <a:lnTo>
                    <a:pt x="11121" y="147988"/>
                  </a:lnTo>
                  <a:lnTo>
                    <a:pt x="11977" y="233897"/>
                  </a:lnTo>
                  <a:lnTo>
                    <a:pt x="12832" y="187313"/>
                  </a:lnTo>
                  <a:lnTo>
                    <a:pt x="13688" y="214183"/>
                  </a:lnTo>
                  <a:lnTo>
                    <a:pt x="14543" y="236133"/>
                  </a:lnTo>
                  <a:lnTo>
                    <a:pt x="15399" y="188754"/>
                  </a:lnTo>
                  <a:lnTo>
                    <a:pt x="16255" y="116126"/>
                  </a:lnTo>
                  <a:lnTo>
                    <a:pt x="17110" y="79158"/>
                  </a:lnTo>
                  <a:lnTo>
                    <a:pt x="17966" y="88502"/>
                  </a:lnTo>
                  <a:lnTo>
                    <a:pt x="18821" y="88394"/>
                  </a:lnTo>
                  <a:lnTo>
                    <a:pt x="19677" y="127006"/>
                  </a:lnTo>
                  <a:lnTo>
                    <a:pt x="20532" y="172535"/>
                  </a:lnTo>
                  <a:lnTo>
                    <a:pt x="21388" y="190849"/>
                  </a:lnTo>
                  <a:lnTo>
                    <a:pt x="22243" y="210029"/>
                  </a:lnTo>
                  <a:lnTo>
                    <a:pt x="23099" y="225805"/>
                  </a:lnTo>
                  <a:lnTo>
                    <a:pt x="23954" y="210804"/>
                  </a:lnTo>
                  <a:lnTo>
                    <a:pt x="24810" y="196755"/>
                  </a:lnTo>
                  <a:lnTo>
                    <a:pt x="25665" y="196756"/>
                  </a:lnTo>
                  <a:lnTo>
                    <a:pt x="26521" y="192443"/>
                  </a:lnTo>
                  <a:lnTo>
                    <a:pt x="27376" y="143230"/>
                  </a:lnTo>
                  <a:lnTo>
                    <a:pt x="28232" y="132718"/>
                  </a:lnTo>
                  <a:lnTo>
                    <a:pt x="29087" y="167299"/>
                  </a:lnTo>
                  <a:lnTo>
                    <a:pt x="29943" y="181350"/>
                  </a:lnTo>
                  <a:lnTo>
                    <a:pt x="30798" y="181350"/>
                  </a:lnTo>
                  <a:lnTo>
                    <a:pt x="31654" y="185664"/>
                  </a:lnTo>
                  <a:lnTo>
                    <a:pt x="32510" y="237322"/>
                  </a:lnTo>
                  <a:lnTo>
                    <a:pt x="33365" y="278885"/>
                  </a:lnTo>
                  <a:lnTo>
                    <a:pt x="34221" y="285387"/>
                  </a:lnTo>
                  <a:lnTo>
                    <a:pt x="35076" y="285387"/>
                  </a:lnTo>
                  <a:lnTo>
                    <a:pt x="35932" y="258958"/>
                  </a:lnTo>
                  <a:lnTo>
                    <a:pt x="36787" y="198890"/>
                  </a:lnTo>
                  <a:lnTo>
                    <a:pt x="37643" y="161882"/>
                  </a:lnTo>
                  <a:lnTo>
                    <a:pt x="38498" y="134361"/>
                  </a:lnTo>
                  <a:lnTo>
                    <a:pt x="39354" y="82661"/>
                  </a:lnTo>
                  <a:lnTo>
                    <a:pt x="40209" y="63672"/>
                  </a:lnTo>
                  <a:lnTo>
                    <a:pt x="41065" y="165161"/>
                  </a:lnTo>
                  <a:lnTo>
                    <a:pt x="41920" y="239050"/>
                  </a:lnTo>
                  <a:lnTo>
                    <a:pt x="42776" y="273414"/>
                  </a:lnTo>
                  <a:lnTo>
                    <a:pt x="43503" y="3400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3949" y="2775016"/>
              <a:ext cx="14701" cy="487461"/>
            </a:xfrm>
            <a:custGeom>
              <a:avLst/>
              <a:pathLst>
                <a:path w="14701" h="487461">
                  <a:moveTo>
                    <a:pt x="0" y="487461"/>
                  </a:moveTo>
                  <a:lnTo>
                    <a:pt x="606" y="394086"/>
                  </a:lnTo>
                  <a:lnTo>
                    <a:pt x="1461" y="328315"/>
                  </a:lnTo>
                  <a:lnTo>
                    <a:pt x="2317" y="256037"/>
                  </a:lnTo>
                  <a:lnTo>
                    <a:pt x="3172" y="250861"/>
                  </a:lnTo>
                  <a:lnTo>
                    <a:pt x="4028" y="242753"/>
                  </a:lnTo>
                  <a:lnTo>
                    <a:pt x="4883" y="173777"/>
                  </a:lnTo>
                  <a:lnTo>
                    <a:pt x="5739" y="76445"/>
                  </a:lnTo>
                  <a:lnTo>
                    <a:pt x="6594" y="0"/>
                  </a:lnTo>
                  <a:lnTo>
                    <a:pt x="7450" y="5868"/>
                  </a:lnTo>
                  <a:lnTo>
                    <a:pt x="8305" y="56086"/>
                  </a:lnTo>
                  <a:lnTo>
                    <a:pt x="9161" y="142013"/>
                  </a:lnTo>
                  <a:lnTo>
                    <a:pt x="10017" y="213145"/>
                  </a:lnTo>
                  <a:lnTo>
                    <a:pt x="10872" y="310477"/>
                  </a:lnTo>
                  <a:lnTo>
                    <a:pt x="11728" y="402771"/>
                  </a:lnTo>
                  <a:lnTo>
                    <a:pt x="12583" y="442964"/>
                  </a:lnTo>
                  <a:lnTo>
                    <a:pt x="13439" y="451699"/>
                  </a:lnTo>
                  <a:lnTo>
                    <a:pt x="14294" y="465958"/>
                  </a:lnTo>
                  <a:lnTo>
                    <a:pt x="14701" y="4874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3603" y="3185454"/>
              <a:ext cx="3189" cy="77022"/>
            </a:xfrm>
            <a:custGeom>
              <a:avLst/>
              <a:pathLst>
                <a:path w="3189" h="77022">
                  <a:moveTo>
                    <a:pt x="0" y="77022"/>
                  </a:moveTo>
                  <a:lnTo>
                    <a:pt x="629" y="37912"/>
                  </a:lnTo>
                  <a:lnTo>
                    <a:pt x="1484" y="0"/>
                  </a:lnTo>
                  <a:lnTo>
                    <a:pt x="2340" y="20601"/>
                  </a:lnTo>
                  <a:lnTo>
                    <a:pt x="3189" y="770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6814" y="3089339"/>
              <a:ext cx="17587" cy="173137"/>
            </a:xfrm>
            <a:custGeom>
              <a:avLst/>
              <a:pathLst>
                <a:path w="17587" h="173137">
                  <a:moveTo>
                    <a:pt x="0" y="173137"/>
                  </a:moveTo>
                  <a:lnTo>
                    <a:pt x="840" y="149403"/>
                  </a:lnTo>
                  <a:lnTo>
                    <a:pt x="1695" y="105812"/>
                  </a:lnTo>
                  <a:lnTo>
                    <a:pt x="2551" y="127545"/>
                  </a:lnTo>
                  <a:lnTo>
                    <a:pt x="3407" y="169168"/>
                  </a:lnTo>
                  <a:lnTo>
                    <a:pt x="4262" y="148566"/>
                  </a:lnTo>
                  <a:lnTo>
                    <a:pt x="5118" y="91721"/>
                  </a:lnTo>
                  <a:lnTo>
                    <a:pt x="5973" y="112708"/>
                  </a:lnTo>
                  <a:lnTo>
                    <a:pt x="6829" y="92542"/>
                  </a:lnTo>
                  <a:lnTo>
                    <a:pt x="7684" y="38154"/>
                  </a:lnTo>
                  <a:lnTo>
                    <a:pt x="8540" y="0"/>
                  </a:lnTo>
                  <a:lnTo>
                    <a:pt x="9395" y="1"/>
                  </a:lnTo>
                  <a:lnTo>
                    <a:pt x="10251" y="1"/>
                  </a:lnTo>
                  <a:lnTo>
                    <a:pt x="11106" y="1167"/>
                  </a:lnTo>
                  <a:lnTo>
                    <a:pt x="11962" y="51277"/>
                  </a:lnTo>
                  <a:lnTo>
                    <a:pt x="12817" y="82748"/>
                  </a:lnTo>
                  <a:lnTo>
                    <a:pt x="13673" y="83161"/>
                  </a:lnTo>
                  <a:lnTo>
                    <a:pt x="14528" y="64010"/>
                  </a:lnTo>
                  <a:lnTo>
                    <a:pt x="15384" y="57343"/>
                  </a:lnTo>
                  <a:lnTo>
                    <a:pt x="16239" y="72206"/>
                  </a:lnTo>
                  <a:lnTo>
                    <a:pt x="17095" y="159104"/>
                  </a:lnTo>
                  <a:lnTo>
                    <a:pt x="17587" y="1731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1004" y="2749211"/>
              <a:ext cx="86152" cy="513266"/>
            </a:xfrm>
            <a:custGeom>
              <a:avLst/>
              <a:pathLst>
                <a:path w="86152" h="513266">
                  <a:moveTo>
                    <a:pt x="0" y="513266"/>
                  </a:moveTo>
                  <a:lnTo>
                    <a:pt x="605" y="437191"/>
                  </a:lnTo>
                  <a:lnTo>
                    <a:pt x="1460" y="373404"/>
                  </a:lnTo>
                  <a:lnTo>
                    <a:pt x="2316" y="373404"/>
                  </a:lnTo>
                  <a:lnTo>
                    <a:pt x="3171" y="373404"/>
                  </a:lnTo>
                  <a:lnTo>
                    <a:pt x="4027" y="373405"/>
                  </a:lnTo>
                  <a:lnTo>
                    <a:pt x="4882" y="376275"/>
                  </a:lnTo>
                  <a:lnTo>
                    <a:pt x="5738" y="434758"/>
                  </a:lnTo>
                  <a:lnTo>
                    <a:pt x="6593" y="483882"/>
                  </a:lnTo>
                  <a:lnTo>
                    <a:pt x="7449" y="449150"/>
                  </a:lnTo>
                  <a:lnTo>
                    <a:pt x="8304" y="428429"/>
                  </a:lnTo>
                  <a:lnTo>
                    <a:pt x="9160" y="428431"/>
                  </a:lnTo>
                  <a:lnTo>
                    <a:pt x="10015" y="400856"/>
                  </a:lnTo>
                  <a:lnTo>
                    <a:pt x="10871" y="319043"/>
                  </a:lnTo>
                  <a:lnTo>
                    <a:pt x="11727" y="239585"/>
                  </a:lnTo>
                  <a:lnTo>
                    <a:pt x="12582" y="222245"/>
                  </a:lnTo>
                  <a:lnTo>
                    <a:pt x="13438" y="236370"/>
                  </a:lnTo>
                  <a:lnTo>
                    <a:pt x="14293" y="327388"/>
                  </a:lnTo>
                  <a:lnTo>
                    <a:pt x="15149" y="369954"/>
                  </a:lnTo>
                  <a:lnTo>
                    <a:pt x="16004" y="349832"/>
                  </a:lnTo>
                  <a:lnTo>
                    <a:pt x="16860" y="374254"/>
                  </a:lnTo>
                  <a:lnTo>
                    <a:pt x="17715" y="426327"/>
                  </a:lnTo>
                  <a:lnTo>
                    <a:pt x="18571" y="415846"/>
                  </a:lnTo>
                  <a:lnTo>
                    <a:pt x="19426" y="320163"/>
                  </a:lnTo>
                  <a:lnTo>
                    <a:pt x="20282" y="243856"/>
                  </a:lnTo>
                  <a:lnTo>
                    <a:pt x="21137" y="283323"/>
                  </a:lnTo>
                  <a:lnTo>
                    <a:pt x="21993" y="246817"/>
                  </a:lnTo>
                  <a:lnTo>
                    <a:pt x="22848" y="145505"/>
                  </a:lnTo>
                  <a:lnTo>
                    <a:pt x="23704" y="142156"/>
                  </a:lnTo>
                  <a:lnTo>
                    <a:pt x="24559" y="112967"/>
                  </a:lnTo>
                  <a:lnTo>
                    <a:pt x="25415" y="82100"/>
                  </a:lnTo>
                  <a:lnTo>
                    <a:pt x="26270" y="1472"/>
                  </a:lnTo>
                  <a:lnTo>
                    <a:pt x="27126" y="56474"/>
                  </a:lnTo>
                  <a:lnTo>
                    <a:pt x="27982" y="131893"/>
                  </a:lnTo>
                  <a:lnTo>
                    <a:pt x="28837" y="226153"/>
                  </a:lnTo>
                  <a:lnTo>
                    <a:pt x="29693" y="338921"/>
                  </a:lnTo>
                  <a:lnTo>
                    <a:pt x="30548" y="384645"/>
                  </a:lnTo>
                  <a:lnTo>
                    <a:pt x="31404" y="476772"/>
                  </a:lnTo>
                  <a:lnTo>
                    <a:pt x="32259" y="455970"/>
                  </a:lnTo>
                  <a:lnTo>
                    <a:pt x="33115" y="494025"/>
                  </a:lnTo>
                  <a:lnTo>
                    <a:pt x="33970" y="435517"/>
                  </a:lnTo>
                  <a:lnTo>
                    <a:pt x="34826" y="356604"/>
                  </a:lnTo>
                  <a:lnTo>
                    <a:pt x="35681" y="403065"/>
                  </a:lnTo>
                  <a:lnTo>
                    <a:pt x="36537" y="445757"/>
                  </a:lnTo>
                  <a:lnTo>
                    <a:pt x="37392" y="462769"/>
                  </a:lnTo>
                  <a:lnTo>
                    <a:pt x="38248" y="435402"/>
                  </a:lnTo>
                  <a:lnTo>
                    <a:pt x="39103" y="376887"/>
                  </a:lnTo>
                  <a:lnTo>
                    <a:pt x="39959" y="333501"/>
                  </a:lnTo>
                  <a:lnTo>
                    <a:pt x="40814" y="336669"/>
                  </a:lnTo>
                  <a:lnTo>
                    <a:pt x="41670" y="344665"/>
                  </a:lnTo>
                  <a:lnTo>
                    <a:pt x="42526" y="323443"/>
                  </a:lnTo>
                  <a:lnTo>
                    <a:pt x="43381" y="274638"/>
                  </a:lnTo>
                  <a:lnTo>
                    <a:pt x="44237" y="248586"/>
                  </a:lnTo>
                  <a:lnTo>
                    <a:pt x="45092" y="237111"/>
                  </a:lnTo>
                  <a:lnTo>
                    <a:pt x="45948" y="227124"/>
                  </a:lnTo>
                  <a:lnTo>
                    <a:pt x="46803" y="184621"/>
                  </a:lnTo>
                  <a:lnTo>
                    <a:pt x="47659" y="182766"/>
                  </a:lnTo>
                  <a:lnTo>
                    <a:pt x="48514" y="192391"/>
                  </a:lnTo>
                  <a:lnTo>
                    <a:pt x="49370" y="178077"/>
                  </a:lnTo>
                  <a:lnTo>
                    <a:pt x="50225" y="104855"/>
                  </a:lnTo>
                  <a:lnTo>
                    <a:pt x="51081" y="0"/>
                  </a:lnTo>
                  <a:lnTo>
                    <a:pt x="51936" y="8686"/>
                  </a:lnTo>
                  <a:lnTo>
                    <a:pt x="52792" y="64295"/>
                  </a:lnTo>
                  <a:lnTo>
                    <a:pt x="53647" y="118679"/>
                  </a:lnTo>
                  <a:lnTo>
                    <a:pt x="54503" y="197440"/>
                  </a:lnTo>
                  <a:lnTo>
                    <a:pt x="55358" y="327496"/>
                  </a:lnTo>
                  <a:lnTo>
                    <a:pt x="56214" y="452151"/>
                  </a:lnTo>
                  <a:lnTo>
                    <a:pt x="57069" y="461599"/>
                  </a:lnTo>
                  <a:lnTo>
                    <a:pt x="57925" y="431322"/>
                  </a:lnTo>
                  <a:lnTo>
                    <a:pt x="58781" y="431323"/>
                  </a:lnTo>
                  <a:lnTo>
                    <a:pt x="59636" y="444215"/>
                  </a:lnTo>
                  <a:lnTo>
                    <a:pt x="60492" y="446634"/>
                  </a:lnTo>
                  <a:lnTo>
                    <a:pt x="61347" y="399926"/>
                  </a:lnTo>
                  <a:lnTo>
                    <a:pt x="62203" y="354884"/>
                  </a:lnTo>
                  <a:lnTo>
                    <a:pt x="63058" y="339252"/>
                  </a:lnTo>
                  <a:lnTo>
                    <a:pt x="63914" y="286249"/>
                  </a:lnTo>
                  <a:lnTo>
                    <a:pt x="64769" y="229728"/>
                  </a:lnTo>
                  <a:lnTo>
                    <a:pt x="65625" y="162585"/>
                  </a:lnTo>
                  <a:lnTo>
                    <a:pt x="66480" y="188192"/>
                  </a:lnTo>
                  <a:lnTo>
                    <a:pt x="67336" y="252476"/>
                  </a:lnTo>
                  <a:lnTo>
                    <a:pt x="68191" y="286334"/>
                  </a:lnTo>
                  <a:lnTo>
                    <a:pt x="69047" y="339337"/>
                  </a:lnTo>
                  <a:lnTo>
                    <a:pt x="69902" y="387754"/>
                  </a:lnTo>
                  <a:lnTo>
                    <a:pt x="70758" y="431755"/>
                  </a:lnTo>
                  <a:lnTo>
                    <a:pt x="71613" y="355217"/>
                  </a:lnTo>
                  <a:lnTo>
                    <a:pt x="72469" y="274850"/>
                  </a:lnTo>
                  <a:lnTo>
                    <a:pt x="73324" y="219787"/>
                  </a:lnTo>
                  <a:lnTo>
                    <a:pt x="74180" y="219789"/>
                  </a:lnTo>
                  <a:lnTo>
                    <a:pt x="75036" y="216918"/>
                  </a:lnTo>
                  <a:lnTo>
                    <a:pt x="75891" y="173707"/>
                  </a:lnTo>
                  <a:lnTo>
                    <a:pt x="76747" y="195838"/>
                  </a:lnTo>
                  <a:lnTo>
                    <a:pt x="77602" y="260083"/>
                  </a:lnTo>
                  <a:lnTo>
                    <a:pt x="78458" y="327459"/>
                  </a:lnTo>
                  <a:lnTo>
                    <a:pt x="79313" y="314279"/>
                  </a:lnTo>
                  <a:lnTo>
                    <a:pt x="80169" y="321751"/>
                  </a:lnTo>
                  <a:lnTo>
                    <a:pt x="81024" y="383146"/>
                  </a:lnTo>
                  <a:lnTo>
                    <a:pt x="81880" y="435441"/>
                  </a:lnTo>
                  <a:lnTo>
                    <a:pt x="82735" y="451563"/>
                  </a:lnTo>
                  <a:lnTo>
                    <a:pt x="83591" y="441912"/>
                  </a:lnTo>
                  <a:lnTo>
                    <a:pt x="84446" y="450248"/>
                  </a:lnTo>
                  <a:lnTo>
                    <a:pt x="85302" y="480620"/>
                  </a:lnTo>
                  <a:lnTo>
                    <a:pt x="86152" y="5132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29906" y="3134816"/>
              <a:ext cx="9507" cy="127660"/>
            </a:xfrm>
            <a:custGeom>
              <a:avLst/>
              <a:pathLst>
                <a:path w="9507" h="127660">
                  <a:moveTo>
                    <a:pt x="0" y="127660"/>
                  </a:moveTo>
                  <a:lnTo>
                    <a:pt x="677" y="84761"/>
                  </a:lnTo>
                  <a:lnTo>
                    <a:pt x="1533" y="34946"/>
                  </a:lnTo>
                  <a:lnTo>
                    <a:pt x="2388" y="41"/>
                  </a:lnTo>
                  <a:lnTo>
                    <a:pt x="3244" y="0"/>
                  </a:lnTo>
                  <a:lnTo>
                    <a:pt x="4099" y="24486"/>
                  </a:lnTo>
                  <a:lnTo>
                    <a:pt x="4955" y="13022"/>
                  </a:lnTo>
                  <a:lnTo>
                    <a:pt x="5810" y="38631"/>
                  </a:lnTo>
                  <a:lnTo>
                    <a:pt x="6666" y="32540"/>
                  </a:lnTo>
                  <a:lnTo>
                    <a:pt x="7521" y="84892"/>
                  </a:lnTo>
                  <a:lnTo>
                    <a:pt x="8377" y="89483"/>
                  </a:lnTo>
                  <a:lnTo>
                    <a:pt x="9232" y="74113"/>
                  </a:lnTo>
                  <a:lnTo>
                    <a:pt x="9507" y="1276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7376" y="3224934"/>
              <a:ext cx="1287" cy="37542"/>
            </a:xfrm>
            <a:custGeom>
              <a:avLst/>
              <a:pathLst>
                <a:path w="1287" h="37542">
                  <a:moveTo>
                    <a:pt x="0" y="37542"/>
                  </a:moveTo>
                  <a:lnTo>
                    <a:pt x="317" y="0"/>
                  </a:lnTo>
                  <a:lnTo>
                    <a:pt x="1173" y="25403"/>
                  </a:lnTo>
                  <a:lnTo>
                    <a:pt x="1287" y="375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50831" y="3212766"/>
              <a:ext cx="1979" cy="49710"/>
            </a:xfrm>
            <a:custGeom>
              <a:avLst/>
              <a:pathLst>
                <a:path w="1979" h="49710">
                  <a:moveTo>
                    <a:pt x="0" y="49710"/>
                  </a:moveTo>
                  <a:lnTo>
                    <a:pt x="285" y="28446"/>
                  </a:lnTo>
                  <a:lnTo>
                    <a:pt x="1140" y="0"/>
                  </a:lnTo>
                  <a:lnTo>
                    <a:pt x="1979" y="497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54219" y="3241796"/>
              <a:ext cx="3124" cy="20680"/>
            </a:xfrm>
            <a:custGeom>
              <a:avLst/>
              <a:pathLst>
                <a:path w="3124" h="20680">
                  <a:moveTo>
                    <a:pt x="0" y="20680"/>
                  </a:moveTo>
                  <a:lnTo>
                    <a:pt x="319" y="6963"/>
                  </a:lnTo>
                  <a:lnTo>
                    <a:pt x="1174" y="0"/>
                  </a:lnTo>
                  <a:lnTo>
                    <a:pt x="2030" y="3431"/>
                  </a:lnTo>
                  <a:lnTo>
                    <a:pt x="2885" y="17794"/>
                  </a:lnTo>
                  <a:lnTo>
                    <a:pt x="3124" y="206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0101" y="3203445"/>
              <a:ext cx="1410" cy="59031"/>
            </a:xfrm>
            <a:custGeom>
              <a:avLst/>
              <a:pathLst>
                <a:path w="1410" h="59031">
                  <a:moveTo>
                    <a:pt x="0" y="59031"/>
                  </a:moveTo>
                  <a:lnTo>
                    <a:pt x="692" y="0"/>
                  </a:lnTo>
                  <a:lnTo>
                    <a:pt x="1410" y="590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1903" y="2970310"/>
              <a:ext cx="22667" cy="292166"/>
            </a:xfrm>
            <a:custGeom>
              <a:avLst/>
              <a:pathLst>
                <a:path w="22667" h="292166">
                  <a:moveTo>
                    <a:pt x="0" y="292166"/>
                  </a:moveTo>
                  <a:lnTo>
                    <a:pt x="12" y="291583"/>
                  </a:lnTo>
                  <a:lnTo>
                    <a:pt x="867" y="268890"/>
                  </a:lnTo>
                  <a:lnTo>
                    <a:pt x="1723" y="237522"/>
                  </a:lnTo>
                  <a:lnTo>
                    <a:pt x="2578" y="237522"/>
                  </a:lnTo>
                  <a:lnTo>
                    <a:pt x="3434" y="249733"/>
                  </a:lnTo>
                  <a:lnTo>
                    <a:pt x="4289" y="184203"/>
                  </a:lnTo>
                  <a:lnTo>
                    <a:pt x="5145" y="191569"/>
                  </a:lnTo>
                  <a:lnTo>
                    <a:pt x="6000" y="231559"/>
                  </a:lnTo>
                  <a:lnTo>
                    <a:pt x="6856" y="201996"/>
                  </a:lnTo>
                  <a:lnTo>
                    <a:pt x="7711" y="156619"/>
                  </a:lnTo>
                  <a:lnTo>
                    <a:pt x="8567" y="131570"/>
                  </a:lnTo>
                  <a:lnTo>
                    <a:pt x="9422" y="197101"/>
                  </a:lnTo>
                  <a:lnTo>
                    <a:pt x="10278" y="189734"/>
                  </a:lnTo>
                  <a:lnTo>
                    <a:pt x="11133" y="178530"/>
                  </a:lnTo>
                  <a:lnTo>
                    <a:pt x="11989" y="207174"/>
                  </a:lnTo>
                  <a:lnTo>
                    <a:pt x="12845" y="206118"/>
                  </a:lnTo>
                  <a:lnTo>
                    <a:pt x="13700" y="225312"/>
                  </a:lnTo>
                  <a:lnTo>
                    <a:pt x="14556" y="185262"/>
                  </a:lnTo>
                  <a:lnTo>
                    <a:pt x="15411" y="93824"/>
                  </a:lnTo>
                  <a:lnTo>
                    <a:pt x="16267" y="36653"/>
                  </a:lnTo>
                  <a:lnTo>
                    <a:pt x="17122" y="29389"/>
                  </a:lnTo>
                  <a:lnTo>
                    <a:pt x="17978" y="0"/>
                  </a:lnTo>
                  <a:lnTo>
                    <a:pt x="18833" y="7119"/>
                  </a:lnTo>
                  <a:lnTo>
                    <a:pt x="19689" y="48039"/>
                  </a:lnTo>
                  <a:lnTo>
                    <a:pt x="20544" y="143711"/>
                  </a:lnTo>
                  <a:lnTo>
                    <a:pt x="21400" y="218574"/>
                  </a:lnTo>
                  <a:lnTo>
                    <a:pt x="22255" y="255694"/>
                  </a:lnTo>
                  <a:lnTo>
                    <a:pt x="22667" y="2921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06905" y="3055759"/>
              <a:ext cx="6635" cy="206717"/>
            </a:xfrm>
            <a:custGeom>
              <a:avLst/>
              <a:pathLst>
                <a:path w="6635" h="206717">
                  <a:moveTo>
                    <a:pt x="0" y="206717"/>
                  </a:moveTo>
                  <a:lnTo>
                    <a:pt x="675" y="177784"/>
                  </a:lnTo>
                  <a:lnTo>
                    <a:pt x="1531" y="66813"/>
                  </a:lnTo>
                  <a:lnTo>
                    <a:pt x="2387" y="47543"/>
                  </a:lnTo>
                  <a:lnTo>
                    <a:pt x="3242" y="0"/>
                  </a:lnTo>
                  <a:lnTo>
                    <a:pt x="4098" y="2870"/>
                  </a:lnTo>
                  <a:lnTo>
                    <a:pt x="4953" y="14309"/>
                  </a:lnTo>
                  <a:lnTo>
                    <a:pt x="5809" y="63685"/>
                  </a:lnTo>
                  <a:lnTo>
                    <a:pt x="6635" y="2067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2484" y="3019996"/>
              <a:ext cx="3467" cy="242480"/>
            </a:xfrm>
            <a:custGeom>
              <a:avLst/>
              <a:pathLst>
                <a:path w="3467" h="242480">
                  <a:moveTo>
                    <a:pt x="0" y="242480"/>
                  </a:moveTo>
                  <a:lnTo>
                    <a:pt x="496" y="146304"/>
                  </a:lnTo>
                  <a:lnTo>
                    <a:pt x="1351" y="0"/>
                  </a:lnTo>
                  <a:lnTo>
                    <a:pt x="2207" y="43305"/>
                  </a:lnTo>
                  <a:lnTo>
                    <a:pt x="3062" y="140978"/>
                  </a:lnTo>
                  <a:lnTo>
                    <a:pt x="3467" y="2424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3381" y="2918675"/>
              <a:ext cx="22441" cy="343801"/>
            </a:xfrm>
            <a:custGeom>
              <a:avLst/>
              <a:pathLst>
                <a:path w="22441" h="343801">
                  <a:moveTo>
                    <a:pt x="0" y="343801"/>
                  </a:moveTo>
                  <a:lnTo>
                    <a:pt x="721" y="311074"/>
                  </a:lnTo>
                  <a:lnTo>
                    <a:pt x="1577" y="321871"/>
                  </a:lnTo>
                  <a:lnTo>
                    <a:pt x="2432" y="292036"/>
                  </a:lnTo>
                  <a:lnTo>
                    <a:pt x="3288" y="164336"/>
                  </a:lnTo>
                  <a:lnTo>
                    <a:pt x="4143" y="91852"/>
                  </a:lnTo>
                  <a:lnTo>
                    <a:pt x="4999" y="51256"/>
                  </a:lnTo>
                  <a:lnTo>
                    <a:pt x="5855" y="72411"/>
                  </a:lnTo>
                  <a:lnTo>
                    <a:pt x="6710" y="40923"/>
                  </a:lnTo>
                  <a:lnTo>
                    <a:pt x="7566" y="0"/>
                  </a:lnTo>
                  <a:lnTo>
                    <a:pt x="8421" y="31739"/>
                  </a:lnTo>
                  <a:lnTo>
                    <a:pt x="9277" y="60584"/>
                  </a:lnTo>
                  <a:lnTo>
                    <a:pt x="10132" y="101178"/>
                  </a:lnTo>
                  <a:lnTo>
                    <a:pt x="10988" y="103479"/>
                  </a:lnTo>
                  <a:lnTo>
                    <a:pt x="11843" y="139347"/>
                  </a:lnTo>
                  <a:lnTo>
                    <a:pt x="12699" y="187057"/>
                  </a:lnTo>
                  <a:lnTo>
                    <a:pt x="13554" y="165320"/>
                  </a:lnTo>
                  <a:lnTo>
                    <a:pt x="14410" y="134428"/>
                  </a:lnTo>
                  <a:lnTo>
                    <a:pt x="15265" y="134428"/>
                  </a:lnTo>
                  <a:lnTo>
                    <a:pt x="16121" y="134428"/>
                  </a:lnTo>
                  <a:lnTo>
                    <a:pt x="16976" y="134429"/>
                  </a:lnTo>
                  <a:lnTo>
                    <a:pt x="17832" y="108682"/>
                  </a:lnTo>
                  <a:lnTo>
                    <a:pt x="18687" y="135679"/>
                  </a:lnTo>
                  <a:lnTo>
                    <a:pt x="19543" y="204652"/>
                  </a:lnTo>
                  <a:lnTo>
                    <a:pt x="20398" y="205243"/>
                  </a:lnTo>
                  <a:lnTo>
                    <a:pt x="21254" y="226497"/>
                  </a:lnTo>
                  <a:lnTo>
                    <a:pt x="22110" y="280482"/>
                  </a:lnTo>
                  <a:lnTo>
                    <a:pt x="22441" y="3438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61455" y="2899703"/>
              <a:ext cx="14746" cy="362773"/>
            </a:xfrm>
            <a:custGeom>
              <a:avLst/>
              <a:pathLst>
                <a:path w="14746" h="362773">
                  <a:moveTo>
                    <a:pt x="0" y="362773"/>
                  </a:moveTo>
                  <a:lnTo>
                    <a:pt x="23" y="358067"/>
                  </a:lnTo>
                  <a:lnTo>
                    <a:pt x="879" y="210958"/>
                  </a:lnTo>
                  <a:lnTo>
                    <a:pt x="1735" y="173408"/>
                  </a:lnTo>
                  <a:lnTo>
                    <a:pt x="2590" y="134571"/>
                  </a:lnTo>
                  <a:lnTo>
                    <a:pt x="3446" y="51069"/>
                  </a:lnTo>
                  <a:lnTo>
                    <a:pt x="4301" y="0"/>
                  </a:lnTo>
                  <a:lnTo>
                    <a:pt x="5157" y="15499"/>
                  </a:lnTo>
                  <a:lnTo>
                    <a:pt x="6012" y="11291"/>
                  </a:lnTo>
                  <a:lnTo>
                    <a:pt x="6868" y="67753"/>
                  </a:lnTo>
                  <a:lnTo>
                    <a:pt x="7723" y="136886"/>
                  </a:lnTo>
                  <a:lnTo>
                    <a:pt x="8579" y="237150"/>
                  </a:lnTo>
                  <a:lnTo>
                    <a:pt x="9434" y="290760"/>
                  </a:lnTo>
                  <a:lnTo>
                    <a:pt x="10290" y="279696"/>
                  </a:lnTo>
                  <a:lnTo>
                    <a:pt x="11145" y="285033"/>
                  </a:lnTo>
                  <a:lnTo>
                    <a:pt x="12001" y="252891"/>
                  </a:lnTo>
                  <a:lnTo>
                    <a:pt x="12856" y="272913"/>
                  </a:lnTo>
                  <a:lnTo>
                    <a:pt x="13712" y="293445"/>
                  </a:lnTo>
                  <a:lnTo>
                    <a:pt x="14567" y="340920"/>
                  </a:lnTo>
                  <a:lnTo>
                    <a:pt x="14746" y="3627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79192" y="2998378"/>
              <a:ext cx="46320" cy="264098"/>
            </a:xfrm>
            <a:custGeom>
              <a:avLst/>
              <a:pathLst>
                <a:path w="46320" h="264098">
                  <a:moveTo>
                    <a:pt x="0" y="264098"/>
                  </a:moveTo>
                  <a:lnTo>
                    <a:pt x="253" y="245548"/>
                  </a:lnTo>
                  <a:lnTo>
                    <a:pt x="1108" y="208190"/>
                  </a:lnTo>
                  <a:lnTo>
                    <a:pt x="1964" y="168863"/>
                  </a:lnTo>
                  <a:lnTo>
                    <a:pt x="2819" y="122706"/>
                  </a:lnTo>
                  <a:lnTo>
                    <a:pt x="3675" y="82618"/>
                  </a:lnTo>
                  <a:lnTo>
                    <a:pt x="4531" y="141877"/>
                  </a:lnTo>
                  <a:lnTo>
                    <a:pt x="5386" y="215984"/>
                  </a:lnTo>
                  <a:lnTo>
                    <a:pt x="6242" y="237316"/>
                  </a:lnTo>
                  <a:lnTo>
                    <a:pt x="7097" y="243789"/>
                  </a:lnTo>
                  <a:lnTo>
                    <a:pt x="7953" y="185325"/>
                  </a:lnTo>
                  <a:lnTo>
                    <a:pt x="8808" y="175805"/>
                  </a:lnTo>
                  <a:lnTo>
                    <a:pt x="9664" y="200121"/>
                  </a:lnTo>
                  <a:lnTo>
                    <a:pt x="10519" y="126647"/>
                  </a:lnTo>
                  <a:lnTo>
                    <a:pt x="11375" y="83691"/>
                  </a:lnTo>
                  <a:lnTo>
                    <a:pt x="12230" y="48215"/>
                  </a:lnTo>
                  <a:lnTo>
                    <a:pt x="13086" y="33968"/>
                  </a:lnTo>
                  <a:lnTo>
                    <a:pt x="13941" y="35813"/>
                  </a:lnTo>
                  <a:lnTo>
                    <a:pt x="14797" y="7168"/>
                  </a:lnTo>
                  <a:lnTo>
                    <a:pt x="15652" y="3548"/>
                  </a:lnTo>
                  <a:lnTo>
                    <a:pt x="16508" y="0"/>
                  </a:lnTo>
                  <a:lnTo>
                    <a:pt x="17363" y="15721"/>
                  </a:lnTo>
                  <a:lnTo>
                    <a:pt x="18219" y="57957"/>
                  </a:lnTo>
                  <a:lnTo>
                    <a:pt x="19074" y="95703"/>
                  </a:lnTo>
                  <a:lnTo>
                    <a:pt x="19930" y="137691"/>
                  </a:lnTo>
                  <a:lnTo>
                    <a:pt x="20786" y="191527"/>
                  </a:lnTo>
                  <a:lnTo>
                    <a:pt x="21641" y="220659"/>
                  </a:lnTo>
                  <a:lnTo>
                    <a:pt x="22497" y="198748"/>
                  </a:lnTo>
                  <a:lnTo>
                    <a:pt x="23352" y="148778"/>
                  </a:lnTo>
                  <a:lnTo>
                    <a:pt x="24208" y="136516"/>
                  </a:lnTo>
                  <a:lnTo>
                    <a:pt x="25063" y="135347"/>
                  </a:lnTo>
                  <a:lnTo>
                    <a:pt x="25919" y="135348"/>
                  </a:lnTo>
                  <a:lnTo>
                    <a:pt x="26774" y="135349"/>
                  </a:lnTo>
                  <a:lnTo>
                    <a:pt x="27630" y="153571"/>
                  </a:lnTo>
                  <a:lnTo>
                    <a:pt x="28485" y="234191"/>
                  </a:lnTo>
                  <a:lnTo>
                    <a:pt x="29341" y="229068"/>
                  </a:lnTo>
                  <a:lnTo>
                    <a:pt x="30196" y="186692"/>
                  </a:lnTo>
                  <a:lnTo>
                    <a:pt x="31052" y="215890"/>
                  </a:lnTo>
                  <a:lnTo>
                    <a:pt x="31907" y="209311"/>
                  </a:lnTo>
                  <a:lnTo>
                    <a:pt x="32763" y="156325"/>
                  </a:lnTo>
                  <a:lnTo>
                    <a:pt x="33618" y="122064"/>
                  </a:lnTo>
                  <a:lnTo>
                    <a:pt x="34474" y="136649"/>
                  </a:lnTo>
                  <a:lnTo>
                    <a:pt x="35330" y="180190"/>
                  </a:lnTo>
                  <a:lnTo>
                    <a:pt x="36185" y="132930"/>
                  </a:lnTo>
                  <a:lnTo>
                    <a:pt x="37041" y="82677"/>
                  </a:lnTo>
                  <a:lnTo>
                    <a:pt x="37896" y="62058"/>
                  </a:lnTo>
                  <a:lnTo>
                    <a:pt x="38752" y="68456"/>
                  </a:lnTo>
                  <a:lnTo>
                    <a:pt x="39607" y="97417"/>
                  </a:lnTo>
                  <a:lnTo>
                    <a:pt x="40463" y="86230"/>
                  </a:lnTo>
                  <a:lnTo>
                    <a:pt x="41318" y="53990"/>
                  </a:lnTo>
                  <a:lnTo>
                    <a:pt x="42174" y="51631"/>
                  </a:lnTo>
                  <a:lnTo>
                    <a:pt x="43029" y="80196"/>
                  </a:lnTo>
                  <a:lnTo>
                    <a:pt x="43885" y="89024"/>
                  </a:lnTo>
                  <a:lnTo>
                    <a:pt x="44740" y="152577"/>
                  </a:lnTo>
                  <a:lnTo>
                    <a:pt x="45596" y="225124"/>
                  </a:lnTo>
                  <a:lnTo>
                    <a:pt x="46320" y="2640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7048" y="3119447"/>
              <a:ext cx="5163" cy="143029"/>
            </a:xfrm>
            <a:custGeom>
              <a:avLst/>
              <a:pathLst>
                <a:path w="5163" h="143029">
                  <a:moveTo>
                    <a:pt x="0" y="143029"/>
                  </a:moveTo>
                  <a:lnTo>
                    <a:pt x="306" y="130176"/>
                  </a:lnTo>
                  <a:lnTo>
                    <a:pt x="1161" y="78896"/>
                  </a:lnTo>
                  <a:lnTo>
                    <a:pt x="2017" y="14423"/>
                  </a:lnTo>
                  <a:lnTo>
                    <a:pt x="2872" y="0"/>
                  </a:lnTo>
                  <a:lnTo>
                    <a:pt x="3728" y="35888"/>
                  </a:lnTo>
                  <a:lnTo>
                    <a:pt x="4584" y="89929"/>
                  </a:lnTo>
                  <a:lnTo>
                    <a:pt x="5163" y="1430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34297" y="2789948"/>
              <a:ext cx="16288" cy="472528"/>
            </a:xfrm>
            <a:custGeom>
              <a:avLst/>
              <a:pathLst>
                <a:path w="16288" h="472528">
                  <a:moveTo>
                    <a:pt x="0" y="472528"/>
                  </a:moveTo>
                  <a:lnTo>
                    <a:pt x="757" y="412338"/>
                  </a:lnTo>
                  <a:lnTo>
                    <a:pt x="1613" y="362878"/>
                  </a:lnTo>
                  <a:lnTo>
                    <a:pt x="2468" y="346123"/>
                  </a:lnTo>
                  <a:lnTo>
                    <a:pt x="3324" y="424922"/>
                  </a:lnTo>
                  <a:lnTo>
                    <a:pt x="4179" y="437926"/>
                  </a:lnTo>
                  <a:lnTo>
                    <a:pt x="5035" y="299061"/>
                  </a:lnTo>
                  <a:lnTo>
                    <a:pt x="5890" y="184369"/>
                  </a:lnTo>
                  <a:lnTo>
                    <a:pt x="6746" y="152334"/>
                  </a:lnTo>
                  <a:lnTo>
                    <a:pt x="7601" y="100367"/>
                  </a:lnTo>
                  <a:lnTo>
                    <a:pt x="8457" y="0"/>
                  </a:lnTo>
                  <a:lnTo>
                    <a:pt x="9313" y="11107"/>
                  </a:lnTo>
                  <a:lnTo>
                    <a:pt x="10168" y="231096"/>
                  </a:lnTo>
                  <a:lnTo>
                    <a:pt x="11024" y="289437"/>
                  </a:lnTo>
                  <a:lnTo>
                    <a:pt x="11879" y="272617"/>
                  </a:lnTo>
                  <a:lnTo>
                    <a:pt x="12735" y="294970"/>
                  </a:lnTo>
                  <a:lnTo>
                    <a:pt x="13590" y="330866"/>
                  </a:lnTo>
                  <a:lnTo>
                    <a:pt x="14446" y="350246"/>
                  </a:lnTo>
                  <a:lnTo>
                    <a:pt x="15301" y="348136"/>
                  </a:lnTo>
                  <a:lnTo>
                    <a:pt x="16157" y="460127"/>
                  </a:lnTo>
                  <a:lnTo>
                    <a:pt x="16288" y="4725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52855" y="2929191"/>
              <a:ext cx="10490" cy="333285"/>
            </a:xfrm>
            <a:custGeom>
              <a:avLst/>
              <a:pathLst>
                <a:path w="10490" h="333285">
                  <a:moveTo>
                    <a:pt x="0" y="333285"/>
                  </a:moveTo>
                  <a:lnTo>
                    <a:pt x="165" y="320059"/>
                  </a:lnTo>
                  <a:lnTo>
                    <a:pt x="1020" y="256377"/>
                  </a:lnTo>
                  <a:lnTo>
                    <a:pt x="1876" y="164542"/>
                  </a:lnTo>
                  <a:lnTo>
                    <a:pt x="2731" y="57346"/>
                  </a:lnTo>
                  <a:lnTo>
                    <a:pt x="3587" y="2697"/>
                  </a:lnTo>
                  <a:lnTo>
                    <a:pt x="4442" y="1182"/>
                  </a:lnTo>
                  <a:lnTo>
                    <a:pt x="5298" y="14146"/>
                  </a:lnTo>
                  <a:lnTo>
                    <a:pt x="6153" y="0"/>
                  </a:lnTo>
                  <a:lnTo>
                    <a:pt x="7009" y="27934"/>
                  </a:lnTo>
                  <a:lnTo>
                    <a:pt x="7864" y="130952"/>
                  </a:lnTo>
                  <a:lnTo>
                    <a:pt x="8720" y="243759"/>
                  </a:lnTo>
                  <a:lnTo>
                    <a:pt x="9575" y="320635"/>
                  </a:lnTo>
                  <a:lnTo>
                    <a:pt x="10431" y="329437"/>
                  </a:lnTo>
                  <a:lnTo>
                    <a:pt x="10490" y="3332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66473" y="2939002"/>
              <a:ext cx="21239" cy="323474"/>
            </a:xfrm>
            <a:custGeom>
              <a:avLst/>
              <a:pathLst>
                <a:path w="21239" h="323474">
                  <a:moveTo>
                    <a:pt x="0" y="323474"/>
                  </a:moveTo>
                  <a:lnTo>
                    <a:pt x="236" y="305800"/>
                  </a:lnTo>
                  <a:lnTo>
                    <a:pt x="1091" y="251739"/>
                  </a:lnTo>
                  <a:lnTo>
                    <a:pt x="1947" y="231661"/>
                  </a:lnTo>
                  <a:lnTo>
                    <a:pt x="2802" y="170047"/>
                  </a:lnTo>
                  <a:lnTo>
                    <a:pt x="3658" y="125086"/>
                  </a:lnTo>
                  <a:lnTo>
                    <a:pt x="4513" y="31465"/>
                  </a:lnTo>
                  <a:lnTo>
                    <a:pt x="5369" y="0"/>
                  </a:lnTo>
                  <a:lnTo>
                    <a:pt x="6225" y="27401"/>
                  </a:lnTo>
                  <a:lnTo>
                    <a:pt x="7080" y="79887"/>
                  </a:lnTo>
                  <a:lnTo>
                    <a:pt x="7936" y="120330"/>
                  </a:lnTo>
                  <a:lnTo>
                    <a:pt x="8791" y="109808"/>
                  </a:lnTo>
                  <a:lnTo>
                    <a:pt x="9647" y="143637"/>
                  </a:lnTo>
                  <a:lnTo>
                    <a:pt x="10502" y="168242"/>
                  </a:lnTo>
                  <a:lnTo>
                    <a:pt x="11358" y="168242"/>
                  </a:lnTo>
                  <a:lnTo>
                    <a:pt x="12213" y="168242"/>
                  </a:lnTo>
                  <a:lnTo>
                    <a:pt x="13069" y="168244"/>
                  </a:lnTo>
                  <a:lnTo>
                    <a:pt x="13924" y="208170"/>
                  </a:lnTo>
                  <a:lnTo>
                    <a:pt x="14780" y="214869"/>
                  </a:lnTo>
                  <a:lnTo>
                    <a:pt x="15635" y="195021"/>
                  </a:lnTo>
                  <a:lnTo>
                    <a:pt x="16491" y="185095"/>
                  </a:lnTo>
                  <a:lnTo>
                    <a:pt x="17346" y="172179"/>
                  </a:lnTo>
                  <a:lnTo>
                    <a:pt x="18202" y="205471"/>
                  </a:lnTo>
                  <a:lnTo>
                    <a:pt x="19057" y="224493"/>
                  </a:lnTo>
                  <a:lnTo>
                    <a:pt x="19913" y="270637"/>
                  </a:lnTo>
                  <a:lnTo>
                    <a:pt x="20768" y="284093"/>
                  </a:lnTo>
                  <a:lnTo>
                    <a:pt x="21239" y="3234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92906" y="2761549"/>
              <a:ext cx="36182" cy="500927"/>
            </a:xfrm>
            <a:custGeom>
              <a:avLst/>
              <a:pathLst>
                <a:path w="36182" h="500927">
                  <a:moveTo>
                    <a:pt x="0" y="500927"/>
                  </a:moveTo>
                  <a:lnTo>
                    <a:pt x="324" y="461338"/>
                  </a:lnTo>
                  <a:lnTo>
                    <a:pt x="1179" y="311374"/>
                  </a:lnTo>
                  <a:lnTo>
                    <a:pt x="2035" y="251998"/>
                  </a:lnTo>
                  <a:lnTo>
                    <a:pt x="2890" y="224100"/>
                  </a:lnTo>
                  <a:lnTo>
                    <a:pt x="3746" y="230323"/>
                  </a:lnTo>
                  <a:lnTo>
                    <a:pt x="4601" y="235885"/>
                  </a:lnTo>
                  <a:lnTo>
                    <a:pt x="5457" y="264784"/>
                  </a:lnTo>
                  <a:lnTo>
                    <a:pt x="6312" y="330411"/>
                  </a:lnTo>
                  <a:lnTo>
                    <a:pt x="7168" y="290653"/>
                  </a:lnTo>
                  <a:lnTo>
                    <a:pt x="8023" y="267298"/>
                  </a:lnTo>
                  <a:lnTo>
                    <a:pt x="8879" y="246408"/>
                  </a:lnTo>
                  <a:lnTo>
                    <a:pt x="9734" y="225795"/>
                  </a:lnTo>
                  <a:lnTo>
                    <a:pt x="10590" y="228588"/>
                  </a:lnTo>
                  <a:lnTo>
                    <a:pt x="11446" y="235736"/>
                  </a:lnTo>
                  <a:lnTo>
                    <a:pt x="12301" y="315004"/>
                  </a:lnTo>
                  <a:lnTo>
                    <a:pt x="13157" y="342174"/>
                  </a:lnTo>
                  <a:lnTo>
                    <a:pt x="14012" y="346049"/>
                  </a:lnTo>
                  <a:lnTo>
                    <a:pt x="14868" y="331785"/>
                  </a:lnTo>
                  <a:lnTo>
                    <a:pt x="15723" y="267267"/>
                  </a:lnTo>
                  <a:lnTo>
                    <a:pt x="16579" y="275881"/>
                  </a:lnTo>
                  <a:lnTo>
                    <a:pt x="17434" y="278352"/>
                  </a:lnTo>
                  <a:lnTo>
                    <a:pt x="18290" y="237554"/>
                  </a:lnTo>
                  <a:lnTo>
                    <a:pt x="19145" y="102484"/>
                  </a:lnTo>
                  <a:lnTo>
                    <a:pt x="20001" y="43622"/>
                  </a:lnTo>
                  <a:lnTo>
                    <a:pt x="20856" y="59765"/>
                  </a:lnTo>
                  <a:lnTo>
                    <a:pt x="21712" y="88942"/>
                  </a:lnTo>
                  <a:lnTo>
                    <a:pt x="22567" y="69792"/>
                  </a:lnTo>
                  <a:lnTo>
                    <a:pt x="23423" y="104038"/>
                  </a:lnTo>
                  <a:lnTo>
                    <a:pt x="24278" y="282921"/>
                  </a:lnTo>
                  <a:lnTo>
                    <a:pt x="25134" y="403839"/>
                  </a:lnTo>
                  <a:lnTo>
                    <a:pt x="25990" y="490234"/>
                  </a:lnTo>
                  <a:lnTo>
                    <a:pt x="26845" y="485013"/>
                  </a:lnTo>
                  <a:lnTo>
                    <a:pt x="27701" y="423605"/>
                  </a:lnTo>
                  <a:lnTo>
                    <a:pt x="28556" y="332664"/>
                  </a:lnTo>
                  <a:lnTo>
                    <a:pt x="29412" y="234373"/>
                  </a:lnTo>
                  <a:lnTo>
                    <a:pt x="30267" y="149967"/>
                  </a:lnTo>
                  <a:lnTo>
                    <a:pt x="31123" y="47155"/>
                  </a:lnTo>
                  <a:lnTo>
                    <a:pt x="31978" y="0"/>
                  </a:lnTo>
                  <a:lnTo>
                    <a:pt x="32834" y="92789"/>
                  </a:lnTo>
                  <a:lnTo>
                    <a:pt x="33689" y="207343"/>
                  </a:lnTo>
                  <a:lnTo>
                    <a:pt x="34545" y="318747"/>
                  </a:lnTo>
                  <a:lnTo>
                    <a:pt x="35400" y="408049"/>
                  </a:lnTo>
                  <a:lnTo>
                    <a:pt x="36182" y="5009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30798" y="2754150"/>
              <a:ext cx="91460" cy="508326"/>
            </a:xfrm>
            <a:custGeom>
              <a:avLst/>
              <a:pathLst>
                <a:path w="91460" h="508326">
                  <a:moveTo>
                    <a:pt x="0" y="508326"/>
                  </a:moveTo>
                  <a:lnTo>
                    <a:pt x="75" y="502248"/>
                  </a:lnTo>
                  <a:lnTo>
                    <a:pt x="931" y="459408"/>
                  </a:lnTo>
                  <a:lnTo>
                    <a:pt x="1786" y="408297"/>
                  </a:lnTo>
                  <a:lnTo>
                    <a:pt x="2642" y="354971"/>
                  </a:lnTo>
                  <a:lnTo>
                    <a:pt x="3497" y="237787"/>
                  </a:lnTo>
                  <a:lnTo>
                    <a:pt x="4353" y="127297"/>
                  </a:lnTo>
                  <a:lnTo>
                    <a:pt x="5208" y="173514"/>
                  </a:lnTo>
                  <a:lnTo>
                    <a:pt x="6064" y="220195"/>
                  </a:lnTo>
                  <a:lnTo>
                    <a:pt x="6920" y="202480"/>
                  </a:lnTo>
                  <a:lnTo>
                    <a:pt x="7775" y="157056"/>
                  </a:lnTo>
                  <a:lnTo>
                    <a:pt x="8631" y="162737"/>
                  </a:lnTo>
                  <a:lnTo>
                    <a:pt x="9486" y="205047"/>
                  </a:lnTo>
                  <a:lnTo>
                    <a:pt x="10342" y="170965"/>
                  </a:lnTo>
                  <a:lnTo>
                    <a:pt x="11197" y="83935"/>
                  </a:lnTo>
                  <a:lnTo>
                    <a:pt x="12053" y="0"/>
                  </a:lnTo>
                  <a:lnTo>
                    <a:pt x="12908" y="50814"/>
                  </a:lnTo>
                  <a:lnTo>
                    <a:pt x="13764" y="142741"/>
                  </a:lnTo>
                  <a:lnTo>
                    <a:pt x="14619" y="220057"/>
                  </a:lnTo>
                  <a:lnTo>
                    <a:pt x="15475" y="279680"/>
                  </a:lnTo>
                  <a:lnTo>
                    <a:pt x="16330" y="345810"/>
                  </a:lnTo>
                  <a:lnTo>
                    <a:pt x="17186" y="441647"/>
                  </a:lnTo>
                  <a:lnTo>
                    <a:pt x="18041" y="428522"/>
                  </a:lnTo>
                  <a:lnTo>
                    <a:pt x="18897" y="355409"/>
                  </a:lnTo>
                  <a:lnTo>
                    <a:pt x="19752" y="297759"/>
                  </a:lnTo>
                  <a:lnTo>
                    <a:pt x="20608" y="288145"/>
                  </a:lnTo>
                  <a:lnTo>
                    <a:pt x="21464" y="264713"/>
                  </a:lnTo>
                  <a:lnTo>
                    <a:pt x="22319" y="259250"/>
                  </a:lnTo>
                  <a:lnTo>
                    <a:pt x="23175" y="229294"/>
                  </a:lnTo>
                  <a:lnTo>
                    <a:pt x="24030" y="202655"/>
                  </a:lnTo>
                  <a:lnTo>
                    <a:pt x="24886" y="260273"/>
                  </a:lnTo>
                  <a:lnTo>
                    <a:pt x="25741" y="269886"/>
                  </a:lnTo>
                  <a:lnTo>
                    <a:pt x="26597" y="289986"/>
                  </a:lnTo>
                  <a:lnTo>
                    <a:pt x="27452" y="265347"/>
                  </a:lnTo>
                  <a:lnTo>
                    <a:pt x="28308" y="317446"/>
                  </a:lnTo>
                  <a:lnTo>
                    <a:pt x="29163" y="429780"/>
                  </a:lnTo>
                  <a:lnTo>
                    <a:pt x="30019" y="397356"/>
                  </a:lnTo>
                  <a:lnTo>
                    <a:pt x="30874" y="379831"/>
                  </a:lnTo>
                  <a:lnTo>
                    <a:pt x="31730" y="383164"/>
                  </a:lnTo>
                  <a:lnTo>
                    <a:pt x="32585" y="413266"/>
                  </a:lnTo>
                  <a:lnTo>
                    <a:pt x="33441" y="406363"/>
                  </a:lnTo>
                  <a:lnTo>
                    <a:pt x="34296" y="339978"/>
                  </a:lnTo>
                  <a:lnTo>
                    <a:pt x="35152" y="304314"/>
                  </a:lnTo>
                  <a:lnTo>
                    <a:pt x="36007" y="284900"/>
                  </a:lnTo>
                  <a:lnTo>
                    <a:pt x="36863" y="278399"/>
                  </a:lnTo>
                  <a:lnTo>
                    <a:pt x="37719" y="278400"/>
                  </a:lnTo>
                  <a:lnTo>
                    <a:pt x="38574" y="286576"/>
                  </a:lnTo>
                  <a:lnTo>
                    <a:pt x="39430" y="334272"/>
                  </a:lnTo>
                  <a:lnTo>
                    <a:pt x="40285" y="418440"/>
                  </a:lnTo>
                  <a:lnTo>
                    <a:pt x="41141" y="485685"/>
                  </a:lnTo>
                  <a:lnTo>
                    <a:pt x="41996" y="504909"/>
                  </a:lnTo>
                  <a:lnTo>
                    <a:pt x="42852" y="461750"/>
                  </a:lnTo>
                  <a:lnTo>
                    <a:pt x="43707" y="407444"/>
                  </a:lnTo>
                  <a:lnTo>
                    <a:pt x="44563" y="352665"/>
                  </a:lnTo>
                  <a:lnTo>
                    <a:pt x="45418" y="331662"/>
                  </a:lnTo>
                  <a:lnTo>
                    <a:pt x="46274" y="326866"/>
                  </a:lnTo>
                  <a:lnTo>
                    <a:pt x="47129" y="374933"/>
                  </a:lnTo>
                  <a:lnTo>
                    <a:pt x="47985" y="412943"/>
                  </a:lnTo>
                  <a:lnTo>
                    <a:pt x="48840" y="433236"/>
                  </a:lnTo>
                  <a:lnTo>
                    <a:pt x="49696" y="494804"/>
                  </a:lnTo>
                  <a:lnTo>
                    <a:pt x="50551" y="460248"/>
                  </a:lnTo>
                  <a:lnTo>
                    <a:pt x="51407" y="376236"/>
                  </a:lnTo>
                  <a:lnTo>
                    <a:pt x="52262" y="293218"/>
                  </a:lnTo>
                  <a:lnTo>
                    <a:pt x="53118" y="298369"/>
                  </a:lnTo>
                  <a:lnTo>
                    <a:pt x="53974" y="372960"/>
                  </a:lnTo>
                  <a:lnTo>
                    <a:pt x="54829" y="389339"/>
                  </a:lnTo>
                  <a:lnTo>
                    <a:pt x="55685" y="418568"/>
                  </a:lnTo>
                  <a:lnTo>
                    <a:pt x="56540" y="438214"/>
                  </a:lnTo>
                  <a:lnTo>
                    <a:pt x="57396" y="386743"/>
                  </a:lnTo>
                  <a:lnTo>
                    <a:pt x="58251" y="377603"/>
                  </a:lnTo>
                  <a:lnTo>
                    <a:pt x="59107" y="336931"/>
                  </a:lnTo>
                  <a:lnTo>
                    <a:pt x="59962" y="276801"/>
                  </a:lnTo>
                  <a:lnTo>
                    <a:pt x="60818" y="234252"/>
                  </a:lnTo>
                  <a:lnTo>
                    <a:pt x="61673" y="250349"/>
                  </a:lnTo>
                  <a:lnTo>
                    <a:pt x="62529" y="326715"/>
                  </a:lnTo>
                  <a:lnTo>
                    <a:pt x="63384" y="317723"/>
                  </a:lnTo>
                  <a:lnTo>
                    <a:pt x="64240" y="248969"/>
                  </a:lnTo>
                  <a:lnTo>
                    <a:pt x="65095" y="196056"/>
                  </a:lnTo>
                  <a:lnTo>
                    <a:pt x="65951" y="250551"/>
                  </a:lnTo>
                  <a:lnTo>
                    <a:pt x="66806" y="270578"/>
                  </a:lnTo>
                  <a:lnTo>
                    <a:pt x="67662" y="204714"/>
                  </a:lnTo>
                  <a:lnTo>
                    <a:pt x="68518" y="170266"/>
                  </a:lnTo>
                  <a:lnTo>
                    <a:pt x="69373" y="209220"/>
                  </a:lnTo>
                  <a:lnTo>
                    <a:pt x="70229" y="242794"/>
                  </a:lnTo>
                  <a:lnTo>
                    <a:pt x="71084" y="186228"/>
                  </a:lnTo>
                  <a:lnTo>
                    <a:pt x="71940" y="153112"/>
                  </a:lnTo>
                  <a:lnTo>
                    <a:pt x="72795" y="181245"/>
                  </a:lnTo>
                  <a:lnTo>
                    <a:pt x="73651" y="220395"/>
                  </a:lnTo>
                  <a:lnTo>
                    <a:pt x="74506" y="281140"/>
                  </a:lnTo>
                  <a:lnTo>
                    <a:pt x="75362" y="374674"/>
                  </a:lnTo>
                  <a:lnTo>
                    <a:pt x="76217" y="429470"/>
                  </a:lnTo>
                  <a:lnTo>
                    <a:pt x="77073" y="435722"/>
                  </a:lnTo>
                  <a:lnTo>
                    <a:pt x="77928" y="460579"/>
                  </a:lnTo>
                  <a:lnTo>
                    <a:pt x="78784" y="454517"/>
                  </a:lnTo>
                  <a:lnTo>
                    <a:pt x="79639" y="400465"/>
                  </a:lnTo>
                  <a:lnTo>
                    <a:pt x="80495" y="328344"/>
                  </a:lnTo>
                  <a:lnTo>
                    <a:pt x="81350" y="317337"/>
                  </a:lnTo>
                  <a:lnTo>
                    <a:pt x="82206" y="259373"/>
                  </a:lnTo>
                  <a:lnTo>
                    <a:pt x="83061" y="210607"/>
                  </a:lnTo>
                  <a:lnTo>
                    <a:pt x="83917" y="230101"/>
                  </a:lnTo>
                  <a:lnTo>
                    <a:pt x="84773" y="241439"/>
                  </a:lnTo>
                  <a:lnTo>
                    <a:pt x="85628" y="188067"/>
                  </a:lnTo>
                  <a:lnTo>
                    <a:pt x="86484" y="150826"/>
                  </a:lnTo>
                  <a:lnTo>
                    <a:pt x="87339" y="248957"/>
                  </a:lnTo>
                  <a:lnTo>
                    <a:pt x="88195" y="341329"/>
                  </a:lnTo>
                  <a:lnTo>
                    <a:pt x="89050" y="350323"/>
                  </a:lnTo>
                  <a:lnTo>
                    <a:pt x="89906" y="362188"/>
                  </a:lnTo>
                  <a:lnTo>
                    <a:pt x="90761" y="450446"/>
                  </a:lnTo>
                  <a:lnTo>
                    <a:pt x="91460" y="5083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27110" y="2966567"/>
              <a:ext cx="14951" cy="295909"/>
            </a:xfrm>
            <a:custGeom>
              <a:avLst/>
              <a:pathLst>
                <a:path w="14951" h="295909">
                  <a:moveTo>
                    <a:pt x="0" y="295909"/>
                  </a:moveTo>
                  <a:lnTo>
                    <a:pt x="437" y="280979"/>
                  </a:lnTo>
                  <a:lnTo>
                    <a:pt x="1293" y="200751"/>
                  </a:lnTo>
                  <a:lnTo>
                    <a:pt x="2148" y="165438"/>
                  </a:lnTo>
                  <a:lnTo>
                    <a:pt x="3004" y="144372"/>
                  </a:lnTo>
                  <a:lnTo>
                    <a:pt x="3860" y="88214"/>
                  </a:lnTo>
                  <a:lnTo>
                    <a:pt x="4715" y="23167"/>
                  </a:lnTo>
                  <a:lnTo>
                    <a:pt x="5571" y="0"/>
                  </a:lnTo>
                  <a:lnTo>
                    <a:pt x="6426" y="46832"/>
                  </a:lnTo>
                  <a:lnTo>
                    <a:pt x="7282" y="73325"/>
                  </a:lnTo>
                  <a:lnTo>
                    <a:pt x="8137" y="68918"/>
                  </a:lnTo>
                  <a:lnTo>
                    <a:pt x="8993" y="65373"/>
                  </a:lnTo>
                  <a:lnTo>
                    <a:pt x="9848" y="68373"/>
                  </a:lnTo>
                  <a:lnTo>
                    <a:pt x="10704" y="85413"/>
                  </a:lnTo>
                  <a:lnTo>
                    <a:pt x="11559" y="134152"/>
                  </a:lnTo>
                  <a:lnTo>
                    <a:pt x="12415" y="151678"/>
                  </a:lnTo>
                  <a:lnTo>
                    <a:pt x="13270" y="135476"/>
                  </a:lnTo>
                  <a:lnTo>
                    <a:pt x="14126" y="184212"/>
                  </a:lnTo>
                  <a:lnTo>
                    <a:pt x="14951" y="2959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43620" y="1061068"/>
              <a:ext cx="225076" cy="2201408"/>
            </a:xfrm>
            <a:custGeom>
              <a:avLst/>
              <a:pathLst>
                <a:path w="225076" h="2201408">
                  <a:moveTo>
                    <a:pt x="0" y="2201408"/>
                  </a:moveTo>
                  <a:lnTo>
                    <a:pt x="183" y="2181896"/>
                  </a:lnTo>
                  <a:lnTo>
                    <a:pt x="1038" y="2114675"/>
                  </a:lnTo>
                  <a:lnTo>
                    <a:pt x="1894" y="2128371"/>
                  </a:lnTo>
                  <a:lnTo>
                    <a:pt x="2749" y="2109810"/>
                  </a:lnTo>
                  <a:lnTo>
                    <a:pt x="3605" y="2007390"/>
                  </a:lnTo>
                  <a:lnTo>
                    <a:pt x="4460" y="1956679"/>
                  </a:lnTo>
                  <a:lnTo>
                    <a:pt x="5316" y="1981866"/>
                  </a:lnTo>
                  <a:lnTo>
                    <a:pt x="6171" y="2019869"/>
                  </a:lnTo>
                  <a:lnTo>
                    <a:pt x="7027" y="2003637"/>
                  </a:lnTo>
                  <a:lnTo>
                    <a:pt x="7882" y="2025166"/>
                  </a:lnTo>
                  <a:lnTo>
                    <a:pt x="8738" y="2051469"/>
                  </a:lnTo>
                  <a:lnTo>
                    <a:pt x="9594" y="2052978"/>
                  </a:lnTo>
                  <a:lnTo>
                    <a:pt x="10449" y="2070165"/>
                  </a:lnTo>
                  <a:lnTo>
                    <a:pt x="11305" y="2081859"/>
                  </a:lnTo>
                  <a:lnTo>
                    <a:pt x="12160" y="2116683"/>
                  </a:lnTo>
                  <a:lnTo>
                    <a:pt x="13016" y="2124700"/>
                  </a:lnTo>
                  <a:lnTo>
                    <a:pt x="13871" y="2138199"/>
                  </a:lnTo>
                  <a:lnTo>
                    <a:pt x="14727" y="2060655"/>
                  </a:lnTo>
                  <a:lnTo>
                    <a:pt x="15582" y="1992775"/>
                  </a:lnTo>
                  <a:lnTo>
                    <a:pt x="16438" y="1873607"/>
                  </a:lnTo>
                  <a:lnTo>
                    <a:pt x="17293" y="1724117"/>
                  </a:lnTo>
                  <a:lnTo>
                    <a:pt x="18149" y="1617608"/>
                  </a:lnTo>
                  <a:lnTo>
                    <a:pt x="19004" y="1549912"/>
                  </a:lnTo>
                  <a:lnTo>
                    <a:pt x="19860" y="1565551"/>
                  </a:lnTo>
                  <a:lnTo>
                    <a:pt x="20715" y="1631275"/>
                  </a:lnTo>
                  <a:lnTo>
                    <a:pt x="21571" y="1692690"/>
                  </a:lnTo>
                  <a:lnTo>
                    <a:pt x="22426" y="1755326"/>
                  </a:lnTo>
                  <a:lnTo>
                    <a:pt x="23282" y="1830124"/>
                  </a:lnTo>
                  <a:lnTo>
                    <a:pt x="24137" y="1880728"/>
                  </a:lnTo>
                  <a:lnTo>
                    <a:pt x="24993" y="1829009"/>
                  </a:lnTo>
                  <a:lnTo>
                    <a:pt x="25849" y="1695573"/>
                  </a:lnTo>
                  <a:lnTo>
                    <a:pt x="26704" y="1680090"/>
                  </a:lnTo>
                  <a:lnTo>
                    <a:pt x="27560" y="1680277"/>
                  </a:lnTo>
                  <a:lnTo>
                    <a:pt x="28415" y="1647551"/>
                  </a:lnTo>
                  <a:lnTo>
                    <a:pt x="29271" y="1665953"/>
                  </a:lnTo>
                  <a:lnTo>
                    <a:pt x="30126" y="1747288"/>
                  </a:lnTo>
                  <a:lnTo>
                    <a:pt x="30982" y="1755970"/>
                  </a:lnTo>
                  <a:lnTo>
                    <a:pt x="31837" y="1736102"/>
                  </a:lnTo>
                  <a:lnTo>
                    <a:pt x="32693" y="1785615"/>
                  </a:lnTo>
                  <a:lnTo>
                    <a:pt x="33548" y="1778807"/>
                  </a:lnTo>
                  <a:lnTo>
                    <a:pt x="34404" y="1681843"/>
                  </a:lnTo>
                  <a:lnTo>
                    <a:pt x="35259" y="1596160"/>
                  </a:lnTo>
                  <a:lnTo>
                    <a:pt x="36115" y="1598578"/>
                  </a:lnTo>
                  <a:lnTo>
                    <a:pt x="36970" y="1559357"/>
                  </a:lnTo>
                  <a:lnTo>
                    <a:pt x="37826" y="1438866"/>
                  </a:lnTo>
                  <a:lnTo>
                    <a:pt x="38681" y="1431857"/>
                  </a:lnTo>
                  <a:lnTo>
                    <a:pt x="39537" y="1422505"/>
                  </a:lnTo>
                  <a:lnTo>
                    <a:pt x="40392" y="1438113"/>
                  </a:lnTo>
                  <a:lnTo>
                    <a:pt x="41248" y="1480136"/>
                  </a:lnTo>
                  <a:lnTo>
                    <a:pt x="42104" y="1495535"/>
                  </a:lnTo>
                  <a:lnTo>
                    <a:pt x="42959" y="1572367"/>
                  </a:lnTo>
                  <a:lnTo>
                    <a:pt x="43815" y="1626655"/>
                  </a:lnTo>
                  <a:lnTo>
                    <a:pt x="44670" y="1694289"/>
                  </a:lnTo>
                  <a:lnTo>
                    <a:pt x="45526" y="1671175"/>
                  </a:lnTo>
                  <a:lnTo>
                    <a:pt x="46381" y="1495551"/>
                  </a:lnTo>
                  <a:lnTo>
                    <a:pt x="47237" y="1308980"/>
                  </a:lnTo>
                  <a:lnTo>
                    <a:pt x="48092" y="1078209"/>
                  </a:lnTo>
                  <a:lnTo>
                    <a:pt x="48948" y="812333"/>
                  </a:lnTo>
                  <a:lnTo>
                    <a:pt x="49803" y="608344"/>
                  </a:lnTo>
                  <a:lnTo>
                    <a:pt x="50659" y="489643"/>
                  </a:lnTo>
                  <a:lnTo>
                    <a:pt x="51514" y="482528"/>
                  </a:lnTo>
                  <a:lnTo>
                    <a:pt x="52370" y="499753"/>
                  </a:lnTo>
                  <a:lnTo>
                    <a:pt x="53225" y="492694"/>
                  </a:lnTo>
                  <a:lnTo>
                    <a:pt x="54081" y="458666"/>
                  </a:lnTo>
                  <a:lnTo>
                    <a:pt x="54936" y="369767"/>
                  </a:lnTo>
                  <a:lnTo>
                    <a:pt x="55792" y="269838"/>
                  </a:lnTo>
                  <a:lnTo>
                    <a:pt x="56648" y="174009"/>
                  </a:lnTo>
                  <a:lnTo>
                    <a:pt x="57503" y="132596"/>
                  </a:lnTo>
                  <a:lnTo>
                    <a:pt x="58359" y="220642"/>
                  </a:lnTo>
                  <a:lnTo>
                    <a:pt x="59214" y="242002"/>
                  </a:lnTo>
                  <a:lnTo>
                    <a:pt x="60070" y="211706"/>
                  </a:lnTo>
                  <a:lnTo>
                    <a:pt x="60925" y="237921"/>
                  </a:lnTo>
                  <a:lnTo>
                    <a:pt x="61781" y="429565"/>
                  </a:lnTo>
                  <a:lnTo>
                    <a:pt x="62636" y="554613"/>
                  </a:lnTo>
                  <a:lnTo>
                    <a:pt x="63492" y="491316"/>
                  </a:lnTo>
                  <a:lnTo>
                    <a:pt x="64347" y="487334"/>
                  </a:lnTo>
                  <a:lnTo>
                    <a:pt x="65203" y="617212"/>
                  </a:lnTo>
                  <a:lnTo>
                    <a:pt x="66058" y="751320"/>
                  </a:lnTo>
                  <a:lnTo>
                    <a:pt x="66914" y="759048"/>
                  </a:lnTo>
                  <a:lnTo>
                    <a:pt x="67769" y="746099"/>
                  </a:lnTo>
                  <a:lnTo>
                    <a:pt x="68625" y="779514"/>
                  </a:lnTo>
                  <a:lnTo>
                    <a:pt x="69480" y="756704"/>
                  </a:lnTo>
                  <a:lnTo>
                    <a:pt x="70336" y="560856"/>
                  </a:lnTo>
                  <a:lnTo>
                    <a:pt x="71191" y="348383"/>
                  </a:lnTo>
                  <a:lnTo>
                    <a:pt x="72047" y="153059"/>
                  </a:lnTo>
                  <a:lnTo>
                    <a:pt x="72903" y="30952"/>
                  </a:lnTo>
                  <a:lnTo>
                    <a:pt x="73758" y="0"/>
                  </a:lnTo>
                  <a:lnTo>
                    <a:pt x="74614" y="31848"/>
                  </a:lnTo>
                  <a:lnTo>
                    <a:pt x="75469" y="160435"/>
                  </a:lnTo>
                  <a:lnTo>
                    <a:pt x="76325" y="211226"/>
                  </a:lnTo>
                  <a:lnTo>
                    <a:pt x="77180" y="214406"/>
                  </a:lnTo>
                  <a:lnTo>
                    <a:pt x="78036" y="229987"/>
                  </a:lnTo>
                  <a:lnTo>
                    <a:pt x="78891" y="286627"/>
                  </a:lnTo>
                  <a:lnTo>
                    <a:pt x="79747" y="369401"/>
                  </a:lnTo>
                  <a:lnTo>
                    <a:pt x="80602" y="434085"/>
                  </a:lnTo>
                  <a:lnTo>
                    <a:pt x="81458" y="694317"/>
                  </a:lnTo>
                  <a:lnTo>
                    <a:pt x="82313" y="1048122"/>
                  </a:lnTo>
                  <a:lnTo>
                    <a:pt x="83169" y="1356475"/>
                  </a:lnTo>
                  <a:lnTo>
                    <a:pt x="84024" y="1528241"/>
                  </a:lnTo>
                  <a:lnTo>
                    <a:pt x="84880" y="1624178"/>
                  </a:lnTo>
                  <a:lnTo>
                    <a:pt x="85735" y="1695500"/>
                  </a:lnTo>
                  <a:lnTo>
                    <a:pt x="86591" y="1716164"/>
                  </a:lnTo>
                  <a:lnTo>
                    <a:pt x="87446" y="1643383"/>
                  </a:lnTo>
                  <a:lnTo>
                    <a:pt x="88302" y="1599734"/>
                  </a:lnTo>
                  <a:lnTo>
                    <a:pt x="89158" y="1527803"/>
                  </a:lnTo>
                  <a:lnTo>
                    <a:pt x="90013" y="1496890"/>
                  </a:lnTo>
                  <a:lnTo>
                    <a:pt x="90869" y="1545798"/>
                  </a:lnTo>
                  <a:lnTo>
                    <a:pt x="91724" y="1516561"/>
                  </a:lnTo>
                  <a:lnTo>
                    <a:pt x="92580" y="1456102"/>
                  </a:lnTo>
                  <a:lnTo>
                    <a:pt x="93435" y="1318942"/>
                  </a:lnTo>
                  <a:lnTo>
                    <a:pt x="94291" y="1362026"/>
                  </a:lnTo>
                  <a:lnTo>
                    <a:pt x="95146" y="1465013"/>
                  </a:lnTo>
                  <a:lnTo>
                    <a:pt x="96002" y="1532731"/>
                  </a:lnTo>
                  <a:lnTo>
                    <a:pt x="96857" y="1624116"/>
                  </a:lnTo>
                  <a:lnTo>
                    <a:pt x="97713" y="1753716"/>
                  </a:lnTo>
                  <a:lnTo>
                    <a:pt x="98568" y="1960517"/>
                  </a:lnTo>
                  <a:lnTo>
                    <a:pt x="99424" y="2052394"/>
                  </a:lnTo>
                  <a:lnTo>
                    <a:pt x="100279" y="2082812"/>
                  </a:lnTo>
                  <a:lnTo>
                    <a:pt x="101135" y="1988277"/>
                  </a:lnTo>
                  <a:lnTo>
                    <a:pt x="101990" y="1820414"/>
                  </a:lnTo>
                  <a:lnTo>
                    <a:pt x="102846" y="1773832"/>
                  </a:lnTo>
                  <a:lnTo>
                    <a:pt x="103702" y="1760955"/>
                  </a:lnTo>
                  <a:lnTo>
                    <a:pt x="104557" y="1724552"/>
                  </a:lnTo>
                  <a:lnTo>
                    <a:pt x="105413" y="1711153"/>
                  </a:lnTo>
                  <a:lnTo>
                    <a:pt x="106268" y="1841956"/>
                  </a:lnTo>
                  <a:lnTo>
                    <a:pt x="107124" y="1957655"/>
                  </a:lnTo>
                  <a:lnTo>
                    <a:pt x="107979" y="1920221"/>
                  </a:lnTo>
                  <a:lnTo>
                    <a:pt x="108835" y="1753912"/>
                  </a:lnTo>
                  <a:lnTo>
                    <a:pt x="109690" y="1726264"/>
                  </a:lnTo>
                  <a:lnTo>
                    <a:pt x="110546" y="1755917"/>
                  </a:lnTo>
                  <a:lnTo>
                    <a:pt x="111401" y="1771222"/>
                  </a:lnTo>
                  <a:lnTo>
                    <a:pt x="112257" y="1828108"/>
                  </a:lnTo>
                  <a:lnTo>
                    <a:pt x="113112" y="1915765"/>
                  </a:lnTo>
                  <a:lnTo>
                    <a:pt x="113968" y="2055612"/>
                  </a:lnTo>
                  <a:lnTo>
                    <a:pt x="114823" y="2072438"/>
                  </a:lnTo>
                  <a:lnTo>
                    <a:pt x="115679" y="2059137"/>
                  </a:lnTo>
                  <a:lnTo>
                    <a:pt x="116534" y="2012412"/>
                  </a:lnTo>
                  <a:lnTo>
                    <a:pt x="117390" y="1831844"/>
                  </a:lnTo>
                  <a:lnTo>
                    <a:pt x="118245" y="1629855"/>
                  </a:lnTo>
                  <a:lnTo>
                    <a:pt x="119101" y="1503386"/>
                  </a:lnTo>
                  <a:lnTo>
                    <a:pt x="119957" y="1425239"/>
                  </a:lnTo>
                  <a:lnTo>
                    <a:pt x="120812" y="1315446"/>
                  </a:lnTo>
                  <a:lnTo>
                    <a:pt x="121668" y="1205923"/>
                  </a:lnTo>
                  <a:lnTo>
                    <a:pt x="122523" y="1273295"/>
                  </a:lnTo>
                  <a:lnTo>
                    <a:pt x="123379" y="1445650"/>
                  </a:lnTo>
                  <a:lnTo>
                    <a:pt x="124234" y="1582281"/>
                  </a:lnTo>
                  <a:lnTo>
                    <a:pt x="125090" y="1664216"/>
                  </a:lnTo>
                  <a:lnTo>
                    <a:pt x="125945" y="1701363"/>
                  </a:lnTo>
                  <a:lnTo>
                    <a:pt x="126801" y="1747824"/>
                  </a:lnTo>
                  <a:lnTo>
                    <a:pt x="127656" y="1693507"/>
                  </a:lnTo>
                  <a:lnTo>
                    <a:pt x="128512" y="1584888"/>
                  </a:lnTo>
                  <a:lnTo>
                    <a:pt x="129367" y="1521216"/>
                  </a:lnTo>
                  <a:lnTo>
                    <a:pt x="130223" y="1518506"/>
                  </a:lnTo>
                  <a:lnTo>
                    <a:pt x="131078" y="1515102"/>
                  </a:lnTo>
                  <a:lnTo>
                    <a:pt x="131934" y="1494927"/>
                  </a:lnTo>
                  <a:lnTo>
                    <a:pt x="132789" y="1554522"/>
                  </a:lnTo>
                  <a:lnTo>
                    <a:pt x="133645" y="1669593"/>
                  </a:lnTo>
                  <a:lnTo>
                    <a:pt x="134500" y="1691905"/>
                  </a:lnTo>
                  <a:lnTo>
                    <a:pt x="135356" y="1645553"/>
                  </a:lnTo>
                  <a:lnTo>
                    <a:pt x="136212" y="1676856"/>
                  </a:lnTo>
                  <a:lnTo>
                    <a:pt x="137067" y="1768736"/>
                  </a:lnTo>
                  <a:lnTo>
                    <a:pt x="137923" y="1835953"/>
                  </a:lnTo>
                  <a:lnTo>
                    <a:pt x="138778" y="1816489"/>
                  </a:lnTo>
                  <a:lnTo>
                    <a:pt x="139634" y="1817067"/>
                  </a:lnTo>
                  <a:lnTo>
                    <a:pt x="140489" y="1885004"/>
                  </a:lnTo>
                  <a:lnTo>
                    <a:pt x="141345" y="1924577"/>
                  </a:lnTo>
                  <a:lnTo>
                    <a:pt x="142200" y="1868686"/>
                  </a:lnTo>
                  <a:lnTo>
                    <a:pt x="143056" y="1809318"/>
                  </a:lnTo>
                  <a:lnTo>
                    <a:pt x="143911" y="1835675"/>
                  </a:lnTo>
                  <a:lnTo>
                    <a:pt x="144767" y="1893395"/>
                  </a:lnTo>
                  <a:lnTo>
                    <a:pt x="145622" y="1917959"/>
                  </a:lnTo>
                  <a:lnTo>
                    <a:pt x="146478" y="1936435"/>
                  </a:lnTo>
                  <a:lnTo>
                    <a:pt x="147333" y="2030407"/>
                  </a:lnTo>
                  <a:lnTo>
                    <a:pt x="148189" y="2045347"/>
                  </a:lnTo>
                  <a:lnTo>
                    <a:pt x="149044" y="1909444"/>
                  </a:lnTo>
                  <a:lnTo>
                    <a:pt x="149900" y="1755033"/>
                  </a:lnTo>
                  <a:lnTo>
                    <a:pt x="150756" y="1626147"/>
                  </a:lnTo>
                  <a:lnTo>
                    <a:pt x="151611" y="1564378"/>
                  </a:lnTo>
                  <a:lnTo>
                    <a:pt x="152467" y="1418930"/>
                  </a:lnTo>
                  <a:lnTo>
                    <a:pt x="153322" y="1336365"/>
                  </a:lnTo>
                  <a:lnTo>
                    <a:pt x="154178" y="1371214"/>
                  </a:lnTo>
                  <a:lnTo>
                    <a:pt x="155033" y="1485105"/>
                  </a:lnTo>
                  <a:lnTo>
                    <a:pt x="155889" y="1586658"/>
                  </a:lnTo>
                  <a:lnTo>
                    <a:pt x="156744" y="1593639"/>
                  </a:lnTo>
                  <a:lnTo>
                    <a:pt x="157600" y="1736218"/>
                  </a:lnTo>
                  <a:lnTo>
                    <a:pt x="158455" y="1880586"/>
                  </a:lnTo>
                  <a:lnTo>
                    <a:pt x="159311" y="1948229"/>
                  </a:lnTo>
                  <a:lnTo>
                    <a:pt x="160166" y="1974410"/>
                  </a:lnTo>
                  <a:lnTo>
                    <a:pt x="161022" y="2001743"/>
                  </a:lnTo>
                  <a:lnTo>
                    <a:pt x="161877" y="2011580"/>
                  </a:lnTo>
                  <a:lnTo>
                    <a:pt x="162733" y="1975111"/>
                  </a:lnTo>
                  <a:lnTo>
                    <a:pt x="163588" y="2039116"/>
                  </a:lnTo>
                  <a:lnTo>
                    <a:pt x="164444" y="2110500"/>
                  </a:lnTo>
                  <a:lnTo>
                    <a:pt x="165299" y="2060723"/>
                  </a:lnTo>
                  <a:lnTo>
                    <a:pt x="166155" y="2013589"/>
                  </a:lnTo>
                  <a:lnTo>
                    <a:pt x="167011" y="2002362"/>
                  </a:lnTo>
                  <a:lnTo>
                    <a:pt x="167866" y="2024084"/>
                  </a:lnTo>
                  <a:lnTo>
                    <a:pt x="168722" y="1983398"/>
                  </a:lnTo>
                  <a:lnTo>
                    <a:pt x="169577" y="1961555"/>
                  </a:lnTo>
                  <a:lnTo>
                    <a:pt x="170433" y="1970849"/>
                  </a:lnTo>
                  <a:lnTo>
                    <a:pt x="171288" y="1943412"/>
                  </a:lnTo>
                  <a:lnTo>
                    <a:pt x="172144" y="1921888"/>
                  </a:lnTo>
                  <a:lnTo>
                    <a:pt x="172999" y="1819009"/>
                  </a:lnTo>
                  <a:lnTo>
                    <a:pt x="173855" y="1719296"/>
                  </a:lnTo>
                  <a:lnTo>
                    <a:pt x="174710" y="1653542"/>
                  </a:lnTo>
                  <a:lnTo>
                    <a:pt x="175566" y="1647216"/>
                  </a:lnTo>
                  <a:lnTo>
                    <a:pt x="176421" y="1695552"/>
                  </a:lnTo>
                  <a:lnTo>
                    <a:pt x="177277" y="1773254"/>
                  </a:lnTo>
                  <a:lnTo>
                    <a:pt x="178132" y="1893750"/>
                  </a:lnTo>
                  <a:lnTo>
                    <a:pt x="178988" y="1993463"/>
                  </a:lnTo>
                  <a:lnTo>
                    <a:pt x="179843" y="2059382"/>
                  </a:lnTo>
                  <a:lnTo>
                    <a:pt x="180699" y="2120532"/>
                  </a:lnTo>
                  <a:lnTo>
                    <a:pt x="181554" y="2144319"/>
                  </a:lnTo>
                  <a:lnTo>
                    <a:pt x="182410" y="2090610"/>
                  </a:lnTo>
                  <a:lnTo>
                    <a:pt x="183266" y="2061708"/>
                  </a:lnTo>
                  <a:lnTo>
                    <a:pt x="184121" y="2061708"/>
                  </a:lnTo>
                  <a:lnTo>
                    <a:pt x="184977" y="2040312"/>
                  </a:lnTo>
                  <a:lnTo>
                    <a:pt x="185832" y="1955821"/>
                  </a:lnTo>
                  <a:lnTo>
                    <a:pt x="186688" y="1846387"/>
                  </a:lnTo>
                  <a:lnTo>
                    <a:pt x="187543" y="1844270"/>
                  </a:lnTo>
                  <a:lnTo>
                    <a:pt x="188399" y="1847678"/>
                  </a:lnTo>
                  <a:lnTo>
                    <a:pt x="189254" y="1791517"/>
                  </a:lnTo>
                  <a:lnTo>
                    <a:pt x="190110" y="1775445"/>
                  </a:lnTo>
                  <a:lnTo>
                    <a:pt x="190965" y="1813085"/>
                  </a:lnTo>
                  <a:lnTo>
                    <a:pt x="191821" y="1885266"/>
                  </a:lnTo>
                  <a:lnTo>
                    <a:pt x="192676" y="1850817"/>
                  </a:lnTo>
                  <a:lnTo>
                    <a:pt x="193532" y="1776549"/>
                  </a:lnTo>
                  <a:lnTo>
                    <a:pt x="194387" y="1816982"/>
                  </a:lnTo>
                  <a:lnTo>
                    <a:pt x="195243" y="1854448"/>
                  </a:lnTo>
                  <a:lnTo>
                    <a:pt x="196098" y="1901304"/>
                  </a:lnTo>
                  <a:lnTo>
                    <a:pt x="196954" y="1940999"/>
                  </a:lnTo>
                  <a:lnTo>
                    <a:pt x="197809" y="2039668"/>
                  </a:lnTo>
                  <a:lnTo>
                    <a:pt x="198665" y="2114188"/>
                  </a:lnTo>
                  <a:lnTo>
                    <a:pt x="199521" y="2077195"/>
                  </a:lnTo>
                  <a:lnTo>
                    <a:pt x="200376" y="1998292"/>
                  </a:lnTo>
                  <a:lnTo>
                    <a:pt x="201232" y="1983866"/>
                  </a:lnTo>
                  <a:lnTo>
                    <a:pt x="202087" y="1986287"/>
                  </a:lnTo>
                  <a:lnTo>
                    <a:pt x="202943" y="1977893"/>
                  </a:lnTo>
                  <a:lnTo>
                    <a:pt x="203798" y="2003135"/>
                  </a:lnTo>
                  <a:lnTo>
                    <a:pt x="204654" y="2055854"/>
                  </a:lnTo>
                  <a:lnTo>
                    <a:pt x="205509" y="2134757"/>
                  </a:lnTo>
                  <a:lnTo>
                    <a:pt x="206365" y="2149183"/>
                  </a:lnTo>
                  <a:lnTo>
                    <a:pt x="207220" y="2146764"/>
                  </a:lnTo>
                  <a:lnTo>
                    <a:pt x="208076" y="2146764"/>
                  </a:lnTo>
                  <a:lnTo>
                    <a:pt x="208931" y="2146764"/>
                  </a:lnTo>
                  <a:lnTo>
                    <a:pt x="209787" y="2146764"/>
                  </a:lnTo>
                  <a:lnTo>
                    <a:pt x="210642" y="2146764"/>
                  </a:lnTo>
                  <a:lnTo>
                    <a:pt x="211498" y="2146764"/>
                  </a:lnTo>
                  <a:lnTo>
                    <a:pt x="212353" y="2146764"/>
                  </a:lnTo>
                  <a:lnTo>
                    <a:pt x="213209" y="2146764"/>
                  </a:lnTo>
                  <a:lnTo>
                    <a:pt x="214065" y="2146764"/>
                  </a:lnTo>
                  <a:lnTo>
                    <a:pt x="214920" y="2146764"/>
                  </a:lnTo>
                  <a:lnTo>
                    <a:pt x="215776" y="2146764"/>
                  </a:lnTo>
                  <a:lnTo>
                    <a:pt x="216631" y="2146764"/>
                  </a:lnTo>
                  <a:lnTo>
                    <a:pt x="217487" y="2146764"/>
                  </a:lnTo>
                  <a:lnTo>
                    <a:pt x="218342" y="2137257"/>
                  </a:lnTo>
                  <a:lnTo>
                    <a:pt x="219198" y="2081080"/>
                  </a:lnTo>
                  <a:lnTo>
                    <a:pt x="220053" y="2061458"/>
                  </a:lnTo>
                  <a:lnTo>
                    <a:pt x="220909" y="2061458"/>
                  </a:lnTo>
                  <a:lnTo>
                    <a:pt x="221764" y="2061459"/>
                  </a:lnTo>
                  <a:lnTo>
                    <a:pt x="222620" y="2093383"/>
                  </a:lnTo>
                  <a:lnTo>
                    <a:pt x="223475" y="2128131"/>
                  </a:lnTo>
                  <a:lnTo>
                    <a:pt x="224331" y="2184308"/>
                  </a:lnTo>
                  <a:lnTo>
                    <a:pt x="225076" y="22014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70586" y="3207833"/>
              <a:ext cx="9337" cy="54644"/>
            </a:xfrm>
            <a:custGeom>
              <a:avLst/>
              <a:pathLst>
                <a:path w="9337" h="54644">
                  <a:moveTo>
                    <a:pt x="0" y="54644"/>
                  </a:moveTo>
                  <a:lnTo>
                    <a:pt x="787" y="25244"/>
                  </a:lnTo>
                  <a:lnTo>
                    <a:pt x="1643" y="0"/>
                  </a:lnTo>
                  <a:lnTo>
                    <a:pt x="2498" y="0"/>
                  </a:lnTo>
                  <a:lnTo>
                    <a:pt x="3354" y="0"/>
                  </a:lnTo>
                  <a:lnTo>
                    <a:pt x="4209" y="0"/>
                  </a:lnTo>
                  <a:lnTo>
                    <a:pt x="5065" y="0"/>
                  </a:lnTo>
                  <a:lnTo>
                    <a:pt x="5921" y="0"/>
                  </a:lnTo>
                  <a:lnTo>
                    <a:pt x="6776" y="0"/>
                  </a:lnTo>
                  <a:lnTo>
                    <a:pt x="7632" y="5310"/>
                  </a:lnTo>
                  <a:lnTo>
                    <a:pt x="8487" y="38706"/>
                  </a:lnTo>
                  <a:lnTo>
                    <a:pt x="9337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82513" y="2960786"/>
              <a:ext cx="26723" cy="301691"/>
            </a:xfrm>
            <a:custGeom>
              <a:avLst/>
              <a:pathLst>
                <a:path w="26723" h="301691">
                  <a:moveTo>
                    <a:pt x="0" y="301691"/>
                  </a:moveTo>
                  <a:lnTo>
                    <a:pt x="837" y="296489"/>
                  </a:lnTo>
                  <a:lnTo>
                    <a:pt x="1693" y="263092"/>
                  </a:lnTo>
                  <a:lnTo>
                    <a:pt x="2548" y="247047"/>
                  </a:lnTo>
                  <a:lnTo>
                    <a:pt x="3404" y="247047"/>
                  </a:lnTo>
                  <a:lnTo>
                    <a:pt x="4260" y="247047"/>
                  </a:lnTo>
                  <a:lnTo>
                    <a:pt x="5115" y="247047"/>
                  </a:lnTo>
                  <a:lnTo>
                    <a:pt x="5971" y="240228"/>
                  </a:lnTo>
                  <a:lnTo>
                    <a:pt x="6826" y="197080"/>
                  </a:lnTo>
                  <a:lnTo>
                    <a:pt x="7682" y="145518"/>
                  </a:lnTo>
                  <a:lnTo>
                    <a:pt x="8537" y="142730"/>
                  </a:lnTo>
                  <a:lnTo>
                    <a:pt x="9393" y="142731"/>
                  </a:lnTo>
                  <a:lnTo>
                    <a:pt x="10248" y="127680"/>
                  </a:lnTo>
                  <a:lnTo>
                    <a:pt x="11104" y="87275"/>
                  </a:lnTo>
                  <a:lnTo>
                    <a:pt x="11959" y="104926"/>
                  </a:lnTo>
                  <a:lnTo>
                    <a:pt x="12815" y="153157"/>
                  </a:lnTo>
                  <a:lnTo>
                    <a:pt x="13670" y="125840"/>
                  </a:lnTo>
                  <a:lnTo>
                    <a:pt x="14526" y="93877"/>
                  </a:lnTo>
                  <a:lnTo>
                    <a:pt x="15381" y="109724"/>
                  </a:lnTo>
                  <a:lnTo>
                    <a:pt x="16237" y="175905"/>
                  </a:lnTo>
                  <a:lnTo>
                    <a:pt x="17092" y="146612"/>
                  </a:lnTo>
                  <a:lnTo>
                    <a:pt x="17948" y="130943"/>
                  </a:lnTo>
                  <a:lnTo>
                    <a:pt x="18803" y="140098"/>
                  </a:lnTo>
                  <a:lnTo>
                    <a:pt x="19659" y="94182"/>
                  </a:lnTo>
                  <a:lnTo>
                    <a:pt x="20515" y="33633"/>
                  </a:lnTo>
                  <a:lnTo>
                    <a:pt x="21370" y="11666"/>
                  </a:lnTo>
                  <a:lnTo>
                    <a:pt x="22226" y="29064"/>
                  </a:lnTo>
                  <a:lnTo>
                    <a:pt x="23081" y="0"/>
                  </a:lnTo>
                  <a:lnTo>
                    <a:pt x="23937" y="20949"/>
                  </a:lnTo>
                  <a:lnTo>
                    <a:pt x="24792" y="98828"/>
                  </a:lnTo>
                  <a:lnTo>
                    <a:pt x="25648" y="153416"/>
                  </a:lnTo>
                  <a:lnTo>
                    <a:pt x="26503" y="257058"/>
                  </a:lnTo>
                  <a:lnTo>
                    <a:pt x="26723" y="3016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14402" y="2681319"/>
              <a:ext cx="55761" cy="581157"/>
            </a:xfrm>
            <a:custGeom>
              <a:avLst/>
              <a:pathLst>
                <a:path w="55761" h="581157">
                  <a:moveTo>
                    <a:pt x="0" y="581157"/>
                  </a:moveTo>
                  <a:lnTo>
                    <a:pt x="603" y="492623"/>
                  </a:lnTo>
                  <a:lnTo>
                    <a:pt x="1458" y="460301"/>
                  </a:lnTo>
                  <a:lnTo>
                    <a:pt x="2314" y="439672"/>
                  </a:lnTo>
                  <a:lnTo>
                    <a:pt x="3169" y="454340"/>
                  </a:lnTo>
                  <a:lnTo>
                    <a:pt x="4025" y="450456"/>
                  </a:lnTo>
                  <a:lnTo>
                    <a:pt x="4880" y="448304"/>
                  </a:lnTo>
                  <a:lnTo>
                    <a:pt x="5736" y="422162"/>
                  </a:lnTo>
                  <a:lnTo>
                    <a:pt x="6591" y="401013"/>
                  </a:lnTo>
                  <a:lnTo>
                    <a:pt x="7447" y="400871"/>
                  </a:lnTo>
                  <a:lnTo>
                    <a:pt x="8302" y="471074"/>
                  </a:lnTo>
                  <a:lnTo>
                    <a:pt x="9158" y="493713"/>
                  </a:lnTo>
                  <a:lnTo>
                    <a:pt x="10013" y="437832"/>
                  </a:lnTo>
                  <a:lnTo>
                    <a:pt x="10869" y="391124"/>
                  </a:lnTo>
                  <a:lnTo>
                    <a:pt x="11724" y="333743"/>
                  </a:lnTo>
                  <a:lnTo>
                    <a:pt x="12580" y="230181"/>
                  </a:lnTo>
                  <a:lnTo>
                    <a:pt x="13435" y="78164"/>
                  </a:lnTo>
                  <a:lnTo>
                    <a:pt x="14291" y="29136"/>
                  </a:lnTo>
                  <a:lnTo>
                    <a:pt x="15146" y="72517"/>
                  </a:lnTo>
                  <a:lnTo>
                    <a:pt x="16002" y="98795"/>
                  </a:lnTo>
                  <a:lnTo>
                    <a:pt x="16858" y="96132"/>
                  </a:lnTo>
                  <a:lnTo>
                    <a:pt x="17713" y="133596"/>
                  </a:lnTo>
                  <a:lnTo>
                    <a:pt x="18569" y="200022"/>
                  </a:lnTo>
                  <a:lnTo>
                    <a:pt x="19424" y="213938"/>
                  </a:lnTo>
                  <a:lnTo>
                    <a:pt x="20280" y="191864"/>
                  </a:lnTo>
                  <a:lnTo>
                    <a:pt x="21135" y="190632"/>
                  </a:lnTo>
                  <a:lnTo>
                    <a:pt x="21991" y="253823"/>
                  </a:lnTo>
                  <a:lnTo>
                    <a:pt x="22846" y="296325"/>
                  </a:lnTo>
                  <a:lnTo>
                    <a:pt x="23702" y="305073"/>
                  </a:lnTo>
                  <a:lnTo>
                    <a:pt x="24557" y="326348"/>
                  </a:lnTo>
                  <a:lnTo>
                    <a:pt x="25413" y="364099"/>
                  </a:lnTo>
                  <a:lnTo>
                    <a:pt x="26268" y="393671"/>
                  </a:lnTo>
                  <a:lnTo>
                    <a:pt x="27124" y="374001"/>
                  </a:lnTo>
                  <a:lnTo>
                    <a:pt x="27979" y="298643"/>
                  </a:lnTo>
                  <a:lnTo>
                    <a:pt x="28835" y="228358"/>
                  </a:lnTo>
                  <a:lnTo>
                    <a:pt x="29690" y="222938"/>
                  </a:lnTo>
                  <a:lnTo>
                    <a:pt x="30546" y="186301"/>
                  </a:lnTo>
                  <a:lnTo>
                    <a:pt x="31401" y="79216"/>
                  </a:lnTo>
                  <a:lnTo>
                    <a:pt x="32257" y="0"/>
                  </a:lnTo>
                  <a:lnTo>
                    <a:pt x="33113" y="59368"/>
                  </a:lnTo>
                  <a:lnTo>
                    <a:pt x="33968" y="158571"/>
                  </a:lnTo>
                  <a:lnTo>
                    <a:pt x="34824" y="132091"/>
                  </a:lnTo>
                  <a:lnTo>
                    <a:pt x="35679" y="175237"/>
                  </a:lnTo>
                  <a:lnTo>
                    <a:pt x="36535" y="282277"/>
                  </a:lnTo>
                  <a:lnTo>
                    <a:pt x="37390" y="371929"/>
                  </a:lnTo>
                  <a:lnTo>
                    <a:pt x="38246" y="365996"/>
                  </a:lnTo>
                  <a:lnTo>
                    <a:pt x="39101" y="343281"/>
                  </a:lnTo>
                  <a:lnTo>
                    <a:pt x="39957" y="344508"/>
                  </a:lnTo>
                  <a:lnTo>
                    <a:pt x="40812" y="190375"/>
                  </a:lnTo>
                  <a:lnTo>
                    <a:pt x="41668" y="71735"/>
                  </a:lnTo>
                  <a:lnTo>
                    <a:pt x="42523" y="76235"/>
                  </a:lnTo>
                  <a:lnTo>
                    <a:pt x="43379" y="99003"/>
                  </a:lnTo>
                  <a:lnTo>
                    <a:pt x="44234" y="90033"/>
                  </a:lnTo>
                  <a:lnTo>
                    <a:pt x="45090" y="73524"/>
                  </a:lnTo>
                  <a:lnTo>
                    <a:pt x="45945" y="146112"/>
                  </a:lnTo>
                  <a:lnTo>
                    <a:pt x="46801" y="251291"/>
                  </a:lnTo>
                  <a:lnTo>
                    <a:pt x="47657" y="256298"/>
                  </a:lnTo>
                  <a:lnTo>
                    <a:pt x="48512" y="238548"/>
                  </a:lnTo>
                  <a:lnTo>
                    <a:pt x="49368" y="278473"/>
                  </a:lnTo>
                  <a:lnTo>
                    <a:pt x="50223" y="331905"/>
                  </a:lnTo>
                  <a:lnTo>
                    <a:pt x="51079" y="359578"/>
                  </a:lnTo>
                  <a:lnTo>
                    <a:pt x="51934" y="353718"/>
                  </a:lnTo>
                  <a:lnTo>
                    <a:pt x="52790" y="379454"/>
                  </a:lnTo>
                  <a:lnTo>
                    <a:pt x="53645" y="471836"/>
                  </a:lnTo>
                  <a:lnTo>
                    <a:pt x="54501" y="479283"/>
                  </a:lnTo>
                  <a:lnTo>
                    <a:pt x="55356" y="550518"/>
                  </a:lnTo>
                  <a:lnTo>
                    <a:pt x="55761" y="5811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72544" y="2962416"/>
              <a:ext cx="19877" cy="300060"/>
            </a:xfrm>
            <a:custGeom>
              <a:avLst/>
              <a:pathLst>
                <a:path w="19877" h="300060">
                  <a:moveTo>
                    <a:pt x="0" y="300060"/>
                  </a:moveTo>
                  <a:lnTo>
                    <a:pt x="637" y="231513"/>
                  </a:lnTo>
                  <a:lnTo>
                    <a:pt x="1492" y="210642"/>
                  </a:lnTo>
                  <a:lnTo>
                    <a:pt x="2348" y="146724"/>
                  </a:lnTo>
                  <a:lnTo>
                    <a:pt x="3203" y="90484"/>
                  </a:lnTo>
                  <a:lnTo>
                    <a:pt x="4059" y="71876"/>
                  </a:lnTo>
                  <a:lnTo>
                    <a:pt x="4914" y="47616"/>
                  </a:lnTo>
                  <a:lnTo>
                    <a:pt x="5770" y="7557"/>
                  </a:lnTo>
                  <a:lnTo>
                    <a:pt x="6625" y="0"/>
                  </a:lnTo>
                  <a:lnTo>
                    <a:pt x="7481" y="7734"/>
                  </a:lnTo>
                  <a:lnTo>
                    <a:pt x="8336" y="44913"/>
                  </a:lnTo>
                  <a:lnTo>
                    <a:pt x="9192" y="81447"/>
                  </a:lnTo>
                  <a:lnTo>
                    <a:pt x="10047" y="117553"/>
                  </a:lnTo>
                  <a:lnTo>
                    <a:pt x="10903" y="213445"/>
                  </a:lnTo>
                  <a:lnTo>
                    <a:pt x="11759" y="245416"/>
                  </a:lnTo>
                  <a:lnTo>
                    <a:pt x="12614" y="245416"/>
                  </a:lnTo>
                  <a:lnTo>
                    <a:pt x="13470" y="227635"/>
                  </a:lnTo>
                  <a:lnTo>
                    <a:pt x="14325" y="180005"/>
                  </a:lnTo>
                  <a:lnTo>
                    <a:pt x="15181" y="157672"/>
                  </a:lnTo>
                  <a:lnTo>
                    <a:pt x="16036" y="157673"/>
                  </a:lnTo>
                  <a:lnTo>
                    <a:pt x="16892" y="157674"/>
                  </a:lnTo>
                  <a:lnTo>
                    <a:pt x="17747" y="157674"/>
                  </a:lnTo>
                  <a:lnTo>
                    <a:pt x="18603" y="178747"/>
                  </a:lnTo>
                  <a:lnTo>
                    <a:pt x="19458" y="259434"/>
                  </a:lnTo>
                  <a:lnTo>
                    <a:pt x="19877" y="3000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397627" y="3223063"/>
              <a:ext cx="2251" cy="39413"/>
            </a:xfrm>
            <a:custGeom>
              <a:avLst/>
              <a:pathLst>
                <a:path w="2251" h="39413">
                  <a:moveTo>
                    <a:pt x="0" y="39413"/>
                  </a:moveTo>
                  <a:lnTo>
                    <a:pt x="364" y="13579"/>
                  </a:lnTo>
                  <a:lnTo>
                    <a:pt x="1219" y="0"/>
                  </a:lnTo>
                  <a:lnTo>
                    <a:pt x="2075" y="35413"/>
                  </a:lnTo>
                  <a:lnTo>
                    <a:pt x="2251" y="394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400972" y="2589089"/>
              <a:ext cx="76181" cy="673387"/>
            </a:xfrm>
            <a:custGeom>
              <a:avLst/>
              <a:pathLst>
                <a:path w="76181" h="673387">
                  <a:moveTo>
                    <a:pt x="0" y="673387"/>
                  </a:moveTo>
                  <a:lnTo>
                    <a:pt x="441" y="656983"/>
                  </a:lnTo>
                  <a:lnTo>
                    <a:pt x="1297" y="667289"/>
                  </a:lnTo>
                  <a:lnTo>
                    <a:pt x="2152" y="655984"/>
                  </a:lnTo>
                  <a:lnTo>
                    <a:pt x="3008" y="583044"/>
                  </a:lnTo>
                  <a:lnTo>
                    <a:pt x="3863" y="484288"/>
                  </a:lnTo>
                  <a:lnTo>
                    <a:pt x="4719" y="444611"/>
                  </a:lnTo>
                  <a:lnTo>
                    <a:pt x="5574" y="480132"/>
                  </a:lnTo>
                  <a:lnTo>
                    <a:pt x="6430" y="500743"/>
                  </a:lnTo>
                  <a:lnTo>
                    <a:pt x="7285" y="517910"/>
                  </a:lnTo>
                  <a:lnTo>
                    <a:pt x="8141" y="547029"/>
                  </a:lnTo>
                  <a:lnTo>
                    <a:pt x="8996" y="600121"/>
                  </a:lnTo>
                  <a:lnTo>
                    <a:pt x="9852" y="592020"/>
                  </a:lnTo>
                  <a:lnTo>
                    <a:pt x="10708" y="570020"/>
                  </a:lnTo>
                  <a:lnTo>
                    <a:pt x="11563" y="493479"/>
                  </a:lnTo>
                  <a:lnTo>
                    <a:pt x="12419" y="372066"/>
                  </a:lnTo>
                  <a:lnTo>
                    <a:pt x="13274" y="307455"/>
                  </a:lnTo>
                  <a:lnTo>
                    <a:pt x="14130" y="340645"/>
                  </a:lnTo>
                  <a:lnTo>
                    <a:pt x="14985" y="354880"/>
                  </a:lnTo>
                  <a:lnTo>
                    <a:pt x="15841" y="321063"/>
                  </a:lnTo>
                  <a:lnTo>
                    <a:pt x="16696" y="343461"/>
                  </a:lnTo>
                  <a:lnTo>
                    <a:pt x="17552" y="441631"/>
                  </a:lnTo>
                  <a:lnTo>
                    <a:pt x="18407" y="475393"/>
                  </a:lnTo>
                  <a:lnTo>
                    <a:pt x="19263" y="349031"/>
                  </a:lnTo>
                  <a:lnTo>
                    <a:pt x="20118" y="221503"/>
                  </a:lnTo>
                  <a:lnTo>
                    <a:pt x="20974" y="140137"/>
                  </a:lnTo>
                  <a:lnTo>
                    <a:pt x="21829" y="46282"/>
                  </a:lnTo>
                  <a:lnTo>
                    <a:pt x="22685" y="24491"/>
                  </a:lnTo>
                  <a:lnTo>
                    <a:pt x="23540" y="9072"/>
                  </a:lnTo>
                  <a:lnTo>
                    <a:pt x="24396" y="0"/>
                  </a:lnTo>
                  <a:lnTo>
                    <a:pt x="25251" y="80972"/>
                  </a:lnTo>
                  <a:lnTo>
                    <a:pt x="26107" y="165485"/>
                  </a:lnTo>
                  <a:lnTo>
                    <a:pt x="26963" y="231352"/>
                  </a:lnTo>
                  <a:lnTo>
                    <a:pt x="27818" y="270527"/>
                  </a:lnTo>
                  <a:lnTo>
                    <a:pt x="28674" y="291587"/>
                  </a:lnTo>
                  <a:lnTo>
                    <a:pt x="29529" y="300361"/>
                  </a:lnTo>
                  <a:lnTo>
                    <a:pt x="30385" y="365834"/>
                  </a:lnTo>
                  <a:lnTo>
                    <a:pt x="31240" y="463245"/>
                  </a:lnTo>
                  <a:lnTo>
                    <a:pt x="32096" y="494810"/>
                  </a:lnTo>
                  <a:lnTo>
                    <a:pt x="32951" y="429868"/>
                  </a:lnTo>
                  <a:lnTo>
                    <a:pt x="33807" y="442090"/>
                  </a:lnTo>
                  <a:lnTo>
                    <a:pt x="34662" y="499933"/>
                  </a:lnTo>
                  <a:lnTo>
                    <a:pt x="35518" y="444593"/>
                  </a:lnTo>
                  <a:lnTo>
                    <a:pt x="36373" y="393956"/>
                  </a:lnTo>
                  <a:lnTo>
                    <a:pt x="37229" y="413605"/>
                  </a:lnTo>
                  <a:lnTo>
                    <a:pt x="38084" y="472475"/>
                  </a:lnTo>
                  <a:lnTo>
                    <a:pt x="38940" y="413369"/>
                  </a:lnTo>
                  <a:lnTo>
                    <a:pt x="39795" y="429605"/>
                  </a:lnTo>
                  <a:lnTo>
                    <a:pt x="40651" y="433794"/>
                  </a:lnTo>
                  <a:lnTo>
                    <a:pt x="41506" y="380700"/>
                  </a:lnTo>
                  <a:lnTo>
                    <a:pt x="42362" y="387360"/>
                  </a:lnTo>
                  <a:lnTo>
                    <a:pt x="43218" y="390520"/>
                  </a:lnTo>
                  <a:lnTo>
                    <a:pt x="44073" y="402594"/>
                  </a:lnTo>
                  <a:lnTo>
                    <a:pt x="44929" y="295608"/>
                  </a:lnTo>
                  <a:lnTo>
                    <a:pt x="45784" y="287182"/>
                  </a:lnTo>
                  <a:lnTo>
                    <a:pt x="46640" y="328012"/>
                  </a:lnTo>
                  <a:lnTo>
                    <a:pt x="47495" y="292804"/>
                  </a:lnTo>
                  <a:lnTo>
                    <a:pt x="48351" y="255173"/>
                  </a:lnTo>
                  <a:lnTo>
                    <a:pt x="49206" y="283777"/>
                  </a:lnTo>
                  <a:lnTo>
                    <a:pt x="50062" y="328941"/>
                  </a:lnTo>
                  <a:lnTo>
                    <a:pt x="50917" y="259302"/>
                  </a:lnTo>
                  <a:lnTo>
                    <a:pt x="51773" y="145569"/>
                  </a:lnTo>
                  <a:lnTo>
                    <a:pt x="52628" y="57437"/>
                  </a:lnTo>
                  <a:lnTo>
                    <a:pt x="53484" y="73106"/>
                  </a:lnTo>
                  <a:lnTo>
                    <a:pt x="54339" y="101066"/>
                  </a:lnTo>
                  <a:lnTo>
                    <a:pt x="55195" y="165450"/>
                  </a:lnTo>
                  <a:lnTo>
                    <a:pt x="56050" y="304414"/>
                  </a:lnTo>
                  <a:lnTo>
                    <a:pt x="56906" y="368925"/>
                  </a:lnTo>
                  <a:lnTo>
                    <a:pt x="57762" y="438157"/>
                  </a:lnTo>
                  <a:lnTo>
                    <a:pt x="58617" y="446263"/>
                  </a:lnTo>
                  <a:lnTo>
                    <a:pt x="59473" y="474909"/>
                  </a:lnTo>
                  <a:lnTo>
                    <a:pt x="60328" y="501236"/>
                  </a:lnTo>
                  <a:lnTo>
                    <a:pt x="61184" y="442042"/>
                  </a:lnTo>
                  <a:lnTo>
                    <a:pt x="62039" y="487825"/>
                  </a:lnTo>
                  <a:lnTo>
                    <a:pt x="62895" y="553803"/>
                  </a:lnTo>
                  <a:lnTo>
                    <a:pt x="63750" y="539353"/>
                  </a:lnTo>
                  <a:lnTo>
                    <a:pt x="64606" y="417107"/>
                  </a:lnTo>
                  <a:lnTo>
                    <a:pt x="65461" y="299804"/>
                  </a:lnTo>
                  <a:lnTo>
                    <a:pt x="66317" y="372155"/>
                  </a:lnTo>
                  <a:lnTo>
                    <a:pt x="67172" y="421748"/>
                  </a:lnTo>
                  <a:lnTo>
                    <a:pt x="68028" y="354059"/>
                  </a:lnTo>
                  <a:lnTo>
                    <a:pt x="68883" y="346058"/>
                  </a:lnTo>
                  <a:lnTo>
                    <a:pt x="69739" y="441884"/>
                  </a:lnTo>
                  <a:lnTo>
                    <a:pt x="70594" y="496249"/>
                  </a:lnTo>
                  <a:lnTo>
                    <a:pt x="71450" y="438692"/>
                  </a:lnTo>
                  <a:lnTo>
                    <a:pt x="72305" y="439246"/>
                  </a:lnTo>
                  <a:lnTo>
                    <a:pt x="73161" y="538966"/>
                  </a:lnTo>
                  <a:lnTo>
                    <a:pt x="74017" y="576390"/>
                  </a:lnTo>
                  <a:lnTo>
                    <a:pt x="74872" y="593842"/>
                  </a:lnTo>
                  <a:lnTo>
                    <a:pt x="75728" y="657526"/>
                  </a:lnTo>
                  <a:lnTo>
                    <a:pt x="76181" y="6733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477928" y="2758462"/>
              <a:ext cx="60333" cy="504014"/>
            </a:xfrm>
            <a:custGeom>
              <a:avLst/>
              <a:pathLst>
                <a:path w="60333" h="504014">
                  <a:moveTo>
                    <a:pt x="0" y="504014"/>
                  </a:moveTo>
                  <a:lnTo>
                    <a:pt x="483" y="485774"/>
                  </a:lnTo>
                  <a:lnTo>
                    <a:pt x="1338" y="430792"/>
                  </a:lnTo>
                  <a:lnTo>
                    <a:pt x="2194" y="392797"/>
                  </a:lnTo>
                  <a:lnTo>
                    <a:pt x="3049" y="365344"/>
                  </a:lnTo>
                  <a:lnTo>
                    <a:pt x="3905" y="296820"/>
                  </a:lnTo>
                  <a:lnTo>
                    <a:pt x="4760" y="191835"/>
                  </a:lnTo>
                  <a:lnTo>
                    <a:pt x="5616" y="137500"/>
                  </a:lnTo>
                  <a:lnTo>
                    <a:pt x="6471" y="156205"/>
                  </a:lnTo>
                  <a:lnTo>
                    <a:pt x="7327" y="200565"/>
                  </a:lnTo>
                  <a:lnTo>
                    <a:pt x="8183" y="237252"/>
                  </a:lnTo>
                  <a:lnTo>
                    <a:pt x="9038" y="300915"/>
                  </a:lnTo>
                  <a:lnTo>
                    <a:pt x="9894" y="388685"/>
                  </a:lnTo>
                  <a:lnTo>
                    <a:pt x="10749" y="381358"/>
                  </a:lnTo>
                  <a:lnTo>
                    <a:pt x="11605" y="294086"/>
                  </a:lnTo>
                  <a:lnTo>
                    <a:pt x="12460" y="252070"/>
                  </a:lnTo>
                  <a:lnTo>
                    <a:pt x="13316" y="265583"/>
                  </a:lnTo>
                  <a:lnTo>
                    <a:pt x="14171" y="296066"/>
                  </a:lnTo>
                  <a:lnTo>
                    <a:pt x="15027" y="276529"/>
                  </a:lnTo>
                  <a:lnTo>
                    <a:pt x="15882" y="251463"/>
                  </a:lnTo>
                  <a:lnTo>
                    <a:pt x="16738" y="255850"/>
                  </a:lnTo>
                  <a:lnTo>
                    <a:pt x="17593" y="243181"/>
                  </a:lnTo>
                  <a:lnTo>
                    <a:pt x="18449" y="213937"/>
                  </a:lnTo>
                  <a:lnTo>
                    <a:pt x="19304" y="188318"/>
                  </a:lnTo>
                  <a:lnTo>
                    <a:pt x="20160" y="225069"/>
                  </a:lnTo>
                  <a:lnTo>
                    <a:pt x="21015" y="303916"/>
                  </a:lnTo>
                  <a:lnTo>
                    <a:pt x="21871" y="313541"/>
                  </a:lnTo>
                  <a:lnTo>
                    <a:pt x="22727" y="246595"/>
                  </a:lnTo>
                  <a:lnTo>
                    <a:pt x="23582" y="170949"/>
                  </a:lnTo>
                  <a:lnTo>
                    <a:pt x="24438" y="166336"/>
                  </a:lnTo>
                  <a:lnTo>
                    <a:pt x="25293" y="220309"/>
                  </a:lnTo>
                  <a:lnTo>
                    <a:pt x="26149" y="173588"/>
                  </a:lnTo>
                  <a:lnTo>
                    <a:pt x="27004" y="159578"/>
                  </a:lnTo>
                  <a:lnTo>
                    <a:pt x="27860" y="209583"/>
                  </a:lnTo>
                  <a:lnTo>
                    <a:pt x="28715" y="240588"/>
                  </a:lnTo>
                  <a:lnTo>
                    <a:pt x="29571" y="207768"/>
                  </a:lnTo>
                  <a:lnTo>
                    <a:pt x="30426" y="145767"/>
                  </a:lnTo>
                  <a:lnTo>
                    <a:pt x="31282" y="190858"/>
                  </a:lnTo>
                  <a:lnTo>
                    <a:pt x="32137" y="194896"/>
                  </a:lnTo>
                  <a:lnTo>
                    <a:pt x="32993" y="194048"/>
                  </a:lnTo>
                  <a:lnTo>
                    <a:pt x="33848" y="153054"/>
                  </a:lnTo>
                  <a:lnTo>
                    <a:pt x="34704" y="54244"/>
                  </a:lnTo>
                  <a:lnTo>
                    <a:pt x="35559" y="4240"/>
                  </a:lnTo>
                  <a:lnTo>
                    <a:pt x="36415" y="0"/>
                  </a:lnTo>
                  <a:lnTo>
                    <a:pt x="37270" y="16762"/>
                  </a:lnTo>
                  <a:lnTo>
                    <a:pt x="38126" y="34420"/>
                  </a:lnTo>
                  <a:lnTo>
                    <a:pt x="38982" y="107308"/>
                  </a:lnTo>
                  <a:lnTo>
                    <a:pt x="39837" y="220398"/>
                  </a:lnTo>
                  <a:lnTo>
                    <a:pt x="40693" y="311177"/>
                  </a:lnTo>
                  <a:lnTo>
                    <a:pt x="41548" y="368882"/>
                  </a:lnTo>
                  <a:lnTo>
                    <a:pt x="42404" y="428587"/>
                  </a:lnTo>
                  <a:lnTo>
                    <a:pt x="43259" y="393108"/>
                  </a:lnTo>
                  <a:lnTo>
                    <a:pt x="44115" y="360485"/>
                  </a:lnTo>
                  <a:lnTo>
                    <a:pt x="44970" y="286775"/>
                  </a:lnTo>
                  <a:lnTo>
                    <a:pt x="45826" y="169238"/>
                  </a:lnTo>
                  <a:lnTo>
                    <a:pt x="46681" y="125286"/>
                  </a:lnTo>
                  <a:lnTo>
                    <a:pt x="47537" y="117771"/>
                  </a:lnTo>
                  <a:lnTo>
                    <a:pt x="48392" y="201633"/>
                  </a:lnTo>
                  <a:lnTo>
                    <a:pt x="49248" y="201021"/>
                  </a:lnTo>
                  <a:lnTo>
                    <a:pt x="50103" y="226408"/>
                  </a:lnTo>
                  <a:lnTo>
                    <a:pt x="50959" y="284771"/>
                  </a:lnTo>
                  <a:lnTo>
                    <a:pt x="51814" y="284773"/>
                  </a:lnTo>
                  <a:lnTo>
                    <a:pt x="52670" y="276599"/>
                  </a:lnTo>
                  <a:lnTo>
                    <a:pt x="53525" y="224888"/>
                  </a:lnTo>
                  <a:lnTo>
                    <a:pt x="54381" y="206165"/>
                  </a:lnTo>
                  <a:lnTo>
                    <a:pt x="55237" y="209462"/>
                  </a:lnTo>
                  <a:lnTo>
                    <a:pt x="56092" y="258541"/>
                  </a:lnTo>
                  <a:lnTo>
                    <a:pt x="56948" y="290841"/>
                  </a:lnTo>
                  <a:lnTo>
                    <a:pt x="57803" y="301632"/>
                  </a:lnTo>
                  <a:lnTo>
                    <a:pt x="58659" y="355205"/>
                  </a:lnTo>
                  <a:lnTo>
                    <a:pt x="59514" y="438765"/>
                  </a:lnTo>
                  <a:lnTo>
                    <a:pt x="60333" y="5040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538357" y="2816257"/>
              <a:ext cx="25497" cy="446220"/>
            </a:xfrm>
            <a:custGeom>
              <a:avLst/>
              <a:pathLst>
                <a:path w="25497" h="446220">
                  <a:moveTo>
                    <a:pt x="0" y="446220"/>
                  </a:moveTo>
                  <a:lnTo>
                    <a:pt x="796" y="406412"/>
                  </a:lnTo>
                  <a:lnTo>
                    <a:pt x="1652" y="272933"/>
                  </a:lnTo>
                  <a:lnTo>
                    <a:pt x="2507" y="192642"/>
                  </a:lnTo>
                  <a:lnTo>
                    <a:pt x="3363" y="141365"/>
                  </a:lnTo>
                  <a:lnTo>
                    <a:pt x="4219" y="104285"/>
                  </a:lnTo>
                  <a:lnTo>
                    <a:pt x="5074" y="40226"/>
                  </a:lnTo>
                  <a:lnTo>
                    <a:pt x="5930" y="0"/>
                  </a:lnTo>
                  <a:lnTo>
                    <a:pt x="6785" y="61643"/>
                  </a:lnTo>
                  <a:lnTo>
                    <a:pt x="7641" y="96302"/>
                  </a:lnTo>
                  <a:lnTo>
                    <a:pt x="8496" y="141559"/>
                  </a:lnTo>
                  <a:lnTo>
                    <a:pt x="9352" y="178639"/>
                  </a:lnTo>
                  <a:lnTo>
                    <a:pt x="10207" y="242700"/>
                  </a:lnTo>
                  <a:lnTo>
                    <a:pt x="11063" y="303007"/>
                  </a:lnTo>
                  <a:lnTo>
                    <a:pt x="11918" y="317447"/>
                  </a:lnTo>
                  <a:lnTo>
                    <a:pt x="12774" y="312354"/>
                  </a:lnTo>
                  <a:lnTo>
                    <a:pt x="13629" y="304034"/>
                  </a:lnTo>
                  <a:lnTo>
                    <a:pt x="14485" y="304035"/>
                  </a:lnTo>
                  <a:lnTo>
                    <a:pt x="15340" y="304035"/>
                  </a:lnTo>
                  <a:lnTo>
                    <a:pt x="16196" y="304036"/>
                  </a:lnTo>
                  <a:lnTo>
                    <a:pt x="17051" y="329126"/>
                  </a:lnTo>
                  <a:lnTo>
                    <a:pt x="17907" y="377235"/>
                  </a:lnTo>
                  <a:lnTo>
                    <a:pt x="18763" y="391576"/>
                  </a:lnTo>
                  <a:lnTo>
                    <a:pt x="19618" y="391576"/>
                  </a:lnTo>
                  <a:lnTo>
                    <a:pt x="20474" y="391576"/>
                  </a:lnTo>
                  <a:lnTo>
                    <a:pt x="21329" y="391576"/>
                  </a:lnTo>
                  <a:lnTo>
                    <a:pt x="22185" y="391576"/>
                  </a:lnTo>
                  <a:lnTo>
                    <a:pt x="23040" y="391576"/>
                  </a:lnTo>
                  <a:lnTo>
                    <a:pt x="23896" y="391576"/>
                  </a:lnTo>
                  <a:lnTo>
                    <a:pt x="24751" y="407446"/>
                  </a:lnTo>
                  <a:lnTo>
                    <a:pt x="25497" y="4462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569527" y="3146354"/>
              <a:ext cx="10363" cy="116122"/>
            </a:xfrm>
            <a:custGeom>
              <a:avLst/>
              <a:pathLst>
                <a:path w="10363" h="116122">
                  <a:moveTo>
                    <a:pt x="0" y="116122"/>
                  </a:moveTo>
                  <a:lnTo>
                    <a:pt x="425" y="86879"/>
                  </a:lnTo>
                  <a:lnTo>
                    <a:pt x="1281" y="55125"/>
                  </a:lnTo>
                  <a:lnTo>
                    <a:pt x="2136" y="44831"/>
                  </a:lnTo>
                  <a:lnTo>
                    <a:pt x="2992" y="27836"/>
                  </a:lnTo>
                  <a:lnTo>
                    <a:pt x="3847" y="31811"/>
                  </a:lnTo>
                  <a:lnTo>
                    <a:pt x="4703" y="10532"/>
                  </a:lnTo>
                  <a:lnTo>
                    <a:pt x="5558" y="0"/>
                  </a:lnTo>
                  <a:lnTo>
                    <a:pt x="6414" y="38001"/>
                  </a:lnTo>
                  <a:lnTo>
                    <a:pt x="7269" y="75337"/>
                  </a:lnTo>
                  <a:lnTo>
                    <a:pt x="8125" y="92331"/>
                  </a:lnTo>
                  <a:lnTo>
                    <a:pt x="8980" y="88357"/>
                  </a:lnTo>
                  <a:lnTo>
                    <a:pt x="9836" y="109638"/>
                  </a:lnTo>
                  <a:lnTo>
                    <a:pt x="10363" y="1161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580328" y="2146437"/>
              <a:ext cx="97784" cy="1116039"/>
            </a:xfrm>
            <a:custGeom>
              <a:avLst/>
              <a:pathLst>
                <a:path w="97784" h="1116039">
                  <a:moveTo>
                    <a:pt x="0" y="1116039"/>
                  </a:moveTo>
                  <a:lnTo>
                    <a:pt x="746" y="1088440"/>
                  </a:lnTo>
                  <a:lnTo>
                    <a:pt x="1601" y="1061395"/>
                  </a:lnTo>
                  <a:lnTo>
                    <a:pt x="2457" y="1061395"/>
                  </a:lnTo>
                  <a:lnTo>
                    <a:pt x="3312" y="1033305"/>
                  </a:lnTo>
                  <a:lnTo>
                    <a:pt x="4168" y="985952"/>
                  </a:lnTo>
                  <a:lnTo>
                    <a:pt x="5023" y="945910"/>
                  </a:lnTo>
                  <a:lnTo>
                    <a:pt x="5879" y="905210"/>
                  </a:lnTo>
                  <a:lnTo>
                    <a:pt x="6734" y="869738"/>
                  </a:lnTo>
                  <a:lnTo>
                    <a:pt x="7590" y="821491"/>
                  </a:lnTo>
                  <a:lnTo>
                    <a:pt x="8445" y="805088"/>
                  </a:lnTo>
                  <a:lnTo>
                    <a:pt x="9301" y="736896"/>
                  </a:lnTo>
                  <a:lnTo>
                    <a:pt x="10156" y="683457"/>
                  </a:lnTo>
                  <a:lnTo>
                    <a:pt x="11012" y="682999"/>
                  </a:lnTo>
                  <a:lnTo>
                    <a:pt x="11867" y="714897"/>
                  </a:lnTo>
                  <a:lnTo>
                    <a:pt x="12723" y="763146"/>
                  </a:lnTo>
                  <a:lnTo>
                    <a:pt x="13578" y="709103"/>
                  </a:lnTo>
                  <a:lnTo>
                    <a:pt x="14434" y="623822"/>
                  </a:lnTo>
                  <a:lnTo>
                    <a:pt x="15290" y="634737"/>
                  </a:lnTo>
                  <a:lnTo>
                    <a:pt x="16145" y="674159"/>
                  </a:lnTo>
                  <a:lnTo>
                    <a:pt x="17001" y="648559"/>
                  </a:lnTo>
                  <a:lnTo>
                    <a:pt x="17856" y="565275"/>
                  </a:lnTo>
                  <a:lnTo>
                    <a:pt x="18712" y="569799"/>
                  </a:lnTo>
                  <a:lnTo>
                    <a:pt x="19567" y="573988"/>
                  </a:lnTo>
                  <a:lnTo>
                    <a:pt x="20423" y="550327"/>
                  </a:lnTo>
                  <a:lnTo>
                    <a:pt x="21278" y="507288"/>
                  </a:lnTo>
                  <a:lnTo>
                    <a:pt x="22134" y="491582"/>
                  </a:lnTo>
                  <a:lnTo>
                    <a:pt x="22989" y="530242"/>
                  </a:lnTo>
                  <a:lnTo>
                    <a:pt x="23845" y="554329"/>
                  </a:lnTo>
                  <a:lnTo>
                    <a:pt x="24700" y="695054"/>
                  </a:lnTo>
                  <a:lnTo>
                    <a:pt x="25556" y="801277"/>
                  </a:lnTo>
                  <a:lnTo>
                    <a:pt x="26411" y="846053"/>
                  </a:lnTo>
                  <a:lnTo>
                    <a:pt x="27267" y="889520"/>
                  </a:lnTo>
                  <a:lnTo>
                    <a:pt x="28122" y="910874"/>
                  </a:lnTo>
                  <a:lnTo>
                    <a:pt x="28978" y="943841"/>
                  </a:lnTo>
                  <a:lnTo>
                    <a:pt x="29834" y="1041428"/>
                  </a:lnTo>
                  <a:lnTo>
                    <a:pt x="30689" y="1025184"/>
                  </a:lnTo>
                  <a:lnTo>
                    <a:pt x="31545" y="975333"/>
                  </a:lnTo>
                  <a:lnTo>
                    <a:pt x="32400" y="895868"/>
                  </a:lnTo>
                  <a:lnTo>
                    <a:pt x="33256" y="704398"/>
                  </a:lnTo>
                  <a:lnTo>
                    <a:pt x="34111" y="488243"/>
                  </a:lnTo>
                  <a:lnTo>
                    <a:pt x="34967" y="332461"/>
                  </a:lnTo>
                  <a:lnTo>
                    <a:pt x="35822" y="336328"/>
                  </a:lnTo>
                  <a:lnTo>
                    <a:pt x="36678" y="367577"/>
                  </a:lnTo>
                  <a:lnTo>
                    <a:pt x="37533" y="374890"/>
                  </a:lnTo>
                  <a:lnTo>
                    <a:pt x="38389" y="443633"/>
                  </a:lnTo>
                  <a:lnTo>
                    <a:pt x="39244" y="559202"/>
                  </a:lnTo>
                  <a:lnTo>
                    <a:pt x="40100" y="559441"/>
                  </a:lnTo>
                  <a:lnTo>
                    <a:pt x="40955" y="429432"/>
                  </a:lnTo>
                  <a:lnTo>
                    <a:pt x="41811" y="241119"/>
                  </a:lnTo>
                  <a:lnTo>
                    <a:pt x="42666" y="220785"/>
                  </a:lnTo>
                  <a:lnTo>
                    <a:pt x="43522" y="323013"/>
                  </a:lnTo>
                  <a:lnTo>
                    <a:pt x="44377" y="464226"/>
                  </a:lnTo>
                  <a:lnTo>
                    <a:pt x="45233" y="564861"/>
                  </a:lnTo>
                  <a:lnTo>
                    <a:pt x="46089" y="661134"/>
                  </a:lnTo>
                  <a:lnTo>
                    <a:pt x="46944" y="726033"/>
                  </a:lnTo>
                  <a:lnTo>
                    <a:pt x="47800" y="584600"/>
                  </a:lnTo>
                  <a:lnTo>
                    <a:pt x="48655" y="432218"/>
                  </a:lnTo>
                  <a:lnTo>
                    <a:pt x="49511" y="326076"/>
                  </a:lnTo>
                  <a:lnTo>
                    <a:pt x="50366" y="279740"/>
                  </a:lnTo>
                  <a:lnTo>
                    <a:pt x="51222" y="278216"/>
                  </a:lnTo>
                  <a:lnTo>
                    <a:pt x="52077" y="226883"/>
                  </a:lnTo>
                  <a:lnTo>
                    <a:pt x="52933" y="262564"/>
                  </a:lnTo>
                  <a:lnTo>
                    <a:pt x="53788" y="356212"/>
                  </a:lnTo>
                  <a:lnTo>
                    <a:pt x="54644" y="325319"/>
                  </a:lnTo>
                  <a:lnTo>
                    <a:pt x="55499" y="313368"/>
                  </a:lnTo>
                  <a:lnTo>
                    <a:pt x="56355" y="420762"/>
                  </a:lnTo>
                  <a:lnTo>
                    <a:pt x="57210" y="609618"/>
                  </a:lnTo>
                  <a:lnTo>
                    <a:pt x="58066" y="683384"/>
                  </a:lnTo>
                  <a:lnTo>
                    <a:pt x="58921" y="706949"/>
                  </a:lnTo>
                  <a:lnTo>
                    <a:pt x="59777" y="810070"/>
                  </a:lnTo>
                  <a:lnTo>
                    <a:pt x="60632" y="813825"/>
                  </a:lnTo>
                  <a:lnTo>
                    <a:pt x="61488" y="652643"/>
                  </a:lnTo>
                  <a:lnTo>
                    <a:pt x="62344" y="586307"/>
                  </a:lnTo>
                  <a:lnTo>
                    <a:pt x="63199" y="617261"/>
                  </a:lnTo>
                  <a:lnTo>
                    <a:pt x="64055" y="640865"/>
                  </a:lnTo>
                  <a:lnTo>
                    <a:pt x="64910" y="514089"/>
                  </a:lnTo>
                  <a:lnTo>
                    <a:pt x="65766" y="400284"/>
                  </a:lnTo>
                  <a:lnTo>
                    <a:pt x="66621" y="425988"/>
                  </a:lnTo>
                  <a:lnTo>
                    <a:pt x="67477" y="504032"/>
                  </a:lnTo>
                  <a:lnTo>
                    <a:pt x="68332" y="599183"/>
                  </a:lnTo>
                  <a:lnTo>
                    <a:pt x="69188" y="629760"/>
                  </a:lnTo>
                  <a:lnTo>
                    <a:pt x="70043" y="774622"/>
                  </a:lnTo>
                  <a:lnTo>
                    <a:pt x="70899" y="1019250"/>
                  </a:lnTo>
                  <a:lnTo>
                    <a:pt x="71754" y="1084676"/>
                  </a:lnTo>
                  <a:lnTo>
                    <a:pt x="72610" y="973406"/>
                  </a:lnTo>
                  <a:lnTo>
                    <a:pt x="73465" y="892949"/>
                  </a:lnTo>
                  <a:lnTo>
                    <a:pt x="74321" y="856248"/>
                  </a:lnTo>
                  <a:lnTo>
                    <a:pt x="75176" y="752802"/>
                  </a:lnTo>
                  <a:lnTo>
                    <a:pt x="76032" y="551334"/>
                  </a:lnTo>
                  <a:lnTo>
                    <a:pt x="76887" y="408774"/>
                  </a:lnTo>
                  <a:lnTo>
                    <a:pt x="77743" y="305032"/>
                  </a:lnTo>
                  <a:lnTo>
                    <a:pt x="78599" y="126338"/>
                  </a:lnTo>
                  <a:lnTo>
                    <a:pt x="79454" y="0"/>
                  </a:lnTo>
                  <a:lnTo>
                    <a:pt x="80310" y="30781"/>
                  </a:lnTo>
                  <a:lnTo>
                    <a:pt x="81165" y="76484"/>
                  </a:lnTo>
                  <a:lnTo>
                    <a:pt x="82021" y="80505"/>
                  </a:lnTo>
                  <a:lnTo>
                    <a:pt x="82876" y="162672"/>
                  </a:lnTo>
                  <a:lnTo>
                    <a:pt x="83732" y="360030"/>
                  </a:lnTo>
                  <a:lnTo>
                    <a:pt x="84587" y="494255"/>
                  </a:lnTo>
                  <a:lnTo>
                    <a:pt x="85443" y="543261"/>
                  </a:lnTo>
                  <a:lnTo>
                    <a:pt x="86298" y="630661"/>
                  </a:lnTo>
                  <a:lnTo>
                    <a:pt x="87154" y="769203"/>
                  </a:lnTo>
                  <a:lnTo>
                    <a:pt x="88009" y="895697"/>
                  </a:lnTo>
                  <a:lnTo>
                    <a:pt x="88865" y="969170"/>
                  </a:lnTo>
                  <a:lnTo>
                    <a:pt x="89720" y="978881"/>
                  </a:lnTo>
                  <a:lnTo>
                    <a:pt x="90576" y="1025040"/>
                  </a:lnTo>
                  <a:lnTo>
                    <a:pt x="91431" y="993353"/>
                  </a:lnTo>
                  <a:lnTo>
                    <a:pt x="92287" y="966571"/>
                  </a:lnTo>
                  <a:lnTo>
                    <a:pt x="93143" y="931093"/>
                  </a:lnTo>
                  <a:lnTo>
                    <a:pt x="93998" y="899865"/>
                  </a:lnTo>
                  <a:lnTo>
                    <a:pt x="94854" y="955984"/>
                  </a:lnTo>
                  <a:lnTo>
                    <a:pt x="95709" y="993214"/>
                  </a:lnTo>
                  <a:lnTo>
                    <a:pt x="96565" y="1053550"/>
                  </a:lnTo>
                  <a:lnTo>
                    <a:pt x="97420" y="1110656"/>
                  </a:lnTo>
                  <a:lnTo>
                    <a:pt x="97784" y="11160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678740" y="2822791"/>
              <a:ext cx="9760" cy="439685"/>
            </a:xfrm>
            <a:custGeom>
              <a:avLst/>
              <a:pathLst>
                <a:path w="9760" h="439685">
                  <a:moveTo>
                    <a:pt x="0" y="439685"/>
                  </a:moveTo>
                  <a:lnTo>
                    <a:pt x="720" y="401036"/>
                  </a:lnTo>
                  <a:lnTo>
                    <a:pt x="1575" y="368583"/>
                  </a:lnTo>
                  <a:lnTo>
                    <a:pt x="2431" y="334625"/>
                  </a:lnTo>
                  <a:lnTo>
                    <a:pt x="3286" y="254989"/>
                  </a:lnTo>
                  <a:lnTo>
                    <a:pt x="4142" y="92161"/>
                  </a:lnTo>
                  <a:lnTo>
                    <a:pt x="4997" y="0"/>
                  </a:lnTo>
                  <a:lnTo>
                    <a:pt x="5853" y="55167"/>
                  </a:lnTo>
                  <a:lnTo>
                    <a:pt x="6708" y="149704"/>
                  </a:lnTo>
                  <a:lnTo>
                    <a:pt x="7564" y="201080"/>
                  </a:lnTo>
                  <a:lnTo>
                    <a:pt x="8419" y="223511"/>
                  </a:lnTo>
                  <a:lnTo>
                    <a:pt x="9275" y="343308"/>
                  </a:lnTo>
                  <a:lnTo>
                    <a:pt x="9760" y="4396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693848" y="3049109"/>
              <a:ext cx="13823" cy="213368"/>
            </a:xfrm>
            <a:custGeom>
              <a:avLst/>
              <a:pathLst>
                <a:path w="13823" h="213368">
                  <a:moveTo>
                    <a:pt x="0" y="213368"/>
                  </a:moveTo>
                  <a:lnTo>
                    <a:pt x="155" y="189372"/>
                  </a:lnTo>
                  <a:lnTo>
                    <a:pt x="1011" y="116752"/>
                  </a:lnTo>
                  <a:lnTo>
                    <a:pt x="1866" y="109930"/>
                  </a:lnTo>
                  <a:lnTo>
                    <a:pt x="2722" y="57570"/>
                  </a:lnTo>
                  <a:lnTo>
                    <a:pt x="3578" y="20785"/>
                  </a:lnTo>
                  <a:lnTo>
                    <a:pt x="4433" y="42731"/>
                  </a:lnTo>
                  <a:lnTo>
                    <a:pt x="5289" y="118452"/>
                  </a:lnTo>
                  <a:lnTo>
                    <a:pt x="6144" y="164705"/>
                  </a:lnTo>
                  <a:lnTo>
                    <a:pt x="7000" y="154249"/>
                  </a:lnTo>
                  <a:lnTo>
                    <a:pt x="7855" y="121881"/>
                  </a:lnTo>
                  <a:lnTo>
                    <a:pt x="8711" y="60553"/>
                  </a:lnTo>
                  <a:lnTo>
                    <a:pt x="9566" y="90897"/>
                  </a:lnTo>
                  <a:lnTo>
                    <a:pt x="10422" y="81312"/>
                  </a:lnTo>
                  <a:lnTo>
                    <a:pt x="11277" y="31500"/>
                  </a:lnTo>
                  <a:lnTo>
                    <a:pt x="12133" y="0"/>
                  </a:lnTo>
                  <a:lnTo>
                    <a:pt x="12988" y="95281"/>
                  </a:lnTo>
                  <a:lnTo>
                    <a:pt x="13823" y="2133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707810" y="3243690"/>
              <a:ext cx="1751" cy="18787"/>
            </a:xfrm>
            <a:custGeom>
              <a:avLst/>
              <a:pathLst>
                <a:path w="1751" h="18787">
                  <a:moveTo>
                    <a:pt x="0" y="18787"/>
                  </a:moveTo>
                  <a:lnTo>
                    <a:pt x="737" y="0"/>
                  </a:lnTo>
                  <a:lnTo>
                    <a:pt x="1592" y="9583"/>
                  </a:lnTo>
                  <a:lnTo>
                    <a:pt x="1751" y="187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712125" y="3141953"/>
              <a:ext cx="11381" cy="120524"/>
            </a:xfrm>
            <a:custGeom>
              <a:avLst/>
              <a:pathLst>
                <a:path w="11381" h="120524">
                  <a:moveTo>
                    <a:pt x="0" y="120524"/>
                  </a:moveTo>
                  <a:lnTo>
                    <a:pt x="700" y="74426"/>
                  </a:lnTo>
                  <a:lnTo>
                    <a:pt x="1556" y="65880"/>
                  </a:lnTo>
                  <a:lnTo>
                    <a:pt x="2411" y="65880"/>
                  </a:lnTo>
                  <a:lnTo>
                    <a:pt x="3267" y="65880"/>
                  </a:lnTo>
                  <a:lnTo>
                    <a:pt x="4122" y="53197"/>
                  </a:lnTo>
                  <a:lnTo>
                    <a:pt x="4978" y="10732"/>
                  </a:lnTo>
                  <a:lnTo>
                    <a:pt x="5833" y="20677"/>
                  </a:lnTo>
                  <a:lnTo>
                    <a:pt x="6689" y="57513"/>
                  </a:lnTo>
                  <a:lnTo>
                    <a:pt x="7545" y="67444"/>
                  </a:lnTo>
                  <a:lnTo>
                    <a:pt x="8400" y="8873"/>
                  </a:lnTo>
                  <a:lnTo>
                    <a:pt x="9256" y="0"/>
                  </a:lnTo>
                  <a:lnTo>
                    <a:pt x="10111" y="50912"/>
                  </a:lnTo>
                  <a:lnTo>
                    <a:pt x="10967" y="99608"/>
                  </a:lnTo>
                  <a:lnTo>
                    <a:pt x="11381" y="1205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738282" y="3238797"/>
              <a:ext cx="2833" cy="23679"/>
            </a:xfrm>
            <a:custGeom>
              <a:avLst/>
              <a:pathLst>
                <a:path w="2833" h="23679">
                  <a:moveTo>
                    <a:pt x="0" y="23679"/>
                  </a:moveTo>
                  <a:lnTo>
                    <a:pt x="209" y="6401"/>
                  </a:lnTo>
                  <a:lnTo>
                    <a:pt x="1065" y="0"/>
                  </a:lnTo>
                  <a:lnTo>
                    <a:pt x="1920" y="21808"/>
                  </a:lnTo>
                  <a:lnTo>
                    <a:pt x="2776" y="23138"/>
                  </a:lnTo>
                  <a:lnTo>
                    <a:pt x="2833" y="236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43051" y="3207833"/>
              <a:ext cx="7715" cy="54644"/>
            </a:xfrm>
            <a:custGeom>
              <a:avLst/>
              <a:pathLst>
                <a:path w="7715" h="54644">
                  <a:moveTo>
                    <a:pt x="0" y="54644"/>
                  </a:moveTo>
                  <a:lnTo>
                    <a:pt x="573" y="39192"/>
                  </a:lnTo>
                  <a:lnTo>
                    <a:pt x="1429" y="12488"/>
                  </a:lnTo>
                  <a:lnTo>
                    <a:pt x="2284" y="9459"/>
                  </a:lnTo>
                  <a:lnTo>
                    <a:pt x="3140" y="8128"/>
                  </a:lnTo>
                  <a:lnTo>
                    <a:pt x="3995" y="0"/>
                  </a:lnTo>
                  <a:lnTo>
                    <a:pt x="4851" y="0"/>
                  </a:lnTo>
                  <a:lnTo>
                    <a:pt x="5706" y="0"/>
                  </a:lnTo>
                  <a:lnTo>
                    <a:pt x="6562" y="0"/>
                  </a:lnTo>
                  <a:lnTo>
                    <a:pt x="7417" y="34378"/>
                  </a:lnTo>
                  <a:lnTo>
                    <a:pt x="7715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756300" y="3253850"/>
              <a:ext cx="744" cy="8626"/>
            </a:xfrm>
            <a:custGeom>
              <a:avLst/>
              <a:pathLst>
                <a:path w="744" h="8626">
                  <a:moveTo>
                    <a:pt x="0" y="8626"/>
                  </a:moveTo>
                  <a:lnTo>
                    <a:pt x="157" y="0"/>
                  </a:lnTo>
                  <a:lnTo>
                    <a:pt x="744" y="86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758231" y="3236004"/>
              <a:ext cx="2980" cy="26472"/>
            </a:xfrm>
            <a:custGeom>
              <a:avLst/>
              <a:pathLst>
                <a:path w="2980" h="26472">
                  <a:moveTo>
                    <a:pt x="0" y="26472"/>
                  </a:moveTo>
                  <a:lnTo>
                    <a:pt x="793" y="5252"/>
                  </a:lnTo>
                  <a:lnTo>
                    <a:pt x="1648" y="0"/>
                  </a:lnTo>
                  <a:lnTo>
                    <a:pt x="2504" y="2520"/>
                  </a:lnTo>
                  <a:lnTo>
                    <a:pt x="2980" y="264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767449" y="3185023"/>
              <a:ext cx="5451" cy="77453"/>
            </a:xfrm>
            <a:custGeom>
              <a:avLst/>
              <a:pathLst>
                <a:path w="5451" h="77453">
                  <a:moveTo>
                    <a:pt x="0" y="77453"/>
                  </a:moveTo>
                  <a:lnTo>
                    <a:pt x="130" y="70269"/>
                  </a:lnTo>
                  <a:lnTo>
                    <a:pt x="985" y="64426"/>
                  </a:lnTo>
                  <a:lnTo>
                    <a:pt x="1841" y="37044"/>
                  </a:lnTo>
                  <a:lnTo>
                    <a:pt x="2696" y="8002"/>
                  </a:lnTo>
                  <a:lnTo>
                    <a:pt x="3552" y="0"/>
                  </a:lnTo>
                  <a:lnTo>
                    <a:pt x="4407" y="17331"/>
                  </a:lnTo>
                  <a:lnTo>
                    <a:pt x="5263" y="60926"/>
                  </a:lnTo>
                  <a:lnTo>
                    <a:pt x="5451" y="774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791114" y="3212475"/>
              <a:ext cx="6058" cy="50002"/>
            </a:xfrm>
            <a:custGeom>
              <a:avLst/>
              <a:pathLst>
                <a:path w="6058" h="50002">
                  <a:moveTo>
                    <a:pt x="0" y="50002"/>
                  </a:moveTo>
                  <a:lnTo>
                    <a:pt x="419" y="43977"/>
                  </a:lnTo>
                  <a:lnTo>
                    <a:pt x="1275" y="894"/>
                  </a:lnTo>
                  <a:lnTo>
                    <a:pt x="2130" y="27964"/>
                  </a:lnTo>
                  <a:lnTo>
                    <a:pt x="2986" y="6017"/>
                  </a:lnTo>
                  <a:lnTo>
                    <a:pt x="3841" y="0"/>
                  </a:lnTo>
                  <a:lnTo>
                    <a:pt x="4697" y="1"/>
                  </a:lnTo>
                  <a:lnTo>
                    <a:pt x="5552" y="4676"/>
                  </a:lnTo>
                  <a:lnTo>
                    <a:pt x="6058" y="500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807272" y="3133338"/>
              <a:ext cx="4261" cy="129138"/>
            </a:xfrm>
            <a:custGeom>
              <a:avLst/>
              <a:pathLst>
                <a:path w="4261" h="129138">
                  <a:moveTo>
                    <a:pt x="0" y="129138"/>
                  </a:moveTo>
                  <a:lnTo>
                    <a:pt x="516" y="91347"/>
                  </a:lnTo>
                  <a:lnTo>
                    <a:pt x="1372" y="35059"/>
                  </a:lnTo>
                  <a:lnTo>
                    <a:pt x="2227" y="0"/>
                  </a:lnTo>
                  <a:lnTo>
                    <a:pt x="3083" y="1619"/>
                  </a:lnTo>
                  <a:lnTo>
                    <a:pt x="3938" y="90457"/>
                  </a:lnTo>
                  <a:lnTo>
                    <a:pt x="4261" y="12913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817050" y="3055445"/>
              <a:ext cx="10349" cy="207031"/>
            </a:xfrm>
            <a:custGeom>
              <a:avLst/>
              <a:pathLst>
                <a:path w="10349" h="207031">
                  <a:moveTo>
                    <a:pt x="0" y="207031"/>
                  </a:moveTo>
                  <a:lnTo>
                    <a:pt x="150" y="186809"/>
                  </a:lnTo>
                  <a:lnTo>
                    <a:pt x="1005" y="115878"/>
                  </a:lnTo>
                  <a:lnTo>
                    <a:pt x="1861" y="86914"/>
                  </a:lnTo>
                  <a:lnTo>
                    <a:pt x="2716" y="31041"/>
                  </a:lnTo>
                  <a:lnTo>
                    <a:pt x="3572" y="0"/>
                  </a:lnTo>
                  <a:lnTo>
                    <a:pt x="4427" y="16350"/>
                  </a:lnTo>
                  <a:lnTo>
                    <a:pt x="5283" y="39500"/>
                  </a:lnTo>
                  <a:lnTo>
                    <a:pt x="6138" y="28477"/>
                  </a:lnTo>
                  <a:lnTo>
                    <a:pt x="6994" y="32085"/>
                  </a:lnTo>
                  <a:lnTo>
                    <a:pt x="7850" y="87962"/>
                  </a:lnTo>
                  <a:lnTo>
                    <a:pt x="8705" y="122885"/>
                  </a:lnTo>
                  <a:lnTo>
                    <a:pt x="9561" y="156706"/>
                  </a:lnTo>
                  <a:lnTo>
                    <a:pt x="10349" y="2070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836855" y="3207833"/>
              <a:ext cx="3374" cy="54644"/>
            </a:xfrm>
            <a:custGeom>
              <a:avLst/>
              <a:pathLst>
                <a:path w="3374" h="54644">
                  <a:moveTo>
                    <a:pt x="0" y="54644"/>
                  </a:moveTo>
                  <a:lnTo>
                    <a:pt x="22" y="53213"/>
                  </a:lnTo>
                  <a:lnTo>
                    <a:pt x="877" y="41503"/>
                  </a:lnTo>
                  <a:lnTo>
                    <a:pt x="1733" y="13586"/>
                  </a:lnTo>
                  <a:lnTo>
                    <a:pt x="2588" y="0"/>
                  </a:lnTo>
                  <a:lnTo>
                    <a:pt x="3374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851547" y="3171710"/>
              <a:ext cx="5003" cy="90767"/>
            </a:xfrm>
            <a:custGeom>
              <a:avLst/>
              <a:pathLst>
                <a:path w="5003" h="90767">
                  <a:moveTo>
                    <a:pt x="0" y="90767"/>
                  </a:moveTo>
                  <a:lnTo>
                    <a:pt x="729" y="16304"/>
                  </a:lnTo>
                  <a:lnTo>
                    <a:pt x="1584" y="2478"/>
                  </a:lnTo>
                  <a:lnTo>
                    <a:pt x="2440" y="2478"/>
                  </a:lnTo>
                  <a:lnTo>
                    <a:pt x="3295" y="0"/>
                  </a:lnTo>
                  <a:lnTo>
                    <a:pt x="4151" y="42277"/>
                  </a:lnTo>
                  <a:lnTo>
                    <a:pt x="5003" y="907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859982" y="3219443"/>
              <a:ext cx="2248" cy="43034"/>
            </a:xfrm>
            <a:custGeom>
              <a:avLst/>
              <a:pathLst>
                <a:path w="2248" h="43034">
                  <a:moveTo>
                    <a:pt x="0" y="43034"/>
                  </a:moveTo>
                  <a:lnTo>
                    <a:pt x="850" y="14182"/>
                  </a:lnTo>
                  <a:lnTo>
                    <a:pt x="1705" y="0"/>
                  </a:lnTo>
                  <a:lnTo>
                    <a:pt x="2248" y="430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867260" y="3134600"/>
              <a:ext cx="4167" cy="127876"/>
            </a:xfrm>
            <a:custGeom>
              <a:avLst/>
              <a:pathLst>
                <a:path w="4167" h="127876">
                  <a:moveTo>
                    <a:pt x="0" y="127876"/>
                  </a:moveTo>
                  <a:lnTo>
                    <a:pt x="415" y="80858"/>
                  </a:lnTo>
                  <a:lnTo>
                    <a:pt x="1271" y="0"/>
                  </a:lnTo>
                  <a:lnTo>
                    <a:pt x="2126" y="16409"/>
                  </a:lnTo>
                  <a:lnTo>
                    <a:pt x="2982" y="45264"/>
                  </a:lnTo>
                  <a:lnTo>
                    <a:pt x="3837" y="86156"/>
                  </a:lnTo>
                  <a:lnTo>
                    <a:pt x="4167" y="1278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877923" y="3120659"/>
              <a:ext cx="13647" cy="141817"/>
            </a:xfrm>
            <a:custGeom>
              <a:avLst/>
              <a:pathLst>
                <a:path w="13647" h="141817">
                  <a:moveTo>
                    <a:pt x="0" y="141817"/>
                  </a:moveTo>
                  <a:lnTo>
                    <a:pt x="19" y="139910"/>
                  </a:lnTo>
                  <a:lnTo>
                    <a:pt x="875" y="35215"/>
                  </a:lnTo>
                  <a:lnTo>
                    <a:pt x="1730" y="0"/>
                  </a:lnTo>
                  <a:lnTo>
                    <a:pt x="2586" y="0"/>
                  </a:lnTo>
                  <a:lnTo>
                    <a:pt x="3441" y="1"/>
                  </a:lnTo>
                  <a:lnTo>
                    <a:pt x="4297" y="18544"/>
                  </a:lnTo>
                  <a:lnTo>
                    <a:pt x="5152" y="69822"/>
                  </a:lnTo>
                  <a:lnTo>
                    <a:pt x="6008" y="87173"/>
                  </a:lnTo>
                  <a:lnTo>
                    <a:pt x="6863" y="87173"/>
                  </a:lnTo>
                  <a:lnTo>
                    <a:pt x="7719" y="60774"/>
                  </a:lnTo>
                  <a:lnTo>
                    <a:pt x="8574" y="5727"/>
                  </a:lnTo>
                  <a:lnTo>
                    <a:pt x="9430" y="4691"/>
                  </a:lnTo>
                  <a:lnTo>
                    <a:pt x="10285" y="37435"/>
                  </a:lnTo>
                  <a:lnTo>
                    <a:pt x="11141" y="58795"/>
                  </a:lnTo>
                  <a:lnTo>
                    <a:pt x="11996" y="58795"/>
                  </a:lnTo>
                  <a:lnTo>
                    <a:pt x="12852" y="85196"/>
                  </a:lnTo>
                  <a:lnTo>
                    <a:pt x="13647" y="1418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899132" y="3187284"/>
              <a:ext cx="9890" cy="75192"/>
            </a:xfrm>
            <a:custGeom>
              <a:avLst/>
              <a:pathLst>
                <a:path w="9890" h="75192">
                  <a:moveTo>
                    <a:pt x="0" y="75192"/>
                  </a:moveTo>
                  <a:lnTo>
                    <a:pt x="198" y="56009"/>
                  </a:lnTo>
                  <a:lnTo>
                    <a:pt x="1054" y="32458"/>
                  </a:lnTo>
                  <a:lnTo>
                    <a:pt x="1909" y="30038"/>
                  </a:lnTo>
                  <a:lnTo>
                    <a:pt x="2765" y="15209"/>
                  </a:lnTo>
                  <a:lnTo>
                    <a:pt x="3620" y="20548"/>
                  </a:lnTo>
                  <a:lnTo>
                    <a:pt x="4476" y="44831"/>
                  </a:lnTo>
                  <a:lnTo>
                    <a:pt x="5331" y="11173"/>
                  </a:lnTo>
                  <a:lnTo>
                    <a:pt x="6187" y="0"/>
                  </a:lnTo>
                  <a:lnTo>
                    <a:pt x="7043" y="44249"/>
                  </a:lnTo>
                  <a:lnTo>
                    <a:pt x="7898" y="51415"/>
                  </a:lnTo>
                  <a:lnTo>
                    <a:pt x="8754" y="47603"/>
                  </a:lnTo>
                  <a:lnTo>
                    <a:pt x="9609" y="51196"/>
                  </a:lnTo>
                  <a:lnTo>
                    <a:pt x="9890" y="751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919827" y="3129734"/>
              <a:ext cx="5649" cy="132743"/>
            </a:xfrm>
            <a:custGeom>
              <a:avLst/>
              <a:pathLst>
                <a:path w="5649" h="132743">
                  <a:moveTo>
                    <a:pt x="0" y="132743"/>
                  </a:moveTo>
                  <a:lnTo>
                    <a:pt x="36" y="131193"/>
                  </a:lnTo>
                  <a:lnTo>
                    <a:pt x="891" y="41558"/>
                  </a:lnTo>
                  <a:lnTo>
                    <a:pt x="1747" y="0"/>
                  </a:lnTo>
                  <a:lnTo>
                    <a:pt x="2602" y="0"/>
                  </a:lnTo>
                  <a:lnTo>
                    <a:pt x="3458" y="15200"/>
                  </a:lnTo>
                  <a:lnTo>
                    <a:pt x="4313" y="30695"/>
                  </a:lnTo>
                  <a:lnTo>
                    <a:pt x="5169" y="66237"/>
                  </a:lnTo>
                  <a:lnTo>
                    <a:pt x="5649" y="1327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930841" y="3188862"/>
              <a:ext cx="4992" cy="73614"/>
            </a:xfrm>
            <a:custGeom>
              <a:avLst/>
              <a:pathLst>
                <a:path w="4992" h="73614">
                  <a:moveTo>
                    <a:pt x="0" y="73614"/>
                  </a:moveTo>
                  <a:lnTo>
                    <a:pt x="144" y="58379"/>
                  </a:lnTo>
                  <a:lnTo>
                    <a:pt x="999" y="3202"/>
                  </a:lnTo>
                  <a:lnTo>
                    <a:pt x="1855" y="0"/>
                  </a:lnTo>
                  <a:lnTo>
                    <a:pt x="2710" y="46960"/>
                  </a:lnTo>
                  <a:lnTo>
                    <a:pt x="3566" y="45446"/>
                  </a:lnTo>
                  <a:lnTo>
                    <a:pt x="4421" y="14931"/>
                  </a:lnTo>
                  <a:lnTo>
                    <a:pt x="4992" y="736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941523" y="3081796"/>
              <a:ext cx="8750" cy="180680"/>
            </a:xfrm>
            <a:custGeom>
              <a:avLst/>
              <a:pathLst>
                <a:path w="8750" h="180680">
                  <a:moveTo>
                    <a:pt x="0" y="180680"/>
                  </a:moveTo>
                  <a:lnTo>
                    <a:pt x="583" y="54877"/>
                  </a:lnTo>
                  <a:lnTo>
                    <a:pt x="1439" y="0"/>
                  </a:lnTo>
                  <a:lnTo>
                    <a:pt x="2294" y="2110"/>
                  </a:lnTo>
                  <a:lnTo>
                    <a:pt x="3150" y="1157"/>
                  </a:lnTo>
                  <a:lnTo>
                    <a:pt x="4005" y="43955"/>
                  </a:lnTo>
                  <a:lnTo>
                    <a:pt x="4861" y="92277"/>
                  </a:lnTo>
                  <a:lnTo>
                    <a:pt x="5716" y="116747"/>
                  </a:lnTo>
                  <a:lnTo>
                    <a:pt x="6572" y="160031"/>
                  </a:lnTo>
                  <a:lnTo>
                    <a:pt x="7427" y="149700"/>
                  </a:lnTo>
                  <a:lnTo>
                    <a:pt x="8283" y="163502"/>
                  </a:lnTo>
                  <a:lnTo>
                    <a:pt x="8750" y="1806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958648" y="3207833"/>
              <a:ext cx="6364" cy="54644"/>
            </a:xfrm>
            <a:custGeom>
              <a:avLst/>
              <a:pathLst>
                <a:path w="6364" h="54644">
                  <a:moveTo>
                    <a:pt x="0" y="54644"/>
                  </a:moveTo>
                  <a:lnTo>
                    <a:pt x="568" y="8818"/>
                  </a:lnTo>
                  <a:lnTo>
                    <a:pt x="1424" y="0"/>
                  </a:lnTo>
                  <a:lnTo>
                    <a:pt x="2280" y="0"/>
                  </a:lnTo>
                  <a:lnTo>
                    <a:pt x="3135" y="0"/>
                  </a:lnTo>
                  <a:lnTo>
                    <a:pt x="3991" y="0"/>
                  </a:lnTo>
                  <a:lnTo>
                    <a:pt x="4846" y="0"/>
                  </a:lnTo>
                  <a:lnTo>
                    <a:pt x="5702" y="18393"/>
                  </a:lnTo>
                  <a:lnTo>
                    <a:pt x="6364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978095" y="3154281"/>
              <a:ext cx="4343" cy="108195"/>
            </a:xfrm>
            <a:custGeom>
              <a:avLst/>
              <a:pathLst>
                <a:path w="4343" h="108195">
                  <a:moveTo>
                    <a:pt x="0" y="108195"/>
                  </a:moveTo>
                  <a:lnTo>
                    <a:pt x="799" y="74195"/>
                  </a:lnTo>
                  <a:lnTo>
                    <a:pt x="1655" y="17350"/>
                  </a:lnTo>
                  <a:lnTo>
                    <a:pt x="2510" y="0"/>
                  </a:lnTo>
                  <a:lnTo>
                    <a:pt x="3366" y="39178"/>
                  </a:lnTo>
                  <a:lnTo>
                    <a:pt x="4221" y="97192"/>
                  </a:lnTo>
                  <a:lnTo>
                    <a:pt x="4343" y="1081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013489" y="3086941"/>
              <a:ext cx="5207" cy="175535"/>
            </a:xfrm>
            <a:custGeom>
              <a:avLst/>
              <a:pathLst>
                <a:path w="5207" h="175535">
                  <a:moveTo>
                    <a:pt x="0" y="175535"/>
                  </a:moveTo>
                  <a:lnTo>
                    <a:pt x="482" y="18952"/>
                  </a:lnTo>
                  <a:lnTo>
                    <a:pt x="1337" y="0"/>
                  </a:lnTo>
                  <a:lnTo>
                    <a:pt x="2193" y="64116"/>
                  </a:lnTo>
                  <a:lnTo>
                    <a:pt x="3049" y="74930"/>
                  </a:lnTo>
                  <a:lnTo>
                    <a:pt x="3904" y="70941"/>
                  </a:lnTo>
                  <a:lnTo>
                    <a:pt x="4760" y="134641"/>
                  </a:lnTo>
                  <a:lnTo>
                    <a:pt x="5207" y="1755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019863" y="2853406"/>
              <a:ext cx="9118" cy="409071"/>
            </a:xfrm>
            <a:custGeom>
              <a:avLst/>
              <a:pathLst>
                <a:path w="9118" h="409071">
                  <a:moveTo>
                    <a:pt x="0" y="409071"/>
                  </a:moveTo>
                  <a:lnTo>
                    <a:pt x="96" y="404312"/>
                  </a:lnTo>
                  <a:lnTo>
                    <a:pt x="952" y="249316"/>
                  </a:lnTo>
                  <a:lnTo>
                    <a:pt x="1807" y="161870"/>
                  </a:lnTo>
                  <a:lnTo>
                    <a:pt x="2663" y="150614"/>
                  </a:lnTo>
                  <a:lnTo>
                    <a:pt x="3518" y="146361"/>
                  </a:lnTo>
                  <a:lnTo>
                    <a:pt x="4374" y="106990"/>
                  </a:lnTo>
                  <a:lnTo>
                    <a:pt x="5229" y="9886"/>
                  </a:lnTo>
                  <a:lnTo>
                    <a:pt x="6085" y="0"/>
                  </a:lnTo>
                  <a:lnTo>
                    <a:pt x="6940" y="93440"/>
                  </a:lnTo>
                  <a:lnTo>
                    <a:pt x="7796" y="235073"/>
                  </a:lnTo>
                  <a:lnTo>
                    <a:pt x="8651" y="342034"/>
                  </a:lnTo>
                  <a:lnTo>
                    <a:pt x="9118" y="4090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033320" y="3030973"/>
              <a:ext cx="7399" cy="231504"/>
            </a:xfrm>
            <a:custGeom>
              <a:avLst/>
              <a:pathLst>
                <a:path w="7399" h="231504">
                  <a:moveTo>
                    <a:pt x="0" y="231504"/>
                  </a:moveTo>
                  <a:lnTo>
                    <a:pt x="328" y="181148"/>
                  </a:lnTo>
                  <a:lnTo>
                    <a:pt x="1184" y="80215"/>
                  </a:lnTo>
                  <a:lnTo>
                    <a:pt x="2039" y="49197"/>
                  </a:lnTo>
                  <a:lnTo>
                    <a:pt x="2895" y="8013"/>
                  </a:lnTo>
                  <a:lnTo>
                    <a:pt x="3750" y="0"/>
                  </a:lnTo>
                  <a:lnTo>
                    <a:pt x="4606" y="26806"/>
                  </a:lnTo>
                  <a:lnTo>
                    <a:pt x="5461" y="98187"/>
                  </a:lnTo>
                  <a:lnTo>
                    <a:pt x="6317" y="172450"/>
                  </a:lnTo>
                  <a:lnTo>
                    <a:pt x="7172" y="222299"/>
                  </a:lnTo>
                  <a:lnTo>
                    <a:pt x="7399" y="2315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044582" y="2795648"/>
              <a:ext cx="41615" cy="466828"/>
            </a:xfrm>
            <a:custGeom>
              <a:avLst/>
              <a:pathLst>
                <a:path w="41615" h="466828">
                  <a:moveTo>
                    <a:pt x="0" y="466828"/>
                  </a:moveTo>
                  <a:lnTo>
                    <a:pt x="187" y="463460"/>
                  </a:lnTo>
                  <a:lnTo>
                    <a:pt x="1043" y="399198"/>
                  </a:lnTo>
                  <a:lnTo>
                    <a:pt x="1898" y="293139"/>
                  </a:lnTo>
                  <a:lnTo>
                    <a:pt x="2754" y="252057"/>
                  </a:lnTo>
                  <a:lnTo>
                    <a:pt x="3609" y="176093"/>
                  </a:lnTo>
                  <a:lnTo>
                    <a:pt x="4465" y="77886"/>
                  </a:lnTo>
                  <a:lnTo>
                    <a:pt x="5320" y="0"/>
                  </a:lnTo>
                  <a:lnTo>
                    <a:pt x="6176" y="21725"/>
                  </a:lnTo>
                  <a:lnTo>
                    <a:pt x="7031" y="142936"/>
                  </a:lnTo>
                  <a:lnTo>
                    <a:pt x="7887" y="226943"/>
                  </a:lnTo>
                  <a:lnTo>
                    <a:pt x="8743" y="305686"/>
                  </a:lnTo>
                  <a:lnTo>
                    <a:pt x="9598" y="330875"/>
                  </a:lnTo>
                  <a:lnTo>
                    <a:pt x="10454" y="281255"/>
                  </a:lnTo>
                  <a:lnTo>
                    <a:pt x="11309" y="248270"/>
                  </a:lnTo>
                  <a:lnTo>
                    <a:pt x="12165" y="202456"/>
                  </a:lnTo>
                  <a:lnTo>
                    <a:pt x="13020" y="216493"/>
                  </a:lnTo>
                  <a:lnTo>
                    <a:pt x="13876" y="176772"/>
                  </a:lnTo>
                  <a:lnTo>
                    <a:pt x="14731" y="202873"/>
                  </a:lnTo>
                  <a:lnTo>
                    <a:pt x="15587" y="321241"/>
                  </a:lnTo>
                  <a:lnTo>
                    <a:pt x="16442" y="403401"/>
                  </a:lnTo>
                  <a:lnTo>
                    <a:pt x="17298" y="395360"/>
                  </a:lnTo>
                  <a:lnTo>
                    <a:pt x="18153" y="302979"/>
                  </a:lnTo>
                  <a:lnTo>
                    <a:pt x="19009" y="275775"/>
                  </a:lnTo>
                  <a:lnTo>
                    <a:pt x="19864" y="266860"/>
                  </a:lnTo>
                  <a:lnTo>
                    <a:pt x="20720" y="140000"/>
                  </a:lnTo>
                  <a:lnTo>
                    <a:pt x="21575" y="39744"/>
                  </a:lnTo>
                  <a:lnTo>
                    <a:pt x="22431" y="76145"/>
                  </a:lnTo>
                  <a:lnTo>
                    <a:pt x="23287" y="207197"/>
                  </a:lnTo>
                  <a:lnTo>
                    <a:pt x="24142" y="264345"/>
                  </a:lnTo>
                  <a:lnTo>
                    <a:pt x="24998" y="232043"/>
                  </a:lnTo>
                  <a:lnTo>
                    <a:pt x="25853" y="267147"/>
                  </a:lnTo>
                  <a:lnTo>
                    <a:pt x="26709" y="238828"/>
                  </a:lnTo>
                  <a:lnTo>
                    <a:pt x="27564" y="214372"/>
                  </a:lnTo>
                  <a:lnTo>
                    <a:pt x="28420" y="167870"/>
                  </a:lnTo>
                  <a:lnTo>
                    <a:pt x="29275" y="177457"/>
                  </a:lnTo>
                  <a:lnTo>
                    <a:pt x="30131" y="278232"/>
                  </a:lnTo>
                  <a:lnTo>
                    <a:pt x="30986" y="313993"/>
                  </a:lnTo>
                  <a:lnTo>
                    <a:pt x="31842" y="334463"/>
                  </a:lnTo>
                  <a:lnTo>
                    <a:pt x="32697" y="355659"/>
                  </a:lnTo>
                  <a:lnTo>
                    <a:pt x="33553" y="366490"/>
                  </a:lnTo>
                  <a:lnTo>
                    <a:pt x="34408" y="342517"/>
                  </a:lnTo>
                  <a:lnTo>
                    <a:pt x="35264" y="216932"/>
                  </a:lnTo>
                  <a:lnTo>
                    <a:pt x="36119" y="150984"/>
                  </a:lnTo>
                  <a:lnTo>
                    <a:pt x="36975" y="88007"/>
                  </a:lnTo>
                  <a:lnTo>
                    <a:pt x="37830" y="67265"/>
                  </a:lnTo>
                  <a:lnTo>
                    <a:pt x="38686" y="65182"/>
                  </a:lnTo>
                  <a:lnTo>
                    <a:pt x="39542" y="122554"/>
                  </a:lnTo>
                  <a:lnTo>
                    <a:pt x="40397" y="266300"/>
                  </a:lnTo>
                  <a:lnTo>
                    <a:pt x="41253" y="400880"/>
                  </a:lnTo>
                  <a:lnTo>
                    <a:pt x="41615" y="4668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089558" y="2817746"/>
              <a:ext cx="37800" cy="444730"/>
            </a:xfrm>
            <a:custGeom>
              <a:avLst/>
              <a:pathLst>
                <a:path w="37800" h="444730">
                  <a:moveTo>
                    <a:pt x="0" y="444730"/>
                  </a:moveTo>
                  <a:lnTo>
                    <a:pt x="555" y="386513"/>
                  </a:lnTo>
                  <a:lnTo>
                    <a:pt x="1410" y="286674"/>
                  </a:lnTo>
                  <a:lnTo>
                    <a:pt x="2266" y="209220"/>
                  </a:lnTo>
                  <a:lnTo>
                    <a:pt x="3121" y="225757"/>
                  </a:lnTo>
                  <a:lnTo>
                    <a:pt x="3977" y="233268"/>
                  </a:lnTo>
                  <a:lnTo>
                    <a:pt x="4832" y="249436"/>
                  </a:lnTo>
                  <a:lnTo>
                    <a:pt x="5688" y="264433"/>
                  </a:lnTo>
                  <a:lnTo>
                    <a:pt x="6543" y="311216"/>
                  </a:lnTo>
                  <a:lnTo>
                    <a:pt x="7399" y="345694"/>
                  </a:lnTo>
                  <a:lnTo>
                    <a:pt x="8254" y="322266"/>
                  </a:lnTo>
                  <a:lnTo>
                    <a:pt x="9110" y="296905"/>
                  </a:lnTo>
                  <a:lnTo>
                    <a:pt x="9965" y="257994"/>
                  </a:lnTo>
                  <a:lnTo>
                    <a:pt x="10821" y="257791"/>
                  </a:lnTo>
                  <a:lnTo>
                    <a:pt x="11676" y="244390"/>
                  </a:lnTo>
                  <a:lnTo>
                    <a:pt x="12532" y="221716"/>
                  </a:lnTo>
                  <a:lnTo>
                    <a:pt x="13387" y="194974"/>
                  </a:lnTo>
                  <a:lnTo>
                    <a:pt x="14243" y="144147"/>
                  </a:lnTo>
                  <a:lnTo>
                    <a:pt x="15098" y="98138"/>
                  </a:lnTo>
                  <a:lnTo>
                    <a:pt x="15954" y="108051"/>
                  </a:lnTo>
                  <a:lnTo>
                    <a:pt x="16810" y="129588"/>
                  </a:lnTo>
                  <a:lnTo>
                    <a:pt x="17665" y="182894"/>
                  </a:lnTo>
                  <a:lnTo>
                    <a:pt x="18521" y="222651"/>
                  </a:lnTo>
                  <a:lnTo>
                    <a:pt x="19376" y="234956"/>
                  </a:lnTo>
                  <a:lnTo>
                    <a:pt x="20232" y="273053"/>
                  </a:lnTo>
                  <a:lnTo>
                    <a:pt x="21087" y="276847"/>
                  </a:lnTo>
                  <a:lnTo>
                    <a:pt x="21943" y="276849"/>
                  </a:lnTo>
                  <a:lnTo>
                    <a:pt x="22798" y="243142"/>
                  </a:lnTo>
                  <a:lnTo>
                    <a:pt x="23654" y="180507"/>
                  </a:lnTo>
                  <a:lnTo>
                    <a:pt x="24509" y="164571"/>
                  </a:lnTo>
                  <a:lnTo>
                    <a:pt x="25365" y="184503"/>
                  </a:lnTo>
                  <a:lnTo>
                    <a:pt x="26220" y="156447"/>
                  </a:lnTo>
                  <a:lnTo>
                    <a:pt x="27076" y="82748"/>
                  </a:lnTo>
                  <a:lnTo>
                    <a:pt x="27931" y="3001"/>
                  </a:lnTo>
                  <a:lnTo>
                    <a:pt x="28787" y="0"/>
                  </a:lnTo>
                  <a:lnTo>
                    <a:pt x="29642" y="70521"/>
                  </a:lnTo>
                  <a:lnTo>
                    <a:pt x="30498" y="109857"/>
                  </a:lnTo>
                  <a:lnTo>
                    <a:pt x="31354" y="103330"/>
                  </a:lnTo>
                  <a:lnTo>
                    <a:pt x="32209" y="105465"/>
                  </a:lnTo>
                  <a:lnTo>
                    <a:pt x="33065" y="128139"/>
                  </a:lnTo>
                  <a:lnTo>
                    <a:pt x="33920" y="100661"/>
                  </a:lnTo>
                  <a:lnTo>
                    <a:pt x="34776" y="70946"/>
                  </a:lnTo>
                  <a:lnTo>
                    <a:pt x="35631" y="106057"/>
                  </a:lnTo>
                  <a:lnTo>
                    <a:pt x="36487" y="204193"/>
                  </a:lnTo>
                  <a:lnTo>
                    <a:pt x="37342" y="353678"/>
                  </a:lnTo>
                  <a:lnTo>
                    <a:pt x="37800" y="4447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132791" y="2999090"/>
              <a:ext cx="15495" cy="263386"/>
            </a:xfrm>
            <a:custGeom>
              <a:avLst/>
              <a:pathLst>
                <a:path w="15495" h="263386">
                  <a:moveTo>
                    <a:pt x="0" y="263386"/>
                  </a:moveTo>
                  <a:lnTo>
                    <a:pt x="98" y="248302"/>
                  </a:lnTo>
                  <a:lnTo>
                    <a:pt x="954" y="30514"/>
                  </a:lnTo>
                  <a:lnTo>
                    <a:pt x="1809" y="63364"/>
                  </a:lnTo>
                  <a:lnTo>
                    <a:pt x="2665" y="171993"/>
                  </a:lnTo>
                  <a:lnTo>
                    <a:pt x="3520" y="178580"/>
                  </a:lnTo>
                  <a:lnTo>
                    <a:pt x="4376" y="161821"/>
                  </a:lnTo>
                  <a:lnTo>
                    <a:pt x="5231" y="184624"/>
                  </a:lnTo>
                  <a:lnTo>
                    <a:pt x="6087" y="255081"/>
                  </a:lnTo>
                  <a:lnTo>
                    <a:pt x="6942" y="163657"/>
                  </a:lnTo>
                  <a:lnTo>
                    <a:pt x="7798" y="63259"/>
                  </a:lnTo>
                  <a:lnTo>
                    <a:pt x="8653" y="50726"/>
                  </a:lnTo>
                  <a:lnTo>
                    <a:pt x="9509" y="23914"/>
                  </a:lnTo>
                  <a:lnTo>
                    <a:pt x="10364" y="6919"/>
                  </a:lnTo>
                  <a:lnTo>
                    <a:pt x="11220" y="0"/>
                  </a:lnTo>
                  <a:lnTo>
                    <a:pt x="12075" y="60410"/>
                  </a:lnTo>
                  <a:lnTo>
                    <a:pt x="12931" y="120890"/>
                  </a:lnTo>
                  <a:lnTo>
                    <a:pt x="13786" y="154781"/>
                  </a:lnTo>
                  <a:lnTo>
                    <a:pt x="14642" y="214334"/>
                  </a:lnTo>
                  <a:lnTo>
                    <a:pt x="15495" y="263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149530" y="3063689"/>
              <a:ext cx="9621" cy="198787"/>
            </a:xfrm>
            <a:custGeom>
              <a:avLst/>
              <a:pathLst>
                <a:path w="9621" h="198787">
                  <a:moveTo>
                    <a:pt x="0" y="198787"/>
                  </a:moveTo>
                  <a:lnTo>
                    <a:pt x="469" y="162833"/>
                  </a:lnTo>
                  <a:lnTo>
                    <a:pt x="1325" y="100208"/>
                  </a:lnTo>
                  <a:lnTo>
                    <a:pt x="2180" y="71571"/>
                  </a:lnTo>
                  <a:lnTo>
                    <a:pt x="3036" y="38827"/>
                  </a:lnTo>
                  <a:lnTo>
                    <a:pt x="3891" y="6631"/>
                  </a:lnTo>
                  <a:lnTo>
                    <a:pt x="4747" y="0"/>
                  </a:lnTo>
                  <a:lnTo>
                    <a:pt x="5602" y="74236"/>
                  </a:lnTo>
                  <a:lnTo>
                    <a:pt x="6458" y="136862"/>
                  </a:lnTo>
                  <a:lnTo>
                    <a:pt x="7313" y="144143"/>
                  </a:lnTo>
                  <a:lnTo>
                    <a:pt x="8169" y="152245"/>
                  </a:lnTo>
                  <a:lnTo>
                    <a:pt x="9024" y="185093"/>
                  </a:lnTo>
                  <a:lnTo>
                    <a:pt x="9621" y="1987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159606" y="3067172"/>
              <a:ext cx="7106" cy="195304"/>
            </a:xfrm>
            <a:custGeom>
              <a:avLst/>
              <a:pathLst>
                <a:path w="7106" h="195304">
                  <a:moveTo>
                    <a:pt x="0" y="195304"/>
                  </a:moveTo>
                  <a:lnTo>
                    <a:pt x="660" y="175223"/>
                  </a:lnTo>
                  <a:lnTo>
                    <a:pt x="1515" y="104521"/>
                  </a:lnTo>
                  <a:lnTo>
                    <a:pt x="2371" y="62424"/>
                  </a:lnTo>
                  <a:lnTo>
                    <a:pt x="3226" y="23249"/>
                  </a:lnTo>
                  <a:lnTo>
                    <a:pt x="4082" y="0"/>
                  </a:lnTo>
                  <a:lnTo>
                    <a:pt x="4937" y="98688"/>
                  </a:lnTo>
                  <a:lnTo>
                    <a:pt x="5793" y="183506"/>
                  </a:lnTo>
                  <a:lnTo>
                    <a:pt x="6648" y="176015"/>
                  </a:lnTo>
                  <a:lnTo>
                    <a:pt x="7106" y="1953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169309" y="2979199"/>
              <a:ext cx="33250" cy="283277"/>
            </a:xfrm>
            <a:custGeom>
              <a:avLst/>
              <a:pathLst>
                <a:path w="33250" h="283277">
                  <a:moveTo>
                    <a:pt x="0" y="283277"/>
                  </a:moveTo>
                  <a:lnTo>
                    <a:pt x="368" y="222504"/>
                  </a:lnTo>
                  <a:lnTo>
                    <a:pt x="1223" y="180739"/>
                  </a:lnTo>
                  <a:lnTo>
                    <a:pt x="2079" y="250583"/>
                  </a:lnTo>
                  <a:lnTo>
                    <a:pt x="2935" y="224239"/>
                  </a:lnTo>
                  <a:lnTo>
                    <a:pt x="3790" y="182400"/>
                  </a:lnTo>
                  <a:lnTo>
                    <a:pt x="4646" y="180419"/>
                  </a:lnTo>
                  <a:lnTo>
                    <a:pt x="5501" y="203201"/>
                  </a:lnTo>
                  <a:lnTo>
                    <a:pt x="6357" y="186170"/>
                  </a:lnTo>
                  <a:lnTo>
                    <a:pt x="7212" y="165128"/>
                  </a:lnTo>
                  <a:lnTo>
                    <a:pt x="8068" y="179773"/>
                  </a:lnTo>
                  <a:lnTo>
                    <a:pt x="8923" y="222140"/>
                  </a:lnTo>
                  <a:lnTo>
                    <a:pt x="9779" y="209516"/>
                  </a:lnTo>
                  <a:lnTo>
                    <a:pt x="10634" y="183018"/>
                  </a:lnTo>
                  <a:lnTo>
                    <a:pt x="11490" y="212453"/>
                  </a:lnTo>
                  <a:lnTo>
                    <a:pt x="12345" y="204711"/>
                  </a:lnTo>
                  <a:lnTo>
                    <a:pt x="13201" y="132031"/>
                  </a:lnTo>
                  <a:lnTo>
                    <a:pt x="14056" y="30659"/>
                  </a:lnTo>
                  <a:lnTo>
                    <a:pt x="14912" y="0"/>
                  </a:lnTo>
                  <a:lnTo>
                    <a:pt x="15767" y="24798"/>
                  </a:lnTo>
                  <a:lnTo>
                    <a:pt x="16623" y="28763"/>
                  </a:lnTo>
                  <a:lnTo>
                    <a:pt x="17479" y="81224"/>
                  </a:lnTo>
                  <a:lnTo>
                    <a:pt x="18334" y="171657"/>
                  </a:lnTo>
                  <a:lnTo>
                    <a:pt x="19190" y="232378"/>
                  </a:lnTo>
                  <a:lnTo>
                    <a:pt x="20045" y="240075"/>
                  </a:lnTo>
                  <a:lnTo>
                    <a:pt x="20901" y="198354"/>
                  </a:lnTo>
                  <a:lnTo>
                    <a:pt x="21756" y="168380"/>
                  </a:lnTo>
                  <a:lnTo>
                    <a:pt x="22612" y="186447"/>
                  </a:lnTo>
                  <a:lnTo>
                    <a:pt x="23467" y="198231"/>
                  </a:lnTo>
                  <a:lnTo>
                    <a:pt x="24323" y="198232"/>
                  </a:lnTo>
                  <a:lnTo>
                    <a:pt x="25178" y="233820"/>
                  </a:lnTo>
                  <a:lnTo>
                    <a:pt x="26034" y="277238"/>
                  </a:lnTo>
                  <a:lnTo>
                    <a:pt x="26889" y="273816"/>
                  </a:lnTo>
                  <a:lnTo>
                    <a:pt x="27745" y="240419"/>
                  </a:lnTo>
                  <a:lnTo>
                    <a:pt x="28600" y="203933"/>
                  </a:lnTo>
                  <a:lnTo>
                    <a:pt x="29456" y="193248"/>
                  </a:lnTo>
                  <a:lnTo>
                    <a:pt x="30311" y="217803"/>
                  </a:lnTo>
                  <a:lnTo>
                    <a:pt x="31167" y="209418"/>
                  </a:lnTo>
                  <a:lnTo>
                    <a:pt x="32022" y="231790"/>
                  </a:lnTo>
                  <a:lnTo>
                    <a:pt x="32878" y="263437"/>
                  </a:lnTo>
                  <a:lnTo>
                    <a:pt x="33250" y="2832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209201" y="2753244"/>
              <a:ext cx="19090" cy="509232"/>
            </a:xfrm>
            <a:custGeom>
              <a:avLst/>
              <a:pathLst>
                <a:path w="19090" h="509232">
                  <a:moveTo>
                    <a:pt x="0" y="509232"/>
                  </a:moveTo>
                  <a:lnTo>
                    <a:pt x="685" y="417353"/>
                  </a:lnTo>
                  <a:lnTo>
                    <a:pt x="1541" y="311210"/>
                  </a:lnTo>
                  <a:lnTo>
                    <a:pt x="2396" y="220424"/>
                  </a:lnTo>
                  <a:lnTo>
                    <a:pt x="3252" y="162030"/>
                  </a:lnTo>
                  <a:lnTo>
                    <a:pt x="4107" y="65599"/>
                  </a:lnTo>
                  <a:lnTo>
                    <a:pt x="4963" y="0"/>
                  </a:lnTo>
                  <a:lnTo>
                    <a:pt x="5818" y="52071"/>
                  </a:lnTo>
                  <a:lnTo>
                    <a:pt x="6674" y="180854"/>
                  </a:lnTo>
                  <a:lnTo>
                    <a:pt x="7530" y="316271"/>
                  </a:lnTo>
                  <a:lnTo>
                    <a:pt x="8385" y="359239"/>
                  </a:lnTo>
                  <a:lnTo>
                    <a:pt x="9241" y="422273"/>
                  </a:lnTo>
                  <a:lnTo>
                    <a:pt x="10096" y="483035"/>
                  </a:lnTo>
                  <a:lnTo>
                    <a:pt x="10952" y="475562"/>
                  </a:lnTo>
                  <a:lnTo>
                    <a:pt x="11807" y="440175"/>
                  </a:lnTo>
                  <a:lnTo>
                    <a:pt x="12663" y="406713"/>
                  </a:lnTo>
                  <a:lnTo>
                    <a:pt x="13518" y="369227"/>
                  </a:lnTo>
                  <a:lnTo>
                    <a:pt x="14374" y="293894"/>
                  </a:lnTo>
                  <a:lnTo>
                    <a:pt x="15229" y="280668"/>
                  </a:lnTo>
                  <a:lnTo>
                    <a:pt x="16085" y="317013"/>
                  </a:lnTo>
                  <a:lnTo>
                    <a:pt x="16940" y="358295"/>
                  </a:lnTo>
                  <a:lnTo>
                    <a:pt x="17796" y="421700"/>
                  </a:lnTo>
                  <a:lnTo>
                    <a:pt x="18651" y="488646"/>
                  </a:lnTo>
                  <a:lnTo>
                    <a:pt x="19090" y="5092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231740" y="3203330"/>
              <a:ext cx="2033" cy="59146"/>
            </a:xfrm>
            <a:custGeom>
              <a:avLst/>
              <a:pathLst>
                <a:path w="2033" h="59146">
                  <a:moveTo>
                    <a:pt x="0" y="59146"/>
                  </a:moveTo>
                  <a:lnTo>
                    <a:pt x="390" y="12059"/>
                  </a:lnTo>
                  <a:lnTo>
                    <a:pt x="1246" y="0"/>
                  </a:lnTo>
                  <a:lnTo>
                    <a:pt x="2033" y="591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242670" y="3152654"/>
              <a:ext cx="2764" cy="109822"/>
            </a:xfrm>
            <a:custGeom>
              <a:avLst/>
              <a:pathLst>
                <a:path w="2764" h="109822">
                  <a:moveTo>
                    <a:pt x="0" y="109822"/>
                  </a:moveTo>
                  <a:lnTo>
                    <a:pt x="582" y="77264"/>
                  </a:lnTo>
                  <a:lnTo>
                    <a:pt x="1438" y="0"/>
                  </a:lnTo>
                  <a:lnTo>
                    <a:pt x="2293" y="40505"/>
                  </a:lnTo>
                  <a:lnTo>
                    <a:pt x="2764" y="1098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246629" y="3222922"/>
              <a:ext cx="1342" cy="39554"/>
            </a:xfrm>
            <a:custGeom>
              <a:avLst/>
              <a:pathLst>
                <a:path w="1342" h="39554">
                  <a:moveTo>
                    <a:pt x="0" y="39554"/>
                  </a:moveTo>
                  <a:lnTo>
                    <a:pt x="45" y="36387"/>
                  </a:lnTo>
                  <a:lnTo>
                    <a:pt x="900" y="0"/>
                  </a:lnTo>
                  <a:lnTo>
                    <a:pt x="1342" y="395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251974" y="3066302"/>
              <a:ext cx="4566" cy="196174"/>
            </a:xfrm>
            <a:custGeom>
              <a:avLst/>
              <a:pathLst>
                <a:path w="4566" h="196174">
                  <a:moveTo>
                    <a:pt x="0" y="196174"/>
                  </a:moveTo>
                  <a:lnTo>
                    <a:pt x="689" y="116552"/>
                  </a:lnTo>
                  <a:lnTo>
                    <a:pt x="1544" y="0"/>
                  </a:lnTo>
                  <a:lnTo>
                    <a:pt x="2400" y="42124"/>
                  </a:lnTo>
                  <a:lnTo>
                    <a:pt x="3256" y="188268"/>
                  </a:lnTo>
                  <a:lnTo>
                    <a:pt x="4111" y="182220"/>
                  </a:lnTo>
                  <a:lnTo>
                    <a:pt x="4566" y="1961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258854" y="2900295"/>
              <a:ext cx="24961" cy="362182"/>
            </a:xfrm>
            <a:custGeom>
              <a:avLst/>
              <a:pathLst>
                <a:path w="24961" h="362182">
                  <a:moveTo>
                    <a:pt x="0" y="362182"/>
                  </a:moveTo>
                  <a:lnTo>
                    <a:pt x="653" y="207281"/>
                  </a:lnTo>
                  <a:lnTo>
                    <a:pt x="1508" y="24515"/>
                  </a:lnTo>
                  <a:lnTo>
                    <a:pt x="2364" y="0"/>
                  </a:lnTo>
                  <a:lnTo>
                    <a:pt x="3220" y="19409"/>
                  </a:lnTo>
                  <a:lnTo>
                    <a:pt x="4075" y="27150"/>
                  </a:lnTo>
                  <a:lnTo>
                    <a:pt x="4931" y="87949"/>
                  </a:lnTo>
                  <a:lnTo>
                    <a:pt x="5786" y="162284"/>
                  </a:lnTo>
                  <a:lnTo>
                    <a:pt x="6642" y="107972"/>
                  </a:lnTo>
                  <a:lnTo>
                    <a:pt x="7497" y="79972"/>
                  </a:lnTo>
                  <a:lnTo>
                    <a:pt x="8353" y="59964"/>
                  </a:lnTo>
                  <a:lnTo>
                    <a:pt x="9208" y="117514"/>
                  </a:lnTo>
                  <a:lnTo>
                    <a:pt x="10064" y="178302"/>
                  </a:lnTo>
                  <a:lnTo>
                    <a:pt x="10919" y="167749"/>
                  </a:lnTo>
                  <a:lnTo>
                    <a:pt x="11775" y="155966"/>
                  </a:lnTo>
                  <a:lnTo>
                    <a:pt x="12630" y="165815"/>
                  </a:lnTo>
                  <a:lnTo>
                    <a:pt x="13486" y="185626"/>
                  </a:lnTo>
                  <a:lnTo>
                    <a:pt x="14341" y="156467"/>
                  </a:lnTo>
                  <a:lnTo>
                    <a:pt x="15197" y="153236"/>
                  </a:lnTo>
                  <a:lnTo>
                    <a:pt x="16052" y="189720"/>
                  </a:lnTo>
                  <a:lnTo>
                    <a:pt x="16908" y="259341"/>
                  </a:lnTo>
                  <a:lnTo>
                    <a:pt x="17764" y="250196"/>
                  </a:lnTo>
                  <a:lnTo>
                    <a:pt x="18619" y="193951"/>
                  </a:lnTo>
                  <a:lnTo>
                    <a:pt x="19475" y="126474"/>
                  </a:lnTo>
                  <a:lnTo>
                    <a:pt x="20330" y="60030"/>
                  </a:lnTo>
                  <a:lnTo>
                    <a:pt x="21186" y="50975"/>
                  </a:lnTo>
                  <a:lnTo>
                    <a:pt x="22041" y="76318"/>
                  </a:lnTo>
                  <a:lnTo>
                    <a:pt x="22897" y="110153"/>
                  </a:lnTo>
                  <a:lnTo>
                    <a:pt x="23752" y="208628"/>
                  </a:lnTo>
                  <a:lnTo>
                    <a:pt x="24608" y="323042"/>
                  </a:lnTo>
                  <a:lnTo>
                    <a:pt x="24961" y="3621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285444" y="2906381"/>
              <a:ext cx="36307" cy="356096"/>
            </a:xfrm>
            <a:custGeom>
              <a:avLst/>
              <a:pathLst>
                <a:path w="36307" h="356096">
                  <a:moveTo>
                    <a:pt x="0" y="356096"/>
                  </a:moveTo>
                  <a:lnTo>
                    <a:pt x="584" y="297903"/>
                  </a:lnTo>
                  <a:lnTo>
                    <a:pt x="1439" y="283855"/>
                  </a:lnTo>
                  <a:lnTo>
                    <a:pt x="2295" y="229696"/>
                  </a:lnTo>
                  <a:lnTo>
                    <a:pt x="3150" y="129197"/>
                  </a:lnTo>
                  <a:lnTo>
                    <a:pt x="4006" y="7127"/>
                  </a:lnTo>
                  <a:lnTo>
                    <a:pt x="4862" y="0"/>
                  </a:lnTo>
                  <a:lnTo>
                    <a:pt x="5717" y="76873"/>
                  </a:lnTo>
                  <a:lnTo>
                    <a:pt x="6573" y="91069"/>
                  </a:lnTo>
                  <a:lnTo>
                    <a:pt x="7428" y="25075"/>
                  </a:lnTo>
                  <a:lnTo>
                    <a:pt x="8284" y="15810"/>
                  </a:lnTo>
                  <a:lnTo>
                    <a:pt x="9139" y="29761"/>
                  </a:lnTo>
                  <a:lnTo>
                    <a:pt x="9995" y="15930"/>
                  </a:lnTo>
                  <a:lnTo>
                    <a:pt x="10850" y="23996"/>
                  </a:lnTo>
                  <a:lnTo>
                    <a:pt x="11706" y="52715"/>
                  </a:lnTo>
                  <a:lnTo>
                    <a:pt x="12561" y="126980"/>
                  </a:lnTo>
                  <a:lnTo>
                    <a:pt x="13417" y="129419"/>
                  </a:lnTo>
                  <a:lnTo>
                    <a:pt x="14272" y="158724"/>
                  </a:lnTo>
                  <a:lnTo>
                    <a:pt x="15128" y="170607"/>
                  </a:lnTo>
                  <a:lnTo>
                    <a:pt x="15983" y="146618"/>
                  </a:lnTo>
                  <a:lnTo>
                    <a:pt x="16839" y="128045"/>
                  </a:lnTo>
                  <a:lnTo>
                    <a:pt x="17694" y="136175"/>
                  </a:lnTo>
                  <a:lnTo>
                    <a:pt x="18550" y="207049"/>
                  </a:lnTo>
                  <a:lnTo>
                    <a:pt x="19405" y="206252"/>
                  </a:lnTo>
                  <a:lnTo>
                    <a:pt x="20261" y="168388"/>
                  </a:lnTo>
                  <a:lnTo>
                    <a:pt x="21117" y="143671"/>
                  </a:lnTo>
                  <a:lnTo>
                    <a:pt x="21972" y="136089"/>
                  </a:lnTo>
                  <a:lnTo>
                    <a:pt x="22828" y="134082"/>
                  </a:lnTo>
                  <a:lnTo>
                    <a:pt x="23683" y="85850"/>
                  </a:lnTo>
                  <a:lnTo>
                    <a:pt x="24539" y="83498"/>
                  </a:lnTo>
                  <a:lnTo>
                    <a:pt x="25394" y="174363"/>
                  </a:lnTo>
                  <a:lnTo>
                    <a:pt x="26250" y="256718"/>
                  </a:lnTo>
                  <a:lnTo>
                    <a:pt x="27105" y="253286"/>
                  </a:lnTo>
                  <a:lnTo>
                    <a:pt x="27961" y="214961"/>
                  </a:lnTo>
                  <a:lnTo>
                    <a:pt x="28816" y="245828"/>
                  </a:lnTo>
                  <a:lnTo>
                    <a:pt x="29672" y="271997"/>
                  </a:lnTo>
                  <a:lnTo>
                    <a:pt x="30527" y="202518"/>
                  </a:lnTo>
                  <a:lnTo>
                    <a:pt x="31383" y="78951"/>
                  </a:lnTo>
                  <a:lnTo>
                    <a:pt x="32238" y="28752"/>
                  </a:lnTo>
                  <a:lnTo>
                    <a:pt x="33094" y="77614"/>
                  </a:lnTo>
                  <a:lnTo>
                    <a:pt x="33949" y="141154"/>
                  </a:lnTo>
                  <a:lnTo>
                    <a:pt x="34805" y="187141"/>
                  </a:lnTo>
                  <a:lnTo>
                    <a:pt x="35660" y="245748"/>
                  </a:lnTo>
                  <a:lnTo>
                    <a:pt x="36307" y="3560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324947" y="2959757"/>
              <a:ext cx="16381" cy="302719"/>
            </a:xfrm>
            <a:custGeom>
              <a:avLst/>
              <a:pathLst>
                <a:path w="16381" h="302719">
                  <a:moveTo>
                    <a:pt x="0" y="302719"/>
                  </a:moveTo>
                  <a:lnTo>
                    <a:pt x="435" y="230692"/>
                  </a:lnTo>
                  <a:lnTo>
                    <a:pt x="1291" y="139988"/>
                  </a:lnTo>
                  <a:lnTo>
                    <a:pt x="2146" y="53869"/>
                  </a:lnTo>
                  <a:lnTo>
                    <a:pt x="3002" y="0"/>
                  </a:lnTo>
                  <a:lnTo>
                    <a:pt x="3857" y="1931"/>
                  </a:lnTo>
                  <a:lnTo>
                    <a:pt x="4713" y="26588"/>
                  </a:lnTo>
                  <a:lnTo>
                    <a:pt x="5568" y="131478"/>
                  </a:lnTo>
                  <a:lnTo>
                    <a:pt x="6424" y="217730"/>
                  </a:lnTo>
                  <a:lnTo>
                    <a:pt x="7279" y="248075"/>
                  </a:lnTo>
                  <a:lnTo>
                    <a:pt x="8135" y="248075"/>
                  </a:lnTo>
                  <a:lnTo>
                    <a:pt x="8991" y="248075"/>
                  </a:lnTo>
                  <a:lnTo>
                    <a:pt x="9846" y="248075"/>
                  </a:lnTo>
                  <a:lnTo>
                    <a:pt x="10702" y="204027"/>
                  </a:lnTo>
                  <a:lnTo>
                    <a:pt x="11557" y="162778"/>
                  </a:lnTo>
                  <a:lnTo>
                    <a:pt x="12413" y="179944"/>
                  </a:lnTo>
                  <a:lnTo>
                    <a:pt x="13268" y="159100"/>
                  </a:lnTo>
                  <a:lnTo>
                    <a:pt x="14124" y="135086"/>
                  </a:lnTo>
                  <a:lnTo>
                    <a:pt x="14979" y="179634"/>
                  </a:lnTo>
                  <a:lnTo>
                    <a:pt x="15835" y="271179"/>
                  </a:lnTo>
                  <a:lnTo>
                    <a:pt x="16381" y="30271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344783" y="3003392"/>
              <a:ext cx="14610" cy="259085"/>
            </a:xfrm>
            <a:custGeom>
              <a:avLst/>
              <a:pathLst>
                <a:path w="14610" h="259085">
                  <a:moveTo>
                    <a:pt x="0" y="259085"/>
                  </a:moveTo>
                  <a:lnTo>
                    <a:pt x="277" y="241503"/>
                  </a:lnTo>
                  <a:lnTo>
                    <a:pt x="1132" y="225622"/>
                  </a:lnTo>
                  <a:lnTo>
                    <a:pt x="1988" y="246870"/>
                  </a:lnTo>
                  <a:lnTo>
                    <a:pt x="2843" y="230174"/>
                  </a:lnTo>
                  <a:lnTo>
                    <a:pt x="3699" y="174438"/>
                  </a:lnTo>
                  <a:lnTo>
                    <a:pt x="4554" y="153531"/>
                  </a:lnTo>
                  <a:lnTo>
                    <a:pt x="5410" y="115419"/>
                  </a:lnTo>
                  <a:lnTo>
                    <a:pt x="6265" y="31727"/>
                  </a:lnTo>
                  <a:lnTo>
                    <a:pt x="7121" y="0"/>
                  </a:lnTo>
                  <a:lnTo>
                    <a:pt x="7977" y="33943"/>
                  </a:lnTo>
                  <a:lnTo>
                    <a:pt x="8832" y="63804"/>
                  </a:lnTo>
                  <a:lnTo>
                    <a:pt x="9688" y="77545"/>
                  </a:lnTo>
                  <a:lnTo>
                    <a:pt x="10543" y="125359"/>
                  </a:lnTo>
                  <a:lnTo>
                    <a:pt x="11399" y="177435"/>
                  </a:lnTo>
                  <a:lnTo>
                    <a:pt x="12254" y="189178"/>
                  </a:lnTo>
                  <a:lnTo>
                    <a:pt x="13110" y="205327"/>
                  </a:lnTo>
                  <a:lnTo>
                    <a:pt x="13965" y="243088"/>
                  </a:lnTo>
                  <a:lnTo>
                    <a:pt x="14610" y="2590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361862" y="3088544"/>
              <a:ext cx="5402" cy="173932"/>
            </a:xfrm>
            <a:custGeom>
              <a:avLst/>
              <a:pathLst>
                <a:path w="5402" h="173932">
                  <a:moveTo>
                    <a:pt x="0" y="173932"/>
                  </a:moveTo>
                  <a:lnTo>
                    <a:pt x="308" y="151461"/>
                  </a:lnTo>
                  <a:lnTo>
                    <a:pt x="1164" y="78123"/>
                  </a:lnTo>
                  <a:lnTo>
                    <a:pt x="2019" y="40213"/>
                  </a:lnTo>
                  <a:lnTo>
                    <a:pt x="2875" y="32848"/>
                  </a:lnTo>
                  <a:lnTo>
                    <a:pt x="3730" y="0"/>
                  </a:lnTo>
                  <a:lnTo>
                    <a:pt x="4586" y="26658"/>
                  </a:lnTo>
                  <a:lnTo>
                    <a:pt x="5402" y="1739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373821" y="3240090"/>
              <a:ext cx="2236" cy="22386"/>
            </a:xfrm>
            <a:custGeom>
              <a:avLst/>
              <a:pathLst>
                <a:path w="2236" h="22386">
                  <a:moveTo>
                    <a:pt x="0" y="22386"/>
                  </a:moveTo>
                  <a:lnTo>
                    <a:pt x="326" y="454"/>
                  </a:lnTo>
                  <a:lnTo>
                    <a:pt x="1182" y="0"/>
                  </a:lnTo>
                  <a:lnTo>
                    <a:pt x="2037" y="477"/>
                  </a:lnTo>
                  <a:lnTo>
                    <a:pt x="2236" y="22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380370" y="3168294"/>
              <a:ext cx="3454" cy="94182"/>
            </a:xfrm>
            <a:custGeom>
              <a:avLst/>
              <a:pathLst>
                <a:path w="3454" h="94182">
                  <a:moveTo>
                    <a:pt x="0" y="94182"/>
                  </a:moveTo>
                  <a:lnTo>
                    <a:pt x="622" y="59982"/>
                  </a:lnTo>
                  <a:lnTo>
                    <a:pt x="1477" y="0"/>
                  </a:lnTo>
                  <a:lnTo>
                    <a:pt x="2333" y="28563"/>
                  </a:lnTo>
                  <a:lnTo>
                    <a:pt x="3188" y="47804"/>
                  </a:lnTo>
                  <a:lnTo>
                    <a:pt x="3454" y="941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392145" y="3070520"/>
              <a:ext cx="6719" cy="191956"/>
            </a:xfrm>
            <a:custGeom>
              <a:avLst/>
              <a:pathLst>
                <a:path w="6719" h="191956">
                  <a:moveTo>
                    <a:pt x="0" y="191956"/>
                  </a:moveTo>
                  <a:lnTo>
                    <a:pt x="824" y="118886"/>
                  </a:lnTo>
                  <a:lnTo>
                    <a:pt x="1680" y="0"/>
                  </a:lnTo>
                  <a:lnTo>
                    <a:pt x="2535" y="11872"/>
                  </a:lnTo>
                  <a:lnTo>
                    <a:pt x="3391" y="67858"/>
                  </a:lnTo>
                  <a:lnTo>
                    <a:pt x="4246" y="120248"/>
                  </a:lnTo>
                  <a:lnTo>
                    <a:pt x="5102" y="87658"/>
                  </a:lnTo>
                  <a:lnTo>
                    <a:pt x="5957" y="117401"/>
                  </a:lnTo>
                  <a:lnTo>
                    <a:pt x="6719" y="1919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99918" y="3206924"/>
              <a:ext cx="2258" cy="55552"/>
            </a:xfrm>
            <a:custGeom>
              <a:avLst/>
              <a:pathLst>
                <a:path w="2258" h="55552">
                  <a:moveTo>
                    <a:pt x="0" y="55552"/>
                  </a:moveTo>
                  <a:lnTo>
                    <a:pt x="751" y="18199"/>
                  </a:lnTo>
                  <a:lnTo>
                    <a:pt x="1606" y="0"/>
                  </a:lnTo>
                  <a:lnTo>
                    <a:pt x="2258" y="555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403775" y="3004072"/>
              <a:ext cx="24104" cy="258404"/>
            </a:xfrm>
            <a:custGeom>
              <a:avLst/>
              <a:pathLst>
                <a:path w="24104" h="258404">
                  <a:moveTo>
                    <a:pt x="0" y="258404"/>
                  </a:moveTo>
                  <a:lnTo>
                    <a:pt x="316" y="247486"/>
                  </a:lnTo>
                  <a:lnTo>
                    <a:pt x="1172" y="225382"/>
                  </a:lnTo>
                  <a:lnTo>
                    <a:pt x="2027" y="225382"/>
                  </a:lnTo>
                  <a:lnTo>
                    <a:pt x="2883" y="237913"/>
                  </a:lnTo>
                  <a:lnTo>
                    <a:pt x="3738" y="228065"/>
                  </a:lnTo>
                  <a:lnTo>
                    <a:pt x="4594" y="201502"/>
                  </a:lnTo>
                  <a:lnTo>
                    <a:pt x="5449" y="172416"/>
                  </a:lnTo>
                  <a:lnTo>
                    <a:pt x="6305" y="172418"/>
                  </a:lnTo>
                  <a:lnTo>
                    <a:pt x="7160" y="142583"/>
                  </a:lnTo>
                  <a:lnTo>
                    <a:pt x="8016" y="96717"/>
                  </a:lnTo>
                  <a:lnTo>
                    <a:pt x="8871" y="93352"/>
                  </a:lnTo>
                  <a:lnTo>
                    <a:pt x="9727" y="29102"/>
                  </a:lnTo>
                  <a:lnTo>
                    <a:pt x="10582" y="0"/>
                  </a:lnTo>
                  <a:lnTo>
                    <a:pt x="11438" y="34119"/>
                  </a:lnTo>
                  <a:lnTo>
                    <a:pt x="12293" y="91163"/>
                  </a:lnTo>
                  <a:lnTo>
                    <a:pt x="13149" y="51151"/>
                  </a:lnTo>
                  <a:lnTo>
                    <a:pt x="14004" y="8085"/>
                  </a:lnTo>
                  <a:lnTo>
                    <a:pt x="14860" y="112784"/>
                  </a:lnTo>
                  <a:lnTo>
                    <a:pt x="15715" y="199008"/>
                  </a:lnTo>
                  <a:lnTo>
                    <a:pt x="16571" y="188323"/>
                  </a:lnTo>
                  <a:lnTo>
                    <a:pt x="17427" y="119582"/>
                  </a:lnTo>
                  <a:lnTo>
                    <a:pt x="18282" y="168139"/>
                  </a:lnTo>
                  <a:lnTo>
                    <a:pt x="19138" y="128667"/>
                  </a:lnTo>
                  <a:lnTo>
                    <a:pt x="19993" y="68541"/>
                  </a:lnTo>
                  <a:lnTo>
                    <a:pt x="20849" y="97870"/>
                  </a:lnTo>
                  <a:lnTo>
                    <a:pt x="21704" y="173866"/>
                  </a:lnTo>
                  <a:lnTo>
                    <a:pt x="22560" y="241445"/>
                  </a:lnTo>
                  <a:lnTo>
                    <a:pt x="23415" y="207268"/>
                  </a:lnTo>
                  <a:lnTo>
                    <a:pt x="24104" y="2584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429764" y="3137782"/>
              <a:ext cx="3258" cy="124694"/>
            </a:xfrm>
            <a:custGeom>
              <a:avLst/>
              <a:pathLst>
                <a:path w="3258" h="124694">
                  <a:moveTo>
                    <a:pt x="0" y="124694"/>
                  </a:moveTo>
                  <a:lnTo>
                    <a:pt x="848" y="26045"/>
                  </a:lnTo>
                  <a:lnTo>
                    <a:pt x="1704" y="0"/>
                  </a:lnTo>
                  <a:lnTo>
                    <a:pt x="2559" y="70859"/>
                  </a:lnTo>
                  <a:lnTo>
                    <a:pt x="3258" y="1246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434613" y="2740494"/>
              <a:ext cx="77481" cy="521982"/>
            </a:xfrm>
            <a:custGeom>
              <a:avLst/>
              <a:pathLst>
                <a:path w="77481" h="521982">
                  <a:moveTo>
                    <a:pt x="0" y="521982"/>
                  </a:moveTo>
                  <a:lnTo>
                    <a:pt x="277" y="509639"/>
                  </a:lnTo>
                  <a:lnTo>
                    <a:pt x="1133" y="442796"/>
                  </a:lnTo>
                  <a:lnTo>
                    <a:pt x="1988" y="441704"/>
                  </a:lnTo>
                  <a:lnTo>
                    <a:pt x="2844" y="409680"/>
                  </a:lnTo>
                  <a:lnTo>
                    <a:pt x="3699" y="372349"/>
                  </a:lnTo>
                  <a:lnTo>
                    <a:pt x="4555" y="327157"/>
                  </a:lnTo>
                  <a:lnTo>
                    <a:pt x="5410" y="337799"/>
                  </a:lnTo>
                  <a:lnTo>
                    <a:pt x="6266" y="360571"/>
                  </a:lnTo>
                  <a:lnTo>
                    <a:pt x="7121" y="298154"/>
                  </a:lnTo>
                  <a:lnTo>
                    <a:pt x="7977" y="283811"/>
                  </a:lnTo>
                  <a:lnTo>
                    <a:pt x="8832" y="259594"/>
                  </a:lnTo>
                  <a:lnTo>
                    <a:pt x="9688" y="284010"/>
                  </a:lnTo>
                  <a:lnTo>
                    <a:pt x="10544" y="284253"/>
                  </a:lnTo>
                  <a:lnTo>
                    <a:pt x="11399" y="308219"/>
                  </a:lnTo>
                  <a:lnTo>
                    <a:pt x="12255" y="355473"/>
                  </a:lnTo>
                  <a:lnTo>
                    <a:pt x="13110" y="425160"/>
                  </a:lnTo>
                  <a:lnTo>
                    <a:pt x="13966" y="409742"/>
                  </a:lnTo>
                  <a:lnTo>
                    <a:pt x="14821" y="395242"/>
                  </a:lnTo>
                  <a:lnTo>
                    <a:pt x="15677" y="411526"/>
                  </a:lnTo>
                  <a:lnTo>
                    <a:pt x="16532" y="406518"/>
                  </a:lnTo>
                  <a:lnTo>
                    <a:pt x="17388" y="366095"/>
                  </a:lnTo>
                  <a:lnTo>
                    <a:pt x="18243" y="236794"/>
                  </a:lnTo>
                  <a:lnTo>
                    <a:pt x="19099" y="256728"/>
                  </a:lnTo>
                  <a:lnTo>
                    <a:pt x="19954" y="279709"/>
                  </a:lnTo>
                  <a:lnTo>
                    <a:pt x="20810" y="199669"/>
                  </a:lnTo>
                  <a:lnTo>
                    <a:pt x="21665" y="188207"/>
                  </a:lnTo>
                  <a:lnTo>
                    <a:pt x="22521" y="262066"/>
                  </a:lnTo>
                  <a:lnTo>
                    <a:pt x="23376" y="318124"/>
                  </a:lnTo>
                  <a:lnTo>
                    <a:pt x="24232" y="262764"/>
                  </a:lnTo>
                  <a:lnTo>
                    <a:pt x="25087" y="215040"/>
                  </a:lnTo>
                  <a:lnTo>
                    <a:pt x="25943" y="293224"/>
                  </a:lnTo>
                  <a:lnTo>
                    <a:pt x="26799" y="292988"/>
                  </a:lnTo>
                  <a:lnTo>
                    <a:pt x="27654" y="259735"/>
                  </a:lnTo>
                  <a:lnTo>
                    <a:pt x="28510" y="279496"/>
                  </a:lnTo>
                  <a:lnTo>
                    <a:pt x="29365" y="303550"/>
                  </a:lnTo>
                  <a:lnTo>
                    <a:pt x="30221" y="311798"/>
                  </a:lnTo>
                  <a:lnTo>
                    <a:pt x="31076" y="324194"/>
                  </a:lnTo>
                  <a:lnTo>
                    <a:pt x="31932" y="370744"/>
                  </a:lnTo>
                  <a:lnTo>
                    <a:pt x="32787" y="381934"/>
                  </a:lnTo>
                  <a:lnTo>
                    <a:pt x="33643" y="383300"/>
                  </a:lnTo>
                  <a:lnTo>
                    <a:pt x="34498" y="399920"/>
                  </a:lnTo>
                  <a:lnTo>
                    <a:pt x="35354" y="391227"/>
                  </a:lnTo>
                  <a:lnTo>
                    <a:pt x="36209" y="383619"/>
                  </a:lnTo>
                  <a:lnTo>
                    <a:pt x="37065" y="374956"/>
                  </a:lnTo>
                  <a:lnTo>
                    <a:pt x="37920" y="328970"/>
                  </a:lnTo>
                  <a:lnTo>
                    <a:pt x="38776" y="322404"/>
                  </a:lnTo>
                  <a:lnTo>
                    <a:pt x="39631" y="342059"/>
                  </a:lnTo>
                  <a:lnTo>
                    <a:pt x="40487" y="388938"/>
                  </a:lnTo>
                  <a:lnTo>
                    <a:pt x="41342" y="396868"/>
                  </a:lnTo>
                  <a:lnTo>
                    <a:pt x="42198" y="395791"/>
                  </a:lnTo>
                  <a:lnTo>
                    <a:pt x="43054" y="446658"/>
                  </a:lnTo>
                  <a:lnTo>
                    <a:pt x="43909" y="467338"/>
                  </a:lnTo>
                  <a:lnTo>
                    <a:pt x="44765" y="467338"/>
                  </a:lnTo>
                  <a:lnTo>
                    <a:pt x="45620" y="420048"/>
                  </a:lnTo>
                  <a:lnTo>
                    <a:pt x="46476" y="383181"/>
                  </a:lnTo>
                  <a:lnTo>
                    <a:pt x="47331" y="360400"/>
                  </a:lnTo>
                  <a:lnTo>
                    <a:pt x="48187" y="370132"/>
                  </a:lnTo>
                  <a:lnTo>
                    <a:pt x="49042" y="348575"/>
                  </a:lnTo>
                  <a:lnTo>
                    <a:pt x="49898" y="282472"/>
                  </a:lnTo>
                  <a:lnTo>
                    <a:pt x="50753" y="275311"/>
                  </a:lnTo>
                  <a:lnTo>
                    <a:pt x="51609" y="258600"/>
                  </a:lnTo>
                  <a:lnTo>
                    <a:pt x="52464" y="276217"/>
                  </a:lnTo>
                  <a:lnTo>
                    <a:pt x="53320" y="284953"/>
                  </a:lnTo>
                  <a:lnTo>
                    <a:pt x="54175" y="339800"/>
                  </a:lnTo>
                  <a:lnTo>
                    <a:pt x="55031" y="411213"/>
                  </a:lnTo>
                  <a:lnTo>
                    <a:pt x="55886" y="439981"/>
                  </a:lnTo>
                  <a:lnTo>
                    <a:pt x="56742" y="408962"/>
                  </a:lnTo>
                  <a:lnTo>
                    <a:pt x="57598" y="359020"/>
                  </a:lnTo>
                  <a:lnTo>
                    <a:pt x="58453" y="340554"/>
                  </a:lnTo>
                  <a:lnTo>
                    <a:pt x="59309" y="307262"/>
                  </a:lnTo>
                  <a:lnTo>
                    <a:pt x="60164" y="301953"/>
                  </a:lnTo>
                  <a:lnTo>
                    <a:pt x="61020" y="312259"/>
                  </a:lnTo>
                  <a:lnTo>
                    <a:pt x="61875" y="351478"/>
                  </a:lnTo>
                  <a:lnTo>
                    <a:pt x="62731" y="379328"/>
                  </a:lnTo>
                  <a:lnTo>
                    <a:pt x="63586" y="379330"/>
                  </a:lnTo>
                  <a:lnTo>
                    <a:pt x="64442" y="359555"/>
                  </a:lnTo>
                  <a:lnTo>
                    <a:pt x="65297" y="302212"/>
                  </a:lnTo>
                  <a:lnTo>
                    <a:pt x="66153" y="251468"/>
                  </a:lnTo>
                  <a:lnTo>
                    <a:pt x="67008" y="247739"/>
                  </a:lnTo>
                  <a:lnTo>
                    <a:pt x="67864" y="219443"/>
                  </a:lnTo>
                  <a:lnTo>
                    <a:pt x="68719" y="96639"/>
                  </a:lnTo>
                  <a:lnTo>
                    <a:pt x="69575" y="74809"/>
                  </a:lnTo>
                  <a:lnTo>
                    <a:pt x="70430" y="113393"/>
                  </a:lnTo>
                  <a:lnTo>
                    <a:pt x="71286" y="121582"/>
                  </a:lnTo>
                  <a:lnTo>
                    <a:pt x="72141" y="36273"/>
                  </a:lnTo>
                  <a:lnTo>
                    <a:pt x="72997" y="0"/>
                  </a:lnTo>
                  <a:lnTo>
                    <a:pt x="73853" y="161013"/>
                  </a:lnTo>
                  <a:lnTo>
                    <a:pt x="74708" y="185376"/>
                  </a:lnTo>
                  <a:lnTo>
                    <a:pt x="75564" y="200910"/>
                  </a:lnTo>
                  <a:lnTo>
                    <a:pt x="76419" y="290152"/>
                  </a:lnTo>
                  <a:lnTo>
                    <a:pt x="77275" y="485030"/>
                  </a:lnTo>
                  <a:lnTo>
                    <a:pt x="77481" y="5219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16477" y="3176584"/>
              <a:ext cx="3290" cy="85893"/>
            </a:xfrm>
            <a:custGeom>
              <a:avLst/>
              <a:pathLst>
                <a:path w="3290" h="85893">
                  <a:moveTo>
                    <a:pt x="0" y="85893"/>
                  </a:moveTo>
                  <a:lnTo>
                    <a:pt x="544" y="61012"/>
                  </a:lnTo>
                  <a:lnTo>
                    <a:pt x="1399" y="0"/>
                  </a:lnTo>
                  <a:lnTo>
                    <a:pt x="2255" y="22674"/>
                  </a:lnTo>
                  <a:lnTo>
                    <a:pt x="3111" y="74776"/>
                  </a:lnTo>
                  <a:lnTo>
                    <a:pt x="3290" y="858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27403" y="3043876"/>
              <a:ext cx="6070" cy="218600"/>
            </a:xfrm>
            <a:custGeom>
              <a:avLst/>
              <a:pathLst>
                <a:path w="6070" h="218600">
                  <a:moveTo>
                    <a:pt x="0" y="218600"/>
                  </a:moveTo>
                  <a:lnTo>
                    <a:pt x="739" y="90699"/>
                  </a:lnTo>
                  <a:lnTo>
                    <a:pt x="1594" y="7061"/>
                  </a:lnTo>
                  <a:lnTo>
                    <a:pt x="2450" y="7424"/>
                  </a:lnTo>
                  <a:lnTo>
                    <a:pt x="3306" y="0"/>
                  </a:lnTo>
                  <a:lnTo>
                    <a:pt x="4161" y="0"/>
                  </a:lnTo>
                  <a:lnTo>
                    <a:pt x="5017" y="65559"/>
                  </a:lnTo>
                  <a:lnTo>
                    <a:pt x="5872" y="202328"/>
                  </a:lnTo>
                  <a:lnTo>
                    <a:pt x="6070" y="2186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37061" y="3065792"/>
              <a:ext cx="6195" cy="196684"/>
            </a:xfrm>
            <a:custGeom>
              <a:avLst/>
              <a:pathLst>
                <a:path w="6195" h="196684">
                  <a:moveTo>
                    <a:pt x="0" y="196684"/>
                  </a:moveTo>
                  <a:lnTo>
                    <a:pt x="492" y="142719"/>
                  </a:lnTo>
                  <a:lnTo>
                    <a:pt x="1347" y="50108"/>
                  </a:lnTo>
                  <a:lnTo>
                    <a:pt x="2203" y="42652"/>
                  </a:lnTo>
                  <a:lnTo>
                    <a:pt x="3059" y="0"/>
                  </a:lnTo>
                  <a:lnTo>
                    <a:pt x="3914" y="47229"/>
                  </a:lnTo>
                  <a:lnTo>
                    <a:pt x="4770" y="136395"/>
                  </a:lnTo>
                  <a:lnTo>
                    <a:pt x="5625" y="181033"/>
                  </a:lnTo>
                  <a:lnTo>
                    <a:pt x="6195" y="1966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545907" y="3201360"/>
              <a:ext cx="3592" cy="61116"/>
            </a:xfrm>
            <a:custGeom>
              <a:avLst/>
              <a:pathLst>
                <a:path w="3592" h="61116">
                  <a:moveTo>
                    <a:pt x="0" y="61116"/>
                  </a:moveTo>
                  <a:lnTo>
                    <a:pt x="201" y="52850"/>
                  </a:lnTo>
                  <a:lnTo>
                    <a:pt x="1057" y="0"/>
                  </a:lnTo>
                  <a:lnTo>
                    <a:pt x="1912" y="14740"/>
                  </a:lnTo>
                  <a:lnTo>
                    <a:pt x="2768" y="43884"/>
                  </a:lnTo>
                  <a:lnTo>
                    <a:pt x="3592" y="611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553621" y="3117479"/>
              <a:ext cx="18390" cy="144998"/>
            </a:xfrm>
            <a:custGeom>
              <a:avLst/>
              <a:pathLst>
                <a:path w="18390" h="144998">
                  <a:moveTo>
                    <a:pt x="0" y="144998"/>
                  </a:moveTo>
                  <a:lnTo>
                    <a:pt x="187" y="134326"/>
                  </a:lnTo>
                  <a:lnTo>
                    <a:pt x="1042" y="113353"/>
                  </a:lnTo>
                  <a:lnTo>
                    <a:pt x="1898" y="100105"/>
                  </a:lnTo>
                  <a:lnTo>
                    <a:pt x="2754" y="67291"/>
                  </a:lnTo>
                  <a:lnTo>
                    <a:pt x="3609" y="5414"/>
                  </a:lnTo>
                  <a:lnTo>
                    <a:pt x="4465" y="0"/>
                  </a:lnTo>
                  <a:lnTo>
                    <a:pt x="5320" y="19569"/>
                  </a:lnTo>
                  <a:lnTo>
                    <a:pt x="6176" y="25220"/>
                  </a:lnTo>
                  <a:lnTo>
                    <a:pt x="7031" y="5072"/>
                  </a:lnTo>
                  <a:lnTo>
                    <a:pt x="7887" y="13306"/>
                  </a:lnTo>
                  <a:lnTo>
                    <a:pt x="8742" y="69483"/>
                  </a:lnTo>
                  <a:lnTo>
                    <a:pt x="9598" y="90354"/>
                  </a:lnTo>
                  <a:lnTo>
                    <a:pt x="10453" y="90354"/>
                  </a:lnTo>
                  <a:lnTo>
                    <a:pt x="11309" y="90354"/>
                  </a:lnTo>
                  <a:lnTo>
                    <a:pt x="12164" y="90354"/>
                  </a:lnTo>
                  <a:lnTo>
                    <a:pt x="13020" y="66836"/>
                  </a:lnTo>
                  <a:lnTo>
                    <a:pt x="13875" y="32900"/>
                  </a:lnTo>
                  <a:lnTo>
                    <a:pt x="14731" y="50600"/>
                  </a:lnTo>
                  <a:lnTo>
                    <a:pt x="15586" y="76082"/>
                  </a:lnTo>
                  <a:lnTo>
                    <a:pt x="16442" y="94894"/>
                  </a:lnTo>
                  <a:lnTo>
                    <a:pt x="17297" y="67496"/>
                  </a:lnTo>
                  <a:lnTo>
                    <a:pt x="18153" y="126923"/>
                  </a:lnTo>
                  <a:lnTo>
                    <a:pt x="18390" y="1449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573019" y="2716255"/>
              <a:ext cx="44846" cy="546222"/>
            </a:xfrm>
            <a:custGeom>
              <a:avLst/>
              <a:pathLst>
                <a:path w="44846" h="546222">
                  <a:moveTo>
                    <a:pt x="0" y="546222"/>
                  </a:moveTo>
                  <a:lnTo>
                    <a:pt x="467" y="489457"/>
                  </a:lnTo>
                  <a:lnTo>
                    <a:pt x="1322" y="416153"/>
                  </a:lnTo>
                  <a:lnTo>
                    <a:pt x="2178" y="385766"/>
                  </a:lnTo>
                  <a:lnTo>
                    <a:pt x="3033" y="382894"/>
                  </a:lnTo>
                  <a:lnTo>
                    <a:pt x="3889" y="319473"/>
                  </a:lnTo>
                  <a:lnTo>
                    <a:pt x="4744" y="224766"/>
                  </a:lnTo>
                  <a:lnTo>
                    <a:pt x="5600" y="234062"/>
                  </a:lnTo>
                  <a:lnTo>
                    <a:pt x="6455" y="123700"/>
                  </a:lnTo>
                  <a:lnTo>
                    <a:pt x="7311" y="0"/>
                  </a:lnTo>
                  <a:lnTo>
                    <a:pt x="8166" y="19412"/>
                  </a:lnTo>
                  <a:lnTo>
                    <a:pt x="9022" y="52682"/>
                  </a:lnTo>
                  <a:lnTo>
                    <a:pt x="9877" y="109635"/>
                  </a:lnTo>
                  <a:lnTo>
                    <a:pt x="10733" y="181729"/>
                  </a:lnTo>
                  <a:lnTo>
                    <a:pt x="11588" y="337620"/>
                  </a:lnTo>
                  <a:lnTo>
                    <a:pt x="12444" y="449669"/>
                  </a:lnTo>
                  <a:lnTo>
                    <a:pt x="13300" y="453521"/>
                  </a:lnTo>
                  <a:lnTo>
                    <a:pt x="14155" y="403611"/>
                  </a:lnTo>
                  <a:lnTo>
                    <a:pt x="15011" y="357157"/>
                  </a:lnTo>
                  <a:lnTo>
                    <a:pt x="15866" y="309849"/>
                  </a:lnTo>
                  <a:lnTo>
                    <a:pt x="16722" y="262271"/>
                  </a:lnTo>
                  <a:lnTo>
                    <a:pt x="17577" y="284453"/>
                  </a:lnTo>
                  <a:lnTo>
                    <a:pt x="18433" y="286373"/>
                  </a:lnTo>
                  <a:lnTo>
                    <a:pt x="19288" y="292913"/>
                  </a:lnTo>
                  <a:lnTo>
                    <a:pt x="20144" y="345421"/>
                  </a:lnTo>
                  <a:lnTo>
                    <a:pt x="20999" y="416547"/>
                  </a:lnTo>
                  <a:lnTo>
                    <a:pt x="21855" y="412761"/>
                  </a:lnTo>
                  <a:lnTo>
                    <a:pt x="22710" y="367726"/>
                  </a:lnTo>
                  <a:lnTo>
                    <a:pt x="23566" y="307425"/>
                  </a:lnTo>
                  <a:lnTo>
                    <a:pt x="24421" y="287709"/>
                  </a:lnTo>
                  <a:lnTo>
                    <a:pt x="25277" y="240693"/>
                  </a:lnTo>
                  <a:lnTo>
                    <a:pt x="26132" y="220179"/>
                  </a:lnTo>
                  <a:lnTo>
                    <a:pt x="26988" y="273839"/>
                  </a:lnTo>
                  <a:lnTo>
                    <a:pt x="27844" y="319916"/>
                  </a:lnTo>
                  <a:lnTo>
                    <a:pt x="28699" y="368427"/>
                  </a:lnTo>
                  <a:lnTo>
                    <a:pt x="29555" y="408139"/>
                  </a:lnTo>
                  <a:lnTo>
                    <a:pt x="30410" y="428236"/>
                  </a:lnTo>
                  <a:lnTo>
                    <a:pt x="31266" y="428974"/>
                  </a:lnTo>
                  <a:lnTo>
                    <a:pt x="32121" y="388009"/>
                  </a:lnTo>
                  <a:lnTo>
                    <a:pt x="32977" y="318432"/>
                  </a:lnTo>
                  <a:lnTo>
                    <a:pt x="33832" y="301256"/>
                  </a:lnTo>
                  <a:lnTo>
                    <a:pt x="34688" y="287397"/>
                  </a:lnTo>
                  <a:lnTo>
                    <a:pt x="35543" y="255827"/>
                  </a:lnTo>
                  <a:lnTo>
                    <a:pt x="36399" y="174070"/>
                  </a:lnTo>
                  <a:lnTo>
                    <a:pt x="37254" y="181237"/>
                  </a:lnTo>
                  <a:lnTo>
                    <a:pt x="38110" y="235441"/>
                  </a:lnTo>
                  <a:lnTo>
                    <a:pt x="38965" y="256194"/>
                  </a:lnTo>
                  <a:lnTo>
                    <a:pt x="39821" y="246860"/>
                  </a:lnTo>
                  <a:lnTo>
                    <a:pt x="40676" y="274006"/>
                  </a:lnTo>
                  <a:lnTo>
                    <a:pt x="41532" y="353858"/>
                  </a:lnTo>
                  <a:lnTo>
                    <a:pt x="42387" y="411301"/>
                  </a:lnTo>
                  <a:lnTo>
                    <a:pt x="43243" y="483442"/>
                  </a:lnTo>
                  <a:lnTo>
                    <a:pt x="44099" y="510549"/>
                  </a:lnTo>
                  <a:lnTo>
                    <a:pt x="44846" y="5462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23329" y="765239"/>
              <a:ext cx="199502" cy="2497237"/>
            </a:xfrm>
            <a:custGeom>
              <a:avLst/>
              <a:pathLst>
                <a:path w="199502" h="2497237">
                  <a:moveTo>
                    <a:pt x="0" y="2497237"/>
                  </a:moveTo>
                  <a:lnTo>
                    <a:pt x="633" y="2418212"/>
                  </a:lnTo>
                  <a:lnTo>
                    <a:pt x="1488" y="2352473"/>
                  </a:lnTo>
                  <a:lnTo>
                    <a:pt x="2344" y="2295714"/>
                  </a:lnTo>
                  <a:lnTo>
                    <a:pt x="3199" y="2180178"/>
                  </a:lnTo>
                  <a:lnTo>
                    <a:pt x="4055" y="2125867"/>
                  </a:lnTo>
                  <a:lnTo>
                    <a:pt x="4910" y="2122648"/>
                  </a:lnTo>
                  <a:lnTo>
                    <a:pt x="5766" y="2151478"/>
                  </a:lnTo>
                  <a:lnTo>
                    <a:pt x="6622" y="2129376"/>
                  </a:lnTo>
                  <a:lnTo>
                    <a:pt x="7477" y="2086460"/>
                  </a:lnTo>
                  <a:lnTo>
                    <a:pt x="8333" y="2062603"/>
                  </a:lnTo>
                  <a:lnTo>
                    <a:pt x="9188" y="2109321"/>
                  </a:lnTo>
                  <a:lnTo>
                    <a:pt x="10044" y="2142784"/>
                  </a:lnTo>
                  <a:lnTo>
                    <a:pt x="10899" y="2124257"/>
                  </a:lnTo>
                  <a:lnTo>
                    <a:pt x="11755" y="2046963"/>
                  </a:lnTo>
                  <a:lnTo>
                    <a:pt x="12610" y="2037683"/>
                  </a:lnTo>
                  <a:lnTo>
                    <a:pt x="13466" y="2098334"/>
                  </a:lnTo>
                  <a:lnTo>
                    <a:pt x="14321" y="2135724"/>
                  </a:lnTo>
                  <a:lnTo>
                    <a:pt x="15177" y="2255296"/>
                  </a:lnTo>
                  <a:lnTo>
                    <a:pt x="16032" y="2301314"/>
                  </a:lnTo>
                  <a:lnTo>
                    <a:pt x="16888" y="2351247"/>
                  </a:lnTo>
                  <a:lnTo>
                    <a:pt x="17743" y="2390331"/>
                  </a:lnTo>
                  <a:lnTo>
                    <a:pt x="18599" y="2395350"/>
                  </a:lnTo>
                  <a:lnTo>
                    <a:pt x="19454" y="2314871"/>
                  </a:lnTo>
                  <a:lnTo>
                    <a:pt x="20310" y="2173292"/>
                  </a:lnTo>
                  <a:lnTo>
                    <a:pt x="21165" y="2210360"/>
                  </a:lnTo>
                  <a:lnTo>
                    <a:pt x="22021" y="2289756"/>
                  </a:lnTo>
                  <a:lnTo>
                    <a:pt x="22877" y="2308466"/>
                  </a:lnTo>
                  <a:lnTo>
                    <a:pt x="23732" y="2303448"/>
                  </a:lnTo>
                  <a:lnTo>
                    <a:pt x="24588" y="2359374"/>
                  </a:lnTo>
                  <a:lnTo>
                    <a:pt x="25443" y="2422383"/>
                  </a:lnTo>
                  <a:lnTo>
                    <a:pt x="26299" y="2382668"/>
                  </a:lnTo>
                  <a:lnTo>
                    <a:pt x="27154" y="2345881"/>
                  </a:lnTo>
                  <a:lnTo>
                    <a:pt x="28010" y="2232885"/>
                  </a:lnTo>
                  <a:lnTo>
                    <a:pt x="28865" y="2057461"/>
                  </a:lnTo>
                  <a:lnTo>
                    <a:pt x="29721" y="1964527"/>
                  </a:lnTo>
                  <a:lnTo>
                    <a:pt x="30576" y="1960449"/>
                  </a:lnTo>
                  <a:lnTo>
                    <a:pt x="31432" y="1962722"/>
                  </a:lnTo>
                  <a:lnTo>
                    <a:pt x="32287" y="1936838"/>
                  </a:lnTo>
                  <a:lnTo>
                    <a:pt x="33143" y="2007277"/>
                  </a:lnTo>
                  <a:lnTo>
                    <a:pt x="33998" y="2084683"/>
                  </a:lnTo>
                  <a:lnTo>
                    <a:pt x="34854" y="2136672"/>
                  </a:lnTo>
                  <a:lnTo>
                    <a:pt x="35709" y="2155802"/>
                  </a:lnTo>
                  <a:lnTo>
                    <a:pt x="36565" y="2188889"/>
                  </a:lnTo>
                  <a:lnTo>
                    <a:pt x="37421" y="2248358"/>
                  </a:lnTo>
                  <a:lnTo>
                    <a:pt x="38276" y="2282311"/>
                  </a:lnTo>
                  <a:lnTo>
                    <a:pt x="39132" y="2309819"/>
                  </a:lnTo>
                  <a:lnTo>
                    <a:pt x="39987" y="2260811"/>
                  </a:lnTo>
                  <a:lnTo>
                    <a:pt x="40843" y="2103645"/>
                  </a:lnTo>
                  <a:lnTo>
                    <a:pt x="41698" y="1893613"/>
                  </a:lnTo>
                  <a:lnTo>
                    <a:pt x="42554" y="1717693"/>
                  </a:lnTo>
                  <a:lnTo>
                    <a:pt x="43409" y="1612063"/>
                  </a:lnTo>
                  <a:lnTo>
                    <a:pt x="44265" y="1565451"/>
                  </a:lnTo>
                  <a:lnTo>
                    <a:pt x="45120" y="1597944"/>
                  </a:lnTo>
                  <a:lnTo>
                    <a:pt x="45976" y="1607943"/>
                  </a:lnTo>
                  <a:lnTo>
                    <a:pt x="46831" y="1616517"/>
                  </a:lnTo>
                  <a:lnTo>
                    <a:pt x="47687" y="1668434"/>
                  </a:lnTo>
                  <a:lnTo>
                    <a:pt x="48542" y="1715536"/>
                  </a:lnTo>
                  <a:lnTo>
                    <a:pt x="49398" y="1685772"/>
                  </a:lnTo>
                  <a:lnTo>
                    <a:pt x="50253" y="1622709"/>
                  </a:lnTo>
                  <a:lnTo>
                    <a:pt x="51109" y="1617905"/>
                  </a:lnTo>
                  <a:lnTo>
                    <a:pt x="51964" y="1678685"/>
                  </a:lnTo>
                  <a:lnTo>
                    <a:pt x="52820" y="1691068"/>
                  </a:lnTo>
                  <a:lnTo>
                    <a:pt x="53676" y="1656117"/>
                  </a:lnTo>
                  <a:lnTo>
                    <a:pt x="54531" y="1697432"/>
                  </a:lnTo>
                  <a:lnTo>
                    <a:pt x="55387" y="1647379"/>
                  </a:lnTo>
                  <a:lnTo>
                    <a:pt x="56242" y="1485267"/>
                  </a:lnTo>
                  <a:lnTo>
                    <a:pt x="57098" y="1300870"/>
                  </a:lnTo>
                  <a:lnTo>
                    <a:pt x="57953" y="1064488"/>
                  </a:lnTo>
                  <a:lnTo>
                    <a:pt x="58809" y="807632"/>
                  </a:lnTo>
                  <a:lnTo>
                    <a:pt x="59664" y="609030"/>
                  </a:lnTo>
                  <a:lnTo>
                    <a:pt x="60520" y="455228"/>
                  </a:lnTo>
                  <a:lnTo>
                    <a:pt x="61375" y="419986"/>
                  </a:lnTo>
                  <a:lnTo>
                    <a:pt x="62231" y="404059"/>
                  </a:lnTo>
                  <a:lnTo>
                    <a:pt x="63086" y="563011"/>
                  </a:lnTo>
                  <a:lnTo>
                    <a:pt x="63942" y="803215"/>
                  </a:lnTo>
                  <a:lnTo>
                    <a:pt x="64797" y="872361"/>
                  </a:lnTo>
                  <a:lnTo>
                    <a:pt x="65653" y="947483"/>
                  </a:lnTo>
                  <a:lnTo>
                    <a:pt x="66508" y="1006459"/>
                  </a:lnTo>
                  <a:lnTo>
                    <a:pt x="67364" y="1054048"/>
                  </a:lnTo>
                  <a:lnTo>
                    <a:pt x="68219" y="880193"/>
                  </a:lnTo>
                  <a:lnTo>
                    <a:pt x="69075" y="570556"/>
                  </a:lnTo>
                  <a:lnTo>
                    <a:pt x="69931" y="417904"/>
                  </a:lnTo>
                  <a:lnTo>
                    <a:pt x="70786" y="373158"/>
                  </a:lnTo>
                  <a:lnTo>
                    <a:pt x="71642" y="237410"/>
                  </a:lnTo>
                  <a:lnTo>
                    <a:pt x="72497" y="125349"/>
                  </a:lnTo>
                  <a:lnTo>
                    <a:pt x="73353" y="213087"/>
                  </a:lnTo>
                  <a:lnTo>
                    <a:pt x="74208" y="404481"/>
                  </a:lnTo>
                  <a:lnTo>
                    <a:pt x="75064" y="551737"/>
                  </a:lnTo>
                  <a:lnTo>
                    <a:pt x="75919" y="594402"/>
                  </a:lnTo>
                  <a:lnTo>
                    <a:pt x="76775" y="689350"/>
                  </a:lnTo>
                  <a:lnTo>
                    <a:pt x="77630" y="759654"/>
                  </a:lnTo>
                  <a:lnTo>
                    <a:pt x="78486" y="701509"/>
                  </a:lnTo>
                  <a:lnTo>
                    <a:pt x="79341" y="604761"/>
                  </a:lnTo>
                  <a:lnTo>
                    <a:pt x="80197" y="481592"/>
                  </a:lnTo>
                  <a:lnTo>
                    <a:pt x="81052" y="308227"/>
                  </a:lnTo>
                  <a:lnTo>
                    <a:pt x="81908" y="214767"/>
                  </a:lnTo>
                  <a:lnTo>
                    <a:pt x="82763" y="124872"/>
                  </a:lnTo>
                  <a:lnTo>
                    <a:pt x="83619" y="59510"/>
                  </a:lnTo>
                  <a:lnTo>
                    <a:pt x="84475" y="26480"/>
                  </a:lnTo>
                  <a:lnTo>
                    <a:pt x="85330" y="0"/>
                  </a:lnTo>
                  <a:lnTo>
                    <a:pt x="86186" y="40395"/>
                  </a:lnTo>
                  <a:lnTo>
                    <a:pt x="87041" y="219708"/>
                  </a:lnTo>
                  <a:lnTo>
                    <a:pt x="87897" y="425488"/>
                  </a:lnTo>
                  <a:lnTo>
                    <a:pt x="88752" y="598598"/>
                  </a:lnTo>
                  <a:lnTo>
                    <a:pt x="89608" y="773345"/>
                  </a:lnTo>
                  <a:lnTo>
                    <a:pt x="90463" y="985082"/>
                  </a:lnTo>
                  <a:lnTo>
                    <a:pt x="91319" y="1098842"/>
                  </a:lnTo>
                  <a:lnTo>
                    <a:pt x="92174" y="1063849"/>
                  </a:lnTo>
                  <a:lnTo>
                    <a:pt x="93030" y="1090505"/>
                  </a:lnTo>
                  <a:lnTo>
                    <a:pt x="93885" y="1215054"/>
                  </a:lnTo>
                  <a:lnTo>
                    <a:pt x="94741" y="1338767"/>
                  </a:lnTo>
                  <a:lnTo>
                    <a:pt x="95596" y="1394407"/>
                  </a:lnTo>
                  <a:lnTo>
                    <a:pt x="96452" y="1521083"/>
                  </a:lnTo>
                  <a:lnTo>
                    <a:pt x="97307" y="1618340"/>
                  </a:lnTo>
                  <a:lnTo>
                    <a:pt x="98163" y="1597680"/>
                  </a:lnTo>
                  <a:lnTo>
                    <a:pt x="99018" y="1500756"/>
                  </a:lnTo>
                  <a:lnTo>
                    <a:pt x="99874" y="1496759"/>
                  </a:lnTo>
                  <a:lnTo>
                    <a:pt x="100730" y="1641396"/>
                  </a:lnTo>
                  <a:lnTo>
                    <a:pt x="101585" y="1719345"/>
                  </a:lnTo>
                  <a:lnTo>
                    <a:pt x="102441" y="1781759"/>
                  </a:lnTo>
                  <a:lnTo>
                    <a:pt x="103296" y="1876553"/>
                  </a:lnTo>
                  <a:lnTo>
                    <a:pt x="104152" y="1956360"/>
                  </a:lnTo>
                  <a:lnTo>
                    <a:pt x="105007" y="1888286"/>
                  </a:lnTo>
                  <a:lnTo>
                    <a:pt x="105863" y="1727932"/>
                  </a:lnTo>
                  <a:lnTo>
                    <a:pt x="106718" y="1707731"/>
                  </a:lnTo>
                  <a:lnTo>
                    <a:pt x="107574" y="1729022"/>
                  </a:lnTo>
                  <a:lnTo>
                    <a:pt x="108429" y="1849447"/>
                  </a:lnTo>
                  <a:lnTo>
                    <a:pt x="109285" y="1979530"/>
                  </a:lnTo>
                  <a:lnTo>
                    <a:pt x="110140" y="2093596"/>
                  </a:lnTo>
                  <a:lnTo>
                    <a:pt x="110996" y="2155898"/>
                  </a:lnTo>
                  <a:lnTo>
                    <a:pt x="111851" y="2153058"/>
                  </a:lnTo>
                  <a:lnTo>
                    <a:pt x="112707" y="2150657"/>
                  </a:lnTo>
                  <a:lnTo>
                    <a:pt x="113562" y="2105902"/>
                  </a:lnTo>
                  <a:lnTo>
                    <a:pt x="114418" y="2121551"/>
                  </a:lnTo>
                  <a:lnTo>
                    <a:pt x="115273" y="2207181"/>
                  </a:lnTo>
                  <a:lnTo>
                    <a:pt x="116129" y="2289941"/>
                  </a:lnTo>
                  <a:lnTo>
                    <a:pt x="116985" y="2315603"/>
                  </a:lnTo>
                  <a:lnTo>
                    <a:pt x="117840" y="2351296"/>
                  </a:lnTo>
                  <a:lnTo>
                    <a:pt x="118696" y="2394548"/>
                  </a:lnTo>
                  <a:lnTo>
                    <a:pt x="119551" y="2333736"/>
                  </a:lnTo>
                  <a:lnTo>
                    <a:pt x="120407" y="2195557"/>
                  </a:lnTo>
                  <a:lnTo>
                    <a:pt x="121262" y="2184044"/>
                  </a:lnTo>
                  <a:lnTo>
                    <a:pt x="122118" y="2247344"/>
                  </a:lnTo>
                  <a:lnTo>
                    <a:pt x="122973" y="2313377"/>
                  </a:lnTo>
                  <a:lnTo>
                    <a:pt x="123829" y="2295559"/>
                  </a:lnTo>
                  <a:lnTo>
                    <a:pt x="124684" y="2225027"/>
                  </a:lnTo>
                  <a:lnTo>
                    <a:pt x="125540" y="2169900"/>
                  </a:lnTo>
                  <a:lnTo>
                    <a:pt x="126395" y="2085243"/>
                  </a:lnTo>
                  <a:lnTo>
                    <a:pt x="127251" y="1959126"/>
                  </a:lnTo>
                  <a:lnTo>
                    <a:pt x="128106" y="1875806"/>
                  </a:lnTo>
                  <a:lnTo>
                    <a:pt x="128962" y="1890280"/>
                  </a:lnTo>
                  <a:lnTo>
                    <a:pt x="129817" y="1994787"/>
                  </a:lnTo>
                  <a:lnTo>
                    <a:pt x="130673" y="2020612"/>
                  </a:lnTo>
                  <a:lnTo>
                    <a:pt x="131529" y="2008000"/>
                  </a:lnTo>
                  <a:lnTo>
                    <a:pt x="132384" y="2131387"/>
                  </a:lnTo>
                  <a:lnTo>
                    <a:pt x="133240" y="2214707"/>
                  </a:lnTo>
                  <a:lnTo>
                    <a:pt x="134095" y="2227139"/>
                  </a:lnTo>
                  <a:lnTo>
                    <a:pt x="134951" y="2196383"/>
                  </a:lnTo>
                  <a:lnTo>
                    <a:pt x="135806" y="2248849"/>
                  </a:lnTo>
                  <a:lnTo>
                    <a:pt x="136662" y="2297440"/>
                  </a:lnTo>
                  <a:lnTo>
                    <a:pt x="137517" y="2198112"/>
                  </a:lnTo>
                  <a:lnTo>
                    <a:pt x="138373" y="2125500"/>
                  </a:lnTo>
                  <a:lnTo>
                    <a:pt x="139228" y="2125500"/>
                  </a:lnTo>
                  <a:lnTo>
                    <a:pt x="140084" y="2158702"/>
                  </a:lnTo>
                  <a:lnTo>
                    <a:pt x="140939" y="2214388"/>
                  </a:lnTo>
                  <a:lnTo>
                    <a:pt x="141795" y="2267925"/>
                  </a:lnTo>
                  <a:lnTo>
                    <a:pt x="142650" y="2398943"/>
                  </a:lnTo>
                  <a:lnTo>
                    <a:pt x="143506" y="2496997"/>
                  </a:lnTo>
                  <a:lnTo>
                    <a:pt x="144361" y="2496996"/>
                  </a:lnTo>
                  <a:lnTo>
                    <a:pt x="145217" y="2496997"/>
                  </a:lnTo>
                  <a:lnTo>
                    <a:pt x="146072" y="2483436"/>
                  </a:lnTo>
                  <a:lnTo>
                    <a:pt x="146928" y="2389323"/>
                  </a:lnTo>
                  <a:lnTo>
                    <a:pt x="147784" y="2255270"/>
                  </a:lnTo>
                  <a:lnTo>
                    <a:pt x="148639" y="2180750"/>
                  </a:lnTo>
                  <a:lnTo>
                    <a:pt x="149495" y="2136003"/>
                  </a:lnTo>
                  <a:lnTo>
                    <a:pt x="150350" y="2107538"/>
                  </a:lnTo>
                  <a:lnTo>
                    <a:pt x="151206" y="2090585"/>
                  </a:lnTo>
                  <a:lnTo>
                    <a:pt x="152061" y="2141467"/>
                  </a:lnTo>
                  <a:lnTo>
                    <a:pt x="152917" y="2286998"/>
                  </a:lnTo>
                  <a:lnTo>
                    <a:pt x="153772" y="2318248"/>
                  </a:lnTo>
                  <a:lnTo>
                    <a:pt x="154628" y="2327334"/>
                  </a:lnTo>
                  <a:lnTo>
                    <a:pt x="155483" y="2363937"/>
                  </a:lnTo>
                  <a:lnTo>
                    <a:pt x="156339" y="2356652"/>
                  </a:lnTo>
                  <a:lnTo>
                    <a:pt x="157194" y="2357489"/>
                  </a:lnTo>
                  <a:lnTo>
                    <a:pt x="158050" y="2292322"/>
                  </a:lnTo>
                  <a:lnTo>
                    <a:pt x="158905" y="2182551"/>
                  </a:lnTo>
                  <a:lnTo>
                    <a:pt x="159761" y="2037545"/>
                  </a:lnTo>
                  <a:lnTo>
                    <a:pt x="160616" y="1939575"/>
                  </a:lnTo>
                  <a:lnTo>
                    <a:pt x="161472" y="1904422"/>
                  </a:lnTo>
                  <a:lnTo>
                    <a:pt x="162327" y="1840509"/>
                  </a:lnTo>
                  <a:lnTo>
                    <a:pt x="163183" y="1793286"/>
                  </a:lnTo>
                  <a:lnTo>
                    <a:pt x="164039" y="1903988"/>
                  </a:lnTo>
                  <a:lnTo>
                    <a:pt x="164894" y="2084654"/>
                  </a:lnTo>
                  <a:lnTo>
                    <a:pt x="165750" y="2161342"/>
                  </a:lnTo>
                  <a:lnTo>
                    <a:pt x="166605" y="2149847"/>
                  </a:lnTo>
                  <a:lnTo>
                    <a:pt x="167461" y="2202003"/>
                  </a:lnTo>
                  <a:lnTo>
                    <a:pt x="168316" y="2191384"/>
                  </a:lnTo>
                  <a:lnTo>
                    <a:pt x="169172" y="2093346"/>
                  </a:lnTo>
                  <a:lnTo>
                    <a:pt x="170027" y="2059751"/>
                  </a:lnTo>
                  <a:lnTo>
                    <a:pt x="170883" y="2072897"/>
                  </a:lnTo>
                  <a:lnTo>
                    <a:pt x="171738" y="2157349"/>
                  </a:lnTo>
                  <a:lnTo>
                    <a:pt x="172594" y="2211496"/>
                  </a:lnTo>
                  <a:lnTo>
                    <a:pt x="173449" y="2294065"/>
                  </a:lnTo>
                  <a:lnTo>
                    <a:pt x="174305" y="2400540"/>
                  </a:lnTo>
                  <a:lnTo>
                    <a:pt x="175160" y="2344043"/>
                  </a:lnTo>
                  <a:lnTo>
                    <a:pt x="176016" y="2191336"/>
                  </a:lnTo>
                  <a:lnTo>
                    <a:pt x="176871" y="2053652"/>
                  </a:lnTo>
                  <a:lnTo>
                    <a:pt x="177727" y="2022737"/>
                  </a:lnTo>
                  <a:lnTo>
                    <a:pt x="178583" y="2025039"/>
                  </a:lnTo>
                  <a:lnTo>
                    <a:pt x="179438" y="2033499"/>
                  </a:lnTo>
                  <a:lnTo>
                    <a:pt x="180294" y="2091465"/>
                  </a:lnTo>
                  <a:lnTo>
                    <a:pt x="181149" y="2149160"/>
                  </a:lnTo>
                  <a:lnTo>
                    <a:pt x="182005" y="2149347"/>
                  </a:lnTo>
                  <a:lnTo>
                    <a:pt x="182860" y="2066977"/>
                  </a:lnTo>
                  <a:lnTo>
                    <a:pt x="183716" y="1993354"/>
                  </a:lnTo>
                  <a:lnTo>
                    <a:pt x="184571" y="1912602"/>
                  </a:lnTo>
                  <a:lnTo>
                    <a:pt x="185427" y="1884953"/>
                  </a:lnTo>
                  <a:lnTo>
                    <a:pt x="186282" y="1968110"/>
                  </a:lnTo>
                  <a:lnTo>
                    <a:pt x="187138" y="2105607"/>
                  </a:lnTo>
                  <a:lnTo>
                    <a:pt x="187993" y="2218893"/>
                  </a:lnTo>
                  <a:lnTo>
                    <a:pt x="188849" y="2290217"/>
                  </a:lnTo>
                  <a:lnTo>
                    <a:pt x="189704" y="2370968"/>
                  </a:lnTo>
                  <a:lnTo>
                    <a:pt x="190560" y="2400917"/>
                  </a:lnTo>
                  <a:lnTo>
                    <a:pt x="191415" y="2326530"/>
                  </a:lnTo>
                  <a:lnTo>
                    <a:pt x="192271" y="2282048"/>
                  </a:lnTo>
                  <a:lnTo>
                    <a:pt x="193126" y="2282048"/>
                  </a:lnTo>
                  <a:lnTo>
                    <a:pt x="193982" y="2282048"/>
                  </a:lnTo>
                  <a:lnTo>
                    <a:pt x="194838" y="2282050"/>
                  </a:lnTo>
                  <a:lnTo>
                    <a:pt x="195693" y="2311871"/>
                  </a:lnTo>
                  <a:lnTo>
                    <a:pt x="196549" y="2434204"/>
                  </a:lnTo>
                  <a:lnTo>
                    <a:pt x="197404" y="2491282"/>
                  </a:lnTo>
                  <a:lnTo>
                    <a:pt x="198260" y="2464433"/>
                  </a:lnTo>
                  <a:lnTo>
                    <a:pt x="199115" y="2486889"/>
                  </a:lnTo>
                  <a:lnTo>
                    <a:pt x="199502" y="24972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823493" y="2322920"/>
              <a:ext cx="127887" cy="939556"/>
            </a:xfrm>
            <a:custGeom>
              <a:avLst/>
              <a:pathLst>
                <a:path w="127887" h="939556">
                  <a:moveTo>
                    <a:pt x="0" y="939556"/>
                  </a:moveTo>
                  <a:lnTo>
                    <a:pt x="661" y="896668"/>
                  </a:lnTo>
                  <a:lnTo>
                    <a:pt x="1517" y="833866"/>
                  </a:lnTo>
                  <a:lnTo>
                    <a:pt x="2372" y="805199"/>
                  </a:lnTo>
                  <a:lnTo>
                    <a:pt x="3228" y="804450"/>
                  </a:lnTo>
                  <a:lnTo>
                    <a:pt x="4084" y="718128"/>
                  </a:lnTo>
                  <a:lnTo>
                    <a:pt x="4939" y="533317"/>
                  </a:lnTo>
                  <a:lnTo>
                    <a:pt x="5795" y="466127"/>
                  </a:lnTo>
                  <a:lnTo>
                    <a:pt x="6650" y="479234"/>
                  </a:lnTo>
                  <a:lnTo>
                    <a:pt x="7506" y="495306"/>
                  </a:lnTo>
                  <a:lnTo>
                    <a:pt x="8361" y="470046"/>
                  </a:lnTo>
                  <a:lnTo>
                    <a:pt x="9217" y="435254"/>
                  </a:lnTo>
                  <a:lnTo>
                    <a:pt x="10072" y="521099"/>
                  </a:lnTo>
                  <a:lnTo>
                    <a:pt x="10928" y="636452"/>
                  </a:lnTo>
                  <a:lnTo>
                    <a:pt x="11783" y="650057"/>
                  </a:lnTo>
                  <a:lnTo>
                    <a:pt x="12639" y="650058"/>
                  </a:lnTo>
                  <a:lnTo>
                    <a:pt x="13494" y="702916"/>
                  </a:lnTo>
                  <a:lnTo>
                    <a:pt x="14350" y="777164"/>
                  </a:lnTo>
                  <a:lnTo>
                    <a:pt x="15205" y="859301"/>
                  </a:lnTo>
                  <a:lnTo>
                    <a:pt x="16061" y="859508"/>
                  </a:lnTo>
                  <a:lnTo>
                    <a:pt x="16916" y="857716"/>
                  </a:lnTo>
                  <a:lnTo>
                    <a:pt x="17772" y="865959"/>
                  </a:lnTo>
                  <a:lnTo>
                    <a:pt x="18628" y="898528"/>
                  </a:lnTo>
                  <a:lnTo>
                    <a:pt x="19483" y="937153"/>
                  </a:lnTo>
                  <a:lnTo>
                    <a:pt x="20339" y="908198"/>
                  </a:lnTo>
                  <a:lnTo>
                    <a:pt x="21194" y="863940"/>
                  </a:lnTo>
                  <a:lnTo>
                    <a:pt x="22050" y="830558"/>
                  </a:lnTo>
                  <a:lnTo>
                    <a:pt x="22905" y="822318"/>
                  </a:lnTo>
                  <a:lnTo>
                    <a:pt x="23761" y="789751"/>
                  </a:lnTo>
                  <a:lnTo>
                    <a:pt x="24616" y="775530"/>
                  </a:lnTo>
                  <a:lnTo>
                    <a:pt x="25472" y="798422"/>
                  </a:lnTo>
                  <a:lnTo>
                    <a:pt x="26327" y="849741"/>
                  </a:lnTo>
                  <a:lnTo>
                    <a:pt x="27183" y="884912"/>
                  </a:lnTo>
                  <a:lnTo>
                    <a:pt x="28038" y="855544"/>
                  </a:lnTo>
                  <a:lnTo>
                    <a:pt x="28894" y="810416"/>
                  </a:lnTo>
                  <a:lnTo>
                    <a:pt x="29749" y="796963"/>
                  </a:lnTo>
                  <a:lnTo>
                    <a:pt x="30605" y="796965"/>
                  </a:lnTo>
                  <a:lnTo>
                    <a:pt x="31460" y="796965"/>
                  </a:lnTo>
                  <a:lnTo>
                    <a:pt x="32316" y="796966"/>
                  </a:lnTo>
                  <a:lnTo>
                    <a:pt x="33171" y="826331"/>
                  </a:lnTo>
                  <a:lnTo>
                    <a:pt x="34027" y="871459"/>
                  </a:lnTo>
                  <a:lnTo>
                    <a:pt x="34883" y="884912"/>
                  </a:lnTo>
                  <a:lnTo>
                    <a:pt x="35738" y="884912"/>
                  </a:lnTo>
                  <a:lnTo>
                    <a:pt x="36594" y="884912"/>
                  </a:lnTo>
                  <a:lnTo>
                    <a:pt x="37449" y="884912"/>
                  </a:lnTo>
                  <a:lnTo>
                    <a:pt x="38305" y="884912"/>
                  </a:lnTo>
                  <a:lnTo>
                    <a:pt x="39160" y="884912"/>
                  </a:lnTo>
                  <a:lnTo>
                    <a:pt x="40016" y="884912"/>
                  </a:lnTo>
                  <a:lnTo>
                    <a:pt x="40871" y="884912"/>
                  </a:lnTo>
                  <a:lnTo>
                    <a:pt x="41727" y="884912"/>
                  </a:lnTo>
                  <a:lnTo>
                    <a:pt x="42582" y="884912"/>
                  </a:lnTo>
                  <a:lnTo>
                    <a:pt x="43438" y="884912"/>
                  </a:lnTo>
                  <a:lnTo>
                    <a:pt x="44293" y="855384"/>
                  </a:lnTo>
                  <a:lnTo>
                    <a:pt x="45149" y="801419"/>
                  </a:lnTo>
                  <a:lnTo>
                    <a:pt x="46004" y="781010"/>
                  </a:lnTo>
                  <a:lnTo>
                    <a:pt x="46860" y="731564"/>
                  </a:lnTo>
                  <a:lnTo>
                    <a:pt x="47715" y="610510"/>
                  </a:lnTo>
                  <a:lnTo>
                    <a:pt x="48571" y="473841"/>
                  </a:lnTo>
                  <a:lnTo>
                    <a:pt x="49426" y="363763"/>
                  </a:lnTo>
                  <a:lnTo>
                    <a:pt x="50282" y="293024"/>
                  </a:lnTo>
                  <a:lnTo>
                    <a:pt x="51138" y="263697"/>
                  </a:lnTo>
                  <a:lnTo>
                    <a:pt x="51993" y="309181"/>
                  </a:lnTo>
                  <a:lnTo>
                    <a:pt x="52849" y="403675"/>
                  </a:lnTo>
                  <a:lnTo>
                    <a:pt x="53704" y="427147"/>
                  </a:lnTo>
                  <a:lnTo>
                    <a:pt x="54560" y="391563"/>
                  </a:lnTo>
                  <a:lnTo>
                    <a:pt x="55415" y="375784"/>
                  </a:lnTo>
                  <a:lnTo>
                    <a:pt x="56271" y="241602"/>
                  </a:lnTo>
                  <a:lnTo>
                    <a:pt x="57126" y="76590"/>
                  </a:lnTo>
                  <a:lnTo>
                    <a:pt x="57982" y="1290"/>
                  </a:lnTo>
                  <a:lnTo>
                    <a:pt x="58837" y="0"/>
                  </a:lnTo>
                  <a:lnTo>
                    <a:pt x="59693" y="15404"/>
                  </a:lnTo>
                  <a:lnTo>
                    <a:pt x="60548" y="6155"/>
                  </a:lnTo>
                  <a:lnTo>
                    <a:pt x="61404" y="112136"/>
                  </a:lnTo>
                  <a:lnTo>
                    <a:pt x="62259" y="215632"/>
                  </a:lnTo>
                  <a:lnTo>
                    <a:pt x="63115" y="201511"/>
                  </a:lnTo>
                  <a:lnTo>
                    <a:pt x="63970" y="216973"/>
                  </a:lnTo>
                  <a:lnTo>
                    <a:pt x="64826" y="273093"/>
                  </a:lnTo>
                  <a:lnTo>
                    <a:pt x="65682" y="317609"/>
                  </a:lnTo>
                  <a:lnTo>
                    <a:pt x="66537" y="284728"/>
                  </a:lnTo>
                  <a:lnTo>
                    <a:pt x="67393" y="227882"/>
                  </a:lnTo>
                  <a:lnTo>
                    <a:pt x="68248" y="235729"/>
                  </a:lnTo>
                  <a:lnTo>
                    <a:pt x="69104" y="322324"/>
                  </a:lnTo>
                  <a:lnTo>
                    <a:pt x="69959" y="360255"/>
                  </a:lnTo>
                  <a:lnTo>
                    <a:pt x="70815" y="438027"/>
                  </a:lnTo>
                  <a:lnTo>
                    <a:pt x="71670" y="498319"/>
                  </a:lnTo>
                  <a:lnTo>
                    <a:pt x="72526" y="522899"/>
                  </a:lnTo>
                  <a:lnTo>
                    <a:pt x="73381" y="577276"/>
                  </a:lnTo>
                  <a:lnTo>
                    <a:pt x="74237" y="589708"/>
                  </a:lnTo>
                  <a:lnTo>
                    <a:pt x="75092" y="655441"/>
                  </a:lnTo>
                  <a:lnTo>
                    <a:pt x="75948" y="682484"/>
                  </a:lnTo>
                  <a:lnTo>
                    <a:pt x="76803" y="705749"/>
                  </a:lnTo>
                  <a:lnTo>
                    <a:pt x="77659" y="730142"/>
                  </a:lnTo>
                  <a:lnTo>
                    <a:pt x="78514" y="748488"/>
                  </a:lnTo>
                  <a:lnTo>
                    <a:pt x="79370" y="752810"/>
                  </a:lnTo>
                  <a:lnTo>
                    <a:pt x="80225" y="752812"/>
                  </a:lnTo>
                  <a:lnTo>
                    <a:pt x="81081" y="753215"/>
                  </a:lnTo>
                  <a:lnTo>
                    <a:pt x="81937" y="780474"/>
                  </a:lnTo>
                  <a:lnTo>
                    <a:pt x="82792" y="850333"/>
                  </a:lnTo>
                  <a:lnTo>
                    <a:pt x="83648" y="838698"/>
                  </a:lnTo>
                  <a:lnTo>
                    <a:pt x="84503" y="817875"/>
                  </a:lnTo>
                  <a:lnTo>
                    <a:pt x="85359" y="788379"/>
                  </a:lnTo>
                  <a:lnTo>
                    <a:pt x="86214" y="733153"/>
                  </a:lnTo>
                  <a:lnTo>
                    <a:pt x="87070" y="723641"/>
                  </a:lnTo>
                  <a:lnTo>
                    <a:pt x="87925" y="734397"/>
                  </a:lnTo>
                  <a:lnTo>
                    <a:pt x="88781" y="770870"/>
                  </a:lnTo>
                  <a:lnTo>
                    <a:pt x="89636" y="746057"/>
                  </a:lnTo>
                  <a:lnTo>
                    <a:pt x="90492" y="693063"/>
                  </a:lnTo>
                  <a:lnTo>
                    <a:pt x="91347" y="637287"/>
                  </a:lnTo>
                  <a:lnTo>
                    <a:pt x="92203" y="513825"/>
                  </a:lnTo>
                  <a:lnTo>
                    <a:pt x="93058" y="439378"/>
                  </a:lnTo>
                  <a:lnTo>
                    <a:pt x="93914" y="444930"/>
                  </a:lnTo>
                  <a:lnTo>
                    <a:pt x="94769" y="489035"/>
                  </a:lnTo>
                  <a:lnTo>
                    <a:pt x="95625" y="602075"/>
                  </a:lnTo>
                  <a:lnTo>
                    <a:pt x="96480" y="743185"/>
                  </a:lnTo>
                  <a:lnTo>
                    <a:pt x="97336" y="875405"/>
                  </a:lnTo>
                  <a:lnTo>
                    <a:pt x="98192" y="905286"/>
                  </a:lnTo>
                  <a:lnTo>
                    <a:pt x="99047" y="869895"/>
                  </a:lnTo>
                  <a:lnTo>
                    <a:pt x="99903" y="828680"/>
                  </a:lnTo>
                  <a:lnTo>
                    <a:pt x="100758" y="704413"/>
                  </a:lnTo>
                  <a:lnTo>
                    <a:pt x="101614" y="640984"/>
                  </a:lnTo>
                  <a:lnTo>
                    <a:pt x="102469" y="641738"/>
                  </a:lnTo>
                  <a:lnTo>
                    <a:pt x="103325" y="648956"/>
                  </a:lnTo>
                  <a:lnTo>
                    <a:pt x="104180" y="638128"/>
                  </a:lnTo>
                  <a:lnTo>
                    <a:pt x="105036" y="563950"/>
                  </a:lnTo>
                  <a:lnTo>
                    <a:pt x="105891" y="550029"/>
                  </a:lnTo>
                  <a:lnTo>
                    <a:pt x="106747" y="514596"/>
                  </a:lnTo>
                  <a:lnTo>
                    <a:pt x="107602" y="438035"/>
                  </a:lnTo>
                  <a:lnTo>
                    <a:pt x="108458" y="431140"/>
                  </a:lnTo>
                  <a:lnTo>
                    <a:pt x="109313" y="473535"/>
                  </a:lnTo>
                  <a:lnTo>
                    <a:pt x="110169" y="520063"/>
                  </a:lnTo>
                  <a:lnTo>
                    <a:pt x="111024" y="541814"/>
                  </a:lnTo>
                  <a:lnTo>
                    <a:pt x="111880" y="554516"/>
                  </a:lnTo>
                  <a:lnTo>
                    <a:pt x="112736" y="601539"/>
                  </a:lnTo>
                  <a:lnTo>
                    <a:pt x="113591" y="638522"/>
                  </a:lnTo>
                  <a:lnTo>
                    <a:pt x="114447" y="625985"/>
                  </a:lnTo>
                  <a:lnTo>
                    <a:pt x="115302" y="636004"/>
                  </a:lnTo>
                  <a:lnTo>
                    <a:pt x="116158" y="713858"/>
                  </a:lnTo>
                  <a:lnTo>
                    <a:pt x="117013" y="749034"/>
                  </a:lnTo>
                  <a:lnTo>
                    <a:pt x="117869" y="691124"/>
                  </a:lnTo>
                  <a:lnTo>
                    <a:pt x="118724" y="581652"/>
                  </a:lnTo>
                  <a:lnTo>
                    <a:pt x="119580" y="470750"/>
                  </a:lnTo>
                  <a:lnTo>
                    <a:pt x="120435" y="407688"/>
                  </a:lnTo>
                  <a:lnTo>
                    <a:pt x="121291" y="315788"/>
                  </a:lnTo>
                  <a:lnTo>
                    <a:pt x="122146" y="221681"/>
                  </a:lnTo>
                  <a:lnTo>
                    <a:pt x="123002" y="214440"/>
                  </a:lnTo>
                  <a:lnTo>
                    <a:pt x="123857" y="315693"/>
                  </a:lnTo>
                  <a:lnTo>
                    <a:pt x="124713" y="504747"/>
                  </a:lnTo>
                  <a:lnTo>
                    <a:pt x="125568" y="646370"/>
                  </a:lnTo>
                  <a:lnTo>
                    <a:pt x="126424" y="768404"/>
                  </a:lnTo>
                  <a:lnTo>
                    <a:pt x="127279" y="913067"/>
                  </a:lnTo>
                  <a:lnTo>
                    <a:pt x="127887" y="9395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951698" y="2814916"/>
              <a:ext cx="22281" cy="447561"/>
            </a:xfrm>
            <a:custGeom>
              <a:avLst/>
              <a:pathLst>
                <a:path w="22281" h="447561">
                  <a:moveTo>
                    <a:pt x="0" y="447561"/>
                  </a:moveTo>
                  <a:lnTo>
                    <a:pt x="786" y="324262"/>
                  </a:lnTo>
                  <a:lnTo>
                    <a:pt x="1642" y="186889"/>
                  </a:lnTo>
                  <a:lnTo>
                    <a:pt x="2497" y="153344"/>
                  </a:lnTo>
                  <a:lnTo>
                    <a:pt x="3353" y="91200"/>
                  </a:lnTo>
                  <a:lnTo>
                    <a:pt x="4208" y="0"/>
                  </a:lnTo>
                  <a:lnTo>
                    <a:pt x="5064" y="5580"/>
                  </a:lnTo>
                  <a:lnTo>
                    <a:pt x="5919" y="142723"/>
                  </a:lnTo>
                  <a:lnTo>
                    <a:pt x="6775" y="223329"/>
                  </a:lnTo>
                  <a:lnTo>
                    <a:pt x="7630" y="234369"/>
                  </a:lnTo>
                  <a:lnTo>
                    <a:pt x="8486" y="272108"/>
                  </a:lnTo>
                  <a:lnTo>
                    <a:pt x="9341" y="288673"/>
                  </a:lnTo>
                  <a:lnTo>
                    <a:pt x="10197" y="275018"/>
                  </a:lnTo>
                  <a:lnTo>
                    <a:pt x="11052" y="264203"/>
                  </a:lnTo>
                  <a:lnTo>
                    <a:pt x="11908" y="277023"/>
                  </a:lnTo>
                  <a:lnTo>
                    <a:pt x="12764" y="277023"/>
                  </a:lnTo>
                  <a:lnTo>
                    <a:pt x="13619" y="279325"/>
                  </a:lnTo>
                  <a:lnTo>
                    <a:pt x="14475" y="324280"/>
                  </a:lnTo>
                  <a:lnTo>
                    <a:pt x="15330" y="389755"/>
                  </a:lnTo>
                  <a:lnTo>
                    <a:pt x="16186" y="405735"/>
                  </a:lnTo>
                  <a:lnTo>
                    <a:pt x="17041" y="392917"/>
                  </a:lnTo>
                  <a:lnTo>
                    <a:pt x="17897" y="392917"/>
                  </a:lnTo>
                  <a:lnTo>
                    <a:pt x="18752" y="392917"/>
                  </a:lnTo>
                  <a:lnTo>
                    <a:pt x="19608" y="392917"/>
                  </a:lnTo>
                  <a:lnTo>
                    <a:pt x="20463" y="424678"/>
                  </a:lnTo>
                  <a:lnTo>
                    <a:pt x="21319" y="444327"/>
                  </a:lnTo>
                  <a:lnTo>
                    <a:pt x="22174" y="443406"/>
                  </a:lnTo>
                  <a:lnTo>
                    <a:pt x="22281" y="4475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975658" y="2908092"/>
              <a:ext cx="7514" cy="354384"/>
            </a:xfrm>
            <a:custGeom>
              <a:avLst/>
              <a:pathLst>
                <a:path w="7514" h="354384">
                  <a:moveTo>
                    <a:pt x="0" y="354384"/>
                  </a:moveTo>
                  <a:lnTo>
                    <a:pt x="781" y="269096"/>
                  </a:lnTo>
                  <a:lnTo>
                    <a:pt x="1636" y="163043"/>
                  </a:lnTo>
                  <a:lnTo>
                    <a:pt x="2492" y="45534"/>
                  </a:lnTo>
                  <a:lnTo>
                    <a:pt x="3347" y="25097"/>
                  </a:lnTo>
                  <a:lnTo>
                    <a:pt x="4203" y="0"/>
                  </a:lnTo>
                  <a:lnTo>
                    <a:pt x="5058" y="18477"/>
                  </a:lnTo>
                  <a:lnTo>
                    <a:pt x="5914" y="144112"/>
                  </a:lnTo>
                  <a:lnTo>
                    <a:pt x="6769" y="240193"/>
                  </a:lnTo>
                  <a:lnTo>
                    <a:pt x="7514" y="3543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984527" y="2775943"/>
              <a:ext cx="20732" cy="486533"/>
            </a:xfrm>
            <a:custGeom>
              <a:avLst/>
              <a:pathLst>
                <a:path w="20732" h="486533">
                  <a:moveTo>
                    <a:pt x="0" y="486533"/>
                  </a:moveTo>
                  <a:lnTo>
                    <a:pt x="467" y="452520"/>
                  </a:lnTo>
                  <a:lnTo>
                    <a:pt x="1322" y="445605"/>
                  </a:lnTo>
                  <a:lnTo>
                    <a:pt x="2178" y="355848"/>
                  </a:lnTo>
                  <a:lnTo>
                    <a:pt x="3033" y="234814"/>
                  </a:lnTo>
                  <a:lnTo>
                    <a:pt x="3889" y="124193"/>
                  </a:lnTo>
                  <a:lnTo>
                    <a:pt x="4744" y="45389"/>
                  </a:lnTo>
                  <a:lnTo>
                    <a:pt x="5600" y="40952"/>
                  </a:lnTo>
                  <a:lnTo>
                    <a:pt x="6455" y="0"/>
                  </a:lnTo>
                  <a:lnTo>
                    <a:pt x="7311" y="21788"/>
                  </a:lnTo>
                  <a:lnTo>
                    <a:pt x="8166" y="116160"/>
                  </a:lnTo>
                  <a:lnTo>
                    <a:pt x="9022" y="171109"/>
                  </a:lnTo>
                  <a:lnTo>
                    <a:pt x="9878" y="203784"/>
                  </a:lnTo>
                  <a:lnTo>
                    <a:pt x="10733" y="245988"/>
                  </a:lnTo>
                  <a:lnTo>
                    <a:pt x="11589" y="218110"/>
                  </a:lnTo>
                  <a:lnTo>
                    <a:pt x="12444" y="195088"/>
                  </a:lnTo>
                  <a:lnTo>
                    <a:pt x="13300" y="155857"/>
                  </a:lnTo>
                  <a:lnTo>
                    <a:pt x="14155" y="101281"/>
                  </a:lnTo>
                  <a:lnTo>
                    <a:pt x="15011" y="102177"/>
                  </a:lnTo>
                  <a:lnTo>
                    <a:pt x="15866" y="116239"/>
                  </a:lnTo>
                  <a:lnTo>
                    <a:pt x="16722" y="194642"/>
                  </a:lnTo>
                  <a:lnTo>
                    <a:pt x="17577" y="218887"/>
                  </a:lnTo>
                  <a:lnTo>
                    <a:pt x="18433" y="244392"/>
                  </a:lnTo>
                  <a:lnTo>
                    <a:pt x="19288" y="359571"/>
                  </a:lnTo>
                  <a:lnTo>
                    <a:pt x="20144" y="467581"/>
                  </a:lnTo>
                  <a:lnTo>
                    <a:pt x="20732" y="4865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009699" y="2491510"/>
              <a:ext cx="80423" cy="770966"/>
            </a:xfrm>
            <a:custGeom>
              <a:avLst/>
              <a:pathLst>
                <a:path w="80423" h="770966">
                  <a:moveTo>
                    <a:pt x="0" y="770966"/>
                  </a:moveTo>
                  <a:lnTo>
                    <a:pt x="105" y="767644"/>
                  </a:lnTo>
                  <a:lnTo>
                    <a:pt x="961" y="766224"/>
                  </a:lnTo>
                  <a:lnTo>
                    <a:pt x="1816" y="727748"/>
                  </a:lnTo>
                  <a:lnTo>
                    <a:pt x="2672" y="688476"/>
                  </a:lnTo>
                  <a:lnTo>
                    <a:pt x="3527" y="683025"/>
                  </a:lnTo>
                  <a:lnTo>
                    <a:pt x="4383" y="683026"/>
                  </a:lnTo>
                  <a:lnTo>
                    <a:pt x="5239" y="644932"/>
                  </a:lnTo>
                  <a:lnTo>
                    <a:pt x="6094" y="603960"/>
                  </a:lnTo>
                  <a:lnTo>
                    <a:pt x="6950" y="641859"/>
                  </a:lnTo>
                  <a:lnTo>
                    <a:pt x="7805" y="697881"/>
                  </a:lnTo>
                  <a:lnTo>
                    <a:pt x="8661" y="703335"/>
                  </a:lnTo>
                  <a:lnTo>
                    <a:pt x="9516" y="688707"/>
                  </a:lnTo>
                  <a:lnTo>
                    <a:pt x="10372" y="675666"/>
                  </a:lnTo>
                  <a:lnTo>
                    <a:pt x="11227" y="663334"/>
                  </a:lnTo>
                  <a:lnTo>
                    <a:pt x="12083" y="599788"/>
                  </a:lnTo>
                  <a:lnTo>
                    <a:pt x="12938" y="535242"/>
                  </a:lnTo>
                  <a:lnTo>
                    <a:pt x="13794" y="525415"/>
                  </a:lnTo>
                  <a:lnTo>
                    <a:pt x="14649" y="540043"/>
                  </a:lnTo>
                  <a:lnTo>
                    <a:pt x="15505" y="565289"/>
                  </a:lnTo>
                  <a:lnTo>
                    <a:pt x="16360" y="594579"/>
                  </a:lnTo>
                  <a:lnTo>
                    <a:pt x="17216" y="658699"/>
                  </a:lnTo>
                  <a:lnTo>
                    <a:pt x="18071" y="706494"/>
                  </a:lnTo>
                  <a:lnTo>
                    <a:pt x="18927" y="716322"/>
                  </a:lnTo>
                  <a:lnTo>
                    <a:pt x="19783" y="716322"/>
                  </a:lnTo>
                  <a:lnTo>
                    <a:pt x="20638" y="716322"/>
                  </a:lnTo>
                  <a:lnTo>
                    <a:pt x="21494" y="713451"/>
                  </a:lnTo>
                  <a:lnTo>
                    <a:pt x="22349" y="677048"/>
                  </a:lnTo>
                  <a:lnTo>
                    <a:pt x="23205" y="636376"/>
                  </a:lnTo>
                  <a:lnTo>
                    <a:pt x="24060" y="590475"/>
                  </a:lnTo>
                  <a:lnTo>
                    <a:pt x="24916" y="483417"/>
                  </a:lnTo>
                  <a:lnTo>
                    <a:pt x="25771" y="405653"/>
                  </a:lnTo>
                  <a:lnTo>
                    <a:pt x="26627" y="405514"/>
                  </a:lnTo>
                  <a:lnTo>
                    <a:pt x="27482" y="441918"/>
                  </a:lnTo>
                  <a:lnTo>
                    <a:pt x="28338" y="482589"/>
                  </a:lnTo>
                  <a:lnTo>
                    <a:pt x="29193" y="517599"/>
                  </a:lnTo>
                  <a:lnTo>
                    <a:pt x="30049" y="548663"/>
                  </a:lnTo>
                  <a:lnTo>
                    <a:pt x="30904" y="469725"/>
                  </a:lnTo>
                  <a:lnTo>
                    <a:pt x="31760" y="344851"/>
                  </a:lnTo>
                  <a:lnTo>
                    <a:pt x="32615" y="247687"/>
                  </a:lnTo>
                  <a:lnTo>
                    <a:pt x="33471" y="168164"/>
                  </a:lnTo>
                  <a:lnTo>
                    <a:pt x="34326" y="139109"/>
                  </a:lnTo>
                  <a:lnTo>
                    <a:pt x="35182" y="204810"/>
                  </a:lnTo>
                  <a:lnTo>
                    <a:pt x="36038" y="374953"/>
                  </a:lnTo>
                  <a:lnTo>
                    <a:pt x="36893" y="502767"/>
                  </a:lnTo>
                  <a:lnTo>
                    <a:pt x="37749" y="579829"/>
                  </a:lnTo>
                  <a:lnTo>
                    <a:pt x="38604" y="648304"/>
                  </a:lnTo>
                  <a:lnTo>
                    <a:pt x="39460" y="615986"/>
                  </a:lnTo>
                  <a:lnTo>
                    <a:pt x="40315" y="548539"/>
                  </a:lnTo>
                  <a:lnTo>
                    <a:pt x="41171" y="473690"/>
                  </a:lnTo>
                  <a:lnTo>
                    <a:pt x="42026" y="461850"/>
                  </a:lnTo>
                  <a:lnTo>
                    <a:pt x="42882" y="456407"/>
                  </a:lnTo>
                  <a:lnTo>
                    <a:pt x="43737" y="382610"/>
                  </a:lnTo>
                  <a:lnTo>
                    <a:pt x="44593" y="360184"/>
                  </a:lnTo>
                  <a:lnTo>
                    <a:pt x="45448" y="337847"/>
                  </a:lnTo>
                  <a:lnTo>
                    <a:pt x="46304" y="262228"/>
                  </a:lnTo>
                  <a:lnTo>
                    <a:pt x="47159" y="168838"/>
                  </a:lnTo>
                  <a:lnTo>
                    <a:pt x="48015" y="131206"/>
                  </a:lnTo>
                  <a:lnTo>
                    <a:pt x="48870" y="91477"/>
                  </a:lnTo>
                  <a:lnTo>
                    <a:pt x="49726" y="15812"/>
                  </a:lnTo>
                  <a:lnTo>
                    <a:pt x="50581" y="0"/>
                  </a:lnTo>
                  <a:lnTo>
                    <a:pt x="51437" y="88329"/>
                  </a:lnTo>
                  <a:lnTo>
                    <a:pt x="52293" y="101495"/>
                  </a:lnTo>
                  <a:lnTo>
                    <a:pt x="53148" y="113966"/>
                  </a:lnTo>
                  <a:lnTo>
                    <a:pt x="54004" y="159111"/>
                  </a:lnTo>
                  <a:lnTo>
                    <a:pt x="54859" y="177284"/>
                  </a:lnTo>
                  <a:lnTo>
                    <a:pt x="55715" y="175316"/>
                  </a:lnTo>
                  <a:lnTo>
                    <a:pt x="56570" y="172986"/>
                  </a:lnTo>
                  <a:lnTo>
                    <a:pt x="57426" y="249060"/>
                  </a:lnTo>
                  <a:lnTo>
                    <a:pt x="58281" y="291844"/>
                  </a:lnTo>
                  <a:lnTo>
                    <a:pt x="59137" y="371272"/>
                  </a:lnTo>
                  <a:lnTo>
                    <a:pt x="59992" y="464223"/>
                  </a:lnTo>
                  <a:lnTo>
                    <a:pt x="60848" y="465845"/>
                  </a:lnTo>
                  <a:lnTo>
                    <a:pt x="61703" y="433398"/>
                  </a:lnTo>
                  <a:lnTo>
                    <a:pt x="62559" y="446162"/>
                  </a:lnTo>
                  <a:lnTo>
                    <a:pt x="63414" y="424903"/>
                  </a:lnTo>
                  <a:lnTo>
                    <a:pt x="64270" y="387979"/>
                  </a:lnTo>
                  <a:lnTo>
                    <a:pt x="65125" y="390593"/>
                  </a:lnTo>
                  <a:lnTo>
                    <a:pt x="65981" y="437407"/>
                  </a:lnTo>
                  <a:lnTo>
                    <a:pt x="66837" y="472936"/>
                  </a:lnTo>
                  <a:lnTo>
                    <a:pt x="67692" y="453032"/>
                  </a:lnTo>
                  <a:lnTo>
                    <a:pt x="68548" y="447091"/>
                  </a:lnTo>
                  <a:lnTo>
                    <a:pt x="69403" y="482864"/>
                  </a:lnTo>
                  <a:lnTo>
                    <a:pt x="70259" y="554595"/>
                  </a:lnTo>
                  <a:lnTo>
                    <a:pt x="71114" y="624013"/>
                  </a:lnTo>
                  <a:lnTo>
                    <a:pt x="71970" y="690529"/>
                  </a:lnTo>
                  <a:lnTo>
                    <a:pt x="72825" y="747019"/>
                  </a:lnTo>
                  <a:lnTo>
                    <a:pt x="73681" y="754186"/>
                  </a:lnTo>
                  <a:lnTo>
                    <a:pt x="74536" y="662870"/>
                  </a:lnTo>
                  <a:lnTo>
                    <a:pt x="75392" y="611574"/>
                  </a:lnTo>
                  <a:lnTo>
                    <a:pt x="76247" y="616786"/>
                  </a:lnTo>
                  <a:lnTo>
                    <a:pt x="77103" y="630517"/>
                  </a:lnTo>
                  <a:lnTo>
                    <a:pt x="77958" y="618676"/>
                  </a:lnTo>
                  <a:lnTo>
                    <a:pt x="78814" y="646632"/>
                  </a:lnTo>
                  <a:lnTo>
                    <a:pt x="79669" y="739100"/>
                  </a:lnTo>
                  <a:lnTo>
                    <a:pt x="80423" y="7709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090388" y="1190779"/>
              <a:ext cx="181922" cy="2071697"/>
            </a:xfrm>
            <a:custGeom>
              <a:avLst/>
              <a:pathLst>
                <a:path w="181922" h="2071697">
                  <a:moveTo>
                    <a:pt x="0" y="2071697"/>
                  </a:moveTo>
                  <a:lnTo>
                    <a:pt x="691" y="2053455"/>
                  </a:lnTo>
                  <a:lnTo>
                    <a:pt x="1547" y="1972512"/>
                  </a:lnTo>
                  <a:lnTo>
                    <a:pt x="2402" y="1876543"/>
                  </a:lnTo>
                  <a:lnTo>
                    <a:pt x="3258" y="1745579"/>
                  </a:lnTo>
                  <a:lnTo>
                    <a:pt x="4113" y="1597086"/>
                  </a:lnTo>
                  <a:lnTo>
                    <a:pt x="4969" y="1508966"/>
                  </a:lnTo>
                  <a:lnTo>
                    <a:pt x="5824" y="1465823"/>
                  </a:lnTo>
                  <a:lnTo>
                    <a:pt x="6680" y="1421888"/>
                  </a:lnTo>
                  <a:lnTo>
                    <a:pt x="7535" y="1428357"/>
                  </a:lnTo>
                  <a:lnTo>
                    <a:pt x="8391" y="1546817"/>
                  </a:lnTo>
                  <a:lnTo>
                    <a:pt x="9246" y="1684503"/>
                  </a:lnTo>
                  <a:lnTo>
                    <a:pt x="10102" y="1704283"/>
                  </a:lnTo>
                  <a:lnTo>
                    <a:pt x="10957" y="1766852"/>
                  </a:lnTo>
                  <a:lnTo>
                    <a:pt x="11813" y="1874671"/>
                  </a:lnTo>
                  <a:lnTo>
                    <a:pt x="12669" y="1847408"/>
                  </a:lnTo>
                  <a:lnTo>
                    <a:pt x="13524" y="1720824"/>
                  </a:lnTo>
                  <a:lnTo>
                    <a:pt x="14380" y="1621304"/>
                  </a:lnTo>
                  <a:lnTo>
                    <a:pt x="15235" y="1614102"/>
                  </a:lnTo>
                  <a:lnTo>
                    <a:pt x="16091" y="1485162"/>
                  </a:lnTo>
                  <a:lnTo>
                    <a:pt x="16946" y="1365045"/>
                  </a:lnTo>
                  <a:lnTo>
                    <a:pt x="17802" y="1356730"/>
                  </a:lnTo>
                  <a:lnTo>
                    <a:pt x="18657" y="1421751"/>
                  </a:lnTo>
                  <a:lnTo>
                    <a:pt x="19513" y="1467840"/>
                  </a:lnTo>
                  <a:lnTo>
                    <a:pt x="20368" y="1524687"/>
                  </a:lnTo>
                  <a:lnTo>
                    <a:pt x="21224" y="1662345"/>
                  </a:lnTo>
                  <a:lnTo>
                    <a:pt x="22079" y="1767220"/>
                  </a:lnTo>
                  <a:lnTo>
                    <a:pt x="22935" y="1859512"/>
                  </a:lnTo>
                  <a:lnTo>
                    <a:pt x="23790" y="1907230"/>
                  </a:lnTo>
                  <a:lnTo>
                    <a:pt x="24646" y="1924037"/>
                  </a:lnTo>
                  <a:lnTo>
                    <a:pt x="25501" y="1922512"/>
                  </a:lnTo>
                  <a:lnTo>
                    <a:pt x="26357" y="1910766"/>
                  </a:lnTo>
                  <a:lnTo>
                    <a:pt x="27213" y="1825237"/>
                  </a:lnTo>
                  <a:lnTo>
                    <a:pt x="28068" y="1723227"/>
                  </a:lnTo>
                  <a:lnTo>
                    <a:pt x="28924" y="1710886"/>
                  </a:lnTo>
                  <a:lnTo>
                    <a:pt x="29779" y="1755445"/>
                  </a:lnTo>
                  <a:lnTo>
                    <a:pt x="30635" y="1756268"/>
                  </a:lnTo>
                  <a:lnTo>
                    <a:pt x="31490" y="1689022"/>
                  </a:lnTo>
                  <a:lnTo>
                    <a:pt x="32346" y="1635669"/>
                  </a:lnTo>
                  <a:lnTo>
                    <a:pt x="33201" y="1598294"/>
                  </a:lnTo>
                  <a:lnTo>
                    <a:pt x="34057" y="1557827"/>
                  </a:lnTo>
                  <a:lnTo>
                    <a:pt x="34912" y="1517881"/>
                  </a:lnTo>
                  <a:lnTo>
                    <a:pt x="35768" y="1496326"/>
                  </a:lnTo>
                  <a:lnTo>
                    <a:pt x="36623" y="1488548"/>
                  </a:lnTo>
                  <a:lnTo>
                    <a:pt x="37479" y="1555436"/>
                  </a:lnTo>
                  <a:lnTo>
                    <a:pt x="38334" y="1699883"/>
                  </a:lnTo>
                  <a:lnTo>
                    <a:pt x="39190" y="1726854"/>
                  </a:lnTo>
                  <a:lnTo>
                    <a:pt x="40045" y="1687437"/>
                  </a:lnTo>
                  <a:lnTo>
                    <a:pt x="40901" y="1685061"/>
                  </a:lnTo>
                  <a:lnTo>
                    <a:pt x="41756" y="1739587"/>
                  </a:lnTo>
                  <a:lnTo>
                    <a:pt x="42612" y="1751792"/>
                  </a:lnTo>
                  <a:lnTo>
                    <a:pt x="43468" y="1702361"/>
                  </a:lnTo>
                  <a:lnTo>
                    <a:pt x="44323" y="1715517"/>
                  </a:lnTo>
                  <a:lnTo>
                    <a:pt x="45179" y="1723182"/>
                  </a:lnTo>
                  <a:lnTo>
                    <a:pt x="46034" y="1711195"/>
                  </a:lnTo>
                  <a:lnTo>
                    <a:pt x="46890" y="1716584"/>
                  </a:lnTo>
                  <a:lnTo>
                    <a:pt x="47745" y="1692208"/>
                  </a:lnTo>
                  <a:lnTo>
                    <a:pt x="48601" y="1643001"/>
                  </a:lnTo>
                  <a:lnTo>
                    <a:pt x="49456" y="1651570"/>
                  </a:lnTo>
                  <a:lnTo>
                    <a:pt x="50312" y="1784928"/>
                  </a:lnTo>
                  <a:lnTo>
                    <a:pt x="51167" y="1788409"/>
                  </a:lnTo>
                  <a:lnTo>
                    <a:pt x="52023" y="1766693"/>
                  </a:lnTo>
                  <a:lnTo>
                    <a:pt x="52878" y="1826019"/>
                  </a:lnTo>
                  <a:lnTo>
                    <a:pt x="53734" y="1867930"/>
                  </a:lnTo>
                  <a:lnTo>
                    <a:pt x="54589" y="1822634"/>
                  </a:lnTo>
                  <a:lnTo>
                    <a:pt x="55445" y="1662335"/>
                  </a:lnTo>
                  <a:lnTo>
                    <a:pt x="56300" y="1549963"/>
                  </a:lnTo>
                  <a:lnTo>
                    <a:pt x="57156" y="1433146"/>
                  </a:lnTo>
                  <a:lnTo>
                    <a:pt x="58011" y="1361231"/>
                  </a:lnTo>
                  <a:lnTo>
                    <a:pt x="58867" y="1409704"/>
                  </a:lnTo>
                  <a:lnTo>
                    <a:pt x="59723" y="1485462"/>
                  </a:lnTo>
                  <a:lnTo>
                    <a:pt x="60578" y="1586973"/>
                  </a:lnTo>
                  <a:lnTo>
                    <a:pt x="61434" y="1751182"/>
                  </a:lnTo>
                  <a:lnTo>
                    <a:pt x="62289" y="1886506"/>
                  </a:lnTo>
                  <a:lnTo>
                    <a:pt x="63145" y="1914863"/>
                  </a:lnTo>
                  <a:lnTo>
                    <a:pt x="64000" y="1860098"/>
                  </a:lnTo>
                  <a:lnTo>
                    <a:pt x="64856" y="1776178"/>
                  </a:lnTo>
                  <a:lnTo>
                    <a:pt x="65711" y="1636000"/>
                  </a:lnTo>
                  <a:lnTo>
                    <a:pt x="66567" y="1458830"/>
                  </a:lnTo>
                  <a:lnTo>
                    <a:pt x="67422" y="1365406"/>
                  </a:lnTo>
                  <a:lnTo>
                    <a:pt x="68278" y="1429469"/>
                  </a:lnTo>
                  <a:lnTo>
                    <a:pt x="69133" y="1453123"/>
                  </a:lnTo>
                  <a:lnTo>
                    <a:pt x="69989" y="1396490"/>
                  </a:lnTo>
                  <a:lnTo>
                    <a:pt x="70844" y="1414548"/>
                  </a:lnTo>
                  <a:lnTo>
                    <a:pt x="71700" y="1443424"/>
                  </a:lnTo>
                  <a:lnTo>
                    <a:pt x="72555" y="1441145"/>
                  </a:lnTo>
                  <a:lnTo>
                    <a:pt x="73411" y="1337229"/>
                  </a:lnTo>
                  <a:lnTo>
                    <a:pt x="74267" y="1298026"/>
                  </a:lnTo>
                  <a:lnTo>
                    <a:pt x="75122" y="1386889"/>
                  </a:lnTo>
                  <a:lnTo>
                    <a:pt x="75978" y="1396991"/>
                  </a:lnTo>
                  <a:lnTo>
                    <a:pt x="76833" y="1437634"/>
                  </a:lnTo>
                  <a:lnTo>
                    <a:pt x="77689" y="1487109"/>
                  </a:lnTo>
                  <a:lnTo>
                    <a:pt x="78544" y="1565534"/>
                  </a:lnTo>
                  <a:lnTo>
                    <a:pt x="79400" y="1620981"/>
                  </a:lnTo>
                  <a:lnTo>
                    <a:pt x="80255" y="1639274"/>
                  </a:lnTo>
                  <a:lnTo>
                    <a:pt x="81111" y="1688338"/>
                  </a:lnTo>
                  <a:lnTo>
                    <a:pt x="81966" y="1693859"/>
                  </a:lnTo>
                  <a:lnTo>
                    <a:pt x="82822" y="1668505"/>
                  </a:lnTo>
                  <a:lnTo>
                    <a:pt x="83677" y="1659737"/>
                  </a:lnTo>
                  <a:lnTo>
                    <a:pt x="84533" y="1660168"/>
                  </a:lnTo>
                  <a:lnTo>
                    <a:pt x="85388" y="1600049"/>
                  </a:lnTo>
                  <a:lnTo>
                    <a:pt x="86244" y="1530558"/>
                  </a:lnTo>
                  <a:lnTo>
                    <a:pt x="87099" y="1510252"/>
                  </a:lnTo>
                  <a:lnTo>
                    <a:pt x="87955" y="1456246"/>
                  </a:lnTo>
                  <a:lnTo>
                    <a:pt x="88810" y="1317964"/>
                  </a:lnTo>
                  <a:lnTo>
                    <a:pt x="89666" y="1221131"/>
                  </a:lnTo>
                  <a:lnTo>
                    <a:pt x="90522" y="1242617"/>
                  </a:lnTo>
                  <a:lnTo>
                    <a:pt x="91377" y="1285090"/>
                  </a:lnTo>
                  <a:lnTo>
                    <a:pt x="92233" y="1192328"/>
                  </a:lnTo>
                  <a:lnTo>
                    <a:pt x="93088" y="1122928"/>
                  </a:lnTo>
                  <a:lnTo>
                    <a:pt x="93944" y="1135625"/>
                  </a:lnTo>
                  <a:lnTo>
                    <a:pt x="94799" y="1113071"/>
                  </a:lnTo>
                  <a:lnTo>
                    <a:pt x="95655" y="1041706"/>
                  </a:lnTo>
                  <a:lnTo>
                    <a:pt x="96510" y="1053452"/>
                  </a:lnTo>
                  <a:lnTo>
                    <a:pt x="97366" y="1186242"/>
                  </a:lnTo>
                  <a:lnTo>
                    <a:pt x="98221" y="1263000"/>
                  </a:lnTo>
                  <a:lnTo>
                    <a:pt x="99077" y="1208106"/>
                  </a:lnTo>
                  <a:lnTo>
                    <a:pt x="99932" y="951713"/>
                  </a:lnTo>
                  <a:lnTo>
                    <a:pt x="100788" y="694878"/>
                  </a:lnTo>
                  <a:lnTo>
                    <a:pt x="101643" y="424600"/>
                  </a:lnTo>
                  <a:lnTo>
                    <a:pt x="102499" y="173828"/>
                  </a:lnTo>
                  <a:lnTo>
                    <a:pt x="103354" y="20120"/>
                  </a:lnTo>
                  <a:lnTo>
                    <a:pt x="104210" y="0"/>
                  </a:lnTo>
                  <a:lnTo>
                    <a:pt x="105065" y="88872"/>
                  </a:lnTo>
                  <a:lnTo>
                    <a:pt x="105921" y="207566"/>
                  </a:lnTo>
                  <a:lnTo>
                    <a:pt x="106777" y="323499"/>
                  </a:lnTo>
                  <a:lnTo>
                    <a:pt x="107632" y="358497"/>
                  </a:lnTo>
                  <a:lnTo>
                    <a:pt x="108488" y="391958"/>
                  </a:lnTo>
                  <a:lnTo>
                    <a:pt x="109343" y="392736"/>
                  </a:lnTo>
                  <a:lnTo>
                    <a:pt x="110199" y="582375"/>
                  </a:lnTo>
                  <a:lnTo>
                    <a:pt x="111054" y="784078"/>
                  </a:lnTo>
                  <a:lnTo>
                    <a:pt x="111910" y="923328"/>
                  </a:lnTo>
                  <a:lnTo>
                    <a:pt x="112765" y="1096489"/>
                  </a:lnTo>
                  <a:lnTo>
                    <a:pt x="113621" y="1276548"/>
                  </a:lnTo>
                  <a:lnTo>
                    <a:pt x="114476" y="1380949"/>
                  </a:lnTo>
                  <a:lnTo>
                    <a:pt x="115332" y="1352402"/>
                  </a:lnTo>
                  <a:lnTo>
                    <a:pt x="116187" y="1270876"/>
                  </a:lnTo>
                  <a:lnTo>
                    <a:pt x="117043" y="1218056"/>
                  </a:lnTo>
                  <a:lnTo>
                    <a:pt x="117898" y="1212996"/>
                  </a:lnTo>
                  <a:lnTo>
                    <a:pt x="118754" y="1241700"/>
                  </a:lnTo>
                  <a:lnTo>
                    <a:pt x="119609" y="1298070"/>
                  </a:lnTo>
                  <a:lnTo>
                    <a:pt x="120465" y="1301980"/>
                  </a:lnTo>
                  <a:lnTo>
                    <a:pt x="121321" y="1418969"/>
                  </a:lnTo>
                  <a:lnTo>
                    <a:pt x="122176" y="1549606"/>
                  </a:lnTo>
                  <a:lnTo>
                    <a:pt x="123032" y="1677980"/>
                  </a:lnTo>
                  <a:lnTo>
                    <a:pt x="123887" y="1726963"/>
                  </a:lnTo>
                  <a:lnTo>
                    <a:pt x="124743" y="1804601"/>
                  </a:lnTo>
                  <a:lnTo>
                    <a:pt x="125598" y="1948123"/>
                  </a:lnTo>
                  <a:lnTo>
                    <a:pt x="126454" y="1992497"/>
                  </a:lnTo>
                  <a:lnTo>
                    <a:pt x="127309" y="2010912"/>
                  </a:lnTo>
                  <a:lnTo>
                    <a:pt x="128165" y="2006109"/>
                  </a:lnTo>
                  <a:lnTo>
                    <a:pt x="129020" y="1953684"/>
                  </a:lnTo>
                  <a:lnTo>
                    <a:pt x="129876" y="1904100"/>
                  </a:lnTo>
                  <a:lnTo>
                    <a:pt x="130731" y="1911446"/>
                  </a:lnTo>
                  <a:lnTo>
                    <a:pt x="131587" y="1911440"/>
                  </a:lnTo>
                  <a:lnTo>
                    <a:pt x="132442" y="1908530"/>
                  </a:lnTo>
                  <a:lnTo>
                    <a:pt x="133298" y="1915044"/>
                  </a:lnTo>
                  <a:lnTo>
                    <a:pt x="134153" y="1979458"/>
                  </a:lnTo>
                  <a:lnTo>
                    <a:pt x="135009" y="2042925"/>
                  </a:lnTo>
                  <a:lnTo>
                    <a:pt x="135864" y="2039585"/>
                  </a:lnTo>
                  <a:lnTo>
                    <a:pt x="136720" y="2030675"/>
                  </a:lnTo>
                  <a:lnTo>
                    <a:pt x="137576" y="2030675"/>
                  </a:lnTo>
                  <a:lnTo>
                    <a:pt x="138431" y="2030676"/>
                  </a:lnTo>
                  <a:lnTo>
                    <a:pt x="139287" y="2018687"/>
                  </a:lnTo>
                  <a:lnTo>
                    <a:pt x="140142" y="2004801"/>
                  </a:lnTo>
                  <a:lnTo>
                    <a:pt x="140998" y="2008142"/>
                  </a:lnTo>
                  <a:lnTo>
                    <a:pt x="141853" y="2045733"/>
                  </a:lnTo>
                  <a:lnTo>
                    <a:pt x="142709" y="2068174"/>
                  </a:lnTo>
                  <a:lnTo>
                    <a:pt x="143564" y="2027763"/>
                  </a:lnTo>
                  <a:lnTo>
                    <a:pt x="144420" y="1983200"/>
                  </a:lnTo>
                  <a:lnTo>
                    <a:pt x="145275" y="1907214"/>
                  </a:lnTo>
                  <a:lnTo>
                    <a:pt x="146131" y="1824623"/>
                  </a:lnTo>
                  <a:lnTo>
                    <a:pt x="146986" y="1767553"/>
                  </a:lnTo>
                  <a:lnTo>
                    <a:pt x="147842" y="1778345"/>
                  </a:lnTo>
                  <a:lnTo>
                    <a:pt x="148697" y="1834083"/>
                  </a:lnTo>
                  <a:lnTo>
                    <a:pt x="149553" y="1881299"/>
                  </a:lnTo>
                  <a:lnTo>
                    <a:pt x="150408" y="1952838"/>
                  </a:lnTo>
                  <a:lnTo>
                    <a:pt x="151264" y="1945963"/>
                  </a:lnTo>
                  <a:lnTo>
                    <a:pt x="152119" y="1924705"/>
                  </a:lnTo>
                  <a:lnTo>
                    <a:pt x="152975" y="1863579"/>
                  </a:lnTo>
                  <a:lnTo>
                    <a:pt x="153831" y="1827967"/>
                  </a:lnTo>
                  <a:lnTo>
                    <a:pt x="154686" y="1829313"/>
                  </a:lnTo>
                  <a:lnTo>
                    <a:pt x="155542" y="1815877"/>
                  </a:lnTo>
                  <a:lnTo>
                    <a:pt x="156397" y="1906215"/>
                  </a:lnTo>
                  <a:lnTo>
                    <a:pt x="157253" y="1955862"/>
                  </a:lnTo>
                  <a:lnTo>
                    <a:pt x="158108" y="1983750"/>
                  </a:lnTo>
                  <a:lnTo>
                    <a:pt x="158964" y="2020835"/>
                  </a:lnTo>
                  <a:lnTo>
                    <a:pt x="159819" y="2029955"/>
                  </a:lnTo>
                  <a:lnTo>
                    <a:pt x="160675" y="2021317"/>
                  </a:lnTo>
                  <a:lnTo>
                    <a:pt x="161530" y="2020447"/>
                  </a:lnTo>
                  <a:lnTo>
                    <a:pt x="162386" y="1967307"/>
                  </a:lnTo>
                  <a:lnTo>
                    <a:pt x="163241" y="1810456"/>
                  </a:lnTo>
                  <a:lnTo>
                    <a:pt x="164097" y="1648751"/>
                  </a:lnTo>
                  <a:lnTo>
                    <a:pt x="164952" y="1588266"/>
                  </a:lnTo>
                  <a:lnTo>
                    <a:pt x="165808" y="1614789"/>
                  </a:lnTo>
                  <a:lnTo>
                    <a:pt x="166663" y="1623154"/>
                  </a:lnTo>
                  <a:lnTo>
                    <a:pt x="167519" y="1679588"/>
                  </a:lnTo>
                  <a:lnTo>
                    <a:pt x="168374" y="1774133"/>
                  </a:lnTo>
                  <a:lnTo>
                    <a:pt x="169230" y="1858170"/>
                  </a:lnTo>
                  <a:lnTo>
                    <a:pt x="170086" y="1835701"/>
                  </a:lnTo>
                  <a:lnTo>
                    <a:pt x="170941" y="1755405"/>
                  </a:lnTo>
                  <a:lnTo>
                    <a:pt x="171797" y="1728479"/>
                  </a:lnTo>
                  <a:lnTo>
                    <a:pt x="172652" y="1702359"/>
                  </a:lnTo>
                  <a:lnTo>
                    <a:pt x="173508" y="1757693"/>
                  </a:lnTo>
                  <a:lnTo>
                    <a:pt x="174363" y="1818561"/>
                  </a:lnTo>
                  <a:lnTo>
                    <a:pt x="175219" y="1888399"/>
                  </a:lnTo>
                  <a:lnTo>
                    <a:pt x="176074" y="1968694"/>
                  </a:lnTo>
                  <a:lnTo>
                    <a:pt x="176930" y="1987255"/>
                  </a:lnTo>
                  <a:lnTo>
                    <a:pt x="177785" y="2004769"/>
                  </a:lnTo>
                  <a:lnTo>
                    <a:pt x="178641" y="1974428"/>
                  </a:lnTo>
                  <a:lnTo>
                    <a:pt x="179496" y="1938021"/>
                  </a:lnTo>
                  <a:lnTo>
                    <a:pt x="180352" y="1943661"/>
                  </a:lnTo>
                  <a:lnTo>
                    <a:pt x="181207" y="2023878"/>
                  </a:lnTo>
                  <a:lnTo>
                    <a:pt x="181922" y="20716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277244" y="3048206"/>
              <a:ext cx="7512" cy="214270"/>
            </a:xfrm>
            <a:custGeom>
              <a:avLst/>
              <a:pathLst>
                <a:path w="7512" h="214270">
                  <a:moveTo>
                    <a:pt x="0" y="214270"/>
                  </a:moveTo>
                  <a:lnTo>
                    <a:pt x="340" y="191503"/>
                  </a:lnTo>
                  <a:lnTo>
                    <a:pt x="1195" y="110275"/>
                  </a:lnTo>
                  <a:lnTo>
                    <a:pt x="2051" y="150476"/>
                  </a:lnTo>
                  <a:lnTo>
                    <a:pt x="2906" y="104974"/>
                  </a:lnTo>
                  <a:lnTo>
                    <a:pt x="3762" y="0"/>
                  </a:lnTo>
                  <a:lnTo>
                    <a:pt x="4618" y="37094"/>
                  </a:lnTo>
                  <a:lnTo>
                    <a:pt x="5473" y="62351"/>
                  </a:lnTo>
                  <a:lnTo>
                    <a:pt x="6329" y="149066"/>
                  </a:lnTo>
                  <a:lnTo>
                    <a:pt x="7184" y="172444"/>
                  </a:lnTo>
                  <a:lnTo>
                    <a:pt x="7512" y="2142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288279" y="2847670"/>
              <a:ext cx="42105" cy="414806"/>
            </a:xfrm>
            <a:custGeom>
              <a:avLst/>
              <a:pathLst>
                <a:path w="42105" h="414806">
                  <a:moveTo>
                    <a:pt x="0" y="414806"/>
                  </a:moveTo>
                  <a:lnTo>
                    <a:pt x="427" y="345107"/>
                  </a:lnTo>
                  <a:lnTo>
                    <a:pt x="1283" y="255508"/>
                  </a:lnTo>
                  <a:lnTo>
                    <a:pt x="2138" y="217553"/>
                  </a:lnTo>
                  <a:lnTo>
                    <a:pt x="2994" y="264649"/>
                  </a:lnTo>
                  <a:lnTo>
                    <a:pt x="3849" y="282859"/>
                  </a:lnTo>
                  <a:lnTo>
                    <a:pt x="4705" y="328658"/>
                  </a:lnTo>
                  <a:lnTo>
                    <a:pt x="5560" y="386632"/>
                  </a:lnTo>
                  <a:lnTo>
                    <a:pt x="6416" y="373082"/>
                  </a:lnTo>
                  <a:lnTo>
                    <a:pt x="7271" y="343422"/>
                  </a:lnTo>
                  <a:lnTo>
                    <a:pt x="8127" y="238379"/>
                  </a:lnTo>
                  <a:lnTo>
                    <a:pt x="8982" y="186198"/>
                  </a:lnTo>
                  <a:lnTo>
                    <a:pt x="9838" y="193375"/>
                  </a:lnTo>
                  <a:lnTo>
                    <a:pt x="10693" y="208281"/>
                  </a:lnTo>
                  <a:lnTo>
                    <a:pt x="11549" y="264633"/>
                  </a:lnTo>
                  <a:lnTo>
                    <a:pt x="12404" y="298849"/>
                  </a:lnTo>
                  <a:lnTo>
                    <a:pt x="13260" y="351393"/>
                  </a:lnTo>
                  <a:lnTo>
                    <a:pt x="14116" y="369126"/>
                  </a:lnTo>
                  <a:lnTo>
                    <a:pt x="14971" y="309375"/>
                  </a:lnTo>
                  <a:lnTo>
                    <a:pt x="15827" y="285597"/>
                  </a:lnTo>
                  <a:lnTo>
                    <a:pt x="16682" y="226046"/>
                  </a:lnTo>
                  <a:lnTo>
                    <a:pt x="17538" y="135605"/>
                  </a:lnTo>
                  <a:lnTo>
                    <a:pt x="18393" y="65570"/>
                  </a:lnTo>
                  <a:lnTo>
                    <a:pt x="19249" y="94201"/>
                  </a:lnTo>
                  <a:lnTo>
                    <a:pt x="20104" y="149294"/>
                  </a:lnTo>
                  <a:lnTo>
                    <a:pt x="20960" y="157690"/>
                  </a:lnTo>
                  <a:lnTo>
                    <a:pt x="21815" y="159473"/>
                  </a:lnTo>
                  <a:lnTo>
                    <a:pt x="22671" y="216966"/>
                  </a:lnTo>
                  <a:lnTo>
                    <a:pt x="23526" y="256896"/>
                  </a:lnTo>
                  <a:lnTo>
                    <a:pt x="24382" y="204758"/>
                  </a:lnTo>
                  <a:lnTo>
                    <a:pt x="25237" y="183854"/>
                  </a:lnTo>
                  <a:lnTo>
                    <a:pt x="26093" y="231673"/>
                  </a:lnTo>
                  <a:lnTo>
                    <a:pt x="26948" y="320756"/>
                  </a:lnTo>
                  <a:lnTo>
                    <a:pt x="27804" y="313345"/>
                  </a:lnTo>
                  <a:lnTo>
                    <a:pt x="28659" y="318762"/>
                  </a:lnTo>
                  <a:lnTo>
                    <a:pt x="29515" y="328326"/>
                  </a:lnTo>
                  <a:lnTo>
                    <a:pt x="30371" y="280818"/>
                  </a:lnTo>
                  <a:lnTo>
                    <a:pt x="31226" y="156351"/>
                  </a:lnTo>
                  <a:lnTo>
                    <a:pt x="32082" y="33411"/>
                  </a:lnTo>
                  <a:lnTo>
                    <a:pt x="32937" y="19560"/>
                  </a:lnTo>
                  <a:lnTo>
                    <a:pt x="33793" y="1922"/>
                  </a:lnTo>
                  <a:lnTo>
                    <a:pt x="34648" y="0"/>
                  </a:lnTo>
                  <a:lnTo>
                    <a:pt x="35504" y="41168"/>
                  </a:lnTo>
                  <a:lnTo>
                    <a:pt x="36359" y="127649"/>
                  </a:lnTo>
                  <a:lnTo>
                    <a:pt x="37215" y="206883"/>
                  </a:lnTo>
                  <a:lnTo>
                    <a:pt x="38070" y="261093"/>
                  </a:lnTo>
                  <a:lnTo>
                    <a:pt x="38926" y="303416"/>
                  </a:lnTo>
                  <a:lnTo>
                    <a:pt x="39781" y="335440"/>
                  </a:lnTo>
                  <a:lnTo>
                    <a:pt x="40637" y="360162"/>
                  </a:lnTo>
                  <a:lnTo>
                    <a:pt x="41492" y="372053"/>
                  </a:lnTo>
                  <a:lnTo>
                    <a:pt x="42105" y="4148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331535" y="3221445"/>
              <a:ext cx="2386" cy="41032"/>
            </a:xfrm>
            <a:custGeom>
              <a:avLst/>
              <a:pathLst>
                <a:path w="2386" h="41032">
                  <a:moveTo>
                    <a:pt x="0" y="41032"/>
                  </a:moveTo>
                  <a:lnTo>
                    <a:pt x="803" y="0"/>
                  </a:lnTo>
                  <a:lnTo>
                    <a:pt x="1658" y="27376"/>
                  </a:lnTo>
                  <a:lnTo>
                    <a:pt x="2386" y="410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334195" y="3094098"/>
              <a:ext cx="8149" cy="168378"/>
            </a:xfrm>
            <a:custGeom>
              <a:avLst/>
              <a:pathLst>
                <a:path w="8149" h="168378">
                  <a:moveTo>
                    <a:pt x="0" y="168378"/>
                  </a:moveTo>
                  <a:lnTo>
                    <a:pt x="709" y="156723"/>
                  </a:lnTo>
                  <a:lnTo>
                    <a:pt x="1565" y="77782"/>
                  </a:lnTo>
                  <a:lnTo>
                    <a:pt x="2421" y="94014"/>
                  </a:lnTo>
                  <a:lnTo>
                    <a:pt x="3276" y="132522"/>
                  </a:lnTo>
                  <a:lnTo>
                    <a:pt x="4132" y="83274"/>
                  </a:lnTo>
                  <a:lnTo>
                    <a:pt x="4987" y="26486"/>
                  </a:lnTo>
                  <a:lnTo>
                    <a:pt x="5843" y="264"/>
                  </a:lnTo>
                  <a:lnTo>
                    <a:pt x="6698" y="0"/>
                  </a:lnTo>
                  <a:lnTo>
                    <a:pt x="7554" y="73055"/>
                  </a:lnTo>
                  <a:lnTo>
                    <a:pt x="8149" y="1683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47269" y="2415719"/>
              <a:ext cx="55606" cy="846757"/>
            </a:xfrm>
            <a:custGeom>
              <a:avLst/>
              <a:pathLst>
                <a:path w="55606" h="846757">
                  <a:moveTo>
                    <a:pt x="0" y="846757"/>
                  </a:moveTo>
                  <a:lnTo>
                    <a:pt x="468" y="734946"/>
                  </a:lnTo>
                  <a:lnTo>
                    <a:pt x="1323" y="678812"/>
                  </a:lnTo>
                  <a:lnTo>
                    <a:pt x="2179" y="657881"/>
                  </a:lnTo>
                  <a:lnTo>
                    <a:pt x="3035" y="636971"/>
                  </a:lnTo>
                  <a:lnTo>
                    <a:pt x="3890" y="608370"/>
                  </a:lnTo>
                  <a:lnTo>
                    <a:pt x="4746" y="672341"/>
                  </a:lnTo>
                  <a:lnTo>
                    <a:pt x="5601" y="763216"/>
                  </a:lnTo>
                  <a:lnTo>
                    <a:pt x="6457" y="793457"/>
                  </a:lnTo>
                  <a:lnTo>
                    <a:pt x="7312" y="778115"/>
                  </a:lnTo>
                  <a:lnTo>
                    <a:pt x="8168" y="734096"/>
                  </a:lnTo>
                  <a:lnTo>
                    <a:pt x="9023" y="771460"/>
                  </a:lnTo>
                  <a:lnTo>
                    <a:pt x="9879" y="776937"/>
                  </a:lnTo>
                  <a:lnTo>
                    <a:pt x="10734" y="746304"/>
                  </a:lnTo>
                  <a:lnTo>
                    <a:pt x="11590" y="625906"/>
                  </a:lnTo>
                  <a:lnTo>
                    <a:pt x="12445" y="552629"/>
                  </a:lnTo>
                  <a:lnTo>
                    <a:pt x="13301" y="591921"/>
                  </a:lnTo>
                  <a:lnTo>
                    <a:pt x="14156" y="563124"/>
                  </a:lnTo>
                  <a:lnTo>
                    <a:pt x="15012" y="531232"/>
                  </a:lnTo>
                  <a:lnTo>
                    <a:pt x="15867" y="590520"/>
                  </a:lnTo>
                  <a:lnTo>
                    <a:pt x="16723" y="696719"/>
                  </a:lnTo>
                  <a:lnTo>
                    <a:pt x="17579" y="789958"/>
                  </a:lnTo>
                  <a:lnTo>
                    <a:pt x="18434" y="806398"/>
                  </a:lnTo>
                  <a:lnTo>
                    <a:pt x="19290" y="786002"/>
                  </a:lnTo>
                  <a:lnTo>
                    <a:pt x="20145" y="739618"/>
                  </a:lnTo>
                  <a:lnTo>
                    <a:pt x="21001" y="576425"/>
                  </a:lnTo>
                  <a:lnTo>
                    <a:pt x="21856" y="495358"/>
                  </a:lnTo>
                  <a:lnTo>
                    <a:pt x="22712" y="446354"/>
                  </a:lnTo>
                  <a:lnTo>
                    <a:pt x="23567" y="417870"/>
                  </a:lnTo>
                  <a:lnTo>
                    <a:pt x="24423" y="417613"/>
                  </a:lnTo>
                  <a:lnTo>
                    <a:pt x="25278" y="412612"/>
                  </a:lnTo>
                  <a:lnTo>
                    <a:pt x="26134" y="499606"/>
                  </a:lnTo>
                  <a:lnTo>
                    <a:pt x="26989" y="571482"/>
                  </a:lnTo>
                  <a:lnTo>
                    <a:pt x="27845" y="575360"/>
                  </a:lnTo>
                  <a:lnTo>
                    <a:pt x="28700" y="548626"/>
                  </a:lnTo>
                  <a:lnTo>
                    <a:pt x="29556" y="545618"/>
                  </a:lnTo>
                  <a:lnTo>
                    <a:pt x="30411" y="549332"/>
                  </a:lnTo>
                  <a:lnTo>
                    <a:pt x="31267" y="537562"/>
                  </a:lnTo>
                  <a:lnTo>
                    <a:pt x="32122" y="460390"/>
                  </a:lnTo>
                  <a:lnTo>
                    <a:pt x="32978" y="396251"/>
                  </a:lnTo>
                  <a:lnTo>
                    <a:pt x="33834" y="264242"/>
                  </a:lnTo>
                  <a:lnTo>
                    <a:pt x="34689" y="150248"/>
                  </a:lnTo>
                  <a:lnTo>
                    <a:pt x="35545" y="116132"/>
                  </a:lnTo>
                  <a:lnTo>
                    <a:pt x="36400" y="50490"/>
                  </a:lnTo>
                  <a:lnTo>
                    <a:pt x="37256" y="0"/>
                  </a:lnTo>
                  <a:lnTo>
                    <a:pt x="38111" y="98109"/>
                  </a:lnTo>
                  <a:lnTo>
                    <a:pt x="38967" y="334984"/>
                  </a:lnTo>
                  <a:lnTo>
                    <a:pt x="39822" y="506034"/>
                  </a:lnTo>
                  <a:lnTo>
                    <a:pt x="40678" y="596550"/>
                  </a:lnTo>
                  <a:lnTo>
                    <a:pt x="41533" y="684334"/>
                  </a:lnTo>
                  <a:lnTo>
                    <a:pt x="42389" y="783703"/>
                  </a:lnTo>
                  <a:lnTo>
                    <a:pt x="43244" y="766788"/>
                  </a:lnTo>
                  <a:lnTo>
                    <a:pt x="44100" y="705479"/>
                  </a:lnTo>
                  <a:lnTo>
                    <a:pt x="44955" y="649574"/>
                  </a:lnTo>
                  <a:lnTo>
                    <a:pt x="45811" y="604896"/>
                  </a:lnTo>
                  <a:lnTo>
                    <a:pt x="46666" y="547706"/>
                  </a:lnTo>
                  <a:lnTo>
                    <a:pt x="47522" y="517637"/>
                  </a:lnTo>
                  <a:lnTo>
                    <a:pt x="48377" y="446270"/>
                  </a:lnTo>
                  <a:lnTo>
                    <a:pt x="49233" y="361271"/>
                  </a:lnTo>
                  <a:lnTo>
                    <a:pt x="50089" y="314795"/>
                  </a:lnTo>
                  <a:lnTo>
                    <a:pt x="50944" y="322750"/>
                  </a:lnTo>
                  <a:lnTo>
                    <a:pt x="51800" y="398644"/>
                  </a:lnTo>
                  <a:lnTo>
                    <a:pt x="52655" y="506019"/>
                  </a:lnTo>
                  <a:lnTo>
                    <a:pt x="53511" y="650725"/>
                  </a:lnTo>
                  <a:lnTo>
                    <a:pt x="54366" y="756589"/>
                  </a:lnTo>
                  <a:lnTo>
                    <a:pt x="55222" y="833575"/>
                  </a:lnTo>
                  <a:lnTo>
                    <a:pt x="55606" y="8467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403776" y="3105167"/>
              <a:ext cx="4761" cy="157309"/>
            </a:xfrm>
            <a:custGeom>
              <a:avLst/>
              <a:pathLst>
                <a:path w="4761" h="157309">
                  <a:moveTo>
                    <a:pt x="0" y="157309"/>
                  </a:moveTo>
                  <a:lnTo>
                    <a:pt x="426" y="141206"/>
                  </a:lnTo>
                  <a:lnTo>
                    <a:pt x="1282" y="31065"/>
                  </a:lnTo>
                  <a:lnTo>
                    <a:pt x="2137" y="0"/>
                  </a:lnTo>
                  <a:lnTo>
                    <a:pt x="2993" y="56298"/>
                  </a:lnTo>
                  <a:lnTo>
                    <a:pt x="3848" y="73300"/>
                  </a:lnTo>
                  <a:lnTo>
                    <a:pt x="4704" y="146629"/>
                  </a:lnTo>
                  <a:lnTo>
                    <a:pt x="4761" y="1573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414061" y="3085471"/>
              <a:ext cx="13063" cy="177005"/>
            </a:xfrm>
            <a:custGeom>
              <a:avLst/>
              <a:pathLst>
                <a:path w="13063" h="177005">
                  <a:moveTo>
                    <a:pt x="0" y="177005"/>
                  </a:moveTo>
                  <a:lnTo>
                    <a:pt x="407" y="131693"/>
                  </a:lnTo>
                  <a:lnTo>
                    <a:pt x="1263" y="133228"/>
                  </a:lnTo>
                  <a:lnTo>
                    <a:pt x="2118" y="173473"/>
                  </a:lnTo>
                  <a:lnTo>
                    <a:pt x="2974" y="123771"/>
                  </a:lnTo>
                  <a:lnTo>
                    <a:pt x="3830" y="44442"/>
                  </a:lnTo>
                  <a:lnTo>
                    <a:pt x="4685" y="4859"/>
                  </a:lnTo>
                  <a:lnTo>
                    <a:pt x="5541" y="1263"/>
                  </a:lnTo>
                  <a:lnTo>
                    <a:pt x="6396" y="0"/>
                  </a:lnTo>
                  <a:lnTo>
                    <a:pt x="7252" y="30659"/>
                  </a:lnTo>
                  <a:lnTo>
                    <a:pt x="8107" y="101073"/>
                  </a:lnTo>
                  <a:lnTo>
                    <a:pt x="8963" y="152464"/>
                  </a:lnTo>
                  <a:lnTo>
                    <a:pt x="9818" y="127153"/>
                  </a:lnTo>
                  <a:lnTo>
                    <a:pt x="10674" y="100723"/>
                  </a:lnTo>
                  <a:lnTo>
                    <a:pt x="11529" y="90761"/>
                  </a:lnTo>
                  <a:lnTo>
                    <a:pt x="12385" y="144303"/>
                  </a:lnTo>
                  <a:lnTo>
                    <a:pt x="13063" y="177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434433" y="2461586"/>
              <a:ext cx="87489" cy="800890"/>
            </a:xfrm>
            <a:custGeom>
              <a:avLst/>
              <a:pathLst>
                <a:path w="87489" h="800890">
                  <a:moveTo>
                    <a:pt x="0" y="800890"/>
                  </a:moveTo>
                  <a:lnTo>
                    <a:pt x="568" y="723706"/>
                  </a:lnTo>
                  <a:lnTo>
                    <a:pt x="1424" y="656469"/>
                  </a:lnTo>
                  <a:lnTo>
                    <a:pt x="2279" y="614362"/>
                  </a:lnTo>
                  <a:lnTo>
                    <a:pt x="3135" y="618312"/>
                  </a:lnTo>
                  <a:lnTo>
                    <a:pt x="3990" y="594957"/>
                  </a:lnTo>
                  <a:lnTo>
                    <a:pt x="4846" y="510115"/>
                  </a:lnTo>
                  <a:lnTo>
                    <a:pt x="5701" y="430640"/>
                  </a:lnTo>
                  <a:lnTo>
                    <a:pt x="6557" y="414640"/>
                  </a:lnTo>
                  <a:lnTo>
                    <a:pt x="7413" y="447159"/>
                  </a:lnTo>
                  <a:lnTo>
                    <a:pt x="8268" y="476502"/>
                  </a:lnTo>
                  <a:lnTo>
                    <a:pt x="9124" y="518474"/>
                  </a:lnTo>
                  <a:lnTo>
                    <a:pt x="9979" y="600807"/>
                  </a:lnTo>
                  <a:lnTo>
                    <a:pt x="10835" y="722817"/>
                  </a:lnTo>
                  <a:lnTo>
                    <a:pt x="11690" y="792086"/>
                  </a:lnTo>
                  <a:lnTo>
                    <a:pt x="12546" y="792411"/>
                  </a:lnTo>
                  <a:lnTo>
                    <a:pt x="13401" y="756216"/>
                  </a:lnTo>
                  <a:lnTo>
                    <a:pt x="14257" y="661604"/>
                  </a:lnTo>
                  <a:lnTo>
                    <a:pt x="15112" y="519362"/>
                  </a:lnTo>
                  <a:lnTo>
                    <a:pt x="15968" y="433497"/>
                  </a:lnTo>
                  <a:lnTo>
                    <a:pt x="16823" y="350881"/>
                  </a:lnTo>
                  <a:lnTo>
                    <a:pt x="17679" y="302075"/>
                  </a:lnTo>
                  <a:lnTo>
                    <a:pt x="18534" y="324876"/>
                  </a:lnTo>
                  <a:lnTo>
                    <a:pt x="19390" y="429657"/>
                  </a:lnTo>
                  <a:lnTo>
                    <a:pt x="20245" y="575556"/>
                  </a:lnTo>
                  <a:lnTo>
                    <a:pt x="21101" y="645446"/>
                  </a:lnTo>
                  <a:lnTo>
                    <a:pt x="21956" y="698033"/>
                  </a:lnTo>
                  <a:lnTo>
                    <a:pt x="22812" y="754023"/>
                  </a:lnTo>
                  <a:lnTo>
                    <a:pt x="23668" y="671985"/>
                  </a:lnTo>
                  <a:lnTo>
                    <a:pt x="24523" y="522089"/>
                  </a:lnTo>
                  <a:lnTo>
                    <a:pt x="25379" y="457833"/>
                  </a:lnTo>
                  <a:lnTo>
                    <a:pt x="26234" y="386528"/>
                  </a:lnTo>
                  <a:lnTo>
                    <a:pt x="27090" y="320622"/>
                  </a:lnTo>
                  <a:lnTo>
                    <a:pt x="27945" y="189926"/>
                  </a:lnTo>
                  <a:lnTo>
                    <a:pt x="28801" y="139929"/>
                  </a:lnTo>
                  <a:lnTo>
                    <a:pt x="29656" y="253307"/>
                  </a:lnTo>
                  <a:lnTo>
                    <a:pt x="30512" y="292642"/>
                  </a:lnTo>
                  <a:lnTo>
                    <a:pt x="31367" y="273534"/>
                  </a:lnTo>
                  <a:lnTo>
                    <a:pt x="32223" y="361068"/>
                  </a:lnTo>
                  <a:lnTo>
                    <a:pt x="33078" y="502708"/>
                  </a:lnTo>
                  <a:lnTo>
                    <a:pt x="33934" y="565925"/>
                  </a:lnTo>
                  <a:lnTo>
                    <a:pt x="34789" y="532265"/>
                  </a:lnTo>
                  <a:lnTo>
                    <a:pt x="35645" y="501012"/>
                  </a:lnTo>
                  <a:lnTo>
                    <a:pt x="36500" y="589626"/>
                  </a:lnTo>
                  <a:lnTo>
                    <a:pt x="37356" y="574151"/>
                  </a:lnTo>
                  <a:lnTo>
                    <a:pt x="38211" y="523250"/>
                  </a:lnTo>
                  <a:lnTo>
                    <a:pt x="39067" y="569068"/>
                  </a:lnTo>
                  <a:lnTo>
                    <a:pt x="39923" y="580790"/>
                  </a:lnTo>
                  <a:lnTo>
                    <a:pt x="40778" y="636645"/>
                  </a:lnTo>
                  <a:lnTo>
                    <a:pt x="41634" y="636998"/>
                  </a:lnTo>
                  <a:lnTo>
                    <a:pt x="42489" y="644067"/>
                  </a:lnTo>
                  <a:lnTo>
                    <a:pt x="43345" y="682288"/>
                  </a:lnTo>
                  <a:lnTo>
                    <a:pt x="44200" y="685387"/>
                  </a:lnTo>
                  <a:lnTo>
                    <a:pt x="45056" y="714895"/>
                  </a:lnTo>
                  <a:lnTo>
                    <a:pt x="45911" y="661356"/>
                  </a:lnTo>
                  <a:lnTo>
                    <a:pt x="46767" y="576859"/>
                  </a:lnTo>
                  <a:lnTo>
                    <a:pt x="47622" y="583963"/>
                  </a:lnTo>
                  <a:lnTo>
                    <a:pt x="48478" y="587775"/>
                  </a:lnTo>
                  <a:lnTo>
                    <a:pt x="49333" y="584905"/>
                  </a:lnTo>
                  <a:lnTo>
                    <a:pt x="50189" y="542138"/>
                  </a:lnTo>
                  <a:lnTo>
                    <a:pt x="51044" y="520017"/>
                  </a:lnTo>
                  <a:lnTo>
                    <a:pt x="51900" y="528988"/>
                  </a:lnTo>
                  <a:lnTo>
                    <a:pt x="52755" y="442112"/>
                  </a:lnTo>
                  <a:lnTo>
                    <a:pt x="53611" y="343086"/>
                  </a:lnTo>
                  <a:lnTo>
                    <a:pt x="54467" y="263345"/>
                  </a:lnTo>
                  <a:lnTo>
                    <a:pt x="55322" y="312279"/>
                  </a:lnTo>
                  <a:lnTo>
                    <a:pt x="56178" y="327296"/>
                  </a:lnTo>
                  <a:lnTo>
                    <a:pt x="57033" y="285548"/>
                  </a:lnTo>
                  <a:lnTo>
                    <a:pt x="57889" y="340020"/>
                  </a:lnTo>
                  <a:lnTo>
                    <a:pt x="58744" y="344094"/>
                  </a:lnTo>
                  <a:lnTo>
                    <a:pt x="59600" y="323983"/>
                  </a:lnTo>
                  <a:lnTo>
                    <a:pt x="60455" y="246958"/>
                  </a:lnTo>
                  <a:lnTo>
                    <a:pt x="61311" y="323008"/>
                  </a:lnTo>
                  <a:lnTo>
                    <a:pt x="62166" y="411638"/>
                  </a:lnTo>
                  <a:lnTo>
                    <a:pt x="63022" y="467257"/>
                  </a:lnTo>
                  <a:lnTo>
                    <a:pt x="63877" y="587831"/>
                  </a:lnTo>
                  <a:lnTo>
                    <a:pt x="64733" y="690554"/>
                  </a:lnTo>
                  <a:lnTo>
                    <a:pt x="65588" y="753970"/>
                  </a:lnTo>
                  <a:lnTo>
                    <a:pt x="66444" y="715961"/>
                  </a:lnTo>
                  <a:lnTo>
                    <a:pt x="67299" y="688882"/>
                  </a:lnTo>
                  <a:lnTo>
                    <a:pt x="68155" y="563128"/>
                  </a:lnTo>
                  <a:lnTo>
                    <a:pt x="69010" y="454205"/>
                  </a:lnTo>
                  <a:lnTo>
                    <a:pt x="69866" y="400974"/>
                  </a:lnTo>
                  <a:lnTo>
                    <a:pt x="70722" y="326396"/>
                  </a:lnTo>
                  <a:lnTo>
                    <a:pt x="71577" y="326053"/>
                  </a:lnTo>
                  <a:lnTo>
                    <a:pt x="72433" y="387974"/>
                  </a:lnTo>
                  <a:lnTo>
                    <a:pt x="73288" y="424267"/>
                  </a:lnTo>
                  <a:lnTo>
                    <a:pt x="74144" y="369279"/>
                  </a:lnTo>
                  <a:lnTo>
                    <a:pt x="74999" y="238537"/>
                  </a:lnTo>
                  <a:lnTo>
                    <a:pt x="75855" y="153259"/>
                  </a:lnTo>
                  <a:lnTo>
                    <a:pt x="76710" y="83925"/>
                  </a:lnTo>
                  <a:lnTo>
                    <a:pt x="77566" y="26741"/>
                  </a:lnTo>
                  <a:lnTo>
                    <a:pt x="78421" y="0"/>
                  </a:lnTo>
                  <a:lnTo>
                    <a:pt x="79277" y="75096"/>
                  </a:lnTo>
                  <a:lnTo>
                    <a:pt x="80132" y="166188"/>
                  </a:lnTo>
                  <a:lnTo>
                    <a:pt x="80988" y="184253"/>
                  </a:lnTo>
                  <a:lnTo>
                    <a:pt x="81843" y="190983"/>
                  </a:lnTo>
                  <a:lnTo>
                    <a:pt x="82699" y="191375"/>
                  </a:lnTo>
                  <a:lnTo>
                    <a:pt x="83554" y="302981"/>
                  </a:lnTo>
                  <a:lnTo>
                    <a:pt x="84410" y="368789"/>
                  </a:lnTo>
                  <a:lnTo>
                    <a:pt x="85265" y="461674"/>
                  </a:lnTo>
                  <a:lnTo>
                    <a:pt x="86121" y="626278"/>
                  </a:lnTo>
                  <a:lnTo>
                    <a:pt x="86977" y="754015"/>
                  </a:lnTo>
                  <a:lnTo>
                    <a:pt x="87489" y="8008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525891" y="1767822"/>
              <a:ext cx="389505" cy="1494654"/>
            </a:xfrm>
            <a:custGeom>
              <a:avLst/>
              <a:pathLst>
                <a:path w="389505" h="1494654">
                  <a:moveTo>
                    <a:pt x="0" y="1494654"/>
                  </a:moveTo>
                  <a:lnTo>
                    <a:pt x="651" y="1462760"/>
                  </a:lnTo>
                  <a:lnTo>
                    <a:pt x="1507" y="1440010"/>
                  </a:lnTo>
                  <a:lnTo>
                    <a:pt x="2362" y="1440010"/>
                  </a:lnTo>
                  <a:lnTo>
                    <a:pt x="3218" y="1440010"/>
                  </a:lnTo>
                  <a:lnTo>
                    <a:pt x="4073" y="1440010"/>
                  </a:lnTo>
                  <a:lnTo>
                    <a:pt x="4929" y="1440010"/>
                  </a:lnTo>
                  <a:lnTo>
                    <a:pt x="5784" y="1440010"/>
                  </a:lnTo>
                  <a:lnTo>
                    <a:pt x="6640" y="1440010"/>
                  </a:lnTo>
                  <a:lnTo>
                    <a:pt x="7495" y="1440010"/>
                  </a:lnTo>
                  <a:lnTo>
                    <a:pt x="8351" y="1440010"/>
                  </a:lnTo>
                  <a:lnTo>
                    <a:pt x="9207" y="1440010"/>
                  </a:lnTo>
                  <a:lnTo>
                    <a:pt x="10062" y="1440010"/>
                  </a:lnTo>
                  <a:lnTo>
                    <a:pt x="10918" y="1440010"/>
                  </a:lnTo>
                  <a:lnTo>
                    <a:pt x="11773" y="1440010"/>
                  </a:lnTo>
                  <a:lnTo>
                    <a:pt x="12629" y="1440010"/>
                  </a:lnTo>
                  <a:lnTo>
                    <a:pt x="13484" y="1440010"/>
                  </a:lnTo>
                  <a:lnTo>
                    <a:pt x="14340" y="1440010"/>
                  </a:lnTo>
                  <a:lnTo>
                    <a:pt x="15195" y="1440010"/>
                  </a:lnTo>
                  <a:lnTo>
                    <a:pt x="16051" y="1440010"/>
                  </a:lnTo>
                  <a:lnTo>
                    <a:pt x="16906" y="1440010"/>
                  </a:lnTo>
                  <a:lnTo>
                    <a:pt x="17762" y="1440010"/>
                  </a:lnTo>
                  <a:lnTo>
                    <a:pt x="18617" y="1440010"/>
                  </a:lnTo>
                  <a:lnTo>
                    <a:pt x="19473" y="1440010"/>
                  </a:lnTo>
                  <a:lnTo>
                    <a:pt x="20328" y="1440010"/>
                  </a:lnTo>
                  <a:lnTo>
                    <a:pt x="21184" y="1440010"/>
                  </a:lnTo>
                  <a:lnTo>
                    <a:pt x="22039" y="1445768"/>
                  </a:lnTo>
                  <a:lnTo>
                    <a:pt x="22895" y="1413814"/>
                  </a:lnTo>
                  <a:lnTo>
                    <a:pt x="23751" y="1359902"/>
                  </a:lnTo>
                  <a:lnTo>
                    <a:pt x="24606" y="1275992"/>
                  </a:lnTo>
                  <a:lnTo>
                    <a:pt x="25462" y="1219195"/>
                  </a:lnTo>
                  <a:lnTo>
                    <a:pt x="26317" y="1183613"/>
                  </a:lnTo>
                  <a:lnTo>
                    <a:pt x="27173" y="1109577"/>
                  </a:lnTo>
                  <a:lnTo>
                    <a:pt x="28028" y="1010558"/>
                  </a:lnTo>
                  <a:lnTo>
                    <a:pt x="28884" y="875062"/>
                  </a:lnTo>
                  <a:lnTo>
                    <a:pt x="29739" y="807410"/>
                  </a:lnTo>
                  <a:lnTo>
                    <a:pt x="30595" y="689804"/>
                  </a:lnTo>
                  <a:lnTo>
                    <a:pt x="31450" y="524924"/>
                  </a:lnTo>
                  <a:lnTo>
                    <a:pt x="32306" y="479722"/>
                  </a:lnTo>
                  <a:lnTo>
                    <a:pt x="33161" y="604239"/>
                  </a:lnTo>
                  <a:lnTo>
                    <a:pt x="34017" y="739026"/>
                  </a:lnTo>
                  <a:lnTo>
                    <a:pt x="34872" y="784705"/>
                  </a:lnTo>
                  <a:lnTo>
                    <a:pt x="35728" y="849571"/>
                  </a:lnTo>
                  <a:lnTo>
                    <a:pt x="36583" y="968045"/>
                  </a:lnTo>
                  <a:lnTo>
                    <a:pt x="37439" y="1010950"/>
                  </a:lnTo>
                  <a:lnTo>
                    <a:pt x="38294" y="988788"/>
                  </a:lnTo>
                  <a:lnTo>
                    <a:pt x="39150" y="1056301"/>
                  </a:lnTo>
                  <a:lnTo>
                    <a:pt x="40006" y="1086485"/>
                  </a:lnTo>
                  <a:lnTo>
                    <a:pt x="40861" y="1054511"/>
                  </a:lnTo>
                  <a:lnTo>
                    <a:pt x="41717" y="1038223"/>
                  </a:lnTo>
                  <a:lnTo>
                    <a:pt x="42572" y="991243"/>
                  </a:lnTo>
                  <a:lnTo>
                    <a:pt x="43428" y="914407"/>
                  </a:lnTo>
                  <a:lnTo>
                    <a:pt x="44283" y="808376"/>
                  </a:lnTo>
                  <a:lnTo>
                    <a:pt x="45139" y="881313"/>
                  </a:lnTo>
                  <a:lnTo>
                    <a:pt x="45994" y="994500"/>
                  </a:lnTo>
                  <a:lnTo>
                    <a:pt x="46850" y="1002542"/>
                  </a:lnTo>
                  <a:lnTo>
                    <a:pt x="47705" y="1014649"/>
                  </a:lnTo>
                  <a:lnTo>
                    <a:pt x="48561" y="1052129"/>
                  </a:lnTo>
                  <a:lnTo>
                    <a:pt x="49416" y="1099420"/>
                  </a:lnTo>
                  <a:lnTo>
                    <a:pt x="50272" y="1002151"/>
                  </a:lnTo>
                  <a:lnTo>
                    <a:pt x="51127" y="887107"/>
                  </a:lnTo>
                  <a:lnTo>
                    <a:pt x="51983" y="813329"/>
                  </a:lnTo>
                  <a:lnTo>
                    <a:pt x="52838" y="848977"/>
                  </a:lnTo>
                  <a:lnTo>
                    <a:pt x="53694" y="872672"/>
                  </a:lnTo>
                  <a:lnTo>
                    <a:pt x="54549" y="796748"/>
                  </a:lnTo>
                  <a:lnTo>
                    <a:pt x="55405" y="803224"/>
                  </a:lnTo>
                  <a:lnTo>
                    <a:pt x="56261" y="908143"/>
                  </a:lnTo>
                  <a:lnTo>
                    <a:pt x="57116" y="1017782"/>
                  </a:lnTo>
                  <a:lnTo>
                    <a:pt x="57972" y="1063258"/>
                  </a:lnTo>
                  <a:lnTo>
                    <a:pt x="58827" y="1082035"/>
                  </a:lnTo>
                  <a:lnTo>
                    <a:pt x="59683" y="1194615"/>
                  </a:lnTo>
                  <a:lnTo>
                    <a:pt x="60538" y="1304127"/>
                  </a:lnTo>
                  <a:lnTo>
                    <a:pt x="61394" y="1328282"/>
                  </a:lnTo>
                  <a:lnTo>
                    <a:pt x="62249" y="1225295"/>
                  </a:lnTo>
                  <a:lnTo>
                    <a:pt x="63105" y="1141373"/>
                  </a:lnTo>
                  <a:lnTo>
                    <a:pt x="63960" y="1223403"/>
                  </a:lnTo>
                  <a:lnTo>
                    <a:pt x="64816" y="1221021"/>
                  </a:lnTo>
                  <a:lnTo>
                    <a:pt x="65671" y="1137569"/>
                  </a:lnTo>
                  <a:lnTo>
                    <a:pt x="66527" y="1090985"/>
                  </a:lnTo>
                  <a:lnTo>
                    <a:pt x="67382" y="1154063"/>
                  </a:lnTo>
                  <a:lnTo>
                    <a:pt x="68238" y="1258652"/>
                  </a:lnTo>
                  <a:lnTo>
                    <a:pt x="69093" y="1209530"/>
                  </a:lnTo>
                  <a:lnTo>
                    <a:pt x="69949" y="1180470"/>
                  </a:lnTo>
                  <a:lnTo>
                    <a:pt x="70804" y="1252056"/>
                  </a:lnTo>
                  <a:lnTo>
                    <a:pt x="71660" y="1322519"/>
                  </a:lnTo>
                  <a:lnTo>
                    <a:pt x="72516" y="1420633"/>
                  </a:lnTo>
                  <a:lnTo>
                    <a:pt x="73371" y="1404856"/>
                  </a:lnTo>
                  <a:lnTo>
                    <a:pt x="74227" y="1256609"/>
                  </a:lnTo>
                  <a:lnTo>
                    <a:pt x="75082" y="1150849"/>
                  </a:lnTo>
                  <a:lnTo>
                    <a:pt x="75938" y="1052290"/>
                  </a:lnTo>
                  <a:lnTo>
                    <a:pt x="76793" y="1040293"/>
                  </a:lnTo>
                  <a:lnTo>
                    <a:pt x="77649" y="1057823"/>
                  </a:lnTo>
                  <a:lnTo>
                    <a:pt x="78504" y="1077260"/>
                  </a:lnTo>
                  <a:lnTo>
                    <a:pt x="79360" y="1167974"/>
                  </a:lnTo>
                  <a:lnTo>
                    <a:pt x="80215" y="1257403"/>
                  </a:lnTo>
                  <a:lnTo>
                    <a:pt x="81071" y="1353611"/>
                  </a:lnTo>
                  <a:lnTo>
                    <a:pt x="81926" y="1303468"/>
                  </a:lnTo>
                  <a:lnTo>
                    <a:pt x="82782" y="1225010"/>
                  </a:lnTo>
                  <a:lnTo>
                    <a:pt x="83637" y="1179384"/>
                  </a:lnTo>
                  <a:lnTo>
                    <a:pt x="84493" y="1215464"/>
                  </a:lnTo>
                  <a:lnTo>
                    <a:pt x="85348" y="1272430"/>
                  </a:lnTo>
                  <a:lnTo>
                    <a:pt x="86204" y="1280246"/>
                  </a:lnTo>
                  <a:lnTo>
                    <a:pt x="87060" y="1309188"/>
                  </a:lnTo>
                  <a:lnTo>
                    <a:pt x="87915" y="1254901"/>
                  </a:lnTo>
                  <a:lnTo>
                    <a:pt x="88771" y="1210395"/>
                  </a:lnTo>
                  <a:lnTo>
                    <a:pt x="89626" y="1146393"/>
                  </a:lnTo>
                  <a:lnTo>
                    <a:pt x="90482" y="1099273"/>
                  </a:lnTo>
                  <a:lnTo>
                    <a:pt x="91337" y="1056583"/>
                  </a:lnTo>
                  <a:lnTo>
                    <a:pt x="92193" y="1043797"/>
                  </a:lnTo>
                  <a:lnTo>
                    <a:pt x="93048" y="1101490"/>
                  </a:lnTo>
                  <a:lnTo>
                    <a:pt x="93904" y="1090358"/>
                  </a:lnTo>
                  <a:lnTo>
                    <a:pt x="94759" y="1066757"/>
                  </a:lnTo>
                  <a:lnTo>
                    <a:pt x="95615" y="1016158"/>
                  </a:lnTo>
                  <a:lnTo>
                    <a:pt x="96470" y="942401"/>
                  </a:lnTo>
                  <a:lnTo>
                    <a:pt x="97326" y="895289"/>
                  </a:lnTo>
                  <a:lnTo>
                    <a:pt x="98181" y="918428"/>
                  </a:lnTo>
                  <a:lnTo>
                    <a:pt x="99037" y="1003813"/>
                  </a:lnTo>
                  <a:lnTo>
                    <a:pt x="99892" y="1075573"/>
                  </a:lnTo>
                  <a:lnTo>
                    <a:pt x="100748" y="1128823"/>
                  </a:lnTo>
                  <a:lnTo>
                    <a:pt x="101603" y="1243987"/>
                  </a:lnTo>
                  <a:lnTo>
                    <a:pt x="102459" y="1333000"/>
                  </a:lnTo>
                  <a:lnTo>
                    <a:pt x="103315" y="1282281"/>
                  </a:lnTo>
                  <a:lnTo>
                    <a:pt x="104170" y="1218074"/>
                  </a:lnTo>
                  <a:lnTo>
                    <a:pt x="105026" y="1234781"/>
                  </a:lnTo>
                  <a:lnTo>
                    <a:pt x="105881" y="1214774"/>
                  </a:lnTo>
                  <a:lnTo>
                    <a:pt x="106737" y="1087767"/>
                  </a:lnTo>
                  <a:lnTo>
                    <a:pt x="107592" y="923391"/>
                  </a:lnTo>
                  <a:lnTo>
                    <a:pt x="108448" y="885250"/>
                  </a:lnTo>
                  <a:lnTo>
                    <a:pt x="109303" y="938166"/>
                  </a:lnTo>
                  <a:lnTo>
                    <a:pt x="110159" y="946959"/>
                  </a:lnTo>
                  <a:lnTo>
                    <a:pt x="111014" y="901260"/>
                  </a:lnTo>
                  <a:lnTo>
                    <a:pt x="111870" y="851851"/>
                  </a:lnTo>
                  <a:lnTo>
                    <a:pt x="112725" y="943760"/>
                  </a:lnTo>
                  <a:lnTo>
                    <a:pt x="113581" y="1049369"/>
                  </a:lnTo>
                  <a:lnTo>
                    <a:pt x="114436" y="970728"/>
                  </a:lnTo>
                  <a:lnTo>
                    <a:pt x="115292" y="781916"/>
                  </a:lnTo>
                  <a:lnTo>
                    <a:pt x="116147" y="608775"/>
                  </a:lnTo>
                  <a:lnTo>
                    <a:pt x="117003" y="492732"/>
                  </a:lnTo>
                  <a:lnTo>
                    <a:pt x="117858" y="360804"/>
                  </a:lnTo>
                  <a:lnTo>
                    <a:pt x="118714" y="178939"/>
                  </a:lnTo>
                  <a:lnTo>
                    <a:pt x="119570" y="65890"/>
                  </a:lnTo>
                  <a:lnTo>
                    <a:pt x="120425" y="0"/>
                  </a:lnTo>
                  <a:lnTo>
                    <a:pt x="121281" y="89619"/>
                  </a:lnTo>
                  <a:lnTo>
                    <a:pt x="122136" y="330029"/>
                  </a:lnTo>
                  <a:lnTo>
                    <a:pt x="122992" y="528925"/>
                  </a:lnTo>
                  <a:lnTo>
                    <a:pt x="123847" y="697606"/>
                  </a:lnTo>
                  <a:lnTo>
                    <a:pt x="124703" y="856437"/>
                  </a:lnTo>
                  <a:lnTo>
                    <a:pt x="125558" y="1002587"/>
                  </a:lnTo>
                  <a:lnTo>
                    <a:pt x="126414" y="1022022"/>
                  </a:lnTo>
                  <a:lnTo>
                    <a:pt x="127269" y="987091"/>
                  </a:lnTo>
                  <a:lnTo>
                    <a:pt x="128125" y="996003"/>
                  </a:lnTo>
                  <a:lnTo>
                    <a:pt x="128980" y="918274"/>
                  </a:lnTo>
                  <a:lnTo>
                    <a:pt x="129836" y="871919"/>
                  </a:lnTo>
                  <a:lnTo>
                    <a:pt x="130691" y="905143"/>
                  </a:lnTo>
                  <a:lnTo>
                    <a:pt x="131547" y="965550"/>
                  </a:lnTo>
                  <a:lnTo>
                    <a:pt x="132402" y="1014065"/>
                  </a:lnTo>
                  <a:lnTo>
                    <a:pt x="133258" y="900611"/>
                  </a:lnTo>
                  <a:lnTo>
                    <a:pt x="134114" y="865156"/>
                  </a:lnTo>
                  <a:lnTo>
                    <a:pt x="134969" y="846747"/>
                  </a:lnTo>
                  <a:lnTo>
                    <a:pt x="135825" y="887758"/>
                  </a:lnTo>
                  <a:lnTo>
                    <a:pt x="136680" y="999604"/>
                  </a:lnTo>
                  <a:lnTo>
                    <a:pt x="137536" y="991039"/>
                  </a:lnTo>
                  <a:lnTo>
                    <a:pt x="138391" y="1054094"/>
                  </a:lnTo>
                  <a:lnTo>
                    <a:pt x="139247" y="1145720"/>
                  </a:lnTo>
                  <a:lnTo>
                    <a:pt x="140102" y="1154829"/>
                  </a:lnTo>
                  <a:lnTo>
                    <a:pt x="140958" y="1014430"/>
                  </a:lnTo>
                  <a:lnTo>
                    <a:pt x="141813" y="867086"/>
                  </a:lnTo>
                  <a:lnTo>
                    <a:pt x="142669" y="793133"/>
                  </a:lnTo>
                  <a:lnTo>
                    <a:pt x="143524" y="633046"/>
                  </a:lnTo>
                  <a:lnTo>
                    <a:pt x="144380" y="479926"/>
                  </a:lnTo>
                  <a:lnTo>
                    <a:pt x="145235" y="464748"/>
                  </a:lnTo>
                  <a:lnTo>
                    <a:pt x="146091" y="452709"/>
                  </a:lnTo>
                  <a:lnTo>
                    <a:pt x="146946" y="425423"/>
                  </a:lnTo>
                  <a:lnTo>
                    <a:pt x="147802" y="479808"/>
                  </a:lnTo>
                  <a:lnTo>
                    <a:pt x="148657" y="593768"/>
                  </a:lnTo>
                  <a:lnTo>
                    <a:pt x="149513" y="605259"/>
                  </a:lnTo>
                  <a:lnTo>
                    <a:pt x="150369" y="571042"/>
                  </a:lnTo>
                  <a:lnTo>
                    <a:pt x="151224" y="713663"/>
                  </a:lnTo>
                  <a:lnTo>
                    <a:pt x="152080" y="879707"/>
                  </a:lnTo>
                  <a:lnTo>
                    <a:pt x="152935" y="950004"/>
                  </a:lnTo>
                  <a:lnTo>
                    <a:pt x="153791" y="1070164"/>
                  </a:lnTo>
                  <a:lnTo>
                    <a:pt x="154646" y="1264844"/>
                  </a:lnTo>
                  <a:lnTo>
                    <a:pt x="155502" y="1389547"/>
                  </a:lnTo>
                  <a:lnTo>
                    <a:pt x="156357" y="1418608"/>
                  </a:lnTo>
                  <a:lnTo>
                    <a:pt x="157213" y="1412439"/>
                  </a:lnTo>
                  <a:lnTo>
                    <a:pt x="158068" y="1365625"/>
                  </a:lnTo>
                  <a:lnTo>
                    <a:pt x="158924" y="1324364"/>
                  </a:lnTo>
                  <a:lnTo>
                    <a:pt x="159779" y="1305373"/>
                  </a:lnTo>
                  <a:lnTo>
                    <a:pt x="160635" y="1345751"/>
                  </a:lnTo>
                  <a:lnTo>
                    <a:pt x="161490" y="1365217"/>
                  </a:lnTo>
                  <a:lnTo>
                    <a:pt x="162346" y="1381981"/>
                  </a:lnTo>
                  <a:lnTo>
                    <a:pt x="163201" y="1416812"/>
                  </a:lnTo>
                  <a:lnTo>
                    <a:pt x="164057" y="1425528"/>
                  </a:lnTo>
                  <a:lnTo>
                    <a:pt x="164912" y="1426556"/>
                  </a:lnTo>
                  <a:lnTo>
                    <a:pt x="165768" y="1373177"/>
                  </a:lnTo>
                  <a:lnTo>
                    <a:pt x="166624" y="1292615"/>
                  </a:lnTo>
                  <a:lnTo>
                    <a:pt x="167479" y="1230828"/>
                  </a:lnTo>
                  <a:lnTo>
                    <a:pt x="168335" y="1132201"/>
                  </a:lnTo>
                  <a:lnTo>
                    <a:pt x="169190" y="951224"/>
                  </a:lnTo>
                  <a:lnTo>
                    <a:pt x="170046" y="893558"/>
                  </a:lnTo>
                  <a:lnTo>
                    <a:pt x="170901" y="972372"/>
                  </a:lnTo>
                  <a:lnTo>
                    <a:pt x="171757" y="1037904"/>
                  </a:lnTo>
                  <a:lnTo>
                    <a:pt x="172612" y="988917"/>
                  </a:lnTo>
                  <a:lnTo>
                    <a:pt x="173468" y="990717"/>
                  </a:lnTo>
                  <a:lnTo>
                    <a:pt x="174323" y="1050034"/>
                  </a:lnTo>
                  <a:lnTo>
                    <a:pt x="175179" y="1034564"/>
                  </a:lnTo>
                  <a:lnTo>
                    <a:pt x="176034" y="1006261"/>
                  </a:lnTo>
                  <a:lnTo>
                    <a:pt x="176890" y="1021291"/>
                  </a:lnTo>
                  <a:lnTo>
                    <a:pt x="177745" y="1140715"/>
                  </a:lnTo>
                  <a:lnTo>
                    <a:pt x="178601" y="1270939"/>
                  </a:lnTo>
                  <a:lnTo>
                    <a:pt x="179456" y="1424791"/>
                  </a:lnTo>
                  <a:lnTo>
                    <a:pt x="180312" y="1482716"/>
                  </a:lnTo>
                  <a:lnTo>
                    <a:pt x="181168" y="1347380"/>
                  </a:lnTo>
                  <a:lnTo>
                    <a:pt x="182023" y="1233769"/>
                  </a:lnTo>
                  <a:lnTo>
                    <a:pt x="182879" y="1163115"/>
                  </a:lnTo>
                  <a:lnTo>
                    <a:pt x="183734" y="1072838"/>
                  </a:lnTo>
                  <a:lnTo>
                    <a:pt x="184590" y="1042482"/>
                  </a:lnTo>
                  <a:lnTo>
                    <a:pt x="185445" y="1077345"/>
                  </a:lnTo>
                  <a:lnTo>
                    <a:pt x="186301" y="1218113"/>
                  </a:lnTo>
                  <a:lnTo>
                    <a:pt x="187156" y="1342458"/>
                  </a:lnTo>
                  <a:lnTo>
                    <a:pt x="188012" y="1359570"/>
                  </a:lnTo>
                  <a:lnTo>
                    <a:pt x="188867" y="1364789"/>
                  </a:lnTo>
                  <a:lnTo>
                    <a:pt x="189723" y="1297491"/>
                  </a:lnTo>
                  <a:lnTo>
                    <a:pt x="190578" y="1271306"/>
                  </a:lnTo>
                  <a:lnTo>
                    <a:pt x="191434" y="1268745"/>
                  </a:lnTo>
                  <a:lnTo>
                    <a:pt x="192289" y="1249443"/>
                  </a:lnTo>
                  <a:lnTo>
                    <a:pt x="193145" y="1276430"/>
                  </a:lnTo>
                  <a:lnTo>
                    <a:pt x="194000" y="1274150"/>
                  </a:lnTo>
                  <a:lnTo>
                    <a:pt x="194856" y="1318085"/>
                  </a:lnTo>
                  <a:lnTo>
                    <a:pt x="195711" y="1278987"/>
                  </a:lnTo>
                  <a:lnTo>
                    <a:pt x="196567" y="1198228"/>
                  </a:lnTo>
                  <a:lnTo>
                    <a:pt x="197423" y="1211423"/>
                  </a:lnTo>
                  <a:lnTo>
                    <a:pt x="198278" y="1231254"/>
                  </a:lnTo>
                  <a:lnTo>
                    <a:pt x="199134" y="1250114"/>
                  </a:lnTo>
                  <a:lnTo>
                    <a:pt x="199989" y="1227913"/>
                  </a:lnTo>
                  <a:lnTo>
                    <a:pt x="200845" y="1235307"/>
                  </a:lnTo>
                  <a:lnTo>
                    <a:pt x="201700" y="1231087"/>
                  </a:lnTo>
                  <a:lnTo>
                    <a:pt x="202556" y="1179517"/>
                  </a:lnTo>
                  <a:lnTo>
                    <a:pt x="203411" y="1205726"/>
                  </a:lnTo>
                  <a:lnTo>
                    <a:pt x="204267" y="1271736"/>
                  </a:lnTo>
                  <a:lnTo>
                    <a:pt x="205122" y="1266261"/>
                  </a:lnTo>
                  <a:lnTo>
                    <a:pt x="205978" y="1282248"/>
                  </a:lnTo>
                  <a:lnTo>
                    <a:pt x="206833" y="1358000"/>
                  </a:lnTo>
                  <a:lnTo>
                    <a:pt x="207689" y="1322246"/>
                  </a:lnTo>
                  <a:lnTo>
                    <a:pt x="208544" y="1205449"/>
                  </a:lnTo>
                  <a:lnTo>
                    <a:pt x="209400" y="1134719"/>
                  </a:lnTo>
                  <a:lnTo>
                    <a:pt x="210255" y="1196813"/>
                  </a:lnTo>
                  <a:lnTo>
                    <a:pt x="211111" y="1169903"/>
                  </a:lnTo>
                  <a:lnTo>
                    <a:pt x="211966" y="1140145"/>
                  </a:lnTo>
                  <a:lnTo>
                    <a:pt x="212822" y="1212655"/>
                  </a:lnTo>
                  <a:lnTo>
                    <a:pt x="213678" y="1299443"/>
                  </a:lnTo>
                  <a:lnTo>
                    <a:pt x="214533" y="1313149"/>
                  </a:lnTo>
                  <a:lnTo>
                    <a:pt x="215389" y="1274622"/>
                  </a:lnTo>
                  <a:lnTo>
                    <a:pt x="216244" y="1222453"/>
                  </a:lnTo>
                  <a:lnTo>
                    <a:pt x="217100" y="1141821"/>
                  </a:lnTo>
                  <a:lnTo>
                    <a:pt x="217955" y="1086586"/>
                  </a:lnTo>
                  <a:lnTo>
                    <a:pt x="218811" y="1033273"/>
                  </a:lnTo>
                  <a:lnTo>
                    <a:pt x="219666" y="1009668"/>
                  </a:lnTo>
                  <a:lnTo>
                    <a:pt x="220522" y="1036866"/>
                  </a:lnTo>
                  <a:lnTo>
                    <a:pt x="221377" y="1143937"/>
                  </a:lnTo>
                  <a:lnTo>
                    <a:pt x="222233" y="1242117"/>
                  </a:lnTo>
                  <a:lnTo>
                    <a:pt x="223088" y="1336124"/>
                  </a:lnTo>
                  <a:lnTo>
                    <a:pt x="223944" y="1440829"/>
                  </a:lnTo>
                  <a:lnTo>
                    <a:pt x="224799" y="1426059"/>
                  </a:lnTo>
                  <a:lnTo>
                    <a:pt x="225655" y="1323817"/>
                  </a:lnTo>
                  <a:lnTo>
                    <a:pt x="226510" y="1331530"/>
                  </a:lnTo>
                  <a:lnTo>
                    <a:pt x="227366" y="1353068"/>
                  </a:lnTo>
                  <a:lnTo>
                    <a:pt x="228222" y="1281926"/>
                  </a:lnTo>
                  <a:lnTo>
                    <a:pt x="229077" y="1149070"/>
                  </a:lnTo>
                  <a:lnTo>
                    <a:pt x="229933" y="1144976"/>
                  </a:lnTo>
                  <a:lnTo>
                    <a:pt x="230788" y="1138917"/>
                  </a:lnTo>
                  <a:lnTo>
                    <a:pt x="231644" y="1068471"/>
                  </a:lnTo>
                  <a:lnTo>
                    <a:pt x="232499" y="1057288"/>
                  </a:lnTo>
                  <a:lnTo>
                    <a:pt x="233355" y="1099844"/>
                  </a:lnTo>
                  <a:lnTo>
                    <a:pt x="234210" y="1183184"/>
                  </a:lnTo>
                  <a:lnTo>
                    <a:pt x="235066" y="1244460"/>
                  </a:lnTo>
                  <a:lnTo>
                    <a:pt x="235921" y="1287858"/>
                  </a:lnTo>
                  <a:lnTo>
                    <a:pt x="236777" y="1246203"/>
                  </a:lnTo>
                  <a:lnTo>
                    <a:pt x="237632" y="1211702"/>
                  </a:lnTo>
                  <a:lnTo>
                    <a:pt x="238488" y="1210292"/>
                  </a:lnTo>
                  <a:lnTo>
                    <a:pt x="239343" y="1182091"/>
                  </a:lnTo>
                  <a:lnTo>
                    <a:pt x="240199" y="1148238"/>
                  </a:lnTo>
                  <a:lnTo>
                    <a:pt x="241054" y="1192101"/>
                  </a:lnTo>
                  <a:lnTo>
                    <a:pt x="241910" y="1304204"/>
                  </a:lnTo>
                  <a:lnTo>
                    <a:pt x="242765" y="1355646"/>
                  </a:lnTo>
                  <a:lnTo>
                    <a:pt x="243621" y="1330832"/>
                  </a:lnTo>
                  <a:lnTo>
                    <a:pt x="244477" y="1294164"/>
                  </a:lnTo>
                  <a:lnTo>
                    <a:pt x="245332" y="1294840"/>
                  </a:lnTo>
                  <a:lnTo>
                    <a:pt x="246188" y="1199726"/>
                  </a:lnTo>
                  <a:lnTo>
                    <a:pt x="247043" y="1165598"/>
                  </a:lnTo>
                  <a:lnTo>
                    <a:pt x="247899" y="1116413"/>
                  </a:lnTo>
                  <a:lnTo>
                    <a:pt x="248754" y="1031892"/>
                  </a:lnTo>
                  <a:lnTo>
                    <a:pt x="249610" y="1015067"/>
                  </a:lnTo>
                  <a:lnTo>
                    <a:pt x="250465" y="1045870"/>
                  </a:lnTo>
                  <a:lnTo>
                    <a:pt x="251321" y="1212337"/>
                  </a:lnTo>
                  <a:lnTo>
                    <a:pt x="252176" y="1276223"/>
                  </a:lnTo>
                  <a:lnTo>
                    <a:pt x="253032" y="1335423"/>
                  </a:lnTo>
                  <a:lnTo>
                    <a:pt x="253887" y="1391359"/>
                  </a:lnTo>
                  <a:lnTo>
                    <a:pt x="254743" y="1399187"/>
                  </a:lnTo>
                  <a:lnTo>
                    <a:pt x="255598" y="1325819"/>
                  </a:lnTo>
                  <a:lnTo>
                    <a:pt x="256454" y="1180224"/>
                  </a:lnTo>
                  <a:lnTo>
                    <a:pt x="257309" y="1058327"/>
                  </a:lnTo>
                  <a:lnTo>
                    <a:pt x="258165" y="1009498"/>
                  </a:lnTo>
                  <a:lnTo>
                    <a:pt x="259020" y="1073501"/>
                  </a:lnTo>
                  <a:lnTo>
                    <a:pt x="259876" y="1178459"/>
                  </a:lnTo>
                  <a:lnTo>
                    <a:pt x="260732" y="1194444"/>
                  </a:lnTo>
                  <a:lnTo>
                    <a:pt x="261587" y="1196970"/>
                  </a:lnTo>
                  <a:lnTo>
                    <a:pt x="262443" y="1128312"/>
                  </a:lnTo>
                  <a:lnTo>
                    <a:pt x="263298" y="904472"/>
                  </a:lnTo>
                  <a:lnTo>
                    <a:pt x="264154" y="711592"/>
                  </a:lnTo>
                  <a:lnTo>
                    <a:pt x="265009" y="618054"/>
                  </a:lnTo>
                  <a:lnTo>
                    <a:pt x="265865" y="600237"/>
                  </a:lnTo>
                  <a:lnTo>
                    <a:pt x="266720" y="577375"/>
                  </a:lnTo>
                  <a:lnTo>
                    <a:pt x="267576" y="575121"/>
                  </a:lnTo>
                  <a:lnTo>
                    <a:pt x="268431" y="595400"/>
                  </a:lnTo>
                  <a:lnTo>
                    <a:pt x="269287" y="565413"/>
                  </a:lnTo>
                  <a:lnTo>
                    <a:pt x="270142" y="493839"/>
                  </a:lnTo>
                  <a:lnTo>
                    <a:pt x="270998" y="451605"/>
                  </a:lnTo>
                  <a:lnTo>
                    <a:pt x="271853" y="390175"/>
                  </a:lnTo>
                  <a:lnTo>
                    <a:pt x="272709" y="436860"/>
                  </a:lnTo>
                  <a:lnTo>
                    <a:pt x="273564" y="584961"/>
                  </a:lnTo>
                  <a:lnTo>
                    <a:pt x="274420" y="758406"/>
                  </a:lnTo>
                  <a:lnTo>
                    <a:pt x="275275" y="873252"/>
                  </a:lnTo>
                  <a:lnTo>
                    <a:pt x="276131" y="953352"/>
                  </a:lnTo>
                  <a:lnTo>
                    <a:pt x="276987" y="1107124"/>
                  </a:lnTo>
                  <a:lnTo>
                    <a:pt x="277842" y="1223491"/>
                  </a:lnTo>
                  <a:lnTo>
                    <a:pt x="278698" y="1320666"/>
                  </a:lnTo>
                  <a:lnTo>
                    <a:pt x="279553" y="1349463"/>
                  </a:lnTo>
                  <a:lnTo>
                    <a:pt x="280409" y="1317915"/>
                  </a:lnTo>
                  <a:lnTo>
                    <a:pt x="281264" y="1387370"/>
                  </a:lnTo>
                  <a:lnTo>
                    <a:pt x="282120" y="1343042"/>
                  </a:lnTo>
                  <a:lnTo>
                    <a:pt x="282975" y="1301495"/>
                  </a:lnTo>
                  <a:lnTo>
                    <a:pt x="283831" y="1313408"/>
                  </a:lnTo>
                  <a:lnTo>
                    <a:pt x="284686" y="1330186"/>
                  </a:lnTo>
                  <a:lnTo>
                    <a:pt x="285542" y="1389177"/>
                  </a:lnTo>
                  <a:lnTo>
                    <a:pt x="286397" y="1303369"/>
                  </a:lnTo>
                  <a:lnTo>
                    <a:pt x="287253" y="1269605"/>
                  </a:lnTo>
                  <a:lnTo>
                    <a:pt x="288108" y="1294069"/>
                  </a:lnTo>
                  <a:lnTo>
                    <a:pt x="288964" y="1276265"/>
                  </a:lnTo>
                  <a:lnTo>
                    <a:pt x="289819" y="1268767"/>
                  </a:lnTo>
                  <a:lnTo>
                    <a:pt x="290675" y="1220799"/>
                  </a:lnTo>
                  <a:lnTo>
                    <a:pt x="291531" y="1230617"/>
                  </a:lnTo>
                  <a:lnTo>
                    <a:pt x="292386" y="1297215"/>
                  </a:lnTo>
                  <a:lnTo>
                    <a:pt x="293242" y="1220378"/>
                  </a:lnTo>
                  <a:lnTo>
                    <a:pt x="294097" y="1139457"/>
                  </a:lnTo>
                  <a:lnTo>
                    <a:pt x="294953" y="1068779"/>
                  </a:lnTo>
                  <a:lnTo>
                    <a:pt x="295808" y="934968"/>
                  </a:lnTo>
                  <a:lnTo>
                    <a:pt x="296664" y="807334"/>
                  </a:lnTo>
                  <a:lnTo>
                    <a:pt x="297519" y="769400"/>
                  </a:lnTo>
                  <a:lnTo>
                    <a:pt x="298375" y="822189"/>
                  </a:lnTo>
                  <a:lnTo>
                    <a:pt x="299230" y="805274"/>
                  </a:lnTo>
                  <a:lnTo>
                    <a:pt x="300086" y="717462"/>
                  </a:lnTo>
                  <a:lnTo>
                    <a:pt x="300941" y="675073"/>
                  </a:lnTo>
                  <a:lnTo>
                    <a:pt x="301797" y="781210"/>
                  </a:lnTo>
                  <a:lnTo>
                    <a:pt x="302652" y="797225"/>
                  </a:lnTo>
                  <a:lnTo>
                    <a:pt x="303508" y="697974"/>
                  </a:lnTo>
                  <a:lnTo>
                    <a:pt x="304363" y="627173"/>
                  </a:lnTo>
                  <a:lnTo>
                    <a:pt x="305219" y="684222"/>
                  </a:lnTo>
                  <a:lnTo>
                    <a:pt x="306074" y="845277"/>
                  </a:lnTo>
                  <a:lnTo>
                    <a:pt x="306930" y="831180"/>
                  </a:lnTo>
                  <a:lnTo>
                    <a:pt x="307786" y="814620"/>
                  </a:lnTo>
                  <a:lnTo>
                    <a:pt x="308641" y="880064"/>
                  </a:lnTo>
                  <a:lnTo>
                    <a:pt x="309497" y="987692"/>
                  </a:lnTo>
                  <a:lnTo>
                    <a:pt x="310352" y="1054790"/>
                  </a:lnTo>
                  <a:lnTo>
                    <a:pt x="311208" y="1129332"/>
                  </a:lnTo>
                  <a:lnTo>
                    <a:pt x="312063" y="1174590"/>
                  </a:lnTo>
                  <a:lnTo>
                    <a:pt x="312919" y="1176958"/>
                  </a:lnTo>
                  <a:lnTo>
                    <a:pt x="313774" y="1187504"/>
                  </a:lnTo>
                  <a:lnTo>
                    <a:pt x="314630" y="1224113"/>
                  </a:lnTo>
                  <a:lnTo>
                    <a:pt x="315485" y="1217088"/>
                  </a:lnTo>
                  <a:lnTo>
                    <a:pt x="316341" y="1100559"/>
                  </a:lnTo>
                  <a:lnTo>
                    <a:pt x="317196" y="1134019"/>
                  </a:lnTo>
                  <a:lnTo>
                    <a:pt x="318052" y="1157988"/>
                  </a:lnTo>
                  <a:lnTo>
                    <a:pt x="318907" y="1151647"/>
                  </a:lnTo>
                  <a:lnTo>
                    <a:pt x="319763" y="1088723"/>
                  </a:lnTo>
                  <a:lnTo>
                    <a:pt x="320618" y="1089537"/>
                  </a:lnTo>
                  <a:lnTo>
                    <a:pt x="321474" y="1197925"/>
                  </a:lnTo>
                  <a:lnTo>
                    <a:pt x="322329" y="1211619"/>
                  </a:lnTo>
                  <a:lnTo>
                    <a:pt x="323185" y="1208824"/>
                  </a:lnTo>
                  <a:lnTo>
                    <a:pt x="324041" y="1138533"/>
                  </a:lnTo>
                  <a:lnTo>
                    <a:pt x="324896" y="1201307"/>
                  </a:lnTo>
                  <a:lnTo>
                    <a:pt x="325752" y="1231927"/>
                  </a:lnTo>
                  <a:lnTo>
                    <a:pt x="326607" y="1198544"/>
                  </a:lnTo>
                  <a:lnTo>
                    <a:pt x="327463" y="1214661"/>
                  </a:lnTo>
                  <a:lnTo>
                    <a:pt x="328318" y="1274889"/>
                  </a:lnTo>
                  <a:lnTo>
                    <a:pt x="329174" y="1414009"/>
                  </a:lnTo>
                  <a:lnTo>
                    <a:pt x="330029" y="1360835"/>
                  </a:lnTo>
                  <a:lnTo>
                    <a:pt x="330885" y="1299349"/>
                  </a:lnTo>
                  <a:lnTo>
                    <a:pt x="331740" y="1227880"/>
                  </a:lnTo>
                  <a:lnTo>
                    <a:pt x="332596" y="1073072"/>
                  </a:lnTo>
                  <a:lnTo>
                    <a:pt x="333451" y="963165"/>
                  </a:lnTo>
                  <a:lnTo>
                    <a:pt x="334307" y="925088"/>
                  </a:lnTo>
                  <a:lnTo>
                    <a:pt x="335162" y="947734"/>
                  </a:lnTo>
                  <a:lnTo>
                    <a:pt x="336018" y="942880"/>
                  </a:lnTo>
                  <a:lnTo>
                    <a:pt x="336873" y="920634"/>
                  </a:lnTo>
                  <a:lnTo>
                    <a:pt x="337729" y="972263"/>
                  </a:lnTo>
                  <a:lnTo>
                    <a:pt x="338585" y="1109829"/>
                  </a:lnTo>
                  <a:lnTo>
                    <a:pt x="339440" y="1203679"/>
                  </a:lnTo>
                  <a:lnTo>
                    <a:pt x="340296" y="1325870"/>
                  </a:lnTo>
                  <a:lnTo>
                    <a:pt x="341151" y="1411748"/>
                  </a:lnTo>
                  <a:lnTo>
                    <a:pt x="342007" y="1451964"/>
                  </a:lnTo>
                  <a:lnTo>
                    <a:pt x="342862" y="1469617"/>
                  </a:lnTo>
                  <a:lnTo>
                    <a:pt x="343718" y="1464721"/>
                  </a:lnTo>
                  <a:lnTo>
                    <a:pt x="344573" y="1451856"/>
                  </a:lnTo>
                  <a:lnTo>
                    <a:pt x="345429" y="1376326"/>
                  </a:lnTo>
                  <a:lnTo>
                    <a:pt x="346284" y="1384324"/>
                  </a:lnTo>
                  <a:lnTo>
                    <a:pt x="347140" y="1385567"/>
                  </a:lnTo>
                  <a:lnTo>
                    <a:pt x="347995" y="1333705"/>
                  </a:lnTo>
                  <a:lnTo>
                    <a:pt x="348851" y="1298081"/>
                  </a:lnTo>
                  <a:lnTo>
                    <a:pt x="349706" y="1265618"/>
                  </a:lnTo>
                  <a:lnTo>
                    <a:pt x="350562" y="1219372"/>
                  </a:lnTo>
                  <a:lnTo>
                    <a:pt x="351417" y="1154181"/>
                  </a:lnTo>
                  <a:lnTo>
                    <a:pt x="352273" y="1155819"/>
                  </a:lnTo>
                  <a:lnTo>
                    <a:pt x="353128" y="1183876"/>
                  </a:lnTo>
                  <a:lnTo>
                    <a:pt x="353984" y="1156271"/>
                  </a:lnTo>
                  <a:lnTo>
                    <a:pt x="354840" y="1186019"/>
                  </a:lnTo>
                  <a:lnTo>
                    <a:pt x="355695" y="1225856"/>
                  </a:lnTo>
                  <a:lnTo>
                    <a:pt x="356551" y="1261901"/>
                  </a:lnTo>
                  <a:lnTo>
                    <a:pt x="357406" y="1310560"/>
                  </a:lnTo>
                  <a:lnTo>
                    <a:pt x="358262" y="1300415"/>
                  </a:lnTo>
                  <a:lnTo>
                    <a:pt x="359117" y="1165144"/>
                  </a:lnTo>
                  <a:lnTo>
                    <a:pt x="359973" y="966354"/>
                  </a:lnTo>
                  <a:lnTo>
                    <a:pt x="360828" y="849463"/>
                  </a:lnTo>
                  <a:lnTo>
                    <a:pt x="361684" y="771176"/>
                  </a:lnTo>
                  <a:lnTo>
                    <a:pt x="362539" y="741318"/>
                  </a:lnTo>
                  <a:lnTo>
                    <a:pt x="363395" y="802017"/>
                  </a:lnTo>
                  <a:lnTo>
                    <a:pt x="364250" y="944571"/>
                  </a:lnTo>
                  <a:lnTo>
                    <a:pt x="365106" y="1036065"/>
                  </a:lnTo>
                  <a:lnTo>
                    <a:pt x="365961" y="1089068"/>
                  </a:lnTo>
                  <a:lnTo>
                    <a:pt x="366817" y="1115591"/>
                  </a:lnTo>
                  <a:lnTo>
                    <a:pt x="367672" y="1156771"/>
                  </a:lnTo>
                  <a:lnTo>
                    <a:pt x="368528" y="1196136"/>
                  </a:lnTo>
                  <a:lnTo>
                    <a:pt x="369383" y="1223252"/>
                  </a:lnTo>
                  <a:lnTo>
                    <a:pt x="370239" y="1293546"/>
                  </a:lnTo>
                  <a:lnTo>
                    <a:pt x="371095" y="1321480"/>
                  </a:lnTo>
                  <a:lnTo>
                    <a:pt x="371950" y="1303928"/>
                  </a:lnTo>
                  <a:lnTo>
                    <a:pt x="372806" y="1284044"/>
                  </a:lnTo>
                  <a:lnTo>
                    <a:pt x="373661" y="1277863"/>
                  </a:lnTo>
                  <a:lnTo>
                    <a:pt x="374517" y="1290509"/>
                  </a:lnTo>
                  <a:lnTo>
                    <a:pt x="375372" y="1316747"/>
                  </a:lnTo>
                  <a:lnTo>
                    <a:pt x="376228" y="1356000"/>
                  </a:lnTo>
                  <a:lnTo>
                    <a:pt x="377083" y="1387954"/>
                  </a:lnTo>
                  <a:lnTo>
                    <a:pt x="377939" y="1364798"/>
                  </a:lnTo>
                  <a:lnTo>
                    <a:pt x="378794" y="1333244"/>
                  </a:lnTo>
                  <a:lnTo>
                    <a:pt x="379650" y="1245898"/>
                  </a:lnTo>
                  <a:lnTo>
                    <a:pt x="380505" y="1117582"/>
                  </a:lnTo>
                  <a:lnTo>
                    <a:pt x="381361" y="1110351"/>
                  </a:lnTo>
                  <a:lnTo>
                    <a:pt x="382216" y="1170053"/>
                  </a:lnTo>
                  <a:lnTo>
                    <a:pt x="383072" y="1244406"/>
                  </a:lnTo>
                  <a:lnTo>
                    <a:pt x="383927" y="1222033"/>
                  </a:lnTo>
                  <a:lnTo>
                    <a:pt x="384783" y="1232276"/>
                  </a:lnTo>
                  <a:lnTo>
                    <a:pt x="385639" y="1335229"/>
                  </a:lnTo>
                  <a:lnTo>
                    <a:pt x="386494" y="1304691"/>
                  </a:lnTo>
                  <a:lnTo>
                    <a:pt x="387350" y="1260367"/>
                  </a:lnTo>
                  <a:lnTo>
                    <a:pt x="388205" y="1278998"/>
                  </a:lnTo>
                  <a:lnTo>
                    <a:pt x="389061" y="1432872"/>
                  </a:lnTo>
                  <a:lnTo>
                    <a:pt x="389505" y="14946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917480" y="2879983"/>
              <a:ext cx="17494" cy="382493"/>
            </a:xfrm>
            <a:custGeom>
              <a:avLst/>
              <a:pathLst>
                <a:path w="17494" h="382493">
                  <a:moveTo>
                    <a:pt x="0" y="382493"/>
                  </a:moveTo>
                  <a:lnTo>
                    <a:pt x="39" y="380380"/>
                  </a:lnTo>
                  <a:lnTo>
                    <a:pt x="894" y="306389"/>
                  </a:lnTo>
                  <a:lnTo>
                    <a:pt x="1750" y="240605"/>
                  </a:lnTo>
                  <a:lnTo>
                    <a:pt x="2605" y="154002"/>
                  </a:lnTo>
                  <a:lnTo>
                    <a:pt x="3461" y="90294"/>
                  </a:lnTo>
                  <a:lnTo>
                    <a:pt x="4316" y="60839"/>
                  </a:lnTo>
                  <a:lnTo>
                    <a:pt x="5172" y="79013"/>
                  </a:lnTo>
                  <a:lnTo>
                    <a:pt x="6027" y="143394"/>
                  </a:lnTo>
                  <a:lnTo>
                    <a:pt x="6883" y="139834"/>
                  </a:lnTo>
                  <a:lnTo>
                    <a:pt x="7738" y="54208"/>
                  </a:lnTo>
                  <a:lnTo>
                    <a:pt x="8594" y="21020"/>
                  </a:lnTo>
                  <a:lnTo>
                    <a:pt x="9449" y="0"/>
                  </a:lnTo>
                  <a:lnTo>
                    <a:pt x="10305" y="49898"/>
                  </a:lnTo>
                  <a:lnTo>
                    <a:pt x="11160" y="114563"/>
                  </a:lnTo>
                  <a:lnTo>
                    <a:pt x="12016" y="156830"/>
                  </a:lnTo>
                  <a:lnTo>
                    <a:pt x="12871" y="243673"/>
                  </a:lnTo>
                  <a:lnTo>
                    <a:pt x="13727" y="312906"/>
                  </a:lnTo>
                  <a:lnTo>
                    <a:pt x="14582" y="356514"/>
                  </a:lnTo>
                  <a:lnTo>
                    <a:pt x="15438" y="331289"/>
                  </a:lnTo>
                  <a:lnTo>
                    <a:pt x="16294" y="314529"/>
                  </a:lnTo>
                  <a:lnTo>
                    <a:pt x="17149" y="347241"/>
                  </a:lnTo>
                  <a:lnTo>
                    <a:pt x="17494" y="3824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943296" y="3051343"/>
              <a:ext cx="6712" cy="211133"/>
            </a:xfrm>
            <a:custGeom>
              <a:avLst/>
              <a:pathLst>
                <a:path w="6712" h="211133">
                  <a:moveTo>
                    <a:pt x="0" y="211133"/>
                  </a:moveTo>
                  <a:lnTo>
                    <a:pt x="744" y="153264"/>
                  </a:lnTo>
                  <a:lnTo>
                    <a:pt x="1600" y="100169"/>
                  </a:lnTo>
                  <a:lnTo>
                    <a:pt x="2455" y="60058"/>
                  </a:lnTo>
                  <a:lnTo>
                    <a:pt x="3311" y="0"/>
                  </a:lnTo>
                  <a:lnTo>
                    <a:pt x="4166" y="15526"/>
                  </a:lnTo>
                  <a:lnTo>
                    <a:pt x="5022" y="83175"/>
                  </a:lnTo>
                  <a:lnTo>
                    <a:pt x="5877" y="103483"/>
                  </a:lnTo>
                  <a:lnTo>
                    <a:pt x="6712" y="2111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956377" y="3027161"/>
              <a:ext cx="6883" cy="235316"/>
            </a:xfrm>
            <a:custGeom>
              <a:avLst/>
              <a:pathLst>
                <a:path w="6883" h="235316">
                  <a:moveTo>
                    <a:pt x="0" y="235316"/>
                  </a:moveTo>
                  <a:lnTo>
                    <a:pt x="495" y="190927"/>
                  </a:lnTo>
                  <a:lnTo>
                    <a:pt x="1351" y="56972"/>
                  </a:lnTo>
                  <a:lnTo>
                    <a:pt x="2207" y="0"/>
                  </a:lnTo>
                  <a:lnTo>
                    <a:pt x="3062" y="23258"/>
                  </a:lnTo>
                  <a:lnTo>
                    <a:pt x="3918" y="52643"/>
                  </a:lnTo>
                  <a:lnTo>
                    <a:pt x="4773" y="68116"/>
                  </a:lnTo>
                  <a:lnTo>
                    <a:pt x="5629" y="53621"/>
                  </a:lnTo>
                  <a:lnTo>
                    <a:pt x="6484" y="183387"/>
                  </a:lnTo>
                  <a:lnTo>
                    <a:pt x="6883" y="2353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965198" y="3006716"/>
              <a:ext cx="11885" cy="255760"/>
            </a:xfrm>
            <a:custGeom>
              <a:avLst/>
              <a:pathLst>
                <a:path w="11885" h="255760">
                  <a:moveTo>
                    <a:pt x="0" y="255760"/>
                  </a:moveTo>
                  <a:lnTo>
                    <a:pt x="230" y="235797"/>
                  </a:lnTo>
                  <a:lnTo>
                    <a:pt x="1086" y="230297"/>
                  </a:lnTo>
                  <a:lnTo>
                    <a:pt x="1941" y="255592"/>
                  </a:lnTo>
                  <a:lnTo>
                    <a:pt x="2797" y="222993"/>
                  </a:lnTo>
                  <a:lnTo>
                    <a:pt x="3652" y="136610"/>
                  </a:lnTo>
                  <a:lnTo>
                    <a:pt x="4508" y="124471"/>
                  </a:lnTo>
                  <a:lnTo>
                    <a:pt x="5363" y="179168"/>
                  </a:lnTo>
                  <a:lnTo>
                    <a:pt x="6219" y="87664"/>
                  </a:lnTo>
                  <a:lnTo>
                    <a:pt x="7074" y="7354"/>
                  </a:lnTo>
                  <a:lnTo>
                    <a:pt x="7930" y="0"/>
                  </a:lnTo>
                  <a:lnTo>
                    <a:pt x="8785" y="45136"/>
                  </a:lnTo>
                  <a:lnTo>
                    <a:pt x="9641" y="71415"/>
                  </a:lnTo>
                  <a:lnTo>
                    <a:pt x="10496" y="73948"/>
                  </a:lnTo>
                  <a:lnTo>
                    <a:pt x="11352" y="198847"/>
                  </a:lnTo>
                  <a:lnTo>
                    <a:pt x="11885" y="2557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979752" y="3067846"/>
              <a:ext cx="7775" cy="194630"/>
            </a:xfrm>
            <a:custGeom>
              <a:avLst/>
              <a:pathLst>
                <a:path w="7775" h="194630">
                  <a:moveTo>
                    <a:pt x="0" y="194630"/>
                  </a:moveTo>
                  <a:lnTo>
                    <a:pt x="220" y="176355"/>
                  </a:lnTo>
                  <a:lnTo>
                    <a:pt x="1075" y="119357"/>
                  </a:lnTo>
                  <a:lnTo>
                    <a:pt x="1931" y="64947"/>
                  </a:lnTo>
                  <a:lnTo>
                    <a:pt x="2786" y="8320"/>
                  </a:lnTo>
                  <a:lnTo>
                    <a:pt x="3642" y="1271"/>
                  </a:lnTo>
                  <a:lnTo>
                    <a:pt x="4497" y="0"/>
                  </a:lnTo>
                  <a:lnTo>
                    <a:pt x="5353" y="61782"/>
                  </a:lnTo>
                  <a:lnTo>
                    <a:pt x="6208" y="135758"/>
                  </a:lnTo>
                  <a:lnTo>
                    <a:pt x="7064" y="156771"/>
                  </a:lnTo>
                  <a:lnTo>
                    <a:pt x="7775" y="1946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988331" y="3260171"/>
              <a:ext cx="288" cy="2305"/>
            </a:xfrm>
            <a:custGeom>
              <a:avLst/>
              <a:pathLst>
                <a:path w="288" h="2305">
                  <a:moveTo>
                    <a:pt x="0" y="2305"/>
                  </a:moveTo>
                  <a:lnTo>
                    <a:pt x="197" y="0"/>
                  </a:lnTo>
                  <a:lnTo>
                    <a:pt x="288" y="23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993734" y="2895535"/>
              <a:ext cx="63163" cy="366941"/>
            </a:xfrm>
            <a:custGeom>
              <a:avLst/>
              <a:pathLst>
                <a:path w="63163" h="366941">
                  <a:moveTo>
                    <a:pt x="0" y="366941"/>
                  </a:moveTo>
                  <a:lnTo>
                    <a:pt x="782" y="347214"/>
                  </a:lnTo>
                  <a:lnTo>
                    <a:pt x="1638" y="314913"/>
                  </a:lnTo>
                  <a:lnTo>
                    <a:pt x="2493" y="314717"/>
                  </a:lnTo>
                  <a:lnTo>
                    <a:pt x="3349" y="346305"/>
                  </a:lnTo>
                  <a:lnTo>
                    <a:pt x="4205" y="333413"/>
                  </a:lnTo>
                  <a:lnTo>
                    <a:pt x="5060" y="265557"/>
                  </a:lnTo>
                  <a:lnTo>
                    <a:pt x="5916" y="200714"/>
                  </a:lnTo>
                  <a:lnTo>
                    <a:pt x="6771" y="162834"/>
                  </a:lnTo>
                  <a:lnTo>
                    <a:pt x="7627" y="117581"/>
                  </a:lnTo>
                  <a:lnTo>
                    <a:pt x="8482" y="60049"/>
                  </a:lnTo>
                  <a:lnTo>
                    <a:pt x="9338" y="72941"/>
                  </a:lnTo>
                  <a:lnTo>
                    <a:pt x="10193" y="146648"/>
                  </a:lnTo>
                  <a:lnTo>
                    <a:pt x="11049" y="244889"/>
                  </a:lnTo>
                  <a:lnTo>
                    <a:pt x="11904" y="289361"/>
                  </a:lnTo>
                  <a:lnTo>
                    <a:pt x="12760" y="280468"/>
                  </a:lnTo>
                  <a:lnTo>
                    <a:pt x="13615" y="295935"/>
                  </a:lnTo>
                  <a:lnTo>
                    <a:pt x="14471" y="310709"/>
                  </a:lnTo>
                  <a:lnTo>
                    <a:pt x="15326" y="304859"/>
                  </a:lnTo>
                  <a:lnTo>
                    <a:pt x="16182" y="287065"/>
                  </a:lnTo>
                  <a:lnTo>
                    <a:pt x="17037" y="313866"/>
                  </a:lnTo>
                  <a:lnTo>
                    <a:pt x="17893" y="355393"/>
                  </a:lnTo>
                  <a:lnTo>
                    <a:pt x="18748" y="327590"/>
                  </a:lnTo>
                  <a:lnTo>
                    <a:pt x="19604" y="275846"/>
                  </a:lnTo>
                  <a:lnTo>
                    <a:pt x="20460" y="286964"/>
                  </a:lnTo>
                  <a:lnTo>
                    <a:pt x="21315" y="325019"/>
                  </a:lnTo>
                  <a:lnTo>
                    <a:pt x="22171" y="265594"/>
                  </a:lnTo>
                  <a:lnTo>
                    <a:pt x="23026" y="220872"/>
                  </a:lnTo>
                  <a:lnTo>
                    <a:pt x="23882" y="243461"/>
                  </a:lnTo>
                  <a:lnTo>
                    <a:pt x="24737" y="280433"/>
                  </a:lnTo>
                  <a:lnTo>
                    <a:pt x="25593" y="269314"/>
                  </a:lnTo>
                  <a:lnTo>
                    <a:pt x="26448" y="215659"/>
                  </a:lnTo>
                  <a:lnTo>
                    <a:pt x="27304" y="214733"/>
                  </a:lnTo>
                  <a:lnTo>
                    <a:pt x="28159" y="224386"/>
                  </a:lnTo>
                  <a:lnTo>
                    <a:pt x="29015" y="224229"/>
                  </a:lnTo>
                  <a:lnTo>
                    <a:pt x="29870" y="225421"/>
                  </a:lnTo>
                  <a:lnTo>
                    <a:pt x="30726" y="178381"/>
                  </a:lnTo>
                  <a:lnTo>
                    <a:pt x="31581" y="124716"/>
                  </a:lnTo>
                  <a:lnTo>
                    <a:pt x="32437" y="143936"/>
                  </a:lnTo>
                  <a:lnTo>
                    <a:pt x="33292" y="200463"/>
                  </a:lnTo>
                  <a:lnTo>
                    <a:pt x="34148" y="212668"/>
                  </a:lnTo>
                  <a:lnTo>
                    <a:pt x="35003" y="114783"/>
                  </a:lnTo>
                  <a:lnTo>
                    <a:pt x="35859" y="117315"/>
                  </a:lnTo>
                  <a:lnTo>
                    <a:pt x="36715" y="170977"/>
                  </a:lnTo>
                  <a:lnTo>
                    <a:pt x="37570" y="175060"/>
                  </a:lnTo>
                  <a:lnTo>
                    <a:pt x="38426" y="140690"/>
                  </a:lnTo>
                  <a:lnTo>
                    <a:pt x="39281" y="129855"/>
                  </a:lnTo>
                  <a:lnTo>
                    <a:pt x="40137" y="140548"/>
                  </a:lnTo>
                  <a:lnTo>
                    <a:pt x="40992" y="66450"/>
                  </a:lnTo>
                  <a:lnTo>
                    <a:pt x="41848" y="14301"/>
                  </a:lnTo>
                  <a:lnTo>
                    <a:pt x="42703" y="26090"/>
                  </a:lnTo>
                  <a:lnTo>
                    <a:pt x="43559" y="49199"/>
                  </a:lnTo>
                  <a:lnTo>
                    <a:pt x="44414" y="47832"/>
                  </a:lnTo>
                  <a:lnTo>
                    <a:pt x="45270" y="53072"/>
                  </a:lnTo>
                  <a:lnTo>
                    <a:pt x="46125" y="138256"/>
                  </a:lnTo>
                  <a:lnTo>
                    <a:pt x="46981" y="156194"/>
                  </a:lnTo>
                  <a:lnTo>
                    <a:pt x="47836" y="127701"/>
                  </a:lnTo>
                  <a:lnTo>
                    <a:pt x="48692" y="127703"/>
                  </a:lnTo>
                  <a:lnTo>
                    <a:pt x="49547" y="143552"/>
                  </a:lnTo>
                  <a:lnTo>
                    <a:pt x="50403" y="224311"/>
                  </a:lnTo>
                  <a:lnTo>
                    <a:pt x="51259" y="257734"/>
                  </a:lnTo>
                  <a:lnTo>
                    <a:pt x="52114" y="316539"/>
                  </a:lnTo>
                  <a:lnTo>
                    <a:pt x="52970" y="359564"/>
                  </a:lnTo>
                  <a:lnTo>
                    <a:pt x="53825" y="334124"/>
                  </a:lnTo>
                  <a:lnTo>
                    <a:pt x="54681" y="261860"/>
                  </a:lnTo>
                  <a:lnTo>
                    <a:pt x="55536" y="147196"/>
                  </a:lnTo>
                  <a:lnTo>
                    <a:pt x="56392" y="110538"/>
                  </a:lnTo>
                  <a:lnTo>
                    <a:pt x="57247" y="69782"/>
                  </a:lnTo>
                  <a:lnTo>
                    <a:pt x="58103" y="0"/>
                  </a:lnTo>
                  <a:lnTo>
                    <a:pt x="58958" y="6185"/>
                  </a:lnTo>
                  <a:lnTo>
                    <a:pt x="59814" y="111300"/>
                  </a:lnTo>
                  <a:lnTo>
                    <a:pt x="60669" y="222445"/>
                  </a:lnTo>
                  <a:lnTo>
                    <a:pt x="61525" y="249708"/>
                  </a:lnTo>
                  <a:lnTo>
                    <a:pt x="62380" y="295638"/>
                  </a:lnTo>
                  <a:lnTo>
                    <a:pt x="63163" y="3669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060936" y="1214632"/>
              <a:ext cx="110063" cy="2047845"/>
            </a:xfrm>
            <a:custGeom>
              <a:avLst/>
              <a:pathLst>
                <a:path w="110063" h="2047845">
                  <a:moveTo>
                    <a:pt x="0" y="2047845"/>
                  </a:moveTo>
                  <a:lnTo>
                    <a:pt x="311" y="2008118"/>
                  </a:lnTo>
                  <a:lnTo>
                    <a:pt x="1167" y="1965841"/>
                  </a:lnTo>
                  <a:lnTo>
                    <a:pt x="2022" y="1907064"/>
                  </a:lnTo>
                  <a:lnTo>
                    <a:pt x="2878" y="1868993"/>
                  </a:lnTo>
                  <a:lnTo>
                    <a:pt x="3733" y="1852525"/>
                  </a:lnTo>
                  <a:lnTo>
                    <a:pt x="4589" y="1863601"/>
                  </a:lnTo>
                  <a:lnTo>
                    <a:pt x="5444" y="1841329"/>
                  </a:lnTo>
                  <a:lnTo>
                    <a:pt x="6300" y="1774174"/>
                  </a:lnTo>
                  <a:lnTo>
                    <a:pt x="7155" y="1783117"/>
                  </a:lnTo>
                  <a:lnTo>
                    <a:pt x="8011" y="1704973"/>
                  </a:lnTo>
                  <a:lnTo>
                    <a:pt x="8866" y="1608072"/>
                  </a:lnTo>
                  <a:lnTo>
                    <a:pt x="9722" y="1553521"/>
                  </a:lnTo>
                  <a:lnTo>
                    <a:pt x="10577" y="1649579"/>
                  </a:lnTo>
                  <a:lnTo>
                    <a:pt x="11433" y="1747104"/>
                  </a:lnTo>
                  <a:lnTo>
                    <a:pt x="12288" y="1689473"/>
                  </a:lnTo>
                  <a:lnTo>
                    <a:pt x="13144" y="1654508"/>
                  </a:lnTo>
                  <a:lnTo>
                    <a:pt x="14000" y="1675989"/>
                  </a:lnTo>
                  <a:lnTo>
                    <a:pt x="14855" y="1693793"/>
                  </a:lnTo>
                  <a:lnTo>
                    <a:pt x="15711" y="1728215"/>
                  </a:lnTo>
                  <a:lnTo>
                    <a:pt x="16566" y="1793165"/>
                  </a:lnTo>
                  <a:lnTo>
                    <a:pt x="17422" y="1882382"/>
                  </a:lnTo>
                  <a:lnTo>
                    <a:pt x="18277" y="1952863"/>
                  </a:lnTo>
                  <a:lnTo>
                    <a:pt x="19133" y="1924114"/>
                  </a:lnTo>
                  <a:lnTo>
                    <a:pt x="19988" y="1900218"/>
                  </a:lnTo>
                  <a:lnTo>
                    <a:pt x="20844" y="1753955"/>
                  </a:lnTo>
                  <a:lnTo>
                    <a:pt x="21699" y="1511516"/>
                  </a:lnTo>
                  <a:lnTo>
                    <a:pt x="22555" y="1335551"/>
                  </a:lnTo>
                  <a:lnTo>
                    <a:pt x="23410" y="1229445"/>
                  </a:lnTo>
                  <a:lnTo>
                    <a:pt x="24266" y="1245283"/>
                  </a:lnTo>
                  <a:lnTo>
                    <a:pt x="25121" y="1341425"/>
                  </a:lnTo>
                  <a:lnTo>
                    <a:pt x="25977" y="1380201"/>
                  </a:lnTo>
                  <a:lnTo>
                    <a:pt x="26832" y="1347778"/>
                  </a:lnTo>
                  <a:lnTo>
                    <a:pt x="27688" y="1273433"/>
                  </a:lnTo>
                  <a:lnTo>
                    <a:pt x="28544" y="1322679"/>
                  </a:lnTo>
                  <a:lnTo>
                    <a:pt x="29399" y="1327228"/>
                  </a:lnTo>
                  <a:lnTo>
                    <a:pt x="30255" y="1131384"/>
                  </a:lnTo>
                  <a:lnTo>
                    <a:pt x="31110" y="958696"/>
                  </a:lnTo>
                  <a:lnTo>
                    <a:pt x="31966" y="996679"/>
                  </a:lnTo>
                  <a:lnTo>
                    <a:pt x="32821" y="1130605"/>
                  </a:lnTo>
                  <a:lnTo>
                    <a:pt x="33677" y="1113073"/>
                  </a:lnTo>
                  <a:lnTo>
                    <a:pt x="34532" y="1053762"/>
                  </a:lnTo>
                  <a:lnTo>
                    <a:pt x="35388" y="1068943"/>
                  </a:lnTo>
                  <a:lnTo>
                    <a:pt x="36243" y="1120972"/>
                  </a:lnTo>
                  <a:lnTo>
                    <a:pt x="37099" y="1083814"/>
                  </a:lnTo>
                  <a:lnTo>
                    <a:pt x="37954" y="987743"/>
                  </a:lnTo>
                  <a:lnTo>
                    <a:pt x="38810" y="949238"/>
                  </a:lnTo>
                  <a:lnTo>
                    <a:pt x="39665" y="845059"/>
                  </a:lnTo>
                  <a:lnTo>
                    <a:pt x="40521" y="708393"/>
                  </a:lnTo>
                  <a:lnTo>
                    <a:pt x="41376" y="618481"/>
                  </a:lnTo>
                  <a:lnTo>
                    <a:pt x="42232" y="592030"/>
                  </a:lnTo>
                  <a:lnTo>
                    <a:pt x="43087" y="569027"/>
                  </a:lnTo>
                  <a:lnTo>
                    <a:pt x="43943" y="484062"/>
                  </a:lnTo>
                  <a:lnTo>
                    <a:pt x="44799" y="522300"/>
                  </a:lnTo>
                  <a:lnTo>
                    <a:pt x="45654" y="587028"/>
                  </a:lnTo>
                  <a:lnTo>
                    <a:pt x="46510" y="603346"/>
                  </a:lnTo>
                  <a:lnTo>
                    <a:pt x="47365" y="577187"/>
                  </a:lnTo>
                  <a:lnTo>
                    <a:pt x="48221" y="508077"/>
                  </a:lnTo>
                  <a:lnTo>
                    <a:pt x="49076" y="546525"/>
                  </a:lnTo>
                  <a:lnTo>
                    <a:pt x="49932" y="619095"/>
                  </a:lnTo>
                  <a:lnTo>
                    <a:pt x="50787" y="693307"/>
                  </a:lnTo>
                  <a:lnTo>
                    <a:pt x="51643" y="839110"/>
                  </a:lnTo>
                  <a:lnTo>
                    <a:pt x="52498" y="1069052"/>
                  </a:lnTo>
                  <a:lnTo>
                    <a:pt x="53354" y="1223167"/>
                  </a:lnTo>
                  <a:lnTo>
                    <a:pt x="54209" y="1273842"/>
                  </a:lnTo>
                  <a:lnTo>
                    <a:pt x="55065" y="1322119"/>
                  </a:lnTo>
                  <a:lnTo>
                    <a:pt x="55920" y="1433118"/>
                  </a:lnTo>
                  <a:lnTo>
                    <a:pt x="56776" y="1449982"/>
                  </a:lnTo>
                  <a:lnTo>
                    <a:pt x="57631" y="1278158"/>
                  </a:lnTo>
                  <a:lnTo>
                    <a:pt x="58487" y="1204955"/>
                  </a:lnTo>
                  <a:lnTo>
                    <a:pt x="59342" y="1111075"/>
                  </a:lnTo>
                  <a:lnTo>
                    <a:pt x="60198" y="971494"/>
                  </a:lnTo>
                  <a:lnTo>
                    <a:pt x="61054" y="819723"/>
                  </a:lnTo>
                  <a:lnTo>
                    <a:pt x="61909" y="640208"/>
                  </a:lnTo>
                  <a:lnTo>
                    <a:pt x="62765" y="559047"/>
                  </a:lnTo>
                  <a:lnTo>
                    <a:pt x="63620" y="463141"/>
                  </a:lnTo>
                  <a:lnTo>
                    <a:pt x="64476" y="394301"/>
                  </a:lnTo>
                  <a:lnTo>
                    <a:pt x="65331" y="287919"/>
                  </a:lnTo>
                  <a:lnTo>
                    <a:pt x="66187" y="253114"/>
                  </a:lnTo>
                  <a:lnTo>
                    <a:pt x="67042" y="357184"/>
                  </a:lnTo>
                  <a:lnTo>
                    <a:pt x="67898" y="443479"/>
                  </a:lnTo>
                  <a:lnTo>
                    <a:pt x="68753" y="633435"/>
                  </a:lnTo>
                  <a:lnTo>
                    <a:pt x="69609" y="809336"/>
                  </a:lnTo>
                  <a:lnTo>
                    <a:pt x="70464" y="823166"/>
                  </a:lnTo>
                  <a:lnTo>
                    <a:pt x="71320" y="780525"/>
                  </a:lnTo>
                  <a:lnTo>
                    <a:pt x="72175" y="702262"/>
                  </a:lnTo>
                  <a:lnTo>
                    <a:pt x="73031" y="535129"/>
                  </a:lnTo>
                  <a:lnTo>
                    <a:pt x="73886" y="239059"/>
                  </a:lnTo>
                  <a:lnTo>
                    <a:pt x="74742" y="33147"/>
                  </a:lnTo>
                  <a:lnTo>
                    <a:pt x="75598" y="0"/>
                  </a:lnTo>
                  <a:lnTo>
                    <a:pt x="76453" y="135"/>
                  </a:lnTo>
                  <a:lnTo>
                    <a:pt x="77309" y="22070"/>
                  </a:lnTo>
                  <a:lnTo>
                    <a:pt x="78164" y="175866"/>
                  </a:lnTo>
                  <a:lnTo>
                    <a:pt x="79020" y="452013"/>
                  </a:lnTo>
                  <a:lnTo>
                    <a:pt x="79875" y="729807"/>
                  </a:lnTo>
                  <a:lnTo>
                    <a:pt x="80731" y="1026407"/>
                  </a:lnTo>
                  <a:lnTo>
                    <a:pt x="81586" y="1207986"/>
                  </a:lnTo>
                  <a:lnTo>
                    <a:pt x="82442" y="1272049"/>
                  </a:lnTo>
                  <a:lnTo>
                    <a:pt x="83297" y="1332940"/>
                  </a:lnTo>
                  <a:lnTo>
                    <a:pt x="84153" y="1323756"/>
                  </a:lnTo>
                  <a:lnTo>
                    <a:pt x="85008" y="1357973"/>
                  </a:lnTo>
                  <a:lnTo>
                    <a:pt x="85864" y="1448394"/>
                  </a:lnTo>
                  <a:lnTo>
                    <a:pt x="86719" y="1557223"/>
                  </a:lnTo>
                  <a:lnTo>
                    <a:pt x="87575" y="1650991"/>
                  </a:lnTo>
                  <a:lnTo>
                    <a:pt x="88430" y="1765667"/>
                  </a:lnTo>
                  <a:lnTo>
                    <a:pt x="89286" y="1883809"/>
                  </a:lnTo>
                  <a:lnTo>
                    <a:pt x="90141" y="1922748"/>
                  </a:lnTo>
                  <a:lnTo>
                    <a:pt x="90997" y="1898173"/>
                  </a:lnTo>
                  <a:lnTo>
                    <a:pt x="91853" y="1878600"/>
                  </a:lnTo>
                  <a:lnTo>
                    <a:pt x="92708" y="1862950"/>
                  </a:lnTo>
                  <a:lnTo>
                    <a:pt x="93564" y="1889059"/>
                  </a:lnTo>
                  <a:lnTo>
                    <a:pt x="94419" y="1934683"/>
                  </a:lnTo>
                  <a:lnTo>
                    <a:pt x="95275" y="1877373"/>
                  </a:lnTo>
                  <a:lnTo>
                    <a:pt x="96130" y="1798191"/>
                  </a:lnTo>
                  <a:lnTo>
                    <a:pt x="96986" y="1767552"/>
                  </a:lnTo>
                  <a:lnTo>
                    <a:pt x="97841" y="1749320"/>
                  </a:lnTo>
                  <a:lnTo>
                    <a:pt x="98697" y="1606661"/>
                  </a:lnTo>
                  <a:lnTo>
                    <a:pt x="99552" y="1499115"/>
                  </a:lnTo>
                  <a:lnTo>
                    <a:pt x="100408" y="1510141"/>
                  </a:lnTo>
                  <a:lnTo>
                    <a:pt x="101263" y="1551259"/>
                  </a:lnTo>
                  <a:lnTo>
                    <a:pt x="102119" y="1574212"/>
                  </a:lnTo>
                  <a:lnTo>
                    <a:pt x="102974" y="1610162"/>
                  </a:lnTo>
                  <a:lnTo>
                    <a:pt x="103830" y="1666351"/>
                  </a:lnTo>
                  <a:lnTo>
                    <a:pt x="104685" y="1621498"/>
                  </a:lnTo>
                  <a:lnTo>
                    <a:pt x="105541" y="1607998"/>
                  </a:lnTo>
                  <a:lnTo>
                    <a:pt x="106396" y="1615888"/>
                  </a:lnTo>
                  <a:lnTo>
                    <a:pt x="107252" y="1724085"/>
                  </a:lnTo>
                  <a:lnTo>
                    <a:pt x="108108" y="1849869"/>
                  </a:lnTo>
                  <a:lnTo>
                    <a:pt x="108963" y="1920378"/>
                  </a:lnTo>
                  <a:lnTo>
                    <a:pt x="109819" y="2027315"/>
                  </a:lnTo>
                  <a:lnTo>
                    <a:pt x="110063" y="20478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172597" y="3058413"/>
              <a:ext cx="10766" cy="204063"/>
            </a:xfrm>
            <a:custGeom>
              <a:avLst/>
              <a:pathLst>
                <a:path w="10766" h="204063">
                  <a:moveTo>
                    <a:pt x="0" y="204063"/>
                  </a:moveTo>
                  <a:lnTo>
                    <a:pt x="724" y="100826"/>
                  </a:lnTo>
                  <a:lnTo>
                    <a:pt x="1579" y="73912"/>
                  </a:lnTo>
                  <a:lnTo>
                    <a:pt x="2435" y="123333"/>
                  </a:lnTo>
                  <a:lnTo>
                    <a:pt x="3290" y="99719"/>
                  </a:lnTo>
                  <a:lnTo>
                    <a:pt x="4146" y="49856"/>
                  </a:lnTo>
                  <a:lnTo>
                    <a:pt x="5002" y="126713"/>
                  </a:lnTo>
                  <a:lnTo>
                    <a:pt x="5857" y="178797"/>
                  </a:lnTo>
                  <a:lnTo>
                    <a:pt x="6713" y="138376"/>
                  </a:lnTo>
                  <a:lnTo>
                    <a:pt x="7568" y="4434"/>
                  </a:lnTo>
                  <a:lnTo>
                    <a:pt x="8424" y="0"/>
                  </a:lnTo>
                  <a:lnTo>
                    <a:pt x="9279" y="88191"/>
                  </a:lnTo>
                  <a:lnTo>
                    <a:pt x="10135" y="172065"/>
                  </a:lnTo>
                  <a:lnTo>
                    <a:pt x="10766" y="2040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187718" y="3144495"/>
              <a:ext cx="2965" cy="117981"/>
            </a:xfrm>
            <a:custGeom>
              <a:avLst/>
              <a:pathLst>
                <a:path w="2965" h="117981">
                  <a:moveTo>
                    <a:pt x="0" y="117981"/>
                  </a:moveTo>
                  <a:lnTo>
                    <a:pt x="147" y="101797"/>
                  </a:lnTo>
                  <a:lnTo>
                    <a:pt x="1003" y="0"/>
                  </a:lnTo>
                  <a:lnTo>
                    <a:pt x="1858" y="27853"/>
                  </a:lnTo>
                  <a:lnTo>
                    <a:pt x="2714" y="99434"/>
                  </a:lnTo>
                  <a:lnTo>
                    <a:pt x="2965" y="1179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192016" y="2956925"/>
              <a:ext cx="6574" cy="305551"/>
            </a:xfrm>
            <a:custGeom>
              <a:avLst/>
              <a:pathLst>
                <a:path w="6574" h="305551">
                  <a:moveTo>
                    <a:pt x="0" y="305551"/>
                  </a:moveTo>
                  <a:lnTo>
                    <a:pt x="127" y="297730"/>
                  </a:lnTo>
                  <a:lnTo>
                    <a:pt x="982" y="142901"/>
                  </a:lnTo>
                  <a:lnTo>
                    <a:pt x="1838" y="146716"/>
                  </a:lnTo>
                  <a:lnTo>
                    <a:pt x="2693" y="106616"/>
                  </a:lnTo>
                  <a:lnTo>
                    <a:pt x="3549" y="43311"/>
                  </a:lnTo>
                  <a:lnTo>
                    <a:pt x="4404" y="0"/>
                  </a:lnTo>
                  <a:lnTo>
                    <a:pt x="5260" y="46366"/>
                  </a:lnTo>
                  <a:lnTo>
                    <a:pt x="6115" y="206769"/>
                  </a:lnTo>
                  <a:lnTo>
                    <a:pt x="6574" y="3055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211304" y="3068455"/>
              <a:ext cx="5010" cy="194021"/>
            </a:xfrm>
            <a:custGeom>
              <a:avLst/>
              <a:pathLst>
                <a:path w="5010" h="194021">
                  <a:moveTo>
                    <a:pt x="0" y="194021"/>
                  </a:moveTo>
                  <a:lnTo>
                    <a:pt x="516" y="104746"/>
                  </a:lnTo>
                  <a:lnTo>
                    <a:pt x="1372" y="17356"/>
                  </a:lnTo>
                  <a:lnTo>
                    <a:pt x="2227" y="0"/>
                  </a:lnTo>
                  <a:lnTo>
                    <a:pt x="3083" y="41407"/>
                  </a:lnTo>
                  <a:lnTo>
                    <a:pt x="3939" y="104464"/>
                  </a:lnTo>
                  <a:lnTo>
                    <a:pt x="4794" y="180428"/>
                  </a:lnTo>
                  <a:lnTo>
                    <a:pt x="5010" y="1940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227436" y="3127471"/>
              <a:ext cx="3217" cy="135005"/>
            </a:xfrm>
            <a:custGeom>
              <a:avLst/>
              <a:pathLst>
                <a:path w="3217" h="135005">
                  <a:moveTo>
                    <a:pt x="0" y="135005"/>
                  </a:moveTo>
                  <a:lnTo>
                    <a:pt x="639" y="50173"/>
                  </a:lnTo>
                  <a:lnTo>
                    <a:pt x="1494" y="0"/>
                  </a:lnTo>
                  <a:lnTo>
                    <a:pt x="2350" y="40966"/>
                  </a:lnTo>
                  <a:lnTo>
                    <a:pt x="3205" y="132951"/>
                  </a:lnTo>
                  <a:lnTo>
                    <a:pt x="3217" y="135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236758" y="3139210"/>
              <a:ext cx="3942" cy="123266"/>
            </a:xfrm>
            <a:custGeom>
              <a:avLst/>
              <a:pathLst>
                <a:path w="3942" h="123266">
                  <a:moveTo>
                    <a:pt x="0" y="123266"/>
                  </a:moveTo>
                  <a:lnTo>
                    <a:pt x="728" y="0"/>
                  </a:lnTo>
                  <a:lnTo>
                    <a:pt x="1584" y="407"/>
                  </a:lnTo>
                  <a:lnTo>
                    <a:pt x="2439" y="48821"/>
                  </a:lnTo>
                  <a:lnTo>
                    <a:pt x="3295" y="45549"/>
                  </a:lnTo>
                  <a:lnTo>
                    <a:pt x="3942" y="1232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244149" y="3128364"/>
              <a:ext cx="6232" cy="134112"/>
            </a:xfrm>
            <a:custGeom>
              <a:avLst/>
              <a:pathLst>
                <a:path w="6232" h="134112">
                  <a:moveTo>
                    <a:pt x="0" y="134112"/>
                  </a:moveTo>
                  <a:lnTo>
                    <a:pt x="181" y="113031"/>
                  </a:lnTo>
                  <a:lnTo>
                    <a:pt x="1037" y="119379"/>
                  </a:lnTo>
                  <a:lnTo>
                    <a:pt x="1892" y="63114"/>
                  </a:lnTo>
                  <a:lnTo>
                    <a:pt x="2748" y="14355"/>
                  </a:lnTo>
                  <a:lnTo>
                    <a:pt x="3603" y="0"/>
                  </a:lnTo>
                  <a:lnTo>
                    <a:pt x="4459" y="33944"/>
                  </a:lnTo>
                  <a:lnTo>
                    <a:pt x="5314" y="79468"/>
                  </a:lnTo>
                  <a:lnTo>
                    <a:pt x="6170" y="130987"/>
                  </a:lnTo>
                  <a:lnTo>
                    <a:pt x="6232" y="1341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252327" y="2997892"/>
              <a:ext cx="7251" cy="264584"/>
            </a:xfrm>
            <a:custGeom>
              <a:avLst/>
              <a:pathLst>
                <a:path w="7251" h="264584">
                  <a:moveTo>
                    <a:pt x="0" y="264584"/>
                  </a:moveTo>
                  <a:lnTo>
                    <a:pt x="559" y="227866"/>
                  </a:lnTo>
                  <a:lnTo>
                    <a:pt x="1414" y="211619"/>
                  </a:lnTo>
                  <a:lnTo>
                    <a:pt x="2270" y="176053"/>
                  </a:lnTo>
                  <a:lnTo>
                    <a:pt x="3125" y="108099"/>
                  </a:lnTo>
                  <a:lnTo>
                    <a:pt x="3981" y="15871"/>
                  </a:lnTo>
                  <a:lnTo>
                    <a:pt x="4836" y="0"/>
                  </a:lnTo>
                  <a:lnTo>
                    <a:pt x="5692" y="53420"/>
                  </a:lnTo>
                  <a:lnTo>
                    <a:pt x="6547" y="148381"/>
                  </a:lnTo>
                  <a:lnTo>
                    <a:pt x="7251" y="2645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267308" y="3092192"/>
              <a:ext cx="4072" cy="170285"/>
            </a:xfrm>
            <a:custGeom>
              <a:avLst/>
              <a:pathLst>
                <a:path w="4072" h="170285">
                  <a:moveTo>
                    <a:pt x="0" y="170285"/>
                  </a:moveTo>
                  <a:lnTo>
                    <a:pt x="121" y="153030"/>
                  </a:lnTo>
                  <a:lnTo>
                    <a:pt x="977" y="27803"/>
                  </a:lnTo>
                  <a:lnTo>
                    <a:pt x="1833" y="14841"/>
                  </a:lnTo>
                  <a:lnTo>
                    <a:pt x="2688" y="0"/>
                  </a:lnTo>
                  <a:lnTo>
                    <a:pt x="3544" y="51446"/>
                  </a:lnTo>
                  <a:lnTo>
                    <a:pt x="4072" y="1702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290826" y="3080916"/>
              <a:ext cx="5493" cy="181560"/>
            </a:xfrm>
            <a:custGeom>
              <a:avLst/>
              <a:pathLst>
                <a:path w="5493" h="181560">
                  <a:moveTo>
                    <a:pt x="0" y="181560"/>
                  </a:moveTo>
                  <a:lnTo>
                    <a:pt x="558" y="57859"/>
                  </a:lnTo>
                  <a:lnTo>
                    <a:pt x="1413" y="0"/>
                  </a:lnTo>
                  <a:lnTo>
                    <a:pt x="2269" y="8580"/>
                  </a:lnTo>
                  <a:lnTo>
                    <a:pt x="3125" y="49283"/>
                  </a:lnTo>
                  <a:lnTo>
                    <a:pt x="3980" y="73576"/>
                  </a:lnTo>
                  <a:lnTo>
                    <a:pt x="4836" y="96028"/>
                  </a:lnTo>
                  <a:lnTo>
                    <a:pt x="5493" y="1815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310383" y="3037997"/>
              <a:ext cx="12282" cy="224479"/>
            </a:xfrm>
            <a:custGeom>
              <a:avLst/>
              <a:pathLst>
                <a:path w="12282" h="224479">
                  <a:moveTo>
                    <a:pt x="0" y="224479"/>
                  </a:moveTo>
                  <a:lnTo>
                    <a:pt x="678" y="161620"/>
                  </a:lnTo>
                  <a:lnTo>
                    <a:pt x="1533" y="122362"/>
                  </a:lnTo>
                  <a:lnTo>
                    <a:pt x="2389" y="32391"/>
                  </a:lnTo>
                  <a:lnTo>
                    <a:pt x="3244" y="0"/>
                  </a:lnTo>
                  <a:lnTo>
                    <a:pt x="4100" y="16682"/>
                  </a:lnTo>
                  <a:lnTo>
                    <a:pt x="4955" y="29860"/>
                  </a:lnTo>
                  <a:lnTo>
                    <a:pt x="5811" y="73782"/>
                  </a:lnTo>
                  <a:lnTo>
                    <a:pt x="6667" y="92444"/>
                  </a:lnTo>
                  <a:lnTo>
                    <a:pt x="7522" y="131289"/>
                  </a:lnTo>
                  <a:lnTo>
                    <a:pt x="8378" y="120394"/>
                  </a:lnTo>
                  <a:lnTo>
                    <a:pt x="9233" y="97102"/>
                  </a:lnTo>
                  <a:lnTo>
                    <a:pt x="10089" y="110682"/>
                  </a:lnTo>
                  <a:lnTo>
                    <a:pt x="10944" y="155113"/>
                  </a:lnTo>
                  <a:lnTo>
                    <a:pt x="11800" y="196585"/>
                  </a:lnTo>
                  <a:lnTo>
                    <a:pt x="12282" y="2244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330666" y="3155861"/>
              <a:ext cx="4816" cy="106615"/>
            </a:xfrm>
            <a:custGeom>
              <a:avLst/>
              <a:pathLst>
                <a:path w="4816" h="106615">
                  <a:moveTo>
                    <a:pt x="0" y="106615"/>
                  </a:moveTo>
                  <a:lnTo>
                    <a:pt x="72" y="99293"/>
                  </a:lnTo>
                  <a:lnTo>
                    <a:pt x="928" y="86862"/>
                  </a:lnTo>
                  <a:lnTo>
                    <a:pt x="1783" y="50520"/>
                  </a:lnTo>
                  <a:lnTo>
                    <a:pt x="2639" y="2692"/>
                  </a:lnTo>
                  <a:lnTo>
                    <a:pt x="3494" y="0"/>
                  </a:lnTo>
                  <a:lnTo>
                    <a:pt x="4350" y="72589"/>
                  </a:lnTo>
                  <a:lnTo>
                    <a:pt x="4816" y="1066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339067" y="3176171"/>
              <a:ext cx="4087" cy="86305"/>
            </a:xfrm>
            <a:custGeom>
              <a:avLst/>
              <a:pathLst>
                <a:path w="4087" h="86305">
                  <a:moveTo>
                    <a:pt x="0" y="86305"/>
                  </a:moveTo>
                  <a:lnTo>
                    <a:pt x="226" y="75190"/>
                  </a:lnTo>
                  <a:lnTo>
                    <a:pt x="1082" y="57332"/>
                  </a:lnTo>
                  <a:lnTo>
                    <a:pt x="1937" y="3157"/>
                  </a:lnTo>
                  <a:lnTo>
                    <a:pt x="2793" y="0"/>
                  </a:lnTo>
                  <a:lnTo>
                    <a:pt x="3648" y="31301"/>
                  </a:lnTo>
                  <a:lnTo>
                    <a:pt x="4087" y="863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347251" y="3085079"/>
              <a:ext cx="9506" cy="177397"/>
            </a:xfrm>
            <a:custGeom>
              <a:avLst/>
              <a:pathLst>
                <a:path w="9506" h="177397">
                  <a:moveTo>
                    <a:pt x="0" y="177397"/>
                  </a:moveTo>
                  <a:lnTo>
                    <a:pt x="598" y="152696"/>
                  </a:lnTo>
                  <a:lnTo>
                    <a:pt x="1453" y="76272"/>
                  </a:lnTo>
                  <a:lnTo>
                    <a:pt x="2309" y="32308"/>
                  </a:lnTo>
                  <a:lnTo>
                    <a:pt x="3164" y="36882"/>
                  </a:lnTo>
                  <a:lnTo>
                    <a:pt x="4020" y="80025"/>
                  </a:lnTo>
                  <a:lnTo>
                    <a:pt x="4876" y="94726"/>
                  </a:lnTo>
                  <a:lnTo>
                    <a:pt x="5731" y="85960"/>
                  </a:lnTo>
                  <a:lnTo>
                    <a:pt x="6587" y="5200"/>
                  </a:lnTo>
                  <a:lnTo>
                    <a:pt x="7442" y="0"/>
                  </a:lnTo>
                  <a:lnTo>
                    <a:pt x="8298" y="75463"/>
                  </a:lnTo>
                  <a:lnTo>
                    <a:pt x="9153" y="146915"/>
                  </a:lnTo>
                  <a:lnTo>
                    <a:pt x="9506" y="1773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371286" y="2827870"/>
              <a:ext cx="6811" cy="434606"/>
            </a:xfrm>
            <a:custGeom>
              <a:avLst/>
              <a:pathLst>
                <a:path w="6811" h="434606">
                  <a:moveTo>
                    <a:pt x="0" y="434606"/>
                  </a:moveTo>
                  <a:lnTo>
                    <a:pt x="517" y="373984"/>
                  </a:lnTo>
                  <a:lnTo>
                    <a:pt x="1373" y="264548"/>
                  </a:lnTo>
                  <a:lnTo>
                    <a:pt x="2229" y="145121"/>
                  </a:lnTo>
                  <a:lnTo>
                    <a:pt x="3084" y="11567"/>
                  </a:lnTo>
                  <a:lnTo>
                    <a:pt x="3940" y="0"/>
                  </a:lnTo>
                  <a:lnTo>
                    <a:pt x="4795" y="130028"/>
                  </a:lnTo>
                  <a:lnTo>
                    <a:pt x="5651" y="202674"/>
                  </a:lnTo>
                  <a:lnTo>
                    <a:pt x="6506" y="361451"/>
                  </a:lnTo>
                  <a:lnTo>
                    <a:pt x="6811" y="4346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388955" y="3146419"/>
              <a:ext cx="3938" cy="116057"/>
            </a:xfrm>
            <a:custGeom>
              <a:avLst/>
              <a:pathLst>
                <a:path w="3938" h="116057">
                  <a:moveTo>
                    <a:pt x="0" y="116057"/>
                  </a:moveTo>
                  <a:lnTo>
                    <a:pt x="815" y="68486"/>
                  </a:lnTo>
                  <a:lnTo>
                    <a:pt x="1670" y="31451"/>
                  </a:lnTo>
                  <a:lnTo>
                    <a:pt x="2526" y="0"/>
                  </a:lnTo>
                  <a:lnTo>
                    <a:pt x="3382" y="54625"/>
                  </a:lnTo>
                  <a:lnTo>
                    <a:pt x="3938" y="1160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397099" y="3214900"/>
              <a:ext cx="2469" cy="47577"/>
            </a:xfrm>
            <a:custGeom>
              <a:avLst/>
              <a:pathLst>
                <a:path w="2469" h="47577">
                  <a:moveTo>
                    <a:pt x="0" y="47577"/>
                  </a:moveTo>
                  <a:lnTo>
                    <a:pt x="370" y="32523"/>
                  </a:lnTo>
                  <a:lnTo>
                    <a:pt x="1226" y="4124"/>
                  </a:lnTo>
                  <a:lnTo>
                    <a:pt x="2081" y="0"/>
                  </a:lnTo>
                  <a:lnTo>
                    <a:pt x="2469" y="475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405054" y="3194654"/>
              <a:ext cx="2332" cy="67822"/>
            </a:xfrm>
            <a:custGeom>
              <a:avLst/>
              <a:pathLst>
                <a:path w="2332" h="67822">
                  <a:moveTo>
                    <a:pt x="0" y="67822"/>
                  </a:moveTo>
                  <a:lnTo>
                    <a:pt x="115" y="55979"/>
                  </a:lnTo>
                  <a:lnTo>
                    <a:pt x="970" y="0"/>
                  </a:lnTo>
                  <a:lnTo>
                    <a:pt x="1826" y="64532"/>
                  </a:lnTo>
                  <a:lnTo>
                    <a:pt x="2332" y="678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415614" y="3226398"/>
              <a:ext cx="1300" cy="36079"/>
            </a:xfrm>
            <a:custGeom>
              <a:avLst/>
              <a:pathLst>
                <a:path w="1300" h="36079">
                  <a:moveTo>
                    <a:pt x="0" y="36079"/>
                  </a:moveTo>
                  <a:lnTo>
                    <a:pt x="677" y="0"/>
                  </a:lnTo>
                  <a:lnTo>
                    <a:pt x="1300" y="360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436419" y="3168901"/>
              <a:ext cx="13144" cy="93575"/>
            </a:xfrm>
            <a:custGeom>
              <a:avLst/>
              <a:pathLst>
                <a:path w="13144" h="93575">
                  <a:moveTo>
                    <a:pt x="0" y="93575"/>
                  </a:moveTo>
                  <a:lnTo>
                    <a:pt x="404" y="60619"/>
                  </a:lnTo>
                  <a:lnTo>
                    <a:pt x="1260" y="50944"/>
                  </a:lnTo>
                  <a:lnTo>
                    <a:pt x="2116" y="20675"/>
                  </a:lnTo>
                  <a:lnTo>
                    <a:pt x="2971" y="1961"/>
                  </a:lnTo>
                  <a:lnTo>
                    <a:pt x="3827" y="14932"/>
                  </a:lnTo>
                  <a:lnTo>
                    <a:pt x="4682" y="0"/>
                  </a:lnTo>
                  <a:lnTo>
                    <a:pt x="5538" y="13921"/>
                  </a:lnTo>
                  <a:lnTo>
                    <a:pt x="6393" y="18135"/>
                  </a:lnTo>
                  <a:lnTo>
                    <a:pt x="7249" y="26549"/>
                  </a:lnTo>
                  <a:lnTo>
                    <a:pt x="8104" y="50090"/>
                  </a:lnTo>
                  <a:lnTo>
                    <a:pt x="8960" y="16694"/>
                  </a:lnTo>
                  <a:lnTo>
                    <a:pt x="9815" y="21971"/>
                  </a:lnTo>
                  <a:lnTo>
                    <a:pt x="10671" y="55014"/>
                  </a:lnTo>
                  <a:lnTo>
                    <a:pt x="11526" y="53261"/>
                  </a:lnTo>
                  <a:lnTo>
                    <a:pt x="12382" y="77187"/>
                  </a:lnTo>
                  <a:lnTo>
                    <a:pt x="13144" y="935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454680" y="3139743"/>
              <a:ext cx="6654" cy="122734"/>
            </a:xfrm>
            <a:custGeom>
              <a:avLst/>
              <a:pathLst>
                <a:path w="6654" h="122734">
                  <a:moveTo>
                    <a:pt x="0" y="122734"/>
                  </a:moveTo>
                  <a:lnTo>
                    <a:pt x="110" y="121277"/>
                  </a:lnTo>
                  <a:lnTo>
                    <a:pt x="965" y="91173"/>
                  </a:lnTo>
                  <a:lnTo>
                    <a:pt x="1821" y="50169"/>
                  </a:lnTo>
                  <a:lnTo>
                    <a:pt x="2676" y="67872"/>
                  </a:lnTo>
                  <a:lnTo>
                    <a:pt x="3532" y="82055"/>
                  </a:lnTo>
                  <a:lnTo>
                    <a:pt x="4387" y="1545"/>
                  </a:lnTo>
                  <a:lnTo>
                    <a:pt x="5243" y="0"/>
                  </a:lnTo>
                  <a:lnTo>
                    <a:pt x="6098" y="66965"/>
                  </a:lnTo>
                  <a:lnTo>
                    <a:pt x="6654" y="1227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463285" y="3184600"/>
              <a:ext cx="6157" cy="77876"/>
            </a:xfrm>
            <a:custGeom>
              <a:avLst/>
              <a:pathLst>
                <a:path w="6157" h="77876">
                  <a:moveTo>
                    <a:pt x="0" y="77876"/>
                  </a:moveTo>
                  <a:lnTo>
                    <a:pt x="60" y="73628"/>
                  </a:lnTo>
                  <a:lnTo>
                    <a:pt x="916" y="75741"/>
                  </a:lnTo>
                  <a:lnTo>
                    <a:pt x="1771" y="60848"/>
                  </a:lnTo>
                  <a:lnTo>
                    <a:pt x="2627" y="33187"/>
                  </a:lnTo>
                  <a:lnTo>
                    <a:pt x="3482" y="0"/>
                  </a:lnTo>
                  <a:lnTo>
                    <a:pt x="4338" y="381"/>
                  </a:lnTo>
                  <a:lnTo>
                    <a:pt x="5193" y="34813"/>
                  </a:lnTo>
                  <a:lnTo>
                    <a:pt x="6049" y="69319"/>
                  </a:lnTo>
                  <a:lnTo>
                    <a:pt x="6157" y="778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474548" y="3092680"/>
              <a:ext cx="7487" cy="169796"/>
            </a:xfrm>
            <a:custGeom>
              <a:avLst/>
              <a:pathLst>
                <a:path w="7487" h="169796">
                  <a:moveTo>
                    <a:pt x="0" y="169796"/>
                  </a:moveTo>
                  <a:lnTo>
                    <a:pt x="774" y="89211"/>
                  </a:lnTo>
                  <a:lnTo>
                    <a:pt x="1630" y="73941"/>
                  </a:lnTo>
                  <a:lnTo>
                    <a:pt x="2485" y="41132"/>
                  </a:lnTo>
                  <a:lnTo>
                    <a:pt x="3341" y="0"/>
                  </a:lnTo>
                  <a:lnTo>
                    <a:pt x="4196" y="3623"/>
                  </a:lnTo>
                  <a:lnTo>
                    <a:pt x="5052" y="55774"/>
                  </a:lnTo>
                  <a:lnTo>
                    <a:pt x="5907" y="123251"/>
                  </a:lnTo>
                  <a:lnTo>
                    <a:pt x="6763" y="125722"/>
                  </a:lnTo>
                  <a:lnTo>
                    <a:pt x="7487" y="1697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485337" y="3246909"/>
              <a:ext cx="1052" cy="15567"/>
            </a:xfrm>
            <a:custGeom>
              <a:avLst/>
              <a:pathLst>
                <a:path w="1052" h="15567">
                  <a:moveTo>
                    <a:pt x="0" y="15567"/>
                  </a:moveTo>
                  <a:lnTo>
                    <a:pt x="252" y="0"/>
                  </a:lnTo>
                  <a:lnTo>
                    <a:pt x="1052" y="155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493047" y="3213909"/>
              <a:ext cx="1866" cy="48567"/>
            </a:xfrm>
            <a:custGeom>
              <a:avLst/>
              <a:pathLst>
                <a:path w="1866" h="48567">
                  <a:moveTo>
                    <a:pt x="0" y="48567"/>
                  </a:moveTo>
                  <a:lnTo>
                    <a:pt x="242" y="25307"/>
                  </a:lnTo>
                  <a:lnTo>
                    <a:pt x="1097" y="0"/>
                  </a:lnTo>
                  <a:lnTo>
                    <a:pt x="1866" y="485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495989" y="2994364"/>
              <a:ext cx="7356" cy="268113"/>
            </a:xfrm>
            <a:custGeom>
              <a:avLst/>
              <a:pathLst>
                <a:path w="7356" h="268113">
                  <a:moveTo>
                    <a:pt x="0" y="268113"/>
                  </a:moveTo>
                  <a:lnTo>
                    <a:pt x="721" y="170216"/>
                  </a:lnTo>
                  <a:lnTo>
                    <a:pt x="1577" y="74353"/>
                  </a:lnTo>
                  <a:lnTo>
                    <a:pt x="2432" y="0"/>
                  </a:lnTo>
                  <a:lnTo>
                    <a:pt x="3288" y="20873"/>
                  </a:lnTo>
                  <a:lnTo>
                    <a:pt x="4143" y="26530"/>
                  </a:lnTo>
                  <a:lnTo>
                    <a:pt x="4999" y="51689"/>
                  </a:lnTo>
                  <a:lnTo>
                    <a:pt x="5855" y="129915"/>
                  </a:lnTo>
                  <a:lnTo>
                    <a:pt x="6710" y="211953"/>
                  </a:lnTo>
                  <a:lnTo>
                    <a:pt x="7356" y="2681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504301" y="3172264"/>
              <a:ext cx="5569" cy="90212"/>
            </a:xfrm>
            <a:custGeom>
              <a:avLst/>
              <a:pathLst>
                <a:path w="5569" h="90212">
                  <a:moveTo>
                    <a:pt x="0" y="90212"/>
                  </a:moveTo>
                  <a:lnTo>
                    <a:pt x="109" y="87535"/>
                  </a:lnTo>
                  <a:lnTo>
                    <a:pt x="965" y="53185"/>
                  </a:lnTo>
                  <a:lnTo>
                    <a:pt x="1820" y="0"/>
                  </a:lnTo>
                  <a:lnTo>
                    <a:pt x="2676" y="14788"/>
                  </a:lnTo>
                  <a:lnTo>
                    <a:pt x="3531" y="41748"/>
                  </a:lnTo>
                  <a:lnTo>
                    <a:pt x="4387" y="53225"/>
                  </a:lnTo>
                  <a:lnTo>
                    <a:pt x="5242" y="86621"/>
                  </a:lnTo>
                  <a:lnTo>
                    <a:pt x="5569" y="902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513189" y="3184506"/>
              <a:ext cx="5649" cy="77970"/>
            </a:xfrm>
            <a:custGeom>
              <a:avLst/>
              <a:pathLst>
                <a:path w="5649" h="77970">
                  <a:moveTo>
                    <a:pt x="0" y="77970"/>
                  </a:moveTo>
                  <a:lnTo>
                    <a:pt x="632" y="37266"/>
                  </a:lnTo>
                  <a:lnTo>
                    <a:pt x="1487" y="28767"/>
                  </a:lnTo>
                  <a:lnTo>
                    <a:pt x="2343" y="39373"/>
                  </a:lnTo>
                  <a:lnTo>
                    <a:pt x="3198" y="21357"/>
                  </a:lnTo>
                  <a:lnTo>
                    <a:pt x="4054" y="6193"/>
                  </a:lnTo>
                  <a:lnTo>
                    <a:pt x="4909" y="0"/>
                  </a:lnTo>
                  <a:lnTo>
                    <a:pt x="5649" y="779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522145" y="3260233"/>
              <a:ext cx="283" cy="2243"/>
            </a:xfrm>
            <a:custGeom>
              <a:avLst/>
              <a:pathLst>
                <a:path w="283" h="2243">
                  <a:moveTo>
                    <a:pt x="0" y="2243"/>
                  </a:moveTo>
                  <a:lnTo>
                    <a:pt x="231" y="0"/>
                  </a:lnTo>
                  <a:lnTo>
                    <a:pt x="283" y="22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523872" y="3208967"/>
              <a:ext cx="2959" cy="53510"/>
            </a:xfrm>
            <a:custGeom>
              <a:avLst/>
              <a:pathLst>
                <a:path w="2959" h="53510">
                  <a:moveTo>
                    <a:pt x="0" y="53510"/>
                  </a:moveTo>
                  <a:lnTo>
                    <a:pt x="215" y="41742"/>
                  </a:lnTo>
                  <a:lnTo>
                    <a:pt x="1071" y="15247"/>
                  </a:lnTo>
                  <a:lnTo>
                    <a:pt x="1926" y="0"/>
                  </a:lnTo>
                  <a:lnTo>
                    <a:pt x="2782" y="33995"/>
                  </a:lnTo>
                  <a:lnTo>
                    <a:pt x="2959" y="535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535118" y="3182175"/>
              <a:ext cx="4252" cy="80301"/>
            </a:xfrm>
            <a:custGeom>
              <a:avLst/>
              <a:pathLst>
                <a:path w="4252" h="80301">
                  <a:moveTo>
                    <a:pt x="0" y="80301"/>
                  </a:moveTo>
                  <a:lnTo>
                    <a:pt x="91" y="65990"/>
                  </a:lnTo>
                  <a:lnTo>
                    <a:pt x="947" y="0"/>
                  </a:lnTo>
                  <a:lnTo>
                    <a:pt x="1802" y="26172"/>
                  </a:lnTo>
                  <a:lnTo>
                    <a:pt x="2658" y="27397"/>
                  </a:lnTo>
                  <a:lnTo>
                    <a:pt x="3513" y="31687"/>
                  </a:lnTo>
                  <a:lnTo>
                    <a:pt x="4252" y="803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540694" y="3122854"/>
              <a:ext cx="7967" cy="139622"/>
            </a:xfrm>
            <a:custGeom>
              <a:avLst/>
              <a:pathLst>
                <a:path w="7967" h="139622">
                  <a:moveTo>
                    <a:pt x="0" y="139622"/>
                  </a:moveTo>
                  <a:lnTo>
                    <a:pt x="504" y="116727"/>
                  </a:lnTo>
                  <a:lnTo>
                    <a:pt x="1360" y="97750"/>
                  </a:lnTo>
                  <a:lnTo>
                    <a:pt x="2215" y="16471"/>
                  </a:lnTo>
                  <a:lnTo>
                    <a:pt x="3071" y="0"/>
                  </a:lnTo>
                  <a:lnTo>
                    <a:pt x="3926" y="50657"/>
                  </a:lnTo>
                  <a:lnTo>
                    <a:pt x="4782" y="41557"/>
                  </a:lnTo>
                  <a:lnTo>
                    <a:pt x="5637" y="57652"/>
                  </a:lnTo>
                  <a:lnTo>
                    <a:pt x="6493" y="47225"/>
                  </a:lnTo>
                  <a:lnTo>
                    <a:pt x="7348" y="103158"/>
                  </a:lnTo>
                  <a:lnTo>
                    <a:pt x="7967" y="1396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549643" y="3260410"/>
              <a:ext cx="154" cy="2066"/>
            </a:xfrm>
            <a:custGeom>
              <a:avLst/>
              <a:pathLst>
                <a:path w="154" h="2066">
                  <a:moveTo>
                    <a:pt x="0" y="2066"/>
                  </a:moveTo>
                  <a:lnTo>
                    <a:pt x="110" y="0"/>
                  </a:lnTo>
                  <a:lnTo>
                    <a:pt x="154" y="20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553915" y="3040318"/>
              <a:ext cx="4764" cy="222158"/>
            </a:xfrm>
            <a:custGeom>
              <a:avLst/>
              <a:pathLst>
                <a:path w="4764" h="222158">
                  <a:moveTo>
                    <a:pt x="0" y="222158"/>
                  </a:moveTo>
                  <a:lnTo>
                    <a:pt x="116" y="209254"/>
                  </a:lnTo>
                  <a:lnTo>
                    <a:pt x="971" y="123822"/>
                  </a:lnTo>
                  <a:lnTo>
                    <a:pt x="1827" y="36458"/>
                  </a:lnTo>
                  <a:lnTo>
                    <a:pt x="2682" y="0"/>
                  </a:lnTo>
                  <a:lnTo>
                    <a:pt x="3538" y="89058"/>
                  </a:lnTo>
                  <a:lnTo>
                    <a:pt x="4393" y="171201"/>
                  </a:lnTo>
                  <a:lnTo>
                    <a:pt x="4764" y="2221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565133" y="3223879"/>
              <a:ext cx="2569" cy="38598"/>
            </a:xfrm>
            <a:custGeom>
              <a:avLst/>
              <a:pathLst>
                <a:path w="2569" h="38598">
                  <a:moveTo>
                    <a:pt x="0" y="38598"/>
                  </a:moveTo>
                  <a:lnTo>
                    <a:pt x="19" y="37557"/>
                  </a:lnTo>
                  <a:lnTo>
                    <a:pt x="875" y="0"/>
                  </a:lnTo>
                  <a:lnTo>
                    <a:pt x="1731" y="33395"/>
                  </a:lnTo>
                  <a:lnTo>
                    <a:pt x="2569" y="385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570292" y="3207833"/>
              <a:ext cx="3793" cy="54644"/>
            </a:xfrm>
            <a:custGeom>
              <a:avLst/>
              <a:pathLst>
                <a:path w="3793" h="54644">
                  <a:moveTo>
                    <a:pt x="0" y="54644"/>
                  </a:moveTo>
                  <a:lnTo>
                    <a:pt x="849" y="38707"/>
                  </a:lnTo>
                  <a:lnTo>
                    <a:pt x="1705" y="5310"/>
                  </a:lnTo>
                  <a:lnTo>
                    <a:pt x="2560" y="0"/>
                  </a:lnTo>
                  <a:lnTo>
                    <a:pt x="3416" y="33657"/>
                  </a:lnTo>
                  <a:lnTo>
                    <a:pt x="3793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580787" y="3036965"/>
              <a:ext cx="10529" cy="225511"/>
            </a:xfrm>
            <a:custGeom>
              <a:avLst/>
              <a:pathLst>
                <a:path w="10529" h="225511">
                  <a:moveTo>
                    <a:pt x="0" y="225511"/>
                  </a:moveTo>
                  <a:lnTo>
                    <a:pt x="620" y="192436"/>
                  </a:lnTo>
                  <a:lnTo>
                    <a:pt x="1476" y="141959"/>
                  </a:lnTo>
                  <a:lnTo>
                    <a:pt x="2331" y="120001"/>
                  </a:lnTo>
                  <a:lnTo>
                    <a:pt x="3187" y="43586"/>
                  </a:lnTo>
                  <a:lnTo>
                    <a:pt x="4042" y="13441"/>
                  </a:lnTo>
                  <a:lnTo>
                    <a:pt x="4898" y="54089"/>
                  </a:lnTo>
                  <a:lnTo>
                    <a:pt x="5754" y="54080"/>
                  </a:lnTo>
                  <a:lnTo>
                    <a:pt x="6609" y="9335"/>
                  </a:lnTo>
                  <a:lnTo>
                    <a:pt x="7465" y="0"/>
                  </a:lnTo>
                  <a:lnTo>
                    <a:pt x="8320" y="61167"/>
                  </a:lnTo>
                  <a:lnTo>
                    <a:pt x="9176" y="157671"/>
                  </a:lnTo>
                  <a:lnTo>
                    <a:pt x="10031" y="188796"/>
                  </a:lnTo>
                  <a:lnTo>
                    <a:pt x="10529" y="2255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593974" y="3188211"/>
              <a:ext cx="4364" cy="74265"/>
            </a:xfrm>
            <a:custGeom>
              <a:avLst/>
              <a:pathLst>
                <a:path w="4364" h="74265">
                  <a:moveTo>
                    <a:pt x="0" y="74265"/>
                  </a:moveTo>
                  <a:lnTo>
                    <a:pt x="266" y="52948"/>
                  </a:lnTo>
                  <a:lnTo>
                    <a:pt x="1122" y="28951"/>
                  </a:lnTo>
                  <a:lnTo>
                    <a:pt x="1977" y="23204"/>
                  </a:lnTo>
                  <a:lnTo>
                    <a:pt x="2833" y="9764"/>
                  </a:lnTo>
                  <a:lnTo>
                    <a:pt x="3688" y="0"/>
                  </a:lnTo>
                  <a:lnTo>
                    <a:pt x="4364" y="742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601548" y="2996190"/>
              <a:ext cx="11925" cy="266286"/>
            </a:xfrm>
            <a:custGeom>
              <a:avLst/>
              <a:pathLst>
                <a:path w="11925" h="266286">
                  <a:moveTo>
                    <a:pt x="0" y="266286"/>
                  </a:moveTo>
                  <a:lnTo>
                    <a:pt x="392" y="217530"/>
                  </a:lnTo>
                  <a:lnTo>
                    <a:pt x="1248" y="184496"/>
                  </a:lnTo>
                  <a:lnTo>
                    <a:pt x="2103" y="155247"/>
                  </a:lnTo>
                  <a:lnTo>
                    <a:pt x="2959" y="127704"/>
                  </a:lnTo>
                  <a:lnTo>
                    <a:pt x="3814" y="116397"/>
                  </a:lnTo>
                  <a:lnTo>
                    <a:pt x="4670" y="143671"/>
                  </a:lnTo>
                  <a:lnTo>
                    <a:pt x="5525" y="210418"/>
                  </a:lnTo>
                  <a:lnTo>
                    <a:pt x="6381" y="204663"/>
                  </a:lnTo>
                  <a:lnTo>
                    <a:pt x="7236" y="130587"/>
                  </a:lnTo>
                  <a:lnTo>
                    <a:pt x="8092" y="47971"/>
                  </a:lnTo>
                  <a:lnTo>
                    <a:pt x="8947" y="21484"/>
                  </a:lnTo>
                  <a:lnTo>
                    <a:pt x="9803" y="0"/>
                  </a:lnTo>
                  <a:lnTo>
                    <a:pt x="10658" y="30547"/>
                  </a:lnTo>
                  <a:lnTo>
                    <a:pt x="11514" y="184813"/>
                  </a:lnTo>
                  <a:lnTo>
                    <a:pt x="11925" y="2662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617684" y="3088514"/>
              <a:ext cx="4172" cy="173963"/>
            </a:xfrm>
            <a:custGeom>
              <a:avLst/>
              <a:pathLst>
                <a:path w="4172" h="173963">
                  <a:moveTo>
                    <a:pt x="0" y="173963"/>
                  </a:moveTo>
                  <a:lnTo>
                    <a:pt x="511" y="106214"/>
                  </a:lnTo>
                  <a:lnTo>
                    <a:pt x="1367" y="28409"/>
                  </a:lnTo>
                  <a:lnTo>
                    <a:pt x="2222" y="0"/>
                  </a:lnTo>
                  <a:lnTo>
                    <a:pt x="3078" y="31366"/>
                  </a:lnTo>
                  <a:lnTo>
                    <a:pt x="3933" y="153163"/>
                  </a:lnTo>
                  <a:lnTo>
                    <a:pt x="4172" y="1739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626632" y="3191164"/>
              <a:ext cx="6284" cy="71312"/>
            </a:xfrm>
            <a:custGeom>
              <a:avLst/>
              <a:pathLst>
                <a:path w="6284" h="71312">
                  <a:moveTo>
                    <a:pt x="0" y="71312"/>
                  </a:moveTo>
                  <a:lnTo>
                    <a:pt x="119" y="62058"/>
                  </a:lnTo>
                  <a:lnTo>
                    <a:pt x="974" y="37359"/>
                  </a:lnTo>
                  <a:lnTo>
                    <a:pt x="1830" y="0"/>
                  </a:lnTo>
                  <a:lnTo>
                    <a:pt x="2685" y="18122"/>
                  </a:lnTo>
                  <a:lnTo>
                    <a:pt x="3541" y="19182"/>
                  </a:lnTo>
                  <a:lnTo>
                    <a:pt x="4397" y="11123"/>
                  </a:lnTo>
                  <a:lnTo>
                    <a:pt x="5252" y="41917"/>
                  </a:lnTo>
                  <a:lnTo>
                    <a:pt x="6108" y="56967"/>
                  </a:lnTo>
                  <a:lnTo>
                    <a:pt x="6284" y="713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645617" y="2913527"/>
              <a:ext cx="8634" cy="348949"/>
            </a:xfrm>
            <a:custGeom>
              <a:avLst/>
              <a:pathLst>
                <a:path w="8634" h="348949">
                  <a:moveTo>
                    <a:pt x="0" y="348949"/>
                  </a:moveTo>
                  <a:lnTo>
                    <a:pt x="811" y="284085"/>
                  </a:lnTo>
                  <a:lnTo>
                    <a:pt x="1667" y="228104"/>
                  </a:lnTo>
                  <a:lnTo>
                    <a:pt x="2522" y="144267"/>
                  </a:lnTo>
                  <a:lnTo>
                    <a:pt x="3378" y="43382"/>
                  </a:lnTo>
                  <a:lnTo>
                    <a:pt x="4233" y="0"/>
                  </a:lnTo>
                  <a:lnTo>
                    <a:pt x="5089" y="56676"/>
                  </a:lnTo>
                  <a:lnTo>
                    <a:pt x="5944" y="114551"/>
                  </a:lnTo>
                  <a:lnTo>
                    <a:pt x="6800" y="161342"/>
                  </a:lnTo>
                  <a:lnTo>
                    <a:pt x="7655" y="233394"/>
                  </a:lnTo>
                  <a:lnTo>
                    <a:pt x="8511" y="333665"/>
                  </a:lnTo>
                  <a:lnTo>
                    <a:pt x="8634" y="3489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4663375" y="3159235"/>
              <a:ext cx="5892" cy="103242"/>
            </a:xfrm>
            <a:custGeom>
              <a:avLst/>
              <a:pathLst>
                <a:path w="5892" h="103242">
                  <a:moveTo>
                    <a:pt x="0" y="103242"/>
                  </a:moveTo>
                  <a:lnTo>
                    <a:pt x="163" y="94654"/>
                  </a:lnTo>
                  <a:lnTo>
                    <a:pt x="1019" y="33167"/>
                  </a:lnTo>
                  <a:lnTo>
                    <a:pt x="1874" y="15961"/>
                  </a:lnTo>
                  <a:lnTo>
                    <a:pt x="2730" y="54760"/>
                  </a:lnTo>
                  <a:lnTo>
                    <a:pt x="3585" y="55340"/>
                  </a:lnTo>
                  <a:lnTo>
                    <a:pt x="4441" y="0"/>
                  </a:lnTo>
                  <a:lnTo>
                    <a:pt x="5296" y="26328"/>
                  </a:lnTo>
                  <a:lnTo>
                    <a:pt x="5892" y="1032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675515" y="3190162"/>
              <a:ext cx="2722" cy="72314"/>
            </a:xfrm>
            <a:custGeom>
              <a:avLst/>
              <a:pathLst>
                <a:path w="2722" h="72314">
                  <a:moveTo>
                    <a:pt x="0" y="72314"/>
                  </a:moveTo>
                  <a:lnTo>
                    <a:pt x="1" y="72188"/>
                  </a:lnTo>
                  <a:lnTo>
                    <a:pt x="856" y="0"/>
                  </a:lnTo>
                  <a:lnTo>
                    <a:pt x="1712" y="5993"/>
                  </a:lnTo>
                  <a:lnTo>
                    <a:pt x="2567" y="66134"/>
                  </a:lnTo>
                  <a:lnTo>
                    <a:pt x="2722" y="723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4688012" y="3080750"/>
              <a:ext cx="17522" cy="181726"/>
            </a:xfrm>
            <a:custGeom>
              <a:avLst/>
              <a:pathLst>
                <a:path w="17522" h="181726">
                  <a:moveTo>
                    <a:pt x="0" y="181726"/>
                  </a:moveTo>
                  <a:lnTo>
                    <a:pt x="336" y="168276"/>
                  </a:lnTo>
                  <a:lnTo>
                    <a:pt x="1192" y="114787"/>
                  </a:lnTo>
                  <a:lnTo>
                    <a:pt x="2048" y="116315"/>
                  </a:lnTo>
                  <a:lnTo>
                    <a:pt x="2903" y="113492"/>
                  </a:lnTo>
                  <a:lnTo>
                    <a:pt x="3759" y="83115"/>
                  </a:lnTo>
                  <a:lnTo>
                    <a:pt x="4614" y="27987"/>
                  </a:lnTo>
                  <a:lnTo>
                    <a:pt x="5470" y="0"/>
                  </a:lnTo>
                  <a:lnTo>
                    <a:pt x="6325" y="22828"/>
                  </a:lnTo>
                  <a:lnTo>
                    <a:pt x="7181" y="92916"/>
                  </a:lnTo>
                  <a:lnTo>
                    <a:pt x="8036" y="96927"/>
                  </a:lnTo>
                  <a:lnTo>
                    <a:pt x="8892" y="89221"/>
                  </a:lnTo>
                  <a:lnTo>
                    <a:pt x="9747" y="121692"/>
                  </a:lnTo>
                  <a:lnTo>
                    <a:pt x="10603" y="175709"/>
                  </a:lnTo>
                  <a:lnTo>
                    <a:pt x="11458" y="176143"/>
                  </a:lnTo>
                  <a:lnTo>
                    <a:pt x="12314" y="115056"/>
                  </a:lnTo>
                  <a:lnTo>
                    <a:pt x="13169" y="91748"/>
                  </a:lnTo>
                  <a:lnTo>
                    <a:pt x="14025" y="96104"/>
                  </a:lnTo>
                  <a:lnTo>
                    <a:pt x="14880" y="110559"/>
                  </a:lnTo>
                  <a:lnTo>
                    <a:pt x="15736" y="119918"/>
                  </a:lnTo>
                  <a:lnTo>
                    <a:pt x="16591" y="162478"/>
                  </a:lnTo>
                  <a:lnTo>
                    <a:pt x="17447" y="179243"/>
                  </a:lnTo>
                  <a:lnTo>
                    <a:pt x="17522" y="1817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4717344" y="3254456"/>
              <a:ext cx="837" cy="8021"/>
            </a:xfrm>
            <a:custGeom>
              <a:avLst/>
              <a:pathLst>
                <a:path w="837" h="8021">
                  <a:moveTo>
                    <a:pt x="0" y="8021"/>
                  </a:moveTo>
                  <a:lnTo>
                    <a:pt x="92" y="0"/>
                  </a:lnTo>
                  <a:lnTo>
                    <a:pt x="837" y="80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4730953" y="3018859"/>
              <a:ext cx="11854" cy="243617"/>
            </a:xfrm>
            <a:custGeom>
              <a:avLst/>
              <a:pathLst>
                <a:path w="11854" h="243617">
                  <a:moveTo>
                    <a:pt x="0" y="243617"/>
                  </a:moveTo>
                  <a:lnTo>
                    <a:pt x="172" y="203971"/>
                  </a:lnTo>
                  <a:lnTo>
                    <a:pt x="1027" y="120106"/>
                  </a:lnTo>
                  <a:lnTo>
                    <a:pt x="1883" y="118361"/>
                  </a:lnTo>
                  <a:lnTo>
                    <a:pt x="2738" y="113590"/>
                  </a:lnTo>
                  <a:lnTo>
                    <a:pt x="3594" y="119577"/>
                  </a:lnTo>
                  <a:lnTo>
                    <a:pt x="4449" y="143153"/>
                  </a:lnTo>
                  <a:lnTo>
                    <a:pt x="5305" y="165949"/>
                  </a:lnTo>
                  <a:lnTo>
                    <a:pt x="6160" y="166695"/>
                  </a:lnTo>
                  <a:lnTo>
                    <a:pt x="7016" y="122207"/>
                  </a:lnTo>
                  <a:lnTo>
                    <a:pt x="7871" y="83053"/>
                  </a:lnTo>
                  <a:lnTo>
                    <a:pt x="8727" y="30366"/>
                  </a:lnTo>
                  <a:lnTo>
                    <a:pt x="9582" y="0"/>
                  </a:lnTo>
                  <a:lnTo>
                    <a:pt x="10438" y="73821"/>
                  </a:lnTo>
                  <a:lnTo>
                    <a:pt x="11293" y="191737"/>
                  </a:lnTo>
                  <a:lnTo>
                    <a:pt x="11854" y="2436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4747860" y="3207833"/>
              <a:ext cx="7360" cy="54644"/>
            </a:xfrm>
            <a:custGeom>
              <a:avLst/>
              <a:pathLst>
                <a:path w="7360" h="54644">
                  <a:moveTo>
                    <a:pt x="0" y="54644"/>
                  </a:moveTo>
                  <a:lnTo>
                    <a:pt x="376" y="25444"/>
                  </a:lnTo>
                  <a:lnTo>
                    <a:pt x="1231" y="0"/>
                  </a:lnTo>
                  <a:lnTo>
                    <a:pt x="2087" y="0"/>
                  </a:lnTo>
                  <a:lnTo>
                    <a:pt x="2942" y="0"/>
                  </a:lnTo>
                  <a:lnTo>
                    <a:pt x="3798" y="0"/>
                  </a:lnTo>
                  <a:lnTo>
                    <a:pt x="4653" y="24800"/>
                  </a:lnTo>
                  <a:lnTo>
                    <a:pt x="5509" y="47132"/>
                  </a:lnTo>
                  <a:lnTo>
                    <a:pt x="6365" y="24351"/>
                  </a:lnTo>
                  <a:lnTo>
                    <a:pt x="7220" y="45364"/>
                  </a:lnTo>
                  <a:lnTo>
                    <a:pt x="7360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4758260" y="3255369"/>
              <a:ext cx="509" cy="7107"/>
            </a:xfrm>
            <a:custGeom>
              <a:avLst/>
              <a:pathLst>
                <a:path w="509" h="7107">
                  <a:moveTo>
                    <a:pt x="0" y="7107"/>
                  </a:moveTo>
                  <a:lnTo>
                    <a:pt x="242" y="0"/>
                  </a:lnTo>
                  <a:lnTo>
                    <a:pt x="509" y="71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4759618" y="3125044"/>
              <a:ext cx="5929" cy="137433"/>
            </a:xfrm>
            <a:custGeom>
              <a:avLst/>
              <a:pathLst>
                <a:path w="5929" h="137433">
                  <a:moveTo>
                    <a:pt x="0" y="137433"/>
                  </a:moveTo>
                  <a:lnTo>
                    <a:pt x="595" y="101537"/>
                  </a:lnTo>
                  <a:lnTo>
                    <a:pt x="1451" y="0"/>
                  </a:lnTo>
                  <a:lnTo>
                    <a:pt x="2306" y="28383"/>
                  </a:lnTo>
                  <a:lnTo>
                    <a:pt x="3162" y="85042"/>
                  </a:lnTo>
                  <a:lnTo>
                    <a:pt x="4017" y="96062"/>
                  </a:lnTo>
                  <a:lnTo>
                    <a:pt x="4873" y="59527"/>
                  </a:lnTo>
                  <a:lnTo>
                    <a:pt x="5728" y="119068"/>
                  </a:lnTo>
                  <a:lnTo>
                    <a:pt x="5929" y="1374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4767490" y="3223532"/>
              <a:ext cx="1602" cy="38945"/>
            </a:xfrm>
            <a:custGeom>
              <a:avLst/>
              <a:pathLst>
                <a:path w="1602" h="38945">
                  <a:moveTo>
                    <a:pt x="0" y="38945"/>
                  </a:moveTo>
                  <a:lnTo>
                    <a:pt x="423" y="0"/>
                  </a:lnTo>
                  <a:lnTo>
                    <a:pt x="1278" y="12472"/>
                  </a:lnTo>
                  <a:lnTo>
                    <a:pt x="1602" y="389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4770529" y="2839928"/>
              <a:ext cx="12388" cy="422549"/>
            </a:xfrm>
            <a:custGeom>
              <a:avLst/>
              <a:pathLst>
                <a:path w="12388" h="422549">
                  <a:moveTo>
                    <a:pt x="0" y="422549"/>
                  </a:moveTo>
                  <a:lnTo>
                    <a:pt x="806" y="344497"/>
                  </a:lnTo>
                  <a:lnTo>
                    <a:pt x="1661" y="287717"/>
                  </a:lnTo>
                  <a:lnTo>
                    <a:pt x="2517" y="229145"/>
                  </a:lnTo>
                  <a:lnTo>
                    <a:pt x="3372" y="116779"/>
                  </a:lnTo>
                  <a:lnTo>
                    <a:pt x="4228" y="0"/>
                  </a:lnTo>
                  <a:lnTo>
                    <a:pt x="5083" y="3924"/>
                  </a:lnTo>
                  <a:lnTo>
                    <a:pt x="5939" y="80625"/>
                  </a:lnTo>
                  <a:lnTo>
                    <a:pt x="6794" y="66129"/>
                  </a:lnTo>
                  <a:lnTo>
                    <a:pt x="7650" y="127994"/>
                  </a:lnTo>
                  <a:lnTo>
                    <a:pt x="8505" y="248299"/>
                  </a:lnTo>
                  <a:lnTo>
                    <a:pt x="9361" y="357745"/>
                  </a:lnTo>
                  <a:lnTo>
                    <a:pt x="10216" y="363503"/>
                  </a:lnTo>
                  <a:lnTo>
                    <a:pt x="11072" y="336264"/>
                  </a:lnTo>
                  <a:lnTo>
                    <a:pt x="11927" y="392224"/>
                  </a:lnTo>
                  <a:lnTo>
                    <a:pt x="12388" y="4225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4797317" y="2980307"/>
              <a:ext cx="32311" cy="282169"/>
            </a:xfrm>
            <a:custGeom>
              <a:avLst/>
              <a:pathLst>
                <a:path w="32311" h="282169">
                  <a:moveTo>
                    <a:pt x="0" y="282169"/>
                  </a:moveTo>
                  <a:lnTo>
                    <a:pt x="539" y="219741"/>
                  </a:lnTo>
                  <a:lnTo>
                    <a:pt x="1394" y="114418"/>
                  </a:lnTo>
                  <a:lnTo>
                    <a:pt x="2250" y="41613"/>
                  </a:lnTo>
                  <a:lnTo>
                    <a:pt x="3105" y="2292"/>
                  </a:lnTo>
                  <a:lnTo>
                    <a:pt x="3961" y="54271"/>
                  </a:lnTo>
                  <a:lnTo>
                    <a:pt x="4816" y="170124"/>
                  </a:lnTo>
                  <a:lnTo>
                    <a:pt x="5672" y="205581"/>
                  </a:lnTo>
                  <a:lnTo>
                    <a:pt x="6527" y="217999"/>
                  </a:lnTo>
                  <a:lnTo>
                    <a:pt x="7383" y="235905"/>
                  </a:lnTo>
                  <a:lnTo>
                    <a:pt x="8238" y="224236"/>
                  </a:lnTo>
                  <a:lnTo>
                    <a:pt x="9094" y="159360"/>
                  </a:lnTo>
                  <a:lnTo>
                    <a:pt x="9949" y="105303"/>
                  </a:lnTo>
                  <a:lnTo>
                    <a:pt x="10805" y="141968"/>
                  </a:lnTo>
                  <a:lnTo>
                    <a:pt x="11660" y="195246"/>
                  </a:lnTo>
                  <a:lnTo>
                    <a:pt x="12516" y="176341"/>
                  </a:lnTo>
                  <a:lnTo>
                    <a:pt x="13372" y="97163"/>
                  </a:lnTo>
                  <a:lnTo>
                    <a:pt x="14227" y="86130"/>
                  </a:lnTo>
                  <a:lnTo>
                    <a:pt x="15083" y="107226"/>
                  </a:lnTo>
                  <a:lnTo>
                    <a:pt x="15938" y="61652"/>
                  </a:lnTo>
                  <a:lnTo>
                    <a:pt x="16794" y="0"/>
                  </a:lnTo>
                  <a:lnTo>
                    <a:pt x="17649" y="3922"/>
                  </a:lnTo>
                  <a:lnTo>
                    <a:pt x="18505" y="106526"/>
                  </a:lnTo>
                  <a:lnTo>
                    <a:pt x="19360" y="137057"/>
                  </a:lnTo>
                  <a:lnTo>
                    <a:pt x="20216" y="153969"/>
                  </a:lnTo>
                  <a:lnTo>
                    <a:pt x="21071" y="180155"/>
                  </a:lnTo>
                  <a:lnTo>
                    <a:pt x="21927" y="162804"/>
                  </a:lnTo>
                  <a:lnTo>
                    <a:pt x="22782" y="121166"/>
                  </a:lnTo>
                  <a:lnTo>
                    <a:pt x="23638" y="53915"/>
                  </a:lnTo>
                  <a:lnTo>
                    <a:pt x="24493" y="42444"/>
                  </a:lnTo>
                  <a:lnTo>
                    <a:pt x="25349" y="42446"/>
                  </a:lnTo>
                  <a:lnTo>
                    <a:pt x="26204" y="65081"/>
                  </a:lnTo>
                  <a:lnTo>
                    <a:pt x="27060" y="123274"/>
                  </a:lnTo>
                  <a:lnTo>
                    <a:pt x="27915" y="158729"/>
                  </a:lnTo>
                  <a:lnTo>
                    <a:pt x="28771" y="147506"/>
                  </a:lnTo>
                  <a:lnTo>
                    <a:pt x="29627" y="164601"/>
                  </a:lnTo>
                  <a:lnTo>
                    <a:pt x="30482" y="196796"/>
                  </a:lnTo>
                  <a:lnTo>
                    <a:pt x="31338" y="210381"/>
                  </a:lnTo>
                  <a:lnTo>
                    <a:pt x="32193" y="270171"/>
                  </a:lnTo>
                  <a:lnTo>
                    <a:pt x="32311" y="2821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4832811" y="3068896"/>
              <a:ext cx="5432" cy="193581"/>
            </a:xfrm>
            <a:custGeom>
              <a:avLst/>
              <a:pathLst>
                <a:path w="5432" h="193581">
                  <a:moveTo>
                    <a:pt x="0" y="193581"/>
                  </a:moveTo>
                  <a:lnTo>
                    <a:pt x="121" y="182686"/>
                  </a:lnTo>
                  <a:lnTo>
                    <a:pt x="977" y="138176"/>
                  </a:lnTo>
                  <a:lnTo>
                    <a:pt x="1833" y="57166"/>
                  </a:lnTo>
                  <a:lnTo>
                    <a:pt x="2688" y="0"/>
                  </a:lnTo>
                  <a:lnTo>
                    <a:pt x="3544" y="3941"/>
                  </a:lnTo>
                  <a:lnTo>
                    <a:pt x="4399" y="32468"/>
                  </a:lnTo>
                  <a:lnTo>
                    <a:pt x="5255" y="164286"/>
                  </a:lnTo>
                  <a:lnTo>
                    <a:pt x="5432" y="1935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4843220" y="2930590"/>
              <a:ext cx="19622" cy="331886"/>
            </a:xfrm>
            <a:custGeom>
              <a:avLst/>
              <a:pathLst>
                <a:path w="19622" h="331886">
                  <a:moveTo>
                    <a:pt x="0" y="331886"/>
                  </a:moveTo>
                  <a:lnTo>
                    <a:pt x="834" y="202119"/>
                  </a:lnTo>
                  <a:lnTo>
                    <a:pt x="1690" y="196763"/>
                  </a:lnTo>
                  <a:lnTo>
                    <a:pt x="2545" y="234004"/>
                  </a:lnTo>
                  <a:lnTo>
                    <a:pt x="3401" y="224020"/>
                  </a:lnTo>
                  <a:lnTo>
                    <a:pt x="4256" y="159261"/>
                  </a:lnTo>
                  <a:lnTo>
                    <a:pt x="5112" y="98753"/>
                  </a:lnTo>
                  <a:lnTo>
                    <a:pt x="5967" y="67362"/>
                  </a:lnTo>
                  <a:lnTo>
                    <a:pt x="6823" y="0"/>
                  </a:lnTo>
                  <a:lnTo>
                    <a:pt x="7678" y="18304"/>
                  </a:lnTo>
                  <a:lnTo>
                    <a:pt x="8534" y="58569"/>
                  </a:lnTo>
                  <a:lnTo>
                    <a:pt x="9389" y="87480"/>
                  </a:lnTo>
                  <a:lnTo>
                    <a:pt x="10245" y="129204"/>
                  </a:lnTo>
                  <a:lnTo>
                    <a:pt x="11100" y="140867"/>
                  </a:lnTo>
                  <a:lnTo>
                    <a:pt x="11956" y="175082"/>
                  </a:lnTo>
                  <a:lnTo>
                    <a:pt x="12811" y="141463"/>
                  </a:lnTo>
                  <a:lnTo>
                    <a:pt x="13667" y="125575"/>
                  </a:lnTo>
                  <a:lnTo>
                    <a:pt x="14523" y="146491"/>
                  </a:lnTo>
                  <a:lnTo>
                    <a:pt x="15378" y="172104"/>
                  </a:lnTo>
                  <a:lnTo>
                    <a:pt x="16234" y="240924"/>
                  </a:lnTo>
                  <a:lnTo>
                    <a:pt x="17089" y="286649"/>
                  </a:lnTo>
                  <a:lnTo>
                    <a:pt x="17945" y="279133"/>
                  </a:lnTo>
                  <a:lnTo>
                    <a:pt x="18800" y="272876"/>
                  </a:lnTo>
                  <a:lnTo>
                    <a:pt x="19622" y="3318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866696" y="3151272"/>
              <a:ext cx="4957" cy="111204"/>
            </a:xfrm>
            <a:custGeom>
              <a:avLst/>
              <a:pathLst>
                <a:path w="4957" h="111204">
                  <a:moveTo>
                    <a:pt x="0" y="111204"/>
                  </a:moveTo>
                  <a:lnTo>
                    <a:pt x="458" y="93576"/>
                  </a:lnTo>
                  <a:lnTo>
                    <a:pt x="1314" y="27927"/>
                  </a:lnTo>
                  <a:lnTo>
                    <a:pt x="2169" y="0"/>
                  </a:lnTo>
                  <a:lnTo>
                    <a:pt x="3025" y="11081"/>
                  </a:lnTo>
                  <a:lnTo>
                    <a:pt x="3880" y="39224"/>
                  </a:lnTo>
                  <a:lnTo>
                    <a:pt x="4736" y="98345"/>
                  </a:lnTo>
                  <a:lnTo>
                    <a:pt x="4957" y="1112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4874566" y="2679569"/>
              <a:ext cx="62533" cy="582907"/>
            </a:xfrm>
            <a:custGeom>
              <a:avLst/>
              <a:pathLst>
                <a:path w="62533" h="582907">
                  <a:moveTo>
                    <a:pt x="0" y="582907"/>
                  </a:moveTo>
                  <a:lnTo>
                    <a:pt x="288" y="572873"/>
                  </a:lnTo>
                  <a:lnTo>
                    <a:pt x="1143" y="523565"/>
                  </a:lnTo>
                  <a:lnTo>
                    <a:pt x="1999" y="477661"/>
                  </a:lnTo>
                  <a:lnTo>
                    <a:pt x="2854" y="423899"/>
                  </a:lnTo>
                  <a:lnTo>
                    <a:pt x="3710" y="292662"/>
                  </a:lnTo>
                  <a:lnTo>
                    <a:pt x="4565" y="153206"/>
                  </a:lnTo>
                  <a:lnTo>
                    <a:pt x="5421" y="80965"/>
                  </a:lnTo>
                  <a:lnTo>
                    <a:pt x="6276" y="43609"/>
                  </a:lnTo>
                  <a:lnTo>
                    <a:pt x="7132" y="10770"/>
                  </a:lnTo>
                  <a:lnTo>
                    <a:pt x="7987" y="0"/>
                  </a:lnTo>
                  <a:lnTo>
                    <a:pt x="8843" y="33207"/>
                  </a:lnTo>
                  <a:lnTo>
                    <a:pt x="9698" y="193709"/>
                  </a:lnTo>
                  <a:lnTo>
                    <a:pt x="10554" y="296105"/>
                  </a:lnTo>
                  <a:lnTo>
                    <a:pt x="11410" y="390884"/>
                  </a:lnTo>
                  <a:lnTo>
                    <a:pt x="12265" y="381236"/>
                  </a:lnTo>
                  <a:lnTo>
                    <a:pt x="13121" y="350915"/>
                  </a:lnTo>
                  <a:lnTo>
                    <a:pt x="13976" y="383476"/>
                  </a:lnTo>
                  <a:lnTo>
                    <a:pt x="14832" y="315865"/>
                  </a:lnTo>
                  <a:lnTo>
                    <a:pt x="15687" y="238527"/>
                  </a:lnTo>
                  <a:lnTo>
                    <a:pt x="16543" y="135533"/>
                  </a:lnTo>
                  <a:lnTo>
                    <a:pt x="17398" y="93179"/>
                  </a:lnTo>
                  <a:lnTo>
                    <a:pt x="18254" y="128754"/>
                  </a:lnTo>
                  <a:lnTo>
                    <a:pt x="19109" y="85260"/>
                  </a:lnTo>
                  <a:lnTo>
                    <a:pt x="19965" y="118886"/>
                  </a:lnTo>
                  <a:lnTo>
                    <a:pt x="20820" y="195162"/>
                  </a:lnTo>
                  <a:lnTo>
                    <a:pt x="21676" y="270771"/>
                  </a:lnTo>
                  <a:lnTo>
                    <a:pt x="22531" y="347815"/>
                  </a:lnTo>
                  <a:lnTo>
                    <a:pt x="23387" y="396533"/>
                  </a:lnTo>
                  <a:lnTo>
                    <a:pt x="24242" y="482750"/>
                  </a:lnTo>
                  <a:lnTo>
                    <a:pt x="25098" y="455220"/>
                  </a:lnTo>
                  <a:lnTo>
                    <a:pt x="25953" y="383878"/>
                  </a:lnTo>
                  <a:lnTo>
                    <a:pt x="26809" y="332391"/>
                  </a:lnTo>
                  <a:lnTo>
                    <a:pt x="27665" y="301088"/>
                  </a:lnTo>
                  <a:lnTo>
                    <a:pt x="28520" y="269783"/>
                  </a:lnTo>
                  <a:lnTo>
                    <a:pt x="29376" y="304937"/>
                  </a:lnTo>
                  <a:lnTo>
                    <a:pt x="30231" y="405043"/>
                  </a:lnTo>
                  <a:lnTo>
                    <a:pt x="31087" y="428578"/>
                  </a:lnTo>
                  <a:lnTo>
                    <a:pt x="31942" y="416710"/>
                  </a:lnTo>
                  <a:lnTo>
                    <a:pt x="32798" y="398476"/>
                  </a:lnTo>
                  <a:lnTo>
                    <a:pt x="33653" y="461093"/>
                  </a:lnTo>
                  <a:lnTo>
                    <a:pt x="34509" y="515376"/>
                  </a:lnTo>
                  <a:lnTo>
                    <a:pt x="35364" y="431709"/>
                  </a:lnTo>
                  <a:lnTo>
                    <a:pt x="36220" y="363574"/>
                  </a:lnTo>
                  <a:lnTo>
                    <a:pt x="37075" y="391920"/>
                  </a:lnTo>
                  <a:lnTo>
                    <a:pt x="37931" y="393164"/>
                  </a:lnTo>
                  <a:lnTo>
                    <a:pt x="38786" y="303037"/>
                  </a:lnTo>
                  <a:lnTo>
                    <a:pt x="39642" y="164564"/>
                  </a:lnTo>
                  <a:lnTo>
                    <a:pt x="40497" y="96438"/>
                  </a:lnTo>
                  <a:lnTo>
                    <a:pt x="41353" y="136745"/>
                  </a:lnTo>
                  <a:lnTo>
                    <a:pt x="42209" y="186282"/>
                  </a:lnTo>
                  <a:lnTo>
                    <a:pt x="43064" y="136340"/>
                  </a:lnTo>
                  <a:lnTo>
                    <a:pt x="43920" y="86382"/>
                  </a:lnTo>
                  <a:lnTo>
                    <a:pt x="44775" y="129606"/>
                  </a:lnTo>
                  <a:lnTo>
                    <a:pt x="45631" y="241415"/>
                  </a:lnTo>
                  <a:lnTo>
                    <a:pt x="46486" y="258725"/>
                  </a:lnTo>
                  <a:lnTo>
                    <a:pt x="47342" y="246607"/>
                  </a:lnTo>
                  <a:lnTo>
                    <a:pt x="48197" y="408171"/>
                  </a:lnTo>
                  <a:lnTo>
                    <a:pt x="49053" y="529233"/>
                  </a:lnTo>
                  <a:lnTo>
                    <a:pt x="49908" y="529733"/>
                  </a:lnTo>
                  <a:lnTo>
                    <a:pt x="50764" y="524650"/>
                  </a:lnTo>
                  <a:lnTo>
                    <a:pt x="51619" y="504654"/>
                  </a:lnTo>
                  <a:lnTo>
                    <a:pt x="52475" y="448632"/>
                  </a:lnTo>
                  <a:lnTo>
                    <a:pt x="53330" y="359871"/>
                  </a:lnTo>
                  <a:lnTo>
                    <a:pt x="54186" y="271084"/>
                  </a:lnTo>
                  <a:lnTo>
                    <a:pt x="55041" y="250046"/>
                  </a:lnTo>
                  <a:lnTo>
                    <a:pt x="55897" y="224858"/>
                  </a:lnTo>
                  <a:lnTo>
                    <a:pt x="56752" y="235026"/>
                  </a:lnTo>
                  <a:lnTo>
                    <a:pt x="57608" y="276516"/>
                  </a:lnTo>
                  <a:lnTo>
                    <a:pt x="58464" y="315485"/>
                  </a:lnTo>
                  <a:lnTo>
                    <a:pt x="59319" y="387041"/>
                  </a:lnTo>
                  <a:lnTo>
                    <a:pt x="60175" y="417357"/>
                  </a:lnTo>
                  <a:lnTo>
                    <a:pt x="61030" y="436169"/>
                  </a:lnTo>
                  <a:lnTo>
                    <a:pt x="61886" y="516804"/>
                  </a:lnTo>
                  <a:lnTo>
                    <a:pt x="62533" y="5829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939135" y="2940297"/>
              <a:ext cx="15556" cy="322179"/>
            </a:xfrm>
            <a:custGeom>
              <a:avLst/>
              <a:pathLst>
                <a:path w="15556" h="322179">
                  <a:moveTo>
                    <a:pt x="0" y="322179"/>
                  </a:moveTo>
                  <a:lnTo>
                    <a:pt x="739" y="296700"/>
                  </a:lnTo>
                  <a:lnTo>
                    <a:pt x="1594" y="221649"/>
                  </a:lnTo>
                  <a:lnTo>
                    <a:pt x="2450" y="167131"/>
                  </a:lnTo>
                  <a:lnTo>
                    <a:pt x="3305" y="146697"/>
                  </a:lnTo>
                  <a:lnTo>
                    <a:pt x="4161" y="115917"/>
                  </a:lnTo>
                  <a:lnTo>
                    <a:pt x="5016" y="132986"/>
                  </a:lnTo>
                  <a:lnTo>
                    <a:pt x="5872" y="183785"/>
                  </a:lnTo>
                  <a:lnTo>
                    <a:pt x="6728" y="232886"/>
                  </a:lnTo>
                  <a:lnTo>
                    <a:pt x="7583" y="215087"/>
                  </a:lnTo>
                  <a:lnTo>
                    <a:pt x="8439" y="169052"/>
                  </a:lnTo>
                  <a:lnTo>
                    <a:pt x="9294" y="149427"/>
                  </a:lnTo>
                  <a:lnTo>
                    <a:pt x="10150" y="120427"/>
                  </a:lnTo>
                  <a:lnTo>
                    <a:pt x="11005" y="5894"/>
                  </a:lnTo>
                  <a:lnTo>
                    <a:pt x="11861" y="0"/>
                  </a:lnTo>
                  <a:lnTo>
                    <a:pt x="12716" y="116313"/>
                  </a:lnTo>
                  <a:lnTo>
                    <a:pt x="13572" y="127964"/>
                  </a:lnTo>
                  <a:lnTo>
                    <a:pt x="14427" y="147589"/>
                  </a:lnTo>
                  <a:lnTo>
                    <a:pt x="15283" y="256630"/>
                  </a:lnTo>
                  <a:lnTo>
                    <a:pt x="15556" y="3221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958734" y="2754293"/>
              <a:ext cx="20641" cy="508184"/>
            </a:xfrm>
            <a:custGeom>
              <a:avLst/>
              <a:pathLst>
                <a:path w="20641" h="508184">
                  <a:moveTo>
                    <a:pt x="0" y="508184"/>
                  </a:moveTo>
                  <a:lnTo>
                    <a:pt x="817" y="396437"/>
                  </a:lnTo>
                  <a:lnTo>
                    <a:pt x="1672" y="259681"/>
                  </a:lnTo>
                  <a:lnTo>
                    <a:pt x="2528" y="202551"/>
                  </a:lnTo>
                  <a:lnTo>
                    <a:pt x="3383" y="219979"/>
                  </a:lnTo>
                  <a:lnTo>
                    <a:pt x="4239" y="181768"/>
                  </a:lnTo>
                  <a:lnTo>
                    <a:pt x="5094" y="162886"/>
                  </a:lnTo>
                  <a:lnTo>
                    <a:pt x="5950" y="109176"/>
                  </a:lnTo>
                  <a:lnTo>
                    <a:pt x="6805" y="96078"/>
                  </a:lnTo>
                  <a:lnTo>
                    <a:pt x="7661" y="100090"/>
                  </a:lnTo>
                  <a:lnTo>
                    <a:pt x="8517" y="4147"/>
                  </a:lnTo>
                  <a:lnTo>
                    <a:pt x="9372" y="0"/>
                  </a:lnTo>
                  <a:lnTo>
                    <a:pt x="10228" y="76202"/>
                  </a:lnTo>
                  <a:lnTo>
                    <a:pt x="11083" y="186308"/>
                  </a:lnTo>
                  <a:lnTo>
                    <a:pt x="11939" y="192994"/>
                  </a:lnTo>
                  <a:lnTo>
                    <a:pt x="12794" y="145399"/>
                  </a:lnTo>
                  <a:lnTo>
                    <a:pt x="13650" y="220852"/>
                  </a:lnTo>
                  <a:lnTo>
                    <a:pt x="14505" y="269871"/>
                  </a:lnTo>
                  <a:lnTo>
                    <a:pt x="15361" y="271236"/>
                  </a:lnTo>
                  <a:lnTo>
                    <a:pt x="16216" y="265440"/>
                  </a:lnTo>
                  <a:lnTo>
                    <a:pt x="17072" y="304249"/>
                  </a:lnTo>
                  <a:lnTo>
                    <a:pt x="17927" y="339282"/>
                  </a:lnTo>
                  <a:lnTo>
                    <a:pt x="18783" y="364716"/>
                  </a:lnTo>
                  <a:lnTo>
                    <a:pt x="19638" y="433201"/>
                  </a:lnTo>
                  <a:lnTo>
                    <a:pt x="20494" y="495261"/>
                  </a:lnTo>
                  <a:lnTo>
                    <a:pt x="20641" y="5081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988605" y="3260590"/>
              <a:ext cx="349" cy="1886"/>
            </a:xfrm>
            <a:custGeom>
              <a:avLst/>
              <a:pathLst>
                <a:path w="349" h="1886">
                  <a:moveTo>
                    <a:pt x="0" y="1886"/>
                  </a:moveTo>
                  <a:lnTo>
                    <a:pt x="33" y="0"/>
                  </a:lnTo>
                  <a:lnTo>
                    <a:pt x="349" y="18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989775" y="3151117"/>
              <a:ext cx="9348" cy="111360"/>
            </a:xfrm>
            <a:custGeom>
              <a:avLst/>
              <a:pathLst>
                <a:path w="9348" h="111360">
                  <a:moveTo>
                    <a:pt x="0" y="111360"/>
                  </a:moveTo>
                  <a:lnTo>
                    <a:pt x="575" y="104730"/>
                  </a:lnTo>
                  <a:lnTo>
                    <a:pt x="1430" y="18326"/>
                  </a:lnTo>
                  <a:lnTo>
                    <a:pt x="2286" y="0"/>
                  </a:lnTo>
                  <a:lnTo>
                    <a:pt x="3141" y="64314"/>
                  </a:lnTo>
                  <a:lnTo>
                    <a:pt x="3997" y="94738"/>
                  </a:lnTo>
                  <a:lnTo>
                    <a:pt x="4852" y="76160"/>
                  </a:lnTo>
                  <a:lnTo>
                    <a:pt x="5708" y="90115"/>
                  </a:lnTo>
                  <a:lnTo>
                    <a:pt x="6563" y="104671"/>
                  </a:lnTo>
                  <a:lnTo>
                    <a:pt x="7419" y="88121"/>
                  </a:lnTo>
                  <a:lnTo>
                    <a:pt x="8274" y="77131"/>
                  </a:lnTo>
                  <a:lnTo>
                    <a:pt x="9130" y="92166"/>
                  </a:lnTo>
                  <a:lnTo>
                    <a:pt x="9348" y="1113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007138" y="3156427"/>
              <a:ext cx="4221" cy="106049"/>
            </a:xfrm>
            <a:custGeom>
              <a:avLst/>
              <a:pathLst>
                <a:path w="4221" h="106049">
                  <a:moveTo>
                    <a:pt x="0" y="106049"/>
                  </a:moveTo>
                  <a:lnTo>
                    <a:pt x="322" y="99034"/>
                  </a:lnTo>
                  <a:lnTo>
                    <a:pt x="1177" y="70431"/>
                  </a:lnTo>
                  <a:lnTo>
                    <a:pt x="2033" y="4976"/>
                  </a:lnTo>
                  <a:lnTo>
                    <a:pt x="2888" y="0"/>
                  </a:lnTo>
                  <a:lnTo>
                    <a:pt x="3744" y="71315"/>
                  </a:lnTo>
                  <a:lnTo>
                    <a:pt x="4221" y="1060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013605" y="2988253"/>
              <a:ext cx="8458" cy="274223"/>
            </a:xfrm>
            <a:custGeom>
              <a:avLst/>
              <a:pathLst>
                <a:path w="8458" h="274223">
                  <a:moveTo>
                    <a:pt x="0" y="274223"/>
                  </a:moveTo>
                  <a:lnTo>
                    <a:pt x="700" y="235282"/>
                  </a:lnTo>
                  <a:lnTo>
                    <a:pt x="1555" y="193458"/>
                  </a:lnTo>
                  <a:lnTo>
                    <a:pt x="2411" y="102617"/>
                  </a:lnTo>
                  <a:lnTo>
                    <a:pt x="3266" y="49724"/>
                  </a:lnTo>
                  <a:lnTo>
                    <a:pt x="4122" y="0"/>
                  </a:lnTo>
                  <a:lnTo>
                    <a:pt x="4977" y="21635"/>
                  </a:lnTo>
                  <a:lnTo>
                    <a:pt x="5833" y="100978"/>
                  </a:lnTo>
                  <a:lnTo>
                    <a:pt x="6688" y="123305"/>
                  </a:lnTo>
                  <a:lnTo>
                    <a:pt x="7544" y="193901"/>
                  </a:lnTo>
                  <a:lnTo>
                    <a:pt x="8399" y="268500"/>
                  </a:lnTo>
                  <a:lnTo>
                    <a:pt x="8458" y="2742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067654" y="3094134"/>
              <a:ext cx="5570" cy="168342"/>
            </a:xfrm>
            <a:custGeom>
              <a:avLst/>
              <a:pathLst>
                <a:path w="5570" h="168342">
                  <a:moveTo>
                    <a:pt x="0" y="168342"/>
                  </a:moveTo>
                  <a:lnTo>
                    <a:pt x="549" y="85722"/>
                  </a:lnTo>
                  <a:lnTo>
                    <a:pt x="1404" y="0"/>
                  </a:lnTo>
                  <a:lnTo>
                    <a:pt x="2260" y="27233"/>
                  </a:lnTo>
                  <a:lnTo>
                    <a:pt x="3115" y="130728"/>
                  </a:lnTo>
                  <a:lnTo>
                    <a:pt x="3971" y="129170"/>
                  </a:lnTo>
                  <a:lnTo>
                    <a:pt x="4826" y="86828"/>
                  </a:lnTo>
                  <a:lnTo>
                    <a:pt x="5570" y="1683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075356" y="3089997"/>
              <a:ext cx="7983" cy="172479"/>
            </a:xfrm>
            <a:custGeom>
              <a:avLst/>
              <a:pathLst>
                <a:path w="7983" h="172479">
                  <a:moveTo>
                    <a:pt x="0" y="172479"/>
                  </a:moveTo>
                  <a:lnTo>
                    <a:pt x="546" y="97356"/>
                  </a:lnTo>
                  <a:lnTo>
                    <a:pt x="1401" y="51673"/>
                  </a:lnTo>
                  <a:lnTo>
                    <a:pt x="2257" y="57397"/>
                  </a:lnTo>
                  <a:lnTo>
                    <a:pt x="3113" y="20579"/>
                  </a:lnTo>
                  <a:lnTo>
                    <a:pt x="3968" y="0"/>
                  </a:lnTo>
                  <a:lnTo>
                    <a:pt x="4824" y="82599"/>
                  </a:lnTo>
                  <a:lnTo>
                    <a:pt x="5679" y="152600"/>
                  </a:lnTo>
                  <a:lnTo>
                    <a:pt x="6535" y="153132"/>
                  </a:lnTo>
                  <a:lnTo>
                    <a:pt x="7390" y="131191"/>
                  </a:lnTo>
                  <a:lnTo>
                    <a:pt x="7983" y="1724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085487" y="3104064"/>
              <a:ext cx="6209" cy="158412"/>
            </a:xfrm>
            <a:custGeom>
              <a:avLst/>
              <a:pathLst>
                <a:path w="6209" h="158412">
                  <a:moveTo>
                    <a:pt x="0" y="158412"/>
                  </a:moveTo>
                  <a:lnTo>
                    <a:pt x="682" y="132003"/>
                  </a:lnTo>
                  <a:lnTo>
                    <a:pt x="1537" y="107862"/>
                  </a:lnTo>
                  <a:lnTo>
                    <a:pt x="2393" y="108695"/>
                  </a:lnTo>
                  <a:lnTo>
                    <a:pt x="3248" y="32964"/>
                  </a:lnTo>
                  <a:lnTo>
                    <a:pt x="4104" y="0"/>
                  </a:lnTo>
                  <a:lnTo>
                    <a:pt x="4959" y="40089"/>
                  </a:lnTo>
                  <a:lnTo>
                    <a:pt x="5815" y="125912"/>
                  </a:lnTo>
                  <a:lnTo>
                    <a:pt x="6209" y="1584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5098464" y="3002059"/>
              <a:ext cx="7652" cy="260417"/>
            </a:xfrm>
            <a:custGeom>
              <a:avLst/>
              <a:pathLst>
                <a:path w="7652" h="260417">
                  <a:moveTo>
                    <a:pt x="0" y="260417"/>
                  </a:moveTo>
                  <a:lnTo>
                    <a:pt x="538" y="211914"/>
                  </a:lnTo>
                  <a:lnTo>
                    <a:pt x="1393" y="150395"/>
                  </a:lnTo>
                  <a:lnTo>
                    <a:pt x="2249" y="135864"/>
                  </a:lnTo>
                  <a:lnTo>
                    <a:pt x="3104" y="103887"/>
                  </a:lnTo>
                  <a:lnTo>
                    <a:pt x="3960" y="43437"/>
                  </a:lnTo>
                  <a:lnTo>
                    <a:pt x="4815" y="0"/>
                  </a:lnTo>
                  <a:lnTo>
                    <a:pt x="5671" y="54607"/>
                  </a:lnTo>
                  <a:lnTo>
                    <a:pt x="6526" y="146679"/>
                  </a:lnTo>
                  <a:lnTo>
                    <a:pt x="7382" y="232308"/>
                  </a:lnTo>
                  <a:lnTo>
                    <a:pt x="7652" y="2604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111506" y="2943288"/>
              <a:ext cx="4925" cy="319188"/>
            </a:xfrm>
            <a:custGeom>
              <a:avLst/>
              <a:pathLst>
                <a:path w="4925" h="319188">
                  <a:moveTo>
                    <a:pt x="0" y="319188"/>
                  </a:moveTo>
                  <a:lnTo>
                    <a:pt x="329" y="251757"/>
                  </a:lnTo>
                  <a:lnTo>
                    <a:pt x="1184" y="115938"/>
                  </a:lnTo>
                  <a:lnTo>
                    <a:pt x="2040" y="0"/>
                  </a:lnTo>
                  <a:lnTo>
                    <a:pt x="2895" y="7852"/>
                  </a:lnTo>
                  <a:lnTo>
                    <a:pt x="3751" y="142074"/>
                  </a:lnTo>
                  <a:lnTo>
                    <a:pt x="4606" y="294501"/>
                  </a:lnTo>
                  <a:lnTo>
                    <a:pt x="4925" y="3191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5118894" y="1388124"/>
              <a:ext cx="103583" cy="1874352"/>
            </a:xfrm>
            <a:custGeom>
              <a:avLst/>
              <a:pathLst>
                <a:path w="103583" h="1874352">
                  <a:moveTo>
                    <a:pt x="0" y="1874352"/>
                  </a:moveTo>
                  <a:lnTo>
                    <a:pt x="641" y="1752993"/>
                  </a:lnTo>
                  <a:lnTo>
                    <a:pt x="1496" y="1579780"/>
                  </a:lnTo>
                  <a:lnTo>
                    <a:pt x="2352" y="1429923"/>
                  </a:lnTo>
                  <a:lnTo>
                    <a:pt x="3207" y="1353653"/>
                  </a:lnTo>
                  <a:lnTo>
                    <a:pt x="4063" y="1298264"/>
                  </a:lnTo>
                  <a:lnTo>
                    <a:pt x="4918" y="1261488"/>
                  </a:lnTo>
                  <a:lnTo>
                    <a:pt x="5774" y="1329579"/>
                  </a:lnTo>
                  <a:lnTo>
                    <a:pt x="6629" y="1322469"/>
                  </a:lnTo>
                  <a:lnTo>
                    <a:pt x="7485" y="1162749"/>
                  </a:lnTo>
                  <a:lnTo>
                    <a:pt x="8340" y="1011531"/>
                  </a:lnTo>
                  <a:lnTo>
                    <a:pt x="9196" y="824501"/>
                  </a:lnTo>
                  <a:lnTo>
                    <a:pt x="10051" y="714632"/>
                  </a:lnTo>
                  <a:lnTo>
                    <a:pt x="10907" y="617060"/>
                  </a:lnTo>
                  <a:lnTo>
                    <a:pt x="11762" y="640833"/>
                  </a:lnTo>
                  <a:lnTo>
                    <a:pt x="12618" y="776994"/>
                  </a:lnTo>
                  <a:lnTo>
                    <a:pt x="13474" y="951951"/>
                  </a:lnTo>
                  <a:lnTo>
                    <a:pt x="14329" y="1115768"/>
                  </a:lnTo>
                  <a:lnTo>
                    <a:pt x="15185" y="1221805"/>
                  </a:lnTo>
                  <a:lnTo>
                    <a:pt x="16040" y="1328901"/>
                  </a:lnTo>
                  <a:lnTo>
                    <a:pt x="16896" y="1399368"/>
                  </a:lnTo>
                  <a:lnTo>
                    <a:pt x="17751" y="1379142"/>
                  </a:lnTo>
                  <a:lnTo>
                    <a:pt x="18607" y="1283789"/>
                  </a:lnTo>
                  <a:lnTo>
                    <a:pt x="19462" y="1146453"/>
                  </a:lnTo>
                  <a:lnTo>
                    <a:pt x="20318" y="1037787"/>
                  </a:lnTo>
                  <a:lnTo>
                    <a:pt x="21173" y="976312"/>
                  </a:lnTo>
                  <a:lnTo>
                    <a:pt x="22029" y="1032773"/>
                  </a:lnTo>
                  <a:lnTo>
                    <a:pt x="22884" y="1088427"/>
                  </a:lnTo>
                  <a:lnTo>
                    <a:pt x="23740" y="1022791"/>
                  </a:lnTo>
                  <a:lnTo>
                    <a:pt x="24595" y="951813"/>
                  </a:lnTo>
                  <a:lnTo>
                    <a:pt x="25451" y="925000"/>
                  </a:lnTo>
                  <a:lnTo>
                    <a:pt x="26306" y="933753"/>
                  </a:lnTo>
                  <a:lnTo>
                    <a:pt x="27162" y="735879"/>
                  </a:lnTo>
                  <a:lnTo>
                    <a:pt x="28017" y="599986"/>
                  </a:lnTo>
                  <a:lnTo>
                    <a:pt x="28873" y="560915"/>
                  </a:lnTo>
                  <a:lnTo>
                    <a:pt x="29729" y="608665"/>
                  </a:lnTo>
                  <a:lnTo>
                    <a:pt x="30584" y="655413"/>
                  </a:lnTo>
                  <a:lnTo>
                    <a:pt x="31440" y="541411"/>
                  </a:lnTo>
                  <a:lnTo>
                    <a:pt x="32295" y="449204"/>
                  </a:lnTo>
                  <a:lnTo>
                    <a:pt x="33151" y="449934"/>
                  </a:lnTo>
                  <a:lnTo>
                    <a:pt x="34006" y="639032"/>
                  </a:lnTo>
                  <a:lnTo>
                    <a:pt x="34862" y="819833"/>
                  </a:lnTo>
                  <a:lnTo>
                    <a:pt x="35717" y="868480"/>
                  </a:lnTo>
                  <a:lnTo>
                    <a:pt x="36573" y="924304"/>
                  </a:lnTo>
                  <a:lnTo>
                    <a:pt x="37428" y="1200854"/>
                  </a:lnTo>
                  <a:lnTo>
                    <a:pt x="38284" y="1426762"/>
                  </a:lnTo>
                  <a:lnTo>
                    <a:pt x="39139" y="1307490"/>
                  </a:lnTo>
                  <a:lnTo>
                    <a:pt x="39995" y="1101054"/>
                  </a:lnTo>
                  <a:lnTo>
                    <a:pt x="40850" y="1019033"/>
                  </a:lnTo>
                  <a:lnTo>
                    <a:pt x="41706" y="1030434"/>
                  </a:lnTo>
                  <a:lnTo>
                    <a:pt x="42561" y="761451"/>
                  </a:lnTo>
                  <a:lnTo>
                    <a:pt x="43417" y="366937"/>
                  </a:lnTo>
                  <a:lnTo>
                    <a:pt x="44273" y="294591"/>
                  </a:lnTo>
                  <a:lnTo>
                    <a:pt x="45128" y="333327"/>
                  </a:lnTo>
                  <a:lnTo>
                    <a:pt x="45984" y="300698"/>
                  </a:lnTo>
                  <a:lnTo>
                    <a:pt x="46839" y="259088"/>
                  </a:lnTo>
                  <a:lnTo>
                    <a:pt x="47695" y="395383"/>
                  </a:lnTo>
                  <a:lnTo>
                    <a:pt x="48550" y="565760"/>
                  </a:lnTo>
                  <a:lnTo>
                    <a:pt x="49406" y="547962"/>
                  </a:lnTo>
                  <a:lnTo>
                    <a:pt x="50261" y="472565"/>
                  </a:lnTo>
                  <a:lnTo>
                    <a:pt x="51117" y="419938"/>
                  </a:lnTo>
                  <a:lnTo>
                    <a:pt x="51972" y="278327"/>
                  </a:lnTo>
                  <a:lnTo>
                    <a:pt x="52828" y="147070"/>
                  </a:lnTo>
                  <a:lnTo>
                    <a:pt x="53683" y="96610"/>
                  </a:lnTo>
                  <a:lnTo>
                    <a:pt x="54539" y="96235"/>
                  </a:lnTo>
                  <a:lnTo>
                    <a:pt x="55394" y="122631"/>
                  </a:lnTo>
                  <a:lnTo>
                    <a:pt x="56250" y="217727"/>
                  </a:lnTo>
                  <a:lnTo>
                    <a:pt x="57105" y="274008"/>
                  </a:lnTo>
                  <a:lnTo>
                    <a:pt x="57961" y="128245"/>
                  </a:lnTo>
                  <a:lnTo>
                    <a:pt x="58816" y="251"/>
                  </a:lnTo>
                  <a:lnTo>
                    <a:pt x="59672" y="20062"/>
                  </a:lnTo>
                  <a:lnTo>
                    <a:pt x="60528" y="67489"/>
                  </a:lnTo>
                  <a:lnTo>
                    <a:pt x="61383" y="53790"/>
                  </a:lnTo>
                  <a:lnTo>
                    <a:pt x="62239" y="59201"/>
                  </a:lnTo>
                  <a:lnTo>
                    <a:pt x="63094" y="188076"/>
                  </a:lnTo>
                  <a:lnTo>
                    <a:pt x="63950" y="298068"/>
                  </a:lnTo>
                  <a:lnTo>
                    <a:pt x="64805" y="331911"/>
                  </a:lnTo>
                  <a:lnTo>
                    <a:pt x="65661" y="349396"/>
                  </a:lnTo>
                  <a:lnTo>
                    <a:pt x="66516" y="445802"/>
                  </a:lnTo>
                  <a:lnTo>
                    <a:pt x="67372" y="567568"/>
                  </a:lnTo>
                  <a:lnTo>
                    <a:pt x="68227" y="746365"/>
                  </a:lnTo>
                  <a:lnTo>
                    <a:pt x="69083" y="958359"/>
                  </a:lnTo>
                  <a:lnTo>
                    <a:pt x="69938" y="1093161"/>
                  </a:lnTo>
                  <a:lnTo>
                    <a:pt x="70794" y="1143454"/>
                  </a:lnTo>
                  <a:lnTo>
                    <a:pt x="71649" y="1076265"/>
                  </a:lnTo>
                  <a:lnTo>
                    <a:pt x="72505" y="1007048"/>
                  </a:lnTo>
                  <a:lnTo>
                    <a:pt x="73360" y="794383"/>
                  </a:lnTo>
                  <a:lnTo>
                    <a:pt x="74216" y="588419"/>
                  </a:lnTo>
                  <a:lnTo>
                    <a:pt x="75071" y="384766"/>
                  </a:lnTo>
                  <a:lnTo>
                    <a:pt x="75927" y="253708"/>
                  </a:lnTo>
                  <a:lnTo>
                    <a:pt x="76783" y="96061"/>
                  </a:lnTo>
                  <a:lnTo>
                    <a:pt x="77638" y="0"/>
                  </a:lnTo>
                  <a:lnTo>
                    <a:pt x="78494" y="131770"/>
                  </a:lnTo>
                  <a:lnTo>
                    <a:pt x="79349" y="262191"/>
                  </a:lnTo>
                  <a:lnTo>
                    <a:pt x="80205" y="463219"/>
                  </a:lnTo>
                  <a:lnTo>
                    <a:pt x="81060" y="538908"/>
                  </a:lnTo>
                  <a:lnTo>
                    <a:pt x="81916" y="668309"/>
                  </a:lnTo>
                  <a:lnTo>
                    <a:pt x="82771" y="884351"/>
                  </a:lnTo>
                  <a:lnTo>
                    <a:pt x="83627" y="1031581"/>
                  </a:lnTo>
                  <a:lnTo>
                    <a:pt x="84482" y="1046947"/>
                  </a:lnTo>
                  <a:lnTo>
                    <a:pt x="85338" y="1020212"/>
                  </a:lnTo>
                  <a:lnTo>
                    <a:pt x="86193" y="1129026"/>
                  </a:lnTo>
                  <a:lnTo>
                    <a:pt x="87049" y="1354843"/>
                  </a:lnTo>
                  <a:lnTo>
                    <a:pt x="87904" y="1508885"/>
                  </a:lnTo>
                  <a:lnTo>
                    <a:pt x="88760" y="1498539"/>
                  </a:lnTo>
                  <a:lnTo>
                    <a:pt x="89615" y="1579747"/>
                  </a:lnTo>
                  <a:lnTo>
                    <a:pt x="90471" y="1669126"/>
                  </a:lnTo>
                  <a:lnTo>
                    <a:pt x="91327" y="1706382"/>
                  </a:lnTo>
                  <a:lnTo>
                    <a:pt x="92182" y="1631203"/>
                  </a:lnTo>
                  <a:lnTo>
                    <a:pt x="93038" y="1536713"/>
                  </a:lnTo>
                  <a:lnTo>
                    <a:pt x="93893" y="1589320"/>
                  </a:lnTo>
                  <a:lnTo>
                    <a:pt x="94749" y="1608994"/>
                  </a:lnTo>
                  <a:lnTo>
                    <a:pt x="95604" y="1563836"/>
                  </a:lnTo>
                  <a:lnTo>
                    <a:pt x="96460" y="1530866"/>
                  </a:lnTo>
                  <a:lnTo>
                    <a:pt x="97315" y="1565795"/>
                  </a:lnTo>
                  <a:lnTo>
                    <a:pt x="98171" y="1555836"/>
                  </a:lnTo>
                  <a:lnTo>
                    <a:pt x="99026" y="1467462"/>
                  </a:lnTo>
                  <a:lnTo>
                    <a:pt x="99882" y="1490779"/>
                  </a:lnTo>
                  <a:lnTo>
                    <a:pt x="100737" y="1592309"/>
                  </a:lnTo>
                  <a:lnTo>
                    <a:pt x="101593" y="1701517"/>
                  </a:lnTo>
                  <a:lnTo>
                    <a:pt x="102448" y="1771599"/>
                  </a:lnTo>
                  <a:lnTo>
                    <a:pt x="103304" y="1830095"/>
                  </a:lnTo>
                  <a:lnTo>
                    <a:pt x="103583" y="18743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5225324" y="2900348"/>
              <a:ext cx="26587" cy="362128"/>
            </a:xfrm>
            <a:custGeom>
              <a:avLst/>
              <a:pathLst>
                <a:path w="26587" h="362128">
                  <a:moveTo>
                    <a:pt x="0" y="362128"/>
                  </a:moveTo>
                  <a:lnTo>
                    <a:pt x="296" y="325635"/>
                  </a:lnTo>
                  <a:lnTo>
                    <a:pt x="1151" y="142670"/>
                  </a:lnTo>
                  <a:lnTo>
                    <a:pt x="2007" y="47155"/>
                  </a:lnTo>
                  <a:lnTo>
                    <a:pt x="2863" y="42623"/>
                  </a:lnTo>
                  <a:lnTo>
                    <a:pt x="3718" y="0"/>
                  </a:lnTo>
                  <a:lnTo>
                    <a:pt x="4574" y="38794"/>
                  </a:lnTo>
                  <a:lnTo>
                    <a:pt x="5429" y="123384"/>
                  </a:lnTo>
                  <a:lnTo>
                    <a:pt x="6285" y="223158"/>
                  </a:lnTo>
                  <a:lnTo>
                    <a:pt x="7140" y="243690"/>
                  </a:lnTo>
                  <a:lnTo>
                    <a:pt x="7996" y="172959"/>
                  </a:lnTo>
                  <a:lnTo>
                    <a:pt x="8851" y="153130"/>
                  </a:lnTo>
                  <a:lnTo>
                    <a:pt x="9707" y="153131"/>
                  </a:lnTo>
                  <a:lnTo>
                    <a:pt x="10562" y="160148"/>
                  </a:lnTo>
                  <a:lnTo>
                    <a:pt x="11418" y="210836"/>
                  </a:lnTo>
                  <a:lnTo>
                    <a:pt x="12273" y="275527"/>
                  </a:lnTo>
                  <a:lnTo>
                    <a:pt x="13129" y="274082"/>
                  </a:lnTo>
                  <a:lnTo>
                    <a:pt x="13984" y="259741"/>
                  </a:lnTo>
                  <a:lnTo>
                    <a:pt x="14840" y="259743"/>
                  </a:lnTo>
                  <a:lnTo>
                    <a:pt x="15695" y="246139"/>
                  </a:lnTo>
                  <a:lnTo>
                    <a:pt x="16551" y="202143"/>
                  </a:lnTo>
                  <a:lnTo>
                    <a:pt x="17407" y="184441"/>
                  </a:lnTo>
                  <a:lnTo>
                    <a:pt x="18262" y="205790"/>
                  </a:lnTo>
                  <a:lnTo>
                    <a:pt x="19118" y="220132"/>
                  </a:lnTo>
                  <a:lnTo>
                    <a:pt x="19973" y="197016"/>
                  </a:lnTo>
                  <a:lnTo>
                    <a:pt x="20829" y="130025"/>
                  </a:lnTo>
                  <a:lnTo>
                    <a:pt x="21684" y="93493"/>
                  </a:lnTo>
                  <a:lnTo>
                    <a:pt x="22540" y="113844"/>
                  </a:lnTo>
                  <a:lnTo>
                    <a:pt x="23395" y="127865"/>
                  </a:lnTo>
                  <a:lnTo>
                    <a:pt x="24251" y="127865"/>
                  </a:lnTo>
                  <a:lnTo>
                    <a:pt x="25106" y="150983"/>
                  </a:lnTo>
                  <a:lnTo>
                    <a:pt x="25962" y="254313"/>
                  </a:lnTo>
                  <a:lnTo>
                    <a:pt x="26587" y="3621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255689" y="2876671"/>
              <a:ext cx="7921" cy="385805"/>
            </a:xfrm>
            <a:custGeom>
              <a:avLst/>
              <a:pathLst>
                <a:path w="7921" h="385805">
                  <a:moveTo>
                    <a:pt x="0" y="385805"/>
                  </a:moveTo>
                  <a:lnTo>
                    <a:pt x="730" y="271820"/>
                  </a:lnTo>
                  <a:lnTo>
                    <a:pt x="1585" y="154116"/>
                  </a:lnTo>
                  <a:lnTo>
                    <a:pt x="2441" y="67213"/>
                  </a:lnTo>
                  <a:lnTo>
                    <a:pt x="3296" y="9711"/>
                  </a:lnTo>
                  <a:lnTo>
                    <a:pt x="4152" y="0"/>
                  </a:lnTo>
                  <a:lnTo>
                    <a:pt x="5007" y="70744"/>
                  </a:lnTo>
                  <a:lnTo>
                    <a:pt x="5863" y="184006"/>
                  </a:lnTo>
                  <a:lnTo>
                    <a:pt x="6718" y="271603"/>
                  </a:lnTo>
                  <a:lnTo>
                    <a:pt x="7574" y="355095"/>
                  </a:lnTo>
                  <a:lnTo>
                    <a:pt x="7921" y="3858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268408" y="3129586"/>
              <a:ext cx="3107" cy="132890"/>
            </a:xfrm>
            <a:custGeom>
              <a:avLst/>
              <a:pathLst>
                <a:path w="3107" h="132890">
                  <a:moveTo>
                    <a:pt x="0" y="132890"/>
                  </a:moveTo>
                  <a:lnTo>
                    <a:pt x="844" y="28564"/>
                  </a:lnTo>
                  <a:lnTo>
                    <a:pt x="1699" y="0"/>
                  </a:lnTo>
                  <a:lnTo>
                    <a:pt x="2555" y="103477"/>
                  </a:lnTo>
                  <a:lnTo>
                    <a:pt x="3107" y="1328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5277168" y="3058911"/>
              <a:ext cx="6359" cy="203565"/>
            </a:xfrm>
            <a:custGeom>
              <a:avLst/>
              <a:pathLst>
                <a:path w="6359" h="203565">
                  <a:moveTo>
                    <a:pt x="0" y="203565"/>
                  </a:moveTo>
                  <a:lnTo>
                    <a:pt x="639" y="138732"/>
                  </a:lnTo>
                  <a:lnTo>
                    <a:pt x="1495" y="17109"/>
                  </a:lnTo>
                  <a:lnTo>
                    <a:pt x="2350" y="4814"/>
                  </a:lnTo>
                  <a:lnTo>
                    <a:pt x="3206" y="20409"/>
                  </a:lnTo>
                  <a:lnTo>
                    <a:pt x="4061" y="0"/>
                  </a:lnTo>
                  <a:lnTo>
                    <a:pt x="4917" y="46020"/>
                  </a:lnTo>
                  <a:lnTo>
                    <a:pt x="5772" y="141903"/>
                  </a:lnTo>
                  <a:lnTo>
                    <a:pt x="6359" y="2035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5284223" y="3037128"/>
              <a:ext cx="12274" cy="225349"/>
            </a:xfrm>
            <a:custGeom>
              <a:avLst/>
              <a:pathLst>
                <a:path w="12274" h="225349">
                  <a:moveTo>
                    <a:pt x="0" y="225349"/>
                  </a:moveTo>
                  <a:lnTo>
                    <a:pt x="429" y="196914"/>
                  </a:lnTo>
                  <a:lnTo>
                    <a:pt x="1284" y="141120"/>
                  </a:lnTo>
                  <a:lnTo>
                    <a:pt x="2140" y="125580"/>
                  </a:lnTo>
                  <a:lnTo>
                    <a:pt x="2995" y="92184"/>
                  </a:lnTo>
                  <a:lnTo>
                    <a:pt x="3851" y="77113"/>
                  </a:lnTo>
                  <a:lnTo>
                    <a:pt x="4706" y="27899"/>
                  </a:lnTo>
                  <a:lnTo>
                    <a:pt x="5562" y="352"/>
                  </a:lnTo>
                  <a:lnTo>
                    <a:pt x="6417" y="0"/>
                  </a:lnTo>
                  <a:lnTo>
                    <a:pt x="7273" y="3650"/>
                  </a:lnTo>
                  <a:lnTo>
                    <a:pt x="8128" y="3651"/>
                  </a:lnTo>
                  <a:lnTo>
                    <a:pt x="8984" y="9532"/>
                  </a:lnTo>
                  <a:lnTo>
                    <a:pt x="9839" y="65090"/>
                  </a:lnTo>
                  <a:lnTo>
                    <a:pt x="10695" y="132674"/>
                  </a:lnTo>
                  <a:lnTo>
                    <a:pt x="11550" y="199436"/>
                  </a:lnTo>
                  <a:lnTo>
                    <a:pt x="12274" y="2253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5306946" y="3178068"/>
              <a:ext cx="5574" cy="84409"/>
            </a:xfrm>
            <a:custGeom>
              <a:avLst/>
              <a:pathLst>
                <a:path w="5574" h="84409">
                  <a:moveTo>
                    <a:pt x="0" y="84409"/>
                  </a:moveTo>
                  <a:lnTo>
                    <a:pt x="804" y="36325"/>
                  </a:lnTo>
                  <a:lnTo>
                    <a:pt x="1659" y="5309"/>
                  </a:lnTo>
                  <a:lnTo>
                    <a:pt x="2515" y="0"/>
                  </a:lnTo>
                  <a:lnTo>
                    <a:pt x="3371" y="0"/>
                  </a:lnTo>
                  <a:lnTo>
                    <a:pt x="4226" y="25446"/>
                  </a:lnTo>
                  <a:lnTo>
                    <a:pt x="5082" y="73573"/>
                  </a:lnTo>
                  <a:lnTo>
                    <a:pt x="5574" y="844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319686" y="3261045"/>
              <a:ext cx="68" cy="1431"/>
            </a:xfrm>
            <a:custGeom>
              <a:avLst/>
              <a:pathLst>
                <a:path w="68" h="1431">
                  <a:moveTo>
                    <a:pt x="0" y="1431"/>
                  </a:moveTo>
                  <a:lnTo>
                    <a:pt x="41" y="0"/>
                  </a:lnTo>
                  <a:lnTo>
                    <a:pt x="68" y="14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325548" y="3167010"/>
              <a:ext cx="2111" cy="95466"/>
            </a:xfrm>
            <a:custGeom>
              <a:avLst/>
              <a:pathLst>
                <a:path w="2111" h="95466">
                  <a:moveTo>
                    <a:pt x="0" y="95466"/>
                  </a:moveTo>
                  <a:lnTo>
                    <a:pt x="169" y="86478"/>
                  </a:lnTo>
                  <a:lnTo>
                    <a:pt x="1024" y="0"/>
                  </a:lnTo>
                  <a:lnTo>
                    <a:pt x="1880" y="74691"/>
                  </a:lnTo>
                  <a:lnTo>
                    <a:pt x="2111" y="954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332526" y="3243050"/>
              <a:ext cx="1122" cy="19427"/>
            </a:xfrm>
            <a:custGeom>
              <a:avLst/>
              <a:pathLst>
                <a:path w="1122" h="19427">
                  <a:moveTo>
                    <a:pt x="0" y="19427"/>
                  </a:moveTo>
                  <a:lnTo>
                    <a:pt x="35" y="17184"/>
                  </a:lnTo>
                  <a:lnTo>
                    <a:pt x="890" y="0"/>
                  </a:lnTo>
                  <a:lnTo>
                    <a:pt x="1122" y="194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346152" y="3171725"/>
              <a:ext cx="7378" cy="90751"/>
            </a:xfrm>
            <a:custGeom>
              <a:avLst/>
              <a:pathLst>
                <a:path w="7378" h="90751">
                  <a:moveTo>
                    <a:pt x="0" y="90751"/>
                  </a:moveTo>
                  <a:lnTo>
                    <a:pt x="97" y="81839"/>
                  </a:lnTo>
                  <a:lnTo>
                    <a:pt x="952" y="88784"/>
                  </a:lnTo>
                  <a:lnTo>
                    <a:pt x="1808" y="43538"/>
                  </a:lnTo>
                  <a:lnTo>
                    <a:pt x="2663" y="19975"/>
                  </a:lnTo>
                  <a:lnTo>
                    <a:pt x="3519" y="57786"/>
                  </a:lnTo>
                  <a:lnTo>
                    <a:pt x="4374" y="69357"/>
                  </a:lnTo>
                  <a:lnTo>
                    <a:pt x="5230" y="30429"/>
                  </a:lnTo>
                  <a:lnTo>
                    <a:pt x="6085" y="0"/>
                  </a:lnTo>
                  <a:lnTo>
                    <a:pt x="6941" y="68852"/>
                  </a:lnTo>
                  <a:lnTo>
                    <a:pt x="7378" y="907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5354457" y="3087627"/>
              <a:ext cx="8591" cy="174849"/>
            </a:xfrm>
            <a:custGeom>
              <a:avLst/>
              <a:pathLst>
                <a:path w="8591" h="174849">
                  <a:moveTo>
                    <a:pt x="0" y="174849"/>
                  </a:moveTo>
                  <a:lnTo>
                    <a:pt x="348" y="160493"/>
                  </a:lnTo>
                  <a:lnTo>
                    <a:pt x="1203" y="157531"/>
                  </a:lnTo>
                  <a:lnTo>
                    <a:pt x="2059" y="170445"/>
                  </a:lnTo>
                  <a:lnTo>
                    <a:pt x="2914" y="135528"/>
                  </a:lnTo>
                  <a:lnTo>
                    <a:pt x="3770" y="81410"/>
                  </a:lnTo>
                  <a:lnTo>
                    <a:pt x="4625" y="36612"/>
                  </a:lnTo>
                  <a:lnTo>
                    <a:pt x="5481" y="0"/>
                  </a:lnTo>
                  <a:lnTo>
                    <a:pt x="6336" y="8005"/>
                  </a:lnTo>
                  <a:lnTo>
                    <a:pt x="7192" y="72041"/>
                  </a:lnTo>
                  <a:lnTo>
                    <a:pt x="8047" y="158456"/>
                  </a:lnTo>
                  <a:lnTo>
                    <a:pt x="8591" y="1748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367623" y="3262241"/>
              <a:ext cx="21" cy="236"/>
            </a:xfrm>
            <a:custGeom>
              <a:avLst/>
              <a:pathLst>
                <a:path w="21" h="236">
                  <a:moveTo>
                    <a:pt x="0" y="236"/>
                  </a:moveTo>
                  <a:lnTo>
                    <a:pt x="14" y="0"/>
                  </a:lnTo>
                  <a:lnTo>
                    <a:pt x="21" y="2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5377213" y="3234036"/>
              <a:ext cx="1101" cy="28440"/>
            </a:xfrm>
            <a:custGeom>
              <a:avLst/>
              <a:pathLst>
                <a:path w="1101" h="28440">
                  <a:moveTo>
                    <a:pt x="0" y="28440"/>
                  </a:moveTo>
                  <a:lnTo>
                    <a:pt x="690" y="0"/>
                  </a:lnTo>
                  <a:lnTo>
                    <a:pt x="1101" y="284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5383663" y="3125374"/>
              <a:ext cx="11146" cy="137102"/>
            </a:xfrm>
            <a:custGeom>
              <a:avLst/>
              <a:pathLst>
                <a:path w="11146" h="137102">
                  <a:moveTo>
                    <a:pt x="0" y="137102"/>
                  </a:moveTo>
                  <a:lnTo>
                    <a:pt x="229" y="108406"/>
                  </a:lnTo>
                  <a:lnTo>
                    <a:pt x="1084" y="27219"/>
                  </a:lnTo>
                  <a:lnTo>
                    <a:pt x="1940" y="3234"/>
                  </a:lnTo>
                  <a:lnTo>
                    <a:pt x="2796" y="0"/>
                  </a:lnTo>
                  <a:lnTo>
                    <a:pt x="3651" y="23662"/>
                  </a:lnTo>
                  <a:lnTo>
                    <a:pt x="4507" y="35839"/>
                  </a:lnTo>
                  <a:lnTo>
                    <a:pt x="5362" y="77101"/>
                  </a:lnTo>
                  <a:lnTo>
                    <a:pt x="6218" y="68078"/>
                  </a:lnTo>
                  <a:lnTo>
                    <a:pt x="7073" y="77660"/>
                  </a:lnTo>
                  <a:lnTo>
                    <a:pt x="7929" y="82458"/>
                  </a:lnTo>
                  <a:lnTo>
                    <a:pt x="8784" y="78035"/>
                  </a:lnTo>
                  <a:lnTo>
                    <a:pt x="9640" y="75588"/>
                  </a:lnTo>
                  <a:lnTo>
                    <a:pt x="10495" y="66169"/>
                  </a:lnTo>
                  <a:lnTo>
                    <a:pt x="11146" y="1371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5405096" y="3233530"/>
              <a:ext cx="806" cy="28947"/>
            </a:xfrm>
            <a:custGeom>
              <a:avLst/>
              <a:pathLst>
                <a:path w="806" h="28947">
                  <a:moveTo>
                    <a:pt x="0" y="28947"/>
                  </a:moveTo>
                  <a:lnTo>
                    <a:pt x="185" y="0"/>
                  </a:lnTo>
                  <a:lnTo>
                    <a:pt x="806" y="289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5407196" y="3132812"/>
              <a:ext cx="5636" cy="129664"/>
            </a:xfrm>
            <a:custGeom>
              <a:avLst/>
              <a:pathLst>
                <a:path w="5636" h="129664">
                  <a:moveTo>
                    <a:pt x="0" y="129664"/>
                  </a:moveTo>
                  <a:lnTo>
                    <a:pt x="651" y="86292"/>
                  </a:lnTo>
                  <a:lnTo>
                    <a:pt x="1506" y="0"/>
                  </a:lnTo>
                  <a:lnTo>
                    <a:pt x="2362" y="31563"/>
                  </a:lnTo>
                  <a:lnTo>
                    <a:pt x="3217" y="55038"/>
                  </a:lnTo>
                  <a:lnTo>
                    <a:pt x="4073" y="14911"/>
                  </a:lnTo>
                  <a:lnTo>
                    <a:pt x="4928" y="66349"/>
                  </a:lnTo>
                  <a:lnTo>
                    <a:pt x="5636" y="1296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5414241" y="2977321"/>
              <a:ext cx="15614" cy="285155"/>
            </a:xfrm>
            <a:custGeom>
              <a:avLst/>
              <a:pathLst>
                <a:path w="15614" h="285155">
                  <a:moveTo>
                    <a:pt x="0" y="285155"/>
                  </a:moveTo>
                  <a:lnTo>
                    <a:pt x="450" y="272402"/>
                  </a:lnTo>
                  <a:lnTo>
                    <a:pt x="1306" y="228672"/>
                  </a:lnTo>
                  <a:lnTo>
                    <a:pt x="2162" y="199166"/>
                  </a:lnTo>
                  <a:lnTo>
                    <a:pt x="3017" y="113486"/>
                  </a:lnTo>
                  <a:lnTo>
                    <a:pt x="3873" y="50554"/>
                  </a:lnTo>
                  <a:lnTo>
                    <a:pt x="4728" y="117077"/>
                  </a:lnTo>
                  <a:lnTo>
                    <a:pt x="5584" y="178992"/>
                  </a:lnTo>
                  <a:lnTo>
                    <a:pt x="6439" y="197276"/>
                  </a:lnTo>
                  <a:lnTo>
                    <a:pt x="7295" y="208123"/>
                  </a:lnTo>
                  <a:lnTo>
                    <a:pt x="8150" y="160064"/>
                  </a:lnTo>
                  <a:lnTo>
                    <a:pt x="9006" y="152733"/>
                  </a:lnTo>
                  <a:lnTo>
                    <a:pt x="9861" y="80952"/>
                  </a:lnTo>
                  <a:lnTo>
                    <a:pt x="10717" y="0"/>
                  </a:lnTo>
                  <a:lnTo>
                    <a:pt x="11572" y="25447"/>
                  </a:lnTo>
                  <a:lnTo>
                    <a:pt x="12428" y="24701"/>
                  </a:lnTo>
                  <a:lnTo>
                    <a:pt x="13283" y="89541"/>
                  </a:lnTo>
                  <a:lnTo>
                    <a:pt x="14139" y="170686"/>
                  </a:lnTo>
                  <a:lnTo>
                    <a:pt x="14994" y="229743"/>
                  </a:lnTo>
                  <a:lnTo>
                    <a:pt x="15614" y="2851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5434271" y="2842119"/>
              <a:ext cx="12893" cy="420358"/>
            </a:xfrm>
            <a:custGeom>
              <a:avLst/>
              <a:pathLst>
                <a:path w="12893" h="420358">
                  <a:moveTo>
                    <a:pt x="0" y="420358"/>
                  </a:moveTo>
                  <a:lnTo>
                    <a:pt x="97" y="416924"/>
                  </a:lnTo>
                  <a:lnTo>
                    <a:pt x="953" y="383631"/>
                  </a:lnTo>
                  <a:lnTo>
                    <a:pt x="1808" y="365714"/>
                  </a:lnTo>
                  <a:lnTo>
                    <a:pt x="2664" y="351516"/>
                  </a:lnTo>
                  <a:lnTo>
                    <a:pt x="3519" y="299295"/>
                  </a:lnTo>
                  <a:lnTo>
                    <a:pt x="4375" y="212132"/>
                  </a:lnTo>
                  <a:lnTo>
                    <a:pt x="5230" y="142462"/>
                  </a:lnTo>
                  <a:lnTo>
                    <a:pt x="6086" y="64060"/>
                  </a:lnTo>
                  <a:lnTo>
                    <a:pt x="6941" y="20476"/>
                  </a:lnTo>
                  <a:lnTo>
                    <a:pt x="7797" y="0"/>
                  </a:lnTo>
                  <a:lnTo>
                    <a:pt x="8652" y="56665"/>
                  </a:lnTo>
                  <a:lnTo>
                    <a:pt x="9508" y="156538"/>
                  </a:lnTo>
                  <a:lnTo>
                    <a:pt x="10363" y="226206"/>
                  </a:lnTo>
                  <a:lnTo>
                    <a:pt x="11219" y="307225"/>
                  </a:lnTo>
                  <a:lnTo>
                    <a:pt x="12074" y="363778"/>
                  </a:lnTo>
                  <a:lnTo>
                    <a:pt x="12893" y="4203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5452285" y="3093702"/>
              <a:ext cx="10164" cy="168775"/>
            </a:xfrm>
            <a:custGeom>
              <a:avLst/>
              <a:pathLst>
                <a:path w="10164" h="168775">
                  <a:moveTo>
                    <a:pt x="0" y="168775"/>
                  </a:moveTo>
                  <a:lnTo>
                    <a:pt x="49" y="164808"/>
                  </a:lnTo>
                  <a:lnTo>
                    <a:pt x="905" y="98325"/>
                  </a:lnTo>
                  <a:lnTo>
                    <a:pt x="1760" y="63579"/>
                  </a:lnTo>
                  <a:lnTo>
                    <a:pt x="2616" y="73320"/>
                  </a:lnTo>
                  <a:lnTo>
                    <a:pt x="3471" y="48141"/>
                  </a:lnTo>
                  <a:lnTo>
                    <a:pt x="4327" y="0"/>
                  </a:lnTo>
                  <a:lnTo>
                    <a:pt x="5182" y="41393"/>
                  </a:lnTo>
                  <a:lnTo>
                    <a:pt x="6038" y="86385"/>
                  </a:lnTo>
                  <a:lnTo>
                    <a:pt x="6893" y="128390"/>
                  </a:lnTo>
                  <a:lnTo>
                    <a:pt x="7749" y="160684"/>
                  </a:lnTo>
                  <a:lnTo>
                    <a:pt x="8604" y="155451"/>
                  </a:lnTo>
                  <a:lnTo>
                    <a:pt x="9460" y="155452"/>
                  </a:lnTo>
                  <a:lnTo>
                    <a:pt x="10164" y="1687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5462692" y="2791061"/>
              <a:ext cx="14340" cy="471415"/>
            </a:xfrm>
            <a:custGeom>
              <a:avLst/>
              <a:pathLst>
                <a:path w="14340" h="471415">
                  <a:moveTo>
                    <a:pt x="0" y="471415"/>
                  </a:moveTo>
                  <a:lnTo>
                    <a:pt x="765" y="447092"/>
                  </a:lnTo>
                  <a:lnTo>
                    <a:pt x="1620" y="367223"/>
                  </a:lnTo>
                  <a:lnTo>
                    <a:pt x="2476" y="344831"/>
                  </a:lnTo>
                  <a:lnTo>
                    <a:pt x="3331" y="255386"/>
                  </a:lnTo>
                  <a:lnTo>
                    <a:pt x="4187" y="208991"/>
                  </a:lnTo>
                  <a:lnTo>
                    <a:pt x="5042" y="123616"/>
                  </a:lnTo>
                  <a:lnTo>
                    <a:pt x="5898" y="114134"/>
                  </a:lnTo>
                  <a:lnTo>
                    <a:pt x="6753" y="131053"/>
                  </a:lnTo>
                  <a:lnTo>
                    <a:pt x="7609" y="43773"/>
                  </a:lnTo>
                  <a:lnTo>
                    <a:pt x="8464" y="58262"/>
                  </a:lnTo>
                  <a:lnTo>
                    <a:pt x="9320" y="0"/>
                  </a:lnTo>
                  <a:lnTo>
                    <a:pt x="10176" y="68677"/>
                  </a:lnTo>
                  <a:lnTo>
                    <a:pt x="11031" y="126424"/>
                  </a:lnTo>
                  <a:lnTo>
                    <a:pt x="11887" y="129675"/>
                  </a:lnTo>
                  <a:lnTo>
                    <a:pt x="12742" y="230177"/>
                  </a:lnTo>
                  <a:lnTo>
                    <a:pt x="13598" y="349079"/>
                  </a:lnTo>
                  <a:lnTo>
                    <a:pt x="14340" y="4714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5477848" y="3220146"/>
              <a:ext cx="1994" cy="42330"/>
            </a:xfrm>
            <a:custGeom>
              <a:avLst/>
              <a:pathLst>
                <a:path w="1994" h="42330">
                  <a:moveTo>
                    <a:pt x="0" y="42330"/>
                  </a:moveTo>
                  <a:lnTo>
                    <a:pt x="152" y="38293"/>
                  </a:lnTo>
                  <a:lnTo>
                    <a:pt x="1008" y="0"/>
                  </a:lnTo>
                  <a:lnTo>
                    <a:pt x="1863" y="38570"/>
                  </a:lnTo>
                  <a:lnTo>
                    <a:pt x="1994" y="423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481621" y="1988558"/>
              <a:ext cx="254703" cy="1273918"/>
            </a:xfrm>
            <a:custGeom>
              <a:avLst/>
              <a:pathLst>
                <a:path w="254703" h="1273918">
                  <a:moveTo>
                    <a:pt x="0" y="1273918"/>
                  </a:moveTo>
                  <a:lnTo>
                    <a:pt x="656" y="1214891"/>
                  </a:lnTo>
                  <a:lnTo>
                    <a:pt x="1512" y="1222980"/>
                  </a:lnTo>
                  <a:lnTo>
                    <a:pt x="2367" y="1223954"/>
                  </a:lnTo>
                  <a:lnTo>
                    <a:pt x="3223" y="1156279"/>
                  </a:lnTo>
                  <a:lnTo>
                    <a:pt x="4079" y="1149261"/>
                  </a:lnTo>
                  <a:lnTo>
                    <a:pt x="4934" y="1128444"/>
                  </a:lnTo>
                  <a:lnTo>
                    <a:pt x="5790" y="1147363"/>
                  </a:lnTo>
                  <a:lnTo>
                    <a:pt x="6645" y="1067804"/>
                  </a:lnTo>
                  <a:lnTo>
                    <a:pt x="7501" y="987120"/>
                  </a:lnTo>
                  <a:lnTo>
                    <a:pt x="8356" y="952823"/>
                  </a:lnTo>
                  <a:lnTo>
                    <a:pt x="9212" y="832197"/>
                  </a:lnTo>
                  <a:lnTo>
                    <a:pt x="10067" y="692471"/>
                  </a:lnTo>
                  <a:lnTo>
                    <a:pt x="10923" y="654609"/>
                  </a:lnTo>
                  <a:lnTo>
                    <a:pt x="11778" y="711735"/>
                  </a:lnTo>
                  <a:lnTo>
                    <a:pt x="12634" y="727078"/>
                  </a:lnTo>
                  <a:lnTo>
                    <a:pt x="13489" y="800022"/>
                  </a:lnTo>
                  <a:lnTo>
                    <a:pt x="14345" y="821342"/>
                  </a:lnTo>
                  <a:lnTo>
                    <a:pt x="15200" y="893309"/>
                  </a:lnTo>
                  <a:lnTo>
                    <a:pt x="16056" y="964756"/>
                  </a:lnTo>
                  <a:lnTo>
                    <a:pt x="16911" y="1044963"/>
                  </a:lnTo>
                  <a:lnTo>
                    <a:pt x="17767" y="1139629"/>
                  </a:lnTo>
                  <a:lnTo>
                    <a:pt x="18623" y="1119023"/>
                  </a:lnTo>
                  <a:lnTo>
                    <a:pt x="19478" y="1170080"/>
                  </a:lnTo>
                  <a:lnTo>
                    <a:pt x="20334" y="1192775"/>
                  </a:lnTo>
                  <a:lnTo>
                    <a:pt x="21189" y="1142660"/>
                  </a:lnTo>
                  <a:lnTo>
                    <a:pt x="22045" y="1079260"/>
                  </a:lnTo>
                  <a:lnTo>
                    <a:pt x="22900" y="985224"/>
                  </a:lnTo>
                  <a:lnTo>
                    <a:pt x="23756" y="939177"/>
                  </a:lnTo>
                  <a:lnTo>
                    <a:pt x="24611" y="914387"/>
                  </a:lnTo>
                  <a:lnTo>
                    <a:pt x="25467" y="885433"/>
                  </a:lnTo>
                  <a:lnTo>
                    <a:pt x="26322" y="889238"/>
                  </a:lnTo>
                  <a:lnTo>
                    <a:pt x="27178" y="912384"/>
                  </a:lnTo>
                  <a:lnTo>
                    <a:pt x="28033" y="942441"/>
                  </a:lnTo>
                  <a:lnTo>
                    <a:pt x="28889" y="908709"/>
                  </a:lnTo>
                  <a:lnTo>
                    <a:pt x="29744" y="930782"/>
                  </a:lnTo>
                  <a:lnTo>
                    <a:pt x="30600" y="1040883"/>
                  </a:lnTo>
                  <a:lnTo>
                    <a:pt x="31455" y="1046990"/>
                  </a:lnTo>
                  <a:lnTo>
                    <a:pt x="32311" y="978636"/>
                  </a:lnTo>
                  <a:lnTo>
                    <a:pt x="33166" y="933636"/>
                  </a:lnTo>
                  <a:lnTo>
                    <a:pt x="34022" y="995638"/>
                  </a:lnTo>
                  <a:lnTo>
                    <a:pt x="34878" y="938929"/>
                  </a:lnTo>
                  <a:lnTo>
                    <a:pt x="35733" y="810742"/>
                  </a:lnTo>
                  <a:lnTo>
                    <a:pt x="36589" y="754961"/>
                  </a:lnTo>
                  <a:lnTo>
                    <a:pt x="37444" y="671062"/>
                  </a:lnTo>
                  <a:lnTo>
                    <a:pt x="38300" y="553907"/>
                  </a:lnTo>
                  <a:lnTo>
                    <a:pt x="39155" y="487648"/>
                  </a:lnTo>
                  <a:lnTo>
                    <a:pt x="40011" y="476456"/>
                  </a:lnTo>
                  <a:lnTo>
                    <a:pt x="40866" y="427196"/>
                  </a:lnTo>
                  <a:lnTo>
                    <a:pt x="41722" y="363059"/>
                  </a:lnTo>
                  <a:lnTo>
                    <a:pt x="42577" y="294489"/>
                  </a:lnTo>
                  <a:lnTo>
                    <a:pt x="43433" y="352253"/>
                  </a:lnTo>
                  <a:lnTo>
                    <a:pt x="44288" y="426689"/>
                  </a:lnTo>
                  <a:lnTo>
                    <a:pt x="45144" y="384952"/>
                  </a:lnTo>
                  <a:lnTo>
                    <a:pt x="45999" y="388601"/>
                  </a:lnTo>
                  <a:lnTo>
                    <a:pt x="46855" y="434081"/>
                  </a:lnTo>
                  <a:lnTo>
                    <a:pt x="47710" y="566269"/>
                  </a:lnTo>
                  <a:lnTo>
                    <a:pt x="48566" y="658992"/>
                  </a:lnTo>
                  <a:lnTo>
                    <a:pt x="49421" y="695590"/>
                  </a:lnTo>
                  <a:lnTo>
                    <a:pt x="50277" y="850647"/>
                  </a:lnTo>
                  <a:lnTo>
                    <a:pt x="51133" y="911757"/>
                  </a:lnTo>
                  <a:lnTo>
                    <a:pt x="51988" y="936319"/>
                  </a:lnTo>
                  <a:lnTo>
                    <a:pt x="52844" y="928947"/>
                  </a:lnTo>
                  <a:lnTo>
                    <a:pt x="53699" y="955677"/>
                  </a:lnTo>
                  <a:lnTo>
                    <a:pt x="54555" y="955979"/>
                  </a:lnTo>
                  <a:lnTo>
                    <a:pt x="55410" y="946053"/>
                  </a:lnTo>
                  <a:lnTo>
                    <a:pt x="56266" y="1013822"/>
                  </a:lnTo>
                  <a:lnTo>
                    <a:pt x="57121" y="1092002"/>
                  </a:lnTo>
                  <a:lnTo>
                    <a:pt x="57977" y="1190804"/>
                  </a:lnTo>
                  <a:lnTo>
                    <a:pt x="58832" y="1241124"/>
                  </a:lnTo>
                  <a:lnTo>
                    <a:pt x="59688" y="1256144"/>
                  </a:lnTo>
                  <a:lnTo>
                    <a:pt x="60543" y="1219450"/>
                  </a:lnTo>
                  <a:lnTo>
                    <a:pt x="61399" y="1211967"/>
                  </a:lnTo>
                  <a:lnTo>
                    <a:pt x="62254" y="1177595"/>
                  </a:lnTo>
                  <a:lnTo>
                    <a:pt x="63110" y="1196663"/>
                  </a:lnTo>
                  <a:lnTo>
                    <a:pt x="63965" y="1198271"/>
                  </a:lnTo>
                  <a:lnTo>
                    <a:pt x="64821" y="1178681"/>
                  </a:lnTo>
                  <a:lnTo>
                    <a:pt x="65677" y="1200091"/>
                  </a:lnTo>
                  <a:lnTo>
                    <a:pt x="66532" y="1143227"/>
                  </a:lnTo>
                  <a:lnTo>
                    <a:pt x="67388" y="1144534"/>
                  </a:lnTo>
                  <a:lnTo>
                    <a:pt x="68243" y="1114217"/>
                  </a:lnTo>
                  <a:lnTo>
                    <a:pt x="69099" y="1080624"/>
                  </a:lnTo>
                  <a:lnTo>
                    <a:pt x="69954" y="934265"/>
                  </a:lnTo>
                  <a:lnTo>
                    <a:pt x="70810" y="767613"/>
                  </a:lnTo>
                  <a:lnTo>
                    <a:pt x="71665" y="653141"/>
                  </a:lnTo>
                  <a:lnTo>
                    <a:pt x="72521" y="509742"/>
                  </a:lnTo>
                  <a:lnTo>
                    <a:pt x="73376" y="341300"/>
                  </a:lnTo>
                  <a:lnTo>
                    <a:pt x="74232" y="240486"/>
                  </a:lnTo>
                  <a:lnTo>
                    <a:pt x="75087" y="322571"/>
                  </a:lnTo>
                  <a:lnTo>
                    <a:pt x="75943" y="438890"/>
                  </a:lnTo>
                  <a:lnTo>
                    <a:pt x="76798" y="556699"/>
                  </a:lnTo>
                  <a:lnTo>
                    <a:pt x="77654" y="697427"/>
                  </a:lnTo>
                  <a:lnTo>
                    <a:pt x="78509" y="818437"/>
                  </a:lnTo>
                  <a:lnTo>
                    <a:pt x="79365" y="776151"/>
                  </a:lnTo>
                  <a:lnTo>
                    <a:pt x="80220" y="646594"/>
                  </a:lnTo>
                  <a:lnTo>
                    <a:pt x="81076" y="575947"/>
                  </a:lnTo>
                  <a:lnTo>
                    <a:pt x="81932" y="549162"/>
                  </a:lnTo>
                  <a:lnTo>
                    <a:pt x="82787" y="547339"/>
                  </a:lnTo>
                  <a:lnTo>
                    <a:pt x="83643" y="590166"/>
                  </a:lnTo>
                  <a:lnTo>
                    <a:pt x="84498" y="628525"/>
                  </a:lnTo>
                  <a:lnTo>
                    <a:pt x="85354" y="728048"/>
                  </a:lnTo>
                  <a:lnTo>
                    <a:pt x="86209" y="871172"/>
                  </a:lnTo>
                  <a:lnTo>
                    <a:pt x="87065" y="990894"/>
                  </a:lnTo>
                  <a:lnTo>
                    <a:pt x="87920" y="978248"/>
                  </a:lnTo>
                  <a:lnTo>
                    <a:pt x="88776" y="905507"/>
                  </a:lnTo>
                  <a:lnTo>
                    <a:pt x="89631" y="875986"/>
                  </a:lnTo>
                  <a:lnTo>
                    <a:pt x="90487" y="851019"/>
                  </a:lnTo>
                  <a:lnTo>
                    <a:pt x="91342" y="698140"/>
                  </a:lnTo>
                  <a:lnTo>
                    <a:pt x="92198" y="519286"/>
                  </a:lnTo>
                  <a:lnTo>
                    <a:pt x="93053" y="454386"/>
                  </a:lnTo>
                  <a:lnTo>
                    <a:pt x="93909" y="511238"/>
                  </a:lnTo>
                  <a:lnTo>
                    <a:pt x="94764" y="588438"/>
                  </a:lnTo>
                  <a:lnTo>
                    <a:pt x="95620" y="575828"/>
                  </a:lnTo>
                  <a:lnTo>
                    <a:pt x="96475" y="631779"/>
                  </a:lnTo>
                  <a:lnTo>
                    <a:pt x="97331" y="726284"/>
                  </a:lnTo>
                  <a:lnTo>
                    <a:pt x="98187" y="799575"/>
                  </a:lnTo>
                  <a:lnTo>
                    <a:pt x="99042" y="715479"/>
                  </a:lnTo>
                  <a:lnTo>
                    <a:pt x="99898" y="738246"/>
                  </a:lnTo>
                  <a:lnTo>
                    <a:pt x="100753" y="879833"/>
                  </a:lnTo>
                  <a:lnTo>
                    <a:pt x="101609" y="877983"/>
                  </a:lnTo>
                  <a:lnTo>
                    <a:pt x="102464" y="811088"/>
                  </a:lnTo>
                  <a:lnTo>
                    <a:pt x="103320" y="755602"/>
                  </a:lnTo>
                  <a:lnTo>
                    <a:pt x="104175" y="759759"/>
                  </a:lnTo>
                  <a:lnTo>
                    <a:pt x="105031" y="736380"/>
                  </a:lnTo>
                  <a:lnTo>
                    <a:pt x="105886" y="724509"/>
                  </a:lnTo>
                  <a:lnTo>
                    <a:pt x="106742" y="705708"/>
                  </a:lnTo>
                  <a:lnTo>
                    <a:pt x="107597" y="713253"/>
                  </a:lnTo>
                  <a:lnTo>
                    <a:pt x="108453" y="700896"/>
                  </a:lnTo>
                  <a:lnTo>
                    <a:pt x="109308" y="711225"/>
                  </a:lnTo>
                  <a:lnTo>
                    <a:pt x="110164" y="798006"/>
                  </a:lnTo>
                  <a:lnTo>
                    <a:pt x="111019" y="834160"/>
                  </a:lnTo>
                  <a:lnTo>
                    <a:pt x="111875" y="906528"/>
                  </a:lnTo>
                  <a:lnTo>
                    <a:pt x="112731" y="948186"/>
                  </a:lnTo>
                  <a:lnTo>
                    <a:pt x="113586" y="961581"/>
                  </a:lnTo>
                  <a:lnTo>
                    <a:pt x="114442" y="998527"/>
                  </a:lnTo>
                  <a:lnTo>
                    <a:pt x="115297" y="856857"/>
                  </a:lnTo>
                  <a:lnTo>
                    <a:pt x="116153" y="724027"/>
                  </a:lnTo>
                  <a:lnTo>
                    <a:pt x="117008" y="730545"/>
                  </a:lnTo>
                  <a:lnTo>
                    <a:pt x="117864" y="789895"/>
                  </a:lnTo>
                  <a:lnTo>
                    <a:pt x="118719" y="835683"/>
                  </a:lnTo>
                  <a:lnTo>
                    <a:pt x="119575" y="836095"/>
                  </a:lnTo>
                  <a:lnTo>
                    <a:pt x="120430" y="888689"/>
                  </a:lnTo>
                  <a:lnTo>
                    <a:pt x="121286" y="919656"/>
                  </a:lnTo>
                  <a:lnTo>
                    <a:pt x="122141" y="894295"/>
                  </a:lnTo>
                  <a:lnTo>
                    <a:pt x="122997" y="858970"/>
                  </a:lnTo>
                  <a:lnTo>
                    <a:pt x="123852" y="873047"/>
                  </a:lnTo>
                  <a:lnTo>
                    <a:pt x="124708" y="949347"/>
                  </a:lnTo>
                  <a:lnTo>
                    <a:pt x="125563" y="962759"/>
                  </a:lnTo>
                  <a:lnTo>
                    <a:pt x="126419" y="948713"/>
                  </a:lnTo>
                  <a:lnTo>
                    <a:pt x="127274" y="946274"/>
                  </a:lnTo>
                  <a:lnTo>
                    <a:pt x="128130" y="977453"/>
                  </a:lnTo>
                  <a:lnTo>
                    <a:pt x="128986" y="1013848"/>
                  </a:lnTo>
                  <a:lnTo>
                    <a:pt x="129841" y="982291"/>
                  </a:lnTo>
                  <a:lnTo>
                    <a:pt x="130697" y="996767"/>
                  </a:lnTo>
                  <a:lnTo>
                    <a:pt x="131552" y="1062523"/>
                  </a:lnTo>
                  <a:lnTo>
                    <a:pt x="132408" y="1071466"/>
                  </a:lnTo>
                  <a:lnTo>
                    <a:pt x="133263" y="1037504"/>
                  </a:lnTo>
                  <a:lnTo>
                    <a:pt x="134119" y="1021021"/>
                  </a:lnTo>
                  <a:lnTo>
                    <a:pt x="134974" y="993509"/>
                  </a:lnTo>
                  <a:lnTo>
                    <a:pt x="135830" y="949017"/>
                  </a:lnTo>
                  <a:lnTo>
                    <a:pt x="136685" y="900710"/>
                  </a:lnTo>
                  <a:lnTo>
                    <a:pt x="137541" y="825237"/>
                  </a:lnTo>
                  <a:lnTo>
                    <a:pt x="138396" y="774745"/>
                  </a:lnTo>
                  <a:lnTo>
                    <a:pt x="139252" y="793245"/>
                  </a:lnTo>
                  <a:lnTo>
                    <a:pt x="140107" y="869149"/>
                  </a:lnTo>
                  <a:lnTo>
                    <a:pt x="140963" y="947418"/>
                  </a:lnTo>
                  <a:lnTo>
                    <a:pt x="141818" y="886798"/>
                  </a:lnTo>
                  <a:lnTo>
                    <a:pt x="142674" y="849516"/>
                  </a:lnTo>
                  <a:lnTo>
                    <a:pt x="143529" y="817854"/>
                  </a:lnTo>
                  <a:lnTo>
                    <a:pt x="144385" y="663008"/>
                  </a:lnTo>
                  <a:lnTo>
                    <a:pt x="145241" y="422717"/>
                  </a:lnTo>
                  <a:lnTo>
                    <a:pt x="146096" y="248589"/>
                  </a:lnTo>
                  <a:lnTo>
                    <a:pt x="146952" y="270173"/>
                  </a:lnTo>
                  <a:lnTo>
                    <a:pt x="147807" y="426952"/>
                  </a:lnTo>
                  <a:lnTo>
                    <a:pt x="148663" y="516246"/>
                  </a:lnTo>
                  <a:lnTo>
                    <a:pt x="149518" y="568642"/>
                  </a:lnTo>
                  <a:lnTo>
                    <a:pt x="150374" y="759140"/>
                  </a:lnTo>
                  <a:lnTo>
                    <a:pt x="151229" y="942619"/>
                  </a:lnTo>
                  <a:lnTo>
                    <a:pt x="152085" y="1052577"/>
                  </a:lnTo>
                  <a:lnTo>
                    <a:pt x="152940" y="1059243"/>
                  </a:lnTo>
                  <a:lnTo>
                    <a:pt x="153796" y="1029697"/>
                  </a:lnTo>
                  <a:lnTo>
                    <a:pt x="154651" y="1056360"/>
                  </a:lnTo>
                  <a:lnTo>
                    <a:pt x="155507" y="1041332"/>
                  </a:lnTo>
                  <a:lnTo>
                    <a:pt x="156362" y="903220"/>
                  </a:lnTo>
                  <a:lnTo>
                    <a:pt x="157218" y="818880"/>
                  </a:lnTo>
                  <a:lnTo>
                    <a:pt x="158073" y="766265"/>
                  </a:lnTo>
                  <a:lnTo>
                    <a:pt x="158929" y="722039"/>
                  </a:lnTo>
                  <a:lnTo>
                    <a:pt x="159784" y="665918"/>
                  </a:lnTo>
                  <a:lnTo>
                    <a:pt x="160640" y="541879"/>
                  </a:lnTo>
                  <a:lnTo>
                    <a:pt x="161496" y="476741"/>
                  </a:lnTo>
                  <a:lnTo>
                    <a:pt x="162351" y="333636"/>
                  </a:lnTo>
                  <a:lnTo>
                    <a:pt x="163207" y="198984"/>
                  </a:lnTo>
                  <a:lnTo>
                    <a:pt x="164062" y="176178"/>
                  </a:lnTo>
                  <a:lnTo>
                    <a:pt x="164918" y="156007"/>
                  </a:lnTo>
                  <a:lnTo>
                    <a:pt x="165773" y="144184"/>
                  </a:lnTo>
                  <a:lnTo>
                    <a:pt x="166629" y="166027"/>
                  </a:lnTo>
                  <a:lnTo>
                    <a:pt x="167484" y="253329"/>
                  </a:lnTo>
                  <a:lnTo>
                    <a:pt x="168340" y="387339"/>
                  </a:lnTo>
                  <a:lnTo>
                    <a:pt x="169195" y="468369"/>
                  </a:lnTo>
                  <a:lnTo>
                    <a:pt x="170051" y="541327"/>
                  </a:lnTo>
                  <a:lnTo>
                    <a:pt x="170906" y="560300"/>
                  </a:lnTo>
                  <a:lnTo>
                    <a:pt x="171762" y="560777"/>
                  </a:lnTo>
                  <a:lnTo>
                    <a:pt x="172617" y="561834"/>
                  </a:lnTo>
                  <a:lnTo>
                    <a:pt x="173473" y="479391"/>
                  </a:lnTo>
                  <a:lnTo>
                    <a:pt x="174328" y="434810"/>
                  </a:lnTo>
                  <a:lnTo>
                    <a:pt x="175184" y="372577"/>
                  </a:lnTo>
                  <a:lnTo>
                    <a:pt x="176040" y="407502"/>
                  </a:lnTo>
                  <a:lnTo>
                    <a:pt x="176895" y="558985"/>
                  </a:lnTo>
                  <a:lnTo>
                    <a:pt x="177751" y="751277"/>
                  </a:lnTo>
                  <a:lnTo>
                    <a:pt x="178606" y="905751"/>
                  </a:lnTo>
                  <a:lnTo>
                    <a:pt x="179462" y="865535"/>
                  </a:lnTo>
                  <a:lnTo>
                    <a:pt x="180317" y="883991"/>
                  </a:lnTo>
                  <a:lnTo>
                    <a:pt x="181173" y="989797"/>
                  </a:lnTo>
                  <a:lnTo>
                    <a:pt x="182028" y="1019244"/>
                  </a:lnTo>
                  <a:lnTo>
                    <a:pt x="182884" y="940779"/>
                  </a:lnTo>
                  <a:lnTo>
                    <a:pt x="183739" y="856840"/>
                  </a:lnTo>
                  <a:lnTo>
                    <a:pt x="184595" y="922739"/>
                  </a:lnTo>
                  <a:lnTo>
                    <a:pt x="185450" y="1031188"/>
                  </a:lnTo>
                  <a:lnTo>
                    <a:pt x="186306" y="1001512"/>
                  </a:lnTo>
                  <a:lnTo>
                    <a:pt x="187161" y="958095"/>
                  </a:lnTo>
                  <a:lnTo>
                    <a:pt x="188017" y="978485"/>
                  </a:lnTo>
                  <a:lnTo>
                    <a:pt x="188872" y="1043649"/>
                  </a:lnTo>
                  <a:lnTo>
                    <a:pt x="189728" y="1053131"/>
                  </a:lnTo>
                  <a:lnTo>
                    <a:pt x="190583" y="952217"/>
                  </a:lnTo>
                  <a:lnTo>
                    <a:pt x="191439" y="945393"/>
                  </a:lnTo>
                  <a:lnTo>
                    <a:pt x="192295" y="974416"/>
                  </a:lnTo>
                  <a:lnTo>
                    <a:pt x="193150" y="994513"/>
                  </a:lnTo>
                  <a:lnTo>
                    <a:pt x="194006" y="1018046"/>
                  </a:lnTo>
                  <a:lnTo>
                    <a:pt x="194861" y="1078502"/>
                  </a:lnTo>
                  <a:lnTo>
                    <a:pt x="195717" y="1148618"/>
                  </a:lnTo>
                  <a:lnTo>
                    <a:pt x="196572" y="1149295"/>
                  </a:lnTo>
                  <a:lnTo>
                    <a:pt x="197428" y="1148779"/>
                  </a:lnTo>
                  <a:lnTo>
                    <a:pt x="198283" y="1094203"/>
                  </a:lnTo>
                  <a:lnTo>
                    <a:pt x="199139" y="1024299"/>
                  </a:lnTo>
                  <a:lnTo>
                    <a:pt x="199994" y="1030539"/>
                  </a:lnTo>
                  <a:lnTo>
                    <a:pt x="200850" y="1025145"/>
                  </a:lnTo>
                  <a:lnTo>
                    <a:pt x="201705" y="1007665"/>
                  </a:lnTo>
                  <a:lnTo>
                    <a:pt x="202561" y="993691"/>
                  </a:lnTo>
                  <a:lnTo>
                    <a:pt x="203416" y="944085"/>
                  </a:lnTo>
                  <a:lnTo>
                    <a:pt x="204272" y="892931"/>
                  </a:lnTo>
                  <a:lnTo>
                    <a:pt x="205127" y="825652"/>
                  </a:lnTo>
                  <a:lnTo>
                    <a:pt x="205983" y="763322"/>
                  </a:lnTo>
                  <a:lnTo>
                    <a:pt x="206838" y="651712"/>
                  </a:lnTo>
                  <a:lnTo>
                    <a:pt x="207694" y="611701"/>
                  </a:lnTo>
                  <a:lnTo>
                    <a:pt x="208550" y="628263"/>
                  </a:lnTo>
                  <a:lnTo>
                    <a:pt x="209405" y="626309"/>
                  </a:lnTo>
                  <a:lnTo>
                    <a:pt x="210261" y="554819"/>
                  </a:lnTo>
                  <a:lnTo>
                    <a:pt x="211116" y="520278"/>
                  </a:lnTo>
                  <a:lnTo>
                    <a:pt x="211972" y="527327"/>
                  </a:lnTo>
                  <a:lnTo>
                    <a:pt x="212827" y="424950"/>
                  </a:lnTo>
                  <a:lnTo>
                    <a:pt x="213683" y="333973"/>
                  </a:lnTo>
                  <a:lnTo>
                    <a:pt x="214538" y="245338"/>
                  </a:lnTo>
                  <a:lnTo>
                    <a:pt x="215394" y="238020"/>
                  </a:lnTo>
                  <a:lnTo>
                    <a:pt x="216249" y="225616"/>
                  </a:lnTo>
                  <a:lnTo>
                    <a:pt x="217105" y="283964"/>
                  </a:lnTo>
                  <a:lnTo>
                    <a:pt x="217960" y="291554"/>
                  </a:lnTo>
                  <a:lnTo>
                    <a:pt x="218816" y="251354"/>
                  </a:lnTo>
                  <a:lnTo>
                    <a:pt x="219671" y="195079"/>
                  </a:lnTo>
                  <a:lnTo>
                    <a:pt x="220527" y="170873"/>
                  </a:lnTo>
                  <a:lnTo>
                    <a:pt x="221382" y="116100"/>
                  </a:lnTo>
                  <a:lnTo>
                    <a:pt x="222238" y="46283"/>
                  </a:lnTo>
                  <a:lnTo>
                    <a:pt x="223094" y="97095"/>
                  </a:lnTo>
                  <a:lnTo>
                    <a:pt x="223949" y="194997"/>
                  </a:lnTo>
                  <a:lnTo>
                    <a:pt x="224805" y="366359"/>
                  </a:lnTo>
                  <a:lnTo>
                    <a:pt x="225660" y="457454"/>
                  </a:lnTo>
                  <a:lnTo>
                    <a:pt x="226516" y="617798"/>
                  </a:lnTo>
                  <a:lnTo>
                    <a:pt x="227371" y="792881"/>
                  </a:lnTo>
                  <a:lnTo>
                    <a:pt x="228227" y="807686"/>
                  </a:lnTo>
                  <a:lnTo>
                    <a:pt x="229082" y="730923"/>
                  </a:lnTo>
                  <a:lnTo>
                    <a:pt x="229938" y="545336"/>
                  </a:lnTo>
                  <a:lnTo>
                    <a:pt x="230793" y="396063"/>
                  </a:lnTo>
                  <a:lnTo>
                    <a:pt x="231649" y="305739"/>
                  </a:lnTo>
                  <a:lnTo>
                    <a:pt x="232504" y="138973"/>
                  </a:lnTo>
                  <a:lnTo>
                    <a:pt x="233360" y="0"/>
                  </a:lnTo>
                  <a:lnTo>
                    <a:pt x="234215" y="35711"/>
                  </a:lnTo>
                  <a:lnTo>
                    <a:pt x="235071" y="113337"/>
                  </a:lnTo>
                  <a:lnTo>
                    <a:pt x="235926" y="137148"/>
                  </a:lnTo>
                  <a:lnTo>
                    <a:pt x="236782" y="131092"/>
                  </a:lnTo>
                  <a:lnTo>
                    <a:pt x="237637" y="204565"/>
                  </a:lnTo>
                  <a:lnTo>
                    <a:pt x="238493" y="348132"/>
                  </a:lnTo>
                  <a:lnTo>
                    <a:pt x="239349" y="497952"/>
                  </a:lnTo>
                  <a:lnTo>
                    <a:pt x="240204" y="618677"/>
                  </a:lnTo>
                  <a:lnTo>
                    <a:pt x="241060" y="730378"/>
                  </a:lnTo>
                  <a:lnTo>
                    <a:pt x="241915" y="811918"/>
                  </a:lnTo>
                  <a:lnTo>
                    <a:pt x="242771" y="814886"/>
                  </a:lnTo>
                  <a:lnTo>
                    <a:pt x="243626" y="837325"/>
                  </a:lnTo>
                  <a:lnTo>
                    <a:pt x="244482" y="779981"/>
                  </a:lnTo>
                  <a:lnTo>
                    <a:pt x="245337" y="705018"/>
                  </a:lnTo>
                  <a:lnTo>
                    <a:pt x="246193" y="620383"/>
                  </a:lnTo>
                  <a:lnTo>
                    <a:pt x="247048" y="588803"/>
                  </a:lnTo>
                  <a:lnTo>
                    <a:pt x="247904" y="632696"/>
                  </a:lnTo>
                  <a:lnTo>
                    <a:pt x="248759" y="651162"/>
                  </a:lnTo>
                  <a:lnTo>
                    <a:pt x="249615" y="651427"/>
                  </a:lnTo>
                  <a:lnTo>
                    <a:pt x="250470" y="797459"/>
                  </a:lnTo>
                  <a:lnTo>
                    <a:pt x="251326" y="985493"/>
                  </a:lnTo>
                  <a:lnTo>
                    <a:pt x="252181" y="1115150"/>
                  </a:lnTo>
                  <a:lnTo>
                    <a:pt x="253037" y="1170190"/>
                  </a:lnTo>
                  <a:lnTo>
                    <a:pt x="253892" y="1222759"/>
                  </a:lnTo>
                  <a:lnTo>
                    <a:pt x="254703" y="12739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5736594" y="3120328"/>
              <a:ext cx="8244" cy="142148"/>
            </a:xfrm>
            <a:custGeom>
              <a:avLst/>
              <a:pathLst>
                <a:path w="8244" h="142148">
                  <a:moveTo>
                    <a:pt x="0" y="142148"/>
                  </a:moveTo>
                  <a:lnTo>
                    <a:pt x="631" y="134165"/>
                  </a:lnTo>
                  <a:lnTo>
                    <a:pt x="1487" y="106372"/>
                  </a:lnTo>
                  <a:lnTo>
                    <a:pt x="2342" y="26545"/>
                  </a:lnTo>
                  <a:lnTo>
                    <a:pt x="3198" y="0"/>
                  </a:lnTo>
                  <a:lnTo>
                    <a:pt x="4053" y="1"/>
                  </a:lnTo>
                  <a:lnTo>
                    <a:pt x="4909" y="2"/>
                  </a:lnTo>
                  <a:lnTo>
                    <a:pt x="5765" y="2"/>
                  </a:lnTo>
                  <a:lnTo>
                    <a:pt x="6620" y="46034"/>
                  </a:lnTo>
                  <a:lnTo>
                    <a:pt x="7476" y="123089"/>
                  </a:lnTo>
                  <a:lnTo>
                    <a:pt x="8244" y="1421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5752916" y="341415"/>
              <a:ext cx="349500" cy="2921061"/>
            </a:xfrm>
            <a:custGeom>
              <a:avLst/>
              <a:pathLst>
                <a:path w="349500" h="2921061">
                  <a:moveTo>
                    <a:pt x="0" y="2921061"/>
                  </a:moveTo>
                  <a:lnTo>
                    <a:pt x="564" y="2891525"/>
                  </a:lnTo>
                  <a:lnTo>
                    <a:pt x="1419" y="2739954"/>
                  </a:lnTo>
                  <a:lnTo>
                    <a:pt x="2275" y="2537989"/>
                  </a:lnTo>
                  <a:lnTo>
                    <a:pt x="3130" y="2397630"/>
                  </a:lnTo>
                  <a:lnTo>
                    <a:pt x="3986" y="2353769"/>
                  </a:lnTo>
                  <a:lnTo>
                    <a:pt x="4842" y="2215404"/>
                  </a:lnTo>
                  <a:lnTo>
                    <a:pt x="5697" y="2106100"/>
                  </a:lnTo>
                  <a:lnTo>
                    <a:pt x="6553" y="2204583"/>
                  </a:lnTo>
                  <a:lnTo>
                    <a:pt x="7408" y="2368745"/>
                  </a:lnTo>
                  <a:lnTo>
                    <a:pt x="8264" y="2456909"/>
                  </a:lnTo>
                  <a:lnTo>
                    <a:pt x="9119" y="2341426"/>
                  </a:lnTo>
                  <a:lnTo>
                    <a:pt x="9975" y="2269756"/>
                  </a:lnTo>
                  <a:lnTo>
                    <a:pt x="10830" y="2203186"/>
                  </a:lnTo>
                  <a:lnTo>
                    <a:pt x="11686" y="2017931"/>
                  </a:lnTo>
                  <a:lnTo>
                    <a:pt x="12541" y="1862562"/>
                  </a:lnTo>
                  <a:lnTo>
                    <a:pt x="13397" y="1723666"/>
                  </a:lnTo>
                  <a:lnTo>
                    <a:pt x="14252" y="1738160"/>
                  </a:lnTo>
                  <a:lnTo>
                    <a:pt x="15108" y="1790776"/>
                  </a:lnTo>
                  <a:lnTo>
                    <a:pt x="15963" y="1851644"/>
                  </a:lnTo>
                  <a:lnTo>
                    <a:pt x="16819" y="1912841"/>
                  </a:lnTo>
                  <a:lnTo>
                    <a:pt x="17674" y="1930555"/>
                  </a:lnTo>
                  <a:lnTo>
                    <a:pt x="18530" y="1964749"/>
                  </a:lnTo>
                  <a:lnTo>
                    <a:pt x="19386" y="1951159"/>
                  </a:lnTo>
                  <a:lnTo>
                    <a:pt x="20241" y="1851899"/>
                  </a:lnTo>
                  <a:lnTo>
                    <a:pt x="21097" y="1835221"/>
                  </a:lnTo>
                  <a:lnTo>
                    <a:pt x="21952" y="1912716"/>
                  </a:lnTo>
                  <a:lnTo>
                    <a:pt x="22808" y="1985663"/>
                  </a:lnTo>
                  <a:lnTo>
                    <a:pt x="23663" y="2123568"/>
                  </a:lnTo>
                  <a:lnTo>
                    <a:pt x="24519" y="2265679"/>
                  </a:lnTo>
                  <a:lnTo>
                    <a:pt x="25374" y="2440167"/>
                  </a:lnTo>
                  <a:lnTo>
                    <a:pt x="26230" y="2529374"/>
                  </a:lnTo>
                  <a:lnTo>
                    <a:pt x="27085" y="2568734"/>
                  </a:lnTo>
                  <a:lnTo>
                    <a:pt x="27941" y="2595080"/>
                  </a:lnTo>
                  <a:lnTo>
                    <a:pt x="28796" y="2556244"/>
                  </a:lnTo>
                  <a:lnTo>
                    <a:pt x="29652" y="2465431"/>
                  </a:lnTo>
                  <a:lnTo>
                    <a:pt x="30507" y="2391690"/>
                  </a:lnTo>
                  <a:lnTo>
                    <a:pt x="31363" y="2305972"/>
                  </a:lnTo>
                  <a:lnTo>
                    <a:pt x="32218" y="2190610"/>
                  </a:lnTo>
                  <a:lnTo>
                    <a:pt x="33074" y="2159461"/>
                  </a:lnTo>
                  <a:lnTo>
                    <a:pt x="33929" y="2129670"/>
                  </a:lnTo>
                  <a:lnTo>
                    <a:pt x="34785" y="2149392"/>
                  </a:lnTo>
                  <a:lnTo>
                    <a:pt x="35641" y="2170671"/>
                  </a:lnTo>
                  <a:lnTo>
                    <a:pt x="36496" y="2218520"/>
                  </a:lnTo>
                  <a:lnTo>
                    <a:pt x="37352" y="2277027"/>
                  </a:lnTo>
                  <a:lnTo>
                    <a:pt x="38207" y="2226821"/>
                  </a:lnTo>
                  <a:lnTo>
                    <a:pt x="39063" y="2255558"/>
                  </a:lnTo>
                  <a:lnTo>
                    <a:pt x="39918" y="2308679"/>
                  </a:lnTo>
                  <a:lnTo>
                    <a:pt x="40774" y="2342498"/>
                  </a:lnTo>
                  <a:lnTo>
                    <a:pt x="41629" y="2342978"/>
                  </a:lnTo>
                  <a:lnTo>
                    <a:pt x="42485" y="2367958"/>
                  </a:lnTo>
                  <a:lnTo>
                    <a:pt x="43340" y="2448819"/>
                  </a:lnTo>
                  <a:lnTo>
                    <a:pt x="44196" y="2435137"/>
                  </a:lnTo>
                  <a:lnTo>
                    <a:pt x="45051" y="2430582"/>
                  </a:lnTo>
                  <a:lnTo>
                    <a:pt x="45907" y="2426519"/>
                  </a:lnTo>
                  <a:lnTo>
                    <a:pt x="46762" y="2347432"/>
                  </a:lnTo>
                  <a:lnTo>
                    <a:pt x="47618" y="2208515"/>
                  </a:lnTo>
                  <a:lnTo>
                    <a:pt x="48473" y="2107569"/>
                  </a:lnTo>
                  <a:lnTo>
                    <a:pt x="49329" y="2124299"/>
                  </a:lnTo>
                  <a:lnTo>
                    <a:pt x="50184" y="2076503"/>
                  </a:lnTo>
                  <a:lnTo>
                    <a:pt x="51040" y="1984546"/>
                  </a:lnTo>
                  <a:lnTo>
                    <a:pt x="51896" y="1939567"/>
                  </a:lnTo>
                  <a:lnTo>
                    <a:pt x="52751" y="1967019"/>
                  </a:lnTo>
                  <a:lnTo>
                    <a:pt x="53607" y="1990480"/>
                  </a:lnTo>
                  <a:lnTo>
                    <a:pt x="54462" y="1939055"/>
                  </a:lnTo>
                  <a:lnTo>
                    <a:pt x="55318" y="1982643"/>
                  </a:lnTo>
                  <a:lnTo>
                    <a:pt x="56173" y="2168194"/>
                  </a:lnTo>
                  <a:lnTo>
                    <a:pt x="57029" y="2399382"/>
                  </a:lnTo>
                  <a:lnTo>
                    <a:pt x="57884" y="2572188"/>
                  </a:lnTo>
                  <a:lnTo>
                    <a:pt x="58740" y="2619021"/>
                  </a:lnTo>
                  <a:lnTo>
                    <a:pt x="59595" y="2694061"/>
                  </a:lnTo>
                  <a:lnTo>
                    <a:pt x="60451" y="2695140"/>
                  </a:lnTo>
                  <a:lnTo>
                    <a:pt x="61306" y="2618075"/>
                  </a:lnTo>
                  <a:lnTo>
                    <a:pt x="62162" y="2574424"/>
                  </a:lnTo>
                  <a:lnTo>
                    <a:pt x="63017" y="2512632"/>
                  </a:lnTo>
                  <a:lnTo>
                    <a:pt x="63873" y="2544412"/>
                  </a:lnTo>
                  <a:lnTo>
                    <a:pt x="64728" y="2502004"/>
                  </a:lnTo>
                  <a:lnTo>
                    <a:pt x="65584" y="2444900"/>
                  </a:lnTo>
                  <a:lnTo>
                    <a:pt x="66439" y="2404559"/>
                  </a:lnTo>
                  <a:lnTo>
                    <a:pt x="67295" y="2301017"/>
                  </a:lnTo>
                  <a:lnTo>
                    <a:pt x="68151" y="2300969"/>
                  </a:lnTo>
                  <a:lnTo>
                    <a:pt x="69006" y="2354501"/>
                  </a:lnTo>
                  <a:lnTo>
                    <a:pt x="69862" y="2395846"/>
                  </a:lnTo>
                  <a:lnTo>
                    <a:pt x="70717" y="2464813"/>
                  </a:lnTo>
                  <a:lnTo>
                    <a:pt x="71573" y="2545292"/>
                  </a:lnTo>
                  <a:lnTo>
                    <a:pt x="72428" y="2556082"/>
                  </a:lnTo>
                  <a:lnTo>
                    <a:pt x="73284" y="2521473"/>
                  </a:lnTo>
                  <a:lnTo>
                    <a:pt x="74139" y="2493918"/>
                  </a:lnTo>
                  <a:lnTo>
                    <a:pt x="74995" y="2475675"/>
                  </a:lnTo>
                  <a:lnTo>
                    <a:pt x="75850" y="2399696"/>
                  </a:lnTo>
                  <a:lnTo>
                    <a:pt x="76706" y="2276233"/>
                  </a:lnTo>
                  <a:lnTo>
                    <a:pt x="77561" y="2248328"/>
                  </a:lnTo>
                  <a:lnTo>
                    <a:pt x="78417" y="2226252"/>
                  </a:lnTo>
                  <a:lnTo>
                    <a:pt x="79272" y="2170809"/>
                  </a:lnTo>
                  <a:lnTo>
                    <a:pt x="80128" y="2144800"/>
                  </a:lnTo>
                  <a:lnTo>
                    <a:pt x="80983" y="2202095"/>
                  </a:lnTo>
                  <a:lnTo>
                    <a:pt x="81839" y="2235636"/>
                  </a:lnTo>
                  <a:lnTo>
                    <a:pt x="82695" y="2182060"/>
                  </a:lnTo>
                  <a:lnTo>
                    <a:pt x="83550" y="2125514"/>
                  </a:lnTo>
                  <a:lnTo>
                    <a:pt x="84406" y="2038322"/>
                  </a:lnTo>
                  <a:lnTo>
                    <a:pt x="85261" y="1921761"/>
                  </a:lnTo>
                  <a:lnTo>
                    <a:pt x="86117" y="1767420"/>
                  </a:lnTo>
                  <a:lnTo>
                    <a:pt x="86972" y="1668964"/>
                  </a:lnTo>
                  <a:lnTo>
                    <a:pt x="87828" y="1695286"/>
                  </a:lnTo>
                  <a:lnTo>
                    <a:pt x="88683" y="1758159"/>
                  </a:lnTo>
                  <a:lnTo>
                    <a:pt x="89539" y="1756356"/>
                  </a:lnTo>
                  <a:lnTo>
                    <a:pt x="90394" y="1781194"/>
                  </a:lnTo>
                  <a:lnTo>
                    <a:pt x="91250" y="1851333"/>
                  </a:lnTo>
                  <a:lnTo>
                    <a:pt x="92105" y="1874180"/>
                  </a:lnTo>
                  <a:lnTo>
                    <a:pt x="92961" y="1839968"/>
                  </a:lnTo>
                  <a:lnTo>
                    <a:pt x="93816" y="1730341"/>
                  </a:lnTo>
                  <a:lnTo>
                    <a:pt x="94672" y="1652830"/>
                  </a:lnTo>
                  <a:lnTo>
                    <a:pt x="95527" y="1584212"/>
                  </a:lnTo>
                  <a:lnTo>
                    <a:pt x="96383" y="1529325"/>
                  </a:lnTo>
                  <a:lnTo>
                    <a:pt x="97238" y="1492802"/>
                  </a:lnTo>
                  <a:lnTo>
                    <a:pt x="98094" y="1505536"/>
                  </a:lnTo>
                  <a:lnTo>
                    <a:pt x="98950" y="1509382"/>
                  </a:lnTo>
                  <a:lnTo>
                    <a:pt x="99805" y="1554016"/>
                  </a:lnTo>
                  <a:lnTo>
                    <a:pt x="100661" y="1545120"/>
                  </a:lnTo>
                  <a:lnTo>
                    <a:pt x="101516" y="1466932"/>
                  </a:lnTo>
                  <a:lnTo>
                    <a:pt x="102372" y="1457431"/>
                  </a:lnTo>
                  <a:lnTo>
                    <a:pt x="103227" y="1495793"/>
                  </a:lnTo>
                  <a:lnTo>
                    <a:pt x="104083" y="1639006"/>
                  </a:lnTo>
                  <a:lnTo>
                    <a:pt x="104938" y="1705160"/>
                  </a:lnTo>
                  <a:lnTo>
                    <a:pt x="105794" y="1712805"/>
                  </a:lnTo>
                  <a:lnTo>
                    <a:pt x="106649" y="1683947"/>
                  </a:lnTo>
                  <a:lnTo>
                    <a:pt x="107505" y="1627165"/>
                  </a:lnTo>
                  <a:lnTo>
                    <a:pt x="108360" y="1535420"/>
                  </a:lnTo>
                  <a:lnTo>
                    <a:pt x="109216" y="1325679"/>
                  </a:lnTo>
                  <a:lnTo>
                    <a:pt x="110071" y="1107933"/>
                  </a:lnTo>
                  <a:lnTo>
                    <a:pt x="110927" y="1008072"/>
                  </a:lnTo>
                  <a:lnTo>
                    <a:pt x="111782" y="1094972"/>
                  </a:lnTo>
                  <a:lnTo>
                    <a:pt x="112638" y="1171859"/>
                  </a:lnTo>
                  <a:lnTo>
                    <a:pt x="113493" y="1128045"/>
                  </a:lnTo>
                  <a:lnTo>
                    <a:pt x="114349" y="1110246"/>
                  </a:lnTo>
                  <a:lnTo>
                    <a:pt x="115205" y="1146250"/>
                  </a:lnTo>
                  <a:lnTo>
                    <a:pt x="116060" y="1232834"/>
                  </a:lnTo>
                  <a:lnTo>
                    <a:pt x="116916" y="1257312"/>
                  </a:lnTo>
                  <a:lnTo>
                    <a:pt x="117771" y="1250770"/>
                  </a:lnTo>
                  <a:lnTo>
                    <a:pt x="118627" y="1306522"/>
                  </a:lnTo>
                  <a:lnTo>
                    <a:pt x="119482" y="1320791"/>
                  </a:lnTo>
                  <a:lnTo>
                    <a:pt x="120338" y="1308636"/>
                  </a:lnTo>
                  <a:lnTo>
                    <a:pt x="121193" y="1254758"/>
                  </a:lnTo>
                  <a:lnTo>
                    <a:pt x="122049" y="1318392"/>
                  </a:lnTo>
                  <a:lnTo>
                    <a:pt x="122904" y="1516299"/>
                  </a:lnTo>
                  <a:lnTo>
                    <a:pt x="123760" y="1644642"/>
                  </a:lnTo>
                  <a:lnTo>
                    <a:pt x="124615" y="1787576"/>
                  </a:lnTo>
                  <a:lnTo>
                    <a:pt x="125471" y="1987568"/>
                  </a:lnTo>
                  <a:lnTo>
                    <a:pt x="126326" y="2163044"/>
                  </a:lnTo>
                  <a:lnTo>
                    <a:pt x="127182" y="2063755"/>
                  </a:lnTo>
                  <a:lnTo>
                    <a:pt x="128037" y="1821057"/>
                  </a:lnTo>
                  <a:lnTo>
                    <a:pt x="128893" y="1685978"/>
                  </a:lnTo>
                  <a:lnTo>
                    <a:pt x="129749" y="1600930"/>
                  </a:lnTo>
                  <a:lnTo>
                    <a:pt x="130604" y="1519372"/>
                  </a:lnTo>
                  <a:lnTo>
                    <a:pt x="131460" y="1352357"/>
                  </a:lnTo>
                  <a:lnTo>
                    <a:pt x="132315" y="1274789"/>
                  </a:lnTo>
                  <a:lnTo>
                    <a:pt x="133171" y="1221855"/>
                  </a:lnTo>
                  <a:lnTo>
                    <a:pt x="134026" y="1196050"/>
                  </a:lnTo>
                  <a:lnTo>
                    <a:pt x="134882" y="1228322"/>
                  </a:lnTo>
                  <a:lnTo>
                    <a:pt x="135737" y="1145810"/>
                  </a:lnTo>
                  <a:lnTo>
                    <a:pt x="136593" y="1224900"/>
                  </a:lnTo>
                  <a:lnTo>
                    <a:pt x="137448" y="1336013"/>
                  </a:lnTo>
                  <a:lnTo>
                    <a:pt x="138304" y="1400797"/>
                  </a:lnTo>
                  <a:lnTo>
                    <a:pt x="139159" y="1461674"/>
                  </a:lnTo>
                  <a:lnTo>
                    <a:pt x="140015" y="1456056"/>
                  </a:lnTo>
                  <a:lnTo>
                    <a:pt x="140870" y="1552823"/>
                  </a:lnTo>
                  <a:lnTo>
                    <a:pt x="141726" y="1478511"/>
                  </a:lnTo>
                  <a:lnTo>
                    <a:pt x="142581" y="1314421"/>
                  </a:lnTo>
                  <a:lnTo>
                    <a:pt x="143437" y="1201531"/>
                  </a:lnTo>
                  <a:lnTo>
                    <a:pt x="144292" y="1140265"/>
                  </a:lnTo>
                  <a:lnTo>
                    <a:pt x="145148" y="1223109"/>
                  </a:lnTo>
                  <a:lnTo>
                    <a:pt x="146004" y="1280816"/>
                  </a:lnTo>
                  <a:lnTo>
                    <a:pt x="146859" y="1374099"/>
                  </a:lnTo>
                  <a:lnTo>
                    <a:pt x="147715" y="1464572"/>
                  </a:lnTo>
                  <a:lnTo>
                    <a:pt x="148570" y="1519947"/>
                  </a:lnTo>
                  <a:lnTo>
                    <a:pt x="149426" y="1489115"/>
                  </a:lnTo>
                  <a:lnTo>
                    <a:pt x="150281" y="1345199"/>
                  </a:lnTo>
                  <a:lnTo>
                    <a:pt x="151137" y="1239801"/>
                  </a:lnTo>
                  <a:lnTo>
                    <a:pt x="151992" y="1164165"/>
                  </a:lnTo>
                  <a:lnTo>
                    <a:pt x="152848" y="1124888"/>
                  </a:lnTo>
                  <a:lnTo>
                    <a:pt x="153703" y="1143391"/>
                  </a:lnTo>
                  <a:lnTo>
                    <a:pt x="154559" y="1224020"/>
                  </a:lnTo>
                  <a:lnTo>
                    <a:pt x="155414" y="1326635"/>
                  </a:lnTo>
                  <a:lnTo>
                    <a:pt x="156270" y="1261714"/>
                  </a:lnTo>
                  <a:lnTo>
                    <a:pt x="157125" y="1132718"/>
                  </a:lnTo>
                  <a:lnTo>
                    <a:pt x="157981" y="975428"/>
                  </a:lnTo>
                  <a:lnTo>
                    <a:pt x="158836" y="773270"/>
                  </a:lnTo>
                  <a:lnTo>
                    <a:pt x="159692" y="502259"/>
                  </a:lnTo>
                  <a:lnTo>
                    <a:pt x="160547" y="274588"/>
                  </a:lnTo>
                  <a:lnTo>
                    <a:pt x="161403" y="172929"/>
                  </a:lnTo>
                  <a:lnTo>
                    <a:pt x="162259" y="123260"/>
                  </a:lnTo>
                  <a:lnTo>
                    <a:pt x="163114" y="178801"/>
                  </a:lnTo>
                  <a:lnTo>
                    <a:pt x="163970" y="297523"/>
                  </a:lnTo>
                  <a:lnTo>
                    <a:pt x="164825" y="433849"/>
                  </a:lnTo>
                  <a:lnTo>
                    <a:pt x="165681" y="499433"/>
                  </a:lnTo>
                  <a:lnTo>
                    <a:pt x="166536" y="642092"/>
                  </a:lnTo>
                  <a:lnTo>
                    <a:pt x="167392" y="747979"/>
                  </a:lnTo>
                  <a:lnTo>
                    <a:pt x="168247" y="830647"/>
                  </a:lnTo>
                  <a:lnTo>
                    <a:pt x="169103" y="920212"/>
                  </a:lnTo>
                  <a:lnTo>
                    <a:pt x="169958" y="1032270"/>
                  </a:lnTo>
                  <a:lnTo>
                    <a:pt x="170814" y="1269750"/>
                  </a:lnTo>
                  <a:lnTo>
                    <a:pt x="171669" y="1374990"/>
                  </a:lnTo>
                  <a:lnTo>
                    <a:pt x="172525" y="1452734"/>
                  </a:lnTo>
                  <a:lnTo>
                    <a:pt x="173380" y="1471347"/>
                  </a:lnTo>
                  <a:lnTo>
                    <a:pt x="174236" y="1457957"/>
                  </a:lnTo>
                  <a:lnTo>
                    <a:pt x="175091" y="1484413"/>
                  </a:lnTo>
                  <a:lnTo>
                    <a:pt x="175947" y="1382984"/>
                  </a:lnTo>
                  <a:lnTo>
                    <a:pt x="176803" y="1274433"/>
                  </a:lnTo>
                  <a:lnTo>
                    <a:pt x="177658" y="1304114"/>
                  </a:lnTo>
                  <a:lnTo>
                    <a:pt x="178514" y="1380352"/>
                  </a:lnTo>
                  <a:lnTo>
                    <a:pt x="179369" y="1461338"/>
                  </a:lnTo>
                  <a:lnTo>
                    <a:pt x="180225" y="1340229"/>
                  </a:lnTo>
                  <a:lnTo>
                    <a:pt x="181080" y="1215504"/>
                  </a:lnTo>
                  <a:lnTo>
                    <a:pt x="181936" y="1171713"/>
                  </a:lnTo>
                  <a:lnTo>
                    <a:pt x="182791" y="1036771"/>
                  </a:lnTo>
                  <a:lnTo>
                    <a:pt x="183647" y="859954"/>
                  </a:lnTo>
                  <a:lnTo>
                    <a:pt x="184502" y="708654"/>
                  </a:lnTo>
                  <a:lnTo>
                    <a:pt x="185358" y="669847"/>
                  </a:lnTo>
                  <a:lnTo>
                    <a:pt x="186213" y="571122"/>
                  </a:lnTo>
                  <a:lnTo>
                    <a:pt x="187069" y="459299"/>
                  </a:lnTo>
                  <a:lnTo>
                    <a:pt x="187924" y="385482"/>
                  </a:lnTo>
                  <a:lnTo>
                    <a:pt x="188780" y="344028"/>
                  </a:lnTo>
                  <a:lnTo>
                    <a:pt x="189635" y="299700"/>
                  </a:lnTo>
                  <a:lnTo>
                    <a:pt x="190491" y="255385"/>
                  </a:lnTo>
                  <a:lnTo>
                    <a:pt x="191346" y="284057"/>
                  </a:lnTo>
                  <a:lnTo>
                    <a:pt x="192202" y="286781"/>
                  </a:lnTo>
                  <a:lnTo>
                    <a:pt x="193058" y="235811"/>
                  </a:lnTo>
                  <a:lnTo>
                    <a:pt x="193913" y="221740"/>
                  </a:lnTo>
                  <a:lnTo>
                    <a:pt x="194769" y="188802"/>
                  </a:lnTo>
                  <a:lnTo>
                    <a:pt x="195624" y="115312"/>
                  </a:lnTo>
                  <a:lnTo>
                    <a:pt x="196480" y="77367"/>
                  </a:lnTo>
                  <a:lnTo>
                    <a:pt x="197335" y="128757"/>
                  </a:lnTo>
                  <a:lnTo>
                    <a:pt x="198191" y="304342"/>
                  </a:lnTo>
                  <a:lnTo>
                    <a:pt x="199046" y="435564"/>
                  </a:lnTo>
                  <a:lnTo>
                    <a:pt x="199902" y="565415"/>
                  </a:lnTo>
                  <a:lnTo>
                    <a:pt x="200757" y="741951"/>
                  </a:lnTo>
                  <a:lnTo>
                    <a:pt x="201613" y="785406"/>
                  </a:lnTo>
                  <a:lnTo>
                    <a:pt x="202468" y="706017"/>
                  </a:lnTo>
                  <a:lnTo>
                    <a:pt x="203324" y="515329"/>
                  </a:lnTo>
                  <a:lnTo>
                    <a:pt x="204179" y="323599"/>
                  </a:lnTo>
                  <a:lnTo>
                    <a:pt x="205035" y="164108"/>
                  </a:lnTo>
                  <a:lnTo>
                    <a:pt x="205890" y="40559"/>
                  </a:lnTo>
                  <a:lnTo>
                    <a:pt x="206746" y="0"/>
                  </a:lnTo>
                  <a:lnTo>
                    <a:pt x="207601" y="27642"/>
                  </a:lnTo>
                  <a:lnTo>
                    <a:pt x="208457" y="103430"/>
                  </a:lnTo>
                  <a:lnTo>
                    <a:pt x="209313" y="216015"/>
                  </a:lnTo>
                  <a:lnTo>
                    <a:pt x="210168" y="298933"/>
                  </a:lnTo>
                  <a:lnTo>
                    <a:pt x="211024" y="336698"/>
                  </a:lnTo>
                  <a:lnTo>
                    <a:pt x="211879" y="438323"/>
                  </a:lnTo>
                  <a:lnTo>
                    <a:pt x="212735" y="697197"/>
                  </a:lnTo>
                  <a:lnTo>
                    <a:pt x="213590" y="924585"/>
                  </a:lnTo>
                  <a:lnTo>
                    <a:pt x="214446" y="1157706"/>
                  </a:lnTo>
                  <a:lnTo>
                    <a:pt x="215301" y="1366420"/>
                  </a:lnTo>
                  <a:lnTo>
                    <a:pt x="216157" y="1551679"/>
                  </a:lnTo>
                  <a:lnTo>
                    <a:pt x="217012" y="1653659"/>
                  </a:lnTo>
                  <a:lnTo>
                    <a:pt x="217868" y="1573579"/>
                  </a:lnTo>
                  <a:lnTo>
                    <a:pt x="218723" y="1550200"/>
                  </a:lnTo>
                  <a:lnTo>
                    <a:pt x="219579" y="1497397"/>
                  </a:lnTo>
                  <a:lnTo>
                    <a:pt x="220434" y="1430675"/>
                  </a:lnTo>
                  <a:lnTo>
                    <a:pt x="221290" y="1420967"/>
                  </a:lnTo>
                  <a:lnTo>
                    <a:pt x="222145" y="1441942"/>
                  </a:lnTo>
                  <a:lnTo>
                    <a:pt x="223001" y="1476091"/>
                  </a:lnTo>
                  <a:lnTo>
                    <a:pt x="223857" y="1522081"/>
                  </a:lnTo>
                  <a:lnTo>
                    <a:pt x="224712" y="1614986"/>
                  </a:lnTo>
                  <a:lnTo>
                    <a:pt x="225568" y="1634830"/>
                  </a:lnTo>
                  <a:lnTo>
                    <a:pt x="226423" y="1583457"/>
                  </a:lnTo>
                  <a:lnTo>
                    <a:pt x="227279" y="1514955"/>
                  </a:lnTo>
                  <a:lnTo>
                    <a:pt x="228134" y="1506282"/>
                  </a:lnTo>
                  <a:lnTo>
                    <a:pt x="228990" y="1411993"/>
                  </a:lnTo>
                  <a:lnTo>
                    <a:pt x="229845" y="1235643"/>
                  </a:lnTo>
                  <a:lnTo>
                    <a:pt x="230701" y="1180876"/>
                  </a:lnTo>
                  <a:lnTo>
                    <a:pt x="231556" y="1167486"/>
                  </a:lnTo>
                  <a:lnTo>
                    <a:pt x="232412" y="1240266"/>
                  </a:lnTo>
                  <a:lnTo>
                    <a:pt x="233267" y="1230810"/>
                  </a:lnTo>
                  <a:lnTo>
                    <a:pt x="234123" y="1228823"/>
                  </a:lnTo>
                  <a:lnTo>
                    <a:pt x="234978" y="1328131"/>
                  </a:lnTo>
                  <a:lnTo>
                    <a:pt x="235834" y="1418845"/>
                  </a:lnTo>
                  <a:lnTo>
                    <a:pt x="236689" y="1519956"/>
                  </a:lnTo>
                  <a:lnTo>
                    <a:pt x="237545" y="1472490"/>
                  </a:lnTo>
                  <a:lnTo>
                    <a:pt x="238400" y="1430037"/>
                  </a:lnTo>
                  <a:lnTo>
                    <a:pt x="239256" y="1434653"/>
                  </a:lnTo>
                  <a:lnTo>
                    <a:pt x="240112" y="1434940"/>
                  </a:lnTo>
                  <a:lnTo>
                    <a:pt x="240967" y="1426115"/>
                  </a:lnTo>
                  <a:lnTo>
                    <a:pt x="241823" y="1406301"/>
                  </a:lnTo>
                  <a:lnTo>
                    <a:pt x="242678" y="1435610"/>
                  </a:lnTo>
                  <a:lnTo>
                    <a:pt x="243534" y="1532765"/>
                  </a:lnTo>
                  <a:lnTo>
                    <a:pt x="244389" y="1739625"/>
                  </a:lnTo>
                  <a:lnTo>
                    <a:pt x="245245" y="1926744"/>
                  </a:lnTo>
                  <a:lnTo>
                    <a:pt x="246100" y="2043851"/>
                  </a:lnTo>
                  <a:lnTo>
                    <a:pt x="246956" y="2140165"/>
                  </a:lnTo>
                  <a:lnTo>
                    <a:pt x="247811" y="2314646"/>
                  </a:lnTo>
                  <a:lnTo>
                    <a:pt x="248667" y="2310317"/>
                  </a:lnTo>
                  <a:lnTo>
                    <a:pt x="249522" y="2183188"/>
                  </a:lnTo>
                  <a:lnTo>
                    <a:pt x="250378" y="1976182"/>
                  </a:lnTo>
                  <a:lnTo>
                    <a:pt x="251233" y="1869356"/>
                  </a:lnTo>
                  <a:lnTo>
                    <a:pt x="252089" y="1911825"/>
                  </a:lnTo>
                  <a:lnTo>
                    <a:pt x="252944" y="1856454"/>
                  </a:lnTo>
                  <a:lnTo>
                    <a:pt x="253800" y="1954790"/>
                  </a:lnTo>
                  <a:lnTo>
                    <a:pt x="254655" y="2065086"/>
                  </a:lnTo>
                  <a:lnTo>
                    <a:pt x="255511" y="2131570"/>
                  </a:lnTo>
                  <a:lnTo>
                    <a:pt x="256367" y="2189769"/>
                  </a:lnTo>
                  <a:lnTo>
                    <a:pt x="257222" y="2150749"/>
                  </a:lnTo>
                  <a:lnTo>
                    <a:pt x="258078" y="2110606"/>
                  </a:lnTo>
                  <a:lnTo>
                    <a:pt x="258933" y="2128878"/>
                  </a:lnTo>
                  <a:lnTo>
                    <a:pt x="259789" y="2106482"/>
                  </a:lnTo>
                  <a:lnTo>
                    <a:pt x="260644" y="2118170"/>
                  </a:lnTo>
                  <a:lnTo>
                    <a:pt x="261500" y="2180825"/>
                  </a:lnTo>
                  <a:lnTo>
                    <a:pt x="262355" y="2189743"/>
                  </a:lnTo>
                  <a:lnTo>
                    <a:pt x="263211" y="2176761"/>
                  </a:lnTo>
                  <a:lnTo>
                    <a:pt x="264066" y="2078305"/>
                  </a:lnTo>
                  <a:lnTo>
                    <a:pt x="264922" y="2027219"/>
                  </a:lnTo>
                  <a:lnTo>
                    <a:pt x="265777" y="2045671"/>
                  </a:lnTo>
                  <a:lnTo>
                    <a:pt x="266633" y="2006043"/>
                  </a:lnTo>
                  <a:lnTo>
                    <a:pt x="267488" y="1993192"/>
                  </a:lnTo>
                  <a:lnTo>
                    <a:pt x="268344" y="1923822"/>
                  </a:lnTo>
                  <a:lnTo>
                    <a:pt x="269199" y="1865662"/>
                  </a:lnTo>
                  <a:lnTo>
                    <a:pt x="270055" y="1878238"/>
                  </a:lnTo>
                  <a:lnTo>
                    <a:pt x="270910" y="1804317"/>
                  </a:lnTo>
                  <a:lnTo>
                    <a:pt x="271766" y="1779504"/>
                  </a:lnTo>
                  <a:lnTo>
                    <a:pt x="272622" y="1849467"/>
                  </a:lnTo>
                  <a:lnTo>
                    <a:pt x="273477" y="2039342"/>
                  </a:lnTo>
                  <a:lnTo>
                    <a:pt x="274333" y="2194064"/>
                  </a:lnTo>
                  <a:lnTo>
                    <a:pt x="275188" y="2141450"/>
                  </a:lnTo>
                  <a:lnTo>
                    <a:pt x="276044" y="2127929"/>
                  </a:lnTo>
                  <a:lnTo>
                    <a:pt x="276899" y="2131008"/>
                  </a:lnTo>
                  <a:lnTo>
                    <a:pt x="277755" y="2071879"/>
                  </a:lnTo>
                  <a:lnTo>
                    <a:pt x="278610" y="1967287"/>
                  </a:lnTo>
                  <a:lnTo>
                    <a:pt x="279466" y="1848696"/>
                  </a:lnTo>
                  <a:lnTo>
                    <a:pt x="280321" y="1850497"/>
                  </a:lnTo>
                  <a:lnTo>
                    <a:pt x="281177" y="1919822"/>
                  </a:lnTo>
                  <a:lnTo>
                    <a:pt x="282032" y="1899029"/>
                  </a:lnTo>
                  <a:lnTo>
                    <a:pt x="282888" y="1810034"/>
                  </a:lnTo>
                  <a:lnTo>
                    <a:pt x="283743" y="1774780"/>
                  </a:lnTo>
                  <a:lnTo>
                    <a:pt x="284599" y="1785385"/>
                  </a:lnTo>
                  <a:lnTo>
                    <a:pt x="285454" y="1781644"/>
                  </a:lnTo>
                  <a:lnTo>
                    <a:pt x="286310" y="1708146"/>
                  </a:lnTo>
                  <a:lnTo>
                    <a:pt x="287166" y="1600616"/>
                  </a:lnTo>
                  <a:lnTo>
                    <a:pt x="288021" y="1559623"/>
                  </a:lnTo>
                  <a:lnTo>
                    <a:pt x="288877" y="1484854"/>
                  </a:lnTo>
                  <a:lnTo>
                    <a:pt x="289732" y="1413390"/>
                  </a:lnTo>
                  <a:lnTo>
                    <a:pt x="290588" y="1469940"/>
                  </a:lnTo>
                  <a:lnTo>
                    <a:pt x="291443" y="1675791"/>
                  </a:lnTo>
                  <a:lnTo>
                    <a:pt x="292299" y="1890073"/>
                  </a:lnTo>
                  <a:lnTo>
                    <a:pt x="293154" y="1997395"/>
                  </a:lnTo>
                  <a:lnTo>
                    <a:pt x="294010" y="2159400"/>
                  </a:lnTo>
                  <a:lnTo>
                    <a:pt x="294865" y="2343075"/>
                  </a:lnTo>
                  <a:lnTo>
                    <a:pt x="295721" y="2311604"/>
                  </a:lnTo>
                  <a:lnTo>
                    <a:pt x="296576" y="2094487"/>
                  </a:lnTo>
                  <a:lnTo>
                    <a:pt x="297432" y="1964497"/>
                  </a:lnTo>
                  <a:lnTo>
                    <a:pt x="298287" y="1947551"/>
                  </a:lnTo>
                  <a:lnTo>
                    <a:pt x="299143" y="1914348"/>
                  </a:lnTo>
                  <a:lnTo>
                    <a:pt x="299998" y="1922239"/>
                  </a:lnTo>
                  <a:lnTo>
                    <a:pt x="300854" y="2056996"/>
                  </a:lnTo>
                  <a:lnTo>
                    <a:pt x="301709" y="2272936"/>
                  </a:lnTo>
                  <a:lnTo>
                    <a:pt x="302565" y="2378852"/>
                  </a:lnTo>
                  <a:lnTo>
                    <a:pt x="303421" y="2461805"/>
                  </a:lnTo>
                  <a:lnTo>
                    <a:pt x="304276" y="2529585"/>
                  </a:lnTo>
                  <a:lnTo>
                    <a:pt x="305132" y="2473762"/>
                  </a:lnTo>
                  <a:lnTo>
                    <a:pt x="305987" y="2408648"/>
                  </a:lnTo>
                  <a:lnTo>
                    <a:pt x="306843" y="2359451"/>
                  </a:lnTo>
                  <a:lnTo>
                    <a:pt x="307698" y="2420190"/>
                  </a:lnTo>
                  <a:lnTo>
                    <a:pt x="308554" y="2483615"/>
                  </a:lnTo>
                  <a:lnTo>
                    <a:pt x="309409" y="2550583"/>
                  </a:lnTo>
                  <a:lnTo>
                    <a:pt x="310265" y="2684477"/>
                  </a:lnTo>
                  <a:lnTo>
                    <a:pt x="311120" y="2796637"/>
                  </a:lnTo>
                  <a:lnTo>
                    <a:pt x="311976" y="2860217"/>
                  </a:lnTo>
                  <a:lnTo>
                    <a:pt x="312831" y="2866417"/>
                  </a:lnTo>
                  <a:lnTo>
                    <a:pt x="313687" y="2866417"/>
                  </a:lnTo>
                  <a:lnTo>
                    <a:pt x="314542" y="2866417"/>
                  </a:lnTo>
                  <a:lnTo>
                    <a:pt x="315398" y="2866417"/>
                  </a:lnTo>
                  <a:lnTo>
                    <a:pt x="316253" y="2866417"/>
                  </a:lnTo>
                  <a:lnTo>
                    <a:pt x="317109" y="2866417"/>
                  </a:lnTo>
                  <a:lnTo>
                    <a:pt x="317964" y="2866417"/>
                  </a:lnTo>
                  <a:lnTo>
                    <a:pt x="318820" y="2866417"/>
                  </a:lnTo>
                  <a:lnTo>
                    <a:pt x="319676" y="2866417"/>
                  </a:lnTo>
                  <a:lnTo>
                    <a:pt x="320531" y="2866417"/>
                  </a:lnTo>
                  <a:lnTo>
                    <a:pt x="321387" y="2866417"/>
                  </a:lnTo>
                  <a:lnTo>
                    <a:pt x="322242" y="2866417"/>
                  </a:lnTo>
                  <a:lnTo>
                    <a:pt x="323098" y="2866417"/>
                  </a:lnTo>
                  <a:lnTo>
                    <a:pt x="323953" y="2866417"/>
                  </a:lnTo>
                  <a:lnTo>
                    <a:pt x="324809" y="2866417"/>
                  </a:lnTo>
                  <a:lnTo>
                    <a:pt x="325664" y="2866417"/>
                  </a:lnTo>
                  <a:lnTo>
                    <a:pt x="326520" y="2866417"/>
                  </a:lnTo>
                  <a:lnTo>
                    <a:pt x="327375" y="2866417"/>
                  </a:lnTo>
                  <a:lnTo>
                    <a:pt x="328231" y="2866417"/>
                  </a:lnTo>
                  <a:lnTo>
                    <a:pt x="329086" y="2866417"/>
                  </a:lnTo>
                  <a:lnTo>
                    <a:pt x="329942" y="2866417"/>
                  </a:lnTo>
                  <a:lnTo>
                    <a:pt x="330797" y="2866417"/>
                  </a:lnTo>
                  <a:lnTo>
                    <a:pt x="331653" y="2866417"/>
                  </a:lnTo>
                  <a:lnTo>
                    <a:pt x="332508" y="2866417"/>
                  </a:lnTo>
                  <a:lnTo>
                    <a:pt x="333364" y="2866417"/>
                  </a:lnTo>
                  <a:lnTo>
                    <a:pt x="334220" y="2866417"/>
                  </a:lnTo>
                  <a:lnTo>
                    <a:pt x="335075" y="2866417"/>
                  </a:lnTo>
                  <a:lnTo>
                    <a:pt x="335931" y="2885086"/>
                  </a:lnTo>
                  <a:lnTo>
                    <a:pt x="336786" y="2917933"/>
                  </a:lnTo>
                  <a:lnTo>
                    <a:pt x="337642" y="2920723"/>
                  </a:lnTo>
                  <a:lnTo>
                    <a:pt x="338497" y="2920724"/>
                  </a:lnTo>
                  <a:lnTo>
                    <a:pt x="339353" y="2920727"/>
                  </a:lnTo>
                  <a:lnTo>
                    <a:pt x="340208" y="2920727"/>
                  </a:lnTo>
                  <a:lnTo>
                    <a:pt x="341064" y="2872751"/>
                  </a:lnTo>
                  <a:lnTo>
                    <a:pt x="341919" y="2795157"/>
                  </a:lnTo>
                  <a:lnTo>
                    <a:pt x="342775" y="2768331"/>
                  </a:lnTo>
                  <a:lnTo>
                    <a:pt x="343630" y="2717067"/>
                  </a:lnTo>
                  <a:lnTo>
                    <a:pt x="344486" y="2635489"/>
                  </a:lnTo>
                  <a:lnTo>
                    <a:pt x="345341" y="2590080"/>
                  </a:lnTo>
                  <a:lnTo>
                    <a:pt x="346197" y="2599518"/>
                  </a:lnTo>
                  <a:lnTo>
                    <a:pt x="347052" y="2661450"/>
                  </a:lnTo>
                  <a:lnTo>
                    <a:pt x="347908" y="2714911"/>
                  </a:lnTo>
                  <a:lnTo>
                    <a:pt x="348763" y="2820724"/>
                  </a:lnTo>
                  <a:lnTo>
                    <a:pt x="349500" y="29210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6103710" y="2724737"/>
              <a:ext cx="14769" cy="537739"/>
            </a:xfrm>
            <a:custGeom>
              <a:avLst/>
              <a:pathLst>
                <a:path w="14769" h="537739">
                  <a:moveTo>
                    <a:pt x="0" y="537739"/>
                  </a:moveTo>
                  <a:lnTo>
                    <a:pt x="536" y="483833"/>
                  </a:lnTo>
                  <a:lnTo>
                    <a:pt x="1391" y="360817"/>
                  </a:lnTo>
                  <a:lnTo>
                    <a:pt x="2247" y="278492"/>
                  </a:lnTo>
                  <a:lnTo>
                    <a:pt x="3102" y="211401"/>
                  </a:lnTo>
                  <a:lnTo>
                    <a:pt x="3958" y="99525"/>
                  </a:lnTo>
                  <a:lnTo>
                    <a:pt x="4813" y="0"/>
                  </a:lnTo>
                  <a:lnTo>
                    <a:pt x="5669" y="19031"/>
                  </a:lnTo>
                  <a:lnTo>
                    <a:pt x="6524" y="105286"/>
                  </a:lnTo>
                  <a:lnTo>
                    <a:pt x="7380" y="145717"/>
                  </a:lnTo>
                  <a:lnTo>
                    <a:pt x="8235" y="147056"/>
                  </a:lnTo>
                  <a:lnTo>
                    <a:pt x="9091" y="186464"/>
                  </a:lnTo>
                  <a:lnTo>
                    <a:pt x="9947" y="272564"/>
                  </a:lnTo>
                  <a:lnTo>
                    <a:pt x="10802" y="357845"/>
                  </a:lnTo>
                  <a:lnTo>
                    <a:pt x="11658" y="399429"/>
                  </a:lnTo>
                  <a:lnTo>
                    <a:pt x="12513" y="444639"/>
                  </a:lnTo>
                  <a:lnTo>
                    <a:pt x="13369" y="455841"/>
                  </a:lnTo>
                  <a:lnTo>
                    <a:pt x="14224" y="493400"/>
                  </a:lnTo>
                  <a:lnTo>
                    <a:pt x="14769" y="5377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119865" y="1752608"/>
              <a:ext cx="149559" cy="1509868"/>
            </a:xfrm>
            <a:custGeom>
              <a:avLst/>
              <a:pathLst>
                <a:path w="149559" h="1509868">
                  <a:moveTo>
                    <a:pt x="0" y="1509868"/>
                  </a:moveTo>
                  <a:lnTo>
                    <a:pt x="636" y="1436582"/>
                  </a:lnTo>
                  <a:lnTo>
                    <a:pt x="1492" y="1325132"/>
                  </a:lnTo>
                  <a:lnTo>
                    <a:pt x="2347" y="1314001"/>
                  </a:lnTo>
                  <a:lnTo>
                    <a:pt x="3203" y="1294985"/>
                  </a:lnTo>
                  <a:lnTo>
                    <a:pt x="4058" y="1219702"/>
                  </a:lnTo>
                  <a:lnTo>
                    <a:pt x="4914" y="1136723"/>
                  </a:lnTo>
                  <a:lnTo>
                    <a:pt x="5769" y="1098686"/>
                  </a:lnTo>
                  <a:lnTo>
                    <a:pt x="6625" y="1057282"/>
                  </a:lnTo>
                  <a:lnTo>
                    <a:pt x="7480" y="969816"/>
                  </a:lnTo>
                  <a:lnTo>
                    <a:pt x="8336" y="880245"/>
                  </a:lnTo>
                  <a:lnTo>
                    <a:pt x="9191" y="770130"/>
                  </a:lnTo>
                  <a:lnTo>
                    <a:pt x="10047" y="738017"/>
                  </a:lnTo>
                  <a:lnTo>
                    <a:pt x="10902" y="762057"/>
                  </a:lnTo>
                  <a:lnTo>
                    <a:pt x="11758" y="822945"/>
                  </a:lnTo>
                  <a:lnTo>
                    <a:pt x="12613" y="797360"/>
                  </a:lnTo>
                  <a:lnTo>
                    <a:pt x="13469" y="760661"/>
                  </a:lnTo>
                  <a:lnTo>
                    <a:pt x="14325" y="845419"/>
                  </a:lnTo>
                  <a:lnTo>
                    <a:pt x="15180" y="940895"/>
                  </a:lnTo>
                  <a:lnTo>
                    <a:pt x="16036" y="974332"/>
                  </a:lnTo>
                  <a:lnTo>
                    <a:pt x="16891" y="893673"/>
                  </a:lnTo>
                  <a:lnTo>
                    <a:pt x="17747" y="847698"/>
                  </a:lnTo>
                  <a:lnTo>
                    <a:pt x="18602" y="912061"/>
                  </a:lnTo>
                  <a:lnTo>
                    <a:pt x="19458" y="927689"/>
                  </a:lnTo>
                  <a:lnTo>
                    <a:pt x="20313" y="822559"/>
                  </a:lnTo>
                  <a:lnTo>
                    <a:pt x="21169" y="766002"/>
                  </a:lnTo>
                  <a:lnTo>
                    <a:pt x="22024" y="846821"/>
                  </a:lnTo>
                  <a:lnTo>
                    <a:pt x="22880" y="960436"/>
                  </a:lnTo>
                  <a:lnTo>
                    <a:pt x="23735" y="996124"/>
                  </a:lnTo>
                  <a:lnTo>
                    <a:pt x="24591" y="970485"/>
                  </a:lnTo>
                  <a:lnTo>
                    <a:pt x="25446" y="941277"/>
                  </a:lnTo>
                  <a:lnTo>
                    <a:pt x="26302" y="956799"/>
                  </a:lnTo>
                  <a:lnTo>
                    <a:pt x="27157" y="999676"/>
                  </a:lnTo>
                  <a:lnTo>
                    <a:pt x="28013" y="891973"/>
                  </a:lnTo>
                  <a:lnTo>
                    <a:pt x="28868" y="687023"/>
                  </a:lnTo>
                  <a:lnTo>
                    <a:pt x="29724" y="574168"/>
                  </a:lnTo>
                  <a:lnTo>
                    <a:pt x="30580" y="680532"/>
                  </a:lnTo>
                  <a:lnTo>
                    <a:pt x="31435" y="771252"/>
                  </a:lnTo>
                  <a:lnTo>
                    <a:pt x="32291" y="738438"/>
                  </a:lnTo>
                  <a:lnTo>
                    <a:pt x="33146" y="764702"/>
                  </a:lnTo>
                  <a:lnTo>
                    <a:pt x="34002" y="853160"/>
                  </a:lnTo>
                  <a:lnTo>
                    <a:pt x="34857" y="945445"/>
                  </a:lnTo>
                  <a:lnTo>
                    <a:pt x="35713" y="915141"/>
                  </a:lnTo>
                  <a:lnTo>
                    <a:pt x="36568" y="830587"/>
                  </a:lnTo>
                  <a:lnTo>
                    <a:pt x="37424" y="705325"/>
                  </a:lnTo>
                  <a:lnTo>
                    <a:pt x="38279" y="645027"/>
                  </a:lnTo>
                  <a:lnTo>
                    <a:pt x="39135" y="622649"/>
                  </a:lnTo>
                  <a:lnTo>
                    <a:pt x="39990" y="512068"/>
                  </a:lnTo>
                  <a:lnTo>
                    <a:pt x="40846" y="307653"/>
                  </a:lnTo>
                  <a:lnTo>
                    <a:pt x="41701" y="160746"/>
                  </a:lnTo>
                  <a:lnTo>
                    <a:pt x="42557" y="285144"/>
                  </a:lnTo>
                  <a:lnTo>
                    <a:pt x="43412" y="465200"/>
                  </a:lnTo>
                  <a:lnTo>
                    <a:pt x="44268" y="637027"/>
                  </a:lnTo>
                  <a:lnTo>
                    <a:pt x="45123" y="794765"/>
                  </a:lnTo>
                  <a:lnTo>
                    <a:pt x="45979" y="1014802"/>
                  </a:lnTo>
                  <a:lnTo>
                    <a:pt x="46835" y="1162554"/>
                  </a:lnTo>
                  <a:lnTo>
                    <a:pt x="47690" y="1097800"/>
                  </a:lnTo>
                  <a:lnTo>
                    <a:pt x="48546" y="968343"/>
                  </a:lnTo>
                  <a:lnTo>
                    <a:pt x="49401" y="806389"/>
                  </a:lnTo>
                  <a:lnTo>
                    <a:pt x="50257" y="647026"/>
                  </a:lnTo>
                  <a:lnTo>
                    <a:pt x="51112" y="563667"/>
                  </a:lnTo>
                  <a:lnTo>
                    <a:pt x="51968" y="550817"/>
                  </a:lnTo>
                  <a:lnTo>
                    <a:pt x="52823" y="576942"/>
                  </a:lnTo>
                  <a:lnTo>
                    <a:pt x="53679" y="481137"/>
                  </a:lnTo>
                  <a:lnTo>
                    <a:pt x="54534" y="322946"/>
                  </a:lnTo>
                  <a:lnTo>
                    <a:pt x="55390" y="230438"/>
                  </a:lnTo>
                  <a:lnTo>
                    <a:pt x="56245" y="182307"/>
                  </a:lnTo>
                  <a:lnTo>
                    <a:pt x="57101" y="289124"/>
                  </a:lnTo>
                  <a:lnTo>
                    <a:pt x="57956" y="384962"/>
                  </a:lnTo>
                  <a:lnTo>
                    <a:pt x="58812" y="628449"/>
                  </a:lnTo>
                  <a:lnTo>
                    <a:pt x="59667" y="960874"/>
                  </a:lnTo>
                  <a:lnTo>
                    <a:pt x="60523" y="1248969"/>
                  </a:lnTo>
                  <a:lnTo>
                    <a:pt x="61379" y="1298836"/>
                  </a:lnTo>
                  <a:lnTo>
                    <a:pt x="62234" y="1091226"/>
                  </a:lnTo>
                  <a:lnTo>
                    <a:pt x="63090" y="855493"/>
                  </a:lnTo>
                  <a:lnTo>
                    <a:pt x="63945" y="633473"/>
                  </a:lnTo>
                  <a:lnTo>
                    <a:pt x="64801" y="416439"/>
                  </a:lnTo>
                  <a:lnTo>
                    <a:pt x="65656" y="192734"/>
                  </a:lnTo>
                  <a:lnTo>
                    <a:pt x="66512" y="73457"/>
                  </a:lnTo>
                  <a:lnTo>
                    <a:pt x="67367" y="0"/>
                  </a:lnTo>
                  <a:lnTo>
                    <a:pt x="68223" y="10523"/>
                  </a:lnTo>
                  <a:lnTo>
                    <a:pt x="69078" y="50423"/>
                  </a:lnTo>
                  <a:lnTo>
                    <a:pt x="69934" y="103735"/>
                  </a:lnTo>
                  <a:lnTo>
                    <a:pt x="70789" y="253810"/>
                  </a:lnTo>
                  <a:lnTo>
                    <a:pt x="71645" y="436098"/>
                  </a:lnTo>
                  <a:lnTo>
                    <a:pt x="72500" y="620083"/>
                  </a:lnTo>
                  <a:lnTo>
                    <a:pt x="73356" y="633606"/>
                  </a:lnTo>
                  <a:lnTo>
                    <a:pt x="74211" y="620071"/>
                  </a:lnTo>
                  <a:lnTo>
                    <a:pt x="75067" y="593978"/>
                  </a:lnTo>
                  <a:lnTo>
                    <a:pt x="75922" y="522646"/>
                  </a:lnTo>
                  <a:lnTo>
                    <a:pt x="76778" y="465985"/>
                  </a:lnTo>
                  <a:lnTo>
                    <a:pt x="77634" y="423245"/>
                  </a:lnTo>
                  <a:lnTo>
                    <a:pt x="78489" y="550697"/>
                  </a:lnTo>
                  <a:lnTo>
                    <a:pt x="79345" y="715293"/>
                  </a:lnTo>
                  <a:lnTo>
                    <a:pt x="80200" y="802738"/>
                  </a:lnTo>
                  <a:lnTo>
                    <a:pt x="81056" y="874945"/>
                  </a:lnTo>
                  <a:lnTo>
                    <a:pt x="81911" y="948696"/>
                  </a:lnTo>
                  <a:lnTo>
                    <a:pt x="82767" y="955989"/>
                  </a:lnTo>
                  <a:lnTo>
                    <a:pt x="83622" y="928605"/>
                  </a:lnTo>
                  <a:lnTo>
                    <a:pt x="84478" y="836855"/>
                  </a:lnTo>
                  <a:lnTo>
                    <a:pt x="85333" y="832113"/>
                  </a:lnTo>
                  <a:lnTo>
                    <a:pt x="86189" y="811730"/>
                  </a:lnTo>
                  <a:lnTo>
                    <a:pt x="87044" y="778708"/>
                  </a:lnTo>
                  <a:lnTo>
                    <a:pt x="87900" y="889856"/>
                  </a:lnTo>
                  <a:lnTo>
                    <a:pt x="88755" y="994126"/>
                  </a:lnTo>
                  <a:lnTo>
                    <a:pt x="89611" y="1107906"/>
                  </a:lnTo>
                  <a:lnTo>
                    <a:pt x="90466" y="1161548"/>
                  </a:lnTo>
                  <a:lnTo>
                    <a:pt x="91322" y="1140636"/>
                  </a:lnTo>
                  <a:lnTo>
                    <a:pt x="92177" y="1071291"/>
                  </a:lnTo>
                  <a:lnTo>
                    <a:pt x="93033" y="930038"/>
                  </a:lnTo>
                  <a:lnTo>
                    <a:pt x="93889" y="798758"/>
                  </a:lnTo>
                  <a:lnTo>
                    <a:pt x="94744" y="702372"/>
                  </a:lnTo>
                  <a:lnTo>
                    <a:pt x="95600" y="604581"/>
                  </a:lnTo>
                  <a:lnTo>
                    <a:pt x="96455" y="611880"/>
                  </a:lnTo>
                  <a:lnTo>
                    <a:pt x="97311" y="684908"/>
                  </a:lnTo>
                  <a:lnTo>
                    <a:pt x="98166" y="739784"/>
                  </a:lnTo>
                  <a:lnTo>
                    <a:pt x="99022" y="769172"/>
                  </a:lnTo>
                  <a:lnTo>
                    <a:pt x="99877" y="811450"/>
                  </a:lnTo>
                  <a:lnTo>
                    <a:pt x="100733" y="884154"/>
                  </a:lnTo>
                  <a:lnTo>
                    <a:pt x="101588" y="985068"/>
                  </a:lnTo>
                  <a:lnTo>
                    <a:pt x="102444" y="958476"/>
                  </a:lnTo>
                  <a:lnTo>
                    <a:pt x="103299" y="865573"/>
                  </a:lnTo>
                  <a:lnTo>
                    <a:pt x="104155" y="823193"/>
                  </a:lnTo>
                  <a:lnTo>
                    <a:pt x="105010" y="694577"/>
                  </a:lnTo>
                  <a:lnTo>
                    <a:pt x="105866" y="540810"/>
                  </a:lnTo>
                  <a:lnTo>
                    <a:pt x="106721" y="374308"/>
                  </a:lnTo>
                  <a:lnTo>
                    <a:pt x="107577" y="335980"/>
                  </a:lnTo>
                  <a:lnTo>
                    <a:pt x="108432" y="358658"/>
                  </a:lnTo>
                  <a:lnTo>
                    <a:pt x="109288" y="380179"/>
                  </a:lnTo>
                  <a:lnTo>
                    <a:pt x="110144" y="453667"/>
                  </a:lnTo>
                  <a:lnTo>
                    <a:pt x="110999" y="569331"/>
                  </a:lnTo>
                  <a:lnTo>
                    <a:pt x="111855" y="672338"/>
                  </a:lnTo>
                  <a:lnTo>
                    <a:pt x="112710" y="728727"/>
                  </a:lnTo>
                  <a:lnTo>
                    <a:pt x="113566" y="817703"/>
                  </a:lnTo>
                  <a:lnTo>
                    <a:pt x="114421" y="843960"/>
                  </a:lnTo>
                  <a:lnTo>
                    <a:pt x="115277" y="861468"/>
                  </a:lnTo>
                  <a:lnTo>
                    <a:pt x="116132" y="900276"/>
                  </a:lnTo>
                  <a:lnTo>
                    <a:pt x="116988" y="850424"/>
                  </a:lnTo>
                  <a:lnTo>
                    <a:pt x="117843" y="812410"/>
                  </a:lnTo>
                  <a:lnTo>
                    <a:pt x="118699" y="789495"/>
                  </a:lnTo>
                  <a:lnTo>
                    <a:pt x="119554" y="800226"/>
                  </a:lnTo>
                  <a:lnTo>
                    <a:pt x="120410" y="787284"/>
                  </a:lnTo>
                  <a:lnTo>
                    <a:pt x="121265" y="770622"/>
                  </a:lnTo>
                  <a:lnTo>
                    <a:pt x="122121" y="768079"/>
                  </a:lnTo>
                  <a:lnTo>
                    <a:pt x="122976" y="821546"/>
                  </a:lnTo>
                  <a:lnTo>
                    <a:pt x="123832" y="878754"/>
                  </a:lnTo>
                  <a:lnTo>
                    <a:pt x="124688" y="937618"/>
                  </a:lnTo>
                  <a:lnTo>
                    <a:pt x="125543" y="1044538"/>
                  </a:lnTo>
                  <a:lnTo>
                    <a:pt x="126399" y="1035546"/>
                  </a:lnTo>
                  <a:lnTo>
                    <a:pt x="127254" y="1011526"/>
                  </a:lnTo>
                  <a:lnTo>
                    <a:pt x="128110" y="986816"/>
                  </a:lnTo>
                  <a:lnTo>
                    <a:pt x="128965" y="1008708"/>
                  </a:lnTo>
                  <a:lnTo>
                    <a:pt x="129821" y="1032720"/>
                  </a:lnTo>
                  <a:lnTo>
                    <a:pt x="130676" y="1030991"/>
                  </a:lnTo>
                  <a:lnTo>
                    <a:pt x="131532" y="1120304"/>
                  </a:lnTo>
                  <a:lnTo>
                    <a:pt x="132387" y="1317472"/>
                  </a:lnTo>
                  <a:lnTo>
                    <a:pt x="133243" y="1460923"/>
                  </a:lnTo>
                  <a:lnTo>
                    <a:pt x="134098" y="1490841"/>
                  </a:lnTo>
                  <a:lnTo>
                    <a:pt x="134954" y="1503980"/>
                  </a:lnTo>
                  <a:lnTo>
                    <a:pt x="135809" y="1482560"/>
                  </a:lnTo>
                  <a:lnTo>
                    <a:pt x="136665" y="1462662"/>
                  </a:lnTo>
                  <a:lnTo>
                    <a:pt x="137520" y="1432377"/>
                  </a:lnTo>
                  <a:lnTo>
                    <a:pt x="138376" y="1401454"/>
                  </a:lnTo>
                  <a:lnTo>
                    <a:pt x="139231" y="1401455"/>
                  </a:lnTo>
                  <a:lnTo>
                    <a:pt x="140087" y="1358309"/>
                  </a:lnTo>
                  <a:lnTo>
                    <a:pt x="140943" y="1336253"/>
                  </a:lnTo>
                  <a:lnTo>
                    <a:pt x="141798" y="1392256"/>
                  </a:lnTo>
                  <a:lnTo>
                    <a:pt x="142654" y="1424823"/>
                  </a:lnTo>
                  <a:lnTo>
                    <a:pt x="143509" y="1418801"/>
                  </a:lnTo>
                  <a:lnTo>
                    <a:pt x="144365" y="1378391"/>
                  </a:lnTo>
                  <a:lnTo>
                    <a:pt x="145220" y="1399022"/>
                  </a:lnTo>
                  <a:lnTo>
                    <a:pt x="146076" y="1504605"/>
                  </a:lnTo>
                  <a:lnTo>
                    <a:pt x="146931" y="1493810"/>
                  </a:lnTo>
                  <a:lnTo>
                    <a:pt x="147787" y="1461241"/>
                  </a:lnTo>
                  <a:lnTo>
                    <a:pt x="148642" y="1467262"/>
                  </a:lnTo>
                  <a:lnTo>
                    <a:pt x="149498" y="1507672"/>
                  </a:lnTo>
                  <a:lnTo>
                    <a:pt x="149559" y="15098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271992" y="2641120"/>
              <a:ext cx="36705" cy="621356"/>
            </a:xfrm>
            <a:custGeom>
              <a:avLst/>
              <a:pathLst>
                <a:path w="36705" h="621356">
                  <a:moveTo>
                    <a:pt x="0" y="621356"/>
                  </a:moveTo>
                  <a:lnTo>
                    <a:pt x="793" y="594999"/>
                  </a:lnTo>
                  <a:lnTo>
                    <a:pt x="1648" y="595514"/>
                  </a:lnTo>
                  <a:lnTo>
                    <a:pt x="2504" y="538018"/>
                  </a:lnTo>
                  <a:lnTo>
                    <a:pt x="3359" y="437026"/>
                  </a:lnTo>
                  <a:lnTo>
                    <a:pt x="4215" y="373655"/>
                  </a:lnTo>
                  <a:lnTo>
                    <a:pt x="5070" y="368445"/>
                  </a:lnTo>
                  <a:lnTo>
                    <a:pt x="5926" y="411012"/>
                  </a:lnTo>
                  <a:lnTo>
                    <a:pt x="6781" y="451801"/>
                  </a:lnTo>
                  <a:lnTo>
                    <a:pt x="7637" y="513706"/>
                  </a:lnTo>
                  <a:lnTo>
                    <a:pt x="8492" y="559897"/>
                  </a:lnTo>
                  <a:lnTo>
                    <a:pt x="9348" y="579181"/>
                  </a:lnTo>
                  <a:lnTo>
                    <a:pt x="10203" y="539680"/>
                  </a:lnTo>
                  <a:lnTo>
                    <a:pt x="11059" y="456581"/>
                  </a:lnTo>
                  <a:lnTo>
                    <a:pt x="11914" y="319153"/>
                  </a:lnTo>
                  <a:lnTo>
                    <a:pt x="12770" y="342454"/>
                  </a:lnTo>
                  <a:lnTo>
                    <a:pt x="13626" y="471128"/>
                  </a:lnTo>
                  <a:lnTo>
                    <a:pt x="14481" y="491320"/>
                  </a:lnTo>
                  <a:lnTo>
                    <a:pt x="15337" y="522645"/>
                  </a:lnTo>
                  <a:lnTo>
                    <a:pt x="16192" y="528641"/>
                  </a:lnTo>
                  <a:lnTo>
                    <a:pt x="17048" y="488221"/>
                  </a:lnTo>
                  <a:lnTo>
                    <a:pt x="17903" y="328651"/>
                  </a:lnTo>
                  <a:lnTo>
                    <a:pt x="18759" y="132062"/>
                  </a:lnTo>
                  <a:lnTo>
                    <a:pt x="19614" y="49089"/>
                  </a:lnTo>
                  <a:lnTo>
                    <a:pt x="20470" y="0"/>
                  </a:lnTo>
                  <a:lnTo>
                    <a:pt x="21325" y="13455"/>
                  </a:lnTo>
                  <a:lnTo>
                    <a:pt x="22181" y="125483"/>
                  </a:lnTo>
                  <a:lnTo>
                    <a:pt x="23036" y="254169"/>
                  </a:lnTo>
                  <a:lnTo>
                    <a:pt x="23892" y="358220"/>
                  </a:lnTo>
                  <a:lnTo>
                    <a:pt x="24747" y="401567"/>
                  </a:lnTo>
                  <a:lnTo>
                    <a:pt x="25603" y="404280"/>
                  </a:lnTo>
                  <a:lnTo>
                    <a:pt x="26458" y="442143"/>
                  </a:lnTo>
                  <a:lnTo>
                    <a:pt x="27314" y="492582"/>
                  </a:lnTo>
                  <a:lnTo>
                    <a:pt x="28169" y="529918"/>
                  </a:lnTo>
                  <a:lnTo>
                    <a:pt x="29025" y="520807"/>
                  </a:lnTo>
                  <a:lnTo>
                    <a:pt x="29881" y="515617"/>
                  </a:lnTo>
                  <a:lnTo>
                    <a:pt x="30736" y="523689"/>
                  </a:lnTo>
                  <a:lnTo>
                    <a:pt x="31592" y="509995"/>
                  </a:lnTo>
                  <a:lnTo>
                    <a:pt x="32447" y="484075"/>
                  </a:lnTo>
                  <a:lnTo>
                    <a:pt x="33303" y="449910"/>
                  </a:lnTo>
                  <a:lnTo>
                    <a:pt x="34158" y="477045"/>
                  </a:lnTo>
                  <a:lnTo>
                    <a:pt x="35014" y="546204"/>
                  </a:lnTo>
                  <a:lnTo>
                    <a:pt x="35869" y="598265"/>
                  </a:lnTo>
                  <a:lnTo>
                    <a:pt x="36705" y="6213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6308726" y="145504"/>
              <a:ext cx="336129" cy="3116972"/>
            </a:xfrm>
            <a:custGeom>
              <a:avLst/>
              <a:pathLst>
                <a:path w="336129" h="3116972">
                  <a:moveTo>
                    <a:pt x="0" y="3116972"/>
                  </a:moveTo>
                  <a:lnTo>
                    <a:pt x="846" y="3064836"/>
                  </a:lnTo>
                  <a:lnTo>
                    <a:pt x="1702" y="2954836"/>
                  </a:lnTo>
                  <a:lnTo>
                    <a:pt x="2557" y="2871227"/>
                  </a:lnTo>
                  <a:lnTo>
                    <a:pt x="3413" y="2837935"/>
                  </a:lnTo>
                  <a:lnTo>
                    <a:pt x="4268" y="2809533"/>
                  </a:lnTo>
                  <a:lnTo>
                    <a:pt x="5124" y="2747331"/>
                  </a:lnTo>
                  <a:lnTo>
                    <a:pt x="5979" y="2686957"/>
                  </a:lnTo>
                  <a:lnTo>
                    <a:pt x="6835" y="2626068"/>
                  </a:lnTo>
                  <a:lnTo>
                    <a:pt x="7690" y="2586623"/>
                  </a:lnTo>
                  <a:lnTo>
                    <a:pt x="8546" y="2529656"/>
                  </a:lnTo>
                  <a:lnTo>
                    <a:pt x="9402" y="2436112"/>
                  </a:lnTo>
                  <a:lnTo>
                    <a:pt x="10257" y="2408660"/>
                  </a:lnTo>
                  <a:lnTo>
                    <a:pt x="11113" y="2458254"/>
                  </a:lnTo>
                  <a:lnTo>
                    <a:pt x="11968" y="2589847"/>
                  </a:lnTo>
                  <a:lnTo>
                    <a:pt x="12824" y="2627237"/>
                  </a:lnTo>
                  <a:lnTo>
                    <a:pt x="13679" y="2619659"/>
                  </a:lnTo>
                  <a:lnTo>
                    <a:pt x="14535" y="2677360"/>
                  </a:lnTo>
                  <a:lnTo>
                    <a:pt x="15390" y="2648957"/>
                  </a:lnTo>
                  <a:lnTo>
                    <a:pt x="16246" y="2475693"/>
                  </a:lnTo>
                  <a:lnTo>
                    <a:pt x="17101" y="2306123"/>
                  </a:lnTo>
                  <a:lnTo>
                    <a:pt x="17957" y="2264485"/>
                  </a:lnTo>
                  <a:lnTo>
                    <a:pt x="18812" y="2228513"/>
                  </a:lnTo>
                  <a:lnTo>
                    <a:pt x="19668" y="2197353"/>
                  </a:lnTo>
                  <a:lnTo>
                    <a:pt x="20523" y="2175299"/>
                  </a:lnTo>
                  <a:lnTo>
                    <a:pt x="21379" y="2112046"/>
                  </a:lnTo>
                  <a:lnTo>
                    <a:pt x="22234" y="2028619"/>
                  </a:lnTo>
                  <a:lnTo>
                    <a:pt x="23090" y="1935592"/>
                  </a:lnTo>
                  <a:lnTo>
                    <a:pt x="23946" y="1831242"/>
                  </a:lnTo>
                  <a:lnTo>
                    <a:pt x="24801" y="1794929"/>
                  </a:lnTo>
                  <a:lnTo>
                    <a:pt x="25657" y="1861527"/>
                  </a:lnTo>
                  <a:lnTo>
                    <a:pt x="26512" y="2127110"/>
                  </a:lnTo>
                  <a:lnTo>
                    <a:pt x="27368" y="2419403"/>
                  </a:lnTo>
                  <a:lnTo>
                    <a:pt x="28223" y="2631855"/>
                  </a:lnTo>
                  <a:lnTo>
                    <a:pt x="29079" y="2758704"/>
                  </a:lnTo>
                  <a:lnTo>
                    <a:pt x="29934" y="2745336"/>
                  </a:lnTo>
                  <a:lnTo>
                    <a:pt x="30790" y="2732278"/>
                  </a:lnTo>
                  <a:lnTo>
                    <a:pt x="31645" y="2669915"/>
                  </a:lnTo>
                  <a:lnTo>
                    <a:pt x="32501" y="2542316"/>
                  </a:lnTo>
                  <a:lnTo>
                    <a:pt x="33356" y="2359048"/>
                  </a:lnTo>
                  <a:lnTo>
                    <a:pt x="34212" y="2268001"/>
                  </a:lnTo>
                  <a:lnTo>
                    <a:pt x="35067" y="2208957"/>
                  </a:lnTo>
                  <a:lnTo>
                    <a:pt x="35923" y="2137024"/>
                  </a:lnTo>
                  <a:lnTo>
                    <a:pt x="36778" y="2097498"/>
                  </a:lnTo>
                  <a:lnTo>
                    <a:pt x="37634" y="2081580"/>
                  </a:lnTo>
                  <a:lnTo>
                    <a:pt x="38489" y="2096788"/>
                  </a:lnTo>
                  <a:lnTo>
                    <a:pt x="39345" y="2144197"/>
                  </a:lnTo>
                  <a:lnTo>
                    <a:pt x="40201" y="2206057"/>
                  </a:lnTo>
                  <a:lnTo>
                    <a:pt x="41056" y="2303230"/>
                  </a:lnTo>
                  <a:lnTo>
                    <a:pt x="41912" y="2332857"/>
                  </a:lnTo>
                  <a:lnTo>
                    <a:pt x="42767" y="2437229"/>
                  </a:lnTo>
                  <a:lnTo>
                    <a:pt x="43623" y="2587325"/>
                  </a:lnTo>
                  <a:lnTo>
                    <a:pt x="44478" y="2549380"/>
                  </a:lnTo>
                  <a:lnTo>
                    <a:pt x="45334" y="2459598"/>
                  </a:lnTo>
                  <a:lnTo>
                    <a:pt x="46189" y="2315344"/>
                  </a:lnTo>
                  <a:lnTo>
                    <a:pt x="47045" y="2265177"/>
                  </a:lnTo>
                  <a:lnTo>
                    <a:pt x="47900" y="2218766"/>
                  </a:lnTo>
                  <a:lnTo>
                    <a:pt x="48756" y="2143456"/>
                  </a:lnTo>
                  <a:lnTo>
                    <a:pt x="49611" y="2125193"/>
                  </a:lnTo>
                  <a:lnTo>
                    <a:pt x="50467" y="2059397"/>
                  </a:lnTo>
                  <a:lnTo>
                    <a:pt x="51322" y="1888383"/>
                  </a:lnTo>
                  <a:lnTo>
                    <a:pt x="52178" y="1667888"/>
                  </a:lnTo>
                  <a:lnTo>
                    <a:pt x="53033" y="1407034"/>
                  </a:lnTo>
                  <a:lnTo>
                    <a:pt x="53889" y="1254965"/>
                  </a:lnTo>
                  <a:lnTo>
                    <a:pt x="54744" y="1181031"/>
                  </a:lnTo>
                  <a:lnTo>
                    <a:pt x="55600" y="1265646"/>
                  </a:lnTo>
                  <a:lnTo>
                    <a:pt x="56456" y="1453335"/>
                  </a:lnTo>
                  <a:lnTo>
                    <a:pt x="57311" y="1536892"/>
                  </a:lnTo>
                  <a:lnTo>
                    <a:pt x="58167" y="1579701"/>
                  </a:lnTo>
                  <a:lnTo>
                    <a:pt x="59022" y="1498260"/>
                  </a:lnTo>
                  <a:lnTo>
                    <a:pt x="59878" y="1369700"/>
                  </a:lnTo>
                  <a:lnTo>
                    <a:pt x="60733" y="1156522"/>
                  </a:lnTo>
                  <a:lnTo>
                    <a:pt x="61589" y="942318"/>
                  </a:lnTo>
                  <a:lnTo>
                    <a:pt x="62444" y="889464"/>
                  </a:lnTo>
                  <a:lnTo>
                    <a:pt x="63300" y="1011546"/>
                  </a:lnTo>
                  <a:lnTo>
                    <a:pt x="64155" y="1025325"/>
                  </a:lnTo>
                  <a:lnTo>
                    <a:pt x="65011" y="1045625"/>
                  </a:lnTo>
                  <a:lnTo>
                    <a:pt x="65866" y="1178437"/>
                  </a:lnTo>
                  <a:lnTo>
                    <a:pt x="66722" y="1335283"/>
                  </a:lnTo>
                  <a:lnTo>
                    <a:pt x="67577" y="1340244"/>
                  </a:lnTo>
                  <a:lnTo>
                    <a:pt x="68433" y="1140982"/>
                  </a:lnTo>
                  <a:lnTo>
                    <a:pt x="69288" y="1129062"/>
                  </a:lnTo>
                  <a:lnTo>
                    <a:pt x="70144" y="1180535"/>
                  </a:lnTo>
                  <a:lnTo>
                    <a:pt x="71000" y="1211781"/>
                  </a:lnTo>
                  <a:lnTo>
                    <a:pt x="71855" y="1209991"/>
                  </a:lnTo>
                  <a:lnTo>
                    <a:pt x="72711" y="1257768"/>
                  </a:lnTo>
                  <a:lnTo>
                    <a:pt x="73566" y="1412532"/>
                  </a:lnTo>
                  <a:lnTo>
                    <a:pt x="74422" y="1466739"/>
                  </a:lnTo>
                  <a:lnTo>
                    <a:pt x="75277" y="1490298"/>
                  </a:lnTo>
                  <a:lnTo>
                    <a:pt x="76133" y="1472989"/>
                  </a:lnTo>
                  <a:lnTo>
                    <a:pt x="76988" y="1486320"/>
                  </a:lnTo>
                  <a:lnTo>
                    <a:pt x="77844" y="1608062"/>
                  </a:lnTo>
                  <a:lnTo>
                    <a:pt x="78699" y="1671513"/>
                  </a:lnTo>
                  <a:lnTo>
                    <a:pt x="79555" y="1752684"/>
                  </a:lnTo>
                  <a:lnTo>
                    <a:pt x="80410" y="1842624"/>
                  </a:lnTo>
                  <a:lnTo>
                    <a:pt x="81266" y="1921403"/>
                  </a:lnTo>
                  <a:lnTo>
                    <a:pt x="82121" y="2027789"/>
                  </a:lnTo>
                  <a:lnTo>
                    <a:pt x="82977" y="2162702"/>
                  </a:lnTo>
                  <a:lnTo>
                    <a:pt x="83832" y="2261225"/>
                  </a:lnTo>
                  <a:lnTo>
                    <a:pt x="84688" y="2372598"/>
                  </a:lnTo>
                  <a:lnTo>
                    <a:pt x="85543" y="2475215"/>
                  </a:lnTo>
                  <a:lnTo>
                    <a:pt x="86399" y="2532570"/>
                  </a:lnTo>
                  <a:lnTo>
                    <a:pt x="87255" y="2426505"/>
                  </a:lnTo>
                  <a:lnTo>
                    <a:pt x="88110" y="2200329"/>
                  </a:lnTo>
                  <a:lnTo>
                    <a:pt x="88966" y="2035908"/>
                  </a:lnTo>
                  <a:lnTo>
                    <a:pt x="89821" y="1927549"/>
                  </a:lnTo>
                  <a:lnTo>
                    <a:pt x="90677" y="1837583"/>
                  </a:lnTo>
                  <a:lnTo>
                    <a:pt x="91532" y="1761552"/>
                  </a:lnTo>
                  <a:lnTo>
                    <a:pt x="92388" y="1790563"/>
                  </a:lnTo>
                  <a:lnTo>
                    <a:pt x="93243" y="1903085"/>
                  </a:lnTo>
                  <a:lnTo>
                    <a:pt x="94099" y="2016515"/>
                  </a:lnTo>
                  <a:lnTo>
                    <a:pt x="94954" y="2111407"/>
                  </a:lnTo>
                  <a:lnTo>
                    <a:pt x="95810" y="2208248"/>
                  </a:lnTo>
                  <a:lnTo>
                    <a:pt x="96665" y="2227467"/>
                  </a:lnTo>
                  <a:lnTo>
                    <a:pt x="97521" y="2327121"/>
                  </a:lnTo>
                  <a:lnTo>
                    <a:pt x="98376" y="2320489"/>
                  </a:lnTo>
                  <a:lnTo>
                    <a:pt x="99232" y="2250669"/>
                  </a:lnTo>
                  <a:lnTo>
                    <a:pt x="100087" y="2202007"/>
                  </a:lnTo>
                  <a:lnTo>
                    <a:pt x="100943" y="2252905"/>
                  </a:lnTo>
                  <a:lnTo>
                    <a:pt x="101798" y="2447661"/>
                  </a:lnTo>
                  <a:lnTo>
                    <a:pt x="102654" y="2522021"/>
                  </a:lnTo>
                  <a:lnTo>
                    <a:pt x="103510" y="2576057"/>
                  </a:lnTo>
                  <a:lnTo>
                    <a:pt x="104365" y="2676241"/>
                  </a:lnTo>
                  <a:lnTo>
                    <a:pt x="105221" y="2764101"/>
                  </a:lnTo>
                  <a:lnTo>
                    <a:pt x="106076" y="2733930"/>
                  </a:lnTo>
                  <a:lnTo>
                    <a:pt x="106932" y="2693348"/>
                  </a:lnTo>
                  <a:lnTo>
                    <a:pt x="107787" y="2711778"/>
                  </a:lnTo>
                  <a:lnTo>
                    <a:pt x="108643" y="2758551"/>
                  </a:lnTo>
                  <a:lnTo>
                    <a:pt x="109498" y="2763124"/>
                  </a:lnTo>
                  <a:lnTo>
                    <a:pt x="110354" y="2627476"/>
                  </a:lnTo>
                  <a:lnTo>
                    <a:pt x="111209" y="2540067"/>
                  </a:lnTo>
                  <a:lnTo>
                    <a:pt x="112065" y="2411204"/>
                  </a:lnTo>
                  <a:lnTo>
                    <a:pt x="112920" y="2209522"/>
                  </a:lnTo>
                  <a:lnTo>
                    <a:pt x="113776" y="2032859"/>
                  </a:lnTo>
                  <a:lnTo>
                    <a:pt x="114631" y="1939976"/>
                  </a:lnTo>
                  <a:lnTo>
                    <a:pt x="115487" y="2009817"/>
                  </a:lnTo>
                  <a:lnTo>
                    <a:pt x="116342" y="2080927"/>
                  </a:lnTo>
                  <a:lnTo>
                    <a:pt x="117198" y="2165112"/>
                  </a:lnTo>
                  <a:lnTo>
                    <a:pt x="118054" y="2298922"/>
                  </a:lnTo>
                  <a:lnTo>
                    <a:pt x="118909" y="2458922"/>
                  </a:lnTo>
                  <a:lnTo>
                    <a:pt x="119765" y="2540840"/>
                  </a:lnTo>
                  <a:lnTo>
                    <a:pt x="120620" y="2527351"/>
                  </a:lnTo>
                  <a:lnTo>
                    <a:pt x="121476" y="2456733"/>
                  </a:lnTo>
                  <a:lnTo>
                    <a:pt x="122331" y="2368290"/>
                  </a:lnTo>
                  <a:lnTo>
                    <a:pt x="123187" y="2279679"/>
                  </a:lnTo>
                  <a:lnTo>
                    <a:pt x="124042" y="2241816"/>
                  </a:lnTo>
                  <a:lnTo>
                    <a:pt x="124898" y="2197027"/>
                  </a:lnTo>
                  <a:lnTo>
                    <a:pt x="125753" y="2120417"/>
                  </a:lnTo>
                  <a:lnTo>
                    <a:pt x="126609" y="2114957"/>
                  </a:lnTo>
                  <a:lnTo>
                    <a:pt x="127464" y="2128644"/>
                  </a:lnTo>
                  <a:lnTo>
                    <a:pt x="128320" y="2095554"/>
                  </a:lnTo>
                  <a:lnTo>
                    <a:pt x="129175" y="1963889"/>
                  </a:lnTo>
                  <a:lnTo>
                    <a:pt x="130031" y="1864190"/>
                  </a:lnTo>
                  <a:lnTo>
                    <a:pt x="130886" y="1843499"/>
                  </a:lnTo>
                  <a:lnTo>
                    <a:pt x="131742" y="1840429"/>
                  </a:lnTo>
                  <a:lnTo>
                    <a:pt x="132597" y="1865987"/>
                  </a:lnTo>
                  <a:lnTo>
                    <a:pt x="133453" y="1933403"/>
                  </a:lnTo>
                  <a:lnTo>
                    <a:pt x="134309" y="2091139"/>
                  </a:lnTo>
                  <a:lnTo>
                    <a:pt x="135164" y="2313645"/>
                  </a:lnTo>
                  <a:lnTo>
                    <a:pt x="136020" y="2483438"/>
                  </a:lnTo>
                  <a:lnTo>
                    <a:pt x="136875" y="2652769"/>
                  </a:lnTo>
                  <a:lnTo>
                    <a:pt x="137731" y="2820627"/>
                  </a:lnTo>
                  <a:lnTo>
                    <a:pt x="138586" y="2959451"/>
                  </a:lnTo>
                  <a:lnTo>
                    <a:pt x="139442" y="2899729"/>
                  </a:lnTo>
                  <a:lnTo>
                    <a:pt x="140297" y="2708087"/>
                  </a:lnTo>
                  <a:lnTo>
                    <a:pt x="141153" y="2508758"/>
                  </a:lnTo>
                  <a:lnTo>
                    <a:pt x="142008" y="2268275"/>
                  </a:lnTo>
                  <a:lnTo>
                    <a:pt x="142864" y="2043396"/>
                  </a:lnTo>
                  <a:lnTo>
                    <a:pt x="143719" y="1859612"/>
                  </a:lnTo>
                  <a:lnTo>
                    <a:pt x="144575" y="1880278"/>
                  </a:lnTo>
                  <a:lnTo>
                    <a:pt x="145430" y="1941063"/>
                  </a:lnTo>
                  <a:lnTo>
                    <a:pt x="146286" y="2011069"/>
                  </a:lnTo>
                  <a:lnTo>
                    <a:pt x="147141" y="2084678"/>
                  </a:lnTo>
                  <a:lnTo>
                    <a:pt x="147997" y="2120662"/>
                  </a:lnTo>
                  <a:lnTo>
                    <a:pt x="148852" y="2138940"/>
                  </a:lnTo>
                  <a:lnTo>
                    <a:pt x="149708" y="2120823"/>
                  </a:lnTo>
                  <a:lnTo>
                    <a:pt x="150564" y="2147609"/>
                  </a:lnTo>
                  <a:lnTo>
                    <a:pt x="151419" y="2140797"/>
                  </a:lnTo>
                  <a:lnTo>
                    <a:pt x="152275" y="2138403"/>
                  </a:lnTo>
                  <a:lnTo>
                    <a:pt x="153130" y="2116615"/>
                  </a:lnTo>
                  <a:lnTo>
                    <a:pt x="153986" y="2050885"/>
                  </a:lnTo>
                  <a:lnTo>
                    <a:pt x="154841" y="1974349"/>
                  </a:lnTo>
                  <a:lnTo>
                    <a:pt x="155697" y="1900308"/>
                  </a:lnTo>
                  <a:lnTo>
                    <a:pt x="156552" y="1939869"/>
                  </a:lnTo>
                  <a:lnTo>
                    <a:pt x="157408" y="2017180"/>
                  </a:lnTo>
                  <a:lnTo>
                    <a:pt x="158263" y="2169581"/>
                  </a:lnTo>
                  <a:lnTo>
                    <a:pt x="159119" y="2398812"/>
                  </a:lnTo>
                  <a:lnTo>
                    <a:pt x="159974" y="2616230"/>
                  </a:lnTo>
                  <a:lnTo>
                    <a:pt x="160830" y="2689137"/>
                  </a:lnTo>
                  <a:lnTo>
                    <a:pt x="161685" y="2691966"/>
                  </a:lnTo>
                  <a:lnTo>
                    <a:pt x="162541" y="2639458"/>
                  </a:lnTo>
                  <a:lnTo>
                    <a:pt x="163396" y="2489568"/>
                  </a:lnTo>
                  <a:lnTo>
                    <a:pt x="164252" y="2296755"/>
                  </a:lnTo>
                  <a:lnTo>
                    <a:pt x="165108" y="2166321"/>
                  </a:lnTo>
                  <a:lnTo>
                    <a:pt x="165963" y="2251019"/>
                  </a:lnTo>
                  <a:lnTo>
                    <a:pt x="166819" y="2331827"/>
                  </a:lnTo>
                  <a:lnTo>
                    <a:pt x="167674" y="2419613"/>
                  </a:lnTo>
                  <a:lnTo>
                    <a:pt x="168530" y="2543477"/>
                  </a:lnTo>
                  <a:lnTo>
                    <a:pt x="169385" y="2634107"/>
                  </a:lnTo>
                  <a:lnTo>
                    <a:pt x="170241" y="2669372"/>
                  </a:lnTo>
                  <a:lnTo>
                    <a:pt x="171096" y="2529381"/>
                  </a:lnTo>
                  <a:lnTo>
                    <a:pt x="171952" y="2347644"/>
                  </a:lnTo>
                  <a:lnTo>
                    <a:pt x="172807" y="2200257"/>
                  </a:lnTo>
                  <a:lnTo>
                    <a:pt x="173663" y="2010514"/>
                  </a:lnTo>
                  <a:lnTo>
                    <a:pt x="174518" y="1899422"/>
                  </a:lnTo>
                  <a:lnTo>
                    <a:pt x="175374" y="1896130"/>
                  </a:lnTo>
                  <a:lnTo>
                    <a:pt x="176229" y="1992811"/>
                  </a:lnTo>
                  <a:lnTo>
                    <a:pt x="177085" y="2194564"/>
                  </a:lnTo>
                  <a:lnTo>
                    <a:pt x="177940" y="2319932"/>
                  </a:lnTo>
                  <a:lnTo>
                    <a:pt x="178796" y="2444475"/>
                  </a:lnTo>
                  <a:lnTo>
                    <a:pt x="179651" y="2439560"/>
                  </a:lnTo>
                  <a:lnTo>
                    <a:pt x="180507" y="2368733"/>
                  </a:lnTo>
                  <a:lnTo>
                    <a:pt x="181363" y="2315902"/>
                  </a:lnTo>
                  <a:lnTo>
                    <a:pt x="182218" y="2303012"/>
                  </a:lnTo>
                  <a:lnTo>
                    <a:pt x="183074" y="2367097"/>
                  </a:lnTo>
                  <a:lnTo>
                    <a:pt x="183929" y="2449532"/>
                  </a:lnTo>
                  <a:lnTo>
                    <a:pt x="184785" y="2616351"/>
                  </a:lnTo>
                  <a:lnTo>
                    <a:pt x="185640" y="2787079"/>
                  </a:lnTo>
                  <a:lnTo>
                    <a:pt x="186496" y="2916772"/>
                  </a:lnTo>
                  <a:lnTo>
                    <a:pt x="187351" y="2971676"/>
                  </a:lnTo>
                  <a:lnTo>
                    <a:pt x="188207" y="2977273"/>
                  </a:lnTo>
                  <a:lnTo>
                    <a:pt x="189062" y="3010956"/>
                  </a:lnTo>
                  <a:lnTo>
                    <a:pt x="189918" y="3047397"/>
                  </a:lnTo>
                  <a:lnTo>
                    <a:pt x="190773" y="2941936"/>
                  </a:lnTo>
                  <a:lnTo>
                    <a:pt x="191629" y="2886307"/>
                  </a:lnTo>
                  <a:lnTo>
                    <a:pt x="192484" y="2887107"/>
                  </a:lnTo>
                  <a:lnTo>
                    <a:pt x="193340" y="2868221"/>
                  </a:lnTo>
                  <a:lnTo>
                    <a:pt x="194195" y="2746942"/>
                  </a:lnTo>
                  <a:lnTo>
                    <a:pt x="195051" y="2549136"/>
                  </a:lnTo>
                  <a:lnTo>
                    <a:pt x="195906" y="2519261"/>
                  </a:lnTo>
                  <a:lnTo>
                    <a:pt x="196762" y="2462596"/>
                  </a:lnTo>
                  <a:lnTo>
                    <a:pt x="197618" y="2282038"/>
                  </a:lnTo>
                  <a:lnTo>
                    <a:pt x="198473" y="2173459"/>
                  </a:lnTo>
                  <a:lnTo>
                    <a:pt x="199329" y="2151434"/>
                  </a:lnTo>
                  <a:lnTo>
                    <a:pt x="200184" y="2260059"/>
                  </a:lnTo>
                  <a:lnTo>
                    <a:pt x="201040" y="2349071"/>
                  </a:lnTo>
                  <a:lnTo>
                    <a:pt x="201895" y="2316808"/>
                  </a:lnTo>
                  <a:lnTo>
                    <a:pt x="202751" y="2254828"/>
                  </a:lnTo>
                  <a:lnTo>
                    <a:pt x="203606" y="2132702"/>
                  </a:lnTo>
                  <a:lnTo>
                    <a:pt x="204462" y="2103835"/>
                  </a:lnTo>
                  <a:lnTo>
                    <a:pt x="205317" y="2136309"/>
                  </a:lnTo>
                  <a:lnTo>
                    <a:pt x="206173" y="1985964"/>
                  </a:lnTo>
                  <a:lnTo>
                    <a:pt x="207028" y="1828445"/>
                  </a:lnTo>
                  <a:lnTo>
                    <a:pt x="207884" y="1719938"/>
                  </a:lnTo>
                  <a:lnTo>
                    <a:pt x="208739" y="1572927"/>
                  </a:lnTo>
                  <a:lnTo>
                    <a:pt x="209595" y="1420604"/>
                  </a:lnTo>
                  <a:lnTo>
                    <a:pt x="210450" y="1184720"/>
                  </a:lnTo>
                  <a:lnTo>
                    <a:pt x="211306" y="1122179"/>
                  </a:lnTo>
                  <a:lnTo>
                    <a:pt x="212162" y="1212316"/>
                  </a:lnTo>
                  <a:lnTo>
                    <a:pt x="213017" y="1330705"/>
                  </a:lnTo>
                  <a:lnTo>
                    <a:pt x="213873" y="1424588"/>
                  </a:lnTo>
                  <a:lnTo>
                    <a:pt x="214728" y="1459464"/>
                  </a:lnTo>
                  <a:lnTo>
                    <a:pt x="215584" y="1536023"/>
                  </a:lnTo>
                  <a:lnTo>
                    <a:pt x="216439" y="1509021"/>
                  </a:lnTo>
                  <a:lnTo>
                    <a:pt x="217295" y="1494867"/>
                  </a:lnTo>
                  <a:lnTo>
                    <a:pt x="218150" y="1474172"/>
                  </a:lnTo>
                  <a:lnTo>
                    <a:pt x="219006" y="1538413"/>
                  </a:lnTo>
                  <a:lnTo>
                    <a:pt x="219861" y="1658209"/>
                  </a:lnTo>
                  <a:lnTo>
                    <a:pt x="220717" y="1677987"/>
                  </a:lnTo>
                  <a:lnTo>
                    <a:pt x="221572" y="1714473"/>
                  </a:lnTo>
                  <a:lnTo>
                    <a:pt x="222428" y="1622608"/>
                  </a:lnTo>
                  <a:lnTo>
                    <a:pt x="223283" y="1478388"/>
                  </a:lnTo>
                  <a:lnTo>
                    <a:pt x="224139" y="1339518"/>
                  </a:lnTo>
                  <a:lnTo>
                    <a:pt x="224994" y="1180772"/>
                  </a:lnTo>
                  <a:lnTo>
                    <a:pt x="225850" y="1056838"/>
                  </a:lnTo>
                  <a:lnTo>
                    <a:pt x="226705" y="969031"/>
                  </a:lnTo>
                  <a:lnTo>
                    <a:pt x="227561" y="951342"/>
                  </a:lnTo>
                  <a:lnTo>
                    <a:pt x="228417" y="934714"/>
                  </a:lnTo>
                  <a:lnTo>
                    <a:pt x="229272" y="819509"/>
                  </a:lnTo>
                  <a:lnTo>
                    <a:pt x="230128" y="653165"/>
                  </a:lnTo>
                  <a:lnTo>
                    <a:pt x="230983" y="438624"/>
                  </a:lnTo>
                  <a:lnTo>
                    <a:pt x="231839" y="258129"/>
                  </a:lnTo>
                  <a:lnTo>
                    <a:pt x="232694" y="197455"/>
                  </a:lnTo>
                  <a:lnTo>
                    <a:pt x="233550" y="245656"/>
                  </a:lnTo>
                  <a:lnTo>
                    <a:pt x="234405" y="405467"/>
                  </a:lnTo>
                  <a:lnTo>
                    <a:pt x="235261" y="498173"/>
                  </a:lnTo>
                  <a:lnTo>
                    <a:pt x="236116" y="571695"/>
                  </a:lnTo>
                  <a:lnTo>
                    <a:pt x="236972" y="664604"/>
                  </a:lnTo>
                  <a:lnTo>
                    <a:pt x="237827" y="714557"/>
                  </a:lnTo>
                  <a:lnTo>
                    <a:pt x="238683" y="766942"/>
                  </a:lnTo>
                  <a:lnTo>
                    <a:pt x="239538" y="801555"/>
                  </a:lnTo>
                  <a:lnTo>
                    <a:pt x="240394" y="886629"/>
                  </a:lnTo>
                  <a:lnTo>
                    <a:pt x="241249" y="1044288"/>
                  </a:lnTo>
                  <a:lnTo>
                    <a:pt x="242105" y="1161177"/>
                  </a:lnTo>
                  <a:lnTo>
                    <a:pt x="242960" y="1002726"/>
                  </a:lnTo>
                  <a:lnTo>
                    <a:pt x="243816" y="754919"/>
                  </a:lnTo>
                  <a:lnTo>
                    <a:pt x="244672" y="486764"/>
                  </a:lnTo>
                  <a:lnTo>
                    <a:pt x="245527" y="313388"/>
                  </a:lnTo>
                  <a:lnTo>
                    <a:pt x="246383" y="187316"/>
                  </a:lnTo>
                  <a:lnTo>
                    <a:pt x="247238" y="0"/>
                  </a:lnTo>
                  <a:lnTo>
                    <a:pt x="247238" y="0"/>
                  </a:lnTo>
                  <a:lnTo>
                    <a:pt x="248094" y="80274"/>
                  </a:lnTo>
                  <a:lnTo>
                    <a:pt x="248949" y="263542"/>
                  </a:lnTo>
                  <a:lnTo>
                    <a:pt x="249805" y="394425"/>
                  </a:lnTo>
                  <a:lnTo>
                    <a:pt x="250660" y="462167"/>
                  </a:lnTo>
                  <a:lnTo>
                    <a:pt x="251516" y="537143"/>
                  </a:lnTo>
                  <a:lnTo>
                    <a:pt x="252371" y="750367"/>
                  </a:lnTo>
                  <a:lnTo>
                    <a:pt x="253227" y="932706"/>
                  </a:lnTo>
                  <a:lnTo>
                    <a:pt x="254082" y="1061962"/>
                  </a:lnTo>
                  <a:lnTo>
                    <a:pt x="254938" y="1188698"/>
                  </a:lnTo>
                  <a:lnTo>
                    <a:pt x="255793" y="1384117"/>
                  </a:lnTo>
                  <a:lnTo>
                    <a:pt x="256649" y="1614627"/>
                  </a:lnTo>
                  <a:lnTo>
                    <a:pt x="257504" y="1719854"/>
                  </a:lnTo>
                  <a:lnTo>
                    <a:pt x="258360" y="1791133"/>
                  </a:lnTo>
                  <a:lnTo>
                    <a:pt x="259215" y="1936550"/>
                  </a:lnTo>
                  <a:lnTo>
                    <a:pt x="260071" y="2157246"/>
                  </a:lnTo>
                  <a:lnTo>
                    <a:pt x="260927" y="2239225"/>
                  </a:lnTo>
                  <a:lnTo>
                    <a:pt x="261782" y="2222925"/>
                  </a:lnTo>
                  <a:lnTo>
                    <a:pt x="262638" y="2251706"/>
                  </a:lnTo>
                  <a:lnTo>
                    <a:pt x="263493" y="2314340"/>
                  </a:lnTo>
                  <a:lnTo>
                    <a:pt x="264349" y="2262220"/>
                  </a:lnTo>
                  <a:lnTo>
                    <a:pt x="265204" y="2083143"/>
                  </a:lnTo>
                  <a:lnTo>
                    <a:pt x="266060" y="2017872"/>
                  </a:lnTo>
                  <a:lnTo>
                    <a:pt x="266915" y="2089368"/>
                  </a:lnTo>
                  <a:lnTo>
                    <a:pt x="267771" y="2118695"/>
                  </a:lnTo>
                  <a:lnTo>
                    <a:pt x="268626" y="2052032"/>
                  </a:lnTo>
                  <a:lnTo>
                    <a:pt x="269482" y="2046331"/>
                  </a:lnTo>
                  <a:lnTo>
                    <a:pt x="270337" y="2077900"/>
                  </a:lnTo>
                  <a:lnTo>
                    <a:pt x="271193" y="2123493"/>
                  </a:lnTo>
                  <a:lnTo>
                    <a:pt x="272048" y="2077202"/>
                  </a:lnTo>
                  <a:lnTo>
                    <a:pt x="272904" y="2062071"/>
                  </a:lnTo>
                  <a:lnTo>
                    <a:pt x="273759" y="2166980"/>
                  </a:lnTo>
                  <a:lnTo>
                    <a:pt x="274615" y="2273200"/>
                  </a:lnTo>
                  <a:lnTo>
                    <a:pt x="275471" y="2444288"/>
                  </a:lnTo>
                  <a:lnTo>
                    <a:pt x="276326" y="2553120"/>
                  </a:lnTo>
                  <a:lnTo>
                    <a:pt x="277182" y="2578851"/>
                  </a:lnTo>
                  <a:lnTo>
                    <a:pt x="278037" y="2604875"/>
                  </a:lnTo>
                  <a:lnTo>
                    <a:pt x="278893" y="2629364"/>
                  </a:lnTo>
                  <a:lnTo>
                    <a:pt x="279748" y="2599635"/>
                  </a:lnTo>
                  <a:lnTo>
                    <a:pt x="280604" y="2535989"/>
                  </a:lnTo>
                  <a:lnTo>
                    <a:pt x="281459" y="2485837"/>
                  </a:lnTo>
                  <a:lnTo>
                    <a:pt x="282315" y="2556218"/>
                  </a:lnTo>
                  <a:lnTo>
                    <a:pt x="283170" y="2656031"/>
                  </a:lnTo>
                  <a:lnTo>
                    <a:pt x="284026" y="2622410"/>
                  </a:lnTo>
                  <a:lnTo>
                    <a:pt x="284881" y="2609962"/>
                  </a:lnTo>
                  <a:lnTo>
                    <a:pt x="285737" y="2586137"/>
                  </a:lnTo>
                  <a:lnTo>
                    <a:pt x="286592" y="2588034"/>
                  </a:lnTo>
                  <a:lnTo>
                    <a:pt x="287448" y="2527708"/>
                  </a:lnTo>
                  <a:lnTo>
                    <a:pt x="288303" y="2406749"/>
                  </a:lnTo>
                  <a:lnTo>
                    <a:pt x="289159" y="2380815"/>
                  </a:lnTo>
                  <a:lnTo>
                    <a:pt x="290014" y="2377637"/>
                  </a:lnTo>
                  <a:lnTo>
                    <a:pt x="290870" y="2405182"/>
                  </a:lnTo>
                  <a:lnTo>
                    <a:pt x="291726" y="2425988"/>
                  </a:lnTo>
                  <a:lnTo>
                    <a:pt x="292581" y="2483931"/>
                  </a:lnTo>
                  <a:lnTo>
                    <a:pt x="293437" y="2602579"/>
                  </a:lnTo>
                  <a:lnTo>
                    <a:pt x="294292" y="2676989"/>
                  </a:lnTo>
                  <a:lnTo>
                    <a:pt x="295148" y="2714681"/>
                  </a:lnTo>
                  <a:lnTo>
                    <a:pt x="296003" y="2696578"/>
                  </a:lnTo>
                  <a:lnTo>
                    <a:pt x="296859" y="2627756"/>
                  </a:lnTo>
                  <a:lnTo>
                    <a:pt x="297714" y="2517983"/>
                  </a:lnTo>
                  <a:lnTo>
                    <a:pt x="298570" y="2344934"/>
                  </a:lnTo>
                  <a:lnTo>
                    <a:pt x="299425" y="2184189"/>
                  </a:lnTo>
                  <a:lnTo>
                    <a:pt x="300281" y="1984427"/>
                  </a:lnTo>
                  <a:lnTo>
                    <a:pt x="301136" y="1866551"/>
                  </a:lnTo>
                  <a:lnTo>
                    <a:pt x="301992" y="1831950"/>
                  </a:lnTo>
                  <a:lnTo>
                    <a:pt x="302847" y="1922135"/>
                  </a:lnTo>
                  <a:lnTo>
                    <a:pt x="303703" y="1923878"/>
                  </a:lnTo>
                  <a:lnTo>
                    <a:pt x="304558" y="1868012"/>
                  </a:lnTo>
                  <a:lnTo>
                    <a:pt x="305414" y="1926003"/>
                  </a:lnTo>
                  <a:lnTo>
                    <a:pt x="306269" y="2059236"/>
                  </a:lnTo>
                  <a:lnTo>
                    <a:pt x="307125" y="2141492"/>
                  </a:lnTo>
                  <a:lnTo>
                    <a:pt x="307981" y="1966835"/>
                  </a:lnTo>
                  <a:lnTo>
                    <a:pt x="308836" y="1892954"/>
                  </a:lnTo>
                  <a:lnTo>
                    <a:pt x="309692" y="1880606"/>
                  </a:lnTo>
                  <a:lnTo>
                    <a:pt x="310547" y="1881717"/>
                  </a:lnTo>
                  <a:lnTo>
                    <a:pt x="311403" y="1891608"/>
                  </a:lnTo>
                  <a:lnTo>
                    <a:pt x="312258" y="1835695"/>
                  </a:lnTo>
                  <a:lnTo>
                    <a:pt x="313114" y="1901629"/>
                  </a:lnTo>
                  <a:lnTo>
                    <a:pt x="313969" y="1994113"/>
                  </a:lnTo>
                  <a:lnTo>
                    <a:pt x="314825" y="2091506"/>
                  </a:lnTo>
                  <a:lnTo>
                    <a:pt x="315680" y="2141360"/>
                  </a:lnTo>
                  <a:lnTo>
                    <a:pt x="316536" y="2097477"/>
                  </a:lnTo>
                  <a:lnTo>
                    <a:pt x="317391" y="2161615"/>
                  </a:lnTo>
                  <a:lnTo>
                    <a:pt x="318247" y="2225583"/>
                  </a:lnTo>
                  <a:lnTo>
                    <a:pt x="319102" y="2191249"/>
                  </a:lnTo>
                  <a:lnTo>
                    <a:pt x="319958" y="2173210"/>
                  </a:lnTo>
                  <a:lnTo>
                    <a:pt x="320813" y="2201017"/>
                  </a:lnTo>
                  <a:lnTo>
                    <a:pt x="321669" y="2239515"/>
                  </a:lnTo>
                  <a:lnTo>
                    <a:pt x="322525" y="2138971"/>
                  </a:lnTo>
                  <a:lnTo>
                    <a:pt x="323380" y="2122608"/>
                  </a:lnTo>
                  <a:lnTo>
                    <a:pt x="324236" y="2342311"/>
                  </a:lnTo>
                  <a:lnTo>
                    <a:pt x="325091" y="2443748"/>
                  </a:lnTo>
                  <a:lnTo>
                    <a:pt x="325947" y="2490199"/>
                  </a:lnTo>
                  <a:lnTo>
                    <a:pt x="326802" y="2562682"/>
                  </a:lnTo>
                  <a:lnTo>
                    <a:pt x="327658" y="2760347"/>
                  </a:lnTo>
                  <a:lnTo>
                    <a:pt x="328513" y="2854547"/>
                  </a:lnTo>
                  <a:lnTo>
                    <a:pt x="329369" y="2781086"/>
                  </a:lnTo>
                  <a:lnTo>
                    <a:pt x="330224" y="2749828"/>
                  </a:lnTo>
                  <a:lnTo>
                    <a:pt x="331080" y="2741768"/>
                  </a:lnTo>
                  <a:lnTo>
                    <a:pt x="331935" y="2727336"/>
                  </a:lnTo>
                  <a:lnTo>
                    <a:pt x="332791" y="2736109"/>
                  </a:lnTo>
                  <a:lnTo>
                    <a:pt x="333646" y="2778243"/>
                  </a:lnTo>
                  <a:lnTo>
                    <a:pt x="334502" y="2829631"/>
                  </a:lnTo>
                  <a:lnTo>
                    <a:pt x="335357" y="2968441"/>
                  </a:lnTo>
                  <a:lnTo>
                    <a:pt x="336129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6648053" y="2266261"/>
              <a:ext cx="115964" cy="996215"/>
            </a:xfrm>
            <a:custGeom>
              <a:avLst/>
              <a:pathLst>
                <a:path w="115964" h="996215">
                  <a:moveTo>
                    <a:pt x="0" y="996215"/>
                  </a:moveTo>
                  <a:lnTo>
                    <a:pt x="308" y="964281"/>
                  </a:lnTo>
                  <a:lnTo>
                    <a:pt x="1164" y="835947"/>
                  </a:lnTo>
                  <a:lnTo>
                    <a:pt x="2019" y="650184"/>
                  </a:lnTo>
                  <a:lnTo>
                    <a:pt x="2875" y="468337"/>
                  </a:lnTo>
                  <a:lnTo>
                    <a:pt x="3730" y="268919"/>
                  </a:lnTo>
                  <a:lnTo>
                    <a:pt x="4586" y="154102"/>
                  </a:lnTo>
                  <a:lnTo>
                    <a:pt x="5441" y="61593"/>
                  </a:lnTo>
                  <a:lnTo>
                    <a:pt x="6297" y="0"/>
                  </a:lnTo>
                  <a:lnTo>
                    <a:pt x="7152" y="13984"/>
                  </a:lnTo>
                  <a:lnTo>
                    <a:pt x="8008" y="143323"/>
                  </a:lnTo>
                  <a:lnTo>
                    <a:pt x="8863" y="310531"/>
                  </a:lnTo>
                  <a:lnTo>
                    <a:pt x="9719" y="487397"/>
                  </a:lnTo>
                  <a:lnTo>
                    <a:pt x="10574" y="632072"/>
                  </a:lnTo>
                  <a:lnTo>
                    <a:pt x="11430" y="691324"/>
                  </a:lnTo>
                  <a:lnTo>
                    <a:pt x="12285" y="671682"/>
                  </a:lnTo>
                  <a:lnTo>
                    <a:pt x="13141" y="510880"/>
                  </a:lnTo>
                  <a:lnTo>
                    <a:pt x="13996" y="304155"/>
                  </a:lnTo>
                  <a:lnTo>
                    <a:pt x="14852" y="264377"/>
                  </a:lnTo>
                  <a:lnTo>
                    <a:pt x="15707" y="184868"/>
                  </a:lnTo>
                  <a:lnTo>
                    <a:pt x="16563" y="126315"/>
                  </a:lnTo>
                  <a:lnTo>
                    <a:pt x="17419" y="108469"/>
                  </a:lnTo>
                  <a:lnTo>
                    <a:pt x="18274" y="200432"/>
                  </a:lnTo>
                  <a:lnTo>
                    <a:pt x="19130" y="355059"/>
                  </a:lnTo>
                  <a:lnTo>
                    <a:pt x="19985" y="340647"/>
                  </a:lnTo>
                  <a:lnTo>
                    <a:pt x="20841" y="446401"/>
                  </a:lnTo>
                  <a:lnTo>
                    <a:pt x="21696" y="530940"/>
                  </a:lnTo>
                  <a:lnTo>
                    <a:pt x="22552" y="591517"/>
                  </a:lnTo>
                  <a:lnTo>
                    <a:pt x="23407" y="632908"/>
                  </a:lnTo>
                  <a:lnTo>
                    <a:pt x="24263" y="651450"/>
                  </a:lnTo>
                  <a:lnTo>
                    <a:pt x="25118" y="662228"/>
                  </a:lnTo>
                  <a:lnTo>
                    <a:pt x="25974" y="648168"/>
                  </a:lnTo>
                  <a:lnTo>
                    <a:pt x="26829" y="687406"/>
                  </a:lnTo>
                  <a:lnTo>
                    <a:pt x="27685" y="707033"/>
                  </a:lnTo>
                  <a:lnTo>
                    <a:pt x="28540" y="731563"/>
                  </a:lnTo>
                  <a:lnTo>
                    <a:pt x="29396" y="739929"/>
                  </a:lnTo>
                  <a:lnTo>
                    <a:pt x="30251" y="744376"/>
                  </a:lnTo>
                  <a:lnTo>
                    <a:pt x="31107" y="740853"/>
                  </a:lnTo>
                  <a:lnTo>
                    <a:pt x="31962" y="746310"/>
                  </a:lnTo>
                  <a:lnTo>
                    <a:pt x="32818" y="646082"/>
                  </a:lnTo>
                  <a:lnTo>
                    <a:pt x="33674" y="541261"/>
                  </a:lnTo>
                  <a:lnTo>
                    <a:pt x="34529" y="443176"/>
                  </a:lnTo>
                  <a:lnTo>
                    <a:pt x="35385" y="333750"/>
                  </a:lnTo>
                  <a:lnTo>
                    <a:pt x="36240" y="232206"/>
                  </a:lnTo>
                  <a:lnTo>
                    <a:pt x="37096" y="133616"/>
                  </a:lnTo>
                  <a:lnTo>
                    <a:pt x="37951" y="156033"/>
                  </a:lnTo>
                  <a:lnTo>
                    <a:pt x="38807" y="244607"/>
                  </a:lnTo>
                  <a:lnTo>
                    <a:pt x="39662" y="367881"/>
                  </a:lnTo>
                  <a:lnTo>
                    <a:pt x="40518" y="491532"/>
                  </a:lnTo>
                  <a:lnTo>
                    <a:pt x="41373" y="572238"/>
                  </a:lnTo>
                  <a:lnTo>
                    <a:pt x="42229" y="685375"/>
                  </a:lnTo>
                  <a:lnTo>
                    <a:pt x="43084" y="814147"/>
                  </a:lnTo>
                  <a:lnTo>
                    <a:pt x="43940" y="825711"/>
                  </a:lnTo>
                  <a:lnTo>
                    <a:pt x="44795" y="751787"/>
                  </a:lnTo>
                  <a:lnTo>
                    <a:pt x="45651" y="741974"/>
                  </a:lnTo>
                  <a:lnTo>
                    <a:pt x="46506" y="740585"/>
                  </a:lnTo>
                  <a:lnTo>
                    <a:pt x="47362" y="730803"/>
                  </a:lnTo>
                  <a:lnTo>
                    <a:pt x="48218" y="730806"/>
                  </a:lnTo>
                  <a:lnTo>
                    <a:pt x="49073" y="753981"/>
                  </a:lnTo>
                  <a:lnTo>
                    <a:pt x="49929" y="789161"/>
                  </a:lnTo>
                  <a:lnTo>
                    <a:pt x="50784" y="782422"/>
                  </a:lnTo>
                  <a:lnTo>
                    <a:pt x="51640" y="810732"/>
                  </a:lnTo>
                  <a:lnTo>
                    <a:pt x="52495" y="782660"/>
                  </a:lnTo>
                  <a:lnTo>
                    <a:pt x="53351" y="715258"/>
                  </a:lnTo>
                  <a:lnTo>
                    <a:pt x="54206" y="687108"/>
                  </a:lnTo>
                  <a:lnTo>
                    <a:pt x="55062" y="715108"/>
                  </a:lnTo>
                  <a:lnTo>
                    <a:pt x="55917" y="712368"/>
                  </a:lnTo>
                  <a:lnTo>
                    <a:pt x="56773" y="700093"/>
                  </a:lnTo>
                  <a:lnTo>
                    <a:pt x="57628" y="752852"/>
                  </a:lnTo>
                  <a:lnTo>
                    <a:pt x="58484" y="820253"/>
                  </a:lnTo>
                  <a:lnTo>
                    <a:pt x="59339" y="853423"/>
                  </a:lnTo>
                  <a:lnTo>
                    <a:pt x="60195" y="864043"/>
                  </a:lnTo>
                  <a:lnTo>
                    <a:pt x="61050" y="864592"/>
                  </a:lnTo>
                  <a:lnTo>
                    <a:pt x="61906" y="903268"/>
                  </a:lnTo>
                  <a:lnTo>
                    <a:pt x="62761" y="924254"/>
                  </a:lnTo>
                  <a:lnTo>
                    <a:pt x="63617" y="924256"/>
                  </a:lnTo>
                  <a:lnTo>
                    <a:pt x="64473" y="924257"/>
                  </a:lnTo>
                  <a:lnTo>
                    <a:pt x="65328" y="921652"/>
                  </a:lnTo>
                  <a:lnTo>
                    <a:pt x="66184" y="899199"/>
                  </a:lnTo>
                  <a:lnTo>
                    <a:pt x="67039" y="809094"/>
                  </a:lnTo>
                  <a:lnTo>
                    <a:pt x="67895" y="751604"/>
                  </a:lnTo>
                  <a:lnTo>
                    <a:pt x="68750" y="728115"/>
                  </a:lnTo>
                  <a:lnTo>
                    <a:pt x="69606" y="776467"/>
                  </a:lnTo>
                  <a:lnTo>
                    <a:pt x="70461" y="777588"/>
                  </a:lnTo>
                  <a:lnTo>
                    <a:pt x="71317" y="763631"/>
                  </a:lnTo>
                  <a:lnTo>
                    <a:pt x="72172" y="832050"/>
                  </a:lnTo>
                  <a:lnTo>
                    <a:pt x="73028" y="870414"/>
                  </a:lnTo>
                  <a:lnTo>
                    <a:pt x="73883" y="874890"/>
                  </a:lnTo>
                  <a:lnTo>
                    <a:pt x="74739" y="771240"/>
                  </a:lnTo>
                  <a:lnTo>
                    <a:pt x="75594" y="716189"/>
                  </a:lnTo>
                  <a:lnTo>
                    <a:pt x="76450" y="756615"/>
                  </a:lnTo>
                  <a:lnTo>
                    <a:pt x="77305" y="749259"/>
                  </a:lnTo>
                  <a:lnTo>
                    <a:pt x="78161" y="638796"/>
                  </a:lnTo>
                  <a:lnTo>
                    <a:pt x="79016" y="531797"/>
                  </a:lnTo>
                  <a:lnTo>
                    <a:pt x="79872" y="558681"/>
                  </a:lnTo>
                  <a:lnTo>
                    <a:pt x="80728" y="646181"/>
                  </a:lnTo>
                  <a:lnTo>
                    <a:pt x="81583" y="669185"/>
                  </a:lnTo>
                  <a:lnTo>
                    <a:pt x="82439" y="651989"/>
                  </a:lnTo>
                  <a:lnTo>
                    <a:pt x="83294" y="750695"/>
                  </a:lnTo>
                  <a:lnTo>
                    <a:pt x="84150" y="876709"/>
                  </a:lnTo>
                  <a:lnTo>
                    <a:pt x="85005" y="905121"/>
                  </a:lnTo>
                  <a:lnTo>
                    <a:pt x="85861" y="856930"/>
                  </a:lnTo>
                  <a:lnTo>
                    <a:pt x="86716" y="843084"/>
                  </a:lnTo>
                  <a:lnTo>
                    <a:pt x="87572" y="856836"/>
                  </a:lnTo>
                  <a:lnTo>
                    <a:pt x="88427" y="826219"/>
                  </a:lnTo>
                  <a:lnTo>
                    <a:pt x="89283" y="804735"/>
                  </a:lnTo>
                  <a:lnTo>
                    <a:pt x="90138" y="783989"/>
                  </a:lnTo>
                  <a:lnTo>
                    <a:pt x="90994" y="737155"/>
                  </a:lnTo>
                  <a:lnTo>
                    <a:pt x="91849" y="706861"/>
                  </a:lnTo>
                  <a:lnTo>
                    <a:pt x="92705" y="678387"/>
                  </a:lnTo>
                  <a:lnTo>
                    <a:pt x="93560" y="674815"/>
                  </a:lnTo>
                  <a:lnTo>
                    <a:pt x="94416" y="669517"/>
                  </a:lnTo>
                  <a:lnTo>
                    <a:pt x="95272" y="634457"/>
                  </a:lnTo>
                  <a:lnTo>
                    <a:pt x="96127" y="708477"/>
                  </a:lnTo>
                  <a:lnTo>
                    <a:pt x="96983" y="823544"/>
                  </a:lnTo>
                  <a:lnTo>
                    <a:pt x="97838" y="889256"/>
                  </a:lnTo>
                  <a:lnTo>
                    <a:pt x="98694" y="885435"/>
                  </a:lnTo>
                  <a:lnTo>
                    <a:pt x="99549" y="856348"/>
                  </a:lnTo>
                  <a:lnTo>
                    <a:pt x="100405" y="810646"/>
                  </a:lnTo>
                  <a:lnTo>
                    <a:pt x="101260" y="649234"/>
                  </a:lnTo>
                  <a:lnTo>
                    <a:pt x="102116" y="493384"/>
                  </a:lnTo>
                  <a:lnTo>
                    <a:pt x="102971" y="464470"/>
                  </a:lnTo>
                  <a:lnTo>
                    <a:pt x="103827" y="485682"/>
                  </a:lnTo>
                  <a:lnTo>
                    <a:pt x="104682" y="477195"/>
                  </a:lnTo>
                  <a:lnTo>
                    <a:pt x="105538" y="585523"/>
                  </a:lnTo>
                  <a:lnTo>
                    <a:pt x="106393" y="728131"/>
                  </a:lnTo>
                  <a:lnTo>
                    <a:pt x="107249" y="724338"/>
                  </a:lnTo>
                  <a:lnTo>
                    <a:pt x="108104" y="638736"/>
                  </a:lnTo>
                  <a:lnTo>
                    <a:pt x="108960" y="565318"/>
                  </a:lnTo>
                  <a:lnTo>
                    <a:pt x="109815" y="517589"/>
                  </a:lnTo>
                  <a:lnTo>
                    <a:pt x="110671" y="382592"/>
                  </a:lnTo>
                  <a:lnTo>
                    <a:pt x="111527" y="294944"/>
                  </a:lnTo>
                  <a:lnTo>
                    <a:pt x="112382" y="352989"/>
                  </a:lnTo>
                  <a:lnTo>
                    <a:pt x="113238" y="425403"/>
                  </a:lnTo>
                  <a:lnTo>
                    <a:pt x="114093" y="564608"/>
                  </a:lnTo>
                  <a:lnTo>
                    <a:pt x="114949" y="779093"/>
                  </a:lnTo>
                  <a:lnTo>
                    <a:pt x="115804" y="972001"/>
                  </a:lnTo>
                  <a:lnTo>
                    <a:pt x="115964" y="9962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6768668" y="2998390"/>
              <a:ext cx="8687" cy="264086"/>
            </a:xfrm>
            <a:custGeom>
              <a:avLst/>
              <a:pathLst>
                <a:path w="8687" h="264086">
                  <a:moveTo>
                    <a:pt x="0" y="264086"/>
                  </a:moveTo>
                  <a:lnTo>
                    <a:pt x="322" y="223737"/>
                  </a:lnTo>
                  <a:lnTo>
                    <a:pt x="1178" y="153971"/>
                  </a:lnTo>
                  <a:lnTo>
                    <a:pt x="2033" y="97392"/>
                  </a:lnTo>
                  <a:lnTo>
                    <a:pt x="2889" y="94992"/>
                  </a:lnTo>
                  <a:lnTo>
                    <a:pt x="3744" y="48318"/>
                  </a:lnTo>
                  <a:lnTo>
                    <a:pt x="4600" y="0"/>
                  </a:lnTo>
                  <a:lnTo>
                    <a:pt x="5455" y="3559"/>
                  </a:lnTo>
                  <a:lnTo>
                    <a:pt x="6311" y="17394"/>
                  </a:lnTo>
                  <a:lnTo>
                    <a:pt x="7166" y="81171"/>
                  </a:lnTo>
                  <a:lnTo>
                    <a:pt x="8022" y="165973"/>
                  </a:lnTo>
                  <a:lnTo>
                    <a:pt x="8687" y="2640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6782542" y="2630978"/>
              <a:ext cx="55391" cy="631498"/>
            </a:xfrm>
            <a:custGeom>
              <a:avLst/>
              <a:pathLst>
                <a:path w="55391" h="631498">
                  <a:moveTo>
                    <a:pt x="0" y="631498"/>
                  </a:moveTo>
                  <a:lnTo>
                    <a:pt x="137" y="606934"/>
                  </a:lnTo>
                  <a:lnTo>
                    <a:pt x="992" y="418296"/>
                  </a:lnTo>
                  <a:lnTo>
                    <a:pt x="1848" y="329054"/>
                  </a:lnTo>
                  <a:lnTo>
                    <a:pt x="2703" y="298357"/>
                  </a:lnTo>
                  <a:lnTo>
                    <a:pt x="3559" y="237163"/>
                  </a:lnTo>
                  <a:lnTo>
                    <a:pt x="4414" y="212649"/>
                  </a:lnTo>
                  <a:lnTo>
                    <a:pt x="5270" y="283192"/>
                  </a:lnTo>
                  <a:lnTo>
                    <a:pt x="6126" y="387046"/>
                  </a:lnTo>
                  <a:lnTo>
                    <a:pt x="6981" y="352488"/>
                  </a:lnTo>
                  <a:lnTo>
                    <a:pt x="7837" y="211068"/>
                  </a:lnTo>
                  <a:lnTo>
                    <a:pt x="8692" y="244447"/>
                  </a:lnTo>
                  <a:lnTo>
                    <a:pt x="9548" y="294379"/>
                  </a:lnTo>
                  <a:lnTo>
                    <a:pt x="10403" y="289737"/>
                  </a:lnTo>
                  <a:lnTo>
                    <a:pt x="11259" y="271497"/>
                  </a:lnTo>
                  <a:lnTo>
                    <a:pt x="12114" y="308582"/>
                  </a:lnTo>
                  <a:lnTo>
                    <a:pt x="12970" y="401189"/>
                  </a:lnTo>
                  <a:lnTo>
                    <a:pt x="13825" y="448424"/>
                  </a:lnTo>
                  <a:lnTo>
                    <a:pt x="14681" y="476115"/>
                  </a:lnTo>
                  <a:lnTo>
                    <a:pt x="15536" y="403603"/>
                  </a:lnTo>
                  <a:lnTo>
                    <a:pt x="16392" y="383818"/>
                  </a:lnTo>
                  <a:lnTo>
                    <a:pt x="17247" y="458160"/>
                  </a:lnTo>
                  <a:lnTo>
                    <a:pt x="18103" y="508984"/>
                  </a:lnTo>
                  <a:lnTo>
                    <a:pt x="18958" y="419992"/>
                  </a:lnTo>
                  <a:lnTo>
                    <a:pt x="19814" y="343761"/>
                  </a:lnTo>
                  <a:lnTo>
                    <a:pt x="20669" y="417951"/>
                  </a:lnTo>
                  <a:lnTo>
                    <a:pt x="21525" y="480696"/>
                  </a:lnTo>
                  <a:lnTo>
                    <a:pt x="22381" y="468021"/>
                  </a:lnTo>
                  <a:lnTo>
                    <a:pt x="23236" y="449279"/>
                  </a:lnTo>
                  <a:lnTo>
                    <a:pt x="24092" y="492787"/>
                  </a:lnTo>
                  <a:lnTo>
                    <a:pt x="24947" y="544835"/>
                  </a:lnTo>
                  <a:lnTo>
                    <a:pt x="25803" y="549452"/>
                  </a:lnTo>
                  <a:lnTo>
                    <a:pt x="26658" y="503064"/>
                  </a:lnTo>
                  <a:lnTo>
                    <a:pt x="27514" y="477490"/>
                  </a:lnTo>
                  <a:lnTo>
                    <a:pt x="28369" y="458873"/>
                  </a:lnTo>
                  <a:lnTo>
                    <a:pt x="29225" y="446977"/>
                  </a:lnTo>
                  <a:lnTo>
                    <a:pt x="30080" y="457170"/>
                  </a:lnTo>
                  <a:lnTo>
                    <a:pt x="30936" y="457968"/>
                  </a:lnTo>
                  <a:lnTo>
                    <a:pt x="31791" y="495273"/>
                  </a:lnTo>
                  <a:lnTo>
                    <a:pt x="32647" y="529185"/>
                  </a:lnTo>
                  <a:lnTo>
                    <a:pt x="33502" y="528067"/>
                  </a:lnTo>
                  <a:lnTo>
                    <a:pt x="34358" y="504231"/>
                  </a:lnTo>
                  <a:lnTo>
                    <a:pt x="35213" y="488585"/>
                  </a:lnTo>
                  <a:lnTo>
                    <a:pt x="36069" y="461994"/>
                  </a:lnTo>
                  <a:lnTo>
                    <a:pt x="36924" y="409171"/>
                  </a:lnTo>
                  <a:lnTo>
                    <a:pt x="37780" y="407372"/>
                  </a:lnTo>
                  <a:lnTo>
                    <a:pt x="38636" y="408231"/>
                  </a:lnTo>
                  <a:lnTo>
                    <a:pt x="39491" y="447572"/>
                  </a:lnTo>
                  <a:lnTo>
                    <a:pt x="40347" y="500003"/>
                  </a:lnTo>
                  <a:lnTo>
                    <a:pt x="41202" y="545900"/>
                  </a:lnTo>
                  <a:lnTo>
                    <a:pt x="42058" y="595217"/>
                  </a:lnTo>
                  <a:lnTo>
                    <a:pt x="42913" y="550169"/>
                  </a:lnTo>
                  <a:lnTo>
                    <a:pt x="43769" y="507008"/>
                  </a:lnTo>
                  <a:lnTo>
                    <a:pt x="44624" y="424426"/>
                  </a:lnTo>
                  <a:lnTo>
                    <a:pt x="45480" y="326909"/>
                  </a:lnTo>
                  <a:lnTo>
                    <a:pt x="46335" y="275596"/>
                  </a:lnTo>
                  <a:lnTo>
                    <a:pt x="47191" y="118815"/>
                  </a:lnTo>
                  <a:lnTo>
                    <a:pt x="48046" y="47733"/>
                  </a:lnTo>
                  <a:lnTo>
                    <a:pt x="48902" y="14896"/>
                  </a:lnTo>
                  <a:lnTo>
                    <a:pt x="49757" y="0"/>
                  </a:lnTo>
                  <a:lnTo>
                    <a:pt x="50613" y="11929"/>
                  </a:lnTo>
                  <a:lnTo>
                    <a:pt x="51468" y="42834"/>
                  </a:lnTo>
                  <a:lnTo>
                    <a:pt x="52324" y="203121"/>
                  </a:lnTo>
                  <a:lnTo>
                    <a:pt x="53180" y="329657"/>
                  </a:lnTo>
                  <a:lnTo>
                    <a:pt x="54035" y="448678"/>
                  </a:lnTo>
                  <a:lnTo>
                    <a:pt x="54891" y="582712"/>
                  </a:lnTo>
                  <a:lnTo>
                    <a:pt x="55391" y="6314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6840175" y="2482829"/>
              <a:ext cx="25058" cy="779647"/>
            </a:xfrm>
            <a:custGeom>
              <a:avLst/>
              <a:pathLst>
                <a:path w="25058" h="779647">
                  <a:moveTo>
                    <a:pt x="0" y="779647"/>
                  </a:moveTo>
                  <a:lnTo>
                    <a:pt x="680" y="740774"/>
                  </a:lnTo>
                  <a:lnTo>
                    <a:pt x="1535" y="694624"/>
                  </a:lnTo>
                  <a:lnTo>
                    <a:pt x="2391" y="563162"/>
                  </a:lnTo>
                  <a:lnTo>
                    <a:pt x="3246" y="432965"/>
                  </a:lnTo>
                  <a:lnTo>
                    <a:pt x="4102" y="337630"/>
                  </a:lnTo>
                  <a:lnTo>
                    <a:pt x="4958" y="274328"/>
                  </a:lnTo>
                  <a:lnTo>
                    <a:pt x="5813" y="157275"/>
                  </a:lnTo>
                  <a:lnTo>
                    <a:pt x="6669" y="0"/>
                  </a:lnTo>
                  <a:lnTo>
                    <a:pt x="7524" y="62501"/>
                  </a:lnTo>
                  <a:lnTo>
                    <a:pt x="8380" y="115211"/>
                  </a:lnTo>
                  <a:lnTo>
                    <a:pt x="9235" y="93050"/>
                  </a:lnTo>
                  <a:lnTo>
                    <a:pt x="10091" y="70663"/>
                  </a:lnTo>
                  <a:lnTo>
                    <a:pt x="10946" y="142181"/>
                  </a:lnTo>
                  <a:lnTo>
                    <a:pt x="11802" y="269393"/>
                  </a:lnTo>
                  <a:lnTo>
                    <a:pt x="12657" y="249779"/>
                  </a:lnTo>
                  <a:lnTo>
                    <a:pt x="13513" y="258630"/>
                  </a:lnTo>
                  <a:lnTo>
                    <a:pt x="14368" y="268120"/>
                  </a:lnTo>
                  <a:lnTo>
                    <a:pt x="15224" y="285830"/>
                  </a:lnTo>
                  <a:lnTo>
                    <a:pt x="16079" y="258466"/>
                  </a:lnTo>
                  <a:lnTo>
                    <a:pt x="16935" y="179583"/>
                  </a:lnTo>
                  <a:lnTo>
                    <a:pt x="17790" y="119070"/>
                  </a:lnTo>
                  <a:lnTo>
                    <a:pt x="18646" y="52416"/>
                  </a:lnTo>
                  <a:lnTo>
                    <a:pt x="19501" y="17739"/>
                  </a:lnTo>
                  <a:lnTo>
                    <a:pt x="20357" y="68068"/>
                  </a:lnTo>
                  <a:lnTo>
                    <a:pt x="21213" y="184832"/>
                  </a:lnTo>
                  <a:lnTo>
                    <a:pt x="22068" y="334523"/>
                  </a:lnTo>
                  <a:lnTo>
                    <a:pt x="22924" y="443444"/>
                  </a:lnTo>
                  <a:lnTo>
                    <a:pt x="23779" y="562086"/>
                  </a:lnTo>
                  <a:lnTo>
                    <a:pt x="24635" y="746889"/>
                  </a:lnTo>
                  <a:lnTo>
                    <a:pt x="25058" y="7796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6868309" y="2653592"/>
              <a:ext cx="31364" cy="608884"/>
            </a:xfrm>
            <a:custGeom>
              <a:avLst/>
              <a:pathLst>
                <a:path w="31364" h="608884">
                  <a:moveTo>
                    <a:pt x="0" y="608884"/>
                  </a:moveTo>
                  <a:lnTo>
                    <a:pt x="779" y="546228"/>
                  </a:lnTo>
                  <a:lnTo>
                    <a:pt x="1634" y="463775"/>
                  </a:lnTo>
                  <a:lnTo>
                    <a:pt x="2490" y="414545"/>
                  </a:lnTo>
                  <a:lnTo>
                    <a:pt x="3345" y="369193"/>
                  </a:lnTo>
                  <a:lnTo>
                    <a:pt x="4201" y="402659"/>
                  </a:lnTo>
                  <a:lnTo>
                    <a:pt x="5056" y="394769"/>
                  </a:lnTo>
                  <a:lnTo>
                    <a:pt x="5912" y="341123"/>
                  </a:lnTo>
                  <a:lnTo>
                    <a:pt x="6768" y="297846"/>
                  </a:lnTo>
                  <a:lnTo>
                    <a:pt x="7623" y="224593"/>
                  </a:lnTo>
                  <a:lnTo>
                    <a:pt x="8479" y="193630"/>
                  </a:lnTo>
                  <a:lnTo>
                    <a:pt x="9334" y="137583"/>
                  </a:lnTo>
                  <a:lnTo>
                    <a:pt x="10190" y="179136"/>
                  </a:lnTo>
                  <a:lnTo>
                    <a:pt x="11045" y="234434"/>
                  </a:lnTo>
                  <a:lnTo>
                    <a:pt x="11901" y="217819"/>
                  </a:lnTo>
                  <a:lnTo>
                    <a:pt x="12756" y="285593"/>
                  </a:lnTo>
                  <a:lnTo>
                    <a:pt x="13612" y="317759"/>
                  </a:lnTo>
                  <a:lnTo>
                    <a:pt x="14467" y="290956"/>
                  </a:lnTo>
                  <a:lnTo>
                    <a:pt x="15323" y="213931"/>
                  </a:lnTo>
                  <a:lnTo>
                    <a:pt x="16178" y="159077"/>
                  </a:lnTo>
                  <a:lnTo>
                    <a:pt x="17034" y="137532"/>
                  </a:lnTo>
                  <a:lnTo>
                    <a:pt x="17889" y="81669"/>
                  </a:lnTo>
                  <a:lnTo>
                    <a:pt x="18745" y="4618"/>
                  </a:lnTo>
                  <a:lnTo>
                    <a:pt x="19600" y="0"/>
                  </a:lnTo>
                  <a:lnTo>
                    <a:pt x="20456" y="41527"/>
                  </a:lnTo>
                  <a:lnTo>
                    <a:pt x="21311" y="96325"/>
                  </a:lnTo>
                  <a:lnTo>
                    <a:pt x="22167" y="189210"/>
                  </a:lnTo>
                  <a:lnTo>
                    <a:pt x="23023" y="291639"/>
                  </a:lnTo>
                  <a:lnTo>
                    <a:pt x="23878" y="388820"/>
                  </a:lnTo>
                  <a:lnTo>
                    <a:pt x="24734" y="386059"/>
                  </a:lnTo>
                  <a:lnTo>
                    <a:pt x="25589" y="333832"/>
                  </a:lnTo>
                  <a:lnTo>
                    <a:pt x="26445" y="338119"/>
                  </a:lnTo>
                  <a:lnTo>
                    <a:pt x="27300" y="379479"/>
                  </a:lnTo>
                  <a:lnTo>
                    <a:pt x="28156" y="387854"/>
                  </a:lnTo>
                  <a:lnTo>
                    <a:pt x="29011" y="393735"/>
                  </a:lnTo>
                  <a:lnTo>
                    <a:pt x="29867" y="453118"/>
                  </a:lnTo>
                  <a:lnTo>
                    <a:pt x="30722" y="557832"/>
                  </a:lnTo>
                  <a:lnTo>
                    <a:pt x="31364" y="6088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6900219" y="2894875"/>
              <a:ext cx="34496" cy="367601"/>
            </a:xfrm>
            <a:custGeom>
              <a:avLst/>
              <a:pathLst>
                <a:path w="34496" h="367601">
                  <a:moveTo>
                    <a:pt x="0" y="367601"/>
                  </a:moveTo>
                  <a:lnTo>
                    <a:pt x="523" y="340881"/>
                  </a:lnTo>
                  <a:lnTo>
                    <a:pt x="1378" y="282934"/>
                  </a:lnTo>
                  <a:lnTo>
                    <a:pt x="2234" y="282139"/>
                  </a:lnTo>
                  <a:lnTo>
                    <a:pt x="3089" y="282140"/>
                  </a:lnTo>
                  <a:lnTo>
                    <a:pt x="3945" y="268604"/>
                  </a:lnTo>
                  <a:lnTo>
                    <a:pt x="4800" y="137260"/>
                  </a:lnTo>
                  <a:lnTo>
                    <a:pt x="5656" y="25770"/>
                  </a:lnTo>
                  <a:lnTo>
                    <a:pt x="6511" y="13908"/>
                  </a:lnTo>
                  <a:lnTo>
                    <a:pt x="7367" y="0"/>
                  </a:lnTo>
                  <a:lnTo>
                    <a:pt x="8222" y="3142"/>
                  </a:lnTo>
                  <a:lnTo>
                    <a:pt x="9078" y="46083"/>
                  </a:lnTo>
                  <a:lnTo>
                    <a:pt x="9933" y="168182"/>
                  </a:lnTo>
                  <a:lnTo>
                    <a:pt x="10789" y="265043"/>
                  </a:lnTo>
                  <a:lnTo>
                    <a:pt x="11644" y="281224"/>
                  </a:lnTo>
                  <a:lnTo>
                    <a:pt x="12500" y="284746"/>
                  </a:lnTo>
                  <a:lnTo>
                    <a:pt x="13356" y="281605"/>
                  </a:lnTo>
                  <a:lnTo>
                    <a:pt x="14211" y="249408"/>
                  </a:lnTo>
                  <a:lnTo>
                    <a:pt x="15067" y="174288"/>
                  </a:lnTo>
                  <a:lnTo>
                    <a:pt x="15922" y="121661"/>
                  </a:lnTo>
                  <a:lnTo>
                    <a:pt x="16778" y="87170"/>
                  </a:lnTo>
                  <a:lnTo>
                    <a:pt x="17633" y="71063"/>
                  </a:lnTo>
                  <a:lnTo>
                    <a:pt x="18489" y="71065"/>
                  </a:lnTo>
                  <a:lnTo>
                    <a:pt x="19344" y="71066"/>
                  </a:lnTo>
                  <a:lnTo>
                    <a:pt x="20200" y="77911"/>
                  </a:lnTo>
                  <a:lnTo>
                    <a:pt x="21055" y="91706"/>
                  </a:lnTo>
                  <a:lnTo>
                    <a:pt x="21911" y="128552"/>
                  </a:lnTo>
                  <a:lnTo>
                    <a:pt x="22766" y="145100"/>
                  </a:lnTo>
                  <a:lnTo>
                    <a:pt x="23622" y="145102"/>
                  </a:lnTo>
                  <a:lnTo>
                    <a:pt x="24477" y="144222"/>
                  </a:lnTo>
                  <a:lnTo>
                    <a:pt x="25333" y="131621"/>
                  </a:lnTo>
                  <a:lnTo>
                    <a:pt x="26188" y="198792"/>
                  </a:lnTo>
                  <a:lnTo>
                    <a:pt x="27044" y="267384"/>
                  </a:lnTo>
                  <a:lnTo>
                    <a:pt x="27899" y="255450"/>
                  </a:lnTo>
                  <a:lnTo>
                    <a:pt x="28755" y="143057"/>
                  </a:lnTo>
                  <a:lnTo>
                    <a:pt x="29611" y="62373"/>
                  </a:lnTo>
                  <a:lnTo>
                    <a:pt x="30466" y="97113"/>
                  </a:lnTo>
                  <a:lnTo>
                    <a:pt x="31322" y="107296"/>
                  </a:lnTo>
                  <a:lnTo>
                    <a:pt x="32177" y="81598"/>
                  </a:lnTo>
                  <a:lnTo>
                    <a:pt x="33033" y="126288"/>
                  </a:lnTo>
                  <a:lnTo>
                    <a:pt x="33888" y="286331"/>
                  </a:lnTo>
                  <a:lnTo>
                    <a:pt x="34496" y="3676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6938104" y="3057634"/>
              <a:ext cx="4402" cy="204842"/>
            </a:xfrm>
            <a:custGeom>
              <a:avLst/>
              <a:pathLst>
                <a:path w="4402" h="204842">
                  <a:moveTo>
                    <a:pt x="0" y="204842"/>
                  </a:moveTo>
                  <a:lnTo>
                    <a:pt x="281" y="178029"/>
                  </a:lnTo>
                  <a:lnTo>
                    <a:pt x="1137" y="70155"/>
                  </a:lnTo>
                  <a:lnTo>
                    <a:pt x="1992" y="0"/>
                  </a:lnTo>
                  <a:lnTo>
                    <a:pt x="2848" y="19943"/>
                  </a:lnTo>
                  <a:lnTo>
                    <a:pt x="3703" y="131232"/>
                  </a:lnTo>
                  <a:lnTo>
                    <a:pt x="4402" y="2048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6945277" y="2755908"/>
              <a:ext cx="20938" cy="506568"/>
            </a:xfrm>
            <a:custGeom>
              <a:avLst/>
              <a:pathLst>
                <a:path w="20938" h="506568">
                  <a:moveTo>
                    <a:pt x="0" y="506568"/>
                  </a:moveTo>
                  <a:lnTo>
                    <a:pt x="807" y="390100"/>
                  </a:lnTo>
                  <a:lnTo>
                    <a:pt x="1663" y="176473"/>
                  </a:lnTo>
                  <a:lnTo>
                    <a:pt x="2519" y="53302"/>
                  </a:lnTo>
                  <a:lnTo>
                    <a:pt x="3374" y="46527"/>
                  </a:lnTo>
                  <a:lnTo>
                    <a:pt x="4230" y="54603"/>
                  </a:lnTo>
                  <a:lnTo>
                    <a:pt x="5085" y="98836"/>
                  </a:lnTo>
                  <a:lnTo>
                    <a:pt x="5941" y="147685"/>
                  </a:lnTo>
                  <a:lnTo>
                    <a:pt x="6796" y="165036"/>
                  </a:lnTo>
                  <a:lnTo>
                    <a:pt x="7652" y="189474"/>
                  </a:lnTo>
                  <a:lnTo>
                    <a:pt x="8507" y="143267"/>
                  </a:lnTo>
                  <a:lnTo>
                    <a:pt x="9363" y="96426"/>
                  </a:lnTo>
                  <a:lnTo>
                    <a:pt x="10218" y="33064"/>
                  </a:lnTo>
                  <a:lnTo>
                    <a:pt x="11074" y="0"/>
                  </a:lnTo>
                  <a:lnTo>
                    <a:pt x="11929" y="95519"/>
                  </a:lnTo>
                  <a:lnTo>
                    <a:pt x="12785" y="100256"/>
                  </a:lnTo>
                  <a:lnTo>
                    <a:pt x="13640" y="73937"/>
                  </a:lnTo>
                  <a:lnTo>
                    <a:pt x="14496" y="129055"/>
                  </a:lnTo>
                  <a:lnTo>
                    <a:pt x="15351" y="174104"/>
                  </a:lnTo>
                  <a:lnTo>
                    <a:pt x="16207" y="153753"/>
                  </a:lnTo>
                  <a:lnTo>
                    <a:pt x="17062" y="113374"/>
                  </a:lnTo>
                  <a:lnTo>
                    <a:pt x="17918" y="121210"/>
                  </a:lnTo>
                  <a:lnTo>
                    <a:pt x="18774" y="265662"/>
                  </a:lnTo>
                  <a:lnTo>
                    <a:pt x="19629" y="372425"/>
                  </a:lnTo>
                  <a:lnTo>
                    <a:pt x="20485" y="451276"/>
                  </a:lnTo>
                  <a:lnTo>
                    <a:pt x="20938" y="5065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6967733" y="2351460"/>
              <a:ext cx="72426" cy="911016"/>
            </a:xfrm>
            <a:custGeom>
              <a:avLst/>
              <a:pathLst>
                <a:path w="72426" h="911016">
                  <a:moveTo>
                    <a:pt x="0" y="911016"/>
                  </a:moveTo>
                  <a:lnTo>
                    <a:pt x="595" y="856520"/>
                  </a:lnTo>
                  <a:lnTo>
                    <a:pt x="1451" y="774110"/>
                  </a:lnTo>
                  <a:lnTo>
                    <a:pt x="2306" y="730961"/>
                  </a:lnTo>
                  <a:lnTo>
                    <a:pt x="3162" y="698942"/>
                  </a:lnTo>
                  <a:lnTo>
                    <a:pt x="4017" y="653818"/>
                  </a:lnTo>
                  <a:lnTo>
                    <a:pt x="4873" y="642621"/>
                  </a:lnTo>
                  <a:lnTo>
                    <a:pt x="5728" y="645939"/>
                  </a:lnTo>
                  <a:lnTo>
                    <a:pt x="6584" y="619207"/>
                  </a:lnTo>
                  <a:lnTo>
                    <a:pt x="7439" y="512356"/>
                  </a:lnTo>
                  <a:lnTo>
                    <a:pt x="8295" y="362983"/>
                  </a:lnTo>
                  <a:lnTo>
                    <a:pt x="9150" y="310656"/>
                  </a:lnTo>
                  <a:lnTo>
                    <a:pt x="10006" y="308872"/>
                  </a:lnTo>
                  <a:lnTo>
                    <a:pt x="10861" y="329488"/>
                  </a:lnTo>
                  <a:lnTo>
                    <a:pt x="11717" y="319411"/>
                  </a:lnTo>
                  <a:lnTo>
                    <a:pt x="12572" y="342528"/>
                  </a:lnTo>
                  <a:lnTo>
                    <a:pt x="13428" y="416946"/>
                  </a:lnTo>
                  <a:lnTo>
                    <a:pt x="14284" y="419414"/>
                  </a:lnTo>
                  <a:lnTo>
                    <a:pt x="15139" y="383946"/>
                  </a:lnTo>
                  <a:lnTo>
                    <a:pt x="15995" y="321145"/>
                  </a:lnTo>
                  <a:lnTo>
                    <a:pt x="16850" y="224190"/>
                  </a:lnTo>
                  <a:lnTo>
                    <a:pt x="17706" y="196221"/>
                  </a:lnTo>
                  <a:lnTo>
                    <a:pt x="18561" y="298908"/>
                  </a:lnTo>
                  <a:lnTo>
                    <a:pt x="19417" y="379896"/>
                  </a:lnTo>
                  <a:lnTo>
                    <a:pt x="20272" y="352806"/>
                  </a:lnTo>
                  <a:lnTo>
                    <a:pt x="21128" y="314615"/>
                  </a:lnTo>
                  <a:lnTo>
                    <a:pt x="21983" y="290391"/>
                  </a:lnTo>
                  <a:lnTo>
                    <a:pt x="22839" y="285763"/>
                  </a:lnTo>
                  <a:lnTo>
                    <a:pt x="23694" y="169443"/>
                  </a:lnTo>
                  <a:lnTo>
                    <a:pt x="24550" y="6462"/>
                  </a:lnTo>
                  <a:lnTo>
                    <a:pt x="25405" y="0"/>
                  </a:lnTo>
                  <a:lnTo>
                    <a:pt x="26261" y="27556"/>
                  </a:lnTo>
                  <a:lnTo>
                    <a:pt x="27116" y="105256"/>
                  </a:lnTo>
                  <a:lnTo>
                    <a:pt x="27972" y="146181"/>
                  </a:lnTo>
                  <a:lnTo>
                    <a:pt x="28828" y="89248"/>
                  </a:lnTo>
                  <a:lnTo>
                    <a:pt x="29683" y="103848"/>
                  </a:lnTo>
                  <a:lnTo>
                    <a:pt x="30539" y="140295"/>
                  </a:lnTo>
                  <a:lnTo>
                    <a:pt x="31394" y="103536"/>
                  </a:lnTo>
                  <a:lnTo>
                    <a:pt x="32250" y="78261"/>
                  </a:lnTo>
                  <a:lnTo>
                    <a:pt x="33105" y="128895"/>
                  </a:lnTo>
                  <a:lnTo>
                    <a:pt x="33961" y="274422"/>
                  </a:lnTo>
                  <a:lnTo>
                    <a:pt x="34816" y="432167"/>
                  </a:lnTo>
                  <a:lnTo>
                    <a:pt x="35672" y="532877"/>
                  </a:lnTo>
                  <a:lnTo>
                    <a:pt x="36527" y="694895"/>
                  </a:lnTo>
                  <a:lnTo>
                    <a:pt x="37383" y="831601"/>
                  </a:lnTo>
                  <a:lnTo>
                    <a:pt x="38238" y="856372"/>
                  </a:lnTo>
                  <a:lnTo>
                    <a:pt x="39094" y="856372"/>
                  </a:lnTo>
                  <a:lnTo>
                    <a:pt x="39949" y="856372"/>
                  </a:lnTo>
                  <a:lnTo>
                    <a:pt x="40805" y="856372"/>
                  </a:lnTo>
                  <a:lnTo>
                    <a:pt x="41660" y="856372"/>
                  </a:lnTo>
                  <a:lnTo>
                    <a:pt x="42516" y="856372"/>
                  </a:lnTo>
                  <a:lnTo>
                    <a:pt x="43371" y="856372"/>
                  </a:lnTo>
                  <a:lnTo>
                    <a:pt x="44227" y="856372"/>
                  </a:lnTo>
                  <a:lnTo>
                    <a:pt x="45083" y="856372"/>
                  </a:lnTo>
                  <a:lnTo>
                    <a:pt x="45938" y="856372"/>
                  </a:lnTo>
                  <a:lnTo>
                    <a:pt x="46794" y="856372"/>
                  </a:lnTo>
                  <a:lnTo>
                    <a:pt x="47649" y="856372"/>
                  </a:lnTo>
                  <a:lnTo>
                    <a:pt x="48505" y="856372"/>
                  </a:lnTo>
                  <a:lnTo>
                    <a:pt x="49360" y="856372"/>
                  </a:lnTo>
                  <a:lnTo>
                    <a:pt x="50216" y="856372"/>
                  </a:lnTo>
                  <a:lnTo>
                    <a:pt x="51071" y="856372"/>
                  </a:lnTo>
                  <a:lnTo>
                    <a:pt x="51927" y="856372"/>
                  </a:lnTo>
                  <a:lnTo>
                    <a:pt x="52782" y="856372"/>
                  </a:lnTo>
                  <a:lnTo>
                    <a:pt x="53638" y="856372"/>
                  </a:lnTo>
                  <a:lnTo>
                    <a:pt x="54493" y="856372"/>
                  </a:lnTo>
                  <a:lnTo>
                    <a:pt x="55349" y="856372"/>
                  </a:lnTo>
                  <a:lnTo>
                    <a:pt x="56204" y="856372"/>
                  </a:lnTo>
                  <a:lnTo>
                    <a:pt x="57060" y="856372"/>
                  </a:lnTo>
                  <a:lnTo>
                    <a:pt x="57915" y="856372"/>
                  </a:lnTo>
                  <a:lnTo>
                    <a:pt x="58771" y="856372"/>
                  </a:lnTo>
                  <a:lnTo>
                    <a:pt x="59626" y="856372"/>
                  </a:lnTo>
                  <a:lnTo>
                    <a:pt x="60482" y="856372"/>
                  </a:lnTo>
                  <a:lnTo>
                    <a:pt x="61338" y="856372"/>
                  </a:lnTo>
                  <a:lnTo>
                    <a:pt x="62193" y="856372"/>
                  </a:lnTo>
                  <a:lnTo>
                    <a:pt x="63049" y="856372"/>
                  </a:lnTo>
                  <a:lnTo>
                    <a:pt x="63904" y="856372"/>
                  </a:lnTo>
                  <a:lnTo>
                    <a:pt x="64760" y="856372"/>
                  </a:lnTo>
                  <a:lnTo>
                    <a:pt x="65615" y="856372"/>
                  </a:lnTo>
                  <a:lnTo>
                    <a:pt x="66471" y="856372"/>
                  </a:lnTo>
                  <a:lnTo>
                    <a:pt x="67326" y="856372"/>
                  </a:lnTo>
                  <a:lnTo>
                    <a:pt x="68182" y="856372"/>
                  </a:lnTo>
                  <a:lnTo>
                    <a:pt x="69037" y="856372"/>
                  </a:lnTo>
                  <a:lnTo>
                    <a:pt x="69893" y="855500"/>
                  </a:lnTo>
                  <a:lnTo>
                    <a:pt x="70748" y="832841"/>
                  </a:lnTo>
                  <a:lnTo>
                    <a:pt x="71604" y="864397"/>
                  </a:lnTo>
                  <a:lnTo>
                    <a:pt x="72426" y="9110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041493" y="3210631"/>
              <a:ext cx="2687" cy="51846"/>
            </a:xfrm>
            <a:custGeom>
              <a:avLst/>
              <a:pathLst>
                <a:path w="2687" h="51846">
                  <a:moveTo>
                    <a:pt x="0" y="51846"/>
                  </a:moveTo>
                  <a:lnTo>
                    <a:pt x="411" y="50090"/>
                  </a:lnTo>
                  <a:lnTo>
                    <a:pt x="1266" y="0"/>
                  </a:lnTo>
                  <a:lnTo>
                    <a:pt x="2122" y="26110"/>
                  </a:lnTo>
                  <a:lnTo>
                    <a:pt x="2687" y="518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045967" y="3230753"/>
              <a:ext cx="1587" cy="31724"/>
            </a:xfrm>
            <a:custGeom>
              <a:avLst/>
              <a:pathLst>
                <a:path w="1587" h="31724">
                  <a:moveTo>
                    <a:pt x="0" y="31724"/>
                  </a:moveTo>
                  <a:lnTo>
                    <a:pt x="214" y="28145"/>
                  </a:lnTo>
                  <a:lnTo>
                    <a:pt x="1070" y="0"/>
                  </a:lnTo>
                  <a:lnTo>
                    <a:pt x="1587" y="317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049214" y="2787698"/>
              <a:ext cx="26870" cy="474778"/>
            </a:xfrm>
            <a:custGeom>
              <a:avLst/>
              <a:pathLst>
                <a:path w="26870" h="474778">
                  <a:moveTo>
                    <a:pt x="0" y="474778"/>
                  </a:moveTo>
                  <a:lnTo>
                    <a:pt x="390" y="450192"/>
                  </a:lnTo>
                  <a:lnTo>
                    <a:pt x="1245" y="404123"/>
                  </a:lnTo>
                  <a:lnTo>
                    <a:pt x="2101" y="341612"/>
                  </a:lnTo>
                  <a:lnTo>
                    <a:pt x="2956" y="358609"/>
                  </a:lnTo>
                  <a:lnTo>
                    <a:pt x="3812" y="386356"/>
                  </a:lnTo>
                  <a:lnTo>
                    <a:pt x="4667" y="375104"/>
                  </a:lnTo>
                  <a:lnTo>
                    <a:pt x="5523" y="350391"/>
                  </a:lnTo>
                  <a:lnTo>
                    <a:pt x="6379" y="350504"/>
                  </a:lnTo>
                  <a:lnTo>
                    <a:pt x="7234" y="384882"/>
                  </a:lnTo>
                  <a:lnTo>
                    <a:pt x="8090" y="355906"/>
                  </a:lnTo>
                  <a:lnTo>
                    <a:pt x="8945" y="326606"/>
                  </a:lnTo>
                  <a:lnTo>
                    <a:pt x="9801" y="320873"/>
                  </a:lnTo>
                  <a:lnTo>
                    <a:pt x="10656" y="294011"/>
                  </a:lnTo>
                  <a:lnTo>
                    <a:pt x="11512" y="255134"/>
                  </a:lnTo>
                  <a:lnTo>
                    <a:pt x="12367" y="242154"/>
                  </a:lnTo>
                  <a:lnTo>
                    <a:pt x="13223" y="207300"/>
                  </a:lnTo>
                  <a:lnTo>
                    <a:pt x="14078" y="158849"/>
                  </a:lnTo>
                  <a:lnTo>
                    <a:pt x="14934" y="65778"/>
                  </a:lnTo>
                  <a:lnTo>
                    <a:pt x="15789" y="0"/>
                  </a:lnTo>
                  <a:lnTo>
                    <a:pt x="16645" y="24485"/>
                  </a:lnTo>
                  <a:lnTo>
                    <a:pt x="17500" y="85056"/>
                  </a:lnTo>
                  <a:lnTo>
                    <a:pt x="18356" y="194787"/>
                  </a:lnTo>
                  <a:lnTo>
                    <a:pt x="19211" y="272870"/>
                  </a:lnTo>
                  <a:lnTo>
                    <a:pt x="20067" y="373871"/>
                  </a:lnTo>
                  <a:lnTo>
                    <a:pt x="20922" y="442481"/>
                  </a:lnTo>
                  <a:lnTo>
                    <a:pt x="21778" y="407485"/>
                  </a:lnTo>
                  <a:lnTo>
                    <a:pt x="22634" y="404741"/>
                  </a:lnTo>
                  <a:lnTo>
                    <a:pt x="23489" y="373641"/>
                  </a:lnTo>
                  <a:lnTo>
                    <a:pt x="24345" y="344008"/>
                  </a:lnTo>
                  <a:lnTo>
                    <a:pt x="25200" y="373126"/>
                  </a:lnTo>
                  <a:lnTo>
                    <a:pt x="26056" y="427788"/>
                  </a:lnTo>
                  <a:lnTo>
                    <a:pt x="26870" y="4747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076957" y="3262408"/>
              <a:ext cx="1776" cy="68"/>
            </a:xfrm>
            <a:custGeom>
              <a:avLst/>
              <a:pathLst>
                <a:path w="1776" h="68">
                  <a:moveTo>
                    <a:pt x="0" y="68"/>
                  </a:moveTo>
                  <a:lnTo>
                    <a:pt x="23" y="0"/>
                  </a:lnTo>
                  <a:lnTo>
                    <a:pt x="879" y="1"/>
                  </a:lnTo>
                  <a:lnTo>
                    <a:pt x="1734" y="1"/>
                  </a:lnTo>
                  <a:lnTo>
                    <a:pt x="1776" y="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080857" y="3192226"/>
              <a:ext cx="6268" cy="70250"/>
            </a:xfrm>
            <a:custGeom>
              <a:avLst/>
              <a:pathLst>
                <a:path w="6268" h="70250">
                  <a:moveTo>
                    <a:pt x="0" y="70250"/>
                  </a:moveTo>
                  <a:lnTo>
                    <a:pt x="401" y="52556"/>
                  </a:lnTo>
                  <a:lnTo>
                    <a:pt x="1257" y="29184"/>
                  </a:lnTo>
                  <a:lnTo>
                    <a:pt x="2112" y="29185"/>
                  </a:lnTo>
                  <a:lnTo>
                    <a:pt x="2968" y="29185"/>
                  </a:lnTo>
                  <a:lnTo>
                    <a:pt x="3823" y="13131"/>
                  </a:lnTo>
                  <a:lnTo>
                    <a:pt x="4679" y="0"/>
                  </a:lnTo>
                  <a:lnTo>
                    <a:pt x="5534" y="51422"/>
                  </a:lnTo>
                  <a:lnTo>
                    <a:pt x="6268" y="702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7088837" y="2631911"/>
              <a:ext cx="80258" cy="630566"/>
            </a:xfrm>
            <a:custGeom>
              <a:avLst/>
              <a:pathLst>
                <a:path w="80258" h="630566">
                  <a:moveTo>
                    <a:pt x="0" y="630566"/>
                  </a:moveTo>
                  <a:lnTo>
                    <a:pt x="121" y="630049"/>
                  </a:lnTo>
                  <a:lnTo>
                    <a:pt x="976" y="516050"/>
                  </a:lnTo>
                  <a:lnTo>
                    <a:pt x="1832" y="358088"/>
                  </a:lnTo>
                  <a:lnTo>
                    <a:pt x="2687" y="230659"/>
                  </a:lnTo>
                  <a:lnTo>
                    <a:pt x="3543" y="126509"/>
                  </a:lnTo>
                  <a:lnTo>
                    <a:pt x="4398" y="48511"/>
                  </a:lnTo>
                  <a:lnTo>
                    <a:pt x="5254" y="0"/>
                  </a:lnTo>
                  <a:lnTo>
                    <a:pt x="6109" y="31298"/>
                  </a:lnTo>
                  <a:lnTo>
                    <a:pt x="6965" y="144540"/>
                  </a:lnTo>
                  <a:lnTo>
                    <a:pt x="7820" y="258224"/>
                  </a:lnTo>
                  <a:lnTo>
                    <a:pt x="8676" y="363788"/>
                  </a:lnTo>
                  <a:lnTo>
                    <a:pt x="9531" y="441786"/>
                  </a:lnTo>
                  <a:lnTo>
                    <a:pt x="10387" y="493948"/>
                  </a:lnTo>
                  <a:lnTo>
                    <a:pt x="11242" y="559307"/>
                  </a:lnTo>
                  <a:lnTo>
                    <a:pt x="12098" y="575922"/>
                  </a:lnTo>
                  <a:lnTo>
                    <a:pt x="12954" y="575922"/>
                  </a:lnTo>
                  <a:lnTo>
                    <a:pt x="13809" y="575922"/>
                  </a:lnTo>
                  <a:lnTo>
                    <a:pt x="14665" y="575922"/>
                  </a:lnTo>
                  <a:lnTo>
                    <a:pt x="15520" y="575922"/>
                  </a:lnTo>
                  <a:lnTo>
                    <a:pt x="16376" y="575922"/>
                  </a:lnTo>
                  <a:lnTo>
                    <a:pt x="17231" y="575922"/>
                  </a:lnTo>
                  <a:lnTo>
                    <a:pt x="18087" y="575922"/>
                  </a:lnTo>
                  <a:lnTo>
                    <a:pt x="18942" y="575922"/>
                  </a:lnTo>
                  <a:lnTo>
                    <a:pt x="19798" y="543926"/>
                  </a:lnTo>
                  <a:lnTo>
                    <a:pt x="20653" y="491148"/>
                  </a:lnTo>
                  <a:lnTo>
                    <a:pt x="21509" y="471636"/>
                  </a:lnTo>
                  <a:lnTo>
                    <a:pt x="22364" y="488530"/>
                  </a:lnTo>
                  <a:lnTo>
                    <a:pt x="23220" y="548824"/>
                  </a:lnTo>
                  <a:lnTo>
                    <a:pt x="24075" y="534717"/>
                  </a:lnTo>
                  <a:lnTo>
                    <a:pt x="24931" y="499323"/>
                  </a:lnTo>
                  <a:lnTo>
                    <a:pt x="25786" y="507051"/>
                  </a:lnTo>
                  <a:lnTo>
                    <a:pt x="26642" y="512105"/>
                  </a:lnTo>
                  <a:lnTo>
                    <a:pt x="27498" y="495212"/>
                  </a:lnTo>
                  <a:lnTo>
                    <a:pt x="28353" y="434917"/>
                  </a:lnTo>
                  <a:lnTo>
                    <a:pt x="29209" y="434874"/>
                  </a:lnTo>
                  <a:lnTo>
                    <a:pt x="30064" y="442056"/>
                  </a:lnTo>
                  <a:lnTo>
                    <a:pt x="30920" y="368877"/>
                  </a:lnTo>
                  <a:lnTo>
                    <a:pt x="31775" y="289491"/>
                  </a:lnTo>
                  <a:lnTo>
                    <a:pt x="32631" y="242458"/>
                  </a:lnTo>
                  <a:lnTo>
                    <a:pt x="33486" y="200708"/>
                  </a:lnTo>
                  <a:lnTo>
                    <a:pt x="34342" y="206113"/>
                  </a:lnTo>
                  <a:lnTo>
                    <a:pt x="35197" y="236391"/>
                  </a:lnTo>
                  <a:lnTo>
                    <a:pt x="36053" y="266919"/>
                  </a:lnTo>
                  <a:lnTo>
                    <a:pt x="36908" y="260045"/>
                  </a:lnTo>
                  <a:lnTo>
                    <a:pt x="37764" y="240749"/>
                  </a:lnTo>
                  <a:lnTo>
                    <a:pt x="38619" y="231028"/>
                  </a:lnTo>
                  <a:lnTo>
                    <a:pt x="39475" y="195030"/>
                  </a:lnTo>
                  <a:lnTo>
                    <a:pt x="40330" y="198536"/>
                  </a:lnTo>
                  <a:lnTo>
                    <a:pt x="41186" y="278802"/>
                  </a:lnTo>
                  <a:lnTo>
                    <a:pt x="42041" y="351232"/>
                  </a:lnTo>
                  <a:lnTo>
                    <a:pt x="42897" y="325929"/>
                  </a:lnTo>
                  <a:lnTo>
                    <a:pt x="43753" y="263915"/>
                  </a:lnTo>
                  <a:lnTo>
                    <a:pt x="44608" y="281508"/>
                  </a:lnTo>
                  <a:lnTo>
                    <a:pt x="45464" y="238900"/>
                  </a:lnTo>
                  <a:lnTo>
                    <a:pt x="46319" y="179302"/>
                  </a:lnTo>
                  <a:lnTo>
                    <a:pt x="47175" y="122832"/>
                  </a:lnTo>
                  <a:lnTo>
                    <a:pt x="48030" y="179567"/>
                  </a:lnTo>
                  <a:lnTo>
                    <a:pt x="48886" y="302416"/>
                  </a:lnTo>
                  <a:lnTo>
                    <a:pt x="49741" y="362966"/>
                  </a:lnTo>
                  <a:lnTo>
                    <a:pt x="50597" y="443887"/>
                  </a:lnTo>
                  <a:lnTo>
                    <a:pt x="51452" y="504101"/>
                  </a:lnTo>
                  <a:lnTo>
                    <a:pt x="52308" y="548050"/>
                  </a:lnTo>
                  <a:lnTo>
                    <a:pt x="53163" y="545642"/>
                  </a:lnTo>
                  <a:lnTo>
                    <a:pt x="54019" y="552716"/>
                  </a:lnTo>
                  <a:lnTo>
                    <a:pt x="54874" y="511267"/>
                  </a:lnTo>
                  <a:lnTo>
                    <a:pt x="55730" y="442020"/>
                  </a:lnTo>
                  <a:lnTo>
                    <a:pt x="56585" y="345356"/>
                  </a:lnTo>
                  <a:lnTo>
                    <a:pt x="57441" y="302834"/>
                  </a:lnTo>
                  <a:lnTo>
                    <a:pt x="58296" y="314735"/>
                  </a:lnTo>
                  <a:lnTo>
                    <a:pt x="59152" y="295934"/>
                  </a:lnTo>
                  <a:lnTo>
                    <a:pt x="60008" y="296749"/>
                  </a:lnTo>
                  <a:lnTo>
                    <a:pt x="60863" y="254194"/>
                  </a:lnTo>
                  <a:lnTo>
                    <a:pt x="61719" y="261969"/>
                  </a:lnTo>
                  <a:lnTo>
                    <a:pt x="62574" y="375342"/>
                  </a:lnTo>
                  <a:lnTo>
                    <a:pt x="63430" y="423108"/>
                  </a:lnTo>
                  <a:lnTo>
                    <a:pt x="64285" y="387228"/>
                  </a:lnTo>
                  <a:lnTo>
                    <a:pt x="65141" y="368887"/>
                  </a:lnTo>
                  <a:lnTo>
                    <a:pt x="65996" y="468126"/>
                  </a:lnTo>
                  <a:lnTo>
                    <a:pt x="66852" y="533989"/>
                  </a:lnTo>
                  <a:lnTo>
                    <a:pt x="67707" y="434720"/>
                  </a:lnTo>
                  <a:lnTo>
                    <a:pt x="68563" y="320007"/>
                  </a:lnTo>
                  <a:lnTo>
                    <a:pt x="69418" y="266848"/>
                  </a:lnTo>
                  <a:lnTo>
                    <a:pt x="70274" y="273874"/>
                  </a:lnTo>
                  <a:lnTo>
                    <a:pt x="71129" y="216990"/>
                  </a:lnTo>
                  <a:lnTo>
                    <a:pt x="71985" y="197977"/>
                  </a:lnTo>
                  <a:lnTo>
                    <a:pt x="72840" y="243637"/>
                  </a:lnTo>
                  <a:lnTo>
                    <a:pt x="73696" y="285749"/>
                  </a:lnTo>
                  <a:lnTo>
                    <a:pt x="74552" y="282578"/>
                  </a:lnTo>
                  <a:lnTo>
                    <a:pt x="75407" y="258881"/>
                  </a:lnTo>
                  <a:lnTo>
                    <a:pt x="76263" y="314189"/>
                  </a:lnTo>
                  <a:lnTo>
                    <a:pt x="77118" y="359901"/>
                  </a:lnTo>
                  <a:lnTo>
                    <a:pt x="77974" y="388685"/>
                  </a:lnTo>
                  <a:lnTo>
                    <a:pt x="78829" y="438922"/>
                  </a:lnTo>
                  <a:lnTo>
                    <a:pt x="79685" y="582231"/>
                  </a:lnTo>
                  <a:lnTo>
                    <a:pt x="80258" y="6305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170560" y="2552041"/>
              <a:ext cx="89715" cy="710435"/>
            </a:xfrm>
            <a:custGeom>
              <a:avLst/>
              <a:pathLst>
                <a:path w="89715" h="710435">
                  <a:moveTo>
                    <a:pt x="0" y="710435"/>
                  </a:moveTo>
                  <a:lnTo>
                    <a:pt x="528" y="686065"/>
                  </a:lnTo>
                  <a:lnTo>
                    <a:pt x="1384" y="642092"/>
                  </a:lnTo>
                  <a:lnTo>
                    <a:pt x="2239" y="535593"/>
                  </a:lnTo>
                  <a:lnTo>
                    <a:pt x="3095" y="429019"/>
                  </a:lnTo>
                  <a:lnTo>
                    <a:pt x="3950" y="318661"/>
                  </a:lnTo>
                  <a:lnTo>
                    <a:pt x="4806" y="223443"/>
                  </a:lnTo>
                  <a:lnTo>
                    <a:pt x="5661" y="210841"/>
                  </a:lnTo>
                  <a:lnTo>
                    <a:pt x="6517" y="181332"/>
                  </a:lnTo>
                  <a:lnTo>
                    <a:pt x="7372" y="251059"/>
                  </a:lnTo>
                  <a:lnTo>
                    <a:pt x="8228" y="300216"/>
                  </a:lnTo>
                  <a:lnTo>
                    <a:pt x="9083" y="351810"/>
                  </a:lnTo>
                  <a:lnTo>
                    <a:pt x="9939" y="457938"/>
                  </a:lnTo>
                  <a:lnTo>
                    <a:pt x="10794" y="512806"/>
                  </a:lnTo>
                  <a:lnTo>
                    <a:pt x="11650" y="582622"/>
                  </a:lnTo>
                  <a:lnTo>
                    <a:pt x="12505" y="585644"/>
                  </a:lnTo>
                  <a:lnTo>
                    <a:pt x="13361" y="524407"/>
                  </a:lnTo>
                  <a:lnTo>
                    <a:pt x="14216" y="475147"/>
                  </a:lnTo>
                  <a:lnTo>
                    <a:pt x="15072" y="426031"/>
                  </a:lnTo>
                  <a:lnTo>
                    <a:pt x="15928" y="377747"/>
                  </a:lnTo>
                  <a:lnTo>
                    <a:pt x="16783" y="322948"/>
                  </a:lnTo>
                  <a:lnTo>
                    <a:pt x="17639" y="305597"/>
                  </a:lnTo>
                  <a:lnTo>
                    <a:pt x="18494" y="307458"/>
                  </a:lnTo>
                  <a:lnTo>
                    <a:pt x="19350" y="293477"/>
                  </a:lnTo>
                  <a:lnTo>
                    <a:pt x="20205" y="276165"/>
                  </a:lnTo>
                  <a:lnTo>
                    <a:pt x="21061" y="227433"/>
                  </a:lnTo>
                  <a:lnTo>
                    <a:pt x="21916" y="217587"/>
                  </a:lnTo>
                  <a:lnTo>
                    <a:pt x="22772" y="222247"/>
                  </a:lnTo>
                  <a:lnTo>
                    <a:pt x="23627" y="201353"/>
                  </a:lnTo>
                  <a:lnTo>
                    <a:pt x="24483" y="126367"/>
                  </a:lnTo>
                  <a:lnTo>
                    <a:pt x="25338" y="50722"/>
                  </a:lnTo>
                  <a:lnTo>
                    <a:pt x="26194" y="84452"/>
                  </a:lnTo>
                  <a:lnTo>
                    <a:pt x="27049" y="119413"/>
                  </a:lnTo>
                  <a:lnTo>
                    <a:pt x="27905" y="86730"/>
                  </a:lnTo>
                  <a:lnTo>
                    <a:pt x="28760" y="47739"/>
                  </a:lnTo>
                  <a:lnTo>
                    <a:pt x="29616" y="120567"/>
                  </a:lnTo>
                  <a:lnTo>
                    <a:pt x="30471" y="224567"/>
                  </a:lnTo>
                  <a:lnTo>
                    <a:pt x="31327" y="236648"/>
                  </a:lnTo>
                  <a:lnTo>
                    <a:pt x="32183" y="192167"/>
                  </a:lnTo>
                  <a:lnTo>
                    <a:pt x="33038" y="190999"/>
                  </a:lnTo>
                  <a:lnTo>
                    <a:pt x="33894" y="262652"/>
                  </a:lnTo>
                  <a:lnTo>
                    <a:pt x="34749" y="251452"/>
                  </a:lnTo>
                  <a:lnTo>
                    <a:pt x="35605" y="217114"/>
                  </a:lnTo>
                  <a:lnTo>
                    <a:pt x="36460" y="197360"/>
                  </a:lnTo>
                  <a:lnTo>
                    <a:pt x="37316" y="159888"/>
                  </a:lnTo>
                  <a:lnTo>
                    <a:pt x="38171" y="203196"/>
                  </a:lnTo>
                  <a:lnTo>
                    <a:pt x="39027" y="189527"/>
                  </a:lnTo>
                  <a:lnTo>
                    <a:pt x="39882" y="165985"/>
                  </a:lnTo>
                  <a:lnTo>
                    <a:pt x="40738" y="126483"/>
                  </a:lnTo>
                  <a:lnTo>
                    <a:pt x="41593" y="102771"/>
                  </a:lnTo>
                  <a:lnTo>
                    <a:pt x="42449" y="138558"/>
                  </a:lnTo>
                  <a:lnTo>
                    <a:pt x="43304" y="57539"/>
                  </a:lnTo>
                  <a:lnTo>
                    <a:pt x="44160" y="0"/>
                  </a:lnTo>
                  <a:lnTo>
                    <a:pt x="45015" y="80644"/>
                  </a:lnTo>
                  <a:lnTo>
                    <a:pt x="45871" y="148970"/>
                  </a:lnTo>
                  <a:lnTo>
                    <a:pt x="46727" y="267403"/>
                  </a:lnTo>
                  <a:lnTo>
                    <a:pt x="47582" y="313135"/>
                  </a:lnTo>
                  <a:lnTo>
                    <a:pt x="48438" y="377855"/>
                  </a:lnTo>
                  <a:lnTo>
                    <a:pt x="49293" y="492721"/>
                  </a:lnTo>
                  <a:lnTo>
                    <a:pt x="50149" y="505801"/>
                  </a:lnTo>
                  <a:lnTo>
                    <a:pt x="51004" y="499758"/>
                  </a:lnTo>
                  <a:lnTo>
                    <a:pt x="51860" y="416959"/>
                  </a:lnTo>
                  <a:lnTo>
                    <a:pt x="52715" y="391408"/>
                  </a:lnTo>
                  <a:lnTo>
                    <a:pt x="53571" y="437717"/>
                  </a:lnTo>
                  <a:lnTo>
                    <a:pt x="54426" y="482270"/>
                  </a:lnTo>
                  <a:lnTo>
                    <a:pt x="55282" y="557435"/>
                  </a:lnTo>
                  <a:lnTo>
                    <a:pt x="56137" y="652065"/>
                  </a:lnTo>
                  <a:lnTo>
                    <a:pt x="56993" y="697226"/>
                  </a:lnTo>
                  <a:lnTo>
                    <a:pt x="57848" y="697238"/>
                  </a:lnTo>
                  <a:lnTo>
                    <a:pt x="58704" y="710431"/>
                  </a:lnTo>
                  <a:lnTo>
                    <a:pt x="59559" y="686950"/>
                  </a:lnTo>
                  <a:lnTo>
                    <a:pt x="60415" y="607867"/>
                  </a:lnTo>
                  <a:lnTo>
                    <a:pt x="61270" y="536556"/>
                  </a:lnTo>
                  <a:lnTo>
                    <a:pt x="62126" y="553771"/>
                  </a:lnTo>
                  <a:lnTo>
                    <a:pt x="62982" y="582049"/>
                  </a:lnTo>
                  <a:lnTo>
                    <a:pt x="63837" y="550034"/>
                  </a:lnTo>
                  <a:lnTo>
                    <a:pt x="64693" y="541593"/>
                  </a:lnTo>
                  <a:lnTo>
                    <a:pt x="65548" y="557784"/>
                  </a:lnTo>
                  <a:lnTo>
                    <a:pt x="66404" y="535413"/>
                  </a:lnTo>
                  <a:lnTo>
                    <a:pt x="67259" y="541889"/>
                  </a:lnTo>
                  <a:lnTo>
                    <a:pt x="68115" y="590846"/>
                  </a:lnTo>
                  <a:lnTo>
                    <a:pt x="68970" y="566264"/>
                  </a:lnTo>
                  <a:lnTo>
                    <a:pt x="69826" y="514542"/>
                  </a:lnTo>
                  <a:lnTo>
                    <a:pt x="70681" y="530806"/>
                  </a:lnTo>
                  <a:lnTo>
                    <a:pt x="71537" y="579495"/>
                  </a:lnTo>
                  <a:lnTo>
                    <a:pt x="72392" y="570003"/>
                  </a:lnTo>
                  <a:lnTo>
                    <a:pt x="73248" y="495247"/>
                  </a:lnTo>
                  <a:lnTo>
                    <a:pt x="74103" y="475698"/>
                  </a:lnTo>
                  <a:lnTo>
                    <a:pt x="74959" y="456273"/>
                  </a:lnTo>
                  <a:lnTo>
                    <a:pt x="75814" y="395205"/>
                  </a:lnTo>
                  <a:lnTo>
                    <a:pt x="76670" y="386001"/>
                  </a:lnTo>
                  <a:lnTo>
                    <a:pt x="77525" y="376428"/>
                  </a:lnTo>
                  <a:lnTo>
                    <a:pt x="78381" y="386308"/>
                  </a:lnTo>
                  <a:lnTo>
                    <a:pt x="79237" y="399914"/>
                  </a:lnTo>
                  <a:lnTo>
                    <a:pt x="80092" y="422506"/>
                  </a:lnTo>
                  <a:lnTo>
                    <a:pt x="80948" y="504307"/>
                  </a:lnTo>
                  <a:lnTo>
                    <a:pt x="81803" y="515671"/>
                  </a:lnTo>
                  <a:lnTo>
                    <a:pt x="82659" y="440568"/>
                  </a:lnTo>
                  <a:lnTo>
                    <a:pt x="83514" y="432103"/>
                  </a:lnTo>
                  <a:lnTo>
                    <a:pt x="84370" y="395453"/>
                  </a:lnTo>
                  <a:lnTo>
                    <a:pt x="85225" y="392004"/>
                  </a:lnTo>
                  <a:lnTo>
                    <a:pt x="86081" y="396750"/>
                  </a:lnTo>
                  <a:lnTo>
                    <a:pt x="86936" y="427440"/>
                  </a:lnTo>
                  <a:lnTo>
                    <a:pt x="87792" y="517325"/>
                  </a:lnTo>
                  <a:lnTo>
                    <a:pt x="88647" y="567539"/>
                  </a:lnTo>
                  <a:lnTo>
                    <a:pt x="89503" y="688748"/>
                  </a:lnTo>
                  <a:lnTo>
                    <a:pt x="89715" y="7104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7266804" y="3192378"/>
              <a:ext cx="4194" cy="70098"/>
            </a:xfrm>
            <a:custGeom>
              <a:avLst/>
              <a:pathLst>
                <a:path w="4194" h="70098">
                  <a:moveTo>
                    <a:pt x="0" y="70098"/>
                  </a:moveTo>
                  <a:lnTo>
                    <a:pt x="104" y="61309"/>
                  </a:lnTo>
                  <a:lnTo>
                    <a:pt x="959" y="0"/>
                  </a:lnTo>
                  <a:lnTo>
                    <a:pt x="1815" y="2414"/>
                  </a:lnTo>
                  <a:lnTo>
                    <a:pt x="2670" y="18813"/>
                  </a:lnTo>
                  <a:lnTo>
                    <a:pt x="3526" y="42506"/>
                  </a:lnTo>
                  <a:lnTo>
                    <a:pt x="4194" y="700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273865" y="2744394"/>
              <a:ext cx="15371" cy="518082"/>
            </a:xfrm>
            <a:custGeom>
              <a:avLst/>
              <a:pathLst>
                <a:path w="15371" h="518082">
                  <a:moveTo>
                    <a:pt x="0" y="518082"/>
                  </a:moveTo>
                  <a:lnTo>
                    <a:pt x="742" y="390061"/>
                  </a:lnTo>
                  <a:lnTo>
                    <a:pt x="1597" y="218665"/>
                  </a:lnTo>
                  <a:lnTo>
                    <a:pt x="2453" y="87536"/>
                  </a:lnTo>
                  <a:lnTo>
                    <a:pt x="3309" y="1411"/>
                  </a:lnTo>
                  <a:lnTo>
                    <a:pt x="4164" y="0"/>
                  </a:lnTo>
                  <a:lnTo>
                    <a:pt x="5020" y="20437"/>
                  </a:lnTo>
                  <a:lnTo>
                    <a:pt x="5875" y="112030"/>
                  </a:lnTo>
                  <a:lnTo>
                    <a:pt x="6731" y="181262"/>
                  </a:lnTo>
                  <a:lnTo>
                    <a:pt x="7586" y="291006"/>
                  </a:lnTo>
                  <a:lnTo>
                    <a:pt x="8442" y="361281"/>
                  </a:lnTo>
                  <a:lnTo>
                    <a:pt x="9297" y="326510"/>
                  </a:lnTo>
                  <a:lnTo>
                    <a:pt x="10153" y="280371"/>
                  </a:lnTo>
                  <a:lnTo>
                    <a:pt x="11008" y="280574"/>
                  </a:lnTo>
                  <a:lnTo>
                    <a:pt x="11864" y="336752"/>
                  </a:lnTo>
                  <a:lnTo>
                    <a:pt x="12719" y="363449"/>
                  </a:lnTo>
                  <a:lnTo>
                    <a:pt x="13575" y="382112"/>
                  </a:lnTo>
                  <a:lnTo>
                    <a:pt x="14430" y="434084"/>
                  </a:lnTo>
                  <a:lnTo>
                    <a:pt x="15286" y="513617"/>
                  </a:lnTo>
                  <a:lnTo>
                    <a:pt x="15371" y="5180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7298658" y="2695515"/>
              <a:ext cx="80460" cy="566961"/>
            </a:xfrm>
            <a:custGeom>
              <a:avLst/>
              <a:pathLst>
                <a:path w="80460" h="566961">
                  <a:moveTo>
                    <a:pt x="0" y="566961"/>
                  </a:moveTo>
                  <a:lnTo>
                    <a:pt x="760" y="396608"/>
                  </a:lnTo>
                  <a:lnTo>
                    <a:pt x="1616" y="225297"/>
                  </a:lnTo>
                  <a:lnTo>
                    <a:pt x="2471" y="127819"/>
                  </a:lnTo>
                  <a:lnTo>
                    <a:pt x="3327" y="21819"/>
                  </a:lnTo>
                  <a:lnTo>
                    <a:pt x="4182" y="0"/>
                  </a:lnTo>
                  <a:lnTo>
                    <a:pt x="5038" y="76750"/>
                  </a:lnTo>
                  <a:lnTo>
                    <a:pt x="5893" y="240442"/>
                  </a:lnTo>
                  <a:lnTo>
                    <a:pt x="6749" y="346016"/>
                  </a:lnTo>
                  <a:lnTo>
                    <a:pt x="7604" y="342033"/>
                  </a:lnTo>
                  <a:lnTo>
                    <a:pt x="8460" y="363355"/>
                  </a:lnTo>
                  <a:lnTo>
                    <a:pt x="9315" y="312488"/>
                  </a:lnTo>
                  <a:lnTo>
                    <a:pt x="10171" y="270065"/>
                  </a:lnTo>
                  <a:lnTo>
                    <a:pt x="11026" y="220257"/>
                  </a:lnTo>
                  <a:lnTo>
                    <a:pt x="11882" y="195198"/>
                  </a:lnTo>
                  <a:lnTo>
                    <a:pt x="12737" y="303207"/>
                  </a:lnTo>
                  <a:lnTo>
                    <a:pt x="13593" y="369916"/>
                  </a:lnTo>
                  <a:lnTo>
                    <a:pt x="14449" y="456065"/>
                  </a:lnTo>
                  <a:lnTo>
                    <a:pt x="15304" y="486750"/>
                  </a:lnTo>
                  <a:lnTo>
                    <a:pt x="16160" y="495956"/>
                  </a:lnTo>
                  <a:lnTo>
                    <a:pt x="17015" y="439190"/>
                  </a:lnTo>
                  <a:lnTo>
                    <a:pt x="17871" y="362392"/>
                  </a:lnTo>
                  <a:lnTo>
                    <a:pt x="18726" y="305843"/>
                  </a:lnTo>
                  <a:lnTo>
                    <a:pt x="19582" y="180142"/>
                  </a:lnTo>
                  <a:lnTo>
                    <a:pt x="20437" y="145319"/>
                  </a:lnTo>
                  <a:lnTo>
                    <a:pt x="21293" y="131704"/>
                  </a:lnTo>
                  <a:lnTo>
                    <a:pt x="22148" y="163091"/>
                  </a:lnTo>
                  <a:lnTo>
                    <a:pt x="23004" y="133172"/>
                  </a:lnTo>
                  <a:lnTo>
                    <a:pt x="23859" y="141305"/>
                  </a:lnTo>
                  <a:lnTo>
                    <a:pt x="24715" y="175406"/>
                  </a:lnTo>
                  <a:lnTo>
                    <a:pt x="25570" y="94956"/>
                  </a:lnTo>
                  <a:lnTo>
                    <a:pt x="26426" y="94768"/>
                  </a:lnTo>
                  <a:lnTo>
                    <a:pt x="27281" y="174345"/>
                  </a:lnTo>
                  <a:lnTo>
                    <a:pt x="28137" y="263610"/>
                  </a:lnTo>
                  <a:lnTo>
                    <a:pt x="28992" y="267537"/>
                  </a:lnTo>
                  <a:lnTo>
                    <a:pt x="29848" y="285042"/>
                  </a:lnTo>
                  <a:lnTo>
                    <a:pt x="30704" y="378260"/>
                  </a:lnTo>
                  <a:lnTo>
                    <a:pt x="31559" y="453525"/>
                  </a:lnTo>
                  <a:lnTo>
                    <a:pt x="32415" y="465426"/>
                  </a:lnTo>
                  <a:lnTo>
                    <a:pt x="33270" y="471019"/>
                  </a:lnTo>
                  <a:lnTo>
                    <a:pt x="34126" y="471567"/>
                  </a:lnTo>
                  <a:lnTo>
                    <a:pt x="34981" y="456016"/>
                  </a:lnTo>
                  <a:lnTo>
                    <a:pt x="35837" y="393425"/>
                  </a:lnTo>
                  <a:lnTo>
                    <a:pt x="36692" y="309226"/>
                  </a:lnTo>
                  <a:lnTo>
                    <a:pt x="37548" y="264315"/>
                  </a:lnTo>
                  <a:lnTo>
                    <a:pt x="38403" y="221500"/>
                  </a:lnTo>
                  <a:lnTo>
                    <a:pt x="39259" y="207495"/>
                  </a:lnTo>
                  <a:lnTo>
                    <a:pt x="40114" y="260507"/>
                  </a:lnTo>
                  <a:lnTo>
                    <a:pt x="40970" y="323489"/>
                  </a:lnTo>
                  <a:lnTo>
                    <a:pt x="41825" y="354580"/>
                  </a:lnTo>
                  <a:lnTo>
                    <a:pt x="42681" y="350174"/>
                  </a:lnTo>
                  <a:lnTo>
                    <a:pt x="43536" y="375209"/>
                  </a:lnTo>
                  <a:lnTo>
                    <a:pt x="44392" y="401693"/>
                  </a:lnTo>
                  <a:lnTo>
                    <a:pt x="45247" y="351005"/>
                  </a:lnTo>
                  <a:lnTo>
                    <a:pt x="46103" y="280134"/>
                  </a:lnTo>
                  <a:lnTo>
                    <a:pt x="46959" y="290663"/>
                  </a:lnTo>
                  <a:lnTo>
                    <a:pt x="47814" y="345831"/>
                  </a:lnTo>
                  <a:lnTo>
                    <a:pt x="48670" y="363612"/>
                  </a:lnTo>
                  <a:lnTo>
                    <a:pt x="49525" y="379650"/>
                  </a:lnTo>
                  <a:lnTo>
                    <a:pt x="50381" y="437466"/>
                  </a:lnTo>
                  <a:lnTo>
                    <a:pt x="51236" y="490111"/>
                  </a:lnTo>
                  <a:lnTo>
                    <a:pt x="52092" y="448826"/>
                  </a:lnTo>
                  <a:lnTo>
                    <a:pt x="52947" y="425195"/>
                  </a:lnTo>
                  <a:lnTo>
                    <a:pt x="53803" y="395720"/>
                  </a:lnTo>
                  <a:lnTo>
                    <a:pt x="54658" y="299669"/>
                  </a:lnTo>
                  <a:lnTo>
                    <a:pt x="55514" y="203856"/>
                  </a:lnTo>
                  <a:lnTo>
                    <a:pt x="56369" y="214495"/>
                  </a:lnTo>
                  <a:lnTo>
                    <a:pt x="57225" y="265613"/>
                  </a:lnTo>
                  <a:lnTo>
                    <a:pt x="58080" y="283395"/>
                  </a:lnTo>
                  <a:lnTo>
                    <a:pt x="58936" y="302276"/>
                  </a:lnTo>
                  <a:lnTo>
                    <a:pt x="59791" y="345264"/>
                  </a:lnTo>
                  <a:lnTo>
                    <a:pt x="60647" y="384231"/>
                  </a:lnTo>
                  <a:lnTo>
                    <a:pt x="61503" y="405150"/>
                  </a:lnTo>
                  <a:lnTo>
                    <a:pt x="62358" y="405150"/>
                  </a:lnTo>
                  <a:lnTo>
                    <a:pt x="63214" y="405151"/>
                  </a:lnTo>
                  <a:lnTo>
                    <a:pt x="64069" y="415746"/>
                  </a:lnTo>
                  <a:lnTo>
                    <a:pt x="64925" y="468809"/>
                  </a:lnTo>
                  <a:lnTo>
                    <a:pt x="65780" y="525654"/>
                  </a:lnTo>
                  <a:lnTo>
                    <a:pt x="66636" y="523949"/>
                  </a:lnTo>
                  <a:lnTo>
                    <a:pt x="67491" y="506456"/>
                  </a:lnTo>
                  <a:lnTo>
                    <a:pt x="68347" y="420926"/>
                  </a:lnTo>
                  <a:lnTo>
                    <a:pt x="69202" y="373847"/>
                  </a:lnTo>
                  <a:lnTo>
                    <a:pt x="70058" y="304376"/>
                  </a:lnTo>
                  <a:lnTo>
                    <a:pt x="70913" y="219735"/>
                  </a:lnTo>
                  <a:lnTo>
                    <a:pt x="71769" y="131642"/>
                  </a:lnTo>
                  <a:lnTo>
                    <a:pt x="72624" y="52781"/>
                  </a:lnTo>
                  <a:lnTo>
                    <a:pt x="73480" y="56949"/>
                  </a:lnTo>
                  <a:lnTo>
                    <a:pt x="74335" y="35041"/>
                  </a:lnTo>
                  <a:lnTo>
                    <a:pt x="75191" y="82797"/>
                  </a:lnTo>
                  <a:lnTo>
                    <a:pt x="76046" y="167442"/>
                  </a:lnTo>
                  <a:lnTo>
                    <a:pt x="76902" y="243905"/>
                  </a:lnTo>
                  <a:lnTo>
                    <a:pt x="77758" y="340260"/>
                  </a:lnTo>
                  <a:lnTo>
                    <a:pt x="78613" y="424237"/>
                  </a:lnTo>
                  <a:lnTo>
                    <a:pt x="79469" y="526069"/>
                  </a:lnTo>
                  <a:lnTo>
                    <a:pt x="80324" y="566544"/>
                  </a:lnTo>
                  <a:lnTo>
                    <a:pt x="80460" y="5669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7385706" y="2564721"/>
              <a:ext cx="70776" cy="697755"/>
            </a:xfrm>
            <a:custGeom>
              <a:avLst/>
              <a:pathLst>
                <a:path w="70776" h="697755">
                  <a:moveTo>
                    <a:pt x="0" y="697755"/>
                  </a:moveTo>
                  <a:lnTo>
                    <a:pt x="120" y="685923"/>
                  </a:lnTo>
                  <a:lnTo>
                    <a:pt x="975" y="582102"/>
                  </a:lnTo>
                  <a:lnTo>
                    <a:pt x="1831" y="483769"/>
                  </a:lnTo>
                  <a:lnTo>
                    <a:pt x="2686" y="481318"/>
                  </a:lnTo>
                  <a:lnTo>
                    <a:pt x="3542" y="572172"/>
                  </a:lnTo>
                  <a:lnTo>
                    <a:pt x="4397" y="603497"/>
                  </a:lnTo>
                  <a:lnTo>
                    <a:pt x="5253" y="613043"/>
                  </a:lnTo>
                  <a:lnTo>
                    <a:pt x="6109" y="608799"/>
                  </a:lnTo>
                  <a:lnTo>
                    <a:pt x="6964" y="547553"/>
                  </a:lnTo>
                  <a:lnTo>
                    <a:pt x="7820" y="468585"/>
                  </a:lnTo>
                  <a:lnTo>
                    <a:pt x="8675" y="418501"/>
                  </a:lnTo>
                  <a:lnTo>
                    <a:pt x="9531" y="411703"/>
                  </a:lnTo>
                  <a:lnTo>
                    <a:pt x="10386" y="393058"/>
                  </a:lnTo>
                  <a:lnTo>
                    <a:pt x="11242" y="325780"/>
                  </a:lnTo>
                  <a:lnTo>
                    <a:pt x="12097" y="377201"/>
                  </a:lnTo>
                  <a:lnTo>
                    <a:pt x="12953" y="456169"/>
                  </a:lnTo>
                  <a:lnTo>
                    <a:pt x="13808" y="526305"/>
                  </a:lnTo>
                  <a:lnTo>
                    <a:pt x="14664" y="568992"/>
                  </a:lnTo>
                  <a:lnTo>
                    <a:pt x="15519" y="554783"/>
                  </a:lnTo>
                  <a:lnTo>
                    <a:pt x="16375" y="564269"/>
                  </a:lnTo>
                  <a:lnTo>
                    <a:pt x="17230" y="513839"/>
                  </a:lnTo>
                  <a:lnTo>
                    <a:pt x="18086" y="415028"/>
                  </a:lnTo>
                  <a:lnTo>
                    <a:pt x="18941" y="274303"/>
                  </a:lnTo>
                  <a:lnTo>
                    <a:pt x="19797" y="214192"/>
                  </a:lnTo>
                  <a:lnTo>
                    <a:pt x="20652" y="215050"/>
                  </a:lnTo>
                  <a:lnTo>
                    <a:pt x="21508" y="143335"/>
                  </a:lnTo>
                  <a:lnTo>
                    <a:pt x="22364" y="52041"/>
                  </a:lnTo>
                  <a:lnTo>
                    <a:pt x="23219" y="45047"/>
                  </a:lnTo>
                  <a:lnTo>
                    <a:pt x="24075" y="49802"/>
                  </a:lnTo>
                  <a:lnTo>
                    <a:pt x="24930" y="0"/>
                  </a:lnTo>
                  <a:lnTo>
                    <a:pt x="25786" y="35380"/>
                  </a:lnTo>
                  <a:lnTo>
                    <a:pt x="26641" y="141579"/>
                  </a:lnTo>
                  <a:lnTo>
                    <a:pt x="27497" y="201403"/>
                  </a:lnTo>
                  <a:lnTo>
                    <a:pt x="28352" y="286813"/>
                  </a:lnTo>
                  <a:lnTo>
                    <a:pt x="29208" y="406795"/>
                  </a:lnTo>
                  <a:lnTo>
                    <a:pt x="30063" y="441353"/>
                  </a:lnTo>
                  <a:lnTo>
                    <a:pt x="30919" y="378495"/>
                  </a:lnTo>
                  <a:lnTo>
                    <a:pt x="31774" y="374950"/>
                  </a:lnTo>
                  <a:lnTo>
                    <a:pt x="32630" y="534743"/>
                  </a:lnTo>
                  <a:lnTo>
                    <a:pt x="33485" y="532191"/>
                  </a:lnTo>
                  <a:lnTo>
                    <a:pt x="34341" y="453429"/>
                  </a:lnTo>
                  <a:lnTo>
                    <a:pt x="35196" y="512327"/>
                  </a:lnTo>
                  <a:lnTo>
                    <a:pt x="36052" y="600181"/>
                  </a:lnTo>
                  <a:lnTo>
                    <a:pt x="36908" y="627774"/>
                  </a:lnTo>
                  <a:lnTo>
                    <a:pt x="37763" y="542409"/>
                  </a:lnTo>
                  <a:lnTo>
                    <a:pt x="38619" y="572545"/>
                  </a:lnTo>
                  <a:lnTo>
                    <a:pt x="39474" y="577495"/>
                  </a:lnTo>
                  <a:lnTo>
                    <a:pt x="40330" y="533027"/>
                  </a:lnTo>
                  <a:lnTo>
                    <a:pt x="41185" y="474113"/>
                  </a:lnTo>
                  <a:lnTo>
                    <a:pt x="42041" y="465660"/>
                  </a:lnTo>
                  <a:lnTo>
                    <a:pt x="42896" y="532445"/>
                  </a:lnTo>
                  <a:lnTo>
                    <a:pt x="43752" y="547869"/>
                  </a:lnTo>
                  <a:lnTo>
                    <a:pt x="44607" y="572502"/>
                  </a:lnTo>
                  <a:lnTo>
                    <a:pt x="45463" y="581850"/>
                  </a:lnTo>
                  <a:lnTo>
                    <a:pt x="46318" y="616038"/>
                  </a:lnTo>
                  <a:lnTo>
                    <a:pt x="47174" y="567708"/>
                  </a:lnTo>
                  <a:lnTo>
                    <a:pt x="48029" y="464021"/>
                  </a:lnTo>
                  <a:lnTo>
                    <a:pt x="48885" y="406091"/>
                  </a:lnTo>
                  <a:lnTo>
                    <a:pt x="49740" y="382515"/>
                  </a:lnTo>
                  <a:lnTo>
                    <a:pt x="50596" y="365320"/>
                  </a:lnTo>
                  <a:lnTo>
                    <a:pt x="51451" y="347311"/>
                  </a:lnTo>
                  <a:lnTo>
                    <a:pt x="52307" y="385998"/>
                  </a:lnTo>
                  <a:lnTo>
                    <a:pt x="53163" y="420219"/>
                  </a:lnTo>
                  <a:lnTo>
                    <a:pt x="54018" y="396698"/>
                  </a:lnTo>
                  <a:lnTo>
                    <a:pt x="54874" y="308141"/>
                  </a:lnTo>
                  <a:lnTo>
                    <a:pt x="55729" y="221851"/>
                  </a:lnTo>
                  <a:lnTo>
                    <a:pt x="56585" y="224851"/>
                  </a:lnTo>
                  <a:lnTo>
                    <a:pt x="57440" y="211060"/>
                  </a:lnTo>
                  <a:lnTo>
                    <a:pt x="58296" y="219688"/>
                  </a:lnTo>
                  <a:lnTo>
                    <a:pt x="59151" y="278526"/>
                  </a:lnTo>
                  <a:lnTo>
                    <a:pt x="60007" y="406994"/>
                  </a:lnTo>
                  <a:lnTo>
                    <a:pt x="60862" y="521955"/>
                  </a:lnTo>
                  <a:lnTo>
                    <a:pt x="61718" y="575584"/>
                  </a:lnTo>
                  <a:lnTo>
                    <a:pt x="62573" y="625258"/>
                  </a:lnTo>
                  <a:lnTo>
                    <a:pt x="63429" y="569436"/>
                  </a:lnTo>
                  <a:lnTo>
                    <a:pt x="64284" y="451883"/>
                  </a:lnTo>
                  <a:lnTo>
                    <a:pt x="65140" y="369135"/>
                  </a:lnTo>
                  <a:lnTo>
                    <a:pt x="65995" y="326737"/>
                  </a:lnTo>
                  <a:lnTo>
                    <a:pt x="66851" y="324743"/>
                  </a:lnTo>
                  <a:lnTo>
                    <a:pt x="67706" y="289880"/>
                  </a:lnTo>
                  <a:lnTo>
                    <a:pt x="68562" y="331659"/>
                  </a:lnTo>
                  <a:lnTo>
                    <a:pt x="69418" y="500836"/>
                  </a:lnTo>
                  <a:lnTo>
                    <a:pt x="70273" y="646181"/>
                  </a:lnTo>
                  <a:lnTo>
                    <a:pt x="70776" y="6977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7459169" y="2970612"/>
              <a:ext cx="11917" cy="291864"/>
            </a:xfrm>
            <a:custGeom>
              <a:avLst/>
              <a:pathLst>
                <a:path w="11917" h="291864">
                  <a:moveTo>
                    <a:pt x="0" y="291864"/>
                  </a:moveTo>
                  <a:lnTo>
                    <a:pt x="232" y="272152"/>
                  </a:lnTo>
                  <a:lnTo>
                    <a:pt x="1087" y="181776"/>
                  </a:lnTo>
                  <a:lnTo>
                    <a:pt x="1943" y="102119"/>
                  </a:lnTo>
                  <a:lnTo>
                    <a:pt x="2798" y="9629"/>
                  </a:lnTo>
                  <a:lnTo>
                    <a:pt x="3654" y="0"/>
                  </a:lnTo>
                  <a:lnTo>
                    <a:pt x="4509" y="12619"/>
                  </a:lnTo>
                  <a:lnTo>
                    <a:pt x="5365" y="110637"/>
                  </a:lnTo>
                  <a:lnTo>
                    <a:pt x="6220" y="149388"/>
                  </a:lnTo>
                  <a:lnTo>
                    <a:pt x="7076" y="166447"/>
                  </a:lnTo>
                  <a:lnTo>
                    <a:pt x="7931" y="213561"/>
                  </a:lnTo>
                  <a:lnTo>
                    <a:pt x="8787" y="232522"/>
                  </a:lnTo>
                  <a:lnTo>
                    <a:pt x="9643" y="271819"/>
                  </a:lnTo>
                  <a:lnTo>
                    <a:pt x="10498" y="273239"/>
                  </a:lnTo>
                  <a:lnTo>
                    <a:pt x="11354" y="261771"/>
                  </a:lnTo>
                  <a:lnTo>
                    <a:pt x="11917" y="2918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7471885" y="3199421"/>
              <a:ext cx="3651" cy="63055"/>
            </a:xfrm>
            <a:custGeom>
              <a:avLst/>
              <a:pathLst>
                <a:path w="3651" h="63055">
                  <a:moveTo>
                    <a:pt x="0" y="63055"/>
                  </a:moveTo>
                  <a:lnTo>
                    <a:pt x="349" y="52268"/>
                  </a:lnTo>
                  <a:lnTo>
                    <a:pt x="1205" y="43779"/>
                  </a:lnTo>
                  <a:lnTo>
                    <a:pt x="2060" y="0"/>
                  </a:lnTo>
                  <a:lnTo>
                    <a:pt x="2916" y="20352"/>
                  </a:lnTo>
                  <a:lnTo>
                    <a:pt x="3651" y="630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7475841" y="3237186"/>
              <a:ext cx="931" cy="25290"/>
            </a:xfrm>
            <a:custGeom>
              <a:avLst/>
              <a:pathLst>
                <a:path w="931" h="25290">
                  <a:moveTo>
                    <a:pt x="0" y="25290"/>
                  </a:moveTo>
                  <a:lnTo>
                    <a:pt x="671" y="0"/>
                  </a:lnTo>
                  <a:lnTo>
                    <a:pt x="931" y="252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7489277" y="3040755"/>
              <a:ext cx="9063" cy="221722"/>
            </a:xfrm>
            <a:custGeom>
              <a:avLst/>
              <a:pathLst>
                <a:path w="9063" h="221722">
                  <a:moveTo>
                    <a:pt x="0" y="221722"/>
                  </a:moveTo>
                  <a:lnTo>
                    <a:pt x="67" y="221308"/>
                  </a:lnTo>
                  <a:lnTo>
                    <a:pt x="923" y="218104"/>
                  </a:lnTo>
                  <a:lnTo>
                    <a:pt x="1779" y="134199"/>
                  </a:lnTo>
                  <a:lnTo>
                    <a:pt x="2634" y="82760"/>
                  </a:lnTo>
                  <a:lnTo>
                    <a:pt x="3490" y="77547"/>
                  </a:lnTo>
                  <a:lnTo>
                    <a:pt x="4345" y="79234"/>
                  </a:lnTo>
                  <a:lnTo>
                    <a:pt x="5201" y="39372"/>
                  </a:lnTo>
                  <a:lnTo>
                    <a:pt x="6056" y="0"/>
                  </a:lnTo>
                  <a:lnTo>
                    <a:pt x="6912" y="60526"/>
                  </a:lnTo>
                  <a:lnTo>
                    <a:pt x="7767" y="119368"/>
                  </a:lnTo>
                  <a:lnTo>
                    <a:pt x="8623" y="178608"/>
                  </a:lnTo>
                  <a:lnTo>
                    <a:pt x="9063" y="2217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7514585" y="3001143"/>
              <a:ext cx="10518" cy="261333"/>
            </a:xfrm>
            <a:custGeom>
              <a:avLst/>
              <a:pathLst>
                <a:path w="10518" h="261333">
                  <a:moveTo>
                    <a:pt x="0" y="261333"/>
                  </a:moveTo>
                  <a:lnTo>
                    <a:pt x="426" y="180694"/>
                  </a:lnTo>
                  <a:lnTo>
                    <a:pt x="1281" y="51740"/>
                  </a:lnTo>
                  <a:lnTo>
                    <a:pt x="2137" y="0"/>
                  </a:lnTo>
                  <a:lnTo>
                    <a:pt x="2992" y="10887"/>
                  </a:lnTo>
                  <a:lnTo>
                    <a:pt x="3848" y="35273"/>
                  </a:lnTo>
                  <a:lnTo>
                    <a:pt x="4703" y="39403"/>
                  </a:lnTo>
                  <a:lnTo>
                    <a:pt x="5559" y="49177"/>
                  </a:lnTo>
                  <a:lnTo>
                    <a:pt x="6414" y="151656"/>
                  </a:lnTo>
                  <a:lnTo>
                    <a:pt x="7270" y="198282"/>
                  </a:lnTo>
                  <a:lnTo>
                    <a:pt x="8125" y="241436"/>
                  </a:lnTo>
                  <a:lnTo>
                    <a:pt x="8981" y="232133"/>
                  </a:lnTo>
                  <a:lnTo>
                    <a:pt x="9836" y="206265"/>
                  </a:lnTo>
                  <a:lnTo>
                    <a:pt x="10518" y="2613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7527423" y="3242185"/>
              <a:ext cx="2007" cy="20291"/>
            </a:xfrm>
            <a:custGeom>
              <a:avLst/>
              <a:pathLst>
                <a:path w="2007" h="20291">
                  <a:moveTo>
                    <a:pt x="0" y="20291"/>
                  </a:moveTo>
                  <a:lnTo>
                    <a:pt x="421" y="0"/>
                  </a:lnTo>
                  <a:lnTo>
                    <a:pt x="1276" y="1720"/>
                  </a:lnTo>
                  <a:lnTo>
                    <a:pt x="2007" y="202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7529618" y="3150256"/>
              <a:ext cx="4409" cy="112220"/>
            </a:xfrm>
            <a:custGeom>
              <a:avLst/>
              <a:pathLst>
                <a:path w="4409" h="112220">
                  <a:moveTo>
                    <a:pt x="0" y="112220"/>
                  </a:moveTo>
                  <a:lnTo>
                    <a:pt x="791" y="72774"/>
                  </a:lnTo>
                  <a:lnTo>
                    <a:pt x="1647" y="0"/>
                  </a:lnTo>
                  <a:lnTo>
                    <a:pt x="2503" y="11978"/>
                  </a:lnTo>
                  <a:lnTo>
                    <a:pt x="3358" y="50943"/>
                  </a:lnTo>
                  <a:lnTo>
                    <a:pt x="4214" y="107769"/>
                  </a:lnTo>
                  <a:lnTo>
                    <a:pt x="4409" y="1122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7534884" y="3009065"/>
              <a:ext cx="11645" cy="253412"/>
            </a:xfrm>
            <a:custGeom>
              <a:avLst/>
              <a:pathLst>
                <a:path w="11645" h="253412">
                  <a:moveTo>
                    <a:pt x="0" y="253412"/>
                  </a:moveTo>
                  <a:lnTo>
                    <a:pt x="659" y="202926"/>
                  </a:lnTo>
                  <a:lnTo>
                    <a:pt x="1514" y="173641"/>
                  </a:lnTo>
                  <a:lnTo>
                    <a:pt x="2370" y="224551"/>
                  </a:lnTo>
                  <a:lnTo>
                    <a:pt x="3225" y="203177"/>
                  </a:lnTo>
                  <a:lnTo>
                    <a:pt x="4081" y="163788"/>
                  </a:lnTo>
                  <a:lnTo>
                    <a:pt x="4936" y="159001"/>
                  </a:lnTo>
                  <a:lnTo>
                    <a:pt x="5792" y="166587"/>
                  </a:lnTo>
                  <a:lnTo>
                    <a:pt x="6647" y="161397"/>
                  </a:lnTo>
                  <a:lnTo>
                    <a:pt x="7503" y="84490"/>
                  </a:lnTo>
                  <a:lnTo>
                    <a:pt x="8359" y="0"/>
                  </a:lnTo>
                  <a:lnTo>
                    <a:pt x="9214" y="22283"/>
                  </a:lnTo>
                  <a:lnTo>
                    <a:pt x="10070" y="78448"/>
                  </a:lnTo>
                  <a:lnTo>
                    <a:pt x="10925" y="187711"/>
                  </a:lnTo>
                  <a:lnTo>
                    <a:pt x="11645" y="2534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7549113" y="2900958"/>
              <a:ext cx="9720" cy="361518"/>
            </a:xfrm>
            <a:custGeom>
              <a:avLst/>
              <a:pathLst>
                <a:path w="9720" h="361518">
                  <a:moveTo>
                    <a:pt x="0" y="361518"/>
                  </a:moveTo>
                  <a:lnTo>
                    <a:pt x="119" y="337708"/>
                  </a:lnTo>
                  <a:lnTo>
                    <a:pt x="974" y="188611"/>
                  </a:lnTo>
                  <a:lnTo>
                    <a:pt x="1830" y="79720"/>
                  </a:lnTo>
                  <a:lnTo>
                    <a:pt x="2685" y="61222"/>
                  </a:lnTo>
                  <a:lnTo>
                    <a:pt x="3541" y="33270"/>
                  </a:lnTo>
                  <a:lnTo>
                    <a:pt x="4396" y="0"/>
                  </a:lnTo>
                  <a:lnTo>
                    <a:pt x="5252" y="88071"/>
                  </a:lnTo>
                  <a:lnTo>
                    <a:pt x="6107" y="176121"/>
                  </a:lnTo>
                  <a:lnTo>
                    <a:pt x="6963" y="260157"/>
                  </a:lnTo>
                  <a:lnTo>
                    <a:pt x="7818" y="303575"/>
                  </a:lnTo>
                  <a:lnTo>
                    <a:pt x="8674" y="333480"/>
                  </a:lnTo>
                  <a:lnTo>
                    <a:pt x="9529" y="353239"/>
                  </a:lnTo>
                  <a:lnTo>
                    <a:pt x="9720" y="3615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561869" y="3244854"/>
              <a:ext cx="1367" cy="17622"/>
            </a:xfrm>
            <a:custGeom>
              <a:avLst/>
              <a:pathLst>
                <a:path w="1367" h="17622">
                  <a:moveTo>
                    <a:pt x="0" y="17622"/>
                  </a:moveTo>
                  <a:lnTo>
                    <a:pt x="195" y="14915"/>
                  </a:lnTo>
                  <a:lnTo>
                    <a:pt x="1051" y="0"/>
                  </a:lnTo>
                  <a:lnTo>
                    <a:pt x="1367" y="176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565064" y="3185864"/>
              <a:ext cx="2879" cy="76612"/>
            </a:xfrm>
            <a:custGeom>
              <a:avLst/>
              <a:pathLst>
                <a:path w="2879" h="76612">
                  <a:moveTo>
                    <a:pt x="0" y="76612"/>
                  </a:moveTo>
                  <a:lnTo>
                    <a:pt x="422" y="47309"/>
                  </a:lnTo>
                  <a:lnTo>
                    <a:pt x="1278" y="0"/>
                  </a:lnTo>
                  <a:lnTo>
                    <a:pt x="2133" y="49807"/>
                  </a:lnTo>
                  <a:lnTo>
                    <a:pt x="2879" y="766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568153" y="3232391"/>
              <a:ext cx="1995" cy="30085"/>
            </a:xfrm>
            <a:custGeom>
              <a:avLst/>
              <a:pathLst>
                <a:path w="1995" h="30085">
                  <a:moveTo>
                    <a:pt x="0" y="30085"/>
                  </a:moveTo>
                  <a:lnTo>
                    <a:pt x="756" y="0"/>
                  </a:lnTo>
                  <a:lnTo>
                    <a:pt x="1611" y="1212"/>
                  </a:lnTo>
                  <a:lnTo>
                    <a:pt x="1995" y="300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572111" y="3207833"/>
              <a:ext cx="7931" cy="54644"/>
            </a:xfrm>
            <a:custGeom>
              <a:avLst/>
              <a:pathLst>
                <a:path w="7931" h="54644">
                  <a:moveTo>
                    <a:pt x="0" y="54644"/>
                  </a:moveTo>
                  <a:lnTo>
                    <a:pt x="220" y="33380"/>
                  </a:lnTo>
                  <a:lnTo>
                    <a:pt x="1075" y="0"/>
                  </a:lnTo>
                  <a:lnTo>
                    <a:pt x="1931" y="0"/>
                  </a:lnTo>
                  <a:lnTo>
                    <a:pt x="2786" y="0"/>
                  </a:lnTo>
                  <a:lnTo>
                    <a:pt x="3642" y="0"/>
                  </a:lnTo>
                  <a:lnTo>
                    <a:pt x="4498" y="0"/>
                  </a:lnTo>
                  <a:lnTo>
                    <a:pt x="5353" y="0"/>
                  </a:lnTo>
                  <a:lnTo>
                    <a:pt x="6209" y="0"/>
                  </a:lnTo>
                  <a:lnTo>
                    <a:pt x="7064" y="2615"/>
                  </a:lnTo>
                  <a:lnTo>
                    <a:pt x="7920" y="54095"/>
                  </a:lnTo>
                  <a:lnTo>
                    <a:pt x="7931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584129" y="2986679"/>
              <a:ext cx="18043" cy="275797"/>
            </a:xfrm>
            <a:custGeom>
              <a:avLst/>
              <a:pathLst>
                <a:path w="18043" h="275797">
                  <a:moveTo>
                    <a:pt x="0" y="275797"/>
                  </a:moveTo>
                  <a:lnTo>
                    <a:pt x="179" y="264761"/>
                  </a:lnTo>
                  <a:lnTo>
                    <a:pt x="1035" y="178189"/>
                  </a:lnTo>
                  <a:lnTo>
                    <a:pt x="1890" y="136077"/>
                  </a:lnTo>
                  <a:lnTo>
                    <a:pt x="2746" y="136077"/>
                  </a:lnTo>
                  <a:lnTo>
                    <a:pt x="3601" y="136078"/>
                  </a:lnTo>
                  <a:lnTo>
                    <a:pt x="4457" y="136078"/>
                  </a:lnTo>
                  <a:lnTo>
                    <a:pt x="5312" y="186063"/>
                  </a:lnTo>
                  <a:lnTo>
                    <a:pt x="6168" y="221153"/>
                  </a:lnTo>
                  <a:lnTo>
                    <a:pt x="7023" y="221153"/>
                  </a:lnTo>
                  <a:lnTo>
                    <a:pt x="7879" y="194855"/>
                  </a:lnTo>
                  <a:lnTo>
                    <a:pt x="8734" y="110440"/>
                  </a:lnTo>
                  <a:lnTo>
                    <a:pt x="9590" y="59754"/>
                  </a:lnTo>
                  <a:lnTo>
                    <a:pt x="10445" y="59754"/>
                  </a:lnTo>
                  <a:lnTo>
                    <a:pt x="11301" y="56885"/>
                  </a:lnTo>
                  <a:lnTo>
                    <a:pt x="12156" y="9150"/>
                  </a:lnTo>
                  <a:lnTo>
                    <a:pt x="13012" y="0"/>
                  </a:lnTo>
                  <a:lnTo>
                    <a:pt x="13867" y="81241"/>
                  </a:lnTo>
                  <a:lnTo>
                    <a:pt x="14723" y="77140"/>
                  </a:lnTo>
                  <a:lnTo>
                    <a:pt x="15578" y="58719"/>
                  </a:lnTo>
                  <a:lnTo>
                    <a:pt x="16434" y="109125"/>
                  </a:lnTo>
                  <a:lnTo>
                    <a:pt x="17290" y="210770"/>
                  </a:lnTo>
                  <a:lnTo>
                    <a:pt x="18043" y="2757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602596" y="3247874"/>
              <a:ext cx="837" cy="14602"/>
            </a:xfrm>
            <a:custGeom>
              <a:avLst/>
              <a:pathLst>
                <a:path w="837" h="14602">
                  <a:moveTo>
                    <a:pt x="0" y="14602"/>
                  </a:moveTo>
                  <a:lnTo>
                    <a:pt x="534" y="0"/>
                  </a:lnTo>
                  <a:lnTo>
                    <a:pt x="837" y="146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604312" y="2995967"/>
              <a:ext cx="9647" cy="266509"/>
            </a:xfrm>
            <a:custGeom>
              <a:avLst/>
              <a:pathLst>
                <a:path w="9647" h="266509">
                  <a:moveTo>
                    <a:pt x="0" y="266509"/>
                  </a:moveTo>
                  <a:lnTo>
                    <a:pt x="529" y="223107"/>
                  </a:lnTo>
                  <a:lnTo>
                    <a:pt x="1385" y="114999"/>
                  </a:lnTo>
                  <a:lnTo>
                    <a:pt x="2240" y="51458"/>
                  </a:lnTo>
                  <a:lnTo>
                    <a:pt x="3096" y="0"/>
                  </a:lnTo>
                  <a:lnTo>
                    <a:pt x="3951" y="16245"/>
                  </a:lnTo>
                  <a:lnTo>
                    <a:pt x="4807" y="9886"/>
                  </a:lnTo>
                  <a:lnTo>
                    <a:pt x="5662" y="66299"/>
                  </a:lnTo>
                  <a:lnTo>
                    <a:pt x="6518" y="128934"/>
                  </a:lnTo>
                  <a:lnTo>
                    <a:pt x="7374" y="121771"/>
                  </a:lnTo>
                  <a:lnTo>
                    <a:pt x="8229" y="192800"/>
                  </a:lnTo>
                  <a:lnTo>
                    <a:pt x="9085" y="236299"/>
                  </a:lnTo>
                  <a:lnTo>
                    <a:pt x="9647" y="2665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617278" y="3040053"/>
              <a:ext cx="11149" cy="222423"/>
            </a:xfrm>
            <a:custGeom>
              <a:avLst/>
              <a:pathLst>
                <a:path w="11149" h="222423">
                  <a:moveTo>
                    <a:pt x="0" y="222423"/>
                  </a:moveTo>
                  <a:lnTo>
                    <a:pt x="396" y="167162"/>
                  </a:lnTo>
                  <a:lnTo>
                    <a:pt x="1252" y="90261"/>
                  </a:lnTo>
                  <a:lnTo>
                    <a:pt x="2107" y="92562"/>
                  </a:lnTo>
                  <a:lnTo>
                    <a:pt x="2963" y="36485"/>
                  </a:lnTo>
                  <a:lnTo>
                    <a:pt x="3818" y="0"/>
                  </a:lnTo>
                  <a:lnTo>
                    <a:pt x="4674" y="49412"/>
                  </a:lnTo>
                  <a:lnTo>
                    <a:pt x="5529" y="60646"/>
                  </a:lnTo>
                  <a:lnTo>
                    <a:pt x="6385" y="62685"/>
                  </a:lnTo>
                  <a:lnTo>
                    <a:pt x="7240" y="44083"/>
                  </a:lnTo>
                  <a:lnTo>
                    <a:pt x="8096" y="108627"/>
                  </a:lnTo>
                  <a:lnTo>
                    <a:pt x="8951" y="144729"/>
                  </a:lnTo>
                  <a:lnTo>
                    <a:pt x="9807" y="148648"/>
                  </a:lnTo>
                  <a:lnTo>
                    <a:pt x="10662" y="198717"/>
                  </a:lnTo>
                  <a:lnTo>
                    <a:pt x="11149" y="2224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629788" y="3207833"/>
              <a:ext cx="3337" cy="54644"/>
            </a:xfrm>
            <a:custGeom>
              <a:avLst/>
              <a:pathLst>
                <a:path w="3337" h="54644">
                  <a:moveTo>
                    <a:pt x="0" y="54644"/>
                  </a:moveTo>
                  <a:lnTo>
                    <a:pt x="719" y="11538"/>
                  </a:lnTo>
                  <a:lnTo>
                    <a:pt x="1574" y="0"/>
                  </a:lnTo>
                  <a:lnTo>
                    <a:pt x="2430" y="19313"/>
                  </a:lnTo>
                  <a:lnTo>
                    <a:pt x="3285" y="52708"/>
                  </a:lnTo>
                  <a:lnTo>
                    <a:pt x="3337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637092" y="3223230"/>
              <a:ext cx="5265" cy="39246"/>
            </a:xfrm>
            <a:custGeom>
              <a:avLst/>
              <a:pathLst>
                <a:path w="5265" h="39246">
                  <a:moveTo>
                    <a:pt x="0" y="39246"/>
                  </a:moveTo>
                  <a:lnTo>
                    <a:pt x="259" y="33396"/>
                  </a:lnTo>
                  <a:lnTo>
                    <a:pt x="1114" y="0"/>
                  </a:lnTo>
                  <a:lnTo>
                    <a:pt x="1970" y="6517"/>
                  </a:lnTo>
                  <a:lnTo>
                    <a:pt x="2825" y="20605"/>
                  </a:lnTo>
                  <a:lnTo>
                    <a:pt x="3681" y="5509"/>
                  </a:lnTo>
                  <a:lnTo>
                    <a:pt x="4536" y="2997"/>
                  </a:lnTo>
                  <a:lnTo>
                    <a:pt x="5265" y="392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649795" y="3035809"/>
              <a:ext cx="15055" cy="226667"/>
            </a:xfrm>
            <a:custGeom>
              <a:avLst/>
              <a:pathLst>
                <a:path w="15055" h="226667">
                  <a:moveTo>
                    <a:pt x="0" y="226667"/>
                  </a:moveTo>
                  <a:lnTo>
                    <a:pt x="389" y="221189"/>
                  </a:lnTo>
                  <a:lnTo>
                    <a:pt x="1244" y="178051"/>
                  </a:lnTo>
                  <a:lnTo>
                    <a:pt x="2100" y="117961"/>
                  </a:lnTo>
                  <a:lnTo>
                    <a:pt x="2955" y="37654"/>
                  </a:lnTo>
                  <a:lnTo>
                    <a:pt x="3811" y="0"/>
                  </a:lnTo>
                  <a:lnTo>
                    <a:pt x="4666" y="0"/>
                  </a:lnTo>
                  <a:lnTo>
                    <a:pt x="5522" y="12042"/>
                  </a:lnTo>
                  <a:lnTo>
                    <a:pt x="6377" y="55182"/>
                  </a:lnTo>
                  <a:lnTo>
                    <a:pt x="7233" y="109865"/>
                  </a:lnTo>
                  <a:lnTo>
                    <a:pt x="8088" y="149082"/>
                  </a:lnTo>
                  <a:lnTo>
                    <a:pt x="8944" y="145965"/>
                  </a:lnTo>
                  <a:lnTo>
                    <a:pt x="9800" y="105993"/>
                  </a:lnTo>
                  <a:lnTo>
                    <a:pt x="10655" y="105351"/>
                  </a:lnTo>
                  <a:lnTo>
                    <a:pt x="11511" y="105352"/>
                  </a:lnTo>
                  <a:lnTo>
                    <a:pt x="12366" y="105353"/>
                  </a:lnTo>
                  <a:lnTo>
                    <a:pt x="13222" y="114244"/>
                  </a:lnTo>
                  <a:lnTo>
                    <a:pt x="14077" y="148435"/>
                  </a:lnTo>
                  <a:lnTo>
                    <a:pt x="14933" y="219450"/>
                  </a:lnTo>
                  <a:lnTo>
                    <a:pt x="15055" y="2266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668520" y="2847446"/>
              <a:ext cx="15416" cy="415030"/>
            </a:xfrm>
            <a:custGeom>
              <a:avLst/>
              <a:pathLst>
                <a:path w="15416" h="415030">
                  <a:moveTo>
                    <a:pt x="0" y="415030"/>
                  </a:moveTo>
                  <a:lnTo>
                    <a:pt x="486" y="333023"/>
                  </a:lnTo>
                  <a:lnTo>
                    <a:pt x="1341" y="160327"/>
                  </a:lnTo>
                  <a:lnTo>
                    <a:pt x="2197" y="57611"/>
                  </a:lnTo>
                  <a:lnTo>
                    <a:pt x="3052" y="0"/>
                  </a:lnTo>
                  <a:lnTo>
                    <a:pt x="3908" y="52184"/>
                  </a:lnTo>
                  <a:lnTo>
                    <a:pt x="4763" y="39351"/>
                  </a:lnTo>
                  <a:lnTo>
                    <a:pt x="5619" y="126586"/>
                  </a:lnTo>
                  <a:lnTo>
                    <a:pt x="6474" y="266231"/>
                  </a:lnTo>
                  <a:lnTo>
                    <a:pt x="7330" y="350011"/>
                  </a:lnTo>
                  <a:lnTo>
                    <a:pt x="8185" y="304606"/>
                  </a:lnTo>
                  <a:lnTo>
                    <a:pt x="9041" y="231388"/>
                  </a:lnTo>
                  <a:lnTo>
                    <a:pt x="9896" y="293421"/>
                  </a:lnTo>
                  <a:lnTo>
                    <a:pt x="10752" y="321964"/>
                  </a:lnTo>
                  <a:lnTo>
                    <a:pt x="11607" y="343241"/>
                  </a:lnTo>
                  <a:lnTo>
                    <a:pt x="12463" y="337532"/>
                  </a:lnTo>
                  <a:lnTo>
                    <a:pt x="13318" y="358268"/>
                  </a:lnTo>
                  <a:lnTo>
                    <a:pt x="14174" y="374459"/>
                  </a:lnTo>
                  <a:lnTo>
                    <a:pt x="15029" y="409808"/>
                  </a:lnTo>
                  <a:lnTo>
                    <a:pt x="15416" y="4150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684686" y="3236937"/>
              <a:ext cx="2596" cy="25539"/>
            </a:xfrm>
            <a:custGeom>
              <a:avLst/>
              <a:pathLst>
                <a:path w="2596" h="25539">
                  <a:moveTo>
                    <a:pt x="0" y="25539"/>
                  </a:moveTo>
                  <a:lnTo>
                    <a:pt x="574" y="12595"/>
                  </a:lnTo>
                  <a:lnTo>
                    <a:pt x="1430" y="0"/>
                  </a:lnTo>
                  <a:lnTo>
                    <a:pt x="2285" y="16821"/>
                  </a:lnTo>
                  <a:lnTo>
                    <a:pt x="2596" y="255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694929" y="3198472"/>
              <a:ext cx="3115" cy="64005"/>
            </a:xfrm>
            <a:custGeom>
              <a:avLst/>
              <a:pathLst>
                <a:path w="3115" h="64005">
                  <a:moveTo>
                    <a:pt x="0" y="64005"/>
                  </a:moveTo>
                  <a:lnTo>
                    <a:pt x="597" y="19009"/>
                  </a:lnTo>
                  <a:lnTo>
                    <a:pt x="1453" y="0"/>
                  </a:lnTo>
                  <a:lnTo>
                    <a:pt x="2309" y="33888"/>
                  </a:lnTo>
                  <a:lnTo>
                    <a:pt x="3115" y="64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698328" y="2780102"/>
              <a:ext cx="27386" cy="482374"/>
            </a:xfrm>
            <a:custGeom>
              <a:avLst/>
              <a:pathLst>
                <a:path w="27386" h="482374">
                  <a:moveTo>
                    <a:pt x="0" y="482374"/>
                  </a:moveTo>
                  <a:lnTo>
                    <a:pt x="621" y="477534"/>
                  </a:lnTo>
                  <a:lnTo>
                    <a:pt x="1477" y="447431"/>
                  </a:lnTo>
                  <a:lnTo>
                    <a:pt x="2332" y="395753"/>
                  </a:lnTo>
                  <a:lnTo>
                    <a:pt x="3188" y="258882"/>
                  </a:lnTo>
                  <a:lnTo>
                    <a:pt x="4043" y="123168"/>
                  </a:lnTo>
                  <a:lnTo>
                    <a:pt x="4899" y="62316"/>
                  </a:lnTo>
                  <a:lnTo>
                    <a:pt x="5754" y="0"/>
                  </a:lnTo>
                  <a:lnTo>
                    <a:pt x="6610" y="3518"/>
                  </a:lnTo>
                  <a:lnTo>
                    <a:pt x="7465" y="48492"/>
                  </a:lnTo>
                  <a:lnTo>
                    <a:pt x="8321" y="198850"/>
                  </a:lnTo>
                  <a:lnTo>
                    <a:pt x="9176" y="305547"/>
                  </a:lnTo>
                  <a:lnTo>
                    <a:pt x="10032" y="356194"/>
                  </a:lnTo>
                  <a:lnTo>
                    <a:pt x="10887" y="419516"/>
                  </a:lnTo>
                  <a:lnTo>
                    <a:pt x="11743" y="432305"/>
                  </a:lnTo>
                  <a:lnTo>
                    <a:pt x="12599" y="424211"/>
                  </a:lnTo>
                  <a:lnTo>
                    <a:pt x="13454" y="380644"/>
                  </a:lnTo>
                  <a:lnTo>
                    <a:pt x="14310" y="362667"/>
                  </a:lnTo>
                  <a:lnTo>
                    <a:pt x="15165" y="308084"/>
                  </a:lnTo>
                  <a:lnTo>
                    <a:pt x="16021" y="288118"/>
                  </a:lnTo>
                  <a:lnTo>
                    <a:pt x="16876" y="346780"/>
                  </a:lnTo>
                  <a:lnTo>
                    <a:pt x="17732" y="368516"/>
                  </a:lnTo>
                  <a:lnTo>
                    <a:pt x="18587" y="359133"/>
                  </a:lnTo>
                  <a:lnTo>
                    <a:pt x="19443" y="375903"/>
                  </a:lnTo>
                  <a:lnTo>
                    <a:pt x="20298" y="435755"/>
                  </a:lnTo>
                  <a:lnTo>
                    <a:pt x="21154" y="439593"/>
                  </a:lnTo>
                  <a:lnTo>
                    <a:pt x="22009" y="374653"/>
                  </a:lnTo>
                  <a:lnTo>
                    <a:pt x="22865" y="318568"/>
                  </a:lnTo>
                  <a:lnTo>
                    <a:pt x="23720" y="332565"/>
                  </a:lnTo>
                  <a:lnTo>
                    <a:pt x="24576" y="277207"/>
                  </a:lnTo>
                  <a:lnTo>
                    <a:pt x="25431" y="211312"/>
                  </a:lnTo>
                  <a:lnTo>
                    <a:pt x="26287" y="296679"/>
                  </a:lnTo>
                  <a:lnTo>
                    <a:pt x="27142" y="445359"/>
                  </a:lnTo>
                  <a:lnTo>
                    <a:pt x="27386" y="4823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7733230" y="3207833"/>
              <a:ext cx="4977" cy="54644"/>
            </a:xfrm>
            <a:custGeom>
              <a:avLst/>
              <a:pathLst>
                <a:path w="4977" h="54644">
                  <a:moveTo>
                    <a:pt x="0" y="54644"/>
                  </a:moveTo>
                  <a:lnTo>
                    <a:pt x="796" y="28041"/>
                  </a:lnTo>
                  <a:lnTo>
                    <a:pt x="1651" y="0"/>
                  </a:lnTo>
                  <a:lnTo>
                    <a:pt x="2507" y="14237"/>
                  </a:lnTo>
                  <a:lnTo>
                    <a:pt x="3362" y="20613"/>
                  </a:lnTo>
                  <a:lnTo>
                    <a:pt x="4218" y="34812"/>
                  </a:lnTo>
                  <a:lnTo>
                    <a:pt x="4977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754448" y="3203787"/>
              <a:ext cx="7712" cy="58689"/>
            </a:xfrm>
            <a:custGeom>
              <a:avLst/>
              <a:pathLst>
                <a:path w="7712" h="58689">
                  <a:moveTo>
                    <a:pt x="0" y="58689"/>
                  </a:moveTo>
                  <a:lnTo>
                    <a:pt x="110" y="49816"/>
                  </a:lnTo>
                  <a:lnTo>
                    <a:pt x="966" y="4045"/>
                  </a:lnTo>
                  <a:lnTo>
                    <a:pt x="1821" y="4045"/>
                  </a:lnTo>
                  <a:lnTo>
                    <a:pt x="2677" y="4045"/>
                  </a:lnTo>
                  <a:lnTo>
                    <a:pt x="3532" y="4045"/>
                  </a:lnTo>
                  <a:lnTo>
                    <a:pt x="4388" y="4045"/>
                  </a:lnTo>
                  <a:lnTo>
                    <a:pt x="5243" y="4045"/>
                  </a:lnTo>
                  <a:lnTo>
                    <a:pt x="6099" y="0"/>
                  </a:lnTo>
                  <a:lnTo>
                    <a:pt x="6954" y="40078"/>
                  </a:lnTo>
                  <a:lnTo>
                    <a:pt x="7712" y="586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7771980" y="3222489"/>
              <a:ext cx="1707" cy="39988"/>
            </a:xfrm>
            <a:custGeom>
              <a:avLst/>
              <a:pathLst>
                <a:path w="1707" h="39988">
                  <a:moveTo>
                    <a:pt x="0" y="39988"/>
                  </a:moveTo>
                  <a:lnTo>
                    <a:pt x="544" y="0"/>
                  </a:lnTo>
                  <a:lnTo>
                    <a:pt x="1399" y="14575"/>
                  </a:lnTo>
                  <a:lnTo>
                    <a:pt x="1707" y="399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7779059" y="3184672"/>
              <a:ext cx="3054" cy="77804"/>
            </a:xfrm>
            <a:custGeom>
              <a:avLst/>
              <a:pathLst>
                <a:path w="3054" h="77804">
                  <a:moveTo>
                    <a:pt x="0" y="77804"/>
                  </a:moveTo>
                  <a:lnTo>
                    <a:pt x="310" y="50200"/>
                  </a:lnTo>
                  <a:lnTo>
                    <a:pt x="1165" y="0"/>
                  </a:lnTo>
                  <a:lnTo>
                    <a:pt x="2021" y="3992"/>
                  </a:lnTo>
                  <a:lnTo>
                    <a:pt x="2876" y="60540"/>
                  </a:lnTo>
                  <a:lnTo>
                    <a:pt x="3054" y="778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7787966" y="3122231"/>
              <a:ext cx="21785" cy="140245"/>
            </a:xfrm>
            <a:custGeom>
              <a:avLst/>
              <a:pathLst>
                <a:path w="21785" h="140245">
                  <a:moveTo>
                    <a:pt x="0" y="140245"/>
                  </a:moveTo>
                  <a:lnTo>
                    <a:pt x="813" y="72080"/>
                  </a:lnTo>
                  <a:lnTo>
                    <a:pt x="1669" y="82875"/>
                  </a:lnTo>
                  <a:lnTo>
                    <a:pt x="2524" y="54481"/>
                  </a:lnTo>
                  <a:lnTo>
                    <a:pt x="3380" y="0"/>
                  </a:lnTo>
                  <a:lnTo>
                    <a:pt x="4235" y="0"/>
                  </a:lnTo>
                  <a:lnTo>
                    <a:pt x="5091" y="0"/>
                  </a:lnTo>
                  <a:lnTo>
                    <a:pt x="5946" y="0"/>
                  </a:lnTo>
                  <a:lnTo>
                    <a:pt x="6802" y="1"/>
                  </a:lnTo>
                  <a:lnTo>
                    <a:pt x="7657" y="40694"/>
                  </a:lnTo>
                  <a:lnTo>
                    <a:pt x="8513" y="85601"/>
                  </a:lnTo>
                  <a:lnTo>
                    <a:pt x="9368" y="85601"/>
                  </a:lnTo>
                  <a:lnTo>
                    <a:pt x="10224" y="85601"/>
                  </a:lnTo>
                  <a:lnTo>
                    <a:pt x="11079" y="85601"/>
                  </a:lnTo>
                  <a:lnTo>
                    <a:pt x="11935" y="85601"/>
                  </a:lnTo>
                  <a:lnTo>
                    <a:pt x="12790" y="85601"/>
                  </a:lnTo>
                  <a:lnTo>
                    <a:pt x="13646" y="85601"/>
                  </a:lnTo>
                  <a:lnTo>
                    <a:pt x="14501" y="113837"/>
                  </a:lnTo>
                  <a:lnTo>
                    <a:pt x="15357" y="122447"/>
                  </a:lnTo>
                  <a:lnTo>
                    <a:pt x="16212" y="76227"/>
                  </a:lnTo>
                  <a:lnTo>
                    <a:pt x="17068" y="54048"/>
                  </a:lnTo>
                  <a:lnTo>
                    <a:pt x="17924" y="54050"/>
                  </a:lnTo>
                  <a:lnTo>
                    <a:pt x="18779" y="54051"/>
                  </a:lnTo>
                  <a:lnTo>
                    <a:pt x="19635" y="51858"/>
                  </a:lnTo>
                  <a:lnTo>
                    <a:pt x="20490" y="74449"/>
                  </a:lnTo>
                  <a:lnTo>
                    <a:pt x="21346" y="128867"/>
                  </a:lnTo>
                  <a:lnTo>
                    <a:pt x="21785" y="1402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7812234" y="3207833"/>
              <a:ext cx="3581" cy="54644"/>
            </a:xfrm>
            <a:custGeom>
              <a:avLst/>
              <a:pathLst>
                <a:path w="3581" h="54644">
                  <a:moveTo>
                    <a:pt x="0" y="54644"/>
                  </a:moveTo>
                  <a:lnTo>
                    <a:pt x="500" y="39403"/>
                  </a:lnTo>
                  <a:lnTo>
                    <a:pt x="1356" y="8198"/>
                  </a:lnTo>
                  <a:lnTo>
                    <a:pt x="2211" y="0"/>
                  </a:lnTo>
                  <a:lnTo>
                    <a:pt x="3067" y="20484"/>
                  </a:lnTo>
                  <a:lnTo>
                    <a:pt x="3581" y="54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7819416" y="3059655"/>
              <a:ext cx="7584" cy="202821"/>
            </a:xfrm>
            <a:custGeom>
              <a:avLst/>
              <a:pathLst>
                <a:path w="7584" h="202821">
                  <a:moveTo>
                    <a:pt x="0" y="202821"/>
                  </a:moveTo>
                  <a:lnTo>
                    <a:pt x="162" y="196285"/>
                  </a:lnTo>
                  <a:lnTo>
                    <a:pt x="1017" y="136501"/>
                  </a:lnTo>
                  <a:lnTo>
                    <a:pt x="1873" y="60446"/>
                  </a:lnTo>
                  <a:lnTo>
                    <a:pt x="2728" y="38099"/>
                  </a:lnTo>
                  <a:lnTo>
                    <a:pt x="3584" y="0"/>
                  </a:lnTo>
                  <a:lnTo>
                    <a:pt x="4439" y="8041"/>
                  </a:lnTo>
                  <a:lnTo>
                    <a:pt x="5295" y="62840"/>
                  </a:lnTo>
                  <a:lnTo>
                    <a:pt x="6150" y="128487"/>
                  </a:lnTo>
                  <a:lnTo>
                    <a:pt x="7006" y="158569"/>
                  </a:lnTo>
                  <a:lnTo>
                    <a:pt x="7584" y="2028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32119" y="3211756"/>
              <a:ext cx="5074" cy="50720"/>
            </a:xfrm>
            <a:custGeom>
              <a:avLst/>
              <a:pathLst>
                <a:path w="5074" h="50720">
                  <a:moveTo>
                    <a:pt x="0" y="50720"/>
                  </a:moveTo>
                  <a:lnTo>
                    <a:pt x="292" y="12840"/>
                  </a:lnTo>
                  <a:lnTo>
                    <a:pt x="1148" y="0"/>
                  </a:lnTo>
                  <a:lnTo>
                    <a:pt x="2003" y="7641"/>
                  </a:lnTo>
                  <a:lnTo>
                    <a:pt x="2859" y="6278"/>
                  </a:lnTo>
                  <a:lnTo>
                    <a:pt x="3714" y="1893"/>
                  </a:lnTo>
                  <a:lnTo>
                    <a:pt x="4570" y="24974"/>
                  </a:lnTo>
                  <a:lnTo>
                    <a:pt x="5074" y="507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837979" y="3103592"/>
              <a:ext cx="13243" cy="158884"/>
            </a:xfrm>
            <a:custGeom>
              <a:avLst/>
              <a:pathLst>
                <a:path w="13243" h="158884">
                  <a:moveTo>
                    <a:pt x="0" y="158884"/>
                  </a:moveTo>
                  <a:lnTo>
                    <a:pt x="421" y="141410"/>
                  </a:lnTo>
                  <a:lnTo>
                    <a:pt x="1277" y="77102"/>
                  </a:lnTo>
                  <a:lnTo>
                    <a:pt x="2132" y="21797"/>
                  </a:lnTo>
                  <a:lnTo>
                    <a:pt x="2988" y="19353"/>
                  </a:lnTo>
                  <a:lnTo>
                    <a:pt x="3843" y="19353"/>
                  </a:lnTo>
                  <a:lnTo>
                    <a:pt x="4699" y="19353"/>
                  </a:lnTo>
                  <a:lnTo>
                    <a:pt x="5554" y="19353"/>
                  </a:lnTo>
                  <a:lnTo>
                    <a:pt x="6410" y="62486"/>
                  </a:lnTo>
                  <a:lnTo>
                    <a:pt x="7265" y="103566"/>
                  </a:lnTo>
                  <a:lnTo>
                    <a:pt x="8121" y="42770"/>
                  </a:lnTo>
                  <a:lnTo>
                    <a:pt x="8976" y="0"/>
                  </a:lnTo>
                  <a:lnTo>
                    <a:pt x="9832" y="39169"/>
                  </a:lnTo>
                  <a:lnTo>
                    <a:pt x="10688" y="65992"/>
                  </a:lnTo>
                  <a:lnTo>
                    <a:pt x="11543" y="79444"/>
                  </a:lnTo>
                  <a:lnTo>
                    <a:pt x="12399" y="96459"/>
                  </a:lnTo>
                  <a:lnTo>
                    <a:pt x="13243" y="1588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857305" y="2795266"/>
              <a:ext cx="24610" cy="467211"/>
            </a:xfrm>
            <a:custGeom>
              <a:avLst/>
              <a:pathLst>
                <a:path w="24610" h="467211">
                  <a:moveTo>
                    <a:pt x="0" y="467211"/>
                  </a:moveTo>
                  <a:lnTo>
                    <a:pt x="772" y="357989"/>
                  </a:lnTo>
                  <a:lnTo>
                    <a:pt x="1627" y="190573"/>
                  </a:lnTo>
                  <a:lnTo>
                    <a:pt x="2483" y="89659"/>
                  </a:lnTo>
                  <a:lnTo>
                    <a:pt x="3338" y="73416"/>
                  </a:lnTo>
                  <a:lnTo>
                    <a:pt x="4194" y="31834"/>
                  </a:lnTo>
                  <a:lnTo>
                    <a:pt x="5049" y="0"/>
                  </a:lnTo>
                  <a:lnTo>
                    <a:pt x="5905" y="25856"/>
                  </a:lnTo>
                  <a:lnTo>
                    <a:pt x="6760" y="103269"/>
                  </a:lnTo>
                  <a:lnTo>
                    <a:pt x="7616" y="122502"/>
                  </a:lnTo>
                  <a:lnTo>
                    <a:pt x="8471" y="56354"/>
                  </a:lnTo>
                  <a:lnTo>
                    <a:pt x="9327" y="64305"/>
                  </a:lnTo>
                  <a:lnTo>
                    <a:pt x="10183" y="99377"/>
                  </a:lnTo>
                  <a:lnTo>
                    <a:pt x="11038" y="136717"/>
                  </a:lnTo>
                  <a:lnTo>
                    <a:pt x="11894" y="124812"/>
                  </a:lnTo>
                  <a:lnTo>
                    <a:pt x="12749" y="171938"/>
                  </a:lnTo>
                  <a:lnTo>
                    <a:pt x="13605" y="237857"/>
                  </a:lnTo>
                  <a:lnTo>
                    <a:pt x="14460" y="239548"/>
                  </a:lnTo>
                  <a:lnTo>
                    <a:pt x="15316" y="197398"/>
                  </a:lnTo>
                  <a:lnTo>
                    <a:pt x="16171" y="84850"/>
                  </a:lnTo>
                  <a:lnTo>
                    <a:pt x="17027" y="43511"/>
                  </a:lnTo>
                  <a:lnTo>
                    <a:pt x="17882" y="96692"/>
                  </a:lnTo>
                  <a:lnTo>
                    <a:pt x="18738" y="155832"/>
                  </a:lnTo>
                  <a:lnTo>
                    <a:pt x="19593" y="178486"/>
                  </a:lnTo>
                  <a:lnTo>
                    <a:pt x="20449" y="212990"/>
                  </a:lnTo>
                  <a:lnTo>
                    <a:pt x="21304" y="338406"/>
                  </a:lnTo>
                  <a:lnTo>
                    <a:pt x="22160" y="446866"/>
                  </a:lnTo>
                  <a:lnTo>
                    <a:pt x="23015" y="428240"/>
                  </a:lnTo>
                  <a:lnTo>
                    <a:pt x="23871" y="445239"/>
                  </a:lnTo>
                  <a:lnTo>
                    <a:pt x="24610" y="4672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884304" y="2914751"/>
              <a:ext cx="8257" cy="347725"/>
            </a:xfrm>
            <a:custGeom>
              <a:avLst/>
              <a:pathLst>
                <a:path w="8257" h="347725">
                  <a:moveTo>
                    <a:pt x="0" y="347725"/>
                  </a:moveTo>
                  <a:lnTo>
                    <a:pt x="294" y="318594"/>
                  </a:lnTo>
                  <a:lnTo>
                    <a:pt x="1149" y="262220"/>
                  </a:lnTo>
                  <a:lnTo>
                    <a:pt x="2005" y="181713"/>
                  </a:lnTo>
                  <a:lnTo>
                    <a:pt x="2860" y="99418"/>
                  </a:lnTo>
                  <a:lnTo>
                    <a:pt x="3716" y="15174"/>
                  </a:lnTo>
                  <a:lnTo>
                    <a:pt x="4571" y="0"/>
                  </a:lnTo>
                  <a:lnTo>
                    <a:pt x="5427" y="80521"/>
                  </a:lnTo>
                  <a:lnTo>
                    <a:pt x="6282" y="130042"/>
                  </a:lnTo>
                  <a:lnTo>
                    <a:pt x="7138" y="225257"/>
                  </a:lnTo>
                  <a:lnTo>
                    <a:pt x="7993" y="322367"/>
                  </a:lnTo>
                  <a:lnTo>
                    <a:pt x="8257" y="34772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897146" y="2912179"/>
              <a:ext cx="47905" cy="350298"/>
            </a:xfrm>
            <a:custGeom>
              <a:avLst/>
              <a:pathLst>
                <a:path w="47905" h="350298">
                  <a:moveTo>
                    <a:pt x="0" y="350298"/>
                  </a:moveTo>
                  <a:lnTo>
                    <a:pt x="285" y="327737"/>
                  </a:lnTo>
                  <a:lnTo>
                    <a:pt x="1140" y="212387"/>
                  </a:lnTo>
                  <a:lnTo>
                    <a:pt x="1996" y="195978"/>
                  </a:lnTo>
                  <a:lnTo>
                    <a:pt x="2851" y="190456"/>
                  </a:lnTo>
                  <a:lnTo>
                    <a:pt x="3707" y="151934"/>
                  </a:lnTo>
                  <a:lnTo>
                    <a:pt x="4562" y="147429"/>
                  </a:lnTo>
                  <a:lnTo>
                    <a:pt x="5418" y="174951"/>
                  </a:lnTo>
                  <a:lnTo>
                    <a:pt x="6273" y="289007"/>
                  </a:lnTo>
                  <a:lnTo>
                    <a:pt x="7129" y="282043"/>
                  </a:lnTo>
                  <a:lnTo>
                    <a:pt x="7984" y="287567"/>
                  </a:lnTo>
                  <a:lnTo>
                    <a:pt x="8840" y="326090"/>
                  </a:lnTo>
                  <a:lnTo>
                    <a:pt x="9696" y="329955"/>
                  </a:lnTo>
                  <a:lnTo>
                    <a:pt x="10551" y="306788"/>
                  </a:lnTo>
                  <a:lnTo>
                    <a:pt x="11407" y="276033"/>
                  </a:lnTo>
                  <a:lnTo>
                    <a:pt x="12262" y="234932"/>
                  </a:lnTo>
                  <a:lnTo>
                    <a:pt x="13118" y="210465"/>
                  </a:lnTo>
                  <a:lnTo>
                    <a:pt x="13973" y="182708"/>
                  </a:lnTo>
                  <a:lnTo>
                    <a:pt x="14829" y="201974"/>
                  </a:lnTo>
                  <a:lnTo>
                    <a:pt x="15684" y="234214"/>
                  </a:lnTo>
                  <a:lnTo>
                    <a:pt x="16540" y="237971"/>
                  </a:lnTo>
                  <a:lnTo>
                    <a:pt x="17395" y="306160"/>
                  </a:lnTo>
                  <a:lnTo>
                    <a:pt x="18251" y="286914"/>
                  </a:lnTo>
                  <a:lnTo>
                    <a:pt x="19106" y="220060"/>
                  </a:lnTo>
                  <a:lnTo>
                    <a:pt x="19962" y="175579"/>
                  </a:lnTo>
                  <a:lnTo>
                    <a:pt x="20817" y="168335"/>
                  </a:lnTo>
                  <a:lnTo>
                    <a:pt x="21673" y="165723"/>
                  </a:lnTo>
                  <a:lnTo>
                    <a:pt x="22528" y="112926"/>
                  </a:lnTo>
                  <a:lnTo>
                    <a:pt x="23384" y="125799"/>
                  </a:lnTo>
                  <a:lnTo>
                    <a:pt x="24239" y="203738"/>
                  </a:lnTo>
                  <a:lnTo>
                    <a:pt x="25095" y="205964"/>
                  </a:lnTo>
                  <a:lnTo>
                    <a:pt x="25951" y="193927"/>
                  </a:lnTo>
                  <a:lnTo>
                    <a:pt x="26806" y="235077"/>
                  </a:lnTo>
                  <a:lnTo>
                    <a:pt x="27662" y="291740"/>
                  </a:lnTo>
                  <a:lnTo>
                    <a:pt x="28517" y="296079"/>
                  </a:lnTo>
                  <a:lnTo>
                    <a:pt x="29373" y="272963"/>
                  </a:lnTo>
                  <a:lnTo>
                    <a:pt x="30228" y="288130"/>
                  </a:lnTo>
                  <a:lnTo>
                    <a:pt x="31084" y="298220"/>
                  </a:lnTo>
                  <a:lnTo>
                    <a:pt x="31939" y="257068"/>
                  </a:lnTo>
                  <a:lnTo>
                    <a:pt x="32795" y="220903"/>
                  </a:lnTo>
                  <a:lnTo>
                    <a:pt x="33650" y="265225"/>
                  </a:lnTo>
                  <a:lnTo>
                    <a:pt x="34506" y="264751"/>
                  </a:lnTo>
                  <a:lnTo>
                    <a:pt x="35361" y="209476"/>
                  </a:lnTo>
                  <a:lnTo>
                    <a:pt x="36217" y="155686"/>
                  </a:lnTo>
                  <a:lnTo>
                    <a:pt x="37072" y="112759"/>
                  </a:lnTo>
                  <a:lnTo>
                    <a:pt x="37928" y="159353"/>
                  </a:lnTo>
                  <a:lnTo>
                    <a:pt x="38783" y="188923"/>
                  </a:lnTo>
                  <a:lnTo>
                    <a:pt x="39639" y="196067"/>
                  </a:lnTo>
                  <a:lnTo>
                    <a:pt x="40495" y="167999"/>
                  </a:lnTo>
                  <a:lnTo>
                    <a:pt x="41350" y="136566"/>
                  </a:lnTo>
                  <a:lnTo>
                    <a:pt x="42206" y="154707"/>
                  </a:lnTo>
                  <a:lnTo>
                    <a:pt x="43061" y="74108"/>
                  </a:lnTo>
                  <a:lnTo>
                    <a:pt x="43917" y="0"/>
                  </a:lnTo>
                  <a:lnTo>
                    <a:pt x="44772" y="75253"/>
                  </a:lnTo>
                  <a:lnTo>
                    <a:pt x="45628" y="239396"/>
                  </a:lnTo>
                  <a:lnTo>
                    <a:pt x="46483" y="339057"/>
                  </a:lnTo>
                  <a:lnTo>
                    <a:pt x="47339" y="311970"/>
                  </a:lnTo>
                  <a:lnTo>
                    <a:pt x="47905" y="3502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946394" y="3063993"/>
              <a:ext cx="8994" cy="198484"/>
            </a:xfrm>
            <a:custGeom>
              <a:avLst/>
              <a:pathLst>
                <a:path w="8994" h="198484">
                  <a:moveTo>
                    <a:pt x="0" y="198484"/>
                  </a:moveTo>
                  <a:lnTo>
                    <a:pt x="658" y="135074"/>
                  </a:lnTo>
                  <a:lnTo>
                    <a:pt x="1513" y="51266"/>
                  </a:lnTo>
                  <a:lnTo>
                    <a:pt x="2369" y="36830"/>
                  </a:lnTo>
                  <a:lnTo>
                    <a:pt x="3224" y="63209"/>
                  </a:lnTo>
                  <a:lnTo>
                    <a:pt x="4080" y="0"/>
                  </a:lnTo>
                  <a:lnTo>
                    <a:pt x="4935" y="54010"/>
                  </a:lnTo>
                  <a:lnTo>
                    <a:pt x="5791" y="142247"/>
                  </a:lnTo>
                  <a:lnTo>
                    <a:pt x="6646" y="176055"/>
                  </a:lnTo>
                  <a:lnTo>
                    <a:pt x="7502" y="153543"/>
                  </a:lnTo>
                  <a:lnTo>
                    <a:pt x="8357" y="162099"/>
                  </a:lnTo>
                  <a:lnTo>
                    <a:pt x="8994" y="1984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955843" y="2964613"/>
              <a:ext cx="14766" cy="297863"/>
            </a:xfrm>
            <a:custGeom>
              <a:avLst/>
              <a:pathLst>
                <a:path w="14766" h="297863">
                  <a:moveTo>
                    <a:pt x="0" y="297863"/>
                  </a:moveTo>
                  <a:lnTo>
                    <a:pt x="620" y="264941"/>
                  </a:lnTo>
                  <a:lnTo>
                    <a:pt x="1475" y="199992"/>
                  </a:lnTo>
                  <a:lnTo>
                    <a:pt x="2331" y="143580"/>
                  </a:lnTo>
                  <a:lnTo>
                    <a:pt x="3186" y="85859"/>
                  </a:lnTo>
                  <a:lnTo>
                    <a:pt x="4042" y="42763"/>
                  </a:lnTo>
                  <a:lnTo>
                    <a:pt x="4897" y="48494"/>
                  </a:lnTo>
                  <a:lnTo>
                    <a:pt x="5753" y="79566"/>
                  </a:lnTo>
                  <a:lnTo>
                    <a:pt x="6608" y="78936"/>
                  </a:lnTo>
                  <a:lnTo>
                    <a:pt x="7464" y="30461"/>
                  </a:lnTo>
                  <a:lnTo>
                    <a:pt x="8319" y="29853"/>
                  </a:lnTo>
                  <a:lnTo>
                    <a:pt x="9175" y="16539"/>
                  </a:lnTo>
                  <a:lnTo>
                    <a:pt x="10030" y="0"/>
                  </a:lnTo>
                  <a:lnTo>
                    <a:pt x="10886" y="37016"/>
                  </a:lnTo>
                  <a:lnTo>
                    <a:pt x="11742" y="53770"/>
                  </a:lnTo>
                  <a:lnTo>
                    <a:pt x="12597" y="104617"/>
                  </a:lnTo>
                  <a:lnTo>
                    <a:pt x="13453" y="173984"/>
                  </a:lnTo>
                  <a:lnTo>
                    <a:pt x="14308" y="283584"/>
                  </a:lnTo>
                  <a:lnTo>
                    <a:pt x="14766" y="2978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971221" y="3225471"/>
              <a:ext cx="2455" cy="37006"/>
            </a:xfrm>
            <a:custGeom>
              <a:avLst/>
              <a:pathLst>
                <a:path w="2455" h="37006">
                  <a:moveTo>
                    <a:pt x="0" y="37006"/>
                  </a:moveTo>
                  <a:lnTo>
                    <a:pt x="641" y="0"/>
                  </a:lnTo>
                  <a:lnTo>
                    <a:pt x="1496" y="877"/>
                  </a:lnTo>
                  <a:lnTo>
                    <a:pt x="2352" y="32587"/>
                  </a:lnTo>
                  <a:lnTo>
                    <a:pt x="2455" y="370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974973" y="2880902"/>
              <a:ext cx="47364" cy="381574"/>
            </a:xfrm>
            <a:custGeom>
              <a:avLst/>
              <a:pathLst>
                <a:path w="47364" h="381574">
                  <a:moveTo>
                    <a:pt x="0" y="381574"/>
                  </a:moveTo>
                  <a:lnTo>
                    <a:pt x="311" y="363202"/>
                  </a:lnTo>
                  <a:lnTo>
                    <a:pt x="1167" y="355302"/>
                  </a:lnTo>
                  <a:lnTo>
                    <a:pt x="2022" y="375654"/>
                  </a:lnTo>
                  <a:lnTo>
                    <a:pt x="2878" y="323857"/>
                  </a:lnTo>
                  <a:lnTo>
                    <a:pt x="3733" y="273311"/>
                  </a:lnTo>
                  <a:lnTo>
                    <a:pt x="4589" y="212762"/>
                  </a:lnTo>
                  <a:lnTo>
                    <a:pt x="5444" y="186205"/>
                  </a:lnTo>
                  <a:lnTo>
                    <a:pt x="6300" y="117093"/>
                  </a:lnTo>
                  <a:lnTo>
                    <a:pt x="7155" y="80583"/>
                  </a:lnTo>
                  <a:lnTo>
                    <a:pt x="8011" y="132383"/>
                  </a:lnTo>
                  <a:lnTo>
                    <a:pt x="8866" y="182929"/>
                  </a:lnTo>
                  <a:lnTo>
                    <a:pt x="9722" y="198535"/>
                  </a:lnTo>
                  <a:lnTo>
                    <a:pt x="10577" y="190212"/>
                  </a:lnTo>
                  <a:lnTo>
                    <a:pt x="11433" y="210846"/>
                  </a:lnTo>
                  <a:lnTo>
                    <a:pt x="12288" y="169019"/>
                  </a:lnTo>
                  <a:lnTo>
                    <a:pt x="13144" y="88408"/>
                  </a:lnTo>
                  <a:lnTo>
                    <a:pt x="14000" y="57195"/>
                  </a:lnTo>
                  <a:lnTo>
                    <a:pt x="14855" y="0"/>
                  </a:lnTo>
                  <a:lnTo>
                    <a:pt x="15711" y="18293"/>
                  </a:lnTo>
                  <a:lnTo>
                    <a:pt x="16566" y="19119"/>
                  </a:lnTo>
                  <a:lnTo>
                    <a:pt x="17422" y="73637"/>
                  </a:lnTo>
                  <a:lnTo>
                    <a:pt x="18277" y="130817"/>
                  </a:lnTo>
                  <a:lnTo>
                    <a:pt x="19133" y="132282"/>
                  </a:lnTo>
                  <a:lnTo>
                    <a:pt x="19988" y="228310"/>
                  </a:lnTo>
                  <a:lnTo>
                    <a:pt x="20844" y="276945"/>
                  </a:lnTo>
                  <a:lnTo>
                    <a:pt x="21699" y="340444"/>
                  </a:lnTo>
                  <a:lnTo>
                    <a:pt x="22555" y="356620"/>
                  </a:lnTo>
                  <a:lnTo>
                    <a:pt x="23410" y="361716"/>
                  </a:lnTo>
                  <a:lnTo>
                    <a:pt x="24266" y="300203"/>
                  </a:lnTo>
                  <a:lnTo>
                    <a:pt x="25121" y="232659"/>
                  </a:lnTo>
                  <a:lnTo>
                    <a:pt x="25977" y="234343"/>
                  </a:lnTo>
                  <a:lnTo>
                    <a:pt x="26832" y="215482"/>
                  </a:lnTo>
                  <a:lnTo>
                    <a:pt x="27688" y="183295"/>
                  </a:lnTo>
                  <a:lnTo>
                    <a:pt x="28543" y="231676"/>
                  </a:lnTo>
                  <a:lnTo>
                    <a:pt x="29399" y="315458"/>
                  </a:lnTo>
                  <a:lnTo>
                    <a:pt x="30255" y="336109"/>
                  </a:lnTo>
                  <a:lnTo>
                    <a:pt x="31110" y="265326"/>
                  </a:lnTo>
                  <a:lnTo>
                    <a:pt x="31966" y="237337"/>
                  </a:lnTo>
                  <a:lnTo>
                    <a:pt x="32821" y="256818"/>
                  </a:lnTo>
                  <a:lnTo>
                    <a:pt x="33677" y="208852"/>
                  </a:lnTo>
                  <a:lnTo>
                    <a:pt x="34532" y="172912"/>
                  </a:lnTo>
                  <a:lnTo>
                    <a:pt x="35388" y="192886"/>
                  </a:lnTo>
                  <a:lnTo>
                    <a:pt x="36243" y="276975"/>
                  </a:lnTo>
                  <a:lnTo>
                    <a:pt x="37099" y="271861"/>
                  </a:lnTo>
                  <a:lnTo>
                    <a:pt x="37954" y="224993"/>
                  </a:lnTo>
                  <a:lnTo>
                    <a:pt x="38810" y="229548"/>
                  </a:lnTo>
                  <a:lnTo>
                    <a:pt x="39665" y="264071"/>
                  </a:lnTo>
                  <a:lnTo>
                    <a:pt x="40521" y="229406"/>
                  </a:lnTo>
                  <a:lnTo>
                    <a:pt x="41376" y="136483"/>
                  </a:lnTo>
                  <a:lnTo>
                    <a:pt x="42232" y="68113"/>
                  </a:lnTo>
                  <a:lnTo>
                    <a:pt x="43087" y="119976"/>
                  </a:lnTo>
                  <a:lnTo>
                    <a:pt x="43943" y="168464"/>
                  </a:lnTo>
                  <a:lnTo>
                    <a:pt x="44798" y="182669"/>
                  </a:lnTo>
                  <a:lnTo>
                    <a:pt x="45654" y="233667"/>
                  </a:lnTo>
                  <a:lnTo>
                    <a:pt x="46510" y="303907"/>
                  </a:lnTo>
                  <a:lnTo>
                    <a:pt x="47364" y="3815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8022340" y="2989898"/>
              <a:ext cx="21408" cy="272578"/>
            </a:xfrm>
            <a:custGeom>
              <a:avLst/>
              <a:pathLst>
                <a:path w="21408" h="272578">
                  <a:moveTo>
                    <a:pt x="0" y="272578"/>
                  </a:moveTo>
                  <a:lnTo>
                    <a:pt x="854" y="211266"/>
                  </a:lnTo>
                  <a:lnTo>
                    <a:pt x="1709" y="158628"/>
                  </a:lnTo>
                  <a:lnTo>
                    <a:pt x="2565" y="184699"/>
                  </a:lnTo>
                  <a:lnTo>
                    <a:pt x="3420" y="202569"/>
                  </a:lnTo>
                  <a:lnTo>
                    <a:pt x="4276" y="135895"/>
                  </a:lnTo>
                  <a:lnTo>
                    <a:pt x="5131" y="81035"/>
                  </a:lnTo>
                  <a:lnTo>
                    <a:pt x="5987" y="82014"/>
                  </a:lnTo>
                  <a:lnTo>
                    <a:pt x="6843" y="57574"/>
                  </a:lnTo>
                  <a:lnTo>
                    <a:pt x="7698" y="26194"/>
                  </a:lnTo>
                  <a:lnTo>
                    <a:pt x="8554" y="0"/>
                  </a:lnTo>
                  <a:lnTo>
                    <a:pt x="9409" y="42020"/>
                  </a:lnTo>
                  <a:lnTo>
                    <a:pt x="10265" y="41742"/>
                  </a:lnTo>
                  <a:lnTo>
                    <a:pt x="11120" y="41038"/>
                  </a:lnTo>
                  <a:lnTo>
                    <a:pt x="11976" y="68224"/>
                  </a:lnTo>
                  <a:lnTo>
                    <a:pt x="12831" y="82279"/>
                  </a:lnTo>
                  <a:lnTo>
                    <a:pt x="13687" y="151442"/>
                  </a:lnTo>
                  <a:lnTo>
                    <a:pt x="14542" y="190588"/>
                  </a:lnTo>
                  <a:lnTo>
                    <a:pt x="15398" y="204942"/>
                  </a:lnTo>
                  <a:lnTo>
                    <a:pt x="16253" y="245067"/>
                  </a:lnTo>
                  <a:lnTo>
                    <a:pt x="17109" y="259839"/>
                  </a:lnTo>
                  <a:lnTo>
                    <a:pt x="17964" y="245784"/>
                  </a:lnTo>
                  <a:lnTo>
                    <a:pt x="18820" y="176623"/>
                  </a:lnTo>
                  <a:lnTo>
                    <a:pt x="19675" y="151961"/>
                  </a:lnTo>
                  <a:lnTo>
                    <a:pt x="20531" y="214637"/>
                  </a:lnTo>
                  <a:lnTo>
                    <a:pt x="21386" y="271164"/>
                  </a:lnTo>
                  <a:lnTo>
                    <a:pt x="21408" y="2725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8046478" y="2841047"/>
              <a:ext cx="36197" cy="421429"/>
            </a:xfrm>
            <a:custGeom>
              <a:avLst/>
              <a:pathLst>
                <a:path w="36197" h="421429">
                  <a:moveTo>
                    <a:pt x="0" y="421429"/>
                  </a:moveTo>
                  <a:lnTo>
                    <a:pt x="670" y="402156"/>
                  </a:lnTo>
                  <a:lnTo>
                    <a:pt x="1526" y="416008"/>
                  </a:lnTo>
                  <a:lnTo>
                    <a:pt x="2381" y="375483"/>
                  </a:lnTo>
                  <a:lnTo>
                    <a:pt x="3237" y="318482"/>
                  </a:lnTo>
                  <a:lnTo>
                    <a:pt x="4092" y="309512"/>
                  </a:lnTo>
                  <a:lnTo>
                    <a:pt x="4948" y="368756"/>
                  </a:lnTo>
                  <a:lnTo>
                    <a:pt x="5803" y="393343"/>
                  </a:lnTo>
                  <a:lnTo>
                    <a:pt x="6659" y="366785"/>
                  </a:lnTo>
                  <a:lnTo>
                    <a:pt x="7514" y="353031"/>
                  </a:lnTo>
                  <a:lnTo>
                    <a:pt x="8370" y="308157"/>
                  </a:lnTo>
                  <a:lnTo>
                    <a:pt x="9225" y="254241"/>
                  </a:lnTo>
                  <a:lnTo>
                    <a:pt x="10081" y="208615"/>
                  </a:lnTo>
                  <a:lnTo>
                    <a:pt x="10936" y="182944"/>
                  </a:lnTo>
                  <a:lnTo>
                    <a:pt x="11792" y="137441"/>
                  </a:lnTo>
                  <a:lnTo>
                    <a:pt x="12648" y="120487"/>
                  </a:lnTo>
                  <a:lnTo>
                    <a:pt x="13503" y="130087"/>
                  </a:lnTo>
                  <a:lnTo>
                    <a:pt x="14359" y="134171"/>
                  </a:lnTo>
                  <a:lnTo>
                    <a:pt x="15214" y="179473"/>
                  </a:lnTo>
                  <a:lnTo>
                    <a:pt x="16070" y="205145"/>
                  </a:lnTo>
                  <a:lnTo>
                    <a:pt x="16925" y="250647"/>
                  </a:lnTo>
                  <a:lnTo>
                    <a:pt x="17781" y="281355"/>
                  </a:lnTo>
                  <a:lnTo>
                    <a:pt x="18636" y="316631"/>
                  </a:lnTo>
                  <a:lnTo>
                    <a:pt x="19492" y="366462"/>
                  </a:lnTo>
                  <a:lnTo>
                    <a:pt x="20347" y="331813"/>
                  </a:lnTo>
                  <a:lnTo>
                    <a:pt x="21203" y="187129"/>
                  </a:lnTo>
                  <a:lnTo>
                    <a:pt x="22058" y="94921"/>
                  </a:lnTo>
                  <a:lnTo>
                    <a:pt x="22914" y="58723"/>
                  </a:lnTo>
                  <a:lnTo>
                    <a:pt x="23769" y="11759"/>
                  </a:lnTo>
                  <a:lnTo>
                    <a:pt x="24625" y="0"/>
                  </a:lnTo>
                  <a:lnTo>
                    <a:pt x="25480" y="34972"/>
                  </a:lnTo>
                  <a:lnTo>
                    <a:pt x="26336" y="179657"/>
                  </a:lnTo>
                  <a:lnTo>
                    <a:pt x="27192" y="271864"/>
                  </a:lnTo>
                  <a:lnTo>
                    <a:pt x="28047" y="308061"/>
                  </a:lnTo>
                  <a:lnTo>
                    <a:pt x="28903" y="355025"/>
                  </a:lnTo>
                  <a:lnTo>
                    <a:pt x="29758" y="366785"/>
                  </a:lnTo>
                  <a:lnTo>
                    <a:pt x="30614" y="366785"/>
                  </a:lnTo>
                  <a:lnTo>
                    <a:pt x="31469" y="366785"/>
                  </a:lnTo>
                  <a:lnTo>
                    <a:pt x="32325" y="366785"/>
                  </a:lnTo>
                  <a:lnTo>
                    <a:pt x="33180" y="366785"/>
                  </a:lnTo>
                  <a:lnTo>
                    <a:pt x="34036" y="366785"/>
                  </a:lnTo>
                  <a:lnTo>
                    <a:pt x="34891" y="366785"/>
                  </a:lnTo>
                  <a:lnTo>
                    <a:pt x="35747" y="406321"/>
                  </a:lnTo>
                  <a:lnTo>
                    <a:pt x="36197" y="4214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8083334" y="3035151"/>
              <a:ext cx="16406" cy="227325"/>
            </a:xfrm>
            <a:custGeom>
              <a:avLst/>
              <a:pathLst>
                <a:path w="16406" h="227325">
                  <a:moveTo>
                    <a:pt x="0" y="227325"/>
                  </a:moveTo>
                  <a:lnTo>
                    <a:pt x="602" y="194897"/>
                  </a:lnTo>
                  <a:lnTo>
                    <a:pt x="1458" y="132114"/>
                  </a:lnTo>
                  <a:lnTo>
                    <a:pt x="2313" y="134016"/>
                  </a:lnTo>
                  <a:lnTo>
                    <a:pt x="3169" y="147817"/>
                  </a:lnTo>
                  <a:lnTo>
                    <a:pt x="4024" y="52104"/>
                  </a:lnTo>
                  <a:lnTo>
                    <a:pt x="4880" y="0"/>
                  </a:lnTo>
                  <a:lnTo>
                    <a:pt x="5735" y="61469"/>
                  </a:lnTo>
                  <a:lnTo>
                    <a:pt x="6591" y="157649"/>
                  </a:lnTo>
                  <a:lnTo>
                    <a:pt x="7446" y="161152"/>
                  </a:lnTo>
                  <a:lnTo>
                    <a:pt x="8302" y="151610"/>
                  </a:lnTo>
                  <a:lnTo>
                    <a:pt x="9157" y="187265"/>
                  </a:lnTo>
                  <a:lnTo>
                    <a:pt x="10013" y="200794"/>
                  </a:lnTo>
                  <a:lnTo>
                    <a:pt x="10868" y="204754"/>
                  </a:lnTo>
                  <a:lnTo>
                    <a:pt x="11724" y="204205"/>
                  </a:lnTo>
                  <a:lnTo>
                    <a:pt x="12579" y="199208"/>
                  </a:lnTo>
                  <a:lnTo>
                    <a:pt x="13435" y="147240"/>
                  </a:lnTo>
                  <a:lnTo>
                    <a:pt x="14290" y="93207"/>
                  </a:lnTo>
                  <a:lnTo>
                    <a:pt x="15146" y="155708"/>
                  </a:lnTo>
                  <a:lnTo>
                    <a:pt x="16002" y="202401"/>
                  </a:lnTo>
                  <a:lnTo>
                    <a:pt x="16406" y="22732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8104570" y="2881897"/>
              <a:ext cx="22996" cy="380579"/>
            </a:xfrm>
            <a:custGeom>
              <a:avLst/>
              <a:pathLst>
                <a:path w="22996" h="380579">
                  <a:moveTo>
                    <a:pt x="0" y="380579"/>
                  </a:moveTo>
                  <a:lnTo>
                    <a:pt x="754" y="312783"/>
                  </a:lnTo>
                  <a:lnTo>
                    <a:pt x="1610" y="282201"/>
                  </a:lnTo>
                  <a:lnTo>
                    <a:pt x="2465" y="242064"/>
                  </a:lnTo>
                  <a:lnTo>
                    <a:pt x="3321" y="240533"/>
                  </a:lnTo>
                  <a:lnTo>
                    <a:pt x="4176" y="310551"/>
                  </a:lnTo>
                  <a:lnTo>
                    <a:pt x="5032" y="267230"/>
                  </a:lnTo>
                  <a:lnTo>
                    <a:pt x="5887" y="213883"/>
                  </a:lnTo>
                  <a:lnTo>
                    <a:pt x="6743" y="177759"/>
                  </a:lnTo>
                  <a:lnTo>
                    <a:pt x="7598" y="165230"/>
                  </a:lnTo>
                  <a:lnTo>
                    <a:pt x="8454" y="165230"/>
                  </a:lnTo>
                  <a:lnTo>
                    <a:pt x="9309" y="191184"/>
                  </a:lnTo>
                  <a:lnTo>
                    <a:pt x="10165" y="278512"/>
                  </a:lnTo>
                  <a:lnTo>
                    <a:pt x="11020" y="323205"/>
                  </a:lnTo>
                  <a:lnTo>
                    <a:pt x="11876" y="292463"/>
                  </a:lnTo>
                  <a:lnTo>
                    <a:pt x="12731" y="276531"/>
                  </a:lnTo>
                  <a:lnTo>
                    <a:pt x="13587" y="238317"/>
                  </a:lnTo>
                  <a:lnTo>
                    <a:pt x="14442" y="119055"/>
                  </a:lnTo>
                  <a:lnTo>
                    <a:pt x="15298" y="36261"/>
                  </a:lnTo>
                  <a:lnTo>
                    <a:pt x="16153" y="36262"/>
                  </a:lnTo>
                  <a:lnTo>
                    <a:pt x="17009" y="26757"/>
                  </a:lnTo>
                  <a:lnTo>
                    <a:pt x="17865" y="0"/>
                  </a:lnTo>
                  <a:lnTo>
                    <a:pt x="18720" y="38215"/>
                  </a:lnTo>
                  <a:lnTo>
                    <a:pt x="19576" y="157475"/>
                  </a:lnTo>
                  <a:lnTo>
                    <a:pt x="20431" y="240270"/>
                  </a:lnTo>
                  <a:lnTo>
                    <a:pt x="21287" y="245581"/>
                  </a:lnTo>
                  <a:lnTo>
                    <a:pt x="22142" y="321952"/>
                  </a:lnTo>
                  <a:lnTo>
                    <a:pt x="22996" y="3805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8127575" y="2826639"/>
              <a:ext cx="43211" cy="435837"/>
            </a:xfrm>
            <a:custGeom>
              <a:avLst/>
              <a:pathLst>
                <a:path w="43211" h="435837">
                  <a:moveTo>
                    <a:pt x="0" y="435837"/>
                  </a:moveTo>
                  <a:lnTo>
                    <a:pt x="849" y="421101"/>
                  </a:lnTo>
                  <a:lnTo>
                    <a:pt x="1704" y="406469"/>
                  </a:lnTo>
                  <a:lnTo>
                    <a:pt x="2560" y="404267"/>
                  </a:lnTo>
                  <a:lnTo>
                    <a:pt x="3415" y="407600"/>
                  </a:lnTo>
                  <a:lnTo>
                    <a:pt x="4271" y="407599"/>
                  </a:lnTo>
                  <a:lnTo>
                    <a:pt x="5127" y="406333"/>
                  </a:lnTo>
                  <a:lnTo>
                    <a:pt x="5982" y="421174"/>
                  </a:lnTo>
                  <a:lnTo>
                    <a:pt x="6838" y="435809"/>
                  </a:lnTo>
                  <a:lnTo>
                    <a:pt x="7693" y="405257"/>
                  </a:lnTo>
                  <a:lnTo>
                    <a:pt x="8549" y="273705"/>
                  </a:lnTo>
                  <a:lnTo>
                    <a:pt x="9404" y="144375"/>
                  </a:lnTo>
                  <a:lnTo>
                    <a:pt x="10260" y="122044"/>
                  </a:lnTo>
                  <a:lnTo>
                    <a:pt x="11115" y="129531"/>
                  </a:lnTo>
                  <a:lnTo>
                    <a:pt x="11971" y="189121"/>
                  </a:lnTo>
                  <a:lnTo>
                    <a:pt x="12826" y="280202"/>
                  </a:lnTo>
                  <a:lnTo>
                    <a:pt x="13682" y="365999"/>
                  </a:lnTo>
                  <a:lnTo>
                    <a:pt x="14537" y="413599"/>
                  </a:lnTo>
                  <a:lnTo>
                    <a:pt x="15393" y="418486"/>
                  </a:lnTo>
                  <a:lnTo>
                    <a:pt x="16248" y="429691"/>
                  </a:lnTo>
                  <a:lnTo>
                    <a:pt x="17104" y="382024"/>
                  </a:lnTo>
                  <a:lnTo>
                    <a:pt x="17959" y="303676"/>
                  </a:lnTo>
                  <a:lnTo>
                    <a:pt x="18815" y="341042"/>
                  </a:lnTo>
                  <a:lnTo>
                    <a:pt x="19670" y="388509"/>
                  </a:lnTo>
                  <a:lnTo>
                    <a:pt x="20526" y="276004"/>
                  </a:lnTo>
                  <a:lnTo>
                    <a:pt x="21382" y="156759"/>
                  </a:lnTo>
                  <a:lnTo>
                    <a:pt x="22237" y="153349"/>
                  </a:lnTo>
                  <a:lnTo>
                    <a:pt x="23093" y="158960"/>
                  </a:lnTo>
                  <a:lnTo>
                    <a:pt x="23948" y="72082"/>
                  </a:lnTo>
                  <a:lnTo>
                    <a:pt x="24804" y="0"/>
                  </a:lnTo>
                  <a:lnTo>
                    <a:pt x="25659" y="90332"/>
                  </a:lnTo>
                  <a:lnTo>
                    <a:pt x="26515" y="176600"/>
                  </a:lnTo>
                  <a:lnTo>
                    <a:pt x="27370" y="101941"/>
                  </a:lnTo>
                  <a:lnTo>
                    <a:pt x="28226" y="42001"/>
                  </a:lnTo>
                  <a:lnTo>
                    <a:pt x="29081" y="113571"/>
                  </a:lnTo>
                  <a:lnTo>
                    <a:pt x="29937" y="179740"/>
                  </a:lnTo>
                  <a:lnTo>
                    <a:pt x="30792" y="200570"/>
                  </a:lnTo>
                  <a:lnTo>
                    <a:pt x="31648" y="236883"/>
                  </a:lnTo>
                  <a:lnTo>
                    <a:pt x="32503" y="224114"/>
                  </a:lnTo>
                  <a:lnTo>
                    <a:pt x="33359" y="224341"/>
                  </a:lnTo>
                  <a:lnTo>
                    <a:pt x="34214" y="239393"/>
                  </a:lnTo>
                  <a:lnTo>
                    <a:pt x="35070" y="241754"/>
                  </a:lnTo>
                  <a:lnTo>
                    <a:pt x="35926" y="215655"/>
                  </a:lnTo>
                  <a:lnTo>
                    <a:pt x="36781" y="169737"/>
                  </a:lnTo>
                  <a:lnTo>
                    <a:pt x="37637" y="218546"/>
                  </a:lnTo>
                  <a:lnTo>
                    <a:pt x="38492" y="290666"/>
                  </a:lnTo>
                  <a:lnTo>
                    <a:pt x="39348" y="290666"/>
                  </a:lnTo>
                  <a:lnTo>
                    <a:pt x="40203" y="295090"/>
                  </a:lnTo>
                  <a:lnTo>
                    <a:pt x="41059" y="325192"/>
                  </a:lnTo>
                  <a:lnTo>
                    <a:pt x="41914" y="360850"/>
                  </a:lnTo>
                  <a:lnTo>
                    <a:pt x="42770" y="420257"/>
                  </a:lnTo>
                  <a:lnTo>
                    <a:pt x="43211" y="4358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8177320" y="2968585"/>
              <a:ext cx="13533" cy="293891"/>
            </a:xfrm>
            <a:custGeom>
              <a:avLst/>
              <a:pathLst>
                <a:path w="13533" h="293891">
                  <a:moveTo>
                    <a:pt x="0" y="293891"/>
                  </a:moveTo>
                  <a:lnTo>
                    <a:pt x="724" y="248042"/>
                  </a:lnTo>
                  <a:lnTo>
                    <a:pt x="1579" y="201249"/>
                  </a:lnTo>
                  <a:lnTo>
                    <a:pt x="2435" y="157470"/>
                  </a:lnTo>
                  <a:lnTo>
                    <a:pt x="3290" y="84800"/>
                  </a:lnTo>
                  <a:lnTo>
                    <a:pt x="4146" y="16992"/>
                  </a:lnTo>
                  <a:lnTo>
                    <a:pt x="5001" y="0"/>
                  </a:lnTo>
                  <a:lnTo>
                    <a:pt x="5857" y="36143"/>
                  </a:lnTo>
                  <a:lnTo>
                    <a:pt x="6712" y="50194"/>
                  </a:lnTo>
                  <a:lnTo>
                    <a:pt x="7568" y="40245"/>
                  </a:lnTo>
                  <a:lnTo>
                    <a:pt x="8423" y="6959"/>
                  </a:lnTo>
                  <a:lnTo>
                    <a:pt x="9279" y="6211"/>
                  </a:lnTo>
                  <a:lnTo>
                    <a:pt x="10134" y="89484"/>
                  </a:lnTo>
                  <a:lnTo>
                    <a:pt x="10990" y="129415"/>
                  </a:lnTo>
                  <a:lnTo>
                    <a:pt x="11846" y="129417"/>
                  </a:lnTo>
                  <a:lnTo>
                    <a:pt x="12701" y="186478"/>
                  </a:lnTo>
                  <a:lnTo>
                    <a:pt x="13533" y="2938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8193479" y="3117605"/>
              <a:ext cx="6261" cy="144871"/>
            </a:xfrm>
            <a:custGeom>
              <a:avLst/>
              <a:pathLst>
                <a:path w="6261" h="144871">
                  <a:moveTo>
                    <a:pt x="0" y="144871"/>
                  </a:moveTo>
                  <a:lnTo>
                    <a:pt x="820" y="85482"/>
                  </a:lnTo>
                  <a:lnTo>
                    <a:pt x="1676" y="0"/>
                  </a:lnTo>
                  <a:lnTo>
                    <a:pt x="2531" y="36987"/>
                  </a:lnTo>
                  <a:lnTo>
                    <a:pt x="3387" y="105267"/>
                  </a:lnTo>
                  <a:lnTo>
                    <a:pt x="4242" y="93404"/>
                  </a:lnTo>
                  <a:lnTo>
                    <a:pt x="5098" y="47607"/>
                  </a:lnTo>
                  <a:lnTo>
                    <a:pt x="5953" y="118855"/>
                  </a:lnTo>
                  <a:lnTo>
                    <a:pt x="6261" y="1448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8200666" y="820233"/>
              <a:ext cx="178171" cy="2442243"/>
            </a:xfrm>
            <a:custGeom>
              <a:avLst/>
              <a:pathLst>
                <a:path w="178171" h="2442243">
                  <a:moveTo>
                    <a:pt x="0" y="2442243"/>
                  </a:moveTo>
                  <a:lnTo>
                    <a:pt x="477" y="2383566"/>
                  </a:lnTo>
                  <a:lnTo>
                    <a:pt x="1333" y="2231488"/>
                  </a:lnTo>
                  <a:lnTo>
                    <a:pt x="2188" y="2213911"/>
                  </a:lnTo>
                  <a:lnTo>
                    <a:pt x="3044" y="2227937"/>
                  </a:lnTo>
                  <a:lnTo>
                    <a:pt x="3899" y="2181794"/>
                  </a:lnTo>
                  <a:lnTo>
                    <a:pt x="4755" y="2092165"/>
                  </a:lnTo>
                  <a:lnTo>
                    <a:pt x="5610" y="1986122"/>
                  </a:lnTo>
                  <a:lnTo>
                    <a:pt x="6466" y="2000932"/>
                  </a:lnTo>
                  <a:lnTo>
                    <a:pt x="7321" y="1978131"/>
                  </a:lnTo>
                  <a:lnTo>
                    <a:pt x="8177" y="1940130"/>
                  </a:lnTo>
                  <a:lnTo>
                    <a:pt x="9033" y="1937919"/>
                  </a:lnTo>
                  <a:lnTo>
                    <a:pt x="9888" y="1899846"/>
                  </a:lnTo>
                  <a:lnTo>
                    <a:pt x="10744" y="1931098"/>
                  </a:lnTo>
                  <a:lnTo>
                    <a:pt x="11599" y="1943153"/>
                  </a:lnTo>
                  <a:lnTo>
                    <a:pt x="12455" y="1963514"/>
                  </a:lnTo>
                  <a:lnTo>
                    <a:pt x="13310" y="1980745"/>
                  </a:lnTo>
                  <a:lnTo>
                    <a:pt x="14166" y="1989035"/>
                  </a:lnTo>
                  <a:lnTo>
                    <a:pt x="15021" y="2104396"/>
                  </a:lnTo>
                  <a:lnTo>
                    <a:pt x="15877" y="2207203"/>
                  </a:lnTo>
                  <a:lnTo>
                    <a:pt x="16732" y="2277918"/>
                  </a:lnTo>
                  <a:lnTo>
                    <a:pt x="17588" y="2283360"/>
                  </a:lnTo>
                  <a:lnTo>
                    <a:pt x="18443" y="2312969"/>
                  </a:lnTo>
                  <a:lnTo>
                    <a:pt x="19299" y="2343696"/>
                  </a:lnTo>
                  <a:lnTo>
                    <a:pt x="20154" y="2342954"/>
                  </a:lnTo>
                  <a:lnTo>
                    <a:pt x="21010" y="2303316"/>
                  </a:lnTo>
                  <a:lnTo>
                    <a:pt x="21865" y="2232077"/>
                  </a:lnTo>
                  <a:lnTo>
                    <a:pt x="22721" y="2168166"/>
                  </a:lnTo>
                  <a:lnTo>
                    <a:pt x="23576" y="2169955"/>
                  </a:lnTo>
                  <a:lnTo>
                    <a:pt x="24432" y="2188898"/>
                  </a:lnTo>
                  <a:lnTo>
                    <a:pt x="25288" y="2182798"/>
                  </a:lnTo>
                  <a:lnTo>
                    <a:pt x="26143" y="2151663"/>
                  </a:lnTo>
                  <a:lnTo>
                    <a:pt x="26999" y="2133216"/>
                  </a:lnTo>
                  <a:lnTo>
                    <a:pt x="27854" y="2253864"/>
                  </a:lnTo>
                  <a:lnTo>
                    <a:pt x="28710" y="2282766"/>
                  </a:lnTo>
                  <a:lnTo>
                    <a:pt x="29565" y="2238832"/>
                  </a:lnTo>
                  <a:lnTo>
                    <a:pt x="30421" y="2236707"/>
                  </a:lnTo>
                  <a:lnTo>
                    <a:pt x="31276" y="2291993"/>
                  </a:lnTo>
                  <a:lnTo>
                    <a:pt x="32132" y="2322678"/>
                  </a:lnTo>
                  <a:lnTo>
                    <a:pt x="32987" y="2291951"/>
                  </a:lnTo>
                  <a:lnTo>
                    <a:pt x="33843" y="2257262"/>
                  </a:lnTo>
                  <a:lnTo>
                    <a:pt x="34698" y="2194430"/>
                  </a:lnTo>
                  <a:lnTo>
                    <a:pt x="35554" y="2164017"/>
                  </a:lnTo>
                  <a:lnTo>
                    <a:pt x="36409" y="2223067"/>
                  </a:lnTo>
                  <a:lnTo>
                    <a:pt x="37265" y="2250570"/>
                  </a:lnTo>
                  <a:lnTo>
                    <a:pt x="38120" y="2181109"/>
                  </a:lnTo>
                  <a:lnTo>
                    <a:pt x="38976" y="2142607"/>
                  </a:lnTo>
                  <a:lnTo>
                    <a:pt x="39831" y="2196020"/>
                  </a:lnTo>
                  <a:lnTo>
                    <a:pt x="40687" y="2149756"/>
                  </a:lnTo>
                  <a:lnTo>
                    <a:pt x="41543" y="2023348"/>
                  </a:lnTo>
                  <a:lnTo>
                    <a:pt x="42398" y="1910718"/>
                  </a:lnTo>
                  <a:lnTo>
                    <a:pt x="43254" y="1939129"/>
                  </a:lnTo>
                  <a:lnTo>
                    <a:pt x="44109" y="1994577"/>
                  </a:lnTo>
                  <a:lnTo>
                    <a:pt x="44965" y="1960643"/>
                  </a:lnTo>
                  <a:lnTo>
                    <a:pt x="45820" y="1977028"/>
                  </a:lnTo>
                  <a:lnTo>
                    <a:pt x="46676" y="2060686"/>
                  </a:lnTo>
                  <a:lnTo>
                    <a:pt x="47531" y="2072192"/>
                  </a:lnTo>
                  <a:lnTo>
                    <a:pt x="48387" y="1972007"/>
                  </a:lnTo>
                  <a:lnTo>
                    <a:pt x="49242" y="1944562"/>
                  </a:lnTo>
                  <a:lnTo>
                    <a:pt x="50098" y="2012907"/>
                  </a:lnTo>
                  <a:lnTo>
                    <a:pt x="50953" y="2088608"/>
                  </a:lnTo>
                  <a:lnTo>
                    <a:pt x="51809" y="2109001"/>
                  </a:lnTo>
                  <a:lnTo>
                    <a:pt x="52664" y="2185846"/>
                  </a:lnTo>
                  <a:lnTo>
                    <a:pt x="53520" y="2208127"/>
                  </a:lnTo>
                  <a:lnTo>
                    <a:pt x="54375" y="2175577"/>
                  </a:lnTo>
                  <a:lnTo>
                    <a:pt x="55231" y="2125366"/>
                  </a:lnTo>
                  <a:lnTo>
                    <a:pt x="56087" y="2081525"/>
                  </a:lnTo>
                  <a:lnTo>
                    <a:pt x="56942" y="2017813"/>
                  </a:lnTo>
                  <a:lnTo>
                    <a:pt x="57798" y="2030608"/>
                  </a:lnTo>
                  <a:lnTo>
                    <a:pt x="58653" y="2110234"/>
                  </a:lnTo>
                  <a:lnTo>
                    <a:pt x="59509" y="2104686"/>
                  </a:lnTo>
                  <a:lnTo>
                    <a:pt x="60364" y="2045356"/>
                  </a:lnTo>
                  <a:lnTo>
                    <a:pt x="61220" y="2049137"/>
                  </a:lnTo>
                  <a:lnTo>
                    <a:pt x="62075" y="2056503"/>
                  </a:lnTo>
                  <a:lnTo>
                    <a:pt x="62931" y="2058890"/>
                  </a:lnTo>
                  <a:lnTo>
                    <a:pt x="63786" y="2115301"/>
                  </a:lnTo>
                  <a:lnTo>
                    <a:pt x="64642" y="2247596"/>
                  </a:lnTo>
                  <a:lnTo>
                    <a:pt x="65497" y="2350412"/>
                  </a:lnTo>
                  <a:lnTo>
                    <a:pt x="66353" y="2306609"/>
                  </a:lnTo>
                  <a:lnTo>
                    <a:pt x="67208" y="2319010"/>
                  </a:lnTo>
                  <a:lnTo>
                    <a:pt x="68064" y="2355445"/>
                  </a:lnTo>
                  <a:lnTo>
                    <a:pt x="68919" y="2283933"/>
                  </a:lnTo>
                  <a:lnTo>
                    <a:pt x="69775" y="2217965"/>
                  </a:lnTo>
                  <a:lnTo>
                    <a:pt x="70630" y="2198838"/>
                  </a:lnTo>
                  <a:lnTo>
                    <a:pt x="71486" y="2237595"/>
                  </a:lnTo>
                  <a:lnTo>
                    <a:pt x="72342" y="2250469"/>
                  </a:lnTo>
                  <a:lnTo>
                    <a:pt x="73197" y="2182946"/>
                  </a:lnTo>
                  <a:lnTo>
                    <a:pt x="74053" y="2099011"/>
                  </a:lnTo>
                  <a:lnTo>
                    <a:pt x="74908" y="1973724"/>
                  </a:lnTo>
                  <a:lnTo>
                    <a:pt x="75764" y="1871322"/>
                  </a:lnTo>
                  <a:lnTo>
                    <a:pt x="76619" y="1796714"/>
                  </a:lnTo>
                  <a:lnTo>
                    <a:pt x="77475" y="1735570"/>
                  </a:lnTo>
                  <a:lnTo>
                    <a:pt x="78330" y="1759491"/>
                  </a:lnTo>
                  <a:lnTo>
                    <a:pt x="79186" y="1905346"/>
                  </a:lnTo>
                  <a:lnTo>
                    <a:pt x="80041" y="2034930"/>
                  </a:lnTo>
                  <a:lnTo>
                    <a:pt x="80897" y="2102767"/>
                  </a:lnTo>
                  <a:lnTo>
                    <a:pt x="81752" y="2179767"/>
                  </a:lnTo>
                  <a:lnTo>
                    <a:pt x="82608" y="2160356"/>
                  </a:lnTo>
                  <a:lnTo>
                    <a:pt x="83463" y="2135952"/>
                  </a:lnTo>
                  <a:lnTo>
                    <a:pt x="84319" y="2113622"/>
                  </a:lnTo>
                  <a:lnTo>
                    <a:pt x="85174" y="2091578"/>
                  </a:lnTo>
                  <a:lnTo>
                    <a:pt x="86030" y="2031264"/>
                  </a:lnTo>
                  <a:lnTo>
                    <a:pt x="86885" y="1965903"/>
                  </a:lnTo>
                  <a:lnTo>
                    <a:pt x="87741" y="1876651"/>
                  </a:lnTo>
                  <a:lnTo>
                    <a:pt x="88597" y="1738424"/>
                  </a:lnTo>
                  <a:lnTo>
                    <a:pt x="89452" y="1604985"/>
                  </a:lnTo>
                  <a:lnTo>
                    <a:pt x="90308" y="1408920"/>
                  </a:lnTo>
                  <a:lnTo>
                    <a:pt x="91163" y="1259354"/>
                  </a:lnTo>
                  <a:lnTo>
                    <a:pt x="92019" y="1129710"/>
                  </a:lnTo>
                  <a:lnTo>
                    <a:pt x="92874" y="1110014"/>
                  </a:lnTo>
                  <a:lnTo>
                    <a:pt x="93730" y="1205321"/>
                  </a:lnTo>
                  <a:lnTo>
                    <a:pt x="94585" y="1235397"/>
                  </a:lnTo>
                  <a:lnTo>
                    <a:pt x="95441" y="1287445"/>
                  </a:lnTo>
                  <a:lnTo>
                    <a:pt x="96296" y="1376536"/>
                  </a:lnTo>
                  <a:lnTo>
                    <a:pt x="97152" y="1468513"/>
                  </a:lnTo>
                  <a:lnTo>
                    <a:pt x="98007" y="1596810"/>
                  </a:lnTo>
                  <a:lnTo>
                    <a:pt x="98863" y="1562026"/>
                  </a:lnTo>
                  <a:lnTo>
                    <a:pt x="99718" y="1545953"/>
                  </a:lnTo>
                  <a:lnTo>
                    <a:pt x="100574" y="1570216"/>
                  </a:lnTo>
                  <a:lnTo>
                    <a:pt x="101429" y="1581010"/>
                  </a:lnTo>
                  <a:lnTo>
                    <a:pt x="102285" y="1519417"/>
                  </a:lnTo>
                  <a:lnTo>
                    <a:pt x="103140" y="1470830"/>
                  </a:lnTo>
                  <a:lnTo>
                    <a:pt x="103996" y="1481776"/>
                  </a:lnTo>
                  <a:lnTo>
                    <a:pt x="104852" y="1358798"/>
                  </a:lnTo>
                  <a:lnTo>
                    <a:pt x="105707" y="1198269"/>
                  </a:lnTo>
                  <a:lnTo>
                    <a:pt x="106563" y="1107343"/>
                  </a:lnTo>
                  <a:lnTo>
                    <a:pt x="107418" y="1070312"/>
                  </a:lnTo>
                  <a:lnTo>
                    <a:pt x="108274" y="973870"/>
                  </a:lnTo>
                  <a:lnTo>
                    <a:pt x="109129" y="930712"/>
                  </a:lnTo>
                  <a:lnTo>
                    <a:pt x="109985" y="1003642"/>
                  </a:lnTo>
                  <a:lnTo>
                    <a:pt x="110840" y="1151430"/>
                  </a:lnTo>
                  <a:lnTo>
                    <a:pt x="111696" y="1230909"/>
                  </a:lnTo>
                  <a:lnTo>
                    <a:pt x="112551" y="1266730"/>
                  </a:lnTo>
                  <a:lnTo>
                    <a:pt x="113407" y="1262605"/>
                  </a:lnTo>
                  <a:lnTo>
                    <a:pt x="114262" y="1162009"/>
                  </a:lnTo>
                  <a:lnTo>
                    <a:pt x="115118" y="972150"/>
                  </a:lnTo>
                  <a:lnTo>
                    <a:pt x="115973" y="687007"/>
                  </a:lnTo>
                  <a:lnTo>
                    <a:pt x="116829" y="428053"/>
                  </a:lnTo>
                  <a:lnTo>
                    <a:pt x="117684" y="209467"/>
                  </a:lnTo>
                  <a:lnTo>
                    <a:pt x="118540" y="41357"/>
                  </a:lnTo>
                  <a:lnTo>
                    <a:pt x="119396" y="0"/>
                  </a:lnTo>
                  <a:lnTo>
                    <a:pt x="120251" y="86497"/>
                  </a:lnTo>
                  <a:lnTo>
                    <a:pt x="121107" y="224033"/>
                  </a:lnTo>
                  <a:lnTo>
                    <a:pt x="121962" y="418523"/>
                  </a:lnTo>
                  <a:lnTo>
                    <a:pt x="122818" y="581424"/>
                  </a:lnTo>
                  <a:lnTo>
                    <a:pt x="123673" y="731253"/>
                  </a:lnTo>
                  <a:lnTo>
                    <a:pt x="124529" y="806515"/>
                  </a:lnTo>
                  <a:lnTo>
                    <a:pt x="125384" y="973319"/>
                  </a:lnTo>
                  <a:lnTo>
                    <a:pt x="126240" y="1218428"/>
                  </a:lnTo>
                  <a:lnTo>
                    <a:pt x="127095" y="1335607"/>
                  </a:lnTo>
                  <a:lnTo>
                    <a:pt x="127951" y="1455353"/>
                  </a:lnTo>
                  <a:lnTo>
                    <a:pt x="128806" y="1620611"/>
                  </a:lnTo>
                  <a:lnTo>
                    <a:pt x="129662" y="1780308"/>
                  </a:lnTo>
                  <a:lnTo>
                    <a:pt x="130517" y="1806543"/>
                  </a:lnTo>
                  <a:lnTo>
                    <a:pt x="131373" y="1762875"/>
                  </a:lnTo>
                  <a:lnTo>
                    <a:pt x="132228" y="1893871"/>
                  </a:lnTo>
                  <a:lnTo>
                    <a:pt x="133084" y="2015941"/>
                  </a:lnTo>
                  <a:lnTo>
                    <a:pt x="133939" y="2004548"/>
                  </a:lnTo>
                  <a:lnTo>
                    <a:pt x="134795" y="1953282"/>
                  </a:lnTo>
                  <a:lnTo>
                    <a:pt x="135651" y="1849299"/>
                  </a:lnTo>
                  <a:lnTo>
                    <a:pt x="136506" y="1745348"/>
                  </a:lnTo>
                  <a:lnTo>
                    <a:pt x="137362" y="1576847"/>
                  </a:lnTo>
                  <a:lnTo>
                    <a:pt x="138217" y="1433354"/>
                  </a:lnTo>
                  <a:lnTo>
                    <a:pt x="139073" y="1381909"/>
                  </a:lnTo>
                  <a:lnTo>
                    <a:pt x="139928" y="1405970"/>
                  </a:lnTo>
                  <a:lnTo>
                    <a:pt x="140784" y="1482727"/>
                  </a:lnTo>
                  <a:lnTo>
                    <a:pt x="141639" y="1465727"/>
                  </a:lnTo>
                  <a:lnTo>
                    <a:pt x="142495" y="1394165"/>
                  </a:lnTo>
                  <a:lnTo>
                    <a:pt x="143350" y="1346039"/>
                  </a:lnTo>
                  <a:lnTo>
                    <a:pt x="144206" y="1391977"/>
                  </a:lnTo>
                  <a:lnTo>
                    <a:pt x="145061" y="1478244"/>
                  </a:lnTo>
                  <a:lnTo>
                    <a:pt x="145917" y="1592505"/>
                  </a:lnTo>
                  <a:lnTo>
                    <a:pt x="146772" y="1768759"/>
                  </a:lnTo>
                  <a:lnTo>
                    <a:pt x="147628" y="1886574"/>
                  </a:lnTo>
                  <a:lnTo>
                    <a:pt x="148483" y="1961912"/>
                  </a:lnTo>
                  <a:lnTo>
                    <a:pt x="149339" y="2008002"/>
                  </a:lnTo>
                  <a:lnTo>
                    <a:pt x="150194" y="1936217"/>
                  </a:lnTo>
                  <a:lnTo>
                    <a:pt x="151050" y="1880378"/>
                  </a:lnTo>
                  <a:lnTo>
                    <a:pt x="151906" y="1973003"/>
                  </a:lnTo>
                  <a:lnTo>
                    <a:pt x="152761" y="2161707"/>
                  </a:lnTo>
                  <a:lnTo>
                    <a:pt x="153617" y="2345588"/>
                  </a:lnTo>
                  <a:lnTo>
                    <a:pt x="154472" y="2394002"/>
                  </a:lnTo>
                  <a:lnTo>
                    <a:pt x="155328" y="2391472"/>
                  </a:lnTo>
                  <a:lnTo>
                    <a:pt x="156183" y="2306168"/>
                  </a:lnTo>
                  <a:lnTo>
                    <a:pt x="157039" y="2195183"/>
                  </a:lnTo>
                  <a:lnTo>
                    <a:pt x="157894" y="2108113"/>
                  </a:lnTo>
                  <a:lnTo>
                    <a:pt x="158750" y="2065325"/>
                  </a:lnTo>
                  <a:lnTo>
                    <a:pt x="159605" y="2075648"/>
                  </a:lnTo>
                  <a:lnTo>
                    <a:pt x="160461" y="2114413"/>
                  </a:lnTo>
                  <a:lnTo>
                    <a:pt x="161316" y="2220852"/>
                  </a:lnTo>
                  <a:lnTo>
                    <a:pt x="162172" y="2260278"/>
                  </a:lnTo>
                  <a:lnTo>
                    <a:pt x="163027" y="2152411"/>
                  </a:lnTo>
                  <a:lnTo>
                    <a:pt x="163883" y="2091265"/>
                  </a:lnTo>
                  <a:lnTo>
                    <a:pt x="164738" y="2091640"/>
                  </a:lnTo>
                  <a:lnTo>
                    <a:pt x="165594" y="2101868"/>
                  </a:lnTo>
                  <a:lnTo>
                    <a:pt x="166450" y="2089720"/>
                  </a:lnTo>
                  <a:lnTo>
                    <a:pt x="167305" y="2068489"/>
                  </a:lnTo>
                  <a:lnTo>
                    <a:pt x="168161" y="2128086"/>
                  </a:lnTo>
                  <a:lnTo>
                    <a:pt x="169016" y="2127238"/>
                  </a:lnTo>
                  <a:lnTo>
                    <a:pt x="169872" y="2080055"/>
                  </a:lnTo>
                  <a:lnTo>
                    <a:pt x="170727" y="2115311"/>
                  </a:lnTo>
                  <a:lnTo>
                    <a:pt x="171583" y="2177523"/>
                  </a:lnTo>
                  <a:lnTo>
                    <a:pt x="172438" y="2156985"/>
                  </a:lnTo>
                  <a:lnTo>
                    <a:pt x="173294" y="2118892"/>
                  </a:lnTo>
                  <a:lnTo>
                    <a:pt x="174149" y="2127329"/>
                  </a:lnTo>
                  <a:lnTo>
                    <a:pt x="175005" y="2218286"/>
                  </a:lnTo>
                  <a:lnTo>
                    <a:pt x="175860" y="2289642"/>
                  </a:lnTo>
                  <a:lnTo>
                    <a:pt x="176716" y="2297541"/>
                  </a:lnTo>
                  <a:lnTo>
                    <a:pt x="177571" y="2368541"/>
                  </a:lnTo>
                  <a:lnTo>
                    <a:pt x="178171" y="24422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8380613" y="2727087"/>
              <a:ext cx="76062" cy="535389"/>
            </a:xfrm>
            <a:custGeom>
              <a:avLst/>
              <a:pathLst>
                <a:path w="76062" h="535389">
                  <a:moveTo>
                    <a:pt x="0" y="535389"/>
                  </a:moveTo>
                  <a:lnTo>
                    <a:pt x="191" y="514790"/>
                  </a:lnTo>
                  <a:lnTo>
                    <a:pt x="1047" y="400016"/>
                  </a:lnTo>
                  <a:lnTo>
                    <a:pt x="1902" y="342748"/>
                  </a:lnTo>
                  <a:lnTo>
                    <a:pt x="2758" y="341220"/>
                  </a:lnTo>
                  <a:lnTo>
                    <a:pt x="3613" y="377444"/>
                  </a:lnTo>
                  <a:lnTo>
                    <a:pt x="4469" y="350489"/>
                  </a:lnTo>
                  <a:lnTo>
                    <a:pt x="5324" y="336319"/>
                  </a:lnTo>
                  <a:lnTo>
                    <a:pt x="6180" y="344957"/>
                  </a:lnTo>
                  <a:lnTo>
                    <a:pt x="7036" y="361017"/>
                  </a:lnTo>
                  <a:lnTo>
                    <a:pt x="7891" y="339762"/>
                  </a:lnTo>
                  <a:lnTo>
                    <a:pt x="8747" y="274146"/>
                  </a:lnTo>
                  <a:lnTo>
                    <a:pt x="9602" y="290273"/>
                  </a:lnTo>
                  <a:lnTo>
                    <a:pt x="10458" y="339158"/>
                  </a:lnTo>
                  <a:lnTo>
                    <a:pt x="11313" y="324186"/>
                  </a:lnTo>
                  <a:lnTo>
                    <a:pt x="12169" y="330592"/>
                  </a:lnTo>
                  <a:lnTo>
                    <a:pt x="13024" y="307845"/>
                  </a:lnTo>
                  <a:lnTo>
                    <a:pt x="13880" y="273268"/>
                  </a:lnTo>
                  <a:lnTo>
                    <a:pt x="14735" y="219906"/>
                  </a:lnTo>
                  <a:lnTo>
                    <a:pt x="15591" y="204674"/>
                  </a:lnTo>
                  <a:lnTo>
                    <a:pt x="16446" y="223420"/>
                  </a:lnTo>
                  <a:lnTo>
                    <a:pt x="17302" y="174149"/>
                  </a:lnTo>
                  <a:lnTo>
                    <a:pt x="18157" y="101817"/>
                  </a:lnTo>
                  <a:lnTo>
                    <a:pt x="19013" y="52865"/>
                  </a:lnTo>
                  <a:lnTo>
                    <a:pt x="19868" y="88599"/>
                  </a:lnTo>
                  <a:lnTo>
                    <a:pt x="20724" y="29229"/>
                  </a:lnTo>
                  <a:lnTo>
                    <a:pt x="21579" y="0"/>
                  </a:lnTo>
                  <a:lnTo>
                    <a:pt x="22435" y="47987"/>
                  </a:lnTo>
                  <a:lnTo>
                    <a:pt x="23291" y="88925"/>
                  </a:lnTo>
                  <a:lnTo>
                    <a:pt x="24146" y="175208"/>
                  </a:lnTo>
                  <a:lnTo>
                    <a:pt x="25002" y="172300"/>
                  </a:lnTo>
                  <a:lnTo>
                    <a:pt x="25857" y="167869"/>
                  </a:lnTo>
                  <a:lnTo>
                    <a:pt x="26713" y="200016"/>
                  </a:lnTo>
                  <a:lnTo>
                    <a:pt x="27568" y="172887"/>
                  </a:lnTo>
                  <a:lnTo>
                    <a:pt x="28424" y="223386"/>
                  </a:lnTo>
                  <a:lnTo>
                    <a:pt x="29279" y="250025"/>
                  </a:lnTo>
                  <a:lnTo>
                    <a:pt x="30135" y="276343"/>
                  </a:lnTo>
                  <a:lnTo>
                    <a:pt x="30990" y="307871"/>
                  </a:lnTo>
                  <a:lnTo>
                    <a:pt x="31846" y="241462"/>
                  </a:lnTo>
                  <a:lnTo>
                    <a:pt x="32701" y="255071"/>
                  </a:lnTo>
                  <a:lnTo>
                    <a:pt x="33557" y="264496"/>
                  </a:lnTo>
                  <a:lnTo>
                    <a:pt x="34412" y="264498"/>
                  </a:lnTo>
                  <a:lnTo>
                    <a:pt x="35268" y="273766"/>
                  </a:lnTo>
                  <a:lnTo>
                    <a:pt x="36123" y="304991"/>
                  </a:lnTo>
                  <a:lnTo>
                    <a:pt x="36979" y="401215"/>
                  </a:lnTo>
                  <a:lnTo>
                    <a:pt x="37834" y="435590"/>
                  </a:lnTo>
                  <a:lnTo>
                    <a:pt x="38690" y="452590"/>
                  </a:lnTo>
                  <a:lnTo>
                    <a:pt x="39546" y="432666"/>
                  </a:lnTo>
                  <a:lnTo>
                    <a:pt x="40401" y="368675"/>
                  </a:lnTo>
                  <a:lnTo>
                    <a:pt x="41257" y="357260"/>
                  </a:lnTo>
                  <a:lnTo>
                    <a:pt x="42112" y="370651"/>
                  </a:lnTo>
                  <a:lnTo>
                    <a:pt x="42968" y="370654"/>
                  </a:lnTo>
                  <a:lnTo>
                    <a:pt x="43823" y="382325"/>
                  </a:lnTo>
                  <a:lnTo>
                    <a:pt x="44679" y="473691"/>
                  </a:lnTo>
                  <a:lnTo>
                    <a:pt x="45534" y="528886"/>
                  </a:lnTo>
                  <a:lnTo>
                    <a:pt x="46390" y="443028"/>
                  </a:lnTo>
                  <a:lnTo>
                    <a:pt x="47245" y="397964"/>
                  </a:lnTo>
                  <a:lnTo>
                    <a:pt x="48101" y="395175"/>
                  </a:lnTo>
                  <a:lnTo>
                    <a:pt x="48956" y="323549"/>
                  </a:lnTo>
                  <a:lnTo>
                    <a:pt x="49812" y="166287"/>
                  </a:lnTo>
                  <a:lnTo>
                    <a:pt x="50667" y="163181"/>
                  </a:lnTo>
                  <a:lnTo>
                    <a:pt x="51523" y="258045"/>
                  </a:lnTo>
                  <a:lnTo>
                    <a:pt x="52378" y="268996"/>
                  </a:lnTo>
                  <a:lnTo>
                    <a:pt x="53234" y="240126"/>
                  </a:lnTo>
                  <a:lnTo>
                    <a:pt x="54090" y="237782"/>
                  </a:lnTo>
                  <a:lnTo>
                    <a:pt x="54945" y="218085"/>
                  </a:lnTo>
                  <a:lnTo>
                    <a:pt x="55801" y="135337"/>
                  </a:lnTo>
                  <a:lnTo>
                    <a:pt x="56656" y="142868"/>
                  </a:lnTo>
                  <a:lnTo>
                    <a:pt x="57512" y="176715"/>
                  </a:lnTo>
                  <a:lnTo>
                    <a:pt x="58367" y="241772"/>
                  </a:lnTo>
                  <a:lnTo>
                    <a:pt x="59223" y="316598"/>
                  </a:lnTo>
                  <a:lnTo>
                    <a:pt x="60078" y="422112"/>
                  </a:lnTo>
                  <a:lnTo>
                    <a:pt x="60934" y="517564"/>
                  </a:lnTo>
                  <a:lnTo>
                    <a:pt x="61789" y="535223"/>
                  </a:lnTo>
                  <a:lnTo>
                    <a:pt x="62645" y="531840"/>
                  </a:lnTo>
                  <a:lnTo>
                    <a:pt x="63500" y="438671"/>
                  </a:lnTo>
                  <a:lnTo>
                    <a:pt x="64356" y="345521"/>
                  </a:lnTo>
                  <a:lnTo>
                    <a:pt x="65211" y="309162"/>
                  </a:lnTo>
                  <a:lnTo>
                    <a:pt x="66067" y="298976"/>
                  </a:lnTo>
                  <a:lnTo>
                    <a:pt x="66922" y="280138"/>
                  </a:lnTo>
                  <a:lnTo>
                    <a:pt x="67778" y="236379"/>
                  </a:lnTo>
                  <a:lnTo>
                    <a:pt x="68633" y="270059"/>
                  </a:lnTo>
                  <a:lnTo>
                    <a:pt x="69489" y="349402"/>
                  </a:lnTo>
                  <a:lnTo>
                    <a:pt x="70345" y="358008"/>
                  </a:lnTo>
                  <a:lnTo>
                    <a:pt x="71200" y="327862"/>
                  </a:lnTo>
                  <a:lnTo>
                    <a:pt x="72056" y="305215"/>
                  </a:lnTo>
                  <a:lnTo>
                    <a:pt x="72911" y="308210"/>
                  </a:lnTo>
                  <a:lnTo>
                    <a:pt x="73767" y="348932"/>
                  </a:lnTo>
                  <a:lnTo>
                    <a:pt x="74622" y="436307"/>
                  </a:lnTo>
                  <a:lnTo>
                    <a:pt x="75478" y="507823"/>
                  </a:lnTo>
                  <a:lnTo>
                    <a:pt x="76062" y="5353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8460419" y="2783995"/>
              <a:ext cx="21959" cy="478481"/>
            </a:xfrm>
            <a:custGeom>
              <a:avLst/>
              <a:pathLst>
                <a:path w="21959" h="478481">
                  <a:moveTo>
                    <a:pt x="0" y="478481"/>
                  </a:moveTo>
                  <a:lnTo>
                    <a:pt x="804" y="391132"/>
                  </a:lnTo>
                  <a:lnTo>
                    <a:pt x="1660" y="338713"/>
                  </a:lnTo>
                  <a:lnTo>
                    <a:pt x="2515" y="325001"/>
                  </a:lnTo>
                  <a:lnTo>
                    <a:pt x="3371" y="256309"/>
                  </a:lnTo>
                  <a:lnTo>
                    <a:pt x="4226" y="138478"/>
                  </a:lnTo>
                  <a:lnTo>
                    <a:pt x="5082" y="30443"/>
                  </a:lnTo>
                  <a:lnTo>
                    <a:pt x="5938" y="56377"/>
                  </a:lnTo>
                  <a:lnTo>
                    <a:pt x="6793" y="52619"/>
                  </a:lnTo>
                  <a:lnTo>
                    <a:pt x="7649" y="31552"/>
                  </a:lnTo>
                  <a:lnTo>
                    <a:pt x="8504" y="0"/>
                  </a:lnTo>
                  <a:lnTo>
                    <a:pt x="9360" y="8764"/>
                  </a:lnTo>
                  <a:lnTo>
                    <a:pt x="10215" y="114140"/>
                  </a:lnTo>
                  <a:lnTo>
                    <a:pt x="11071" y="186879"/>
                  </a:lnTo>
                  <a:lnTo>
                    <a:pt x="11926" y="265782"/>
                  </a:lnTo>
                  <a:lnTo>
                    <a:pt x="12782" y="255631"/>
                  </a:lnTo>
                  <a:lnTo>
                    <a:pt x="13637" y="280966"/>
                  </a:lnTo>
                  <a:lnTo>
                    <a:pt x="14493" y="310856"/>
                  </a:lnTo>
                  <a:lnTo>
                    <a:pt x="15348" y="280197"/>
                  </a:lnTo>
                  <a:lnTo>
                    <a:pt x="16204" y="249946"/>
                  </a:lnTo>
                  <a:lnTo>
                    <a:pt x="17059" y="229201"/>
                  </a:lnTo>
                  <a:lnTo>
                    <a:pt x="17915" y="237199"/>
                  </a:lnTo>
                  <a:lnTo>
                    <a:pt x="18770" y="296574"/>
                  </a:lnTo>
                  <a:lnTo>
                    <a:pt x="19626" y="359447"/>
                  </a:lnTo>
                  <a:lnTo>
                    <a:pt x="20482" y="446298"/>
                  </a:lnTo>
                  <a:lnTo>
                    <a:pt x="21337" y="457984"/>
                  </a:lnTo>
                  <a:lnTo>
                    <a:pt x="21959" y="4784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8483610" y="3011431"/>
              <a:ext cx="10598" cy="251045"/>
            </a:xfrm>
            <a:custGeom>
              <a:avLst/>
              <a:pathLst>
                <a:path w="10598" h="251045">
                  <a:moveTo>
                    <a:pt x="0" y="251045"/>
                  </a:moveTo>
                  <a:lnTo>
                    <a:pt x="713" y="212526"/>
                  </a:lnTo>
                  <a:lnTo>
                    <a:pt x="1568" y="156392"/>
                  </a:lnTo>
                  <a:lnTo>
                    <a:pt x="2424" y="92315"/>
                  </a:lnTo>
                  <a:lnTo>
                    <a:pt x="3279" y="61288"/>
                  </a:lnTo>
                  <a:lnTo>
                    <a:pt x="4135" y="19222"/>
                  </a:lnTo>
                  <a:lnTo>
                    <a:pt x="4990" y="0"/>
                  </a:lnTo>
                  <a:lnTo>
                    <a:pt x="5846" y="44530"/>
                  </a:lnTo>
                  <a:lnTo>
                    <a:pt x="6701" y="124423"/>
                  </a:lnTo>
                  <a:lnTo>
                    <a:pt x="7557" y="143738"/>
                  </a:lnTo>
                  <a:lnTo>
                    <a:pt x="8412" y="186139"/>
                  </a:lnTo>
                  <a:lnTo>
                    <a:pt x="9268" y="195012"/>
                  </a:lnTo>
                  <a:lnTo>
                    <a:pt x="10124" y="240545"/>
                  </a:lnTo>
                  <a:lnTo>
                    <a:pt x="10598" y="2510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8494890" y="3088752"/>
              <a:ext cx="9731" cy="173724"/>
            </a:xfrm>
            <a:custGeom>
              <a:avLst/>
              <a:pathLst>
                <a:path w="9731" h="173724">
                  <a:moveTo>
                    <a:pt x="0" y="173724"/>
                  </a:moveTo>
                  <a:lnTo>
                    <a:pt x="555" y="158107"/>
                  </a:lnTo>
                  <a:lnTo>
                    <a:pt x="1411" y="137650"/>
                  </a:lnTo>
                  <a:lnTo>
                    <a:pt x="2266" y="38174"/>
                  </a:lnTo>
                  <a:lnTo>
                    <a:pt x="3122" y="0"/>
                  </a:lnTo>
                  <a:lnTo>
                    <a:pt x="3977" y="10647"/>
                  </a:lnTo>
                  <a:lnTo>
                    <a:pt x="4833" y="8925"/>
                  </a:lnTo>
                  <a:lnTo>
                    <a:pt x="5688" y="26941"/>
                  </a:lnTo>
                  <a:lnTo>
                    <a:pt x="6544" y="66755"/>
                  </a:lnTo>
                  <a:lnTo>
                    <a:pt x="7399" y="96602"/>
                  </a:lnTo>
                  <a:lnTo>
                    <a:pt x="8255" y="99039"/>
                  </a:lnTo>
                  <a:lnTo>
                    <a:pt x="9110" y="141296"/>
                  </a:lnTo>
                  <a:lnTo>
                    <a:pt x="9731" y="1737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8505059" y="2451235"/>
              <a:ext cx="34622" cy="811242"/>
            </a:xfrm>
            <a:custGeom>
              <a:avLst/>
              <a:pathLst>
                <a:path w="34622" h="811242">
                  <a:moveTo>
                    <a:pt x="0" y="811242"/>
                  </a:moveTo>
                  <a:lnTo>
                    <a:pt x="652" y="771692"/>
                  </a:lnTo>
                  <a:lnTo>
                    <a:pt x="1508" y="639342"/>
                  </a:lnTo>
                  <a:lnTo>
                    <a:pt x="2363" y="485777"/>
                  </a:lnTo>
                  <a:lnTo>
                    <a:pt x="3219" y="364298"/>
                  </a:lnTo>
                  <a:lnTo>
                    <a:pt x="4074" y="268680"/>
                  </a:lnTo>
                  <a:lnTo>
                    <a:pt x="4930" y="80647"/>
                  </a:lnTo>
                  <a:lnTo>
                    <a:pt x="5785" y="0"/>
                  </a:lnTo>
                  <a:lnTo>
                    <a:pt x="6641" y="81895"/>
                  </a:lnTo>
                  <a:lnTo>
                    <a:pt x="7497" y="262683"/>
                  </a:lnTo>
                  <a:lnTo>
                    <a:pt x="8352" y="445003"/>
                  </a:lnTo>
                  <a:lnTo>
                    <a:pt x="9208" y="530494"/>
                  </a:lnTo>
                  <a:lnTo>
                    <a:pt x="10063" y="673817"/>
                  </a:lnTo>
                  <a:lnTo>
                    <a:pt x="10919" y="760338"/>
                  </a:lnTo>
                  <a:lnTo>
                    <a:pt x="11774" y="720279"/>
                  </a:lnTo>
                  <a:lnTo>
                    <a:pt x="12630" y="658767"/>
                  </a:lnTo>
                  <a:lnTo>
                    <a:pt x="13485" y="564106"/>
                  </a:lnTo>
                  <a:lnTo>
                    <a:pt x="14341" y="480635"/>
                  </a:lnTo>
                  <a:lnTo>
                    <a:pt x="15196" y="397127"/>
                  </a:lnTo>
                  <a:lnTo>
                    <a:pt x="16052" y="374076"/>
                  </a:lnTo>
                  <a:lnTo>
                    <a:pt x="16907" y="394225"/>
                  </a:lnTo>
                  <a:lnTo>
                    <a:pt x="17763" y="383634"/>
                  </a:lnTo>
                  <a:lnTo>
                    <a:pt x="18618" y="366570"/>
                  </a:lnTo>
                  <a:lnTo>
                    <a:pt x="19474" y="404291"/>
                  </a:lnTo>
                  <a:lnTo>
                    <a:pt x="20329" y="490713"/>
                  </a:lnTo>
                  <a:lnTo>
                    <a:pt x="21185" y="498670"/>
                  </a:lnTo>
                  <a:lnTo>
                    <a:pt x="22040" y="459206"/>
                  </a:lnTo>
                  <a:lnTo>
                    <a:pt x="22896" y="468124"/>
                  </a:lnTo>
                  <a:lnTo>
                    <a:pt x="23752" y="484246"/>
                  </a:lnTo>
                  <a:lnTo>
                    <a:pt x="24607" y="451685"/>
                  </a:lnTo>
                  <a:lnTo>
                    <a:pt x="25463" y="442398"/>
                  </a:lnTo>
                  <a:lnTo>
                    <a:pt x="26318" y="530535"/>
                  </a:lnTo>
                  <a:lnTo>
                    <a:pt x="27174" y="583457"/>
                  </a:lnTo>
                  <a:lnTo>
                    <a:pt x="28029" y="538804"/>
                  </a:lnTo>
                  <a:lnTo>
                    <a:pt x="28885" y="502373"/>
                  </a:lnTo>
                  <a:lnTo>
                    <a:pt x="29740" y="453162"/>
                  </a:lnTo>
                  <a:lnTo>
                    <a:pt x="30596" y="426253"/>
                  </a:lnTo>
                  <a:lnTo>
                    <a:pt x="31451" y="404027"/>
                  </a:lnTo>
                  <a:lnTo>
                    <a:pt x="32307" y="438299"/>
                  </a:lnTo>
                  <a:lnTo>
                    <a:pt x="33162" y="600216"/>
                  </a:lnTo>
                  <a:lnTo>
                    <a:pt x="34018" y="743904"/>
                  </a:lnTo>
                  <a:lnTo>
                    <a:pt x="34622" y="8112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8543512" y="2952876"/>
              <a:ext cx="23735" cy="309600"/>
            </a:xfrm>
            <a:custGeom>
              <a:avLst/>
              <a:pathLst>
                <a:path w="23735" h="309600">
                  <a:moveTo>
                    <a:pt x="0" y="309600"/>
                  </a:moveTo>
                  <a:lnTo>
                    <a:pt x="698" y="231070"/>
                  </a:lnTo>
                  <a:lnTo>
                    <a:pt x="1553" y="162824"/>
                  </a:lnTo>
                  <a:lnTo>
                    <a:pt x="2409" y="143964"/>
                  </a:lnTo>
                  <a:lnTo>
                    <a:pt x="3264" y="125200"/>
                  </a:lnTo>
                  <a:lnTo>
                    <a:pt x="4120" y="66664"/>
                  </a:lnTo>
                  <a:lnTo>
                    <a:pt x="4976" y="48016"/>
                  </a:lnTo>
                  <a:lnTo>
                    <a:pt x="5831" y="127545"/>
                  </a:lnTo>
                  <a:lnTo>
                    <a:pt x="6687" y="241933"/>
                  </a:lnTo>
                  <a:lnTo>
                    <a:pt x="7542" y="263311"/>
                  </a:lnTo>
                  <a:lnTo>
                    <a:pt x="8398" y="263312"/>
                  </a:lnTo>
                  <a:lnTo>
                    <a:pt x="9253" y="272227"/>
                  </a:lnTo>
                  <a:lnTo>
                    <a:pt x="10109" y="247756"/>
                  </a:lnTo>
                  <a:lnTo>
                    <a:pt x="10964" y="217533"/>
                  </a:lnTo>
                  <a:lnTo>
                    <a:pt x="11820" y="171392"/>
                  </a:lnTo>
                  <a:lnTo>
                    <a:pt x="12675" y="144552"/>
                  </a:lnTo>
                  <a:lnTo>
                    <a:pt x="13531" y="85552"/>
                  </a:lnTo>
                  <a:lnTo>
                    <a:pt x="14386" y="43245"/>
                  </a:lnTo>
                  <a:lnTo>
                    <a:pt x="15242" y="71164"/>
                  </a:lnTo>
                  <a:lnTo>
                    <a:pt x="16097" y="30729"/>
                  </a:lnTo>
                  <a:lnTo>
                    <a:pt x="16953" y="0"/>
                  </a:lnTo>
                  <a:lnTo>
                    <a:pt x="17808" y="24319"/>
                  </a:lnTo>
                  <a:lnTo>
                    <a:pt x="18664" y="83322"/>
                  </a:lnTo>
                  <a:lnTo>
                    <a:pt x="19519" y="142400"/>
                  </a:lnTo>
                  <a:lnTo>
                    <a:pt x="20375" y="170656"/>
                  </a:lnTo>
                  <a:lnTo>
                    <a:pt x="21231" y="224226"/>
                  </a:lnTo>
                  <a:lnTo>
                    <a:pt x="22086" y="254956"/>
                  </a:lnTo>
                  <a:lnTo>
                    <a:pt x="22942" y="280101"/>
                  </a:lnTo>
                  <a:lnTo>
                    <a:pt x="23735" y="3096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8567425" y="3227774"/>
              <a:ext cx="2156" cy="34702"/>
            </a:xfrm>
            <a:custGeom>
              <a:avLst/>
              <a:pathLst>
                <a:path w="2156" h="34702">
                  <a:moveTo>
                    <a:pt x="0" y="34702"/>
                  </a:moveTo>
                  <a:lnTo>
                    <a:pt x="740" y="19818"/>
                  </a:lnTo>
                  <a:lnTo>
                    <a:pt x="1595" y="0"/>
                  </a:lnTo>
                  <a:lnTo>
                    <a:pt x="2156" y="347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8571092" y="2663040"/>
              <a:ext cx="17243" cy="599436"/>
            </a:xfrm>
            <a:custGeom>
              <a:avLst/>
              <a:pathLst>
                <a:path w="17243" h="599436">
                  <a:moveTo>
                    <a:pt x="0" y="599436"/>
                  </a:moveTo>
                  <a:lnTo>
                    <a:pt x="495" y="529210"/>
                  </a:lnTo>
                  <a:lnTo>
                    <a:pt x="1351" y="334700"/>
                  </a:lnTo>
                  <a:lnTo>
                    <a:pt x="2206" y="239199"/>
                  </a:lnTo>
                  <a:lnTo>
                    <a:pt x="3062" y="227802"/>
                  </a:lnTo>
                  <a:lnTo>
                    <a:pt x="3917" y="116930"/>
                  </a:lnTo>
                  <a:lnTo>
                    <a:pt x="4773" y="12773"/>
                  </a:lnTo>
                  <a:lnTo>
                    <a:pt x="5628" y="59085"/>
                  </a:lnTo>
                  <a:lnTo>
                    <a:pt x="6484" y="182831"/>
                  </a:lnTo>
                  <a:lnTo>
                    <a:pt x="7339" y="200587"/>
                  </a:lnTo>
                  <a:lnTo>
                    <a:pt x="8195" y="133488"/>
                  </a:lnTo>
                  <a:lnTo>
                    <a:pt x="9050" y="135071"/>
                  </a:lnTo>
                  <a:lnTo>
                    <a:pt x="9906" y="135607"/>
                  </a:lnTo>
                  <a:lnTo>
                    <a:pt x="10761" y="93782"/>
                  </a:lnTo>
                  <a:lnTo>
                    <a:pt x="11617" y="8451"/>
                  </a:lnTo>
                  <a:lnTo>
                    <a:pt x="12472" y="0"/>
                  </a:lnTo>
                  <a:lnTo>
                    <a:pt x="13328" y="100482"/>
                  </a:lnTo>
                  <a:lnTo>
                    <a:pt x="14183" y="169686"/>
                  </a:lnTo>
                  <a:lnTo>
                    <a:pt x="15039" y="246996"/>
                  </a:lnTo>
                  <a:lnTo>
                    <a:pt x="15894" y="380400"/>
                  </a:lnTo>
                  <a:lnTo>
                    <a:pt x="16750" y="551996"/>
                  </a:lnTo>
                  <a:lnTo>
                    <a:pt x="17243" y="5994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8591451" y="3238774"/>
              <a:ext cx="2001" cy="23702"/>
            </a:xfrm>
            <a:custGeom>
              <a:avLst/>
              <a:pathLst>
                <a:path w="2001" h="23702">
                  <a:moveTo>
                    <a:pt x="0" y="23702"/>
                  </a:moveTo>
                  <a:lnTo>
                    <a:pt x="669" y="0"/>
                  </a:lnTo>
                  <a:lnTo>
                    <a:pt x="1524" y="9439"/>
                  </a:lnTo>
                  <a:lnTo>
                    <a:pt x="2001" y="237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8594011" y="2964741"/>
              <a:ext cx="12269" cy="297736"/>
            </a:xfrm>
            <a:custGeom>
              <a:avLst/>
              <a:pathLst>
                <a:path w="12269" h="297736">
                  <a:moveTo>
                    <a:pt x="0" y="297736"/>
                  </a:moveTo>
                  <a:lnTo>
                    <a:pt x="675" y="255302"/>
                  </a:lnTo>
                  <a:lnTo>
                    <a:pt x="1530" y="205540"/>
                  </a:lnTo>
                  <a:lnTo>
                    <a:pt x="2386" y="176215"/>
                  </a:lnTo>
                  <a:lnTo>
                    <a:pt x="3241" y="137648"/>
                  </a:lnTo>
                  <a:lnTo>
                    <a:pt x="4097" y="80882"/>
                  </a:lnTo>
                  <a:lnTo>
                    <a:pt x="4952" y="42564"/>
                  </a:lnTo>
                  <a:lnTo>
                    <a:pt x="5808" y="23952"/>
                  </a:lnTo>
                  <a:lnTo>
                    <a:pt x="6663" y="25272"/>
                  </a:lnTo>
                  <a:lnTo>
                    <a:pt x="7519" y="0"/>
                  </a:lnTo>
                  <a:lnTo>
                    <a:pt x="8375" y="20089"/>
                  </a:lnTo>
                  <a:lnTo>
                    <a:pt x="9230" y="90327"/>
                  </a:lnTo>
                  <a:lnTo>
                    <a:pt x="10086" y="155130"/>
                  </a:lnTo>
                  <a:lnTo>
                    <a:pt x="10941" y="234308"/>
                  </a:lnTo>
                  <a:lnTo>
                    <a:pt x="11797" y="278522"/>
                  </a:lnTo>
                  <a:lnTo>
                    <a:pt x="12269" y="2977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8607767" y="2955378"/>
              <a:ext cx="10572" cy="307099"/>
            </a:xfrm>
            <a:custGeom>
              <a:avLst/>
              <a:pathLst>
                <a:path w="10572" h="307099">
                  <a:moveTo>
                    <a:pt x="0" y="307099"/>
                  </a:moveTo>
                  <a:lnTo>
                    <a:pt x="607" y="257202"/>
                  </a:lnTo>
                  <a:lnTo>
                    <a:pt x="1463" y="226185"/>
                  </a:lnTo>
                  <a:lnTo>
                    <a:pt x="2318" y="226186"/>
                  </a:lnTo>
                  <a:lnTo>
                    <a:pt x="3174" y="230412"/>
                  </a:lnTo>
                  <a:lnTo>
                    <a:pt x="4029" y="200192"/>
                  </a:lnTo>
                  <a:lnTo>
                    <a:pt x="4885" y="88435"/>
                  </a:lnTo>
                  <a:lnTo>
                    <a:pt x="5740" y="0"/>
                  </a:lnTo>
                  <a:lnTo>
                    <a:pt x="6596" y="13751"/>
                  </a:lnTo>
                  <a:lnTo>
                    <a:pt x="7451" y="55746"/>
                  </a:lnTo>
                  <a:lnTo>
                    <a:pt x="8307" y="91162"/>
                  </a:lnTo>
                  <a:lnTo>
                    <a:pt x="9163" y="184123"/>
                  </a:lnTo>
                  <a:lnTo>
                    <a:pt x="10018" y="276722"/>
                  </a:lnTo>
                  <a:lnTo>
                    <a:pt x="10572" y="3070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8619310" y="2883636"/>
              <a:ext cx="45390" cy="378840"/>
            </a:xfrm>
            <a:custGeom>
              <a:avLst/>
              <a:pathLst>
                <a:path w="45390" h="378840">
                  <a:moveTo>
                    <a:pt x="0" y="378840"/>
                  </a:moveTo>
                  <a:lnTo>
                    <a:pt x="186" y="374230"/>
                  </a:lnTo>
                  <a:lnTo>
                    <a:pt x="1041" y="332236"/>
                  </a:lnTo>
                  <a:lnTo>
                    <a:pt x="1897" y="296821"/>
                  </a:lnTo>
                  <a:lnTo>
                    <a:pt x="2752" y="240246"/>
                  </a:lnTo>
                  <a:lnTo>
                    <a:pt x="3608" y="226465"/>
                  </a:lnTo>
                  <a:lnTo>
                    <a:pt x="4463" y="240775"/>
                  </a:lnTo>
                  <a:lnTo>
                    <a:pt x="5319" y="206090"/>
                  </a:lnTo>
                  <a:lnTo>
                    <a:pt x="6174" y="126382"/>
                  </a:lnTo>
                  <a:lnTo>
                    <a:pt x="7030" y="106018"/>
                  </a:lnTo>
                  <a:lnTo>
                    <a:pt x="7885" y="119684"/>
                  </a:lnTo>
                  <a:lnTo>
                    <a:pt x="8741" y="179634"/>
                  </a:lnTo>
                  <a:lnTo>
                    <a:pt x="9596" y="256332"/>
                  </a:lnTo>
                  <a:lnTo>
                    <a:pt x="10452" y="253210"/>
                  </a:lnTo>
                  <a:lnTo>
                    <a:pt x="11308" y="293305"/>
                  </a:lnTo>
                  <a:lnTo>
                    <a:pt x="12163" y="244488"/>
                  </a:lnTo>
                  <a:lnTo>
                    <a:pt x="13019" y="192393"/>
                  </a:lnTo>
                  <a:lnTo>
                    <a:pt x="13874" y="162575"/>
                  </a:lnTo>
                  <a:lnTo>
                    <a:pt x="14730" y="111638"/>
                  </a:lnTo>
                  <a:lnTo>
                    <a:pt x="15585" y="104016"/>
                  </a:lnTo>
                  <a:lnTo>
                    <a:pt x="16441" y="61751"/>
                  </a:lnTo>
                  <a:lnTo>
                    <a:pt x="17296" y="104001"/>
                  </a:lnTo>
                  <a:lnTo>
                    <a:pt x="18152" y="130948"/>
                  </a:lnTo>
                  <a:lnTo>
                    <a:pt x="19007" y="54181"/>
                  </a:lnTo>
                  <a:lnTo>
                    <a:pt x="19863" y="2148"/>
                  </a:lnTo>
                  <a:lnTo>
                    <a:pt x="20718" y="53147"/>
                  </a:lnTo>
                  <a:lnTo>
                    <a:pt x="21574" y="135027"/>
                  </a:lnTo>
                  <a:lnTo>
                    <a:pt x="22429" y="161953"/>
                  </a:lnTo>
                  <a:lnTo>
                    <a:pt x="23285" y="187103"/>
                  </a:lnTo>
                  <a:lnTo>
                    <a:pt x="24140" y="268889"/>
                  </a:lnTo>
                  <a:lnTo>
                    <a:pt x="24996" y="322335"/>
                  </a:lnTo>
                  <a:lnTo>
                    <a:pt x="25851" y="324196"/>
                  </a:lnTo>
                  <a:lnTo>
                    <a:pt x="26707" y="301560"/>
                  </a:lnTo>
                  <a:lnTo>
                    <a:pt x="27563" y="254711"/>
                  </a:lnTo>
                  <a:lnTo>
                    <a:pt x="28418" y="229665"/>
                  </a:lnTo>
                  <a:lnTo>
                    <a:pt x="29274" y="176097"/>
                  </a:lnTo>
                  <a:lnTo>
                    <a:pt x="30129" y="113681"/>
                  </a:lnTo>
                  <a:lnTo>
                    <a:pt x="30985" y="24166"/>
                  </a:lnTo>
                  <a:lnTo>
                    <a:pt x="31840" y="15456"/>
                  </a:lnTo>
                  <a:lnTo>
                    <a:pt x="32696" y="58096"/>
                  </a:lnTo>
                  <a:lnTo>
                    <a:pt x="33551" y="30387"/>
                  </a:lnTo>
                  <a:lnTo>
                    <a:pt x="34407" y="0"/>
                  </a:lnTo>
                  <a:lnTo>
                    <a:pt x="35262" y="50473"/>
                  </a:lnTo>
                  <a:lnTo>
                    <a:pt x="36118" y="172010"/>
                  </a:lnTo>
                  <a:lnTo>
                    <a:pt x="36973" y="228053"/>
                  </a:lnTo>
                  <a:lnTo>
                    <a:pt x="37829" y="214339"/>
                  </a:lnTo>
                  <a:lnTo>
                    <a:pt x="38684" y="195355"/>
                  </a:lnTo>
                  <a:lnTo>
                    <a:pt x="39540" y="217037"/>
                  </a:lnTo>
                  <a:lnTo>
                    <a:pt x="40395" y="216614"/>
                  </a:lnTo>
                  <a:lnTo>
                    <a:pt x="41251" y="206153"/>
                  </a:lnTo>
                  <a:lnTo>
                    <a:pt x="42107" y="213752"/>
                  </a:lnTo>
                  <a:lnTo>
                    <a:pt x="42962" y="234465"/>
                  </a:lnTo>
                  <a:lnTo>
                    <a:pt x="43818" y="306203"/>
                  </a:lnTo>
                  <a:lnTo>
                    <a:pt x="44673" y="368482"/>
                  </a:lnTo>
                  <a:lnTo>
                    <a:pt x="45390" y="3788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664919" y="2964139"/>
              <a:ext cx="51079" cy="298337"/>
            </a:xfrm>
            <a:custGeom>
              <a:avLst/>
              <a:pathLst>
                <a:path w="51079" h="298337">
                  <a:moveTo>
                    <a:pt x="0" y="298337"/>
                  </a:moveTo>
                  <a:lnTo>
                    <a:pt x="775" y="278785"/>
                  </a:lnTo>
                  <a:lnTo>
                    <a:pt x="1631" y="201767"/>
                  </a:lnTo>
                  <a:lnTo>
                    <a:pt x="2486" y="158756"/>
                  </a:lnTo>
                  <a:lnTo>
                    <a:pt x="3342" y="158756"/>
                  </a:lnTo>
                  <a:lnTo>
                    <a:pt x="4198" y="159455"/>
                  </a:lnTo>
                  <a:lnTo>
                    <a:pt x="5053" y="152318"/>
                  </a:lnTo>
                  <a:lnTo>
                    <a:pt x="5909" y="130375"/>
                  </a:lnTo>
                  <a:lnTo>
                    <a:pt x="6764" y="140522"/>
                  </a:lnTo>
                  <a:lnTo>
                    <a:pt x="7620" y="135787"/>
                  </a:lnTo>
                  <a:lnTo>
                    <a:pt x="8475" y="105522"/>
                  </a:lnTo>
                  <a:lnTo>
                    <a:pt x="9331" y="74719"/>
                  </a:lnTo>
                  <a:lnTo>
                    <a:pt x="10186" y="18424"/>
                  </a:lnTo>
                  <a:lnTo>
                    <a:pt x="11042" y="0"/>
                  </a:lnTo>
                  <a:lnTo>
                    <a:pt x="11897" y="43559"/>
                  </a:lnTo>
                  <a:lnTo>
                    <a:pt x="12753" y="97265"/>
                  </a:lnTo>
                  <a:lnTo>
                    <a:pt x="13608" y="107023"/>
                  </a:lnTo>
                  <a:lnTo>
                    <a:pt x="14464" y="80948"/>
                  </a:lnTo>
                  <a:lnTo>
                    <a:pt x="15319" y="135958"/>
                  </a:lnTo>
                  <a:lnTo>
                    <a:pt x="16175" y="176327"/>
                  </a:lnTo>
                  <a:lnTo>
                    <a:pt x="17030" y="167335"/>
                  </a:lnTo>
                  <a:lnTo>
                    <a:pt x="17886" y="121813"/>
                  </a:lnTo>
                  <a:lnTo>
                    <a:pt x="18741" y="76026"/>
                  </a:lnTo>
                  <a:lnTo>
                    <a:pt x="19597" y="82732"/>
                  </a:lnTo>
                  <a:lnTo>
                    <a:pt x="20453" y="75150"/>
                  </a:lnTo>
                  <a:lnTo>
                    <a:pt x="21308" y="68469"/>
                  </a:lnTo>
                  <a:lnTo>
                    <a:pt x="22164" y="20094"/>
                  </a:lnTo>
                  <a:lnTo>
                    <a:pt x="23019" y="39930"/>
                  </a:lnTo>
                  <a:lnTo>
                    <a:pt x="23875" y="158381"/>
                  </a:lnTo>
                  <a:lnTo>
                    <a:pt x="24730" y="220645"/>
                  </a:lnTo>
                  <a:lnTo>
                    <a:pt x="25586" y="244922"/>
                  </a:lnTo>
                  <a:lnTo>
                    <a:pt x="26441" y="217723"/>
                  </a:lnTo>
                  <a:lnTo>
                    <a:pt x="27297" y="179884"/>
                  </a:lnTo>
                  <a:lnTo>
                    <a:pt x="28152" y="209065"/>
                  </a:lnTo>
                  <a:lnTo>
                    <a:pt x="29008" y="228907"/>
                  </a:lnTo>
                  <a:lnTo>
                    <a:pt x="29863" y="269590"/>
                  </a:lnTo>
                  <a:lnTo>
                    <a:pt x="30719" y="286024"/>
                  </a:lnTo>
                  <a:lnTo>
                    <a:pt x="31574" y="244770"/>
                  </a:lnTo>
                  <a:lnTo>
                    <a:pt x="32430" y="255265"/>
                  </a:lnTo>
                  <a:lnTo>
                    <a:pt x="33285" y="238150"/>
                  </a:lnTo>
                  <a:lnTo>
                    <a:pt x="34141" y="166150"/>
                  </a:lnTo>
                  <a:lnTo>
                    <a:pt x="34997" y="93350"/>
                  </a:lnTo>
                  <a:lnTo>
                    <a:pt x="35852" y="21783"/>
                  </a:lnTo>
                  <a:lnTo>
                    <a:pt x="36708" y="52679"/>
                  </a:lnTo>
                  <a:lnTo>
                    <a:pt x="37563" y="73799"/>
                  </a:lnTo>
                  <a:lnTo>
                    <a:pt x="38419" y="43836"/>
                  </a:lnTo>
                  <a:lnTo>
                    <a:pt x="39274" y="45298"/>
                  </a:lnTo>
                  <a:lnTo>
                    <a:pt x="40130" y="64621"/>
                  </a:lnTo>
                  <a:lnTo>
                    <a:pt x="40985" y="111480"/>
                  </a:lnTo>
                  <a:lnTo>
                    <a:pt x="41841" y="155722"/>
                  </a:lnTo>
                  <a:lnTo>
                    <a:pt x="42696" y="191936"/>
                  </a:lnTo>
                  <a:lnTo>
                    <a:pt x="43552" y="208062"/>
                  </a:lnTo>
                  <a:lnTo>
                    <a:pt x="44407" y="163328"/>
                  </a:lnTo>
                  <a:lnTo>
                    <a:pt x="45263" y="81241"/>
                  </a:lnTo>
                  <a:lnTo>
                    <a:pt x="46118" y="71038"/>
                  </a:lnTo>
                  <a:lnTo>
                    <a:pt x="46974" y="92535"/>
                  </a:lnTo>
                  <a:lnTo>
                    <a:pt x="47829" y="97217"/>
                  </a:lnTo>
                  <a:lnTo>
                    <a:pt x="48685" y="117772"/>
                  </a:lnTo>
                  <a:lnTo>
                    <a:pt x="49540" y="172211"/>
                  </a:lnTo>
                  <a:lnTo>
                    <a:pt x="50396" y="256719"/>
                  </a:lnTo>
                  <a:lnTo>
                    <a:pt x="51079" y="2983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8716375" y="2931949"/>
              <a:ext cx="8197" cy="330527"/>
            </a:xfrm>
            <a:custGeom>
              <a:avLst/>
              <a:pathLst>
                <a:path w="8197" h="330527">
                  <a:moveTo>
                    <a:pt x="0" y="330527"/>
                  </a:moveTo>
                  <a:lnTo>
                    <a:pt x="651" y="296884"/>
                  </a:lnTo>
                  <a:lnTo>
                    <a:pt x="1507" y="226089"/>
                  </a:lnTo>
                  <a:lnTo>
                    <a:pt x="2362" y="150318"/>
                  </a:lnTo>
                  <a:lnTo>
                    <a:pt x="3218" y="67497"/>
                  </a:lnTo>
                  <a:lnTo>
                    <a:pt x="4073" y="0"/>
                  </a:lnTo>
                  <a:lnTo>
                    <a:pt x="4929" y="4911"/>
                  </a:lnTo>
                  <a:lnTo>
                    <a:pt x="5784" y="84384"/>
                  </a:lnTo>
                  <a:lnTo>
                    <a:pt x="6640" y="145452"/>
                  </a:lnTo>
                  <a:lnTo>
                    <a:pt x="7495" y="241701"/>
                  </a:lnTo>
                  <a:lnTo>
                    <a:pt x="8197" y="3305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8726126" y="2710701"/>
              <a:ext cx="29387" cy="551775"/>
            </a:xfrm>
            <a:custGeom>
              <a:avLst/>
              <a:pathLst>
                <a:path w="29387" h="551775">
                  <a:moveTo>
                    <a:pt x="0" y="551775"/>
                  </a:moveTo>
                  <a:lnTo>
                    <a:pt x="311" y="507762"/>
                  </a:lnTo>
                  <a:lnTo>
                    <a:pt x="1167" y="397894"/>
                  </a:lnTo>
                  <a:lnTo>
                    <a:pt x="2022" y="376066"/>
                  </a:lnTo>
                  <a:lnTo>
                    <a:pt x="2878" y="300166"/>
                  </a:lnTo>
                  <a:lnTo>
                    <a:pt x="3733" y="189110"/>
                  </a:lnTo>
                  <a:lnTo>
                    <a:pt x="4589" y="125452"/>
                  </a:lnTo>
                  <a:lnTo>
                    <a:pt x="5444" y="145240"/>
                  </a:lnTo>
                  <a:lnTo>
                    <a:pt x="6300" y="178997"/>
                  </a:lnTo>
                  <a:lnTo>
                    <a:pt x="7155" y="249600"/>
                  </a:lnTo>
                  <a:lnTo>
                    <a:pt x="8011" y="332404"/>
                  </a:lnTo>
                  <a:lnTo>
                    <a:pt x="8866" y="392408"/>
                  </a:lnTo>
                  <a:lnTo>
                    <a:pt x="9722" y="388437"/>
                  </a:lnTo>
                  <a:lnTo>
                    <a:pt x="10578" y="357611"/>
                  </a:lnTo>
                  <a:lnTo>
                    <a:pt x="11433" y="363149"/>
                  </a:lnTo>
                  <a:lnTo>
                    <a:pt x="12289" y="277688"/>
                  </a:lnTo>
                  <a:lnTo>
                    <a:pt x="13144" y="226387"/>
                  </a:lnTo>
                  <a:lnTo>
                    <a:pt x="14000" y="307836"/>
                  </a:lnTo>
                  <a:lnTo>
                    <a:pt x="14855" y="399980"/>
                  </a:lnTo>
                  <a:lnTo>
                    <a:pt x="15711" y="484954"/>
                  </a:lnTo>
                  <a:lnTo>
                    <a:pt x="16566" y="487844"/>
                  </a:lnTo>
                  <a:lnTo>
                    <a:pt x="17422" y="486972"/>
                  </a:lnTo>
                  <a:lnTo>
                    <a:pt x="18277" y="409556"/>
                  </a:lnTo>
                  <a:lnTo>
                    <a:pt x="19133" y="197379"/>
                  </a:lnTo>
                  <a:lnTo>
                    <a:pt x="19988" y="49473"/>
                  </a:lnTo>
                  <a:lnTo>
                    <a:pt x="20844" y="0"/>
                  </a:lnTo>
                  <a:lnTo>
                    <a:pt x="21699" y="1216"/>
                  </a:lnTo>
                  <a:lnTo>
                    <a:pt x="22555" y="25407"/>
                  </a:lnTo>
                  <a:lnTo>
                    <a:pt x="23410" y="87340"/>
                  </a:lnTo>
                  <a:lnTo>
                    <a:pt x="24266" y="225132"/>
                  </a:lnTo>
                  <a:lnTo>
                    <a:pt x="25121" y="384888"/>
                  </a:lnTo>
                  <a:lnTo>
                    <a:pt x="25977" y="460425"/>
                  </a:lnTo>
                  <a:lnTo>
                    <a:pt x="26833" y="470100"/>
                  </a:lnTo>
                  <a:lnTo>
                    <a:pt x="27688" y="506894"/>
                  </a:lnTo>
                  <a:lnTo>
                    <a:pt x="28544" y="544452"/>
                  </a:lnTo>
                  <a:lnTo>
                    <a:pt x="29387" y="5517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8755529" y="3122224"/>
              <a:ext cx="28910" cy="140253"/>
            </a:xfrm>
            <a:custGeom>
              <a:avLst/>
              <a:pathLst>
                <a:path w="28910" h="140253">
                  <a:moveTo>
                    <a:pt x="0" y="140253"/>
                  </a:moveTo>
                  <a:lnTo>
                    <a:pt x="852" y="111673"/>
                  </a:lnTo>
                  <a:lnTo>
                    <a:pt x="1707" y="85609"/>
                  </a:lnTo>
                  <a:lnTo>
                    <a:pt x="2563" y="85609"/>
                  </a:lnTo>
                  <a:lnTo>
                    <a:pt x="3418" y="85609"/>
                  </a:lnTo>
                  <a:lnTo>
                    <a:pt x="4274" y="85609"/>
                  </a:lnTo>
                  <a:lnTo>
                    <a:pt x="5129" y="85609"/>
                  </a:lnTo>
                  <a:lnTo>
                    <a:pt x="5985" y="85609"/>
                  </a:lnTo>
                  <a:lnTo>
                    <a:pt x="6840" y="85609"/>
                  </a:lnTo>
                  <a:lnTo>
                    <a:pt x="7696" y="85609"/>
                  </a:lnTo>
                  <a:lnTo>
                    <a:pt x="8552" y="85609"/>
                  </a:lnTo>
                  <a:lnTo>
                    <a:pt x="9407" y="85609"/>
                  </a:lnTo>
                  <a:lnTo>
                    <a:pt x="10263" y="85609"/>
                  </a:lnTo>
                  <a:lnTo>
                    <a:pt x="11118" y="85609"/>
                  </a:lnTo>
                  <a:lnTo>
                    <a:pt x="11974" y="85609"/>
                  </a:lnTo>
                  <a:lnTo>
                    <a:pt x="12829" y="85609"/>
                  </a:lnTo>
                  <a:lnTo>
                    <a:pt x="13685" y="85609"/>
                  </a:lnTo>
                  <a:lnTo>
                    <a:pt x="14540" y="85609"/>
                  </a:lnTo>
                  <a:lnTo>
                    <a:pt x="15396" y="85609"/>
                  </a:lnTo>
                  <a:lnTo>
                    <a:pt x="16251" y="85609"/>
                  </a:lnTo>
                  <a:lnTo>
                    <a:pt x="17107" y="85609"/>
                  </a:lnTo>
                  <a:lnTo>
                    <a:pt x="17962" y="85609"/>
                  </a:lnTo>
                  <a:lnTo>
                    <a:pt x="18818" y="85609"/>
                  </a:lnTo>
                  <a:lnTo>
                    <a:pt x="19673" y="85609"/>
                  </a:lnTo>
                  <a:lnTo>
                    <a:pt x="20529" y="85609"/>
                  </a:lnTo>
                  <a:lnTo>
                    <a:pt x="21384" y="45192"/>
                  </a:lnTo>
                  <a:lnTo>
                    <a:pt x="22240" y="0"/>
                  </a:lnTo>
                  <a:lnTo>
                    <a:pt x="23095" y="0"/>
                  </a:lnTo>
                  <a:lnTo>
                    <a:pt x="23951" y="0"/>
                  </a:lnTo>
                  <a:lnTo>
                    <a:pt x="24807" y="0"/>
                  </a:lnTo>
                  <a:lnTo>
                    <a:pt x="25662" y="1"/>
                  </a:lnTo>
                  <a:lnTo>
                    <a:pt x="26518" y="40417"/>
                  </a:lnTo>
                  <a:lnTo>
                    <a:pt x="27373" y="97395"/>
                  </a:lnTo>
                  <a:lnTo>
                    <a:pt x="28229" y="130791"/>
                  </a:lnTo>
                  <a:lnTo>
                    <a:pt x="28910" y="1402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8784646" y="2986799"/>
              <a:ext cx="19579" cy="275677"/>
            </a:xfrm>
            <a:custGeom>
              <a:avLst/>
              <a:pathLst>
                <a:path w="19579" h="275677">
                  <a:moveTo>
                    <a:pt x="0" y="275677"/>
                  </a:moveTo>
                  <a:lnTo>
                    <a:pt x="823" y="214121"/>
                  </a:lnTo>
                  <a:lnTo>
                    <a:pt x="1678" y="126146"/>
                  </a:lnTo>
                  <a:lnTo>
                    <a:pt x="2534" y="125664"/>
                  </a:lnTo>
                  <a:lnTo>
                    <a:pt x="3389" y="113878"/>
                  </a:lnTo>
                  <a:lnTo>
                    <a:pt x="4245" y="80482"/>
                  </a:lnTo>
                  <a:lnTo>
                    <a:pt x="5100" y="55448"/>
                  </a:lnTo>
                  <a:lnTo>
                    <a:pt x="5956" y="76655"/>
                  </a:lnTo>
                  <a:lnTo>
                    <a:pt x="6811" y="140754"/>
                  </a:lnTo>
                  <a:lnTo>
                    <a:pt x="7667" y="107539"/>
                  </a:lnTo>
                  <a:lnTo>
                    <a:pt x="8522" y="95989"/>
                  </a:lnTo>
                  <a:lnTo>
                    <a:pt x="9378" y="73068"/>
                  </a:lnTo>
                  <a:lnTo>
                    <a:pt x="10233" y="84554"/>
                  </a:lnTo>
                  <a:lnTo>
                    <a:pt x="11089" y="62830"/>
                  </a:lnTo>
                  <a:lnTo>
                    <a:pt x="11944" y="0"/>
                  </a:lnTo>
                  <a:lnTo>
                    <a:pt x="12800" y="40500"/>
                  </a:lnTo>
                  <a:lnTo>
                    <a:pt x="13656" y="70712"/>
                  </a:lnTo>
                  <a:lnTo>
                    <a:pt x="14511" y="59831"/>
                  </a:lnTo>
                  <a:lnTo>
                    <a:pt x="15367" y="6559"/>
                  </a:lnTo>
                  <a:lnTo>
                    <a:pt x="16222" y="32911"/>
                  </a:lnTo>
                  <a:lnTo>
                    <a:pt x="17078" y="81143"/>
                  </a:lnTo>
                  <a:lnTo>
                    <a:pt x="17933" y="75857"/>
                  </a:lnTo>
                  <a:lnTo>
                    <a:pt x="18789" y="149873"/>
                  </a:lnTo>
                  <a:lnTo>
                    <a:pt x="19579" y="2756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8808560" y="3211525"/>
              <a:ext cx="3209" cy="50951"/>
            </a:xfrm>
            <a:custGeom>
              <a:avLst/>
              <a:pathLst>
                <a:path w="3209" h="50951">
                  <a:moveTo>
                    <a:pt x="0" y="50951"/>
                  </a:moveTo>
                  <a:lnTo>
                    <a:pt x="8" y="50107"/>
                  </a:lnTo>
                  <a:lnTo>
                    <a:pt x="863" y="6537"/>
                  </a:lnTo>
                  <a:lnTo>
                    <a:pt x="1719" y="0"/>
                  </a:lnTo>
                  <a:lnTo>
                    <a:pt x="2574" y="11387"/>
                  </a:lnTo>
                  <a:lnTo>
                    <a:pt x="3209" y="509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8815341" y="2824019"/>
              <a:ext cx="51271" cy="438457"/>
            </a:xfrm>
            <a:custGeom>
              <a:avLst/>
              <a:pathLst>
                <a:path w="51271" h="438457">
                  <a:moveTo>
                    <a:pt x="0" y="438457"/>
                  </a:moveTo>
                  <a:lnTo>
                    <a:pt x="71" y="436200"/>
                  </a:lnTo>
                  <a:lnTo>
                    <a:pt x="927" y="430351"/>
                  </a:lnTo>
                  <a:lnTo>
                    <a:pt x="1782" y="370369"/>
                  </a:lnTo>
                  <a:lnTo>
                    <a:pt x="2638" y="350594"/>
                  </a:lnTo>
                  <a:lnTo>
                    <a:pt x="3493" y="307071"/>
                  </a:lnTo>
                  <a:lnTo>
                    <a:pt x="4349" y="233359"/>
                  </a:lnTo>
                  <a:lnTo>
                    <a:pt x="5204" y="127609"/>
                  </a:lnTo>
                  <a:lnTo>
                    <a:pt x="6060" y="34086"/>
                  </a:lnTo>
                  <a:lnTo>
                    <a:pt x="6915" y="27222"/>
                  </a:lnTo>
                  <a:lnTo>
                    <a:pt x="7771" y="15310"/>
                  </a:lnTo>
                  <a:lnTo>
                    <a:pt x="8626" y="14653"/>
                  </a:lnTo>
                  <a:lnTo>
                    <a:pt x="9482" y="77755"/>
                  </a:lnTo>
                  <a:lnTo>
                    <a:pt x="10337" y="156975"/>
                  </a:lnTo>
                  <a:lnTo>
                    <a:pt x="11193" y="186555"/>
                  </a:lnTo>
                  <a:lnTo>
                    <a:pt x="12048" y="169928"/>
                  </a:lnTo>
                  <a:lnTo>
                    <a:pt x="12904" y="159141"/>
                  </a:lnTo>
                  <a:lnTo>
                    <a:pt x="13760" y="203325"/>
                  </a:lnTo>
                  <a:lnTo>
                    <a:pt x="14615" y="208196"/>
                  </a:lnTo>
                  <a:lnTo>
                    <a:pt x="15471" y="207155"/>
                  </a:lnTo>
                  <a:lnTo>
                    <a:pt x="16326" y="229734"/>
                  </a:lnTo>
                  <a:lnTo>
                    <a:pt x="17182" y="272560"/>
                  </a:lnTo>
                  <a:lnTo>
                    <a:pt x="18037" y="315034"/>
                  </a:lnTo>
                  <a:lnTo>
                    <a:pt x="18893" y="308302"/>
                  </a:lnTo>
                  <a:lnTo>
                    <a:pt x="19748" y="228553"/>
                  </a:lnTo>
                  <a:lnTo>
                    <a:pt x="20604" y="182766"/>
                  </a:lnTo>
                  <a:lnTo>
                    <a:pt x="21459" y="208957"/>
                  </a:lnTo>
                  <a:lnTo>
                    <a:pt x="22315" y="226983"/>
                  </a:lnTo>
                  <a:lnTo>
                    <a:pt x="23170" y="206477"/>
                  </a:lnTo>
                  <a:lnTo>
                    <a:pt x="24026" y="167915"/>
                  </a:lnTo>
                  <a:lnTo>
                    <a:pt x="24881" y="208381"/>
                  </a:lnTo>
                  <a:lnTo>
                    <a:pt x="25737" y="179903"/>
                  </a:lnTo>
                  <a:lnTo>
                    <a:pt x="26592" y="56008"/>
                  </a:lnTo>
                  <a:lnTo>
                    <a:pt x="27448" y="0"/>
                  </a:lnTo>
                  <a:lnTo>
                    <a:pt x="28303" y="20506"/>
                  </a:lnTo>
                  <a:lnTo>
                    <a:pt x="29159" y="48890"/>
                  </a:lnTo>
                  <a:lnTo>
                    <a:pt x="30015" y="61206"/>
                  </a:lnTo>
                  <a:lnTo>
                    <a:pt x="30870" y="169239"/>
                  </a:lnTo>
                  <a:lnTo>
                    <a:pt x="31726" y="328231"/>
                  </a:lnTo>
                  <a:lnTo>
                    <a:pt x="32581" y="408620"/>
                  </a:lnTo>
                  <a:lnTo>
                    <a:pt x="33437" y="413202"/>
                  </a:lnTo>
                  <a:lnTo>
                    <a:pt x="34292" y="396710"/>
                  </a:lnTo>
                  <a:lnTo>
                    <a:pt x="35148" y="350250"/>
                  </a:lnTo>
                  <a:lnTo>
                    <a:pt x="36003" y="266176"/>
                  </a:lnTo>
                  <a:lnTo>
                    <a:pt x="36859" y="251653"/>
                  </a:lnTo>
                  <a:lnTo>
                    <a:pt x="37714" y="268741"/>
                  </a:lnTo>
                  <a:lnTo>
                    <a:pt x="38570" y="298267"/>
                  </a:lnTo>
                  <a:lnTo>
                    <a:pt x="39425" y="300478"/>
                  </a:lnTo>
                  <a:lnTo>
                    <a:pt x="40281" y="341573"/>
                  </a:lnTo>
                  <a:lnTo>
                    <a:pt x="41136" y="408761"/>
                  </a:lnTo>
                  <a:lnTo>
                    <a:pt x="41992" y="378362"/>
                  </a:lnTo>
                  <a:lnTo>
                    <a:pt x="42847" y="354907"/>
                  </a:lnTo>
                  <a:lnTo>
                    <a:pt x="43703" y="324296"/>
                  </a:lnTo>
                  <a:lnTo>
                    <a:pt x="44559" y="334446"/>
                  </a:lnTo>
                  <a:lnTo>
                    <a:pt x="45414" y="312009"/>
                  </a:lnTo>
                  <a:lnTo>
                    <a:pt x="46270" y="190047"/>
                  </a:lnTo>
                  <a:lnTo>
                    <a:pt x="47125" y="126094"/>
                  </a:lnTo>
                  <a:lnTo>
                    <a:pt x="47981" y="135686"/>
                  </a:lnTo>
                  <a:lnTo>
                    <a:pt x="48836" y="171397"/>
                  </a:lnTo>
                  <a:lnTo>
                    <a:pt x="49692" y="224195"/>
                  </a:lnTo>
                  <a:lnTo>
                    <a:pt x="50547" y="317999"/>
                  </a:lnTo>
                  <a:lnTo>
                    <a:pt x="51271" y="4384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8868455" y="2728388"/>
              <a:ext cx="58689" cy="534088"/>
            </a:xfrm>
            <a:custGeom>
              <a:avLst/>
              <a:pathLst>
                <a:path w="58689" h="534088">
                  <a:moveTo>
                    <a:pt x="0" y="534088"/>
                  </a:moveTo>
                  <a:lnTo>
                    <a:pt x="0" y="534070"/>
                  </a:lnTo>
                  <a:lnTo>
                    <a:pt x="855" y="459205"/>
                  </a:lnTo>
                  <a:lnTo>
                    <a:pt x="1711" y="385274"/>
                  </a:lnTo>
                  <a:lnTo>
                    <a:pt x="2566" y="325644"/>
                  </a:lnTo>
                  <a:lnTo>
                    <a:pt x="3422" y="289222"/>
                  </a:lnTo>
                  <a:lnTo>
                    <a:pt x="4277" y="268257"/>
                  </a:lnTo>
                  <a:lnTo>
                    <a:pt x="5133" y="268601"/>
                  </a:lnTo>
                  <a:lnTo>
                    <a:pt x="5988" y="164910"/>
                  </a:lnTo>
                  <a:lnTo>
                    <a:pt x="6844" y="122814"/>
                  </a:lnTo>
                  <a:lnTo>
                    <a:pt x="7699" y="152121"/>
                  </a:lnTo>
                  <a:lnTo>
                    <a:pt x="8555" y="166172"/>
                  </a:lnTo>
                  <a:lnTo>
                    <a:pt x="9410" y="201170"/>
                  </a:lnTo>
                  <a:lnTo>
                    <a:pt x="10266" y="251338"/>
                  </a:lnTo>
                  <a:lnTo>
                    <a:pt x="11122" y="332732"/>
                  </a:lnTo>
                  <a:lnTo>
                    <a:pt x="11977" y="336290"/>
                  </a:lnTo>
                  <a:lnTo>
                    <a:pt x="12833" y="283357"/>
                  </a:lnTo>
                  <a:lnTo>
                    <a:pt x="13688" y="272715"/>
                  </a:lnTo>
                  <a:lnTo>
                    <a:pt x="14544" y="288317"/>
                  </a:lnTo>
                  <a:lnTo>
                    <a:pt x="15399" y="291968"/>
                  </a:lnTo>
                  <a:lnTo>
                    <a:pt x="16255" y="318747"/>
                  </a:lnTo>
                  <a:lnTo>
                    <a:pt x="17110" y="349131"/>
                  </a:lnTo>
                  <a:lnTo>
                    <a:pt x="17966" y="410745"/>
                  </a:lnTo>
                  <a:lnTo>
                    <a:pt x="18821" y="413083"/>
                  </a:lnTo>
                  <a:lnTo>
                    <a:pt x="19677" y="395344"/>
                  </a:lnTo>
                  <a:lnTo>
                    <a:pt x="20532" y="359146"/>
                  </a:lnTo>
                  <a:lnTo>
                    <a:pt x="21388" y="299356"/>
                  </a:lnTo>
                  <a:lnTo>
                    <a:pt x="22243" y="291841"/>
                  </a:lnTo>
                  <a:lnTo>
                    <a:pt x="23099" y="220293"/>
                  </a:lnTo>
                  <a:lnTo>
                    <a:pt x="23954" y="182695"/>
                  </a:lnTo>
                  <a:lnTo>
                    <a:pt x="24810" y="110698"/>
                  </a:lnTo>
                  <a:lnTo>
                    <a:pt x="25666" y="18836"/>
                  </a:lnTo>
                  <a:lnTo>
                    <a:pt x="26521" y="0"/>
                  </a:lnTo>
                  <a:lnTo>
                    <a:pt x="27377" y="60476"/>
                  </a:lnTo>
                  <a:lnTo>
                    <a:pt x="28232" y="102486"/>
                  </a:lnTo>
                  <a:lnTo>
                    <a:pt x="29088" y="104974"/>
                  </a:lnTo>
                  <a:lnTo>
                    <a:pt x="29943" y="124777"/>
                  </a:lnTo>
                  <a:lnTo>
                    <a:pt x="30799" y="175578"/>
                  </a:lnTo>
                  <a:lnTo>
                    <a:pt x="31654" y="253094"/>
                  </a:lnTo>
                  <a:lnTo>
                    <a:pt x="32510" y="223664"/>
                  </a:lnTo>
                  <a:lnTo>
                    <a:pt x="33365" y="142389"/>
                  </a:lnTo>
                  <a:lnTo>
                    <a:pt x="34221" y="90824"/>
                  </a:lnTo>
                  <a:lnTo>
                    <a:pt x="35076" y="71648"/>
                  </a:lnTo>
                  <a:lnTo>
                    <a:pt x="35932" y="83600"/>
                  </a:lnTo>
                  <a:lnTo>
                    <a:pt x="36787" y="75043"/>
                  </a:lnTo>
                  <a:lnTo>
                    <a:pt x="37643" y="28257"/>
                  </a:lnTo>
                  <a:lnTo>
                    <a:pt x="38498" y="7360"/>
                  </a:lnTo>
                  <a:lnTo>
                    <a:pt x="39354" y="15373"/>
                  </a:lnTo>
                  <a:lnTo>
                    <a:pt x="40209" y="71011"/>
                  </a:lnTo>
                  <a:lnTo>
                    <a:pt x="41065" y="103698"/>
                  </a:lnTo>
                  <a:lnTo>
                    <a:pt x="41921" y="149768"/>
                  </a:lnTo>
                  <a:lnTo>
                    <a:pt x="42776" y="241573"/>
                  </a:lnTo>
                  <a:lnTo>
                    <a:pt x="43632" y="286735"/>
                  </a:lnTo>
                  <a:lnTo>
                    <a:pt x="44487" y="259736"/>
                  </a:lnTo>
                  <a:lnTo>
                    <a:pt x="45343" y="247119"/>
                  </a:lnTo>
                  <a:lnTo>
                    <a:pt x="46198" y="269112"/>
                  </a:lnTo>
                  <a:lnTo>
                    <a:pt x="47054" y="263878"/>
                  </a:lnTo>
                  <a:lnTo>
                    <a:pt x="47909" y="245661"/>
                  </a:lnTo>
                  <a:lnTo>
                    <a:pt x="48765" y="331347"/>
                  </a:lnTo>
                  <a:lnTo>
                    <a:pt x="49620" y="452876"/>
                  </a:lnTo>
                  <a:lnTo>
                    <a:pt x="50476" y="460224"/>
                  </a:lnTo>
                  <a:lnTo>
                    <a:pt x="51331" y="465911"/>
                  </a:lnTo>
                  <a:lnTo>
                    <a:pt x="52187" y="491157"/>
                  </a:lnTo>
                  <a:lnTo>
                    <a:pt x="53042" y="522980"/>
                  </a:lnTo>
                  <a:lnTo>
                    <a:pt x="53898" y="467836"/>
                  </a:lnTo>
                  <a:lnTo>
                    <a:pt x="54753" y="423665"/>
                  </a:lnTo>
                  <a:lnTo>
                    <a:pt x="55609" y="469512"/>
                  </a:lnTo>
                  <a:lnTo>
                    <a:pt x="56464" y="531222"/>
                  </a:lnTo>
                  <a:lnTo>
                    <a:pt x="57320" y="521059"/>
                  </a:lnTo>
                  <a:lnTo>
                    <a:pt x="58176" y="489235"/>
                  </a:lnTo>
                  <a:lnTo>
                    <a:pt x="58689" y="5340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8930029" y="3261332"/>
              <a:ext cx="112" cy="1144"/>
            </a:xfrm>
            <a:custGeom>
              <a:avLst/>
              <a:pathLst>
                <a:path w="112" h="1144">
                  <a:moveTo>
                    <a:pt x="0" y="1144"/>
                  </a:moveTo>
                  <a:lnTo>
                    <a:pt x="24" y="0"/>
                  </a:lnTo>
                  <a:lnTo>
                    <a:pt x="112" y="11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8932045" y="2945115"/>
              <a:ext cx="25355" cy="317361"/>
            </a:xfrm>
            <a:custGeom>
              <a:avLst/>
              <a:pathLst>
                <a:path w="25355" h="317361">
                  <a:moveTo>
                    <a:pt x="0" y="317361"/>
                  </a:moveTo>
                  <a:lnTo>
                    <a:pt x="574" y="296987"/>
                  </a:lnTo>
                  <a:lnTo>
                    <a:pt x="1430" y="279264"/>
                  </a:lnTo>
                  <a:lnTo>
                    <a:pt x="2286" y="305398"/>
                  </a:lnTo>
                  <a:lnTo>
                    <a:pt x="3141" y="288886"/>
                  </a:lnTo>
                  <a:lnTo>
                    <a:pt x="3997" y="262717"/>
                  </a:lnTo>
                  <a:lnTo>
                    <a:pt x="4852" y="262717"/>
                  </a:lnTo>
                  <a:lnTo>
                    <a:pt x="5708" y="220730"/>
                  </a:lnTo>
                  <a:lnTo>
                    <a:pt x="6563" y="176774"/>
                  </a:lnTo>
                  <a:lnTo>
                    <a:pt x="7419" y="176774"/>
                  </a:lnTo>
                  <a:lnTo>
                    <a:pt x="8274" y="176774"/>
                  </a:lnTo>
                  <a:lnTo>
                    <a:pt x="9130" y="176774"/>
                  </a:lnTo>
                  <a:lnTo>
                    <a:pt x="9985" y="176775"/>
                  </a:lnTo>
                  <a:lnTo>
                    <a:pt x="10841" y="194678"/>
                  </a:lnTo>
                  <a:lnTo>
                    <a:pt x="11696" y="206628"/>
                  </a:lnTo>
                  <a:lnTo>
                    <a:pt x="12552" y="182427"/>
                  </a:lnTo>
                  <a:lnTo>
                    <a:pt x="13407" y="182894"/>
                  </a:lnTo>
                  <a:lnTo>
                    <a:pt x="14263" y="124751"/>
                  </a:lnTo>
                  <a:lnTo>
                    <a:pt x="15118" y="16182"/>
                  </a:lnTo>
                  <a:lnTo>
                    <a:pt x="15974" y="0"/>
                  </a:lnTo>
                  <a:lnTo>
                    <a:pt x="16829" y="65403"/>
                  </a:lnTo>
                  <a:lnTo>
                    <a:pt x="17685" y="105647"/>
                  </a:lnTo>
                  <a:lnTo>
                    <a:pt x="18541" y="105179"/>
                  </a:lnTo>
                  <a:lnTo>
                    <a:pt x="19396" y="163326"/>
                  </a:lnTo>
                  <a:lnTo>
                    <a:pt x="20252" y="271896"/>
                  </a:lnTo>
                  <a:lnTo>
                    <a:pt x="21107" y="312159"/>
                  </a:lnTo>
                  <a:lnTo>
                    <a:pt x="21963" y="278763"/>
                  </a:lnTo>
                  <a:lnTo>
                    <a:pt x="22818" y="262717"/>
                  </a:lnTo>
                  <a:lnTo>
                    <a:pt x="23674" y="262717"/>
                  </a:lnTo>
                  <a:lnTo>
                    <a:pt x="24529" y="274059"/>
                  </a:lnTo>
                  <a:lnTo>
                    <a:pt x="25355" y="31736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8962496" y="3165158"/>
              <a:ext cx="13312" cy="97318"/>
            </a:xfrm>
            <a:custGeom>
              <a:avLst/>
              <a:pathLst>
                <a:path w="13312" h="97318">
                  <a:moveTo>
                    <a:pt x="0" y="97318"/>
                  </a:moveTo>
                  <a:lnTo>
                    <a:pt x="66" y="93821"/>
                  </a:lnTo>
                  <a:lnTo>
                    <a:pt x="922" y="51317"/>
                  </a:lnTo>
                  <a:lnTo>
                    <a:pt x="1777" y="42674"/>
                  </a:lnTo>
                  <a:lnTo>
                    <a:pt x="2633" y="42674"/>
                  </a:lnTo>
                  <a:lnTo>
                    <a:pt x="3488" y="42674"/>
                  </a:lnTo>
                  <a:lnTo>
                    <a:pt x="4344" y="42674"/>
                  </a:lnTo>
                  <a:lnTo>
                    <a:pt x="5199" y="42674"/>
                  </a:lnTo>
                  <a:lnTo>
                    <a:pt x="6055" y="42674"/>
                  </a:lnTo>
                  <a:lnTo>
                    <a:pt x="6910" y="42674"/>
                  </a:lnTo>
                  <a:lnTo>
                    <a:pt x="7766" y="42674"/>
                  </a:lnTo>
                  <a:lnTo>
                    <a:pt x="8621" y="42674"/>
                  </a:lnTo>
                  <a:lnTo>
                    <a:pt x="9477" y="17525"/>
                  </a:lnTo>
                  <a:lnTo>
                    <a:pt x="10333" y="0"/>
                  </a:lnTo>
                  <a:lnTo>
                    <a:pt x="11188" y="19735"/>
                  </a:lnTo>
                  <a:lnTo>
                    <a:pt x="12044" y="51560"/>
                  </a:lnTo>
                  <a:lnTo>
                    <a:pt x="12899" y="76704"/>
                  </a:lnTo>
                  <a:lnTo>
                    <a:pt x="13312" y="973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8981625" y="2900350"/>
              <a:ext cx="16869" cy="362126"/>
            </a:xfrm>
            <a:custGeom>
              <a:avLst/>
              <a:pathLst>
                <a:path w="16869" h="362126">
                  <a:moveTo>
                    <a:pt x="0" y="362126"/>
                  </a:moveTo>
                  <a:lnTo>
                    <a:pt x="614" y="332170"/>
                  </a:lnTo>
                  <a:lnTo>
                    <a:pt x="1470" y="307751"/>
                  </a:lnTo>
                  <a:lnTo>
                    <a:pt x="2325" y="269918"/>
                  </a:lnTo>
                  <a:lnTo>
                    <a:pt x="3181" y="263602"/>
                  </a:lnTo>
                  <a:lnTo>
                    <a:pt x="4036" y="240363"/>
                  </a:lnTo>
                  <a:lnTo>
                    <a:pt x="4892" y="162281"/>
                  </a:lnTo>
                  <a:lnTo>
                    <a:pt x="5747" y="120865"/>
                  </a:lnTo>
                  <a:lnTo>
                    <a:pt x="6603" y="130642"/>
                  </a:lnTo>
                  <a:lnTo>
                    <a:pt x="7458" y="156234"/>
                  </a:lnTo>
                  <a:lnTo>
                    <a:pt x="8314" y="198836"/>
                  </a:lnTo>
                  <a:lnTo>
                    <a:pt x="9169" y="254258"/>
                  </a:lnTo>
                  <a:lnTo>
                    <a:pt x="10025" y="321000"/>
                  </a:lnTo>
                  <a:lnTo>
                    <a:pt x="10880" y="357008"/>
                  </a:lnTo>
                  <a:lnTo>
                    <a:pt x="11736" y="308430"/>
                  </a:lnTo>
                  <a:lnTo>
                    <a:pt x="12592" y="251584"/>
                  </a:lnTo>
                  <a:lnTo>
                    <a:pt x="13447" y="225170"/>
                  </a:lnTo>
                  <a:lnTo>
                    <a:pt x="14303" y="193221"/>
                  </a:lnTo>
                  <a:lnTo>
                    <a:pt x="15158" y="128828"/>
                  </a:lnTo>
                  <a:lnTo>
                    <a:pt x="16014" y="46920"/>
                  </a:lnTo>
                  <a:lnTo>
                    <a:pt x="16869" y="0"/>
                  </a:lnTo>
                  <a:lnTo>
                    <a:pt x="16869" y="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94133"/>
                  </a:moveTo>
                  <a:lnTo>
                    <a:pt x="855" y="2930995"/>
                  </a:lnTo>
                  <a:lnTo>
                    <a:pt x="1711" y="2830212"/>
                  </a:lnTo>
                  <a:lnTo>
                    <a:pt x="2566" y="2831906"/>
                  </a:lnTo>
                  <a:lnTo>
                    <a:pt x="3422" y="2905801"/>
                  </a:lnTo>
                  <a:lnTo>
                    <a:pt x="4277" y="2944968"/>
                  </a:lnTo>
                  <a:lnTo>
                    <a:pt x="5133" y="2914234"/>
                  </a:lnTo>
                  <a:lnTo>
                    <a:pt x="5988" y="2862814"/>
                  </a:lnTo>
                  <a:lnTo>
                    <a:pt x="6844" y="2853603"/>
                  </a:lnTo>
                  <a:lnTo>
                    <a:pt x="7699" y="2897493"/>
                  </a:lnTo>
                  <a:lnTo>
                    <a:pt x="8555" y="2844648"/>
                  </a:lnTo>
                  <a:lnTo>
                    <a:pt x="9410" y="2776940"/>
                  </a:lnTo>
                  <a:lnTo>
                    <a:pt x="10266" y="2809524"/>
                  </a:lnTo>
                  <a:lnTo>
                    <a:pt x="11121" y="2924929"/>
                  </a:lnTo>
                  <a:lnTo>
                    <a:pt x="11977" y="3010838"/>
                  </a:lnTo>
                  <a:lnTo>
                    <a:pt x="12832" y="2964254"/>
                  </a:lnTo>
                  <a:lnTo>
                    <a:pt x="13688" y="2991124"/>
                  </a:lnTo>
                  <a:lnTo>
                    <a:pt x="14543" y="3013074"/>
                  </a:lnTo>
                  <a:lnTo>
                    <a:pt x="15399" y="2965695"/>
                  </a:lnTo>
                  <a:lnTo>
                    <a:pt x="16255" y="2893067"/>
                  </a:lnTo>
                  <a:lnTo>
                    <a:pt x="17110" y="2856099"/>
                  </a:lnTo>
                  <a:lnTo>
                    <a:pt x="17966" y="2865443"/>
                  </a:lnTo>
                  <a:lnTo>
                    <a:pt x="18821" y="2865335"/>
                  </a:lnTo>
                  <a:lnTo>
                    <a:pt x="19677" y="2903947"/>
                  </a:lnTo>
                  <a:lnTo>
                    <a:pt x="20532" y="2949476"/>
                  </a:lnTo>
                  <a:lnTo>
                    <a:pt x="21388" y="2967790"/>
                  </a:lnTo>
                  <a:lnTo>
                    <a:pt x="22243" y="2986970"/>
                  </a:lnTo>
                  <a:lnTo>
                    <a:pt x="23099" y="3002745"/>
                  </a:lnTo>
                  <a:lnTo>
                    <a:pt x="23954" y="2987745"/>
                  </a:lnTo>
                  <a:lnTo>
                    <a:pt x="24810" y="2973696"/>
                  </a:lnTo>
                  <a:lnTo>
                    <a:pt x="25665" y="2973697"/>
                  </a:lnTo>
                  <a:lnTo>
                    <a:pt x="26521" y="2969384"/>
                  </a:lnTo>
                  <a:lnTo>
                    <a:pt x="27376" y="2920170"/>
                  </a:lnTo>
                  <a:lnTo>
                    <a:pt x="28232" y="2909659"/>
                  </a:lnTo>
                  <a:lnTo>
                    <a:pt x="29087" y="2944239"/>
                  </a:lnTo>
                  <a:lnTo>
                    <a:pt x="29943" y="2958291"/>
                  </a:lnTo>
                  <a:lnTo>
                    <a:pt x="30798" y="2958291"/>
                  </a:lnTo>
                  <a:lnTo>
                    <a:pt x="31654" y="2962605"/>
                  </a:lnTo>
                  <a:lnTo>
                    <a:pt x="32510" y="3014263"/>
                  </a:lnTo>
                  <a:lnTo>
                    <a:pt x="33365" y="3055826"/>
                  </a:lnTo>
                  <a:lnTo>
                    <a:pt x="34221" y="3062328"/>
                  </a:lnTo>
                  <a:lnTo>
                    <a:pt x="35076" y="3062328"/>
                  </a:lnTo>
                  <a:lnTo>
                    <a:pt x="35932" y="3035899"/>
                  </a:lnTo>
                  <a:lnTo>
                    <a:pt x="36787" y="2975830"/>
                  </a:lnTo>
                  <a:lnTo>
                    <a:pt x="37643" y="2938823"/>
                  </a:lnTo>
                  <a:lnTo>
                    <a:pt x="38498" y="2911302"/>
                  </a:lnTo>
                  <a:lnTo>
                    <a:pt x="39354" y="2859602"/>
                  </a:lnTo>
                  <a:lnTo>
                    <a:pt x="40209" y="2840613"/>
                  </a:lnTo>
                  <a:lnTo>
                    <a:pt x="41065" y="2942102"/>
                  </a:lnTo>
                  <a:lnTo>
                    <a:pt x="41920" y="3015991"/>
                  </a:lnTo>
                  <a:lnTo>
                    <a:pt x="42776" y="3050355"/>
                  </a:lnTo>
                  <a:lnTo>
                    <a:pt x="43631" y="3116972"/>
                  </a:lnTo>
                  <a:lnTo>
                    <a:pt x="44487" y="3116972"/>
                  </a:lnTo>
                  <a:lnTo>
                    <a:pt x="45342" y="3116972"/>
                  </a:lnTo>
                  <a:lnTo>
                    <a:pt x="46198" y="3116972"/>
                  </a:lnTo>
                  <a:lnTo>
                    <a:pt x="47053" y="3116972"/>
                  </a:lnTo>
                  <a:lnTo>
                    <a:pt x="47909" y="3116972"/>
                  </a:lnTo>
                  <a:lnTo>
                    <a:pt x="48765" y="3116972"/>
                  </a:lnTo>
                  <a:lnTo>
                    <a:pt x="49620" y="3023597"/>
                  </a:lnTo>
                  <a:lnTo>
                    <a:pt x="50476" y="2957827"/>
                  </a:lnTo>
                  <a:lnTo>
                    <a:pt x="51331" y="2885549"/>
                  </a:lnTo>
                  <a:lnTo>
                    <a:pt x="52187" y="2880373"/>
                  </a:lnTo>
                  <a:lnTo>
                    <a:pt x="53042" y="2872264"/>
                  </a:lnTo>
                  <a:lnTo>
                    <a:pt x="53898" y="2803289"/>
                  </a:lnTo>
                  <a:lnTo>
                    <a:pt x="54753" y="2705957"/>
                  </a:lnTo>
                  <a:lnTo>
                    <a:pt x="55609" y="2629511"/>
                  </a:lnTo>
                  <a:lnTo>
                    <a:pt x="56464" y="2635379"/>
                  </a:lnTo>
                  <a:lnTo>
                    <a:pt x="57320" y="2685598"/>
                  </a:lnTo>
                  <a:lnTo>
                    <a:pt x="58175" y="2771525"/>
                  </a:lnTo>
                  <a:lnTo>
                    <a:pt x="59031" y="2842657"/>
                  </a:lnTo>
                  <a:lnTo>
                    <a:pt x="59886" y="2939989"/>
                  </a:lnTo>
                  <a:lnTo>
                    <a:pt x="60742" y="3032283"/>
                  </a:lnTo>
                  <a:lnTo>
                    <a:pt x="61597" y="3072475"/>
                  </a:lnTo>
                  <a:lnTo>
                    <a:pt x="62453" y="3081211"/>
                  </a:lnTo>
                  <a:lnTo>
                    <a:pt x="63309" y="3095470"/>
                  </a:lnTo>
                  <a:lnTo>
                    <a:pt x="64164" y="3116972"/>
                  </a:lnTo>
                  <a:lnTo>
                    <a:pt x="65020" y="3116972"/>
                  </a:lnTo>
                  <a:lnTo>
                    <a:pt x="65875" y="3116972"/>
                  </a:lnTo>
                  <a:lnTo>
                    <a:pt x="66731" y="3116972"/>
                  </a:lnTo>
                  <a:lnTo>
                    <a:pt x="67586" y="3116972"/>
                  </a:lnTo>
                  <a:lnTo>
                    <a:pt x="68442" y="3116972"/>
                  </a:lnTo>
                  <a:lnTo>
                    <a:pt x="69297" y="3077863"/>
                  </a:lnTo>
                  <a:lnTo>
                    <a:pt x="70153" y="3039950"/>
                  </a:lnTo>
                  <a:lnTo>
                    <a:pt x="71008" y="3060552"/>
                  </a:lnTo>
                  <a:lnTo>
                    <a:pt x="71864" y="3116972"/>
                  </a:lnTo>
                  <a:lnTo>
                    <a:pt x="72719" y="3093238"/>
                  </a:lnTo>
                  <a:lnTo>
                    <a:pt x="73575" y="3049647"/>
                  </a:lnTo>
                  <a:lnTo>
                    <a:pt x="74430" y="3071380"/>
                  </a:lnTo>
                  <a:lnTo>
                    <a:pt x="75286" y="3113004"/>
                  </a:lnTo>
                  <a:lnTo>
                    <a:pt x="76141" y="3092401"/>
                  </a:lnTo>
                  <a:lnTo>
                    <a:pt x="76997" y="3035557"/>
                  </a:lnTo>
                  <a:lnTo>
                    <a:pt x="77852" y="3056543"/>
                  </a:lnTo>
                  <a:lnTo>
                    <a:pt x="78708" y="3036377"/>
                  </a:lnTo>
                  <a:lnTo>
                    <a:pt x="79564" y="2981989"/>
                  </a:lnTo>
                  <a:lnTo>
                    <a:pt x="80419" y="2943835"/>
                  </a:lnTo>
                  <a:lnTo>
                    <a:pt x="81275" y="2943836"/>
                  </a:lnTo>
                  <a:lnTo>
                    <a:pt x="82130" y="2943837"/>
                  </a:lnTo>
                  <a:lnTo>
                    <a:pt x="82986" y="2945002"/>
                  </a:lnTo>
                  <a:lnTo>
                    <a:pt x="83841" y="2995112"/>
                  </a:lnTo>
                  <a:lnTo>
                    <a:pt x="84697" y="3026583"/>
                  </a:lnTo>
                  <a:lnTo>
                    <a:pt x="85552" y="3026997"/>
                  </a:lnTo>
                  <a:lnTo>
                    <a:pt x="86408" y="3007846"/>
                  </a:lnTo>
                  <a:lnTo>
                    <a:pt x="87263" y="3001178"/>
                  </a:lnTo>
                  <a:lnTo>
                    <a:pt x="88119" y="3016042"/>
                  </a:lnTo>
                  <a:lnTo>
                    <a:pt x="88974" y="3102939"/>
                  </a:lnTo>
                  <a:lnTo>
                    <a:pt x="89830" y="3116972"/>
                  </a:lnTo>
                  <a:lnTo>
                    <a:pt x="90685" y="3116972"/>
                  </a:lnTo>
                  <a:lnTo>
                    <a:pt x="91541" y="3116972"/>
                  </a:lnTo>
                  <a:lnTo>
                    <a:pt x="92396" y="3116972"/>
                  </a:lnTo>
                  <a:lnTo>
                    <a:pt x="93252" y="3116972"/>
                  </a:lnTo>
                  <a:lnTo>
                    <a:pt x="94107" y="3116972"/>
                  </a:lnTo>
                  <a:lnTo>
                    <a:pt x="94963" y="3116972"/>
                  </a:lnTo>
                  <a:lnTo>
                    <a:pt x="95819" y="3116972"/>
                  </a:lnTo>
                  <a:lnTo>
                    <a:pt x="96674" y="3040897"/>
                  </a:lnTo>
                  <a:lnTo>
                    <a:pt x="97530" y="2977111"/>
                  </a:lnTo>
                  <a:lnTo>
                    <a:pt x="98385" y="2977111"/>
                  </a:lnTo>
                  <a:lnTo>
                    <a:pt x="99241" y="2977111"/>
                  </a:lnTo>
                  <a:lnTo>
                    <a:pt x="100096" y="2977112"/>
                  </a:lnTo>
                  <a:lnTo>
                    <a:pt x="100952" y="2979982"/>
                  </a:lnTo>
                  <a:lnTo>
                    <a:pt x="101807" y="3038465"/>
                  </a:lnTo>
                  <a:lnTo>
                    <a:pt x="102663" y="3087588"/>
                  </a:lnTo>
                  <a:lnTo>
                    <a:pt x="103518" y="3052856"/>
                  </a:lnTo>
                  <a:lnTo>
                    <a:pt x="104374" y="3032136"/>
                  </a:lnTo>
                  <a:lnTo>
                    <a:pt x="105229" y="3032138"/>
                  </a:lnTo>
                  <a:lnTo>
                    <a:pt x="106085" y="3004563"/>
                  </a:lnTo>
                  <a:lnTo>
                    <a:pt x="106940" y="2922750"/>
                  </a:lnTo>
                  <a:lnTo>
                    <a:pt x="107796" y="2843291"/>
                  </a:lnTo>
                  <a:lnTo>
                    <a:pt x="108651" y="2825952"/>
                  </a:lnTo>
                  <a:lnTo>
                    <a:pt x="109507" y="2840077"/>
                  </a:lnTo>
                  <a:lnTo>
                    <a:pt x="110363" y="2931095"/>
                  </a:lnTo>
                  <a:lnTo>
                    <a:pt x="111218" y="2973660"/>
                  </a:lnTo>
                  <a:lnTo>
                    <a:pt x="112074" y="2953539"/>
                  </a:lnTo>
                  <a:lnTo>
                    <a:pt x="112929" y="2977961"/>
                  </a:lnTo>
                  <a:lnTo>
                    <a:pt x="113785" y="3030034"/>
                  </a:lnTo>
                  <a:lnTo>
                    <a:pt x="114640" y="3019553"/>
                  </a:lnTo>
                  <a:lnTo>
                    <a:pt x="115496" y="2923870"/>
                  </a:lnTo>
                  <a:lnTo>
                    <a:pt x="116351" y="2847562"/>
                  </a:lnTo>
                  <a:lnTo>
                    <a:pt x="117207" y="2887030"/>
                  </a:lnTo>
                  <a:lnTo>
                    <a:pt x="118062" y="2850524"/>
                  </a:lnTo>
                  <a:lnTo>
                    <a:pt x="118918" y="2749212"/>
                  </a:lnTo>
                  <a:lnTo>
                    <a:pt x="119773" y="2745863"/>
                  </a:lnTo>
                  <a:lnTo>
                    <a:pt x="120629" y="2716674"/>
                  </a:lnTo>
                  <a:lnTo>
                    <a:pt x="121484" y="2685806"/>
                  </a:lnTo>
                  <a:lnTo>
                    <a:pt x="122340" y="2605179"/>
                  </a:lnTo>
                  <a:lnTo>
                    <a:pt x="123195" y="2660181"/>
                  </a:lnTo>
                  <a:lnTo>
                    <a:pt x="124051" y="2735600"/>
                  </a:lnTo>
                  <a:lnTo>
                    <a:pt x="124906" y="2829860"/>
                  </a:lnTo>
                  <a:lnTo>
                    <a:pt x="125762" y="2942628"/>
                  </a:lnTo>
                  <a:lnTo>
                    <a:pt x="126618" y="2988352"/>
                  </a:lnTo>
                  <a:lnTo>
                    <a:pt x="127473" y="3080479"/>
                  </a:lnTo>
                  <a:lnTo>
                    <a:pt x="128329" y="3059676"/>
                  </a:lnTo>
                  <a:lnTo>
                    <a:pt x="129184" y="3097731"/>
                  </a:lnTo>
                  <a:lnTo>
                    <a:pt x="130040" y="3039224"/>
                  </a:lnTo>
                  <a:lnTo>
                    <a:pt x="130895" y="2960311"/>
                  </a:lnTo>
                  <a:lnTo>
                    <a:pt x="131751" y="3006771"/>
                  </a:lnTo>
                  <a:lnTo>
                    <a:pt x="132606" y="3049463"/>
                  </a:lnTo>
                  <a:lnTo>
                    <a:pt x="133462" y="3066475"/>
                  </a:lnTo>
                  <a:lnTo>
                    <a:pt x="134317" y="3039109"/>
                  </a:lnTo>
                  <a:lnTo>
                    <a:pt x="135173" y="2980594"/>
                  </a:lnTo>
                  <a:lnTo>
                    <a:pt x="136028" y="2937208"/>
                  </a:lnTo>
                  <a:lnTo>
                    <a:pt x="136884" y="2940376"/>
                  </a:lnTo>
                  <a:lnTo>
                    <a:pt x="137739" y="2948372"/>
                  </a:lnTo>
                  <a:lnTo>
                    <a:pt x="138595" y="2927150"/>
                  </a:lnTo>
                  <a:lnTo>
                    <a:pt x="139450" y="2878344"/>
                  </a:lnTo>
                  <a:lnTo>
                    <a:pt x="140306" y="2852293"/>
                  </a:lnTo>
                  <a:lnTo>
                    <a:pt x="141161" y="2840818"/>
                  </a:lnTo>
                  <a:lnTo>
                    <a:pt x="142017" y="2830830"/>
                  </a:lnTo>
                  <a:lnTo>
                    <a:pt x="142873" y="2788328"/>
                  </a:lnTo>
                  <a:lnTo>
                    <a:pt x="143728" y="2786472"/>
                  </a:lnTo>
                  <a:lnTo>
                    <a:pt x="144584" y="2796098"/>
                  </a:lnTo>
                  <a:lnTo>
                    <a:pt x="145439" y="2781784"/>
                  </a:lnTo>
                  <a:lnTo>
                    <a:pt x="146295" y="2708561"/>
                  </a:lnTo>
                  <a:lnTo>
                    <a:pt x="147150" y="2603706"/>
                  </a:lnTo>
                  <a:lnTo>
                    <a:pt x="148006" y="2612393"/>
                  </a:lnTo>
                  <a:lnTo>
                    <a:pt x="148861" y="2668002"/>
                  </a:lnTo>
                  <a:lnTo>
                    <a:pt x="149717" y="2722386"/>
                  </a:lnTo>
                  <a:lnTo>
                    <a:pt x="150572" y="2801147"/>
                  </a:lnTo>
                  <a:lnTo>
                    <a:pt x="151428" y="2931203"/>
                  </a:lnTo>
                  <a:lnTo>
                    <a:pt x="152283" y="3055858"/>
                  </a:lnTo>
                  <a:lnTo>
                    <a:pt x="153139" y="3065306"/>
                  </a:lnTo>
                  <a:lnTo>
                    <a:pt x="153994" y="3035029"/>
                  </a:lnTo>
                  <a:lnTo>
                    <a:pt x="154850" y="3035030"/>
                  </a:lnTo>
                  <a:lnTo>
                    <a:pt x="155705" y="3047922"/>
                  </a:lnTo>
                  <a:lnTo>
                    <a:pt x="156561" y="3050341"/>
                  </a:lnTo>
                  <a:lnTo>
                    <a:pt x="157417" y="3003633"/>
                  </a:lnTo>
                  <a:lnTo>
                    <a:pt x="158272" y="2958591"/>
                  </a:lnTo>
                  <a:lnTo>
                    <a:pt x="159128" y="2942958"/>
                  </a:lnTo>
                  <a:lnTo>
                    <a:pt x="159983" y="2889955"/>
                  </a:lnTo>
                  <a:lnTo>
                    <a:pt x="160839" y="2833435"/>
                  </a:lnTo>
                  <a:lnTo>
                    <a:pt x="161694" y="2766292"/>
                  </a:lnTo>
                  <a:lnTo>
                    <a:pt x="162550" y="2791899"/>
                  </a:lnTo>
                  <a:lnTo>
                    <a:pt x="163405" y="2856183"/>
                  </a:lnTo>
                  <a:lnTo>
                    <a:pt x="164261" y="2890041"/>
                  </a:lnTo>
                  <a:lnTo>
                    <a:pt x="165116" y="2943043"/>
                  </a:lnTo>
                  <a:lnTo>
                    <a:pt x="165972" y="2991461"/>
                  </a:lnTo>
                  <a:lnTo>
                    <a:pt x="166827" y="3035461"/>
                  </a:lnTo>
                  <a:lnTo>
                    <a:pt x="167683" y="2958924"/>
                  </a:lnTo>
                  <a:lnTo>
                    <a:pt x="168538" y="2878557"/>
                  </a:lnTo>
                  <a:lnTo>
                    <a:pt x="169394" y="2823493"/>
                  </a:lnTo>
                  <a:lnTo>
                    <a:pt x="170249" y="2823495"/>
                  </a:lnTo>
                  <a:lnTo>
                    <a:pt x="171105" y="2820625"/>
                  </a:lnTo>
                  <a:lnTo>
                    <a:pt x="171960" y="2777414"/>
                  </a:lnTo>
                  <a:lnTo>
                    <a:pt x="172816" y="2799545"/>
                  </a:lnTo>
                  <a:lnTo>
                    <a:pt x="173672" y="2863789"/>
                  </a:lnTo>
                  <a:lnTo>
                    <a:pt x="174527" y="2931165"/>
                  </a:lnTo>
                  <a:lnTo>
                    <a:pt x="175383" y="2917986"/>
                  </a:lnTo>
                  <a:lnTo>
                    <a:pt x="176238" y="2925458"/>
                  </a:lnTo>
                  <a:lnTo>
                    <a:pt x="177094" y="2986853"/>
                  </a:lnTo>
                  <a:lnTo>
                    <a:pt x="177949" y="3039148"/>
                  </a:lnTo>
                  <a:lnTo>
                    <a:pt x="178805" y="3055270"/>
                  </a:lnTo>
                  <a:lnTo>
                    <a:pt x="179660" y="3045619"/>
                  </a:lnTo>
                  <a:lnTo>
                    <a:pt x="180516" y="3053954"/>
                  </a:lnTo>
                  <a:lnTo>
                    <a:pt x="181371" y="3084327"/>
                  </a:lnTo>
                  <a:lnTo>
                    <a:pt x="182227" y="3116972"/>
                  </a:lnTo>
                  <a:lnTo>
                    <a:pt x="183082" y="3116972"/>
                  </a:lnTo>
                  <a:lnTo>
                    <a:pt x="183938" y="3116972"/>
                  </a:lnTo>
                  <a:lnTo>
                    <a:pt x="184793" y="3116972"/>
                  </a:lnTo>
                  <a:lnTo>
                    <a:pt x="185649" y="3074073"/>
                  </a:lnTo>
                  <a:lnTo>
                    <a:pt x="186504" y="3024259"/>
                  </a:lnTo>
                  <a:lnTo>
                    <a:pt x="187360" y="2989353"/>
                  </a:lnTo>
                  <a:lnTo>
                    <a:pt x="188215" y="2989312"/>
                  </a:lnTo>
                  <a:lnTo>
                    <a:pt x="189071" y="3013798"/>
                  </a:lnTo>
                  <a:lnTo>
                    <a:pt x="189927" y="3002334"/>
                  </a:lnTo>
                  <a:lnTo>
                    <a:pt x="190782" y="3027943"/>
                  </a:lnTo>
                  <a:lnTo>
                    <a:pt x="191638" y="3021852"/>
                  </a:lnTo>
                  <a:lnTo>
                    <a:pt x="192493" y="3074204"/>
                  </a:lnTo>
                  <a:lnTo>
                    <a:pt x="193349" y="3078795"/>
                  </a:lnTo>
                  <a:lnTo>
                    <a:pt x="194204" y="3063425"/>
                  </a:lnTo>
                  <a:lnTo>
                    <a:pt x="195060" y="3116972"/>
                  </a:lnTo>
                  <a:lnTo>
                    <a:pt x="195915" y="3116972"/>
                  </a:lnTo>
                  <a:lnTo>
                    <a:pt x="196771" y="3116972"/>
                  </a:lnTo>
                  <a:lnTo>
                    <a:pt x="197626" y="3116972"/>
                  </a:lnTo>
                  <a:lnTo>
                    <a:pt x="198482" y="3116972"/>
                  </a:lnTo>
                  <a:lnTo>
                    <a:pt x="199337" y="3116972"/>
                  </a:lnTo>
                  <a:lnTo>
                    <a:pt x="200193" y="3116972"/>
                  </a:lnTo>
                  <a:lnTo>
                    <a:pt x="201048" y="3116972"/>
                  </a:lnTo>
                  <a:lnTo>
                    <a:pt x="201904" y="3116972"/>
                  </a:lnTo>
                  <a:lnTo>
                    <a:pt x="202759" y="3079429"/>
                  </a:lnTo>
                  <a:lnTo>
                    <a:pt x="203615" y="3104832"/>
                  </a:lnTo>
                  <a:lnTo>
                    <a:pt x="204471" y="3116972"/>
                  </a:lnTo>
                  <a:lnTo>
                    <a:pt x="205326" y="3116972"/>
                  </a:lnTo>
                  <a:lnTo>
                    <a:pt x="206182" y="3095708"/>
                  </a:lnTo>
                  <a:lnTo>
                    <a:pt x="207037" y="3067262"/>
                  </a:lnTo>
                  <a:lnTo>
                    <a:pt x="207893" y="3116972"/>
                  </a:lnTo>
                  <a:lnTo>
                    <a:pt x="208748" y="3116972"/>
                  </a:lnTo>
                  <a:lnTo>
                    <a:pt x="209604" y="3103256"/>
                  </a:lnTo>
                  <a:lnTo>
                    <a:pt x="210459" y="3096292"/>
                  </a:lnTo>
                  <a:lnTo>
                    <a:pt x="211315" y="3099723"/>
                  </a:lnTo>
                  <a:lnTo>
                    <a:pt x="212170" y="3114086"/>
                  </a:lnTo>
                  <a:lnTo>
                    <a:pt x="213026" y="3116972"/>
                  </a:lnTo>
                  <a:lnTo>
                    <a:pt x="213881" y="3116972"/>
                  </a:lnTo>
                  <a:lnTo>
                    <a:pt x="214737" y="3116972"/>
                  </a:lnTo>
                  <a:lnTo>
                    <a:pt x="215592" y="3116972"/>
                  </a:lnTo>
                  <a:lnTo>
                    <a:pt x="216448" y="3116972"/>
                  </a:lnTo>
                  <a:lnTo>
                    <a:pt x="217303" y="3116972"/>
                  </a:lnTo>
                  <a:lnTo>
                    <a:pt x="218159" y="3116972"/>
                  </a:lnTo>
                  <a:lnTo>
                    <a:pt x="219014" y="3116972"/>
                  </a:lnTo>
                  <a:lnTo>
                    <a:pt x="219870" y="3116972"/>
                  </a:lnTo>
                  <a:lnTo>
                    <a:pt x="220726" y="3116972"/>
                  </a:lnTo>
                  <a:lnTo>
                    <a:pt x="221581" y="3116972"/>
                  </a:lnTo>
                  <a:lnTo>
                    <a:pt x="222437" y="3116972"/>
                  </a:lnTo>
                  <a:lnTo>
                    <a:pt x="223292" y="3116972"/>
                  </a:lnTo>
                  <a:lnTo>
                    <a:pt x="224148" y="3116972"/>
                  </a:lnTo>
                  <a:lnTo>
                    <a:pt x="225003" y="3116972"/>
                  </a:lnTo>
                  <a:lnTo>
                    <a:pt x="225859" y="3057941"/>
                  </a:lnTo>
                  <a:lnTo>
                    <a:pt x="226714" y="3116972"/>
                  </a:lnTo>
                  <a:lnTo>
                    <a:pt x="227570" y="3116972"/>
                  </a:lnTo>
                  <a:lnTo>
                    <a:pt x="228425" y="3116972"/>
                  </a:lnTo>
                  <a:lnTo>
                    <a:pt x="229281" y="3116972"/>
                  </a:lnTo>
                  <a:lnTo>
                    <a:pt x="230136" y="3116972"/>
                  </a:lnTo>
                  <a:lnTo>
                    <a:pt x="230992" y="3116972"/>
                  </a:lnTo>
                  <a:lnTo>
                    <a:pt x="231847" y="3116972"/>
                  </a:lnTo>
                  <a:lnTo>
                    <a:pt x="232703" y="3116972"/>
                  </a:lnTo>
                  <a:lnTo>
                    <a:pt x="233558" y="3116972"/>
                  </a:lnTo>
                  <a:lnTo>
                    <a:pt x="234414" y="3116972"/>
                  </a:lnTo>
                  <a:lnTo>
                    <a:pt x="235269" y="3116972"/>
                  </a:lnTo>
                  <a:lnTo>
                    <a:pt x="236125" y="3116972"/>
                  </a:lnTo>
                  <a:lnTo>
                    <a:pt x="236981" y="3116389"/>
                  </a:lnTo>
                  <a:lnTo>
                    <a:pt x="237836" y="3093696"/>
                  </a:lnTo>
                  <a:lnTo>
                    <a:pt x="238692" y="3062328"/>
                  </a:lnTo>
                  <a:lnTo>
                    <a:pt x="239547" y="3062328"/>
                  </a:lnTo>
                  <a:lnTo>
                    <a:pt x="240403" y="3074539"/>
                  </a:lnTo>
                  <a:lnTo>
                    <a:pt x="241258" y="3009009"/>
                  </a:lnTo>
                  <a:lnTo>
                    <a:pt x="242114" y="3016376"/>
                  </a:lnTo>
                  <a:lnTo>
                    <a:pt x="242969" y="3056365"/>
                  </a:lnTo>
                  <a:lnTo>
                    <a:pt x="243825" y="3026802"/>
                  </a:lnTo>
                  <a:lnTo>
                    <a:pt x="244680" y="2981426"/>
                  </a:lnTo>
                  <a:lnTo>
                    <a:pt x="245536" y="2956376"/>
                  </a:lnTo>
                  <a:lnTo>
                    <a:pt x="246391" y="3021907"/>
                  </a:lnTo>
                  <a:lnTo>
                    <a:pt x="247247" y="3014540"/>
                  </a:lnTo>
                  <a:lnTo>
                    <a:pt x="248102" y="3003336"/>
                  </a:lnTo>
                  <a:lnTo>
                    <a:pt x="248958" y="3031980"/>
                  </a:lnTo>
                  <a:lnTo>
                    <a:pt x="249813" y="3030924"/>
                  </a:lnTo>
                  <a:lnTo>
                    <a:pt x="250669" y="3050118"/>
                  </a:lnTo>
                  <a:lnTo>
                    <a:pt x="251524" y="3010068"/>
                  </a:lnTo>
                  <a:lnTo>
                    <a:pt x="252380" y="2918630"/>
                  </a:lnTo>
                  <a:lnTo>
                    <a:pt x="253236" y="2861460"/>
                  </a:lnTo>
                  <a:lnTo>
                    <a:pt x="254091" y="2854195"/>
                  </a:lnTo>
                  <a:lnTo>
                    <a:pt x="254947" y="2824806"/>
                  </a:lnTo>
                  <a:lnTo>
                    <a:pt x="255802" y="2831925"/>
                  </a:lnTo>
                  <a:lnTo>
                    <a:pt x="256658" y="2872845"/>
                  </a:lnTo>
                  <a:lnTo>
                    <a:pt x="257513" y="2968517"/>
                  </a:lnTo>
                  <a:lnTo>
                    <a:pt x="258369" y="3043381"/>
                  </a:lnTo>
                  <a:lnTo>
                    <a:pt x="259224" y="3080500"/>
                  </a:lnTo>
                  <a:lnTo>
                    <a:pt x="260080" y="3116972"/>
                  </a:lnTo>
                  <a:lnTo>
                    <a:pt x="260935" y="3116972"/>
                  </a:lnTo>
                  <a:lnTo>
                    <a:pt x="261791" y="3116972"/>
                  </a:lnTo>
                  <a:lnTo>
                    <a:pt x="262646" y="3088039"/>
                  </a:lnTo>
                  <a:lnTo>
                    <a:pt x="263502" y="2977068"/>
                  </a:lnTo>
                  <a:lnTo>
                    <a:pt x="264357" y="2957798"/>
                  </a:lnTo>
                  <a:lnTo>
                    <a:pt x="265213" y="2910254"/>
                  </a:lnTo>
                  <a:lnTo>
                    <a:pt x="266068" y="2913125"/>
                  </a:lnTo>
                  <a:lnTo>
                    <a:pt x="266924" y="2924564"/>
                  </a:lnTo>
                  <a:lnTo>
                    <a:pt x="267780" y="2973940"/>
                  </a:lnTo>
                  <a:lnTo>
                    <a:pt x="268635" y="3116972"/>
                  </a:lnTo>
                  <a:lnTo>
                    <a:pt x="269491" y="3116972"/>
                  </a:lnTo>
                  <a:lnTo>
                    <a:pt x="270346" y="3116972"/>
                  </a:lnTo>
                  <a:lnTo>
                    <a:pt x="271202" y="3116972"/>
                  </a:lnTo>
                  <a:lnTo>
                    <a:pt x="272057" y="3116972"/>
                  </a:lnTo>
                  <a:lnTo>
                    <a:pt x="272913" y="3116972"/>
                  </a:lnTo>
                  <a:lnTo>
                    <a:pt x="273768" y="3116972"/>
                  </a:lnTo>
                  <a:lnTo>
                    <a:pt x="274624" y="3116972"/>
                  </a:lnTo>
                  <a:lnTo>
                    <a:pt x="275479" y="3116972"/>
                  </a:lnTo>
                  <a:lnTo>
                    <a:pt x="276335" y="3116972"/>
                  </a:lnTo>
                  <a:lnTo>
                    <a:pt x="277190" y="3116972"/>
                  </a:lnTo>
                  <a:lnTo>
                    <a:pt x="278046" y="3020796"/>
                  </a:lnTo>
                  <a:lnTo>
                    <a:pt x="278901" y="2874492"/>
                  </a:lnTo>
                  <a:lnTo>
                    <a:pt x="279757" y="2917797"/>
                  </a:lnTo>
                  <a:lnTo>
                    <a:pt x="280612" y="3015471"/>
                  </a:lnTo>
                  <a:lnTo>
                    <a:pt x="281468" y="3116972"/>
                  </a:lnTo>
                  <a:lnTo>
                    <a:pt x="282323" y="3116972"/>
                  </a:lnTo>
                  <a:lnTo>
                    <a:pt x="283179" y="3116972"/>
                  </a:lnTo>
                  <a:lnTo>
                    <a:pt x="284035" y="3116972"/>
                  </a:lnTo>
                  <a:lnTo>
                    <a:pt x="284890" y="3116972"/>
                  </a:lnTo>
                  <a:lnTo>
                    <a:pt x="285746" y="3116972"/>
                  </a:lnTo>
                  <a:lnTo>
                    <a:pt x="286601" y="3116972"/>
                  </a:lnTo>
                  <a:lnTo>
                    <a:pt x="287457" y="3116972"/>
                  </a:lnTo>
                  <a:lnTo>
                    <a:pt x="288312" y="3116972"/>
                  </a:lnTo>
                  <a:lnTo>
                    <a:pt x="289168" y="3084245"/>
                  </a:lnTo>
                  <a:lnTo>
                    <a:pt x="290023" y="3095042"/>
                  </a:lnTo>
                  <a:lnTo>
                    <a:pt x="290879" y="3065207"/>
                  </a:lnTo>
                  <a:lnTo>
                    <a:pt x="291734" y="2937507"/>
                  </a:lnTo>
                  <a:lnTo>
                    <a:pt x="292590" y="2865023"/>
                  </a:lnTo>
                  <a:lnTo>
                    <a:pt x="293445" y="2824427"/>
                  </a:lnTo>
                  <a:lnTo>
                    <a:pt x="294301" y="2845582"/>
                  </a:lnTo>
                  <a:lnTo>
                    <a:pt x="295156" y="2814094"/>
                  </a:lnTo>
                  <a:lnTo>
                    <a:pt x="296012" y="2773170"/>
                  </a:lnTo>
                  <a:lnTo>
                    <a:pt x="296867" y="2804910"/>
                  </a:lnTo>
                  <a:lnTo>
                    <a:pt x="297723" y="2833755"/>
                  </a:lnTo>
                  <a:lnTo>
                    <a:pt x="298578" y="2874349"/>
                  </a:lnTo>
                  <a:lnTo>
                    <a:pt x="299434" y="2876650"/>
                  </a:lnTo>
                  <a:lnTo>
                    <a:pt x="300290" y="2912518"/>
                  </a:lnTo>
                  <a:lnTo>
                    <a:pt x="301145" y="2960228"/>
                  </a:lnTo>
                  <a:lnTo>
                    <a:pt x="302001" y="2938491"/>
                  </a:lnTo>
                  <a:lnTo>
                    <a:pt x="302856" y="2907599"/>
                  </a:lnTo>
                  <a:lnTo>
                    <a:pt x="303712" y="2907599"/>
                  </a:lnTo>
                  <a:lnTo>
                    <a:pt x="304567" y="2907599"/>
                  </a:lnTo>
                  <a:lnTo>
                    <a:pt x="305423" y="2907600"/>
                  </a:lnTo>
                  <a:lnTo>
                    <a:pt x="306278" y="2881853"/>
                  </a:lnTo>
                  <a:lnTo>
                    <a:pt x="307134" y="2908850"/>
                  </a:lnTo>
                  <a:lnTo>
                    <a:pt x="307989" y="2977823"/>
                  </a:lnTo>
                  <a:lnTo>
                    <a:pt x="308845" y="2978414"/>
                  </a:lnTo>
                  <a:lnTo>
                    <a:pt x="309700" y="2999668"/>
                  </a:lnTo>
                  <a:lnTo>
                    <a:pt x="310556" y="3053653"/>
                  </a:lnTo>
                  <a:lnTo>
                    <a:pt x="311411" y="3116972"/>
                  </a:lnTo>
                  <a:lnTo>
                    <a:pt x="312267" y="3116972"/>
                  </a:lnTo>
                  <a:lnTo>
                    <a:pt x="313122" y="3116972"/>
                  </a:lnTo>
                  <a:lnTo>
                    <a:pt x="313978" y="3116972"/>
                  </a:lnTo>
                  <a:lnTo>
                    <a:pt x="314834" y="3116972"/>
                  </a:lnTo>
                  <a:lnTo>
                    <a:pt x="315689" y="3116972"/>
                  </a:lnTo>
                  <a:lnTo>
                    <a:pt x="316545" y="3112266"/>
                  </a:lnTo>
                  <a:lnTo>
                    <a:pt x="317400" y="2965157"/>
                  </a:lnTo>
                  <a:lnTo>
                    <a:pt x="318256" y="2927607"/>
                  </a:lnTo>
                  <a:lnTo>
                    <a:pt x="319111" y="2888770"/>
                  </a:lnTo>
                  <a:lnTo>
                    <a:pt x="319967" y="2805268"/>
                  </a:lnTo>
                  <a:lnTo>
                    <a:pt x="320822" y="2754199"/>
                  </a:lnTo>
                  <a:lnTo>
                    <a:pt x="321678" y="2769698"/>
                  </a:lnTo>
                  <a:lnTo>
                    <a:pt x="322533" y="2765490"/>
                  </a:lnTo>
                  <a:lnTo>
                    <a:pt x="323389" y="2821952"/>
                  </a:lnTo>
                  <a:lnTo>
                    <a:pt x="324244" y="2891085"/>
                  </a:lnTo>
                  <a:lnTo>
                    <a:pt x="325100" y="2991349"/>
                  </a:lnTo>
                  <a:lnTo>
                    <a:pt x="325955" y="3044959"/>
                  </a:lnTo>
                  <a:lnTo>
                    <a:pt x="326811" y="3033895"/>
                  </a:lnTo>
                  <a:lnTo>
                    <a:pt x="327666" y="3039232"/>
                  </a:lnTo>
                  <a:lnTo>
                    <a:pt x="328522" y="3007090"/>
                  </a:lnTo>
                  <a:lnTo>
                    <a:pt x="329377" y="3027112"/>
                  </a:lnTo>
                  <a:lnTo>
                    <a:pt x="330233" y="3047644"/>
                  </a:lnTo>
                  <a:lnTo>
                    <a:pt x="331089" y="3095119"/>
                  </a:lnTo>
                  <a:lnTo>
                    <a:pt x="331944" y="3116972"/>
                  </a:lnTo>
                  <a:lnTo>
                    <a:pt x="332800" y="3116972"/>
                  </a:lnTo>
                  <a:lnTo>
                    <a:pt x="333655" y="3116972"/>
                  </a:lnTo>
                  <a:lnTo>
                    <a:pt x="334511" y="3098422"/>
                  </a:lnTo>
                  <a:lnTo>
                    <a:pt x="335366" y="3061064"/>
                  </a:lnTo>
                  <a:lnTo>
                    <a:pt x="336222" y="3021737"/>
                  </a:lnTo>
                  <a:lnTo>
                    <a:pt x="337077" y="2975580"/>
                  </a:lnTo>
                  <a:lnTo>
                    <a:pt x="337933" y="2935492"/>
                  </a:lnTo>
                  <a:lnTo>
                    <a:pt x="338788" y="2994751"/>
                  </a:lnTo>
                  <a:lnTo>
                    <a:pt x="339644" y="3068858"/>
                  </a:lnTo>
                  <a:lnTo>
                    <a:pt x="340499" y="3090190"/>
                  </a:lnTo>
                  <a:lnTo>
                    <a:pt x="341355" y="3096663"/>
                  </a:lnTo>
                  <a:lnTo>
                    <a:pt x="342210" y="3038199"/>
                  </a:lnTo>
                  <a:lnTo>
                    <a:pt x="343066" y="3028679"/>
                  </a:lnTo>
                  <a:lnTo>
                    <a:pt x="343921" y="3052995"/>
                  </a:lnTo>
                  <a:lnTo>
                    <a:pt x="344777" y="2979521"/>
                  </a:lnTo>
                  <a:lnTo>
                    <a:pt x="345632" y="2936565"/>
                  </a:lnTo>
                  <a:lnTo>
                    <a:pt x="346488" y="2901089"/>
                  </a:lnTo>
                  <a:lnTo>
                    <a:pt x="347344" y="2886842"/>
                  </a:lnTo>
                  <a:lnTo>
                    <a:pt x="348199" y="2888687"/>
                  </a:lnTo>
                  <a:lnTo>
                    <a:pt x="349055" y="2860042"/>
                  </a:lnTo>
                  <a:lnTo>
                    <a:pt x="349910" y="2856422"/>
                  </a:lnTo>
                  <a:lnTo>
                    <a:pt x="350766" y="2852874"/>
                  </a:lnTo>
                  <a:lnTo>
                    <a:pt x="351621" y="2868595"/>
                  </a:lnTo>
                  <a:lnTo>
                    <a:pt x="352477" y="2910831"/>
                  </a:lnTo>
                  <a:lnTo>
                    <a:pt x="353332" y="2948577"/>
                  </a:lnTo>
                  <a:lnTo>
                    <a:pt x="354188" y="2990565"/>
                  </a:lnTo>
                  <a:lnTo>
                    <a:pt x="355043" y="3044401"/>
                  </a:lnTo>
                  <a:lnTo>
                    <a:pt x="355899" y="3073533"/>
                  </a:lnTo>
                  <a:lnTo>
                    <a:pt x="356754" y="3051622"/>
                  </a:lnTo>
                  <a:lnTo>
                    <a:pt x="357610" y="3001652"/>
                  </a:lnTo>
                  <a:lnTo>
                    <a:pt x="358465" y="2989390"/>
                  </a:lnTo>
                  <a:lnTo>
                    <a:pt x="359321" y="2988221"/>
                  </a:lnTo>
                  <a:lnTo>
                    <a:pt x="360176" y="2988222"/>
                  </a:lnTo>
                  <a:lnTo>
                    <a:pt x="361032" y="2988223"/>
                  </a:lnTo>
                  <a:lnTo>
                    <a:pt x="361888" y="3006445"/>
                  </a:lnTo>
                  <a:lnTo>
                    <a:pt x="362743" y="3087065"/>
                  </a:lnTo>
                  <a:lnTo>
                    <a:pt x="363599" y="3081942"/>
                  </a:lnTo>
                  <a:lnTo>
                    <a:pt x="364454" y="3039566"/>
                  </a:lnTo>
                  <a:lnTo>
                    <a:pt x="365310" y="3068764"/>
                  </a:lnTo>
                  <a:lnTo>
                    <a:pt x="366165" y="3062185"/>
                  </a:lnTo>
                  <a:lnTo>
                    <a:pt x="367021" y="3009199"/>
                  </a:lnTo>
                  <a:lnTo>
                    <a:pt x="367876" y="2974938"/>
                  </a:lnTo>
                  <a:lnTo>
                    <a:pt x="368732" y="2989523"/>
                  </a:lnTo>
                  <a:lnTo>
                    <a:pt x="369587" y="3033064"/>
                  </a:lnTo>
                  <a:lnTo>
                    <a:pt x="370443" y="2985804"/>
                  </a:lnTo>
                  <a:lnTo>
                    <a:pt x="371298" y="2935551"/>
                  </a:lnTo>
                  <a:lnTo>
                    <a:pt x="372154" y="2914932"/>
                  </a:lnTo>
                  <a:lnTo>
                    <a:pt x="373009" y="2921330"/>
                  </a:lnTo>
                  <a:lnTo>
                    <a:pt x="373865" y="2950291"/>
                  </a:lnTo>
                  <a:lnTo>
                    <a:pt x="374720" y="2939104"/>
                  </a:lnTo>
                  <a:lnTo>
                    <a:pt x="375576" y="2906864"/>
                  </a:lnTo>
                  <a:lnTo>
                    <a:pt x="376431" y="2904505"/>
                  </a:lnTo>
                  <a:lnTo>
                    <a:pt x="377287" y="2933070"/>
                  </a:lnTo>
                  <a:lnTo>
                    <a:pt x="378143" y="2941898"/>
                  </a:lnTo>
                  <a:lnTo>
                    <a:pt x="378998" y="3005451"/>
                  </a:lnTo>
                  <a:lnTo>
                    <a:pt x="379854" y="3077998"/>
                  </a:lnTo>
                  <a:lnTo>
                    <a:pt x="380709" y="3116972"/>
                  </a:lnTo>
                  <a:lnTo>
                    <a:pt x="381565" y="3116972"/>
                  </a:lnTo>
                  <a:lnTo>
                    <a:pt x="382420" y="3104120"/>
                  </a:lnTo>
                  <a:lnTo>
                    <a:pt x="383276" y="3052839"/>
                  </a:lnTo>
                  <a:lnTo>
                    <a:pt x="384131" y="2988367"/>
                  </a:lnTo>
                  <a:lnTo>
                    <a:pt x="384987" y="2973943"/>
                  </a:lnTo>
                  <a:lnTo>
                    <a:pt x="385842" y="3009832"/>
                  </a:lnTo>
                  <a:lnTo>
                    <a:pt x="386698" y="3063872"/>
                  </a:lnTo>
                  <a:lnTo>
                    <a:pt x="387553" y="3116972"/>
                  </a:lnTo>
                  <a:lnTo>
                    <a:pt x="388409" y="3116972"/>
                  </a:lnTo>
                  <a:lnTo>
                    <a:pt x="389264" y="3116972"/>
                  </a:lnTo>
                  <a:lnTo>
                    <a:pt x="390120" y="3056782"/>
                  </a:lnTo>
                  <a:lnTo>
                    <a:pt x="390975" y="3007322"/>
                  </a:lnTo>
                  <a:lnTo>
                    <a:pt x="391831" y="2990567"/>
                  </a:lnTo>
                  <a:lnTo>
                    <a:pt x="392686" y="3069365"/>
                  </a:lnTo>
                  <a:lnTo>
                    <a:pt x="393542" y="3082370"/>
                  </a:lnTo>
                  <a:lnTo>
                    <a:pt x="394398" y="2943505"/>
                  </a:lnTo>
                  <a:lnTo>
                    <a:pt x="395253" y="2828813"/>
                  </a:lnTo>
                  <a:lnTo>
                    <a:pt x="396109" y="2796777"/>
                  </a:lnTo>
                  <a:lnTo>
                    <a:pt x="396964" y="2744811"/>
                  </a:lnTo>
                  <a:lnTo>
                    <a:pt x="397820" y="2644443"/>
                  </a:lnTo>
                  <a:lnTo>
                    <a:pt x="398675" y="2655551"/>
                  </a:lnTo>
                  <a:lnTo>
                    <a:pt x="399531" y="2875539"/>
                  </a:lnTo>
                  <a:lnTo>
                    <a:pt x="400386" y="2933880"/>
                  </a:lnTo>
                  <a:lnTo>
                    <a:pt x="401242" y="2917061"/>
                  </a:lnTo>
                  <a:lnTo>
                    <a:pt x="402097" y="2939414"/>
                  </a:lnTo>
                  <a:lnTo>
                    <a:pt x="402953" y="2975310"/>
                  </a:lnTo>
                  <a:lnTo>
                    <a:pt x="403808" y="2994690"/>
                  </a:lnTo>
                  <a:lnTo>
                    <a:pt x="404664" y="2992580"/>
                  </a:lnTo>
                  <a:lnTo>
                    <a:pt x="405519" y="3104571"/>
                  </a:lnTo>
                  <a:lnTo>
                    <a:pt x="406375" y="3116972"/>
                  </a:lnTo>
                  <a:lnTo>
                    <a:pt x="407230" y="3116972"/>
                  </a:lnTo>
                  <a:lnTo>
                    <a:pt x="408086" y="3103746"/>
                  </a:lnTo>
                  <a:lnTo>
                    <a:pt x="408942" y="3040065"/>
                  </a:lnTo>
                  <a:lnTo>
                    <a:pt x="409797" y="2948229"/>
                  </a:lnTo>
                  <a:lnTo>
                    <a:pt x="410653" y="2841033"/>
                  </a:lnTo>
                  <a:lnTo>
                    <a:pt x="411508" y="2786384"/>
                  </a:lnTo>
                  <a:lnTo>
                    <a:pt x="412364" y="2784869"/>
                  </a:lnTo>
                  <a:lnTo>
                    <a:pt x="413219" y="2797833"/>
                  </a:lnTo>
                  <a:lnTo>
                    <a:pt x="414075" y="2783687"/>
                  </a:lnTo>
                  <a:lnTo>
                    <a:pt x="414930" y="2811621"/>
                  </a:lnTo>
                  <a:lnTo>
                    <a:pt x="415786" y="2914639"/>
                  </a:lnTo>
                  <a:lnTo>
                    <a:pt x="416641" y="3027446"/>
                  </a:lnTo>
                  <a:lnTo>
                    <a:pt x="417497" y="3104322"/>
                  </a:lnTo>
                  <a:lnTo>
                    <a:pt x="418352" y="3113124"/>
                  </a:lnTo>
                  <a:lnTo>
                    <a:pt x="419208" y="3116972"/>
                  </a:lnTo>
                  <a:lnTo>
                    <a:pt x="420063" y="3116972"/>
                  </a:lnTo>
                  <a:lnTo>
                    <a:pt x="420919" y="3116972"/>
                  </a:lnTo>
                  <a:lnTo>
                    <a:pt x="421774" y="3099298"/>
                  </a:lnTo>
                  <a:lnTo>
                    <a:pt x="422630" y="3045236"/>
                  </a:lnTo>
                  <a:lnTo>
                    <a:pt x="423485" y="3025159"/>
                  </a:lnTo>
                  <a:lnTo>
                    <a:pt x="424341" y="2963544"/>
                  </a:lnTo>
                  <a:lnTo>
                    <a:pt x="425197" y="2918584"/>
                  </a:lnTo>
                  <a:lnTo>
                    <a:pt x="426052" y="2824963"/>
                  </a:lnTo>
                  <a:lnTo>
                    <a:pt x="426908" y="2793497"/>
                  </a:lnTo>
                  <a:lnTo>
                    <a:pt x="427763" y="2820899"/>
                  </a:lnTo>
                  <a:lnTo>
                    <a:pt x="428619" y="2873385"/>
                  </a:lnTo>
                  <a:lnTo>
                    <a:pt x="429474" y="2913828"/>
                  </a:lnTo>
                  <a:lnTo>
                    <a:pt x="430330" y="2903306"/>
                  </a:lnTo>
                  <a:lnTo>
                    <a:pt x="431185" y="2937135"/>
                  </a:lnTo>
                  <a:lnTo>
                    <a:pt x="432041" y="2961739"/>
                  </a:lnTo>
                  <a:lnTo>
                    <a:pt x="432896" y="2961740"/>
                  </a:lnTo>
                  <a:lnTo>
                    <a:pt x="433752" y="2961740"/>
                  </a:lnTo>
                  <a:lnTo>
                    <a:pt x="434607" y="2961742"/>
                  </a:lnTo>
                  <a:lnTo>
                    <a:pt x="435463" y="3001668"/>
                  </a:lnTo>
                  <a:lnTo>
                    <a:pt x="436318" y="3008367"/>
                  </a:lnTo>
                  <a:lnTo>
                    <a:pt x="437174" y="2988519"/>
                  </a:lnTo>
                  <a:lnTo>
                    <a:pt x="438029" y="2978593"/>
                  </a:lnTo>
                  <a:lnTo>
                    <a:pt x="438885" y="2965677"/>
                  </a:lnTo>
                  <a:lnTo>
                    <a:pt x="439740" y="2998969"/>
                  </a:lnTo>
                  <a:lnTo>
                    <a:pt x="440596" y="3017991"/>
                  </a:lnTo>
                  <a:lnTo>
                    <a:pt x="441452" y="3064134"/>
                  </a:lnTo>
                  <a:lnTo>
                    <a:pt x="442307" y="3077591"/>
                  </a:lnTo>
                  <a:lnTo>
                    <a:pt x="443163" y="3116972"/>
                  </a:lnTo>
                  <a:lnTo>
                    <a:pt x="444018" y="3116972"/>
                  </a:lnTo>
                  <a:lnTo>
                    <a:pt x="444874" y="3116972"/>
                  </a:lnTo>
                  <a:lnTo>
                    <a:pt x="445729" y="3116972"/>
                  </a:lnTo>
                  <a:lnTo>
                    <a:pt x="446585" y="3116972"/>
                  </a:lnTo>
                  <a:lnTo>
                    <a:pt x="447440" y="3116972"/>
                  </a:lnTo>
                  <a:lnTo>
                    <a:pt x="448296" y="3077383"/>
                  </a:lnTo>
                  <a:lnTo>
                    <a:pt x="449151" y="2927419"/>
                  </a:lnTo>
                  <a:lnTo>
                    <a:pt x="450007" y="2868043"/>
                  </a:lnTo>
                  <a:lnTo>
                    <a:pt x="450862" y="2840145"/>
                  </a:lnTo>
                  <a:lnTo>
                    <a:pt x="451718" y="2846368"/>
                  </a:lnTo>
                  <a:lnTo>
                    <a:pt x="452573" y="2851930"/>
                  </a:lnTo>
                  <a:lnTo>
                    <a:pt x="453429" y="2880829"/>
                  </a:lnTo>
                  <a:lnTo>
                    <a:pt x="454284" y="2946456"/>
                  </a:lnTo>
                  <a:lnTo>
                    <a:pt x="455140" y="2906698"/>
                  </a:lnTo>
                  <a:lnTo>
                    <a:pt x="455995" y="2883343"/>
                  </a:lnTo>
                  <a:lnTo>
                    <a:pt x="456851" y="2862453"/>
                  </a:lnTo>
                  <a:lnTo>
                    <a:pt x="457707" y="2841840"/>
                  </a:lnTo>
                  <a:lnTo>
                    <a:pt x="458562" y="2844634"/>
                  </a:lnTo>
                  <a:lnTo>
                    <a:pt x="459418" y="2851781"/>
                  </a:lnTo>
                  <a:lnTo>
                    <a:pt x="460273" y="2931049"/>
                  </a:lnTo>
                  <a:lnTo>
                    <a:pt x="461129" y="2958219"/>
                  </a:lnTo>
                  <a:lnTo>
                    <a:pt x="461984" y="2962094"/>
                  </a:lnTo>
                  <a:lnTo>
                    <a:pt x="462840" y="2947830"/>
                  </a:lnTo>
                  <a:lnTo>
                    <a:pt x="463695" y="2883312"/>
                  </a:lnTo>
                  <a:lnTo>
                    <a:pt x="464551" y="2891926"/>
                  </a:lnTo>
                  <a:lnTo>
                    <a:pt x="465406" y="2894397"/>
                  </a:lnTo>
                  <a:lnTo>
                    <a:pt x="466262" y="2853599"/>
                  </a:lnTo>
                  <a:lnTo>
                    <a:pt x="467117" y="2718529"/>
                  </a:lnTo>
                  <a:lnTo>
                    <a:pt x="467973" y="2659668"/>
                  </a:lnTo>
                  <a:lnTo>
                    <a:pt x="468828" y="2675810"/>
                  </a:lnTo>
                  <a:lnTo>
                    <a:pt x="469684" y="2704987"/>
                  </a:lnTo>
                  <a:lnTo>
                    <a:pt x="470539" y="2685837"/>
                  </a:lnTo>
                  <a:lnTo>
                    <a:pt x="471395" y="2720083"/>
                  </a:lnTo>
                  <a:lnTo>
                    <a:pt x="472251" y="2898966"/>
                  </a:lnTo>
                  <a:lnTo>
                    <a:pt x="473106" y="3019884"/>
                  </a:lnTo>
                  <a:lnTo>
                    <a:pt x="473962" y="3106279"/>
                  </a:lnTo>
                  <a:lnTo>
                    <a:pt x="474817" y="3101058"/>
                  </a:lnTo>
                  <a:lnTo>
                    <a:pt x="475673" y="3039650"/>
                  </a:lnTo>
                  <a:lnTo>
                    <a:pt x="476528" y="2948709"/>
                  </a:lnTo>
                  <a:lnTo>
                    <a:pt x="477384" y="2850418"/>
                  </a:lnTo>
                  <a:lnTo>
                    <a:pt x="478239" y="2766012"/>
                  </a:lnTo>
                  <a:lnTo>
                    <a:pt x="479095" y="2663200"/>
                  </a:lnTo>
                  <a:lnTo>
                    <a:pt x="479950" y="2616045"/>
                  </a:lnTo>
                  <a:lnTo>
                    <a:pt x="480806" y="2708834"/>
                  </a:lnTo>
                  <a:lnTo>
                    <a:pt x="481661" y="2823388"/>
                  </a:lnTo>
                  <a:lnTo>
                    <a:pt x="482517" y="2934792"/>
                  </a:lnTo>
                  <a:lnTo>
                    <a:pt x="483372" y="3024094"/>
                  </a:lnTo>
                  <a:lnTo>
                    <a:pt x="484228" y="3116972"/>
                  </a:lnTo>
                  <a:lnTo>
                    <a:pt x="485083" y="3116972"/>
                  </a:lnTo>
                  <a:lnTo>
                    <a:pt x="485939" y="3110894"/>
                  </a:lnTo>
                  <a:lnTo>
                    <a:pt x="486794" y="3068054"/>
                  </a:lnTo>
                  <a:lnTo>
                    <a:pt x="487650" y="3016943"/>
                  </a:lnTo>
                  <a:lnTo>
                    <a:pt x="488506" y="2963617"/>
                  </a:lnTo>
                  <a:lnTo>
                    <a:pt x="489361" y="2846433"/>
                  </a:lnTo>
                  <a:lnTo>
                    <a:pt x="490217" y="2735943"/>
                  </a:lnTo>
                  <a:lnTo>
                    <a:pt x="491072" y="2782160"/>
                  </a:lnTo>
                  <a:lnTo>
                    <a:pt x="491928" y="2828841"/>
                  </a:lnTo>
                  <a:lnTo>
                    <a:pt x="492783" y="2811126"/>
                  </a:lnTo>
                  <a:lnTo>
                    <a:pt x="493639" y="2765703"/>
                  </a:lnTo>
                  <a:lnTo>
                    <a:pt x="494494" y="2771383"/>
                  </a:lnTo>
                  <a:lnTo>
                    <a:pt x="495350" y="2813693"/>
                  </a:lnTo>
                  <a:lnTo>
                    <a:pt x="496205" y="2779612"/>
                  </a:lnTo>
                  <a:lnTo>
                    <a:pt x="497061" y="2692581"/>
                  </a:lnTo>
                  <a:lnTo>
                    <a:pt x="497916" y="2608646"/>
                  </a:lnTo>
                  <a:lnTo>
                    <a:pt x="498772" y="2659460"/>
                  </a:lnTo>
                  <a:lnTo>
                    <a:pt x="499627" y="2751387"/>
                  </a:lnTo>
                  <a:lnTo>
                    <a:pt x="500483" y="2828703"/>
                  </a:lnTo>
                  <a:lnTo>
                    <a:pt x="501338" y="2888326"/>
                  </a:lnTo>
                  <a:lnTo>
                    <a:pt x="502194" y="2954456"/>
                  </a:lnTo>
                  <a:lnTo>
                    <a:pt x="503049" y="3050294"/>
                  </a:lnTo>
                  <a:lnTo>
                    <a:pt x="503905" y="3037168"/>
                  </a:lnTo>
                  <a:lnTo>
                    <a:pt x="504761" y="2964056"/>
                  </a:lnTo>
                  <a:lnTo>
                    <a:pt x="505616" y="2906405"/>
                  </a:lnTo>
                  <a:lnTo>
                    <a:pt x="506472" y="2896792"/>
                  </a:lnTo>
                  <a:lnTo>
                    <a:pt x="507327" y="2873359"/>
                  </a:lnTo>
                  <a:lnTo>
                    <a:pt x="508183" y="2867896"/>
                  </a:lnTo>
                  <a:lnTo>
                    <a:pt x="509038" y="2837941"/>
                  </a:lnTo>
                  <a:lnTo>
                    <a:pt x="509894" y="2811301"/>
                  </a:lnTo>
                  <a:lnTo>
                    <a:pt x="510749" y="2868919"/>
                  </a:lnTo>
                  <a:lnTo>
                    <a:pt x="511605" y="2878532"/>
                  </a:lnTo>
                  <a:lnTo>
                    <a:pt x="512460" y="2898632"/>
                  </a:lnTo>
                  <a:lnTo>
                    <a:pt x="513316" y="2873994"/>
                  </a:lnTo>
                  <a:lnTo>
                    <a:pt x="514171" y="2926092"/>
                  </a:lnTo>
                  <a:lnTo>
                    <a:pt x="515027" y="3038426"/>
                  </a:lnTo>
                  <a:lnTo>
                    <a:pt x="515882" y="3006002"/>
                  </a:lnTo>
                  <a:lnTo>
                    <a:pt x="516738" y="2988477"/>
                  </a:lnTo>
                  <a:lnTo>
                    <a:pt x="517593" y="2991810"/>
                  </a:lnTo>
                  <a:lnTo>
                    <a:pt x="518449" y="3021913"/>
                  </a:lnTo>
                  <a:lnTo>
                    <a:pt x="519305" y="3015009"/>
                  </a:lnTo>
                  <a:lnTo>
                    <a:pt x="520160" y="2948624"/>
                  </a:lnTo>
                  <a:lnTo>
                    <a:pt x="521016" y="2912961"/>
                  </a:lnTo>
                  <a:lnTo>
                    <a:pt x="521871" y="2893546"/>
                  </a:lnTo>
                  <a:lnTo>
                    <a:pt x="522727" y="2887045"/>
                  </a:lnTo>
                  <a:lnTo>
                    <a:pt x="523582" y="2887046"/>
                  </a:lnTo>
                  <a:lnTo>
                    <a:pt x="524438" y="2895222"/>
                  </a:lnTo>
                  <a:lnTo>
                    <a:pt x="525293" y="2942919"/>
                  </a:lnTo>
                  <a:lnTo>
                    <a:pt x="526149" y="3027087"/>
                  </a:lnTo>
                  <a:lnTo>
                    <a:pt x="527004" y="3094331"/>
                  </a:lnTo>
                  <a:lnTo>
                    <a:pt x="527860" y="3113555"/>
                  </a:lnTo>
                  <a:lnTo>
                    <a:pt x="528715" y="3070396"/>
                  </a:lnTo>
                  <a:lnTo>
                    <a:pt x="529571" y="3016091"/>
                  </a:lnTo>
                  <a:lnTo>
                    <a:pt x="530426" y="2961312"/>
                  </a:lnTo>
                  <a:lnTo>
                    <a:pt x="531282" y="2940308"/>
                  </a:lnTo>
                  <a:lnTo>
                    <a:pt x="532137" y="2935512"/>
                  </a:lnTo>
                  <a:lnTo>
                    <a:pt x="532993" y="2983579"/>
                  </a:lnTo>
                  <a:lnTo>
                    <a:pt x="533848" y="3021589"/>
                  </a:lnTo>
                  <a:lnTo>
                    <a:pt x="534704" y="3041882"/>
                  </a:lnTo>
                  <a:lnTo>
                    <a:pt x="535560" y="3103450"/>
                  </a:lnTo>
                  <a:lnTo>
                    <a:pt x="536415" y="3068895"/>
                  </a:lnTo>
                  <a:lnTo>
                    <a:pt x="537271" y="2984882"/>
                  </a:lnTo>
                  <a:lnTo>
                    <a:pt x="538126" y="2901864"/>
                  </a:lnTo>
                  <a:lnTo>
                    <a:pt x="538982" y="2907015"/>
                  </a:lnTo>
                  <a:lnTo>
                    <a:pt x="539837" y="2981606"/>
                  </a:lnTo>
                  <a:lnTo>
                    <a:pt x="540693" y="2997985"/>
                  </a:lnTo>
                  <a:lnTo>
                    <a:pt x="541548" y="3027214"/>
                  </a:lnTo>
                  <a:lnTo>
                    <a:pt x="542404" y="3046861"/>
                  </a:lnTo>
                  <a:lnTo>
                    <a:pt x="543259" y="2995389"/>
                  </a:lnTo>
                  <a:lnTo>
                    <a:pt x="544115" y="2986249"/>
                  </a:lnTo>
                  <a:lnTo>
                    <a:pt x="544970" y="2945577"/>
                  </a:lnTo>
                  <a:lnTo>
                    <a:pt x="545826" y="2885447"/>
                  </a:lnTo>
                  <a:lnTo>
                    <a:pt x="546681" y="2842898"/>
                  </a:lnTo>
                  <a:lnTo>
                    <a:pt x="547537" y="2858996"/>
                  </a:lnTo>
                  <a:lnTo>
                    <a:pt x="548392" y="2935361"/>
                  </a:lnTo>
                  <a:lnTo>
                    <a:pt x="549248" y="2926369"/>
                  </a:lnTo>
                  <a:lnTo>
                    <a:pt x="550103" y="2857615"/>
                  </a:lnTo>
                  <a:lnTo>
                    <a:pt x="550959" y="2804703"/>
                  </a:lnTo>
                  <a:lnTo>
                    <a:pt x="551815" y="2859197"/>
                  </a:lnTo>
                  <a:lnTo>
                    <a:pt x="552670" y="2879224"/>
                  </a:lnTo>
                  <a:lnTo>
                    <a:pt x="553526" y="2813360"/>
                  </a:lnTo>
                  <a:lnTo>
                    <a:pt x="554381" y="2778912"/>
                  </a:lnTo>
                  <a:lnTo>
                    <a:pt x="555237" y="2817866"/>
                  </a:lnTo>
                  <a:lnTo>
                    <a:pt x="556092" y="2851440"/>
                  </a:lnTo>
                  <a:lnTo>
                    <a:pt x="556948" y="2794874"/>
                  </a:lnTo>
                  <a:lnTo>
                    <a:pt x="557803" y="2761758"/>
                  </a:lnTo>
                  <a:lnTo>
                    <a:pt x="558659" y="2789891"/>
                  </a:lnTo>
                  <a:lnTo>
                    <a:pt x="559514" y="2829041"/>
                  </a:lnTo>
                  <a:lnTo>
                    <a:pt x="560370" y="2889787"/>
                  </a:lnTo>
                  <a:lnTo>
                    <a:pt x="561225" y="2983320"/>
                  </a:lnTo>
                  <a:lnTo>
                    <a:pt x="562081" y="3038116"/>
                  </a:lnTo>
                  <a:lnTo>
                    <a:pt x="562936" y="3044368"/>
                  </a:lnTo>
                  <a:lnTo>
                    <a:pt x="563792" y="3069225"/>
                  </a:lnTo>
                  <a:lnTo>
                    <a:pt x="564647" y="3063163"/>
                  </a:lnTo>
                  <a:lnTo>
                    <a:pt x="565503" y="3009111"/>
                  </a:lnTo>
                  <a:lnTo>
                    <a:pt x="566359" y="2936990"/>
                  </a:lnTo>
                  <a:lnTo>
                    <a:pt x="567214" y="2925983"/>
                  </a:lnTo>
                  <a:lnTo>
                    <a:pt x="568070" y="2868019"/>
                  </a:lnTo>
                  <a:lnTo>
                    <a:pt x="568925" y="2819253"/>
                  </a:lnTo>
                  <a:lnTo>
                    <a:pt x="569781" y="2838747"/>
                  </a:lnTo>
                  <a:lnTo>
                    <a:pt x="570636" y="2850085"/>
                  </a:lnTo>
                  <a:lnTo>
                    <a:pt x="571492" y="2796714"/>
                  </a:lnTo>
                  <a:lnTo>
                    <a:pt x="572347" y="2759472"/>
                  </a:lnTo>
                  <a:lnTo>
                    <a:pt x="573203" y="2857603"/>
                  </a:lnTo>
                  <a:lnTo>
                    <a:pt x="574058" y="2949975"/>
                  </a:lnTo>
                  <a:lnTo>
                    <a:pt x="574914" y="2958969"/>
                  </a:lnTo>
                  <a:lnTo>
                    <a:pt x="575769" y="2970834"/>
                  </a:lnTo>
                  <a:lnTo>
                    <a:pt x="576625" y="3059092"/>
                  </a:lnTo>
                  <a:lnTo>
                    <a:pt x="577480" y="3116972"/>
                  </a:lnTo>
                  <a:lnTo>
                    <a:pt x="578336" y="3116972"/>
                  </a:lnTo>
                  <a:lnTo>
                    <a:pt x="579191" y="3116972"/>
                  </a:lnTo>
                  <a:lnTo>
                    <a:pt x="580047" y="3116972"/>
                  </a:lnTo>
                  <a:lnTo>
                    <a:pt x="580902" y="3116972"/>
                  </a:lnTo>
                  <a:lnTo>
                    <a:pt x="581758" y="3116972"/>
                  </a:lnTo>
                  <a:lnTo>
                    <a:pt x="582614" y="3102043"/>
                  </a:lnTo>
                  <a:lnTo>
                    <a:pt x="583469" y="3021815"/>
                  </a:lnTo>
                  <a:lnTo>
                    <a:pt x="584325" y="2986502"/>
                  </a:lnTo>
                  <a:lnTo>
                    <a:pt x="585180" y="2965435"/>
                  </a:lnTo>
                  <a:lnTo>
                    <a:pt x="586036" y="2909277"/>
                  </a:lnTo>
                  <a:lnTo>
                    <a:pt x="586891" y="2844230"/>
                  </a:lnTo>
                  <a:lnTo>
                    <a:pt x="587747" y="2821063"/>
                  </a:lnTo>
                  <a:lnTo>
                    <a:pt x="588602" y="2867896"/>
                  </a:lnTo>
                  <a:lnTo>
                    <a:pt x="589458" y="2894389"/>
                  </a:lnTo>
                  <a:lnTo>
                    <a:pt x="590313" y="2889981"/>
                  </a:lnTo>
                  <a:lnTo>
                    <a:pt x="591169" y="2886437"/>
                  </a:lnTo>
                  <a:lnTo>
                    <a:pt x="592024" y="2889437"/>
                  </a:lnTo>
                  <a:lnTo>
                    <a:pt x="592880" y="2906476"/>
                  </a:lnTo>
                  <a:lnTo>
                    <a:pt x="593735" y="2955216"/>
                  </a:lnTo>
                  <a:lnTo>
                    <a:pt x="594591" y="2972741"/>
                  </a:lnTo>
                  <a:lnTo>
                    <a:pt x="595446" y="2956539"/>
                  </a:lnTo>
                  <a:lnTo>
                    <a:pt x="596302" y="3005276"/>
                  </a:lnTo>
                  <a:lnTo>
                    <a:pt x="597157" y="3116972"/>
                  </a:lnTo>
                  <a:lnTo>
                    <a:pt x="598013" y="3116972"/>
                  </a:lnTo>
                  <a:lnTo>
                    <a:pt x="598869" y="3097460"/>
                  </a:lnTo>
                  <a:lnTo>
                    <a:pt x="599724" y="3030240"/>
                  </a:lnTo>
                  <a:lnTo>
                    <a:pt x="600580" y="3043935"/>
                  </a:lnTo>
                  <a:lnTo>
                    <a:pt x="601435" y="3025374"/>
                  </a:lnTo>
                  <a:lnTo>
                    <a:pt x="602291" y="2922955"/>
                  </a:lnTo>
                  <a:lnTo>
                    <a:pt x="603146" y="2872244"/>
                  </a:lnTo>
                  <a:lnTo>
                    <a:pt x="604002" y="2897430"/>
                  </a:lnTo>
                  <a:lnTo>
                    <a:pt x="604857" y="2935434"/>
                  </a:lnTo>
                  <a:lnTo>
                    <a:pt x="605713" y="2919202"/>
                  </a:lnTo>
                  <a:lnTo>
                    <a:pt x="606568" y="2940731"/>
                  </a:lnTo>
                  <a:lnTo>
                    <a:pt x="607424" y="2967033"/>
                  </a:lnTo>
                  <a:lnTo>
                    <a:pt x="608279" y="2968542"/>
                  </a:lnTo>
                  <a:lnTo>
                    <a:pt x="609135" y="2985729"/>
                  </a:lnTo>
                  <a:lnTo>
                    <a:pt x="609990" y="2997423"/>
                  </a:lnTo>
                  <a:lnTo>
                    <a:pt x="610846" y="3032248"/>
                  </a:lnTo>
                  <a:lnTo>
                    <a:pt x="611701" y="3040264"/>
                  </a:lnTo>
                  <a:lnTo>
                    <a:pt x="612557" y="3053764"/>
                  </a:lnTo>
                  <a:lnTo>
                    <a:pt x="613413" y="2976219"/>
                  </a:lnTo>
                  <a:lnTo>
                    <a:pt x="614268" y="2908339"/>
                  </a:lnTo>
                  <a:lnTo>
                    <a:pt x="615124" y="2789172"/>
                  </a:lnTo>
                  <a:lnTo>
                    <a:pt x="615979" y="2639681"/>
                  </a:lnTo>
                  <a:lnTo>
                    <a:pt x="616835" y="2533173"/>
                  </a:lnTo>
                  <a:lnTo>
                    <a:pt x="617690" y="2465477"/>
                  </a:lnTo>
                  <a:lnTo>
                    <a:pt x="618546" y="2481116"/>
                  </a:lnTo>
                  <a:lnTo>
                    <a:pt x="619401" y="2546840"/>
                  </a:lnTo>
                  <a:lnTo>
                    <a:pt x="620257" y="2608255"/>
                  </a:lnTo>
                  <a:lnTo>
                    <a:pt x="621112" y="2670890"/>
                  </a:lnTo>
                  <a:lnTo>
                    <a:pt x="621968" y="2745689"/>
                  </a:lnTo>
                  <a:lnTo>
                    <a:pt x="622823" y="2796293"/>
                  </a:lnTo>
                  <a:lnTo>
                    <a:pt x="623679" y="2744573"/>
                  </a:lnTo>
                  <a:lnTo>
                    <a:pt x="624534" y="2611138"/>
                  </a:lnTo>
                  <a:lnTo>
                    <a:pt x="625390" y="2595655"/>
                  </a:lnTo>
                  <a:lnTo>
                    <a:pt x="626245" y="2595842"/>
                  </a:lnTo>
                  <a:lnTo>
                    <a:pt x="627101" y="2563115"/>
                  </a:lnTo>
                  <a:lnTo>
                    <a:pt x="627956" y="2581517"/>
                  </a:lnTo>
                  <a:lnTo>
                    <a:pt x="628812" y="2662852"/>
                  </a:lnTo>
                  <a:lnTo>
                    <a:pt x="629668" y="2671534"/>
                  </a:lnTo>
                  <a:lnTo>
                    <a:pt x="630523" y="2651666"/>
                  </a:lnTo>
                  <a:lnTo>
                    <a:pt x="631379" y="2701179"/>
                  </a:lnTo>
                  <a:lnTo>
                    <a:pt x="632234" y="2694371"/>
                  </a:lnTo>
                  <a:lnTo>
                    <a:pt x="633090" y="2597407"/>
                  </a:lnTo>
                  <a:lnTo>
                    <a:pt x="633945" y="2511725"/>
                  </a:lnTo>
                  <a:lnTo>
                    <a:pt x="634801" y="2514142"/>
                  </a:lnTo>
                  <a:lnTo>
                    <a:pt x="635656" y="2474922"/>
                  </a:lnTo>
                  <a:lnTo>
                    <a:pt x="636512" y="2354431"/>
                  </a:lnTo>
                  <a:lnTo>
                    <a:pt x="637367" y="2347422"/>
                  </a:lnTo>
                  <a:lnTo>
                    <a:pt x="638223" y="2338069"/>
                  </a:lnTo>
                  <a:lnTo>
                    <a:pt x="639078" y="2353678"/>
                  </a:lnTo>
                  <a:lnTo>
                    <a:pt x="639934" y="2395701"/>
                  </a:lnTo>
                  <a:lnTo>
                    <a:pt x="640789" y="2411100"/>
                  </a:lnTo>
                  <a:lnTo>
                    <a:pt x="641645" y="2487932"/>
                  </a:lnTo>
                  <a:lnTo>
                    <a:pt x="642500" y="2542220"/>
                  </a:lnTo>
                  <a:lnTo>
                    <a:pt x="643356" y="2609853"/>
                  </a:lnTo>
                  <a:lnTo>
                    <a:pt x="644211" y="2586739"/>
                  </a:lnTo>
                  <a:lnTo>
                    <a:pt x="645067" y="2411116"/>
                  </a:lnTo>
                  <a:lnTo>
                    <a:pt x="645923" y="2224544"/>
                  </a:lnTo>
                  <a:lnTo>
                    <a:pt x="646778" y="1993773"/>
                  </a:lnTo>
                  <a:lnTo>
                    <a:pt x="647634" y="1727898"/>
                  </a:lnTo>
                  <a:lnTo>
                    <a:pt x="648489" y="1523909"/>
                  </a:lnTo>
                  <a:lnTo>
                    <a:pt x="649345" y="1405207"/>
                  </a:lnTo>
                  <a:lnTo>
                    <a:pt x="650200" y="1398093"/>
                  </a:lnTo>
                  <a:lnTo>
                    <a:pt x="651056" y="1415318"/>
                  </a:lnTo>
                  <a:lnTo>
                    <a:pt x="651911" y="1408259"/>
                  </a:lnTo>
                  <a:lnTo>
                    <a:pt x="652767" y="1374231"/>
                  </a:lnTo>
                  <a:lnTo>
                    <a:pt x="653622" y="1285331"/>
                  </a:lnTo>
                  <a:lnTo>
                    <a:pt x="654478" y="1185403"/>
                  </a:lnTo>
                  <a:lnTo>
                    <a:pt x="655333" y="1089574"/>
                  </a:lnTo>
                  <a:lnTo>
                    <a:pt x="656189" y="1048160"/>
                  </a:lnTo>
                  <a:lnTo>
                    <a:pt x="657044" y="1136206"/>
                  </a:lnTo>
                  <a:lnTo>
                    <a:pt x="657900" y="1157566"/>
                  </a:lnTo>
                  <a:lnTo>
                    <a:pt x="658755" y="1127271"/>
                  </a:lnTo>
                  <a:lnTo>
                    <a:pt x="659611" y="1153485"/>
                  </a:lnTo>
                  <a:lnTo>
                    <a:pt x="660467" y="1345130"/>
                  </a:lnTo>
                  <a:lnTo>
                    <a:pt x="661322" y="1470178"/>
                  </a:lnTo>
                  <a:lnTo>
                    <a:pt x="662178" y="1406881"/>
                  </a:lnTo>
                  <a:lnTo>
                    <a:pt x="663033" y="1402899"/>
                  </a:lnTo>
                  <a:lnTo>
                    <a:pt x="663889" y="1532776"/>
                  </a:lnTo>
                  <a:lnTo>
                    <a:pt x="664744" y="1666885"/>
                  </a:lnTo>
                  <a:lnTo>
                    <a:pt x="665600" y="1674613"/>
                  </a:lnTo>
                  <a:lnTo>
                    <a:pt x="666455" y="1661664"/>
                  </a:lnTo>
                  <a:lnTo>
                    <a:pt x="667311" y="1695079"/>
                  </a:lnTo>
                  <a:lnTo>
                    <a:pt x="668166" y="1672269"/>
                  </a:lnTo>
                  <a:lnTo>
                    <a:pt x="669022" y="1476421"/>
                  </a:lnTo>
                  <a:lnTo>
                    <a:pt x="669877" y="1263947"/>
                  </a:lnTo>
                  <a:lnTo>
                    <a:pt x="670733" y="1068623"/>
                  </a:lnTo>
                  <a:lnTo>
                    <a:pt x="671588" y="946516"/>
                  </a:lnTo>
                  <a:lnTo>
                    <a:pt x="672444" y="915564"/>
                  </a:lnTo>
                  <a:lnTo>
                    <a:pt x="673299" y="947412"/>
                  </a:lnTo>
                  <a:lnTo>
                    <a:pt x="674155" y="1076000"/>
                  </a:lnTo>
                  <a:lnTo>
                    <a:pt x="675010" y="1126791"/>
                  </a:lnTo>
                  <a:lnTo>
                    <a:pt x="675866" y="1129970"/>
                  </a:lnTo>
                  <a:lnTo>
                    <a:pt x="676722" y="1145552"/>
                  </a:lnTo>
                  <a:lnTo>
                    <a:pt x="677577" y="1202192"/>
                  </a:lnTo>
                  <a:lnTo>
                    <a:pt x="678433" y="1284966"/>
                  </a:lnTo>
                  <a:lnTo>
                    <a:pt x="679288" y="1349649"/>
                  </a:lnTo>
                  <a:lnTo>
                    <a:pt x="680144" y="1609882"/>
                  </a:lnTo>
                  <a:lnTo>
                    <a:pt x="680999" y="1963686"/>
                  </a:lnTo>
                  <a:lnTo>
                    <a:pt x="681855" y="2272040"/>
                  </a:lnTo>
                  <a:lnTo>
                    <a:pt x="682710" y="2443805"/>
                  </a:lnTo>
                  <a:lnTo>
                    <a:pt x="683566" y="2539743"/>
                  </a:lnTo>
                  <a:lnTo>
                    <a:pt x="684421" y="2611065"/>
                  </a:lnTo>
                  <a:lnTo>
                    <a:pt x="685277" y="2631728"/>
                  </a:lnTo>
                  <a:lnTo>
                    <a:pt x="686132" y="2558947"/>
                  </a:lnTo>
                  <a:lnTo>
                    <a:pt x="686988" y="2515299"/>
                  </a:lnTo>
                  <a:lnTo>
                    <a:pt x="687843" y="2443368"/>
                  </a:lnTo>
                  <a:lnTo>
                    <a:pt x="688699" y="2412455"/>
                  </a:lnTo>
                  <a:lnTo>
                    <a:pt x="689554" y="2461362"/>
                  </a:lnTo>
                  <a:lnTo>
                    <a:pt x="690410" y="2432125"/>
                  </a:lnTo>
                  <a:lnTo>
                    <a:pt x="691265" y="2371666"/>
                  </a:lnTo>
                  <a:lnTo>
                    <a:pt x="692121" y="2234507"/>
                  </a:lnTo>
                  <a:lnTo>
                    <a:pt x="692977" y="2277590"/>
                  </a:lnTo>
                  <a:lnTo>
                    <a:pt x="693832" y="2380577"/>
                  </a:lnTo>
                  <a:lnTo>
                    <a:pt x="694688" y="2448296"/>
                  </a:lnTo>
                  <a:lnTo>
                    <a:pt x="695543" y="2539681"/>
                  </a:lnTo>
                  <a:lnTo>
                    <a:pt x="696399" y="2669280"/>
                  </a:lnTo>
                  <a:lnTo>
                    <a:pt x="697254" y="2876081"/>
                  </a:lnTo>
                  <a:lnTo>
                    <a:pt x="698110" y="2967959"/>
                  </a:lnTo>
                  <a:lnTo>
                    <a:pt x="698965" y="2998377"/>
                  </a:lnTo>
                  <a:lnTo>
                    <a:pt x="699821" y="2903841"/>
                  </a:lnTo>
                  <a:lnTo>
                    <a:pt x="700676" y="2735978"/>
                  </a:lnTo>
                  <a:lnTo>
                    <a:pt x="701532" y="2689397"/>
                  </a:lnTo>
                  <a:lnTo>
                    <a:pt x="702387" y="2676520"/>
                  </a:lnTo>
                  <a:lnTo>
                    <a:pt x="703243" y="2640116"/>
                  </a:lnTo>
                  <a:lnTo>
                    <a:pt x="704098" y="2626717"/>
                  </a:lnTo>
                  <a:lnTo>
                    <a:pt x="704954" y="2757521"/>
                  </a:lnTo>
                  <a:lnTo>
                    <a:pt x="705809" y="2873219"/>
                  </a:lnTo>
                  <a:lnTo>
                    <a:pt x="706665" y="2835786"/>
                  </a:lnTo>
                  <a:lnTo>
                    <a:pt x="707520" y="2669476"/>
                  </a:lnTo>
                  <a:lnTo>
                    <a:pt x="708376" y="2641828"/>
                  </a:lnTo>
                  <a:lnTo>
                    <a:pt x="709232" y="2671481"/>
                  </a:lnTo>
                  <a:lnTo>
                    <a:pt x="710087" y="2686787"/>
                  </a:lnTo>
                  <a:lnTo>
                    <a:pt x="710943" y="2743673"/>
                  </a:lnTo>
                  <a:lnTo>
                    <a:pt x="711798" y="2831329"/>
                  </a:lnTo>
                  <a:lnTo>
                    <a:pt x="712654" y="2971176"/>
                  </a:lnTo>
                  <a:lnTo>
                    <a:pt x="713509" y="2988003"/>
                  </a:lnTo>
                  <a:lnTo>
                    <a:pt x="714365" y="2974701"/>
                  </a:lnTo>
                  <a:lnTo>
                    <a:pt x="715220" y="2927976"/>
                  </a:lnTo>
                  <a:lnTo>
                    <a:pt x="716076" y="2747409"/>
                  </a:lnTo>
                  <a:lnTo>
                    <a:pt x="716931" y="2545419"/>
                  </a:lnTo>
                  <a:lnTo>
                    <a:pt x="717787" y="2418950"/>
                  </a:lnTo>
                  <a:lnTo>
                    <a:pt x="718642" y="2340803"/>
                  </a:lnTo>
                  <a:lnTo>
                    <a:pt x="719498" y="2231011"/>
                  </a:lnTo>
                  <a:lnTo>
                    <a:pt x="720353" y="2121487"/>
                  </a:lnTo>
                  <a:lnTo>
                    <a:pt x="721209" y="2188860"/>
                  </a:lnTo>
                  <a:lnTo>
                    <a:pt x="722064" y="2361214"/>
                  </a:lnTo>
                  <a:lnTo>
                    <a:pt x="722920" y="2497846"/>
                  </a:lnTo>
                  <a:lnTo>
                    <a:pt x="723776" y="2579780"/>
                  </a:lnTo>
                  <a:lnTo>
                    <a:pt x="724631" y="2616927"/>
                  </a:lnTo>
                  <a:lnTo>
                    <a:pt x="725487" y="2663389"/>
                  </a:lnTo>
                  <a:lnTo>
                    <a:pt x="726342" y="2609071"/>
                  </a:lnTo>
                  <a:lnTo>
                    <a:pt x="727198" y="2500453"/>
                  </a:lnTo>
                  <a:lnTo>
                    <a:pt x="728053" y="2436780"/>
                  </a:lnTo>
                  <a:lnTo>
                    <a:pt x="728909" y="2434070"/>
                  </a:lnTo>
                  <a:lnTo>
                    <a:pt x="729764" y="2430666"/>
                  </a:lnTo>
                  <a:lnTo>
                    <a:pt x="730620" y="2410492"/>
                  </a:lnTo>
                  <a:lnTo>
                    <a:pt x="731475" y="2470087"/>
                  </a:lnTo>
                  <a:lnTo>
                    <a:pt x="732331" y="2585158"/>
                  </a:lnTo>
                  <a:lnTo>
                    <a:pt x="733186" y="2607470"/>
                  </a:lnTo>
                  <a:lnTo>
                    <a:pt x="734042" y="2561118"/>
                  </a:lnTo>
                  <a:lnTo>
                    <a:pt x="734897" y="2592420"/>
                  </a:lnTo>
                  <a:lnTo>
                    <a:pt x="735753" y="2684300"/>
                  </a:lnTo>
                  <a:lnTo>
                    <a:pt x="736608" y="2751517"/>
                  </a:lnTo>
                  <a:lnTo>
                    <a:pt x="737464" y="2732054"/>
                  </a:lnTo>
                  <a:lnTo>
                    <a:pt x="738319" y="2732632"/>
                  </a:lnTo>
                  <a:lnTo>
                    <a:pt x="739175" y="2800568"/>
                  </a:lnTo>
                  <a:lnTo>
                    <a:pt x="740031" y="2840141"/>
                  </a:lnTo>
                  <a:lnTo>
                    <a:pt x="740886" y="2784250"/>
                  </a:lnTo>
                  <a:lnTo>
                    <a:pt x="741742" y="2724883"/>
                  </a:lnTo>
                  <a:lnTo>
                    <a:pt x="742597" y="2751239"/>
                  </a:lnTo>
                  <a:lnTo>
                    <a:pt x="743453" y="2808959"/>
                  </a:lnTo>
                  <a:lnTo>
                    <a:pt x="744308" y="2833523"/>
                  </a:lnTo>
                  <a:lnTo>
                    <a:pt x="745164" y="2852000"/>
                  </a:lnTo>
                  <a:lnTo>
                    <a:pt x="746019" y="2945971"/>
                  </a:lnTo>
                  <a:lnTo>
                    <a:pt x="746875" y="2960912"/>
                  </a:lnTo>
                  <a:lnTo>
                    <a:pt x="747730" y="2825009"/>
                  </a:lnTo>
                  <a:lnTo>
                    <a:pt x="748586" y="2670598"/>
                  </a:lnTo>
                  <a:lnTo>
                    <a:pt x="749441" y="2541711"/>
                  </a:lnTo>
                  <a:lnTo>
                    <a:pt x="750297" y="2479943"/>
                  </a:lnTo>
                  <a:lnTo>
                    <a:pt x="751152" y="2334495"/>
                  </a:lnTo>
                  <a:lnTo>
                    <a:pt x="752008" y="2251930"/>
                  </a:lnTo>
                  <a:lnTo>
                    <a:pt x="752863" y="2286779"/>
                  </a:lnTo>
                  <a:lnTo>
                    <a:pt x="753719" y="2400669"/>
                  </a:lnTo>
                  <a:lnTo>
                    <a:pt x="754574" y="2502223"/>
                  </a:lnTo>
                  <a:lnTo>
                    <a:pt x="755430" y="2509204"/>
                  </a:lnTo>
                  <a:lnTo>
                    <a:pt x="756286" y="2651783"/>
                  </a:lnTo>
                  <a:lnTo>
                    <a:pt x="757141" y="2796151"/>
                  </a:lnTo>
                  <a:lnTo>
                    <a:pt x="757997" y="2863793"/>
                  </a:lnTo>
                  <a:lnTo>
                    <a:pt x="758852" y="2889974"/>
                  </a:lnTo>
                  <a:lnTo>
                    <a:pt x="759708" y="2917308"/>
                  </a:lnTo>
                  <a:lnTo>
                    <a:pt x="760563" y="2927144"/>
                  </a:lnTo>
                  <a:lnTo>
                    <a:pt x="761419" y="2890676"/>
                  </a:lnTo>
                  <a:lnTo>
                    <a:pt x="762274" y="2954680"/>
                  </a:lnTo>
                  <a:lnTo>
                    <a:pt x="763130" y="3026065"/>
                  </a:lnTo>
                  <a:lnTo>
                    <a:pt x="763985" y="2976287"/>
                  </a:lnTo>
                  <a:lnTo>
                    <a:pt x="764841" y="2929154"/>
                  </a:lnTo>
                  <a:lnTo>
                    <a:pt x="765696" y="2917927"/>
                  </a:lnTo>
                  <a:lnTo>
                    <a:pt x="766552" y="2939649"/>
                  </a:lnTo>
                  <a:lnTo>
                    <a:pt x="767407" y="2898963"/>
                  </a:lnTo>
                  <a:lnTo>
                    <a:pt x="768263" y="2877119"/>
                  </a:lnTo>
                  <a:lnTo>
                    <a:pt x="769118" y="2886413"/>
                  </a:lnTo>
                  <a:lnTo>
                    <a:pt x="769974" y="2858977"/>
                  </a:lnTo>
                  <a:lnTo>
                    <a:pt x="770830" y="2837453"/>
                  </a:lnTo>
                  <a:lnTo>
                    <a:pt x="771685" y="2734573"/>
                  </a:lnTo>
                  <a:lnTo>
                    <a:pt x="772541" y="2634861"/>
                  </a:lnTo>
                  <a:lnTo>
                    <a:pt x="773396" y="2569106"/>
                  </a:lnTo>
                  <a:lnTo>
                    <a:pt x="774252" y="2562781"/>
                  </a:lnTo>
                  <a:lnTo>
                    <a:pt x="775107" y="2611116"/>
                  </a:lnTo>
                  <a:lnTo>
                    <a:pt x="775963" y="2688818"/>
                  </a:lnTo>
                  <a:lnTo>
                    <a:pt x="776818" y="2809315"/>
                  </a:lnTo>
                  <a:lnTo>
                    <a:pt x="777674" y="2909028"/>
                  </a:lnTo>
                  <a:lnTo>
                    <a:pt x="778529" y="2974946"/>
                  </a:lnTo>
                  <a:lnTo>
                    <a:pt x="779385" y="3036097"/>
                  </a:lnTo>
                  <a:lnTo>
                    <a:pt x="780240" y="3059884"/>
                  </a:lnTo>
                  <a:lnTo>
                    <a:pt x="781096" y="3006175"/>
                  </a:lnTo>
                  <a:lnTo>
                    <a:pt x="781951" y="2977273"/>
                  </a:lnTo>
                  <a:lnTo>
                    <a:pt x="782807" y="2977273"/>
                  </a:lnTo>
                  <a:lnTo>
                    <a:pt x="783662" y="2955877"/>
                  </a:lnTo>
                  <a:lnTo>
                    <a:pt x="784518" y="2871385"/>
                  </a:lnTo>
                  <a:lnTo>
                    <a:pt x="785373" y="2761952"/>
                  </a:lnTo>
                  <a:lnTo>
                    <a:pt x="786229" y="2759835"/>
                  </a:lnTo>
                  <a:lnTo>
                    <a:pt x="787085" y="2763243"/>
                  </a:lnTo>
                  <a:lnTo>
                    <a:pt x="787940" y="2707082"/>
                  </a:lnTo>
                  <a:lnTo>
                    <a:pt x="788796" y="2691010"/>
                  </a:lnTo>
                  <a:lnTo>
                    <a:pt x="789651" y="2728649"/>
                  </a:lnTo>
                  <a:lnTo>
                    <a:pt x="790507" y="2800831"/>
                  </a:lnTo>
                  <a:lnTo>
                    <a:pt x="791362" y="2766382"/>
                  </a:lnTo>
                  <a:lnTo>
                    <a:pt x="792218" y="2692114"/>
                  </a:lnTo>
                  <a:lnTo>
                    <a:pt x="793073" y="2732547"/>
                  </a:lnTo>
                  <a:lnTo>
                    <a:pt x="793929" y="2770012"/>
                  </a:lnTo>
                  <a:lnTo>
                    <a:pt x="794784" y="2816868"/>
                  </a:lnTo>
                  <a:lnTo>
                    <a:pt x="795640" y="2856564"/>
                  </a:lnTo>
                  <a:lnTo>
                    <a:pt x="796495" y="2955232"/>
                  </a:lnTo>
                  <a:lnTo>
                    <a:pt x="797351" y="3029752"/>
                  </a:lnTo>
                  <a:lnTo>
                    <a:pt x="798206" y="2992760"/>
                  </a:lnTo>
                  <a:lnTo>
                    <a:pt x="799062" y="2913856"/>
                  </a:lnTo>
                  <a:lnTo>
                    <a:pt x="799917" y="2899430"/>
                  </a:lnTo>
                  <a:lnTo>
                    <a:pt x="800773" y="2901851"/>
                  </a:lnTo>
                  <a:lnTo>
                    <a:pt x="801628" y="2893458"/>
                  </a:lnTo>
                  <a:lnTo>
                    <a:pt x="802484" y="2918700"/>
                  </a:lnTo>
                  <a:lnTo>
                    <a:pt x="803340" y="2971419"/>
                  </a:lnTo>
                  <a:lnTo>
                    <a:pt x="804195" y="3050321"/>
                  </a:lnTo>
                  <a:lnTo>
                    <a:pt x="805051" y="3064748"/>
                  </a:lnTo>
                  <a:lnTo>
                    <a:pt x="805906" y="3062328"/>
                  </a:lnTo>
                  <a:lnTo>
                    <a:pt x="806762" y="3062328"/>
                  </a:lnTo>
                  <a:lnTo>
                    <a:pt x="807617" y="3062328"/>
                  </a:lnTo>
                  <a:lnTo>
                    <a:pt x="808473" y="3062328"/>
                  </a:lnTo>
                  <a:lnTo>
                    <a:pt x="809328" y="3062328"/>
                  </a:lnTo>
                  <a:lnTo>
                    <a:pt x="810184" y="3062328"/>
                  </a:lnTo>
                  <a:lnTo>
                    <a:pt x="811039" y="3062328"/>
                  </a:lnTo>
                  <a:lnTo>
                    <a:pt x="811895" y="3062328"/>
                  </a:lnTo>
                  <a:lnTo>
                    <a:pt x="812750" y="3062328"/>
                  </a:lnTo>
                  <a:lnTo>
                    <a:pt x="813606" y="3062328"/>
                  </a:lnTo>
                  <a:lnTo>
                    <a:pt x="814461" y="3062328"/>
                  </a:lnTo>
                  <a:lnTo>
                    <a:pt x="815317" y="3062328"/>
                  </a:lnTo>
                  <a:lnTo>
                    <a:pt x="816172" y="3062328"/>
                  </a:lnTo>
                  <a:lnTo>
                    <a:pt x="817028" y="3052822"/>
                  </a:lnTo>
                  <a:lnTo>
                    <a:pt x="817884" y="2996644"/>
                  </a:lnTo>
                  <a:lnTo>
                    <a:pt x="818739" y="2977023"/>
                  </a:lnTo>
                  <a:lnTo>
                    <a:pt x="819595" y="2977023"/>
                  </a:lnTo>
                  <a:lnTo>
                    <a:pt x="820450" y="2977024"/>
                  </a:lnTo>
                  <a:lnTo>
                    <a:pt x="821306" y="3008947"/>
                  </a:lnTo>
                  <a:lnTo>
                    <a:pt x="822161" y="3043696"/>
                  </a:lnTo>
                  <a:lnTo>
                    <a:pt x="823017" y="3099873"/>
                  </a:lnTo>
                  <a:lnTo>
                    <a:pt x="823872" y="3116972"/>
                  </a:lnTo>
                  <a:lnTo>
                    <a:pt x="824728" y="3116972"/>
                  </a:lnTo>
                  <a:lnTo>
                    <a:pt x="825583" y="3116972"/>
                  </a:lnTo>
                  <a:lnTo>
                    <a:pt x="826439" y="3087573"/>
                  </a:lnTo>
                  <a:lnTo>
                    <a:pt x="827294" y="3062328"/>
                  </a:lnTo>
                  <a:lnTo>
                    <a:pt x="828150" y="3062328"/>
                  </a:lnTo>
                  <a:lnTo>
                    <a:pt x="829005" y="3062328"/>
                  </a:lnTo>
                  <a:lnTo>
                    <a:pt x="829861" y="3062328"/>
                  </a:lnTo>
                  <a:lnTo>
                    <a:pt x="830716" y="3062328"/>
                  </a:lnTo>
                  <a:lnTo>
                    <a:pt x="831572" y="3062328"/>
                  </a:lnTo>
                  <a:lnTo>
                    <a:pt x="832427" y="3062328"/>
                  </a:lnTo>
                  <a:lnTo>
                    <a:pt x="833283" y="3067639"/>
                  </a:lnTo>
                  <a:lnTo>
                    <a:pt x="834139" y="3101034"/>
                  </a:lnTo>
                  <a:lnTo>
                    <a:pt x="834994" y="3116972"/>
                  </a:lnTo>
                  <a:lnTo>
                    <a:pt x="835850" y="3116972"/>
                  </a:lnTo>
                  <a:lnTo>
                    <a:pt x="836705" y="3116972"/>
                  </a:lnTo>
                  <a:lnTo>
                    <a:pt x="837561" y="3116972"/>
                  </a:lnTo>
                  <a:lnTo>
                    <a:pt x="838416" y="3111771"/>
                  </a:lnTo>
                  <a:lnTo>
                    <a:pt x="839272" y="3078374"/>
                  </a:lnTo>
                  <a:lnTo>
                    <a:pt x="840127" y="3062328"/>
                  </a:lnTo>
                  <a:lnTo>
                    <a:pt x="840983" y="3062328"/>
                  </a:lnTo>
                  <a:lnTo>
                    <a:pt x="841838" y="3062328"/>
                  </a:lnTo>
                  <a:lnTo>
                    <a:pt x="842694" y="3062328"/>
                  </a:lnTo>
                  <a:lnTo>
                    <a:pt x="843549" y="3055510"/>
                  </a:lnTo>
                  <a:lnTo>
                    <a:pt x="844405" y="3012362"/>
                  </a:lnTo>
                  <a:lnTo>
                    <a:pt x="845260" y="2960800"/>
                  </a:lnTo>
                  <a:lnTo>
                    <a:pt x="846116" y="2958012"/>
                  </a:lnTo>
                  <a:lnTo>
                    <a:pt x="846971" y="2958013"/>
                  </a:lnTo>
                  <a:lnTo>
                    <a:pt x="847827" y="2942962"/>
                  </a:lnTo>
                  <a:lnTo>
                    <a:pt x="848682" y="2902557"/>
                  </a:lnTo>
                  <a:lnTo>
                    <a:pt x="849538" y="2920207"/>
                  </a:lnTo>
                  <a:lnTo>
                    <a:pt x="850394" y="2968439"/>
                  </a:lnTo>
                  <a:lnTo>
                    <a:pt x="851249" y="2941122"/>
                  </a:lnTo>
                  <a:lnTo>
                    <a:pt x="852105" y="2909159"/>
                  </a:lnTo>
                  <a:lnTo>
                    <a:pt x="852960" y="2925005"/>
                  </a:lnTo>
                  <a:lnTo>
                    <a:pt x="853816" y="2991187"/>
                  </a:lnTo>
                  <a:lnTo>
                    <a:pt x="854671" y="2961894"/>
                  </a:lnTo>
                  <a:lnTo>
                    <a:pt x="855527" y="2946225"/>
                  </a:lnTo>
                  <a:lnTo>
                    <a:pt x="856382" y="2955380"/>
                  </a:lnTo>
                  <a:lnTo>
                    <a:pt x="857238" y="2909463"/>
                  </a:lnTo>
                  <a:lnTo>
                    <a:pt x="858093" y="2848915"/>
                  </a:lnTo>
                  <a:lnTo>
                    <a:pt x="858949" y="2826948"/>
                  </a:lnTo>
                  <a:lnTo>
                    <a:pt x="859804" y="2844346"/>
                  </a:lnTo>
                  <a:lnTo>
                    <a:pt x="860660" y="2815281"/>
                  </a:lnTo>
                  <a:lnTo>
                    <a:pt x="861515" y="2836231"/>
                  </a:lnTo>
                  <a:lnTo>
                    <a:pt x="862371" y="2914110"/>
                  </a:lnTo>
                  <a:lnTo>
                    <a:pt x="863226" y="2968698"/>
                  </a:lnTo>
                  <a:lnTo>
                    <a:pt x="864082" y="3072340"/>
                  </a:lnTo>
                  <a:lnTo>
                    <a:pt x="864938" y="3116972"/>
                  </a:lnTo>
                  <a:lnTo>
                    <a:pt x="865793" y="3116972"/>
                  </a:lnTo>
                  <a:lnTo>
                    <a:pt x="866649" y="3116972"/>
                  </a:lnTo>
                  <a:lnTo>
                    <a:pt x="867504" y="3116972"/>
                  </a:lnTo>
                  <a:lnTo>
                    <a:pt x="868360" y="3116972"/>
                  </a:lnTo>
                  <a:lnTo>
                    <a:pt x="869215" y="3116972"/>
                  </a:lnTo>
                  <a:lnTo>
                    <a:pt x="870071" y="3028438"/>
                  </a:lnTo>
                  <a:lnTo>
                    <a:pt x="870926" y="2996116"/>
                  </a:lnTo>
                  <a:lnTo>
                    <a:pt x="871782" y="2975487"/>
                  </a:lnTo>
                  <a:lnTo>
                    <a:pt x="872637" y="2990155"/>
                  </a:lnTo>
                  <a:lnTo>
                    <a:pt x="873493" y="2986271"/>
                  </a:lnTo>
                  <a:lnTo>
                    <a:pt x="874348" y="2984119"/>
                  </a:lnTo>
                  <a:lnTo>
                    <a:pt x="875204" y="2957977"/>
                  </a:lnTo>
                  <a:lnTo>
                    <a:pt x="876059" y="2936829"/>
                  </a:lnTo>
                  <a:lnTo>
                    <a:pt x="876915" y="2936686"/>
                  </a:lnTo>
                  <a:lnTo>
                    <a:pt x="877770" y="3006889"/>
                  </a:lnTo>
                  <a:lnTo>
                    <a:pt x="878626" y="3029529"/>
                  </a:lnTo>
                  <a:lnTo>
                    <a:pt x="879481" y="2973648"/>
                  </a:lnTo>
                  <a:lnTo>
                    <a:pt x="880337" y="2926939"/>
                  </a:lnTo>
                  <a:lnTo>
                    <a:pt x="881193" y="2869559"/>
                  </a:lnTo>
                  <a:lnTo>
                    <a:pt x="882048" y="2765996"/>
                  </a:lnTo>
                  <a:lnTo>
                    <a:pt x="882904" y="2613979"/>
                  </a:lnTo>
                  <a:lnTo>
                    <a:pt x="883759" y="2564952"/>
                  </a:lnTo>
                  <a:lnTo>
                    <a:pt x="884615" y="2608332"/>
                  </a:lnTo>
                  <a:lnTo>
                    <a:pt x="885470" y="2634610"/>
                  </a:lnTo>
                  <a:lnTo>
                    <a:pt x="886326" y="2631948"/>
                  </a:lnTo>
                  <a:lnTo>
                    <a:pt x="887181" y="2669412"/>
                  </a:lnTo>
                  <a:lnTo>
                    <a:pt x="888037" y="2735837"/>
                  </a:lnTo>
                  <a:lnTo>
                    <a:pt x="888892" y="2749754"/>
                  </a:lnTo>
                  <a:lnTo>
                    <a:pt x="889748" y="2727679"/>
                  </a:lnTo>
                  <a:lnTo>
                    <a:pt x="890603" y="2726448"/>
                  </a:lnTo>
                  <a:lnTo>
                    <a:pt x="891459" y="2789638"/>
                  </a:lnTo>
                  <a:lnTo>
                    <a:pt x="892314" y="2832140"/>
                  </a:lnTo>
                  <a:lnTo>
                    <a:pt x="893170" y="2840888"/>
                  </a:lnTo>
                  <a:lnTo>
                    <a:pt x="894025" y="2862164"/>
                  </a:lnTo>
                  <a:lnTo>
                    <a:pt x="894881" y="2899914"/>
                  </a:lnTo>
                  <a:lnTo>
                    <a:pt x="895736" y="2929487"/>
                  </a:lnTo>
                  <a:lnTo>
                    <a:pt x="896592" y="2909816"/>
                  </a:lnTo>
                  <a:lnTo>
                    <a:pt x="897448" y="2834458"/>
                  </a:lnTo>
                  <a:lnTo>
                    <a:pt x="898303" y="2764174"/>
                  </a:lnTo>
                  <a:lnTo>
                    <a:pt x="899159" y="2758753"/>
                  </a:lnTo>
                  <a:lnTo>
                    <a:pt x="900014" y="2722116"/>
                  </a:lnTo>
                  <a:lnTo>
                    <a:pt x="900870" y="2615031"/>
                  </a:lnTo>
                  <a:lnTo>
                    <a:pt x="901725" y="2535815"/>
                  </a:lnTo>
                  <a:lnTo>
                    <a:pt x="902581" y="2595183"/>
                  </a:lnTo>
                  <a:lnTo>
                    <a:pt x="903436" y="2694386"/>
                  </a:lnTo>
                  <a:lnTo>
                    <a:pt x="904292" y="2667906"/>
                  </a:lnTo>
                  <a:lnTo>
                    <a:pt x="905147" y="2711053"/>
                  </a:lnTo>
                  <a:lnTo>
                    <a:pt x="906003" y="2818093"/>
                  </a:lnTo>
                  <a:lnTo>
                    <a:pt x="906858" y="2907745"/>
                  </a:lnTo>
                  <a:lnTo>
                    <a:pt x="907714" y="2901812"/>
                  </a:lnTo>
                  <a:lnTo>
                    <a:pt x="908569" y="2879096"/>
                  </a:lnTo>
                  <a:lnTo>
                    <a:pt x="909425" y="2880324"/>
                  </a:lnTo>
                  <a:lnTo>
                    <a:pt x="910280" y="2726190"/>
                  </a:lnTo>
                  <a:lnTo>
                    <a:pt x="911136" y="2607551"/>
                  </a:lnTo>
                  <a:lnTo>
                    <a:pt x="911991" y="2612050"/>
                  </a:lnTo>
                  <a:lnTo>
                    <a:pt x="912847" y="2634819"/>
                  </a:lnTo>
                  <a:lnTo>
                    <a:pt x="913703" y="2625848"/>
                  </a:lnTo>
                  <a:lnTo>
                    <a:pt x="914558" y="2609339"/>
                  </a:lnTo>
                  <a:lnTo>
                    <a:pt x="915414" y="2681928"/>
                  </a:lnTo>
                  <a:lnTo>
                    <a:pt x="916269" y="2787107"/>
                  </a:lnTo>
                  <a:lnTo>
                    <a:pt x="917125" y="2792114"/>
                  </a:lnTo>
                  <a:lnTo>
                    <a:pt x="917980" y="2774363"/>
                  </a:lnTo>
                  <a:lnTo>
                    <a:pt x="918836" y="2814289"/>
                  </a:lnTo>
                  <a:lnTo>
                    <a:pt x="919691" y="2867720"/>
                  </a:lnTo>
                  <a:lnTo>
                    <a:pt x="920547" y="2895393"/>
                  </a:lnTo>
                  <a:lnTo>
                    <a:pt x="921402" y="2889534"/>
                  </a:lnTo>
                  <a:lnTo>
                    <a:pt x="922258" y="2915269"/>
                  </a:lnTo>
                  <a:lnTo>
                    <a:pt x="923113" y="3007652"/>
                  </a:lnTo>
                  <a:lnTo>
                    <a:pt x="923969" y="3015098"/>
                  </a:lnTo>
                  <a:lnTo>
                    <a:pt x="924824" y="3086334"/>
                  </a:lnTo>
                  <a:lnTo>
                    <a:pt x="925680" y="3116972"/>
                  </a:lnTo>
                  <a:lnTo>
                    <a:pt x="926535" y="3116972"/>
                  </a:lnTo>
                  <a:lnTo>
                    <a:pt x="927391" y="3116972"/>
                  </a:lnTo>
                  <a:lnTo>
                    <a:pt x="928247" y="3048425"/>
                  </a:lnTo>
                  <a:lnTo>
                    <a:pt x="929102" y="3027554"/>
                  </a:lnTo>
                  <a:lnTo>
                    <a:pt x="929958" y="2963636"/>
                  </a:lnTo>
                  <a:lnTo>
                    <a:pt x="930813" y="2907397"/>
                  </a:lnTo>
                  <a:lnTo>
                    <a:pt x="931669" y="2888788"/>
                  </a:lnTo>
                  <a:lnTo>
                    <a:pt x="932524" y="2864528"/>
                  </a:lnTo>
                  <a:lnTo>
                    <a:pt x="933380" y="2824469"/>
                  </a:lnTo>
                  <a:lnTo>
                    <a:pt x="934235" y="2816912"/>
                  </a:lnTo>
                  <a:lnTo>
                    <a:pt x="935091" y="2824646"/>
                  </a:lnTo>
                  <a:lnTo>
                    <a:pt x="935946" y="2861825"/>
                  </a:lnTo>
                  <a:lnTo>
                    <a:pt x="936802" y="2898359"/>
                  </a:lnTo>
                  <a:lnTo>
                    <a:pt x="937657" y="2934465"/>
                  </a:lnTo>
                  <a:lnTo>
                    <a:pt x="938513" y="3030357"/>
                  </a:lnTo>
                  <a:lnTo>
                    <a:pt x="939368" y="3062328"/>
                  </a:lnTo>
                  <a:lnTo>
                    <a:pt x="940224" y="3062328"/>
                  </a:lnTo>
                  <a:lnTo>
                    <a:pt x="941079" y="3044547"/>
                  </a:lnTo>
                  <a:lnTo>
                    <a:pt x="941935" y="2996917"/>
                  </a:lnTo>
                  <a:lnTo>
                    <a:pt x="942790" y="2974584"/>
                  </a:lnTo>
                  <a:lnTo>
                    <a:pt x="943646" y="2974585"/>
                  </a:lnTo>
                  <a:lnTo>
                    <a:pt x="944502" y="2974586"/>
                  </a:lnTo>
                  <a:lnTo>
                    <a:pt x="945357" y="2974586"/>
                  </a:lnTo>
                  <a:lnTo>
                    <a:pt x="946213" y="2995659"/>
                  </a:lnTo>
                  <a:lnTo>
                    <a:pt x="947068" y="3076346"/>
                  </a:lnTo>
                  <a:lnTo>
                    <a:pt x="947924" y="3116972"/>
                  </a:lnTo>
                  <a:lnTo>
                    <a:pt x="948779" y="3116972"/>
                  </a:lnTo>
                  <a:lnTo>
                    <a:pt x="949635" y="3116972"/>
                  </a:lnTo>
                  <a:lnTo>
                    <a:pt x="950490" y="3116972"/>
                  </a:lnTo>
                  <a:lnTo>
                    <a:pt x="951346" y="3116972"/>
                  </a:lnTo>
                  <a:lnTo>
                    <a:pt x="952201" y="3116972"/>
                  </a:lnTo>
                  <a:lnTo>
                    <a:pt x="953057" y="3091138"/>
                  </a:lnTo>
                  <a:lnTo>
                    <a:pt x="953912" y="3077559"/>
                  </a:lnTo>
                  <a:lnTo>
                    <a:pt x="954768" y="3112973"/>
                  </a:lnTo>
                  <a:lnTo>
                    <a:pt x="955623" y="3116972"/>
                  </a:lnTo>
                  <a:lnTo>
                    <a:pt x="956479" y="3100568"/>
                  </a:lnTo>
                  <a:lnTo>
                    <a:pt x="957334" y="3110874"/>
                  </a:lnTo>
                  <a:lnTo>
                    <a:pt x="958190" y="3099569"/>
                  </a:lnTo>
                  <a:lnTo>
                    <a:pt x="959045" y="3026630"/>
                  </a:lnTo>
                  <a:lnTo>
                    <a:pt x="959901" y="2927874"/>
                  </a:lnTo>
                  <a:lnTo>
                    <a:pt x="960757" y="2888197"/>
                  </a:lnTo>
                  <a:lnTo>
                    <a:pt x="961612" y="2923717"/>
                  </a:lnTo>
                  <a:lnTo>
                    <a:pt x="962468" y="2944329"/>
                  </a:lnTo>
                  <a:lnTo>
                    <a:pt x="963323" y="2961496"/>
                  </a:lnTo>
                  <a:lnTo>
                    <a:pt x="964179" y="2990614"/>
                  </a:lnTo>
                  <a:lnTo>
                    <a:pt x="965034" y="3043706"/>
                  </a:lnTo>
                  <a:lnTo>
                    <a:pt x="965890" y="3035605"/>
                  </a:lnTo>
                  <a:lnTo>
                    <a:pt x="966745" y="3013606"/>
                  </a:lnTo>
                  <a:lnTo>
                    <a:pt x="967601" y="2937064"/>
                  </a:lnTo>
                  <a:lnTo>
                    <a:pt x="968456" y="2815651"/>
                  </a:lnTo>
                  <a:lnTo>
                    <a:pt x="969312" y="2751041"/>
                  </a:lnTo>
                  <a:lnTo>
                    <a:pt x="970167" y="2784230"/>
                  </a:lnTo>
                  <a:lnTo>
                    <a:pt x="971023" y="2798465"/>
                  </a:lnTo>
                  <a:lnTo>
                    <a:pt x="971878" y="2764648"/>
                  </a:lnTo>
                  <a:lnTo>
                    <a:pt x="972734" y="2787046"/>
                  </a:lnTo>
                  <a:lnTo>
                    <a:pt x="973589" y="2885217"/>
                  </a:lnTo>
                  <a:lnTo>
                    <a:pt x="974445" y="2918978"/>
                  </a:lnTo>
                  <a:lnTo>
                    <a:pt x="975301" y="2792616"/>
                  </a:lnTo>
                  <a:lnTo>
                    <a:pt x="976156" y="2665088"/>
                  </a:lnTo>
                  <a:lnTo>
                    <a:pt x="977012" y="2583722"/>
                  </a:lnTo>
                  <a:lnTo>
                    <a:pt x="977867" y="2489867"/>
                  </a:lnTo>
                  <a:lnTo>
                    <a:pt x="978723" y="2468077"/>
                  </a:lnTo>
                  <a:lnTo>
                    <a:pt x="979578" y="2452657"/>
                  </a:lnTo>
                  <a:lnTo>
                    <a:pt x="980434" y="2443585"/>
                  </a:lnTo>
                  <a:lnTo>
                    <a:pt x="981289" y="2524558"/>
                  </a:lnTo>
                  <a:lnTo>
                    <a:pt x="982145" y="2609070"/>
                  </a:lnTo>
                  <a:lnTo>
                    <a:pt x="983000" y="2674937"/>
                  </a:lnTo>
                  <a:lnTo>
                    <a:pt x="983856" y="2714113"/>
                  </a:lnTo>
                  <a:lnTo>
                    <a:pt x="984711" y="2735172"/>
                  </a:lnTo>
                  <a:lnTo>
                    <a:pt x="985567" y="2743947"/>
                  </a:lnTo>
                  <a:lnTo>
                    <a:pt x="986422" y="2809420"/>
                  </a:lnTo>
                  <a:lnTo>
                    <a:pt x="987278" y="2906830"/>
                  </a:lnTo>
                  <a:lnTo>
                    <a:pt x="988133" y="2938396"/>
                  </a:lnTo>
                  <a:lnTo>
                    <a:pt x="988989" y="2873454"/>
                  </a:lnTo>
                  <a:lnTo>
                    <a:pt x="989844" y="2885675"/>
                  </a:lnTo>
                  <a:lnTo>
                    <a:pt x="990700" y="2943519"/>
                  </a:lnTo>
                  <a:lnTo>
                    <a:pt x="991556" y="2888178"/>
                  </a:lnTo>
                  <a:lnTo>
                    <a:pt x="992411" y="2837541"/>
                  </a:lnTo>
                  <a:lnTo>
                    <a:pt x="993267" y="2857190"/>
                  </a:lnTo>
                  <a:lnTo>
                    <a:pt x="994122" y="2916060"/>
                  </a:lnTo>
                  <a:lnTo>
                    <a:pt x="994978" y="2856955"/>
                  </a:lnTo>
                  <a:lnTo>
                    <a:pt x="995833" y="2873191"/>
                  </a:lnTo>
                  <a:lnTo>
                    <a:pt x="996689" y="2877379"/>
                  </a:lnTo>
                  <a:lnTo>
                    <a:pt x="997544" y="2824285"/>
                  </a:lnTo>
                  <a:lnTo>
                    <a:pt x="998400" y="2830945"/>
                  </a:lnTo>
                  <a:lnTo>
                    <a:pt x="999255" y="2834105"/>
                  </a:lnTo>
                  <a:lnTo>
                    <a:pt x="1000111" y="2846180"/>
                  </a:lnTo>
                  <a:lnTo>
                    <a:pt x="1000966" y="2739193"/>
                  </a:lnTo>
                  <a:lnTo>
                    <a:pt x="1001822" y="2730767"/>
                  </a:lnTo>
                  <a:lnTo>
                    <a:pt x="1002677" y="2771597"/>
                  </a:lnTo>
                  <a:lnTo>
                    <a:pt x="1003533" y="2736389"/>
                  </a:lnTo>
                  <a:lnTo>
                    <a:pt x="1004388" y="2698758"/>
                  </a:lnTo>
                  <a:lnTo>
                    <a:pt x="1005244" y="2727362"/>
                  </a:lnTo>
                  <a:lnTo>
                    <a:pt x="1006099" y="2772526"/>
                  </a:lnTo>
                  <a:lnTo>
                    <a:pt x="1006955" y="2702887"/>
                  </a:lnTo>
                  <a:lnTo>
                    <a:pt x="1007811" y="2589154"/>
                  </a:lnTo>
                  <a:lnTo>
                    <a:pt x="1008666" y="2501022"/>
                  </a:lnTo>
                  <a:lnTo>
                    <a:pt x="1009522" y="2516691"/>
                  </a:lnTo>
                  <a:lnTo>
                    <a:pt x="1010377" y="2544651"/>
                  </a:lnTo>
                  <a:lnTo>
                    <a:pt x="1011233" y="2609036"/>
                  </a:lnTo>
                  <a:lnTo>
                    <a:pt x="1012088" y="2747999"/>
                  </a:lnTo>
                  <a:lnTo>
                    <a:pt x="1012944" y="2812511"/>
                  </a:lnTo>
                  <a:lnTo>
                    <a:pt x="1013799" y="2881743"/>
                  </a:lnTo>
                  <a:lnTo>
                    <a:pt x="1014655" y="2889849"/>
                  </a:lnTo>
                  <a:lnTo>
                    <a:pt x="1015510" y="2918494"/>
                  </a:lnTo>
                  <a:lnTo>
                    <a:pt x="1016366" y="2944822"/>
                  </a:lnTo>
                  <a:lnTo>
                    <a:pt x="1017221" y="2885627"/>
                  </a:lnTo>
                  <a:lnTo>
                    <a:pt x="1018077" y="2931411"/>
                  </a:lnTo>
                  <a:lnTo>
                    <a:pt x="1018932" y="2997388"/>
                  </a:lnTo>
                  <a:lnTo>
                    <a:pt x="1019788" y="2982939"/>
                  </a:lnTo>
                  <a:lnTo>
                    <a:pt x="1020643" y="2860693"/>
                  </a:lnTo>
                  <a:lnTo>
                    <a:pt x="1021499" y="2743389"/>
                  </a:lnTo>
                  <a:lnTo>
                    <a:pt x="1022355" y="2815741"/>
                  </a:lnTo>
                  <a:lnTo>
                    <a:pt x="1023210" y="2865334"/>
                  </a:lnTo>
                  <a:lnTo>
                    <a:pt x="1024066" y="2797644"/>
                  </a:lnTo>
                  <a:lnTo>
                    <a:pt x="1024921" y="2789643"/>
                  </a:lnTo>
                  <a:lnTo>
                    <a:pt x="1025777" y="2885469"/>
                  </a:lnTo>
                  <a:lnTo>
                    <a:pt x="1026632" y="2939834"/>
                  </a:lnTo>
                  <a:lnTo>
                    <a:pt x="1027488" y="2882277"/>
                  </a:lnTo>
                  <a:lnTo>
                    <a:pt x="1028343" y="2882831"/>
                  </a:lnTo>
                  <a:lnTo>
                    <a:pt x="1029199" y="2982552"/>
                  </a:lnTo>
                  <a:lnTo>
                    <a:pt x="1030054" y="3019975"/>
                  </a:lnTo>
                  <a:lnTo>
                    <a:pt x="1030910" y="3037427"/>
                  </a:lnTo>
                  <a:lnTo>
                    <a:pt x="1031765" y="3101111"/>
                  </a:lnTo>
                  <a:lnTo>
                    <a:pt x="1032621" y="3116972"/>
                  </a:lnTo>
                  <a:lnTo>
                    <a:pt x="1033476" y="3098732"/>
                  </a:lnTo>
                  <a:lnTo>
                    <a:pt x="1034332" y="3043749"/>
                  </a:lnTo>
                  <a:lnTo>
                    <a:pt x="1035187" y="3005755"/>
                  </a:lnTo>
                  <a:lnTo>
                    <a:pt x="1036043" y="2978302"/>
                  </a:lnTo>
                  <a:lnTo>
                    <a:pt x="1036898" y="2909778"/>
                  </a:lnTo>
                  <a:lnTo>
                    <a:pt x="1037754" y="2804793"/>
                  </a:lnTo>
                  <a:lnTo>
                    <a:pt x="1038610" y="2750458"/>
                  </a:lnTo>
                  <a:lnTo>
                    <a:pt x="1039465" y="2769163"/>
                  </a:lnTo>
                  <a:lnTo>
                    <a:pt x="1040321" y="2813523"/>
                  </a:lnTo>
                  <a:lnTo>
                    <a:pt x="1041176" y="2850210"/>
                  </a:lnTo>
                  <a:lnTo>
                    <a:pt x="1042032" y="2913873"/>
                  </a:lnTo>
                  <a:lnTo>
                    <a:pt x="1042887" y="3001643"/>
                  </a:lnTo>
                  <a:lnTo>
                    <a:pt x="1043743" y="2994316"/>
                  </a:lnTo>
                  <a:lnTo>
                    <a:pt x="1044598" y="2907044"/>
                  </a:lnTo>
                  <a:lnTo>
                    <a:pt x="1045454" y="2865027"/>
                  </a:lnTo>
                  <a:lnTo>
                    <a:pt x="1046309" y="2878541"/>
                  </a:lnTo>
                  <a:lnTo>
                    <a:pt x="1047165" y="2909024"/>
                  </a:lnTo>
                  <a:lnTo>
                    <a:pt x="1048020" y="2889486"/>
                  </a:lnTo>
                  <a:lnTo>
                    <a:pt x="1048876" y="2864421"/>
                  </a:lnTo>
                  <a:lnTo>
                    <a:pt x="1049731" y="2868808"/>
                  </a:lnTo>
                  <a:lnTo>
                    <a:pt x="1050587" y="2856138"/>
                  </a:lnTo>
                  <a:lnTo>
                    <a:pt x="1051442" y="2826895"/>
                  </a:lnTo>
                  <a:lnTo>
                    <a:pt x="1052298" y="2801276"/>
                  </a:lnTo>
                  <a:lnTo>
                    <a:pt x="1053153" y="2838027"/>
                  </a:lnTo>
                  <a:lnTo>
                    <a:pt x="1054009" y="2916874"/>
                  </a:lnTo>
                  <a:lnTo>
                    <a:pt x="1054865" y="2926499"/>
                  </a:lnTo>
                  <a:lnTo>
                    <a:pt x="1055720" y="2859552"/>
                  </a:lnTo>
                  <a:lnTo>
                    <a:pt x="1056576" y="2783907"/>
                  </a:lnTo>
                  <a:lnTo>
                    <a:pt x="1057431" y="2779294"/>
                  </a:lnTo>
                  <a:lnTo>
                    <a:pt x="1058287" y="2833267"/>
                  </a:lnTo>
                  <a:lnTo>
                    <a:pt x="1059142" y="2786546"/>
                  </a:lnTo>
                  <a:lnTo>
                    <a:pt x="1059998" y="2772536"/>
                  </a:lnTo>
                  <a:lnTo>
                    <a:pt x="1060853" y="2822541"/>
                  </a:lnTo>
                  <a:lnTo>
                    <a:pt x="1061709" y="2853546"/>
                  </a:lnTo>
                  <a:lnTo>
                    <a:pt x="1062564" y="2820726"/>
                  </a:lnTo>
                  <a:lnTo>
                    <a:pt x="1063420" y="2758725"/>
                  </a:lnTo>
                  <a:lnTo>
                    <a:pt x="1064275" y="2803816"/>
                  </a:lnTo>
                  <a:lnTo>
                    <a:pt x="1065131" y="2807854"/>
                  </a:lnTo>
                  <a:lnTo>
                    <a:pt x="1065986" y="2807006"/>
                  </a:lnTo>
                  <a:lnTo>
                    <a:pt x="1066842" y="2766012"/>
                  </a:lnTo>
                  <a:lnTo>
                    <a:pt x="1067697" y="2667202"/>
                  </a:lnTo>
                  <a:lnTo>
                    <a:pt x="1068553" y="2617198"/>
                  </a:lnTo>
                  <a:lnTo>
                    <a:pt x="1069409" y="2612957"/>
                  </a:lnTo>
                  <a:lnTo>
                    <a:pt x="1070264" y="2629720"/>
                  </a:lnTo>
                  <a:lnTo>
                    <a:pt x="1071120" y="2647378"/>
                  </a:lnTo>
                  <a:lnTo>
                    <a:pt x="1071975" y="2720266"/>
                  </a:lnTo>
                  <a:lnTo>
                    <a:pt x="1072831" y="2833356"/>
                  </a:lnTo>
                  <a:lnTo>
                    <a:pt x="1073686" y="2924135"/>
                  </a:lnTo>
                  <a:lnTo>
                    <a:pt x="1074542" y="2981840"/>
                  </a:lnTo>
                  <a:lnTo>
                    <a:pt x="1075397" y="3041544"/>
                  </a:lnTo>
                  <a:lnTo>
                    <a:pt x="1076253" y="3006066"/>
                  </a:lnTo>
                  <a:lnTo>
                    <a:pt x="1077108" y="2973443"/>
                  </a:lnTo>
                  <a:lnTo>
                    <a:pt x="1077964" y="2899733"/>
                  </a:lnTo>
                  <a:lnTo>
                    <a:pt x="1078819" y="2782196"/>
                  </a:lnTo>
                  <a:lnTo>
                    <a:pt x="1079675" y="2738244"/>
                  </a:lnTo>
                  <a:lnTo>
                    <a:pt x="1080530" y="2730729"/>
                  </a:lnTo>
                  <a:lnTo>
                    <a:pt x="1081386" y="2814591"/>
                  </a:lnTo>
                  <a:lnTo>
                    <a:pt x="1082241" y="2813979"/>
                  </a:lnTo>
                  <a:lnTo>
                    <a:pt x="1083097" y="2839366"/>
                  </a:lnTo>
                  <a:lnTo>
                    <a:pt x="1083952" y="2897729"/>
                  </a:lnTo>
                  <a:lnTo>
                    <a:pt x="1084808" y="2897731"/>
                  </a:lnTo>
                  <a:lnTo>
                    <a:pt x="1085664" y="2889557"/>
                  </a:lnTo>
                  <a:lnTo>
                    <a:pt x="1086519" y="2837846"/>
                  </a:lnTo>
                  <a:lnTo>
                    <a:pt x="1087375" y="2819123"/>
                  </a:lnTo>
                  <a:lnTo>
                    <a:pt x="1088230" y="2822419"/>
                  </a:lnTo>
                  <a:lnTo>
                    <a:pt x="1089086" y="2871499"/>
                  </a:lnTo>
                  <a:lnTo>
                    <a:pt x="1089941" y="2903799"/>
                  </a:lnTo>
                  <a:lnTo>
                    <a:pt x="1090797" y="2914590"/>
                  </a:lnTo>
                  <a:lnTo>
                    <a:pt x="1091652" y="2968163"/>
                  </a:lnTo>
                  <a:lnTo>
                    <a:pt x="1092508" y="3051723"/>
                  </a:lnTo>
                  <a:lnTo>
                    <a:pt x="1093363" y="3116972"/>
                  </a:lnTo>
                  <a:lnTo>
                    <a:pt x="1094219" y="3077164"/>
                  </a:lnTo>
                  <a:lnTo>
                    <a:pt x="1095074" y="2943686"/>
                  </a:lnTo>
                  <a:lnTo>
                    <a:pt x="1095930" y="2863394"/>
                  </a:lnTo>
                  <a:lnTo>
                    <a:pt x="1096785" y="2812118"/>
                  </a:lnTo>
                  <a:lnTo>
                    <a:pt x="1097641" y="2775038"/>
                  </a:lnTo>
                  <a:lnTo>
                    <a:pt x="1098496" y="2710979"/>
                  </a:lnTo>
                  <a:lnTo>
                    <a:pt x="1099352" y="2670752"/>
                  </a:lnTo>
                  <a:lnTo>
                    <a:pt x="1100207" y="2732396"/>
                  </a:lnTo>
                  <a:lnTo>
                    <a:pt x="1101063" y="2767055"/>
                  </a:lnTo>
                  <a:lnTo>
                    <a:pt x="1101919" y="2812312"/>
                  </a:lnTo>
                  <a:lnTo>
                    <a:pt x="1102774" y="2849391"/>
                  </a:lnTo>
                  <a:lnTo>
                    <a:pt x="1103630" y="2913453"/>
                  </a:lnTo>
                  <a:lnTo>
                    <a:pt x="1104485" y="2973760"/>
                  </a:lnTo>
                  <a:lnTo>
                    <a:pt x="1105341" y="2988199"/>
                  </a:lnTo>
                  <a:lnTo>
                    <a:pt x="1106196" y="2983107"/>
                  </a:lnTo>
                  <a:lnTo>
                    <a:pt x="1107052" y="2974787"/>
                  </a:lnTo>
                  <a:lnTo>
                    <a:pt x="1107907" y="2974788"/>
                  </a:lnTo>
                  <a:lnTo>
                    <a:pt x="1108763" y="2974788"/>
                  </a:lnTo>
                  <a:lnTo>
                    <a:pt x="1109618" y="2974789"/>
                  </a:lnTo>
                  <a:lnTo>
                    <a:pt x="1110474" y="2999879"/>
                  </a:lnTo>
                  <a:lnTo>
                    <a:pt x="1111329" y="3047987"/>
                  </a:lnTo>
                  <a:lnTo>
                    <a:pt x="1112185" y="3062328"/>
                  </a:lnTo>
                  <a:lnTo>
                    <a:pt x="1113040" y="3062328"/>
                  </a:lnTo>
                  <a:lnTo>
                    <a:pt x="1113896" y="3062328"/>
                  </a:lnTo>
                  <a:lnTo>
                    <a:pt x="1114751" y="3062328"/>
                  </a:lnTo>
                  <a:lnTo>
                    <a:pt x="1115607" y="3062328"/>
                  </a:lnTo>
                  <a:lnTo>
                    <a:pt x="1116462" y="3062328"/>
                  </a:lnTo>
                  <a:lnTo>
                    <a:pt x="1117318" y="3062328"/>
                  </a:lnTo>
                  <a:lnTo>
                    <a:pt x="1118174" y="3078198"/>
                  </a:lnTo>
                  <a:lnTo>
                    <a:pt x="1119029" y="3116972"/>
                  </a:lnTo>
                  <a:lnTo>
                    <a:pt x="1119885" y="3116972"/>
                  </a:lnTo>
                  <a:lnTo>
                    <a:pt x="1120740" y="3116972"/>
                  </a:lnTo>
                  <a:lnTo>
                    <a:pt x="1121596" y="3116972"/>
                  </a:lnTo>
                  <a:lnTo>
                    <a:pt x="1122451" y="3116972"/>
                  </a:lnTo>
                  <a:lnTo>
                    <a:pt x="1123307" y="3116972"/>
                  </a:lnTo>
                  <a:lnTo>
                    <a:pt x="1124162" y="3116972"/>
                  </a:lnTo>
                  <a:lnTo>
                    <a:pt x="1125018" y="3087729"/>
                  </a:lnTo>
                  <a:lnTo>
                    <a:pt x="1125873" y="3055975"/>
                  </a:lnTo>
                  <a:lnTo>
                    <a:pt x="1126729" y="3045682"/>
                  </a:lnTo>
                  <a:lnTo>
                    <a:pt x="1127584" y="3028686"/>
                  </a:lnTo>
                  <a:lnTo>
                    <a:pt x="1128440" y="3032662"/>
                  </a:lnTo>
                  <a:lnTo>
                    <a:pt x="1129295" y="3011383"/>
                  </a:lnTo>
                  <a:lnTo>
                    <a:pt x="1130151" y="3000850"/>
                  </a:lnTo>
                  <a:lnTo>
                    <a:pt x="1131006" y="3038852"/>
                  </a:lnTo>
                  <a:lnTo>
                    <a:pt x="1131862" y="3076187"/>
                  </a:lnTo>
                  <a:lnTo>
                    <a:pt x="1132718" y="3093181"/>
                  </a:lnTo>
                  <a:lnTo>
                    <a:pt x="1133573" y="3089207"/>
                  </a:lnTo>
                  <a:lnTo>
                    <a:pt x="1134429" y="3110489"/>
                  </a:lnTo>
                  <a:lnTo>
                    <a:pt x="1135284" y="3116972"/>
                  </a:lnTo>
                  <a:lnTo>
                    <a:pt x="1136140" y="3089373"/>
                  </a:lnTo>
                  <a:lnTo>
                    <a:pt x="1136995" y="3062328"/>
                  </a:lnTo>
                  <a:lnTo>
                    <a:pt x="1137851" y="3062328"/>
                  </a:lnTo>
                  <a:lnTo>
                    <a:pt x="1138706" y="3034238"/>
                  </a:lnTo>
                  <a:lnTo>
                    <a:pt x="1139562" y="2986885"/>
                  </a:lnTo>
                  <a:lnTo>
                    <a:pt x="1140417" y="2946843"/>
                  </a:lnTo>
                  <a:lnTo>
                    <a:pt x="1141273" y="2906143"/>
                  </a:lnTo>
                  <a:lnTo>
                    <a:pt x="1142128" y="2870671"/>
                  </a:lnTo>
                  <a:lnTo>
                    <a:pt x="1142984" y="2822424"/>
                  </a:lnTo>
                  <a:lnTo>
                    <a:pt x="1143839" y="2806021"/>
                  </a:lnTo>
                  <a:lnTo>
                    <a:pt x="1144695" y="2737829"/>
                  </a:lnTo>
                  <a:lnTo>
                    <a:pt x="1145550" y="2684390"/>
                  </a:lnTo>
                  <a:lnTo>
                    <a:pt x="1146406" y="2683932"/>
                  </a:lnTo>
                  <a:lnTo>
                    <a:pt x="1147261" y="2715830"/>
                  </a:lnTo>
                  <a:lnTo>
                    <a:pt x="1148117" y="2764079"/>
                  </a:lnTo>
                  <a:lnTo>
                    <a:pt x="1148973" y="2710036"/>
                  </a:lnTo>
                  <a:lnTo>
                    <a:pt x="1149828" y="2624755"/>
                  </a:lnTo>
                  <a:lnTo>
                    <a:pt x="1150684" y="2635670"/>
                  </a:lnTo>
                  <a:lnTo>
                    <a:pt x="1151539" y="2675092"/>
                  </a:lnTo>
                  <a:lnTo>
                    <a:pt x="1152395" y="2649492"/>
                  </a:lnTo>
                  <a:lnTo>
                    <a:pt x="1153250" y="2566208"/>
                  </a:lnTo>
                  <a:lnTo>
                    <a:pt x="1154106" y="2570732"/>
                  </a:lnTo>
                  <a:lnTo>
                    <a:pt x="1154961" y="2574921"/>
                  </a:lnTo>
                  <a:lnTo>
                    <a:pt x="1155817" y="2551260"/>
                  </a:lnTo>
                  <a:lnTo>
                    <a:pt x="1156672" y="2508221"/>
                  </a:lnTo>
                  <a:lnTo>
                    <a:pt x="1157528" y="2492515"/>
                  </a:lnTo>
                  <a:lnTo>
                    <a:pt x="1158383" y="2531175"/>
                  </a:lnTo>
                  <a:lnTo>
                    <a:pt x="1159239" y="2555262"/>
                  </a:lnTo>
                  <a:lnTo>
                    <a:pt x="1160094" y="2695987"/>
                  </a:lnTo>
                  <a:lnTo>
                    <a:pt x="1160950" y="2802210"/>
                  </a:lnTo>
                  <a:lnTo>
                    <a:pt x="1161805" y="2846986"/>
                  </a:lnTo>
                  <a:lnTo>
                    <a:pt x="1162661" y="2890453"/>
                  </a:lnTo>
                  <a:lnTo>
                    <a:pt x="1163516" y="2911807"/>
                  </a:lnTo>
                  <a:lnTo>
                    <a:pt x="1164372" y="2944774"/>
                  </a:lnTo>
                  <a:lnTo>
                    <a:pt x="1165228" y="3042361"/>
                  </a:lnTo>
                  <a:lnTo>
                    <a:pt x="1166083" y="3026117"/>
                  </a:lnTo>
                  <a:lnTo>
                    <a:pt x="1166939" y="2976266"/>
                  </a:lnTo>
                  <a:lnTo>
                    <a:pt x="1167794" y="2896801"/>
                  </a:lnTo>
                  <a:lnTo>
                    <a:pt x="1168650" y="2705331"/>
                  </a:lnTo>
                  <a:lnTo>
                    <a:pt x="1169505" y="2489176"/>
                  </a:lnTo>
                  <a:lnTo>
                    <a:pt x="1170361" y="2333394"/>
                  </a:lnTo>
                  <a:lnTo>
                    <a:pt x="1171216" y="2337261"/>
                  </a:lnTo>
                  <a:lnTo>
                    <a:pt x="1172072" y="2368510"/>
                  </a:lnTo>
                  <a:lnTo>
                    <a:pt x="1172927" y="2375823"/>
                  </a:lnTo>
                  <a:lnTo>
                    <a:pt x="1173783" y="2444566"/>
                  </a:lnTo>
                  <a:lnTo>
                    <a:pt x="1174638" y="2560135"/>
                  </a:lnTo>
                  <a:lnTo>
                    <a:pt x="1175494" y="2560374"/>
                  </a:lnTo>
                  <a:lnTo>
                    <a:pt x="1176349" y="2430365"/>
                  </a:lnTo>
                  <a:lnTo>
                    <a:pt x="1177205" y="2242052"/>
                  </a:lnTo>
                  <a:lnTo>
                    <a:pt x="1178060" y="2221717"/>
                  </a:lnTo>
                  <a:lnTo>
                    <a:pt x="1178916" y="2323946"/>
                  </a:lnTo>
                  <a:lnTo>
                    <a:pt x="1179772" y="2465159"/>
                  </a:lnTo>
                  <a:lnTo>
                    <a:pt x="1180627" y="2565794"/>
                  </a:lnTo>
                  <a:lnTo>
                    <a:pt x="1181483" y="2662067"/>
                  </a:lnTo>
                  <a:lnTo>
                    <a:pt x="1182338" y="2726966"/>
                  </a:lnTo>
                  <a:lnTo>
                    <a:pt x="1183194" y="2585533"/>
                  </a:lnTo>
                  <a:lnTo>
                    <a:pt x="1184049" y="2433151"/>
                  </a:lnTo>
                  <a:lnTo>
                    <a:pt x="1184905" y="2327009"/>
                  </a:lnTo>
                  <a:lnTo>
                    <a:pt x="1185760" y="2280673"/>
                  </a:lnTo>
                  <a:lnTo>
                    <a:pt x="1186616" y="2279149"/>
                  </a:lnTo>
                  <a:lnTo>
                    <a:pt x="1187471" y="2227816"/>
                  </a:lnTo>
                  <a:lnTo>
                    <a:pt x="1188327" y="2263497"/>
                  </a:lnTo>
                  <a:lnTo>
                    <a:pt x="1189182" y="2357145"/>
                  </a:lnTo>
                  <a:lnTo>
                    <a:pt x="1190038" y="2326252"/>
                  </a:lnTo>
                  <a:lnTo>
                    <a:pt x="1190893" y="2314301"/>
                  </a:lnTo>
                  <a:lnTo>
                    <a:pt x="1191749" y="2421695"/>
                  </a:lnTo>
                  <a:lnTo>
                    <a:pt x="1192604" y="2610551"/>
                  </a:lnTo>
                  <a:lnTo>
                    <a:pt x="1193460" y="2684317"/>
                  </a:lnTo>
                  <a:lnTo>
                    <a:pt x="1194315" y="2707882"/>
                  </a:lnTo>
                  <a:lnTo>
                    <a:pt x="1195171" y="2811003"/>
                  </a:lnTo>
                  <a:lnTo>
                    <a:pt x="1196027" y="2814758"/>
                  </a:lnTo>
                  <a:lnTo>
                    <a:pt x="1196882" y="2653576"/>
                  </a:lnTo>
                  <a:lnTo>
                    <a:pt x="1197738" y="2587240"/>
                  </a:lnTo>
                  <a:lnTo>
                    <a:pt x="1198593" y="2618194"/>
                  </a:lnTo>
                  <a:lnTo>
                    <a:pt x="1199449" y="2641798"/>
                  </a:lnTo>
                  <a:lnTo>
                    <a:pt x="1200304" y="2515022"/>
                  </a:lnTo>
                  <a:lnTo>
                    <a:pt x="1201160" y="2401217"/>
                  </a:lnTo>
                  <a:lnTo>
                    <a:pt x="1202015" y="2426921"/>
                  </a:lnTo>
                  <a:lnTo>
                    <a:pt x="1202871" y="2504965"/>
                  </a:lnTo>
                  <a:lnTo>
                    <a:pt x="1203726" y="2600116"/>
                  </a:lnTo>
                  <a:lnTo>
                    <a:pt x="1204582" y="2630693"/>
                  </a:lnTo>
                  <a:lnTo>
                    <a:pt x="1205437" y="2775555"/>
                  </a:lnTo>
                  <a:lnTo>
                    <a:pt x="1206293" y="3020183"/>
                  </a:lnTo>
                  <a:lnTo>
                    <a:pt x="1207148" y="3085609"/>
                  </a:lnTo>
                  <a:lnTo>
                    <a:pt x="1208004" y="2974339"/>
                  </a:lnTo>
                  <a:lnTo>
                    <a:pt x="1208859" y="2893882"/>
                  </a:lnTo>
                  <a:lnTo>
                    <a:pt x="1209715" y="2857181"/>
                  </a:lnTo>
                  <a:lnTo>
                    <a:pt x="1210570" y="2753735"/>
                  </a:lnTo>
                  <a:lnTo>
                    <a:pt x="1211426" y="2552267"/>
                  </a:lnTo>
                  <a:lnTo>
                    <a:pt x="1212282" y="2409707"/>
                  </a:lnTo>
                  <a:lnTo>
                    <a:pt x="1213137" y="2305965"/>
                  </a:lnTo>
                  <a:lnTo>
                    <a:pt x="1213993" y="2127271"/>
                  </a:lnTo>
                  <a:lnTo>
                    <a:pt x="1214848" y="2000932"/>
                  </a:lnTo>
                  <a:lnTo>
                    <a:pt x="1215704" y="2031714"/>
                  </a:lnTo>
                  <a:lnTo>
                    <a:pt x="1216559" y="2077417"/>
                  </a:lnTo>
                  <a:lnTo>
                    <a:pt x="1217415" y="2081438"/>
                  </a:lnTo>
                  <a:lnTo>
                    <a:pt x="1218270" y="2163605"/>
                  </a:lnTo>
                  <a:lnTo>
                    <a:pt x="1219126" y="2360963"/>
                  </a:lnTo>
                  <a:lnTo>
                    <a:pt x="1219981" y="2495188"/>
                  </a:lnTo>
                  <a:lnTo>
                    <a:pt x="1220837" y="2544194"/>
                  </a:lnTo>
                  <a:lnTo>
                    <a:pt x="1221692" y="2631594"/>
                  </a:lnTo>
                  <a:lnTo>
                    <a:pt x="1222548" y="2770136"/>
                  </a:lnTo>
                  <a:lnTo>
                    <a:pt x="1223403" y="2896630"/>
                  </a:lnTo>
                  <a:lnTo>
                    <a:pt x="1224259" y="2970103"/>
                  </a:lnTo>
                  <a:lnTo>
                    <a:pt x="1225114" y="2979814"/>
                  </a:lnTo>
                  <a:lnTo>
                    <a:pt x="1225970" y="3025973"/>
                  </a:lnTo>
                  <a:lnTo>
                    <a:pt x="1226826" y="2994285"/>
                  </a:lnTo>
                  <a:lnTo>
                    <a:pt x="1227681" y="2967504"/>
                  </a:lnTo>
                  <a:lnTo>
                    <a:pt x="1228537" y="2932025"/>
                  </a:lnTo>
                  <a:lnTo>
                    <a:pt x="1229392" y="2900798"/>
                  </a:lnTo>
                  <a:lnTo>
                    <a:pt x="1230248" y="2956917"/>
                  </a:lnTo>
                  <a:lnTo>
                    <a:pt x="1231103" y="2994147"/>
                  </a:lnTo>
                  <a:lnTo>
                    <a:pt x="1231959" y="3054483"/>
                  </a:lnTo>
                  <a:lnTo>
                    <a:pt x="1232814" y="3111589"/>
                  </a:lnTo>
                  <a:lnTo>
                    <a:pt x="1233670" y="3116972"/>
                  </a:lnTo>
                  <a:lnTo>
                    <a:pt x="1234525" y="3078323"/>
                  </a:lnTo>
                  <a:lnTo>
                    <a:pt x="1235381" y="3045870"/>
                  </a:lnTo>
                  <a:lnTo>
                    <a:pt x="1236236" y="3011912"/>
                  </a:lnTo>
                  <a:lnTo>
                    <a:pt x="1237092" y="2932276"/>
                  </a:lnTo>
                  <a:lnTo>
                    <a:pt x="1237947" y="2769448"/>
                  </a:lnTo>
                  <a:lnTo>
                    <a:pt x="1238803" y="2677286"/>
                  </a:lnTo>
                  <a:lnTo>
                    <a:pt x="1239658" y="2732454"/>
                  </a:lnTo>
                  <a:lnTo>
                    <a:pt x="1240514" y="2826991"/>
                  </a:lnTo>
                  <a:lnTo>
                    <a:pt x="1241369" y="2878367"/>
                  </a:lnTo>
                  <a:lnTo>
                    <a:pt x="1242225" y="2900798"/>
                  </a:lnTo>
                  <a:lnTo>
                    <a:pt x="1243081" y="3020595"/>
                  </a:lnTo>
                  <a:lnTo>
                    <a:pt x="1243936" y="3116972"/>
                  </a:lnTo>
                  <a:lnTo>
                    <a:pt x="1244792" y="3116972"/>
                  </a:lnTo>
                  <a:lnTo>
                    <a:pt x="1245647" y="3116972"/>
                  </a:lnTo>
                  <a:lnTo>
                    <a:pt x="1246503" y="3116972"/>
                  </a:lnTo>
                  <a:lnTo>
                    <a:pt x="1247358" y="3116972"/>
                  </a:lnTo>
                  <a:lnTo>
                    <a:pt x="1248214" y="3116972"/>
                  </a:lnTo>
                  <a:lnTo>
                    <a:pt x="1249069" y="3092976"/>
                  </a:lnTo>
                  <a:lnTo>
                    <a:pt x="1249925" y="3020357"/>
                  </a:lnTo>
                  <a:lnTo>
                    <a:pt x="1250780" y="3013535"/>
                  </a:lnTo>
                  <a:lnTo>
                    <a:pt x="1251636" y="2961174"/>
                  </a:lnTo>
                  <a:lnTo>
                    <a:pt x="1252491" y="2924390"/>
                  </a:lnTo>
                  <a:lnTo>
                    <a:pt x="1253347" y="2946336"/>
                  </a:lnTo>
                  <a:lnTo>
                    <a:pt x="1254202" y="3022057"/>
                  </a:lnTo>
                  <a:lnTo>
                    <a:pt x="1255058" y="3068309"/>
                  </a:lnTo>
                  <a:lnTo>
                    <a:pt x="1255913" y="3057854"/>
                  </a:lnTo>
                  <a:lnTo>
                    <a:pt x="1256769" y="3025486"/>
                  </a:lnTo>
                  <a:lnTo>
                    <a:pt x="1257624" y="2964158"/>
                  </a:lnTo>
                  <a:lnTo>
                    <a:pt x="1258480" y="2994501"/>
                  </a:lnTo>
                  <a:lnTo>
                    <a:pt x="1259336" y="2984917"/>
                  </a:lnTo>
                  <a:lnTo>
                    <a:pt x="1260191" y="2935105"/>
                  </a:lnTo>
                  <a:lnTo>
                    <a:pt x="1261047" y="2903604"/>
                  </a:lnTo>
                  <a:lnTo>
                    <a:pt x="1261902" y="2998886"/>
                  </a:lnTo>
                  <a:lnTo>
                    <a:pt x="1262758" y="3116972"/>
                  </a:lnTo>
                  <a:lnTo>
                    <a:pt x="1263613" y="3098185"/>
                  </a:lnTo>
                  <a:lnTo>
                    <a:pt x="1264469" y="3107769"/>
                  </a:lnTo>
                  <a:lnTo>
                    <a:pt x="1265324" y="3116972"/>
                  </a:lnTo>
                  <a:lnTo>
                    <a:pt x="1266180" y="3116972"/>
                  </a:lnTo>
                  <a:lnTo>
                    <a:pt x="1267035" y="3116972"/>
                  </a:lnTo>
                  <a:lnTo>
                    <a:pt x="1267891" y="3070875"/>
                  </a:lnTo>
                  <a:lnTo>
                    <a:pt x="1268746" y="3062328"/>
                  </a:lnTo>
                  <a:lnTo>
                    <a:pt x="1269602" y="3062328"/>
                  </a:lnTo>
                  <a:lnTo>
                    <a:pt x="1270457" y="3062328"/>
                  </a:lnTo>
                  <a:lnTo>
                    <a:pt x="1271313" y="3049646"/>
                  </a:lnTo>
                  <a:lnTo>
                    <a:pt x="1272168" y="3007181"/>
                  </a:lnTo>
                  <a:lnTo>
                    <a:pt x="1273024" y="3017125"/>
                  </a:lnTo>
                  <a:lnTo>
                    <a:pt x="1273880" y="3053962"/>
                  </a:lnTo>
                  <a:lnTo>
                    <a:pt x="1274735" y="3063892"/>
                  </a:lnTo>
                  <a:lnTo>
                    <a:pt x="1275591" y="3005321"/>
                  </a:lnTo>
                  <a:lnTo>
                    <a:pt x="1276446" y="2996448"/>
                  </a:lnTo>
                  <a:lnTo>
                    <a:pt x="1277302" y="3047361"/>
                  </a:lnTo>
                  <a:lnTo>
                    <a:pt x="1278157" y="3096057"/>
                  </a:lnTo>
                  <a:lnTo>
                    <a:pt x="1279013" y="3116972"/>
                  </a:lnTo>
                  <a:lnTo>
                    <a:pt x="1279868" y="3116972"/>
                  </a:lnTo>
                  <a:lnTo>
                    <a:pt x="1280724" y="3116972"/>
                  </a:lnTo>
                  <a:lnTo>
                    <a:pt x="1281579" y="3116972"/>
                  </a:lnTo>
                  <a:lnTo>
                    <a:pt x="1282435" y="3116972"/>
                  </a:lnTo>
                  <a:lnTo>
                    <a:pt x="1283290" y="3116972"/>
                  </a:lnTo>
                  <a:lnTo>
                    <a:pt x="1284146" y="3116972"/>
                  </a:lnTo>
                  <a:lnTo>
                    <a:pt x="1285001" y="3116972"/>
                  </a:lnTo>
                  <a:lnTo>
                    <a:pt x="1285857" y="3116972"/>
                  </a:lnTo>
                  <a:lnTo>
                    <a:pt x="1286712" y="3116972"/>
                  </a:lnTo>
                  <a:lnTo>
                    <a:pt x="1287568" y="3116972"/>
                  </a:lnTo>
                  <a:lnTo>
                    <a:pt x="1288423" y="3116972"/>
                  </a:lnTo>
                  <a:lnTo>
                    <a:pt x="1289279" y="3116972"/>
                  </a:lnTo>
                  <a:lnTo>
                    <a:pt x="1290135" y="3116972"/>
                  </a:lnTo>
                  <a:lnTo>
                    <a:pt x="1290990" y="3116972"/>
                  </a:lnTo>
                  <a:lnTo>
                    <a:pt x="1291846" y="3116972"/>
                  </a:lnTo>
                  <a:lnTo>
                    <a:pt x="1292701" y="3116972"/>
                  </a:lnTo>
                  <a:lnTo>
                    <a:pt x="1293557" y="3099694"/>
                  </a:lnTo>
                  <a:lnTo>
                    <a:pt x="1294412" y="3093293"/>
                  </a:lnTo>
                  <a:lnTo>
                    <a:pt x="1295268" y="3115101"/>
                  </a:lnTo>
                  <a:lnTo>
                    <a:pt x="1296123" y="3116432"/>
                  </a:lnTo>
                  <a:lnTo>
                    <a:pt x="1296979" y="3116972"/>
                  </a:lnTo>
                  <a:lnTo>
                    <a:pt x="1297834" y="3116972"/>
                  </a:lnTo>
                  <a:lnTo>
                    <a:pt x="1298690" y="3101520"/>
                  </a:lnTo>
                  <a:lnTo>
                    <a:pt x="1299545" y="3074816"/>
                  </a:lnTo>
                  <a:lnTo>
                    <a:pt x="1300401" y="3071788"/>
                  </a:lnTo>
                  <a:lnTo>
                    <a:pt x="1301256" y="3070456"/>
                  </a:lnTo>
                  <a:lnTo>
                    <a:pt x="1302112" y="3062328"/>
                  </a:lnTo>
                  <a:lnTo>
                    <a:pt x="1302967" y="3062328"/>
                  </a:lnTo>
                  <a:lnTo>
                    <a:pt x="1303823" y="3062328"/>
                  </a:lnTo>
                  <a:lnTo>
                    <a:pt x="1304678" y="3062328"/>
                  </a:lnTo>
                  <a:lnTo>
                    <a:pt x="1305534" y="3096706"/>
                  </a:lnTo>
                  <a:lnTo>
                    <a:pt x="1306390" y="3116972"/>
                  </a:lnTo>
                  <a:lnTo>
                    <a:pt x="1307245" y="3116972"/>
                  </a:lnTo>
                  <a:lnTo>
                    <a:pt x="1308101" y="3116972"/>
                  </a:lnTo>
                  <a:lnTo>
                    <a:pt x="1308956" y="3116972"/>
                  </a:lnTo>
                  <a:lnTo>
                    <a:pt x="1309812" y="3116972"/>
                  </a:lnTo>
                  <a:lnTo>
                    <a:pt x="1310667" y="3116972"/>
                  </a:lnTo>
                  <a:lnTo>
                    <a:pt x="1311523" y="3108346"/>
                  </a:lnTo>
                  <a:lnTo>
                    <a:pt x="1312378" y="3116972"/>
                  </a:lnTo>
                  <a:lnTo>
                    <a:pt x="1313234" y="3116972"/>
                  </a:lnTo>
                  <a:lnTo>
                    <a:pt x="1314089" y="3095753"/>
                  </a:lnTo>
                  <a:lnTo>
                    <a:pt x="1314945" y="3090500"/>
                  </a:lnTo>
                  <a:lnTo>
                    <a:pt x="1315800" y="3093020"/>
                  </a:lnTo>
                  <a:lnTo>
                    <a:pt x="1316656" y="3116972"/>
                  </a:lnTo>
                  <a:lnTo>
                    <a:pt x="1317511" y="3116972"/>
                  </a:lnTo>
                  <a:lnTo>
                    <a:pt x="1318367" y="3116972"/>
                  </a:lnTo>
                  <a:lnTo>
                    <a:pt x="1319222" y="3116972"/>
                  </a:lnTo>
                  <a:lnTo>
                    <a:pt x="1320078" y="3116972"/>
                  </a:lnTo>
                  <a:lnTo>
                    <a:pt x="1320934" y="3116972"/>
                  </a:lnTo>
                  <a:lnTo>
                    <a:pt x="1321789" y="3116972"/>
                  </a:lnTo>
                  <a:lnTo>
                    <a:pt x="1322645" y="3109788"/>
                  </a:lnTo>
                  <a:lnTo>
                    <a:pt x="1323500" y="3103945"/>
                  </a:lnTo>
                  <a:lnTo>
                    <a:pt x="1324356" y="3076563"/>
                  </a:lnTo>
                  <a:lnTo>
                    <a:pt x="1325211" y="3047522"/>
                  </a:lnTo>
                  <a:lnTo>
                    <a:pt x="1326067" y="3039519"/>
                  </a:lnTo>
                  <a:lnTo>
                    <a:pt x="1326922" y="3056850"/>
                  </a:lnTo>
                  <a:lnTo>
                    <a:pt x="1327778" y="3100445"/>
                  </a:lnTo>
                  <a:lnTo>
                    <a:pt x="1328633" y="3116972"/>
                  </a:lnTo>
                  <a:lnTo>
                    <a:pt x="1329489" y="3116972"/>
                  </a:lnTo>
                  <a:lnTo>
                    <a:pt x="1330344" y="3116972"/>
                  </a:lnTo>
                  <a:lnTo>
                    <a:pt x="1331200" y="3116972"/>
                  </a:lnTo>
                  <a:lnTo>
                    <a:pt x="1332055" y="3116972"/>
                  </a:lnTo>
                  <a:lnTo>
                    <a:pt x="1332911" y="3116972"/>
                  </a:lnTo>
                  <a:lnTo>
                    <a:pt x="1333766" y="3116972"/>
                  </a:lnTo>
                  <a:lnTo>
                    <a:pt x="1334622" y="3116972"/>
                  </a:lnTo>
                  <a:lnTo>
                    <a:pt x="1335477" y="3116972"/>
                  </a:lnTo>
                  <a:lnTo>
                    <a:pt x="1336333" y="3116972"/>
                  </a:lnTo>
                  <a:lnTo>
                    <a:pt x="1337189" y="3116972"/>
                  </a:lnTo>
                  <a:lnTo>
                    <a:pt x="1338044" y="3116972"/>
                  </a:lnTo>
                  <a:lnTo>
                    <a:pt x="1338900" y="3116972"/>
                  </a:lnTo>
                  <a:lnTo>
                    <a:pt x="1339755" y="3116972"/>
                  </a:lnTo>
                  <a:lnTo>
                    <a:pt x="1340611" y="3116972"/>
                  </a:lnTo>
                  <a:lnTo>
                    <a:pt x="1341466" y="3116972"/>
                  </a:lnTo>
                  <a:lnTo>
                    <a:pt x="1342322" y="3116972"/>
                  </a:lnTo>
                  <a:lnTo>
                    <a:pt x="1343177" y="3116972"/>
                  </a:lnTo>
                  <a:lnTo>
                    <a:pt x="1344033" y="3116972"/>
                  </a:lnTo>
                  <a:lnTo>
                    <a:pt x="1344888" y="3116972"/>
                  </a:lnTo>
                  <a:lnTo>
                    <a:pt x="1345744" y="3116972"/>
                  </a:lnTo>
                  <a:lnTo>
                    <a:pt x="1346599" y="3110948"/>
                  </a:lnTo>
                  <a:lnTo>
                    <a:pt x="1347455" y="3067865"/>
                  </a:lnTo>
                  <a:lnTo>
                    <a:pt x="1348310" y="3094935"/>
                  </a:lnTo>
                  <a:lnTo>
                    <a:pt x="1349166" y="3072988"/>
                  </a:lnTo>
                  <a:lnTo>
                    <a:pt x="1350021" y="3066970"/>
                  </a:lnTo>
                  <a:lnTo>
                    <a:pt x="1350877" y="3066971"/>
                  </a:lnTo>
                  <a:lnTo>
                    <a:pt x="1351732" y="3071646"/>
                  </a:lnTo>
                  <a:lnTo>
                    <a:pt x="1352588" y="3116972"/>
                  </a:lnTo>
                  <a:lnTo>
                    <a:pt x="1353444" y="3116972"/>
                  </a:lnTo>
                  <a:lnTo>
                    <a:pt x="1354299" y="3116972"/>
                  </a:lnTo>
                  <a:lnTo>
                    <a:pt x="1355155" y="3116972"/>
                  </a:lnTo>
                  <a:lnTo>
                    <a:pt x="1356010" y="3116972"/>
                  </a:lnTo>
                  <a:lnTo>
                    <a:pt x="1356866" y="3116972"/>
                  </a:lnTo>
                  <a:lnTo>
                    <a:pt x="1357721" y="3116972"/>
                  </a:lnTo>
                  <a:lnTo>
                    <a:pt x="1358577" y="3116972"/>
                  </a:lnTo>
                  <a:lnTo>
                    <a:pt x="1359432" y="3116972"/>
                  </a:lnTo>
                  <a:lnTo>
                    <a:pt x="1360288" y="3116972"/>
                  </a:lnTo>
                  <a:lnTo>
                    <a:pt x="1361143" y="3116972"/>
                  </a:lnTo>
                  <a:lnTo>
                    <a:pt x="1361999" y="3116972"/>
                  </a:lnTo>
                  <a:lnTo>
                    <a:pt x="1362854" y="3079181"/>
                  </a:lnTo>
                  <a:lnTo>
                    <a:pt x="1363710" y="3022893"/>
                  </a:lnTo>
                  <a:lnTo>
                    <a:pt x="1364565" y="2987833"/>
                  </a:lnTo>
                  <a:lnTo>
                    <a:pt x="1365421" y="2989453"/>
                  </a:lnTo>
                  <a:lnTo>
                    <a:pt x="1366276" y="3078291"/>
                  </a:lnTo>
                  <a:lnTo>
                    <a:pt x="1367132" y="3116972"/>
                  </a:lnTo>
                  <a:lnTo>
                    <a:pt x="1367987" y="3116972"/>
                  </a:lnTo>
                  <a:lnTo>
                    <a:pt x="1368843" y="3116972"/>
                  </a:lnTo>
                  <a:lnTo>
                    <a:pt x="1369699" y="3116972"/>
                  </a:lnTo>
                  <a:lnTo>
                    <a:pt x="1370554" y="3116972"/>
                  </a:lnTo>
                  <a:lnTo>
                    <a:pt x="1371410" y="3116972"/>
                  </a:lnTo>
                  <a:lnTo>
                    <a:pt x="1372265" y="3096751"/>
                  </a:lnTo>
                  <a:lnTo>
                    <a:pt x="1373121" y="3025820"/>
                  </a:lnTo>
                  <a:lnTo>
                    <a:pt x="1373976" y="2996855"/>
                  </a:lnTo>
                  <a:lnTo>
                    <a:pt x="1374832" y="2940982"/>
                  </a:lnTo>
                  <a:lnTo>
                    <a:pt x="1375687" y="2909941"/>
                  </a:lnTo>
                  <a:lnTo>
                    <a:pt x="1376543" y="2926291"/>
                  </a:lnTo>
                  <a:lnTo>
                    <a:pt x="1377398" y="2949441"/>
                  </a:lnTo>
                  <a:lnTo>
                    <a:pt x="1378254" y="2938418"/>
                  </a:lnTo>
                  <a:lnTo>
                    <a:pt x="1379109" y="2942026"/>
                  </a:lnTo>
                  <a:lnTo>
                    <a:pt x="1379965" y="2997904"/>
                  </a:lnTo>
                  <a:lnTo>
                    <a:pt x="1380820" y="3032826"/>
                  </a:lnTo>
                  <a:lnTo>
                    <a:pt x="1381676" y="3066647"/>
                  </a:lnTo>
                  <a:lnTo>
                    <a:pt x="1382531" y="3116972"/>
                  </a:lnTo>
                  <a:lnTo>
                    <a:pt x="1383387" y="3116972"/>
                  </a:lnTo>
                  <a:lnTo>
                    <a:pt x="1384243" y="3116972"/>
                  </a:lnTo>
                  <a:lnTo>
                    <a:pt x="1385098" y="3116972"/>
                  </a:lnTo>
                  <a:lnTo>
                    <a:pt x="1385954" y="3116972"/>
                  </a:lnTo>
                  <a:lnTo>
                    <a:pt x="1386809" y="3116972"/>
                  </a:lnTo>
                  <a:lnTo>
                    <a:pt x="1387665" y="3116972"/>
                  </a:lnTo>
                  <a:lnTo>
                    <a:pt x="1388520" y="3116972"/>
                  </a:lnTo>
                  <a:lnTo>
                    <a:pt x="1389376" y="3116972"/>
                  </a:lnTo>
                  <a:lnTo>
                    <a:pt x="1390231" y="3116972"/>
                  </a:lnTo>
                  <a:lnTo>
                    <a:pt x="1391087" y="3116972"/>
                  </a:lnTo>
                  <a:lnTo>
                    <a:pt x="1391942" y="3115542"/>
                  </a:lnTo>
                  <a:lnTo>
                    <a:pt x="1392798" y="3103831"/>
                  </a:lnTo>
                  <a:lnTo>
                    <a:pt x="1393653" y="3075915"/>
                  </a:lnTo>
                  <a:lnTo>
                    <a:pt x="1394509" y="3062328"/>
                  </a:lnTo>
                  <a:lnTo>
                    <a:pt x="1395364" y="3116972"/>
                  </a:lnTo>
                  <a:lnTo>
                    <a:pt x="1396220" y="3116972"/>
                  </a:lnTo>
                  <a:lnTo>
                    <a:pt x="1397075" y="3116972"/>
                  </a:lnTo>
                  <a:lnTo>
                    <a:pt x="1397931" y="3116972"/>
                  </a:lnTo>
                  <a:lnTo>
                    <a:pt x="1398786" y="3116972"/>
                  </a:lnTo>
                  <a:lnTo>
                    <a:pt x="1399642" y="3116972"/>
                  </a:lnTo>
                  <a:lnTo>
                    <a:pt x="1400498" y="3116972"/>
                  </a:lnTo>
                  <a:lnTo>
                    <a:pt x="1401353" y="3116972"/>
                  </a:lnTo>
                  <a:lnTo>
                    <a:pt x="1402209" y="3116972"/>
                  </a:lnTo>
                  <a:lnTo>
                    <a:pt x="1403064" y="3116972"/>
                  </a:lnTo>
                  <a:lnTo>
                    <a:pt x="1403920" y="3116972"/>
                  </a:lnTo>
                  <a:lnTo>
                    <a:pt x="1404775" y="3116972"/>
                  </a:lnTo>
                  <a:lnTo>
                    <a:pt x="1405631" y="3116972"/>
                  </a:lnTo>
                  <a:lnTo>
                    <a:pt x="1406486" y="3116972"/>
                  </a:lnTo>
                  <a:lnTo>
                    <a:pt x="1407342" y="3042509"/>
                  </a:lnTo>
                  <a:lnTo>
                    <a:pt x="1408197" y="3028684"/>
                  </a:lnTo>
                  <a:lnTo>
                    <a:pt x="1409053" y="3028684"/>
                  </a:lnTo>
                  <a:lnTo>
                    <a:pt x="1409908" y="3026205"/>
                  </a:lnTo>
                  <a:lnTo>
                    <a:pt x="1410764" y="3068483"/>
                  </a:lnTo>
                  <a:lnTo>
                    <a:pt x="1411619" y="3116972"/>
                  </a:lnTo>
                  <a:lnTo>
                    <a:pt x="1412475" y="3116972"/>
                  </a:lnTo>
                  <a:lnTo>
                    <a:pt x="1413330" y="3116972"/>
                  </a:lnTo>
                  <a:lnTo>
                    <a:pt x="1414186" y="3116972"/>
                  </a:lnTo>
                  <a:lnTo>
                    <a:pt x="1415041" y="3116972"/>
                  </a:lnTo>
                  <a:lnTo>
                    <a:pt x="1415897" y="3088121"/>
                  </a:lnTo>
                  <a:lnTo>
                    <a:pt x="1416753" y="3073938"/>
                  </a:lnTo>
                  <a:lnTo>
                    <a:pt x="1417608" y="3116972"/>
                  </a:lnTo>
                  <a:lnTo>
                    <a:pt x="1418464" y="3116972"/>
                  </a:lnTo>
                  <a:lnTo>
                    <a:pt x="1419319" y="3116972"/>
                  </a:lnTo>
                  <a:lnTo>
                    <a:pt x="1420175" y="3116972"/>
                  </a:lnTo>
                  <a:lnTo>
                    <a:pt x="1421030" y="3116972"/>
                  </a:lnTo>
                  <a:lnTo>
                    <a:pt x="1421886" y="3116972"/>
                  </a:lnTo>
                  <a:lnTo>
                    <a:pt x="1422741" y="3069955"/>
                  </a:lnTo>
                  <a:lnTo>
                    <a:pt x="1423597" y="2989096"/>
                  </a:lnTo>
                  <a:lnTo>
                    <a:pt x="1424452" y="3005505"/>
                  </a:lnTo>
                  <a:lnTo>
                    <a:pt x="1425308" y="3034360"/>
                  </a:lnTo>
                  <a:lnTo>
                    <a:pt x="1426163" y="3075252"/>
                  </a:lnTo>
                  <a:lnTo>
                    <a:pt x="1427019" y="3116972"/>
                  </a:lnTo>
                  <a:lnTo>
                    <a:pt x="1427874" y="3116972"/>
                  </a:lnTo>
                  <a:lnTo>
                    <a:pt x="1428730" y="3116972"/>
                  </a:lnTo>
                  <a:lnTo>
                    <a:pt x="1429585" y="3116972"/>
                  </a:lnTo>
                  <a:lnTo>
                    <a:pt x="1430441" y="3116972"/>
                  </a:lnTo>
                  <a:lnTo>
                    <a:pt x="1431297" y="3116972"/>
                  </a:lnTo>
                  <a:lnTo>
                    <a:pt x="1432152" y="3116972"/>
                  </a:lnTo>
                  <a:lnTo>
                    <a:pt x="1433008" y="3115066"/>
                  </a:lnTo>
                  <a:lnTo>
                    <a:pt x="1433863" y="3010370"/>
                  </a:lnTo>
                  <a:lnTo>
                    <a:pt x="1434719" y="2975155"/>
                  </a:lnTo>
                  <a:lnTo>
                    <a:pt x="1435574" y="2975155"/>
                  </a:lnTo>
                  <a:lnTo>
                    <a:pt x="1436430" y="2975156"/>
                  </a:lnTo>
                  <a:lnTo>
                    <a:pt x="1437285" y="2993700"/>
                  </a:lnTo>
                  <a:lnTo>
                    <a:pt x="1438141" y="3044977"/>
                  </a:lnTo>
                  <a:lnTo>
                    <a:pt x="1438996" y="3062328"/>
                  </a:lnTo>
                  <a:lnTo>
                    <a:pt x="1439852" y="3062328"/>
                  </a:lnTo>
                  <a:lnTo>
                    <a:pt x="1440707" y="3035929"/>
                  </a:lnTo>
                  <a:lnTo>
                    <a:pt x="1441563" y="2980882"/>
                  </a:lnTo>
                  <a:lnTo>
                    <a:pt x="1442418" y="2979847"/>
                  </a:lnTo>
                  <a:lnTo>
                    <a:pt x="1443274" y="3012591"/>
                  </a:lnTo>
                  <a:lnTo>
                    <a:pt x="1444129" y="3033951"/>
                  </a:lnTo>
                  <a:lnTo>
                    <a:pt x="1444985" y="3033951"/>
                  </a:lnTo>
                  <a:lnTo>
                    <a:pt x="1445840" y="3060351"/>
                  </a:lnTo>
                  <a:lnTo>
                    <a:pt x="1446696" y="3116972"/>
                  </a:lnTo>
                  <a:lnTo>
                    <a:pt x="1447552" y="3116972"/>
                  </a:lnTo>
                  <a:lnTo>
                    <a:pt x="1448407" y="3116972"/>
                  </a:lnTo>
                  <a:lnTo>
                    <a:pt x="1449263" y="3116972"/>
                  </a:lnTo>
                  <a:lnTo>
                    <a:pt x="1450118" y="3116972"/>
                  </a:lnTo>
                  <a:lnTo>
                    <a:pt x="1450974" y="3116972"/>
                  </a:lnTo>
                  <a:lnTo>
                    <a:pt x="1451829" y="3116972"/>
                  </a:lnTo>
                  <a:lnTo>
                    <a:pt x="1452685" y="3116972"/>
                  </a:lnTo>
                  <a:lnTo>
                    <a:pt x="1453540" y="3116972"/>
                  </a:lnTo>
                  <a:lnTo>
                    <a:pt x="1454396" y="3097789"/>
                  </a:lnTo>
                  <a:lnTo>
                    <a:pt x="1455251" y="3074238"/>
                  </a:lnTo>
                  <a:lnTo>
                    <a:pt x="1456107" y="3071818"/>
                  </a:lnTo>
                  <a:lnTo>
                    <a:pt x="1456962" y="3056989"/>
                  </a:lnTo>
                  <a:lnTo>
                    <a:pt x="1457818" y="3062328"/>
                  </a:lnTo>
                  <a:lnTo>
                    <a:pt x="1458673" y="3086611"/>
                  </a:lnTo>
                  <a:lnTo>
                    <a:pt x="1459529" y="3052952"/>
                  </a:lnTo>
                  <a:lnTo>
                    <a:pt x="1460384" y="3041779"/>
                  </a:lnTo>
                  <a:lnTo>
                    <a:pt x="1461240" y="3086029"/>
                  </a:lnTo>
                  <a:lnTo>
                    <a:pt x="1462095" y="3093195"/>
                  </a:lnTo>
                  <a:lnTo>
                    <a:pt x="1462951" y="3089383"/>
                  </a:lnTo>
                  <a:lnTo>
                    <a:pt x="1463807" y="3092976"/>
                  </a:lnTo>
                  <a:lnTo>
                    <a:pt x="1464662" y="3116972"/>
                  </a:lnTo>
                  <a:lnTo>
                    <a:pt x="1465518" y="3116972"/>
                  </a:lnTo>
                  <a:lnTo>
                    <a:pt x="1466373" y="3116972"/>
                  </a:lnTo>
                  <a:lnTo>
                    <a:pt x="1467229" y="3116972"/>
                  </a:lnTo>
                  <a:lnTo>
                    <a:pt x="1468084" y="3116972"/>
                  </a:lnTo>
                  <a:lnTo>
                    <a:pt x="1468940" y="3116972"/>
                  </a:lnTo>
                  <a:lnTo>
                    <a:pt x="1469795" y="3116972"/>
                  </a:lnTo>
                  <a:lnTo>
                    <a:pt x="1470651" y="3116972"/>
                  </a:lnTo>
                  <a:lnTo>
                    <a:pt x="1471506" y="3116972"/>
                  </a:lnTo>
                  <a:lnTo>
                    <a:pt x="1472362" y="3116972"/>
                  </a:lnTo>
                  <a:lnTo>
                    <a:pt x="1473217" y="3116972"/>
                  </a:lnTo>
                  <a:lnTo>
                    <a:pt x="1474073" y="3116972"/>
                  </a:lnTo>
                  <a:lnTo>
                    <a:pt x="1474928" y="3115422"/>
                  </a:lnTo>
                  <a:lnTo>
                    <a:pt x="1475784" y="3025787"/>
                  </a:lnTo>
                  <a:lnTo>
                    <a:pt x="1476639" y="2984229"/>
                  </a:lnTo>
                  <a:lnTo>
                    <a:pt x="1477495" y="2984229"/>
                  </a:lnTo>
                  <a:lnTo>
                    <a:pt x="1478351" y="2999430"/>
                  </a:lnTo>
                  <a:lnTo>
                    <a:pt x="1479206" y="3014925"/>
                  </a:lnTo>
                  <a:lnTo>
                    <a:pt x="1480062" y="3050467"/>
                  </a:lnTo>
                  <a:lnTo>
                    <a:pt x="1480917" y="3116972"/>
                  </a:lnTo>
                  <a:lnTo>
                    <a:pt x="1481773" y="3116972"/>
                  </a:lnTo>
                  <a:lnTo>
                    <a:pt x="1482628" y="3116972"/>
                  </a:lnTo>
                  <a:lnTo>
                    <a:pt x="1483484" y="3116972"/>
                  </a:lnTo>
                  <a:lnTo>
                    <a:pt x="1484339" y="3116972"/>
                  </a:lnTo>
                  <a:lnTo>
                    <a:pt x="1485195" y="3116972"/>
                  </a:lnTo>
                  <a:lnTo>
                    <a:pt x="1486050" y="3101737"/>
                  </a:lnTo>
                  <a:lnTo>
                    <a:pt x="1486906" y="3046560"/>
                  </a:lnTo>
                  <a:lnTo>
                    <a:pt x="1487761" y="3043357"/>
                  </a:lnTo>
                  <a:lnTo>
                    <a:pt x="1488617" y="3090318"/>
                  </a:lnTo>
                  <a:lnTo>
                    <a:pt x="1489472" y="3088804"/>
                  </a:lnTo>
                  <a:lnTo>
                    <a:pt x="1490328" y="3058289"/>
                  </a:lnTo>
                  <a:lnTo>
                    <a:pt x="1491183" y="3116972"/>
                  </a:lnTo>
                  <a:lnTo>
                    <a:pt x="1492039" y="3116972"/>
                  </a:lnTo>
                  <a:lnTo>
                    <a:pt x="1492894" y="3116972"/>
                  </a:lnTo>
                  <a:lnTo>
                    <a:pt x="1493750" y="3116972"/>
                  </a:lnTo>
                  <a:lnTo>
                    <a:pt x="1494606" y="3116972"/>
                  </a:lnTo>
                  <a:lnTo>
                    <a:pt x="1495461" y="3116972"/>
                  </a:lnTo>
                  <a:lnTo>
                    <a:pt x="1496317" y="3116972"/>
                  </a:lnTo>
                  <a:lnTo>
                    <a:pt x="1497172" y="2991169"/>
                  </a:lnTo>
                  <a:lnTo>
                    <a:pt x="1498028" y="2936291"/>
                  </a:lnTo>
                  <a:lnTo>
                    <a:pt x="1498883" y="2938402"/>
                  </a:lnTo>
                  <a:lnTo>
                    <a:pt x="1499739" y="2937449"/>
                  </a:lnTo>
                  <a:lnTo>
                    <a:pt x="1500594" y="2980247"/>
                  </a:lnTo>
                  <a:lnTo>
                    <a:pt x="1501450" y="3028569"/>
                  </a:lnTo>
                  <a:lnTo>
                    <a:pt x="1502305" y="3053039"/>
                  </a:lnTo>
                  <a:lnTo>
                    <a:pt x="1503161" y="3096323"/>
                  </a:lnTo>
                  <a:lnTo>
                    <a:pt x="1504016" y="3085992"/>
                  </a:lnTo>
                  <a:lnTo>
                    <a:pt x="1504872" y="3099794"/>
                  </a:lnTo>
                  <a:lnTo>
                    <a:pt x="1505727" y="3116972"/>
                  </a:lnTo>
                  <a:lnTo>
                    <a:pt x="1506583" y="3116972"/>
                  </a:lnTo>
                  <a:lnTo>
                    <a:pt x="1507438" y="3116972"/>
                  </a:lnTo>
                  <a:lnTo>
                    <a:pt x="1508294" y="3116972"/>
                  </a:lnTo>
                  <a:lnTo>
                    <a:pt x="1509149" y="3116972"/>
                  </a:lnTo>
                  <a:lnTo>
                    <a:pt x="1510005" y="3116972"/>
                  </a:lnTo>
                  <a:lnTo>
                    <a:pt x="1510861" y="3116972"/>
                  </a:lnTo>
                  <a:lnTo>
                    <a:pt x="1511716" y="3116972"/>
                  </a:lnTo>
                  <a:lnTo>
                    <a:pt x="1512572" y="3116972"/>
                  </a:lnTo>
                  <a:lnTo>
                    <a:pt x="1513427" y="3116972"/>
                  </a:lnTo>
                  <a:lnTo>
                    <a:pt x="1514283" y="3071147"/>
                  </a:lnTo>
                  <a:lnTo>
                    <a:pt x="1515138" y="3062328"/>
                  </a:lnTo>
                  <a:lnTo>
                    <a:pt x="1515994" y="3062328"/>
                  </a:lnTo>
                  <a:lnTo>
                    <a:pt x="1516849" y="3062328"/>
                  </a:lnTo>
                  <a:lnTo>
                    <a:pt x="1517705" y="3062328"/>
                  </a:lnTo>
                  <a:lnTo>
                    <a:pt x="1518560" y="3062328"/>
                  </a:lnTo>
                  <a:lnTo>
                    <a:pt x="1519416" y="3080722"/>
                  </a:lnTo>
                  <a:lnTo>
                    <a:pt x="1520271" y="3116972"/>
                  </a:lnTo>
                  <a:lnTo>
                    <a:pt x="1521127" y="3116972"/>
                  </a:lnTo>
                  <a:lnTo>
                    <a:pt x="1521982" y="3116972"/>
                  </a:lnTo>
                  <a:lnTo>
                    <a:pt x="1522838" y="3116972"/>
                  </a:lnTo>
                  <a:lnTo>
                    <a:pt x="1523693" y="3116972"/>
                  </a:lnTo>
                  <a:lnTo>
                    <a:pt x="1524549" y="3116972"/>
                  </a:lnTo>
                  <a:lnTo>
                    <a:pt x="1525405" y="3116972"/>
                  </a:lnTo>
                  <a:lnTo>
                    <a:pt x="1526260" y="3116972"/>
                  </a:lnTo>
                  <a:lnTo>
                    <a:pt x="1527116" y="3116972"/>
                  </a:lnTo>
                  <a:lnTo>
                    <a:pt x="1527971" y="3116972"/>
                  </a:lnTo>
                  <a:lnTo>
                    <a:pt x="1528827" y="3116972"/>
                  </a:lnTo>
                  <a:lnTo>
                    <a:pt x="1529682" y="3116972"/>
                  </a:lnTo>
                  <a:lnTo>
                    <a:pt x="1530538" y="3116972"/>
                  </a:lnTo>
                  <a:lnTo>
                    <a:pt x="1531393" y="3116972"/>
                  </a:lnTo>
                  <a:lnTo>
                    <a:pt x="1532249" y="3116972"/>
                  </a:lnTo>
                  <a:lnTo>
                    <a:pt x="1533104" y="3116972"/>
                  </a:lnTo>
                  <a:lnTo>
                    <a:pt x="1533960" y="3082973"/>
                  </a:lnTo>
                  <a:lnTo>
                    <a:pt x="1534815" y="3026127"/>
                  </a:lnTo>
                  <a:lnTo>
                    <a:pt x="1535671" y="3008777"/>
                  </a:lnTo>
                  <a:lnTo>
                    <a:pt x="1536526" y="3047955"/>
                  </a:lnTo>
                  <a:lnTo>
                    <a:pt x="1537382" y="3105969"/>
                  </a:lnTo>
                  <a:lnTo>
                    <a:pt x="1538237" y="3116972"/>
                  </a:lnTo>
                  <a:lnTo>
                    <a:pt x="1539093" y="3116972"/>
                  </a:lnTo>
                  <a:lnTo>
                    <a:pt x="1539948" y="3116972"/>
                  </a:lnTo>
                  <a:lnTo>
                    <a:pt x="1540804" y="3116972"/>
                  </a:lnTo>
                  <a:lnTo>
                    <a:pt x="1541660" y="3116972"/>
                  </a:lnTo>
                  <a:lnTo>
                    <a:pt x="1542515" y="3116972"/>
                  </a:lnTo>
                  <a:lnTo>
                    <a:pt x="1543371" y="3116972"/>
                  </a:lnTo>
                  <a:lnTo>
                    <a:pt x="1544226" y="3116972"/>
                  </a:lnTo>
                  <a:lnTo>
                    <a:pt x="1545082" y="3116972"/>
                  </a:lnTo>
                  <a:lnTo>
                    <a:pt x="1545937" y="3116972"/>
                  </a:lnTo>
                  <a:lnTo>
                    <a:pt x="1546793" y="3116972"/>
                  </a:lnTo>
                  <a:lnTo>
                    <a:pt x="1547648" y="3116972"/>
                  </a:lnTo>
                  <a:lnTo>
                    <a:pt x="1548504" y="3116972"/>
                  </a:lnTo>
                  <a:lnTo>
                    <a:pt x="1549359" y="3116972"/>
                  </a:lnTo>
                  <a:lnTo>
                    <a:pt x="1550215" y="3116972"/>
                  </a:lnTo>
                  <a:lnTo>
                    <a:pt x="1551070" y="3116972"/>
                  </a:lnTo>
                  <a:lnTo>
                    <a:pt x="1551926" y="3116972"/>
                  </a:lnTo>
                  <a:lnTo>
                    <a:pt x="1552781" y="3116972"/>
                  </a:lnTo>
                  <a:lnTo>
                    <a:pt x="1553637" y="3116972"/>
                  </a:lnTo>
                  <a:lnTo>
                    <a:pt x="1554492" y="3116972"/>
                  </a:lnTo>
                  <a:lnTo>
                    <a:pt x="1555348" y="3116972"/>
                  </a:lnTo>
                  <a:lnTo>
                    <a:pt x="1556203" y="3116972"/>
                  </a:lnTo>
                  <a:lnTo>
                    <a:pt x="1557059" y="3116972"/>
                  </a:lnTo>
                  <a:lnTo>
                    <a:pt x="1557915" y="3116972"/>
                  </a:lnTo>
                  <a:lnTo>
                    <a:pt x="1558770" y="3116972"/>
                  </a:lnTo>
                  <a:lnTo>
                    <a:pt x="1559626" y="3116972"/>
                  </a:lnTo>
                  <a:lnTo>
                    <a:pt x="1560481" y="3116972"/>
                  </a:lnTo>
                  <a:lnTo>
                    <a:pt x="1561337" y="3116972"/>
                  </a:lnTo>
                  <a:lnTo>
                    <a:pt x="1562192" y="3116972"/>
                  </a:lnTo>
                  <a:lnTo>
                    <a:pt x="1563048" y="3116972"/>
                  </a:lnTo>
                  <a:lnTo>
                    <a:pt x="1563903" y="3116972"/>
                  </a:lnTo>
                  <a:lnTo>
                    <a:pt x="1564759" y="3116972"/>
                  </a:lnTo>
                  <a:lnTo>
                    <a:pt x="1565614" y="3116972"/>
                  </a:lnTo>
                  <a:lnTo>
                    <a:pt x="1566470" y="3116972"/>
                  </a:lnTo>
                  <a:lnTo>
                    <a:pt x="1567325" y="3116972"/>
                  </a:lnTo>
                  <a:lnTo>
                    <a:pt x="1568181" y="3116972"/>
                  </a:lnTo>
                  <a:lnTo>
                    <a:pt x="1569036" y="2960390"/>
                  </a:lnTo>
                  <a:lnTo>
                    <a:pt x="1569892" y="2941437"/>
                  </a:lnTo>
                  <a:lnTo>
                    <a:pt x="1570747" y="3005554"/>
                  </a:lnTo>
                  <a:lnTo>
                    <a:pt x="1571603" y="3016368"/>
                  </a:lnTo>
                  <a:lnTo>
                    <a:pt x="1572458" y="3012378"/>
                  </a:lnTo>
                  <a:lnTo>
                    <a:pt x="1573314" y="3076079"/>
                  </a:lnTo>
                  <a:lnTo>
                    <a:pt x="1574170" y="3116972"/>
                  </a:lnTo>
                  <a:lnTo>
                    <a:pt x="1575025" y="3112214"/>
                  </a:lnTo>
                  <a:lnTo>
                    <a:pt x="1575881" y="2957218"/>
                  </a:lnTo>
                  <a:lnTo>
                    <a:pt x="1576736" y="2869771"/>
                  </a:lnTo>
                  <a:lnTo>
                    <a:pt x="1577592" y="2858516"/>
                  </a:lnTo>
                  <a:lnTo>
                    <a:pt x="1578447" y="2854263"/>
                  </a:lnTo>
                  <a:lnTo>
                    <a:pt x="1579303" y="2814892"/>
                  </a:lnTo>
                  <a:lnTo>
                    <a:pt x="1580158" y="2717788"/>
                  </a:lnTo>
                  <a:lnTo>
                    <a:pt x="1581014" y="2707901"/>
                  </a:lnTo>
                  <a:lnTo>
                    <a:pt x="1581869" y="2801341"/>
                  </a:lnTo>
                  <a:lnTo>
                    <a:pt x="1582725" y="2942975"/>
                  </a:lnTo>
                  <a:lnTo>
                    <a:pt x="1583580" y="3049935"/>
                  </a:lnTo>
                  <a:lnTo>
                    <a:pt x="1584436" y="3116972"/>
                  </a:lnTo>
                  <a:lnTo>
                    <a:pt x="1585291" y="3116972"/>
                  </a:lnTo>
                  <a:lnTo>
                    <a:pt x="1586147" y="3116972"/>
                  </a:lnTo>
                  <a:lnTo>
                    <a:pt x="1587002" y="3116972"/>
                  </a:lnTo>
                  <a:lnTo>
                    <a:pt x="1587858" y="3116972"/>
                  </a:lnTo>
                  <a:lnTo>
                    <a:pt x="1588714" y="3066617"/>
                  </a:lnTo>
                  <a:lnTo>
                    <a:pt x="1589569" y="2965684"/>
                  </a:lnTo>
                  <a:lnTo>
                    <a:pt x="1590425" y="2934665"/>
                  </a:lnTo>
                  <a:lnTo>
                    <a:pt x="1591280" y="2893481"/>
                  </a:lnTo>
                  <a:lnTo>
                    <a:pt x="1592136" y="2885468"/>
                  </a:lnTo>
                  <a:lnTo>
                    <a:pt x="1592991" y="2912275"/>
                  </a:lnTo>
                  <a:lnTo>
                    <a:pt x="1593847" y="2983655"/>
                  </a:lnTo>
                  <a:lnTo>
                    <a:pt x="1594702" y="3057919"/>
                  </a:lnTo>
                  <a:lnTo>
                    <a:pt x="1595558" y="3107768"/>
                  </a:lnTo>
                  <a:lnTo>
                    <a:pt x="1596413" y="3116972"/>
                  </a:lnTo>
                  <a:lnTo>
                    <a:pt x="1597269" y="3116972"/>
                  </a:lnTo>
                  <a:lnTo>
                    <a:pt x="1598124" y="3116972"/>
                  </a:lnTo>
                  <a:lnTo>
                    <a:pt x="1598980" y="3116972"/>
                  </a:lnTo>
                  <a:lnTo>
                    <a:pt x="1599835" y="3113604"/>
                  </a:lnTo>
                  <a:lnTo>
                    <a:pt x="1600691" y="3049342"/>
                  </a:lnTo>
                  <a:lnTo>
                    <a:pt x="1601546" y="2943283"/>
                  </a:lnTo>
                  <a:lnTo>
                    <a:pt x="1602402" y="2902201"/>
                  </a:lnTo>
                  <a:lnTo>
                    <a:pt x="1603257" y="2826237"/>
                  </a:lnTo>
                  <a:lnTo>
                    <a:pt x="1604113" y="2728029"/>
                  </a:lnTo>
                  <a:lnTo>
                    <a:pt x="1604969" y="2650143"/>
                  </a:lnTo>
                  <a:lnTo>
                    <a:pt x="1605824" y="2671869"/>
                  </a:lnTo>
                  <a:lnTo>
                    <a:pt x="1606680" y="2793080"/>
                  </a:lnTo>
                  <a:lnTo>
                    <a:pt x="1607535" y="2877087"/>
                  </a:lnTo>
                  <a:lnTo>
                    <a:pt x="1608391" y="2955830"/>
                  </a:lnTo>
                  <a:lnTo>
                    <a:pt x="1609246" y="2981019"/>
                  </a:lnTo>
                  <a:lnTo>
                    <a:pt x="1610102" y="2931399"/>
                  </a:lnTo>
                  <a:lnTo>
                    <a:pt x="1610957" y="2898414"/>
                  </a:lnTo>
                  <a:lnTo>
                    <a:pt x="1611813" y="2852600"/>
                  </a:lnTo>
                  <a:lnTo>
                    <a:pt x="1612668" y="2866637"/>
                  </a:lnTo>
                  <a:lnTo>
                    <a:pt x="1613524" y="2826916"/>
                  </a:lnTo>
                  <a:lnTo>
                    <a:pt x="1614379" y="2853016"/>
                  </a:lnTo>
                  <a:lnTo>
                    <a:pt x="1615235" y="2971385"/>
                  </a:lnTo>
                  <a:lnTo>
                    <a:pt x="1616090" y="3053545"/>
                  </a:lnTo>
                  <a:lnTo>
                    <a:pt x="1616946" y="3045504"/>
                  </a:lnTo>
                  <a:lnTo>
                    <a:pt x="1617801" y="2953123"/>
                  </a:lnTo>
                  <a:lnTo>
                    <a:pt x="1618657" y="2925919"/>
                  </a:lnTo>
                  <a:lnTo>
                    <a:pt x="1619512" y="2917004"/>
                  </a:lnTo>
                  <a:lnTo>
                    <a:pt x="1620368" y="2790144"/>
                  </a:lnTo>
                  <a:lnTo>
                    <a:pt x="1621224" y="2689888"/>
                  </a:lnTo>
                  <a:lnTo>
                    <a:pt x="1622079" y="2726289"/>
                  </a:lnTo>
                  <a:lnTo>
                    <a:pt x="1622935" y="2857340"/>
                  </a:lnTo>
                  <a:lnTo>
                    <a:pt x="1623790" y="2914489"/>
                  </a:lnTo>
                  <a:lnTo>
                    <a:pt x="1624646" y="2882187"/>
                  </a:lnTo>
                  <a:lnTo>
                    <a:pt x="1625501" y="2917291"/>
                  </a:lnTo>
                  <a:lnTo>
                    <a:pt x="1626357" y="2888972"/>
                  </a:lnTo>
                  <a:lnTo>
                    <a:pt x="1627212" y="2864516"/>
                  </a:lnTo>
                  <a:lnTo>
                    <a:pt x="1628068" y="2818014"/>
                  </a:lnTo>
                  <a:lnTo>
                    <a:pt x="1628923" y="2827601"/>
                  </a:lnTo>
                  <a:lnTo>
                    <a:pt x="1629779" y="2928376"/>
                  </a:lnTo>
                  <a:lnTo>
                    <a:pt x="1630634" y="2964137"/>
                  </a:lnTo>
                  <a:lnTo>
                    <a:pt x="1631490" y="2984607"/>
                  </a:lnTo>
                  <a:lnTo>
                    <a:pt x="1632345" y="3005803"/>
                  </a:lnTo>
                  <a:lnTo>
                    <a:pt x="1633201" y="3016634"/>
                  </a:lnTo>
                  <a:lnTo>
                    <a:pt x="1634056" y="2992661"/>
                  </a:lnTo>
                  <a:lnTo>
                    <a:pt x="1634912" y="2867076"/>
                  </a:lnTo>
                  <a:lnTo>
                    <a:pt x="1635768" y="2801128"/>
                  </a:lnTo>
                  <a:lnTo>
                    <a:pt x="1636623" y="2738151"/>
                  </a:lnTo>
                  <a:lnTo>
                    <a:pt x="1637479" y="2717409"/>
                  </a:lnTo>
                  <a:lnTo>
                    <a:pt x="1638334" y="2715326"/>
                  </a:lnTo>
                  <a:lnTo>
                    <a:pt x="1639190" y="2772698"/>
                  </a:lnTo>
                  <a:lnTo>
                    <a:pt x="1640045" y="2916444"/>
                  </a:lnTo>
                  <a:lnTo>
                    <a:pt x="1640901" y="3051024"/>
                  </a:lnTo>
                  <a:lnTo>
                    <a:pt x="1641756" y="3116972"/>
                  </a:lnTo>
                  <a:lnTo>
                    <a:pt x="1642612" y="3116972"/>
                  </a:lnTo>
                  <a:lnTo>
                    <a:pt x="1643467" y="3116972"/>
                  </a:lnTo>
                  <a:lnTo>
                    <a:pt x="1644323" y="3116972"/>
                  </a:lnTo>
                  <a:lnTo>
                    <a:pt x="1645178" y="3058755"/>
                  </a:lnTo>
                  <a:lnTo>
                    <a:pt x="1646034" y="2958917"/>
                  </a:lnTo>
                  <a:lnTo>
                    <a:pt x="1646889" y="2881463"/>
                  </a:lnTo>
                  <a:lnTo>
                    <a:pt x="1647745" y="2898000"/>
                  </a:lnTo>
                  <a:lnTo>
                    <a:pt x="1648600" y="2905510"/>
                  </a:lnTo>
                  <a:lnTo>
                    <a:pt x="1649456" y="2921678"/>
                  </a:lnTo>
                  <a:lnTo>
                    <a:pt x="1650311" y="2936675"/>
                  </a:lnTo>
                  <a:lnTo>
                    <a:pt x="1651167" y="2983459"/>
                  </a:lnTo>
                  <a:lnTo>
                    <a:pt x="1652023" y="3017937"/>
                  </a:lnTo>
                  <a:lnTo>
                    <a:pt x="1652878" y="2994509"/>
                  </a:lnTo>
                  <a:lnTo>
                    <a:pt x="1653734" y="2969147"/>
                  </a:lnTo>
                  <a:lnTo>
                    <a:pt x="1654589" y="2930236"/>
                  </a:lnTo>
                  <a:lnTo>
                    <a:pt x="1655445" y="2930033"/>
                  </a:lnTo>
                  <a:lnTo>
                    <a:pt x="1656300" y="2916633"/>
                  </a:lnTo>
                  <a:lnTo>
                    <a:pt x="1657156" y="2893959"/>
                  </a:lnTo>
                  <a:lnTo>
                    <a:pt x="1658011" y="2867217"/>
                  </a:lnTo>
                  <a:lnTo>
                    <a:pt x="1658867" y="2816390"/>
                  </a:lnTo>
                  <a:lnTo>
                    <a:pt x="1659722" y="2770381"/>
                  </a:lnTo>
                  <a:lnTo>
                    <a:pt x="1660578" y="2780294"/>
                  </a:lnTo>
                  <a:lnTo>
                    <a:pt x="1661433" y="2801830"/>
                  </a:lnTo>
                  <a:lnTo>
                    <a:pt x="1662289" y="2855136"/>
                  </a:lnTo>
                  <a:lnTo>
                    <a:pt x="1663144" y="2894893"/>
                  </a:lnTo>
                  <a:lnTo>
                    <a:pt x="1664000" y="2907199"/>
                  </a:lnTo>
                  <a:lnTo>
                    <a:pt x="1664855" y="2945296"/>
                  </a:lnTo>
                  <a:lnTo>
                    <a:pt x="1665711" y="2949090"/>
                  </a:lnTo>
                  <a:lnTo>
                    <a:pt x="1666566" y="2949091"/>
                  </a:lnTo>
                  <a:lnTo>
                    <a:pt x="1667422" y="2915385"/>
                  </a:lnTo>
                  <a:lnTo>
                    <a:pt x="1668278" y="2852750"/>
                  </a:lnTo>
                  <a:lnTo>
                    <a:pt x="1669133" y="2836814"/>
                  </a:lnTo>
                  <a:lnTo>
                    <a:pt x="1669989" y="2856746"/>
                  </a:lnTo>
                  <a:lnTo>
                    <a:pt x="1670844" y="2828689"/>
                  </a:lnTo>
                  <a:lnTo>
                    <a:pt x="1671700" y="2754990"/>
                  </a:lnTo>
                  <a:lnTo>
                    <a:pt x="1672555" y="2675244"/>
                  </a:lnTo>
                  <a:lnTo>
                    <a:pt x="1673411" y="2672242"/>
                  </a:lnTo>
                  <a:lnTo>
                    <a:pt x="1674266" y="2742763"/>
                  </a:lnTo>
                  <a:lnTo>
                    <a:pt x="1675122" y="2782099"/>
                  </a:lnTo>
                  <a:lnTo>
                    <a:pt x="1675977" y="2775572"/>
                  </a:lnTo>
                  <a:lnTo>
                    <a:pt x="1676833" y="2777707"/>
                  </a:lnTo>
                  <a:lnTo>
                    <a:pt x="1677688" y="2800382"/>
                  </a:lnTo>
                  <a:lnTo>
                    <a:pt x="1678544" y="2772903"/>
                  </a:lnTo>
                  <a:lnTo>
                    <a:pt x="1679399" y="2743189"/>
                  </a:lnTo>
                  <a:lnTo>
                    <a:pt x="1680255" y="2778300"/>
                  </a:lnTo>
                  <a:lnTo>
                    <a:pt x="1681110" y="2876436"/>
                  </a:lnTo>
                  <a:lnTo>
                    <a:pt x="1681966" y="3025921"/>
                  </a:lnTo>
                  <a:lnTo>
                    <a:pt x="1682822" y="3116972"/>
                  </a:lnTo>
                  <a:lnTo>
                    <a:pt x="1683677" y="3116972"/>
                  </a:lnTo>
                  <a:lnTo>
                    <a:pt x="1684533" y="3116972"/>
                  </a:lnTo>
                  <a:lnTo>
                    <a:pt x="1685388" y="3116972"/>
                  </a:lnTo>
                  <a:lnTo>
                    <a:pt x="1686244" y="3116972"/>
                  </a:lnTo>
                  <a:lnTo>
                    <a:pt x="1687099" y="3116972"/>
                  </a:lnTo>
                  <a:lnTo>
                    <a:pt x="1687955" y="3101889"/>
                  </a:lnTo>
                  <a:lnTo>
                    <a:pt x="1688810" y="2884101"/>
                  </a:lnTo>
                  <a:lnTo>
                    <a:pt x="1689666" y="2916950"/>
                  </a:lnTo>
                  <a:lnTo>
                    <a:pt x="1690521" y="3025580"/>
                  </a:lnTo>
                  <a:lnTo>
                    <a:pt x="1691377" y="3032166"/>
                  </a:lnTo>
                  <a:lnTo>
                    <a:pt x="1692232" y="3015408"/>
                  </a:lnTo>
                  <a:lnTo>
                    <a:pt x="1693088" y="3038210"/>
                  </a:lnTo>
                  <a:lnTo>
                    <a:pt x="1693943" y="3108667"/>
                  </a:lnTo>
                  <a:lnTo>
                    <a:pt x="1694799" y="3017244"/>
                  </a:lnTo>
                  <a:lnTo>
                    <a:pt x="1695654" y="2916846"/>
                  </a:lnTo>
                  <a:lnTo>
                    <a:pt x="1696510" y="2904312"/>
                  </a:lnTo>
                  <a:lnTo>
                    <a:pt x="1697365" y="2877500"/>
                  </a:lnTo>
                  <a:lnTo>
                    <a:pt x="1698221" y="2860506"/>
                  </a:lnTo>
                  <a:lnTo>
                    <a:pt x="1699077" y="2853586"/>
                  </a:lnTo>
                  <a:lnTo>
                    <a:pt x="1699932" y="2913997"/>
                  </a:lnTo>
                  <a:lnTo>
                    <a:pt x="1700788" y="2974476"/>
                  </a:lnTo>
                  <a:lnTo>
                    <a:pt x="1701643" y="3008367"/>
                  </a:lnTo>
                  <a:lnTo>
                    <a:pt x="1702499" y="3067921"/>
                  </a:lnTo>
                  <a:lnTo>
                    <a:pt x="1703354" y="3116972"/>
                  </a:lnTo>
                  <a:lnTo>
                    <a:pt x="1704210" y="3116972"/>
                  </a:lnTo>
                  <a:lnTo>
                    <a:pt x="1705065" y="3081018"/>
                  </a:lnTo>
                  <a:lnTo>
                    <a:pt x="1705921" y="3018393"/>
                  </a:lnTo>
                  <a:lnTo>
                    <a:pt x="1706776" y="2989757"/>
                  </a:lnTo>
                  <a:lnTo>
                    <a:pt x="1707632" y="2957012"/>
                  </a:lnTo>
                  <a:lnTo>
                    <a:pt x="1708487" y="2924816"/>
                  </a:lnTo>
                  <a:lnTo>
                    <a:pt x="1709343" y="2918185"/>
                  </a:lnTo>
                  <a:lnTo>
                    <a:pt x="1710198" y="2992421"/>
                  </a:lnTo>
                  <a:lnTo>
                    <a:pt x="1711054" y="3055047"/>
                  </a:lnTo>
                  <a:lnTo>
                    <a:pt x="1711909" y="3062328"/>
                  </a:lnTo>
                  <a:lnTo>
                    <a:pt x="1712765" y="3070430"/>
                  </a:lnTo>
                  <a:lnTo>
                    <a:pt x="1713620" y="3103278"/>
                  </a:lnTo>
                  <a:lnTo>
                    <a:pt x="1714476" y="3116972"/>
                  </a:lnTo>
                  <a:lnTo>
                    <a:pt x="1715332" y="3096892"/>
                  </a:lnTo>
                  <a:lnTo>
                    <a:pt x="1716187" y="3026190"/>
                  </a:lnTo>
                  <a:lnTo>
                    <a:pt x="1717043" y="2984093"/>
                  </a:lnTo>
                  <a:lnTo>
                    <a:pt x="1717898" y="2944918"/>
                  </a:lnTo>
                  <a:lnTo>
                    <a:pt x="1718754" y="2921668"/>
                  </a:lnTo>
                  <a:lnTo>
                    <a:pt x="1719609" y="3020356"/>
                  </a:lnTo>
                  <a:lnTo>
                    <a:pt x="1720465" y="3105175"/>
                  </a:lnTo>
                  <a:lnTo>
                    <a:pt x="1721320" y="3097683"/>
                  </a:lnTo>
                  <a:lnTo>
                    <a:pt x="1722176" y="3116972"/>
                  </a:lnTo>
                  <a:lnTo>
                    <a:pt x="1723031" y="3116972"/>
                  </a:lnTo>
                  <a:lnTo>
                    <a:pt x="1723887" y="3116972"/>
                  </a:lnTo>
                  <a:lnTo>
                    <a:pt x="1724742" y="3056199"/>
                  </a:lnTo>
                  <a:lnTo>
                    <a:pt x="1725598" y="3014434"/>
                  </a:lnTo>
                  <a:lnTo>
                    <a:pt x="1726453" y="3084279"/>
                  </a:lnTo>
                  <a:lnTo>
                    <a:pt x="1727309" y="3057935"/>
                  </a:lnTo>
                  <a:lnTo>
                    <a:pt x="1728164" y="3016095"/>
                  </a:lnTo>
                  <a:lnTo>
                    <a:pt x="1729020" y="3014114"/>
                  </a:lnTo>
                  <a:lnTo>
                    <a:pt x="1729876" y="3036896"/>
                  </a:lnTo>
                  <a:lnTo>
                    <a:pt x="1730731" y="3019865"/>
                  </a:lnTo>
                  <a:lnTo>
                    <a:pt x="1731587" y="2998823"/>
                  </a:lnTo>
                  <a:lnTo>
                    <a:pt x="1732442" y="3013468"/>
                  </a:lnTo>
                  <a:lnTo>
                    <a:pt x="1733298" y="3055835"/>
                  </a:lnTo>
                  <a:lnTo>
                    <a:pt x="1734153" y="3043211"/>
                  </a:lnTo>
                  <a:lnTo>
                    <a:pt x="1735009" y="3016714"/>
                  </a:lnTo>
                  <a:lnTo>
                    <a:pt x="1735864" y="3046148"/>
                  </a:lnTo>
                  <a:lnTo>
                    <a:pt x="1736720" y="3038406"/>
                  </a:lnTo>
                  <a:lnTo>
                    <a:pt x="1737575" y="2965727"/>
                  </a:lnTo>
                  <a:lnTo>
                    <a:pt x="1738431" y="2864354"/>
                  </a:lnTo>
                  <a:lnTo>
                    <a:pt x="1739286" y="2833695"/>
                  </a:lnTo>
                  <a:lnTo>
                    <a:pt x="1740142" y="2858494"/>
                  </a:lnTo>
                  <a:lnTo>
                    <a:pt x="1740997" y="2862458"/>
                  </a:lnTo>
                  <a:lnTo>
                    <a:pt x="1741853" y="2914919"/>
                  </a:lnTo>
                  <a:lnTo>
                    <a:pt x="1742708" y="3005352"/>
                  </a:lnTo>
                  <a:lnTo>
                    <a:pt x="1743564" y="3066073"/>
                  </a:lnTo>
                  <a:lnTo>
                    <a:pt x="1744419" y="3073770"/>
                  </a:lnTo>
                  <a:lnTo>
                    <a:pt x="1745275" y="3032050"/>
                  </a:lnTo>
                  <a:lnTo>
                    <a:pt x="1746131" y="3002075"/>
                  </a:lnTo>
                  <a:lnTo>
                    <a:pt x="1746986" y="3020142"/>
                  </a:lnTo>
                  <a:lnTo>
                    <a:pt x="1747842" y="3031927"/>
                  </a:lnTo>
                  <a:lnTo>
                    <a:pt x="1748697" y="3031927"/>
                  </a:lnTo>
                  <a:lnTo>
                    <a:pt x="1749553" y="3067515"/>
                  </a:lnTo>
                  <a:lnTo>
                    <a:pt x="1750408" y="3110933"/>
                  </a:lnTo>
                  <a:lnTo>
                    <a:pt x="1751264" y="3107512"/>
                  </a:lnTo>
                  <a:lnTo>
                    <a:pt x="1752119" y="3074115"/>
                  </a:lnTo>
                  <a:lnTo>
                    <a:pt x="1752975" y="3037628"/>
                  </a:lnTo>
                  <a:lnTo>
                    <a:pt x="1753830" y="3026943"/>
                  </a:lnTo>
                  <a:lnTo>
                    <a:pt x="1754686" y="3051499"/>
                  </a:lnTo>
                  <a:lnTo>
                    <a:pt x="1755541" y="3043113"/>
                  </a:lnTo>
                  <a:lnTo>
                    <a:pt x="1756397" y="3065485"/>
                  </a:lnTo>
                  <a:lnTo>
                    <a:pt x="1757252" y="3097133"/>
                  </a:lnTo>
                  <a:lnTo>
                    <a:pt x="1758108" y="3116972"/>
                  </a:lnTo>
                  <a:lnTo>
                    <a:pt x="1758963" y="3116972"/>
                  </a:lnTo>
                  <a:lnTo>
                    <a:pt x="1759819" y="3116972"/>
                  </a:lnTo>
                  <a:lnTo>
                    <a:pt x="1760674" y="3116972"/>
                  </a:lnTo>
                  <a:lnTo>
                    <a:pt x="1761530" y="3116972"/>
                  </a:lnTo>
                  <a:lnTo>
                    <a:pt x="1762386" y="3116972"/>
                  </a:lnTo>
                  <a:lnTo>
                    <a:pt x="1763241" y="3116972"/>
                  </a:lnTo>
                  <a:lnTo>
                    <a:pt x="1764097" y="3116972"/>
                  </a:lnTo>
                  <a:lnTo>
                    <a:pt x="1764952" y="3025093"/>
                  </a:lnTo>
                  <a:lnTo>
                    <a:pt x="1765808" y="2918950"/>
                  </a:lnTo>
                  <a:lnTo>
                    <a:pt x="1766663" y="2828164"/>
                  </a:lnTo>
                  <a:lnTo>
                    <a:pt x="1767519" y="2769770"/>
                  </a:lnTo>
                  <a:lnTo>
                    <a:pt x="1768374" y="2673339"/>
                  </a:lnTo>
                  <a:lnTo>
                    <a:pt x="1769230" y="2607739"/>
                  </a:lnTo>
                  <a:lnTo>
                    <a:pt x="1770085" y="2659811"/>
                  </a:lnTo>
                  <a:lnTo>
                    <a:pt x="1770941" y="2788594"/>
                  </a:lnTo>
                  <a:lnTo>
                    <a:pt x="1771796" y="2924010"/>
                  </a:lnTo>
                  <a:lnTo>
                    <a:pt x="1772652" y="2966979"/>
                  </a:lnTo>
                  <a:lnTo>
                    <a:pt x="1773507" y="3030013"/>
                  </a:lnTo>
                  <a:lnTo>
                    <a:pt x="1774363" y="3090775"/>
                  </a:lnTo>
                  <a:lnTo>
                    <a:pt x="1775218" y="3083302"/>
                  </a:lnTo>
                  <a:lnTo>
                    <a:pt x="1776074" y="3047915"/>
                  </a:lnTo>
                  <a:lnTo>
                    <a:pt x="1776929" y="3014453"/>
                  </a:lnTo>
                  <a:lnTo>
                    <a:pt x="1777785" y="2976967"/>
                  </a:lnTo>
                  <a:lnTo>
                    <a:pt x="1778641" y="2901634"/>
                  </a:lnTo>
                  <a:lnTo>
                    <a:pt x="1779496" y="2888408"/>
                  </a:lnTo>
                  <a:lnTo>
                    <a:pt x="1780352" y="2924753"/>
                  </a:lnTo>
                  <a:lnTo>
                    <a:pt x="1781207" y="2966035"/>
                  </a:lnTo>
                  <a:lnTo>
                    <a:pt x="1782063" y="3029440"/>
                  </a:lnTo>
                  <a:lnTo>
                    <a:pt x="1782918" y="3096386"/>
                  </a:lnTo>
                  <a:lnTo>
                    <a:pt x="1783774" y="3116972"/>
                  </a:lnTo>
                  <a:lnTo>
                    <a:pt x="1784629" y="3116972"/>
                  </a:lnTo>
                  <a:lnTo>
                    <a:pt x="1785485" y="3116972"/>
                  </a:lnTo>
                  <a:lnTo>
                    <a:pt x="1786340" y="3116972"/>
                  </a:lnTo>
                  <a:lnTo>
                    <a:pt x="1787196" y="3069885"/>
                  </a:lnTo>
                  <a:lnTo>
                    <a:pt x="1788051" y="3057826"/>
                  </a:lnTo>
                  <a:lnTo>
                    <a:pt x="1788907" y="3116972"/>
                  </a:lnTo>
                  <a:lnTo>
                    <a:pt x="1789762" y="3116972"/>
                  </a:lnTo>
                  <a:lnTo>
                    <a:pt x="1790618" y="3116972"/>
                  </a:lnTo>
                  <a:lnTo>
                    <a:pt x="1791473" y="3116972"/>
                  </a:lnTo>
                  <a:lnTo>
                    <a:pt x="1792329" y="3116972"/>
                  </a:lnTo>
                  <a:lnTo>
                    <a:pt x="1793185" y="3116972"/>
                  </a:lnTo>
                  <a:lnTo>
                    <a:pt x="1794040" y="3116972"/>
                  </a:lnTo>
                  <a:lnTo>
                    <a:pt x="1794896" y="3116972"/>
                  </a:lnTo>
                  <a:lnTo>
                    <a:pt x="1795751" y="3116972"/>
                  </a:lnTo>
                  <a:lnTo>
                    <a:pt x="1796607" y="3116972"/>
                  </a:lnTo>
                  <a:lnTo>
                    <a:pt x="1797462" y="3116972"/>
                  </a:lnTo>
                  <a:lnTo>
                    <a:pt x="1798318" y="3084414"/>
                  </a:lnTo>
                  <a:lnTo>
                    <a:pt x="1799173" y="3007150"/>
                  </a:lnTo>
                  <a:lnTo>
                    <a:pt x="1800029" y="3047655"/>
                  </a:lnTo>
                  <a:lnTo>
                    <a:pt x="1800884" y="3116972"/>
                  </a:lnTo>
                  <a:lnTo>
                    <a:pt x="1801740" y="3113806"/>
                  </a:lnTo>
                  <a:lnTo>
                    <a:pt x="1802595" y="3077418"/>
                  </a:lnTo>
                  <a:lnTo>
                    <a:pt x="1803451" y="3116972"/>
                  </a:lnTo>
                  <a:lnTo>
                    <a:pt x="1804306" y="3116972"/>
                  </a:lnTo>
                  <a:lnTo>
                    <a:pt x="1805162" y="3116972"/>
                  </a:lnTo>
                  <a:lnTo>
                    <a:pt x="1806017" y="3116972"/>
                  </a:lnTo>
                  <a:lnTo>
                    <a:pt x="1806873" y="3116972"/>
                  </a:lnTo>
                  <a:lnTo>
                    <a:pt x="1807728" y="3037351"/>
                  </a:lnTo>
                  <a:lnTo>
                    <a:pt x="1808584" y="2920798"/>
                  </a:lnTo>
                  <a:lnTo>
                    <a:pt x="1809440" y="2962922"/>
                  </a:lnTo>
                  <a:lnTo>
                    <a:pt x="1810295" y="3109066"/>
                  </a:lnTo>
                  <a:lnTo>
                    <a:pt x="1811151" y="3103019"/>
                  </a:lnTo>
                  <a:lnTo>
                    <a:pt x="1812006" y="3116972"/>
                  </a:lnTo>
                  <a:lnTo>
                    <a:pt x="1812862" y="3116972"/>
                  </a:lnTo>
                  <a:lnTo>
                    <a:pt x="1813717" y="3116972"/>
                  </a:lnTo>
                  <a:lnTo>
                    <a:pt x="1814573" y="2962072"/>
                  </a:lnTo>
                  <a:lnTo>
                    <a:pt x="1815428" y="2779306"/>
                  </a:lnTo>
                  <a:lnTo>
                    <a:pt x="1816284" y="2754790"/>
                  </a:lnTo>
                  <a:lnTo>
                    <a:pt x="1817139" y="2774200"/>
                  </a:lnTo>
                  <a:lnTo>
                    <a:pt x="1817995" y="2781941"/>
                  </a:lnTo>
                  <a:lnTo>
                    <a:pt x="1818850" y="2842740"/>
                  </a:lnTo>
                  <a:lnTo>
                    <a:pt x="1819706" y="2917074"/>
                  </a:lnTo>
                  <a:lnTo>
                    <a:pt x="1820561" y="2862763"/>
                  </a:lnTo>
                  <a:lnTo>
                    <a:pt x="1821417" y="2834763"/>
                  </a:lnTo>
                  <a:lnTo>
                    <a:pt x="1822272" y="2814755"/>
                  </a:lnTo>
                  <a:lnTo>
                    <a:pt x="1823128" y="2872305"/>
                  </a:lnTo>
                  <a:lnTo>
                    <a:pt x="1823983" y="2933092"/>
                  </a:lnTo>
                  <a:lnTo>
                    <a:pt x="1824839" y="2922540"/>
                  </a:lnTo>
                  <a:lnTo>
                    <a:pt x="1825695" y="2910757"/>
                  </a:lnTo>
                  <a:lnTo>
                    <a:pt x="1826550" y="2920606"/>
                  </a:lnTo>
                  <a:lnTo>
                    <a:pt x="1827406" y="2940417"/>
                  </a:lnTo>
                  <a:lnTo>
                    <a:pt x="1828261" y="2911257"/>
                  </a:lnTo>
                  <a:lnTo>
                    <a:pt x="1829117" y="2908027"/>
                  </a:lnTo>
                  <a:lnTo>
                    <a:pt x="1829972" y="2944511"/>
                  </a:lnTo>
                  <a:lnTo>
                    <a:pt x="1830828" y="3014132"/>
                  </a:lnTo>
                  <a:lnTo>
                    <a:pt x="1831683" y="3004987"/>
                  </a:lnTo>
                  <a:lnTo>
                    <a:pt x="1832539" y="2948742"/>
                  </a:lnTo>
                  <a:lnTo>
                    <a:pt x="1833394" y="2881265"/>
                  </a:lnTo>
                  <a:lnTo>
                    <a:pt x="1834250" y="2814821"/>
                  </a:lnTo>
                  <a:lnTo>
                    <a:pt x="1835105" y="2805766"/>
                  </a:lnTo>
                  <a:lnTo>
                    <a:pt x="1835961" y="2831108"/>
                  </a:lnTo>
                  <a:lnTo>
                    <a:pt x="1836816" y="2864943"/>
                  </a:lnTo>
                  <a:lnTo>
                    <a:pt x="1837672" y="2963419"/>
                  </a:lnTo>
                  <a:lnTo>
                    <a:pt x="1838527" y="3077833"/>
                  </a:lnTo>
                  <a:lnTo>
                    <a:pt x="1839383" y="3116972"/>
                  </a:lnTo>
                  <a:lnTo>
                    <a:pt x="1840239" y="3116972"/>
                  </a:lnTo>
                  <a:lnTo>
                    <a:pt x="1841094" y="3058780"/>
                  </a:lnTo>
                  <a:lnTo>
                    <a:pt x="1841950" y="3044732"/>
                  </a:lnTo>
                  <a:lnTo>
                    <a:pt x="1842805" y="2990572"/>
                  </a:lnTo>
                  <a:lnTo>
                    <a:pt x="1843661" y="2890074"/>
                  </a:lnTo>
                  <a:lnTo>
                    <a:pt x="1844516" y="2768004"/>
                  </a:lnTo>
                  <a:lnTo>
                    <a:pt x="1845372" y="2760876"/>
                  </a:lnTo>
                  <a:lnTo>
                    <a:pt x="1846227" y="2837750"/>
                  </a:lnTo>
                  <a:lnTo>
                    <a:pt x="1847083" y="2851946"/>
                  </a:lnTo>
                  <a:lnTo>
                    <a:pt x="1847938" y="2785952"/>
                  </a:lnTo>
                  <a:lnTo>
                    <a:pt x="1848794" y="2776687"/>
                  </a:lnTo>
                  <a:lnTo>
                    <a:pt x="1849649" y="2790638"/>
                  </a:lnTo>
                  <a:lnTo>
                    <a:pt x="1850505" y="2776806"/>
                  </a:lnTo>
                  <a:lnTo>
                    <a:pt x="1851360" y="2784873"/>
                  </a:lnTo>
                  <a:lnTo>
                    <a:pt x="1852216" y="2813592"/>
                  </a:lnTo>
                  <a:lnTo>
                    <a:pt x="1853071" y="2887857"/>
                  </a:lnTo>
                  <a:lnTo>
                    <a:pt x="1853927" y="2890295"/>
                  </a:lnTo>
                  <a:lnTo>
                    <a:pt x="1854782" y="2919600"/>
                  </a:lnTo>
                  <a:lnTo>
                    <a:pt x="1855638" y="2931484"/>
                  </a:lnTo>
                  <a:lnTo>
                    <a:pt x="1856494" y="2907495"/>
                  </a:lnTo>
                  <a:lnTo>
                    <a:pt x="1857349" y="2888922"/>
                  </a:lnTo>
                  <a:lnTo>
                    <a:pt x="1858205" y="2897052"/>
                  </a:lnTo>
                  <a:lnTo>
                    <a:pt x="1859060" y="2967926"/>
                  </a:lnTo>
                  <a:lnTo>
                    <a:pt x="1859916" y="2967129"/>
                  </a:lnTo>
                  <a:lnTo>
                    <a:pt x="1860771" y="2929265"/>
                  </a:lnTo>
                  <a:lnTo>
                    <a:pt x="1861627" y="2904548"/>
                  </a:lnTo>
                  <a:lnTo>
                    <a:pt x="1862482" y="2896966"/>
                  </a:lnTo>
                  <a:lnTo>
                    <a:pt x="1863338" y="2894959"/>
                  </a:lnTo>
                  <a:lnTo>
                    <a:pt x="1864193" y="2846727"/>
                  </a:lnTo>
                  <a:lnTo>
                    <a:pt x="1865049" y="2844375"/>
                  </a:lnTo>
                  <a:lnTo>
                    <a:pt x="1865904" y="2935240"/>
                  </a:lnTo>
                  <a:lnTo>
                    <a:pt x="1866760" y="3017595"/>
                  </a:lnTo>
                  <a:lnTo>
                    <a:pt x="1867615" y="3014163"/>
                  </a:lnTo>
                  <a:lnTo>
                    <a:pt x="1868471" y="2975837"/>
                  </a:lnTo>
                  <a:lnTo>
                    <a:pt x="1869326" y="3006705"/>
                  </a:lnTo>
                  <a:lnTo>
                    <a:pt x="1870182" y="3032874"/>
                  </a:lnTo>
                  <a:lnTo>
                    <a:pt x="1871037" y="2963395"/>
                  </a:lnTo>
                  <a:lnTo>
                    <a:pt x="1871893" y="2839828"/>
                  </a:lnTo>
                  <a:lnTo>
                    <a:pt x="1872749" y="2789628"/>
                  </a:lnTo>
                  <a:lnTo>
                    <a:pt x="1873604" y="2838491"/>
                  </a:lnTo>
                  <a:lnTo>
                    <a:pt x="1874460" y="2902031"/>
                  </a:lnTo>
                  <a:lnTo>
                    <a:pt x="1875315" y="2948018"/>
                  </a:lnTo>
                  <a:lnTo>
                    <a:pt x="1876171" y="3006625"/>
                  </a:lnTo>
                  <a:lnTo>
                    <a:pt x="1877026" y="3116972"/>
                  </a:lnTo>
                  <a:lnTo>
                    <a:pt x="1877882" y="3116972"/>
                  </a:lnTo>
                  <a:lnTo>
                    <a:pt x="1878737" y="3116972"/>
                  </a:lnTo>
                  <a:lnTo>
                    <a:pt x="1879593" y="3116972"/>
                  </a:lnTo>
                  <a:lnTo>
                    <a:pt x="1880448" y="3044945"/>
                  </a:lnTo>
                  <a:lnTo>
                    <a:pt x="1881304" y="2954241"/>
                  </a:lnTo>
                  <a:lnTo>
                    <a:pt x="1882159" y="2868122"/>
                  </a:lnTo>
                  <a:lnTo>
                    <a:pt x="1883015" y="2814253"/>
                  </a:lnTo>
                  <a:lnTo>
                    <a:pt x="1883870" y="2816184"/>
                  </a:lnTo>
                  <a:lnTo>
                    <a:pt x="1884726" y="2840841"/>
                  </a:lnTo>
                  <a:lnTo>
                    <a:pt x="1885581" y="2945731"/>
                  </a:lnTo>
                  <a:lnTo>
                    <a:pt x="1886437" y="3031983"/>
                  </a:lnTo>
                  <a:lnTo>
                    <a:pt x="1887293" y="3062328"/>
                  </a:lnTo>
                  <a:lnTo>
                    <a:pt x="1888148" y="3062328"/>
                  </a:lnTo>
                  <a:lnTo>
                    <a:pt x="1889004" y="3062328"/>
                  </a:lnTo>
                  <a:lnTo>
                    <a:pt x="1889859" y="3062328"/>
                  </a:lnTo>
                  <a:lnTo>
                    <a:pt x="1890715" y="3018280"/>
                  </a:lnTo>
                  <a:lnTo>
                    <a:pt x="1891570" y="2977031"/>
                  </a:lnTo>
                  <a:lnTo>
                    <a:pt x="1892426" y="2994197"/>
                  </a:lnTo>
                  <a:lnTo>
                    <a:pt x="1893281" y="2973353"/>
                  </a:lnTo>
                  <a:lnTo>
                    <a:pt x="1894137" y="2949340"/>
                  </a:lnTo>
                  <a:lnTo>
                    <a:pt x="1894992" y="2993887"/>
                  </a:lnTo>
                  <a:lnTo>
                    <a:pt x="1895848" y="3085433"/>
                  </a:lnTo>
                  <a:lnTo>
                    <a:pt x="1896703" y="3116972"/>
                  </a:lnTo>
                  <a:lnTo>
                    <a:pt x="1897559" y="3116972"/>
                  </a:lnTo>
                  <a:lnTo>
                    <a:pt x="1898414" y="3116972"/>
                  </a:lnTo>
                  <a:lnTo>
                    <a:pt x="1899270" y="3116972"/>
                  </a:lnTo>
                  <a:lnTo>
                    <a:pt x="1900125" y="3099391"/>
                  </a:lnTo>
                  <a:lnTo>
                    <a:pt x="1900981" y="3083510"/>
                  </a:lnTo>
                  <a:lnTo>
                    <a:pt x="1901836" y="3104757"/>
                  </a:lnTo>
                  <a:lnTo>
                    <a:pt x="1902692" y="3088062"/>
                  </a:lnTo>
                  <a:lnTo>
                    <a:pt x="1903548" y="3032326"/>
                  </a:lnTo>
                  <a:lnTo>
                    <a:pt x="1904403" y="3011419"/>
                  </a:lnTo>
                  <a:lnTo>
                    <a:pt x="1905259" y="2973307"/>
                  </a:lnTo>
                  <a:lnTo>
                    <a:pt x="1906114" y="2889615"/>
                  </a:lnTo>
                  <a:lnTo>
                    <a:pt x="1906970" y="2857887"/>
                  </a:lnTo>
                  <a:lnTo>
                    <a:pt x="1907825" y="2891830"/>
                  </a:lnTo>
                  <a:lnTo>
                    <a:pt x="1908681" y="2921692"/>
                  </a:lnTo>
                  <a:lnTo>
                    <a:pt x="1909536" y="2935433"/>
                  </a:lnTo>
                  <a:lnTo>
                    <a:pt x="1910392" y="2983247"/>
                  </a:lnTo>
                  <a:lnTo>
                    <a:pt x="1911247" y="3035323"/>
                  </a:lnTo>
                  <a:lnTo>
                    <a:pt x="1912103" y="3047066"/>
                  </a:lnTo>
                  <a:lnTo>
                    <a:pt x="1912958" y="3063214"/>
                  </a:lnTo>
                  <a:lnTo>
                    <a:pt x="1913814" y="3100976"/>
                  </a:lnTo>
                  <a:lnTo>
                    <a:pt x="1914669" y="3116972"/>
                  </a:lnTo>
                  <a:lnTo>
                    <a:pt x="1915525" y="3116972"/>
                  </a:lnTo>
                  <a:lnTo>
                    <a:pt x="1916380" y="3116972"/>
                  </a:lnTo>
                  <a:lnTo>
                    <a:pt x="1917236" y="3094501"/>
                  </a:lnTo>
                  <a:lnTo>
                    <a:pt x="1918091" y="3021163"/>
                  </a:lnTo>
                  <a:lnTo>
                    <a:pt x="1918947" y="2983253"/>
                  </a:lnTo>
                  <a:lnTo>
                    <a:pt x="1919803" y="2975888"/>
                  </a:lnTo>
                  <a:lnTo>
                    <a:pt x="1920658" y="2943040"/>
                  </a:lnTo>
                  <a:lnTo>
                    <a:pt x="1921514" y="2969698"/>
                  </a:lnTo>
                  <a:lnTo>
                    <a:pt x="1922369" y="3116972"/>
                  </a:lnTo>
                  <a:lnTo>
                    <a:pt x="1923225" y="3116972"/>
                  </a:lnTo>
                  <a:lnTo>
                    <a:pt x="1924080" y="3116972"/>
                  </a:lnTo>
                  <a:lnTo>
                    <a:pt x="1924936" y="3116972"/>
                  </a:lnTo>
                  <a:lnTo>
                    <a:pt x="1925791" y="3116972"/>
                  </a:lnTo>
                  <a:lnTo>
                    <a:pt x="1926647" y="3116972"/>
                  </a:lnTo>
                  <a:lnTo>
                    <a:pt x="1927502" y="3116972"/>
                  </a:lnTo>
                  <a:lnTo>
                    <a:pt x="1928358" y="3116972"/>
                  </a:lnTo>
                  <a:lnTo>
                    <a:pt x="1929213" y="3095040"/>
                  </a:lnTo>
                  <a:lnTo>
                    <a:pt x="1930069" y="3094586"/>
                  </a:lnTo>
                  <a:lnTo>
                    <a:pt x="1930924" y="3095063"/>
                  </a:lnTo>
                  <a:lnTo>
                    <a:pt x="1931780" y="3116972"/>
                  </a:lnTo>
                  <a:lnTo>
                    <a:pt x="1932635" y="3116972"/>
                  </a:lnTo>
                  <a:lnTo>
                    <a:pt x="1933491" y="3116972"/>
                  </a:lnTo>
                  <a:lnTo>
                    <a:pt x="1934347" y="3116972"/>
                  </a:lnTo>
                  <a:lnTo>
                    <a:pt x="1935202" y="3116972"/>
                  </a:lnTo>
                  <a:lnTo>
                    <a:pt x="1936058" y="3082773"/>
                  </a:lnTo>
                  <a:lnTo>
                    <a:pt x="1936913" y="3022790"/>
                  </a:lnTo>
                  <a:lnTo>
                    <a:pt x="1937769" y="3051354"/>
                  </a:lnTo>
                  <a:lnTo>
                    <a:pt x="1938624" y="3070594"/>
                  </a:lnTo>
                  <a:lnTo>
                    <a:pt x="1939480" y="3116972"/>
                  </a:lnTo>
                  <a:lnTo>
                    <a:pt x="1940335" y="3116972"/>
                  </a:lnTo>
                  <a:lnTo>
                    <a:pt x="1941191" y="3116972"/>
                  </a:lnTo>
                  <a:lnTo>
                    <a:pt x="1942046" y="3116972"/>
                  </a:lnTo>
                  <a:lnTo>
                    <a:pt x="1942902" y="3116972"/>
                  </a:lnTo>
                  <a:lnTo>
                    <a:pt x="1943757" y="3116972"/>
                  </a:lnTo>
                  <a:lnTo>
                    <a:pt x="1944613" y="3116972"/>
                  </a:lnTo>
                  <a:lnTo>
                    <a:pt x="1945468" y="3116972"/>
                  </a:lnTo>
                  <a:lnTo>
                    <a:pt x="1946324" y="3116972"/>
                  </a:lnTo>
                  <a:lnTo>
                    <a:pt x="1947179" y="3116972"/>
                  </a:lnTo>
                  <a:lnTo>
                    <a:pt x="1948035" y="3043902"/>
                  </a:lnTo>
                  <a:lnTo>
                    <a:pt x="1948890" y="2925016"/>
                  </a:lnTo>
                  <a:lnTo>
                    <a:pt x="1949746" y="2936888"/>
                  </a:lnTo>
                  <a:lnTo>
                    <a:pt x="1950602" y="2992874"/>
                  </a:lnTo>
                  <a:lnTo>
                    <a:pt x="1951457" y="3045264"/>
                  </a:lnTo>
                  <a:lnTo>
                    <a:pt x="1952313" y="3012675"/>
                  </a:lnTo>
                  <a:lnTo>
                    <a:pt x="1953168" y="3042417"/>
                  </a:lnTo>
                  <a:lnTo>
                    <a:pt x="1954024" y="3116972"/>
                  </a:lnTo>
                  <a:lnTo>
                    <a:pt x="1954879" y="3116972"/>
                  </a:lnTo>
                  <a:lnTo>
                    <a:pt x="1955735" y="3079619"/>
                  </a:lnTo>
                  <a:lnTo>
                    <a:pt x="1956590" y="3061419"/>
                  </a:lnTo>
                  <a:lnTo>
                    <a:pt x="1957446" y="3116972"/>
                  </a:lnTo>
                  <a:lnTo>
                    <a:pt x="1958301" y="3116972"/>
                  </a:lnTo>
                  <a:lnTo>
                    <a:pt x="1959157" y="3106054"/>
                  </a:lnTo>
                  <a:lnTo>
                    <a:pt x="1960012" y="3083950"/>
                  </a:lnTo>
                  <a:lnTo>
                    <a:pt x="1960868" y="3083950"/>
                  </a:lnTo>
                  <a:lnTo>
                    <a:pt x="1961723" y="3096481"/>
                  </a:lnTo>
                  <a:lnTo>
                    <a:pt x="1962579" y="3086633"/>
                  </a:lnTo>
                  <a:lnTo>
                    <a:pt x="1963434" y="3060070"/>
                  </a:lnTo>
                  <a:lnTo>
                    <a:pt x="1964290" y="3030984"/>
                  </a:lnTo>
                  <a:lnTo>
                    <a:pt x="1965145" y="3030986"/>
                  </a:lnTo>
                  <a:lnTo>
                    <a:pt x="1966001" y="3001151"/>
                  </a:lnTo>
                  <a:lnTo>
                    <a:pt x="1966857" y="2955286"/>
                  </a:lnTo>
                  <a:lnTo>
                    <a:pt x="1967712" y="2951921"/>
                  </a:lnTo>
                  <a:lnTo>
                    <a:pt x="1968568" y="2887670"/>
                  </a:lnTo>
                  <a:lnTo>
                    <a:pt x="1969423" y="2858568"/>
                  </a:lnTo>
                  <a:lnTo>
                    <a:pt x="1970279" y="2892687"/>
                  </a:lnTo>
                  <a:lnTo>
                    <a:pt x="1971134" y="2949731"/>
                  </a:lnTo>
                  <a:lnTo>
                    <a:pt x="1971990" y="2909720"/>
                  </a:lnTo>
                  <a:lnTo>
                    <a:pt x="1972845" y="2866653"/>
                  </a:lnTo>
                  <a:lnTo>
                    <a:pt x="1973701" y="2971352"/>
                  </a:lnTo>
                  <a:lnTo>
                    <a:pt x="1974556" y="3057577"/>
                  </a:lnTo>
                  <a:lnTo>
                    <a:pt x="1975412" y="3046891"/>
                  </a:lnTo>
                  <a:lnTo>
                    <a:pt x="1976267" y="2978150"/>
                  </a:lnTo>
                  <a:lnTo>
                    <a:pt x="1977123" y="3026708"/>
                  </a:lnTo>
                  <a:lnTo>
                    <a:pt x="1977978" y="2987235"/>
                  </a:lnTo>
                  <a:lnTo>
                    <a:pt x="1978834" y="2927109"/>
                  </a:lnTo>
                  <a:lnTo>
                    <a:pt x="1979689" y="2956438"/>
                  </a:lnTo>
                  <a:lnTo>
                    <a:pt x="1980545" y="3032435"/>
                  </a:lnTo>
                  <a:lnTo>
                    <a:pt x="1981401" y="3100013"/>
                  </a:lnTo>
                  <a:lnTo>
                    <a:pt x="1982256" y="3065836"/>
                  </a:lnTo>
                  <a:lnTo>
                    <a:pt x="1983112" y="3116972"/>
                  </a:lnTo>
                  <a:lnTo>
                    <a:pt x="1983967" y="3116972"/>
                  </a:lnTo>
                  <a:lnTo>
                    <a:pt x="1984823" y="3116972"/>
                  </a:lnTo>
                  <a:lnTo>
                    <a:pt x="1985678" y="3018324"/>
                  </a:lnTo>
                  <a:lnTo>
                    <a:pt x="1986534" y="2992278"/>
                  </a:lnTo>
                  <a:lnTo>
                    <a:pt x="1987389" y="3063137"/>
                  </a:lnTo>
                  <a:lnTo>
                    <a:pt x="1988245" y="3116972"/>
                  </a:lnTo>
                  <a:lnTo>
                    <a:pt x="1989100" y="3116972"/>
                  </a:lnTo>
                  <a:lnTo>
                    <a:pt x="1989956" y="3104629"/>
                  </a:lnTo>
                  <a:lnTo>
                    <a:pt x="1990811" y="3037786"/>
                  </a:lnTo>
                  <a:lnTo>
                    <a:pt x="1991667" y="3036694"/>
                  </a:lnTo>
                  <a:lnTo>
                    <a:pt x="1992522" y="3004670"/>
                  </a:lnTo>
                  <a:lnTo>
                    <a:pt x="1993378" y="2967339"/>
                  </a:lnTo>
                  <a:lnTo>
                    <a:pt x="1994233" y="2922147"/>
                  </a:lnTo>
                  <a:lnTo>
                    <a:pt x="1995089" y="2932789"/>
                  </a:lnTo>
                  <a:lnTo>
                    <a:pt x="1995944" y="2955561"/>
                  </a:lnTo>
                  <a:lnTo>
                    <a:pt x="1996800" y="2893144"/>
                  </a:lnTo>
                  <a:lnTo>
                    <a:pt x="1997656" y="2878801"/>
                  </a:lnTo>
                  <a:lnTo>
                    <a:pt x="1998511" y="2854584"/>
                  </a:lnTo>
                  <a:lnTo>
                    <a:pt x="1999367" y="2879000"/>
                  </a:lnTo>
                  <a:lnTo>
                    <a:pt x="2000222" y="2879243"/>
                  </a:lnTo>
                  <a:lnTo>
                    <a:pt x="2001078" y="2903210"/>
                  </a:lnTo>
                  <a:lnTo>
                    <a:pt x="2001933" y="2950463"/>
                  </a:lnTo>
                  <a:lnTo>
                    <a:pt x="2002789" y="3020150"/>
                  </a:lnTo>
                  <a:lnTo>
                    <a:pt x="2003644" y="3004732"/>
                  </a:lnTo>
                  <a:lnTo>
                    <a:pt x="2004500" y="2990232"/>
                  </a:lnTo>
                  <a:lnTo>
                    <a:pt x="2005355" y="3006516"/>
                  </a:lnTo>
                  <a:lnTo>
                    <a:pt x="2006211" y="3001508"/>
                  </a:lnTo>
                  <a:lnTo>
                    <a:pt x="2007066" y="2961085"/>
                  </a:lnTo>
                  <a:lnTo>
                    <a:pt x="2007922" y="2831784"/>
                  </a:lnTo>
                  <a:lnTo>
                    <a:pt x="2008777" y="2851718"/>
                  </a:lnTo>
                  <a:lnTo>
                    <a:pt x="2009633" y="2874700"/>
                  </a:lnTo>
                  <a:lnTo>
                    <a:pt x="2010488" y="2794659"/>
                  </a:lnTo>
                  <a:lnTo>
                    <a:pt x="2011344" y="2783197"/>
                  </a:lnTo>
                  <a:lnTo>
                    <a:pt x="2012199" y="2857056"/>
                  </a:lnTo>
                  <a:lnTo>
                    <a:pt x="2013055" y="2913114"/>
                  </a:lnTo>
                  <a:lnTo>
                    <a:pt x="2013911" y="2857754"/>
                  </a:lnTo>
                  <a:lnTo>
                    <a:pt x="2014766" y="2810030"/>
                  </a:lnTo>
                  <a:lnTo>
                    <a:pt x="2015622" y="2888214"/>
                  </a:lnTo>
                  <a:lnTo>
                    <a:pt x="2016477" y="2887978"/>
                  </a:lnTo>
                  <a:lnTo>
                    <a:pt x="2017333" y="2854725"/>
                  </a:lnTo>
                  <a:lnTo>
                    <a:pt x="2018188" y="2874487"/>
                  </a:lnTo>
                  <a:lnTo>
                    <a:pt x="2019044" y="2898540"/>
                  </a:lnTo>
                  <a:lnTo>
                    <a:pt x="2019899" y="2906789"/>
                  </a:lnTo>
                  <a:lnTo>
                    <a:pt x="2020755" y="2919184"/>
                  </a:lnTo>
                  <a:lnTo>
                    <a:pt x="2021610" y="2965734"/>
                  </a:lnTo>
                  <a:lnTo>
                    <a:pt x="2022466" y="2976924"/>
                  </a:lnTo>
                  <a:lnTo>
                    <a:pt x="2023321" y="2978290"/>
                  </a:lnTo>
                  <a:lnTo>
                    <a:pt x="2024177" y="2994910"/>
                  </a:lnTo>
                  <a:lnTo>
                    <a:pt x="2025032" y="2986217"/>
                  </a:lnTo>
                  <a:lnTo>
                    <a:pt x="2025888" y="2978609"/>
                  </a:lnTo>
                  <a:lnTo>
                    <a:pt x="2026743" y="2969946"/>
                  </a:lnTo>
                  <a:lnTo>
                    <a:pt x="2027599" y="2923961"/>
                  </a:lnTo>
                  <a:lnTo>
                    <a:pt x="2028454" y="2917394"/>
                  </a:lnTo>
                  <a:lnTo>
                    <a:pt x="2029310" y="2937049"/>
                  </a:lnTo>
                  <a:lnTo>
                    <a:pt x="2030166" y="2983928"/>
                  </a:lnTo>
                  <a:lnTo>
                    <a:pt x="2031021" y="2991859"/>
                  </a:lnTo>
                  <a:lnTo>
                    <a:pt x="2031877" y="2990781"/>
                  </a:lnTo>
                  <a:lnTo>
                    <a:pt x="2032732" y="3041648"/>
                  </a:lnTo>
                  <a:lnTo>
                    <a:pt x="2033588" y="3062328"/>
                  </a:lnTo>
                  <a:lnTo>
                    <a:pt x="2034443" y="3062328"/>
                  </a:lnTo>
                  <a:lnTo>
                    <a:pt x="2035299" y="3015038"/>
                  </a:lnTo>
                  <a:lnTo>
                    <a:pt x="2036154" y="2978171"/>
                  </a:lnTo>
                  <a:lnTo>
                    <a:pt x="2037010" y="2955390"/>
                  </a:lnTo>
                  <a:lnTo>
                    <a:pt x="2037865" y="2965122"/>
                  </a:lnTo>
                  <a:lnTo>
                    <a:pt x="2038721" y="2943565"/>
                  </a:lnTo>
                  <a:lnTo>
                    <a:pt x="2039576" y="2877462"/>
                  </a:lnTo>
                  <a:lnTo>
                    <a:pt x="2040432" y="2870301"/>
                  </a:lnTo>
                  <a:lnTo>
                    <a:pt x="2041287" y="2853590"/>
                  </a:lnTo>
                  <a:lnTo>
                    <a:pt x="2042143" y="2871207"/>
                  </a:lnTo>
                  <a:lnTo>
                    <a:pt x="2042998" y="2879943"/>
                  </a:lnTo>
                  <a:lnTo>
                    <a:pt x="2043854" y="2934790"/>
                  </a:lnTo>
                  <a:lnTo>
                    <a:pt x="2044710" y="3006203"/>
                  </a:lnTo>
                  <a:lnTo>
                    <a:pt x="2045565" y="3034971"/>
                  </a:lnTo>
                  <a:lnTo>
                    <a:pt x="2046421" y="3003952"/>
                  </a:lnTo>
                  <a:lnTo>
                    <a:pt x="2047276" y="2954010"/>
                  </a:lnTo>
                  <a:lnTo>
                    <a:pt x="2048132" y="2935544"/>
                  </a:lnTo>
                  <a:lnTo>
                    <a:pt x="2048987" y="2902252"/>
                  </a:lnTo>
                  <a:lnTo>
                    <a:pt x="2049843" y="2896943"/>
                  </a:lnTo>
                  <a:lnTo>
                    <a:pt x="2050698" y="2907249"/>
                  </a:lnTo>
                  <a:lnTo>
                    <a:pt x="2051554" y="2946468"/>
                  </a:lnTo>
                  <a:lnTo>
                    <a:pt x="2052409" y="2974318"/>
                  </a:lnTo>
                  <a:lnTo>
                    <a:pt x="2053265" y="2974320"/>
                  </a:lnTo>
                  <a:lnTo>
                    <a:pt x="2054120" y="2954545"/>
                  </a:lnTo>
                  <a:lnTo>
                    <a:pt x="2054976" y="2897202"/>
                  </a:lnTo>
                  <a:lnTo>
                    <a:pt x="2055831" y="2846458"/>
                  </a:lnTo>
                  <a:lnTo>
                    <a:pt x="2056687" y="2842729"/>
                  </a:lnTo>
                  <a:lnTo>
                    <a:pt x="2057542" y="2814434"/>
                  </a:lnTo>
                  <a:lnTo>
                    <a:pt x="2058398" y="2691629"/>
                  </a:lnTo>
                  <a:lnTo>
                    <a:pt x="2059253" y="2669799"/>
                  </a:lnTo>
                  <a:lnTo>
                    <a:pt x="2060109" y="2708383"/>
                  </a:lnTo>
                  <a:lnTo>
                    <a:pt x="2060965" y="2716572"/>
                  </a:lnTo>
                  <a:lnTo>
                    <a:pt x="2061820" y="2631263"/>
                  </a:lnTo>
                  <a:lnTo>
                    <a:pt x="2062676" y="2594990"/>
                  </a:lnTo>
                  <a:lnTo>
                    <a:pt x="2063531" y="2756004"/>
                  </a:lnTo>
                  <a:lnTo>
                    <a:pt x="2064387" y="2780366"/>
                  </a:lnTo>
                  <a:lnTo>
                    <a:pt x="2065242" y="2795900"/>
                  </a:lnTo>
                  <a:lnTo>
                    <a:pt x="2066098" y="2885142"/>
                  </a:lnTo>
                  <a:lnTo>
                    <a:pt x="2066953" y="3080020"/>
                  </a:lnTo>
                  <a:lnTo>
                    <a:pt x="2067809" y="3116972"/>
                  </a:lnTo>
                  <a:lnTo>
                    <a:pt x="2068664" y="3116972"/>
                  </a:lnTo>
                  <a:lnTo>
                    <a:pt x="2069520" y="3116972"/>
                  </a:lnTo>
                  <a:lnTo>
                    <a:pt x="2070375" y="3116972"/>
                  </a:lnTo>
                  <a:lnTo>
                    <a:pt x="2071231" y="3116972"/>
                  </a:lnTo>
                  <a:lnTo>
                    <a:pt x="2072086" y="3092091"/>
                  </a:lnTo>
                  <a:lnTo>
                    <a:pt x="2072942" y="3031079"/>
                  </a:lnTo>
                  <a:lnTo>
                    <a:pt x="2073797" y="3053754"/>
                  </a:lnTo>
                  <a:lnTo>
                    <a:pt x="2074653" y="3105856"/>
                  </a:lnTo>
                  <a:lnTo>
                    <a:pt x="2075508" y="3116972"/>
                  </a:lnTo>
                  <a:lnTo>
                    <a:pt x="2076364" y="3116972"/>
                  </a:lnTo>
                  <a:lnTo>
                    <a:pt x="2077220" y="3116972"/>
                  </a:lnTo>
                  <a:lnTo>
                    <a:pt x="2078075" y="3116972"/>
                  </a:lnTo>
                  <a:lnTo>
                    <a:pt x="2078931" y="3116972"/>
                  </a:lnTo>
                  <a:lnTo>
                    <a:pt x="2079786" y="3116972"/>
                  </a:lnTo>
                  <a:lnTo>
                    <a:pt x="2080642" y="3116972"/>
                  </a:lnTo>
                  <a:lnTo>
                    <a:pt x="2081497" y="3116972"/>
                  </a:lnTo>
                  <a:lnTo>
                    <a:pt x="2082353" y="3116972"/>
                  </a:lnTo>
                  <a:lnTo>
                    <a:pt x="2083208" y="2989071"/>
                  </a:lnTo>
                  <a:lnTo>
                    <a:pt x="2084064" y="2905433"/>
                  </a:lnTo>
                  <a:lnTo>
                    <a:pt x="2084919" y="2905796"/>
                  </a:lnTo>
                  <a:lnTo>
                    <a:pt x="2085775" y="2898372"/>
                  </a:lnTo>
                  <a:lnTo>
                    <a:pt x="2086630" y="2898372"/>
                  </a:lnTo>
                  <a:lnTo>
                    <a:pt x="2087486" y="2963931"/>
                  </a:lnTo>
                  <a:lnTo>
                    <a:pt x="2088341" y="3100700"/>
                  </a:lnTo>
                  <a:lnTo>
                    <a:pt x="2089197" y="3116972"/>
                  </a:lnTo>
                  <a:lnTo>
                    <a:pt x="2090052" y="3116972"/>
                  </a:lnTo>
                  <a:lnTo>
                    <a:pt x="2090908" y="3116972"/>
                  </a:lnTo>
                  <a:lnTo>
                    <a:pt x="2091764" y="3116972"/>
                  </a:lnTo>
                  <a:lnTo>
                    <a:pt x="2092619" y="3063007"/>
                  </a:lnTo>
                  <a:lnTo>
                    <a:pt x="2093475" y="2970396"/>
                  </a:lnTo>
                  <a:lnTo>
                    <a:pt x="2094330" y="2962940"/>
                  </a:lnTo>
                  <a:lnTo>
                    <a:pt x="2095186" y="2920287"/>
                  </a:lnTo>
                  <a:lnTo>
                    <a:pt x="2096041" y="2967517"/>
                  </a:lnTo>
                  <a:lnTo>
                    <a:pt x="2096897" y="3056683"/>
                  </a:lnTo>
                  <a:lnTo>
                    <a:pt x="2097752" y="3101321"/>
                  </a:lnTo>
                  <a:lnTo>
                    <a:pt x="2098608" y="3116972"/>
                  </a:lnTo>
                  <a:lnTo>
                    <a:pt x="2099463" y="3116972"/>
                  </a:lnTo>
                  <a:lnTo>
                    <a:pt x="2100319" y="3116972"/>
                  </a:lnTo>
                  <a:lnTo>
                    <a:pt x="2101174" y="3108706"/>
                  </a:lnTo>
                  <a:lnTo>
                    <a:pt x="2102030" y="3055856"/>
                  </a:lnTo>
                  <a:lnTo>
                    <a:pt x="2102885" y="3070596"/>
                  </a:lnTo>
                  <a:lnTo>
                    <a:pt x="2103741" y="3099740"/>
                  </a:lnTo>
                  <a:lnTo>
                    <a:pt x="2104596" y="3116972"/>
                  </a:lnTo>
                  <a:lnTo>
                    <a:pt x="2105452" y="3116972"/>
                  </a:lnTo>
                  <a:lnTo>
                    <a:pt x="2106307" y="3116972"/>
                  </a:lnTo>
                  <a:lnTo>
                    <a:pt x="2107163" y="3116972"/>
                  </a:lnTo>
                  <a:lnTo>
                    <a:pt x="2108019" y="3116972"/>
                  </a:lnTo>
                  <a:lnTo>
                    <a:pt x="2108874" y="3106301"/>
                  </a:lnTo>
                  <a:lnTo>
                    <a:pt x="2109730" y="3085327"/>
                  </a:lnTo>
                  <a:lnTo>
                    <a:pt x="2110585" y="3072079"/>
                  </a:lnTo>
                  <a:lnTo>
                    <a:pt x="2111441" y="3039265"/>
                  </a:lnTo>
                  <a:lnTo>
                    <a:pt x="2112296" y="2977389"/>
                  </a:lnTo>
                  <a:lnTo>
                    <a:pt x="2113152" y="2971974"/>
                  </a:lnTo>
                  <a:lnTo>
                    <a:pt x="2114007" y="2991543"/>
                  </a:lnTo>
                  <a:lnTo>
                    <a:pt x="2114863" y="2997195"/>
                  </a:lnTo>
                  <a:lnTo>
                    <a:pt x="2115718" y="2977047"/>
                  </a:lnTo>
                  <a:lnTo>
                    <a:pt x="2116574" y="2985281"/>
                  </a:lnTo>
                  <a:lnTo>
                    <a:pt x="2117429" y="3041458"/>
                  </a:lnTo>
                  <a:lnTo>
                    <a:pt x="2118285" y="3062328"/>
                  </a:lnTo>
                  <a:lnTo>
                    <a:pt x="2119140" y="3062328"/>
                  </a:lnTo>
                  <a:lnTo>
                    <a:pt x="2119996" y="3062328"/>
                  </a:lnTo>
                  <a:lnTo>
                    <a:pt x="2120851" y="3062328"/>
                  </a:lnTo>
                  <a:lnTo>
                    <a:pt x="2121707" y="3038811"/>
                  </a:lnTo>
                  <a:lnTo>
                    <a:pt x="2122562" y="3004875"/>
                  </a:lnTo>
                  <a:lnTo>
                    <a:pt x="2123418" y="3022575"/>
                  </a:lnTo>
                  <a:lnTo>
                    <a:pt x="2124274" y="3048057"/>
                  </a:lnTo>
                  <a:lnTo>
                    <a:pt x="2125129" y="3066868"/>
                  </a:lnTo>
                  <a:lnTo>
                    <a:pt x="2125985" y="3039471"/>
                  </a:lnTo>
                  <a:lnTo>
                    <a:pt x="2126840" y="3098898"/>
                  </a:lnTo>
                  <a:lnTo>
                    <a:pt x="2127696" y="3116972"/>
                  </a:lnTo>
                  <a:lnTo>
                    <a:pt x="2128551" y="3060207"/>
                  </a:lnTo>
                  <a:lnTo>
                    <a:pt x="2129407" y="2986904"/>
                  </a:lnTo>
                  <a:lnTo>
                    <a:pt x="2130262" y="2956516"/>
                  </a:lnTo>
                  <a:lnTo>
                    <a:pt x="2131118" y="2953645"/>
                  </a:lnTo>
                  <a:lnTo>
                    <a:pt x="2131973" y="2890224"/>
                  </a:lnTo>
                  <a:lnTo>
                    <a:pt x="2132829" y="2795516"/>
                  </a:lnTo>
                  <a:lnTo>
                    <a:pt x="2133684" y="2804812"/>
                  </a:lnTo>
                  <a:lnTo>
                    <a:pt x="2134540" y="2694451"/>
                  </a:lnTo>
                  <a:lnTo>
                    <a:pt x="2135395" y="2570750"/>
                  </a:lnTo>
                  <a:lnTo>
                    <a:pt x="2136251" y="2590162"/>
                  </a:lnTo>
                  <a:lnTo>
                    <a:pt x="2137106" y="2623433"/>
                  </a:lnTo>
                  <a:lnTo>
                    <a:pt x="2137962" y="2680386"/>
                  </a:lnTo>
                  <a:lnTo>
                    <a:pt x="2138818" y="2752480"/>
                  </a:lnTo>
                  <a:lnTo>
                    <a:pt x="2139673" y="2908370"/>
                  </a:lnTo>
                  <a:lnTo>
                    <a:pt x="2140529" y="3020420"/>
                  </a:lnTo>
                  <a:lnTo>
                    <a:pt x="2141384" y="3024271"/>
                  </a:lnTo>
                  <a:lnTo>
                    <a:pt x="2142240" y="2974362"/>
                  </a:lnTo>
                  <a:lnTo>
                    <a:pt x="2143095" y="2927907"/>
                  </a:lnTo>
                  <a:lnTo>
                    <a:pt x="2143951" y="2880600"/>
                  </a:lnTo>
                  <a:lnTo>
                    <a:pt x="2144806" y="2833021"/>
                  </a:lnTo>
                  <a:lnTo>
                    <a:pt x="2145662" y="2855204"/>
                  </a:lnTo>
                  <a:lnTo>
                    <a:pt x="2146517" y="2857124"/>
                  </a:lnTo>
                  <a:lnTo>
                    <a:pt x="2147373" y="2863663"/>
                  </a:lnTo>
                  <a:lnTo>
                    <a:pt x="2148228" y="2916171"/>
                  </a:lnTo>
                  <a:lnTo>
                    <a:pt x="2149084" y="2987298"/>
                  </a:lnTo>
                  <a:lnTo>
                    <a:pt x="2149939" y="2983512"/>
                  </a:lnTo>
                  <a:lnTo>
                    <a:pt x="2150795" y="2938477"/>
                  </a:lnTo>
                  <a:lnTo>
                    <a:pt x="2151650" y="2878176"/>
                  </a:lnTo>
                  <a:lnTo>
                    <a:pt x="2152506" y="2858460"/>
                  </a:lnTo>
                  <a:lnTo>
                    <a:pt x="2153361" y="2811444"/>
                  </a:lnTo>
                  <a:lnTo>
                    <a:pt x="2154217" y="2790930"/>
                  </a:lnTo>
                  <a:lnTo>
                    <a:pt x="2155073" y="2844590"/>
                  </a:lnTo>
                  <a:lnTo>
                    <a:pt x="2155928" y="2890667"/>
                  </a:lnTo>
                  <a:lnTo>
                    <a:pt x="2156784" y="2939178"/>
                  </a:lnTo>
                  <a:lnTo>
                    <a:pt x="2157639" y="2978889"/>
                  </a:lnTo>
                  <a:lnTo>
                    <a:pt x="2158495" y="2998986"/>
                  </a:lnTo>
                  <a:lnTo>
                    <a:pt x="2159350" y="2999725"/>
                  </a:lnTo>
                  <a:lnTo>
                    <a:pt x="2160206" y="2958760"/>
                  </a:lnTo>
                  <a:lnTo>
                    <a:pt x="2161061" y="2889182"/>
                  </a:lnTo>
                  <a:lnTo>
                    <a:pt x="2161917" y="2872007"/>
                  </a:lnTo>
                  <a:lnTo>
                    <a:pt x="2162772" y="2858148"/>
                  </a:lnTo>
                  <a:lnTo>
                    <a:pt x="2163628" y="2826577"/>
                  </a:lnTo>
                  <a:lnTo>
                    <a:pt x="2164483" y="2744821"/>
                  </a:lnTo>
                  <a:lnTo>
                    <a:pt x="2165339" y="2751988"/>
                  </a:lnTo>
                  <a:lnTo>
                    <a:pt x="2166194" y="2806192"/>
                  </a:lnTo>
                  <a:lnTo>
                    <a:pt x="2167050" y="2826945"/>
                  </a:lnTo>
                  <a:lnTo>
                    <a:pt x="2167905" y="2817611"/>
                  </a:lnTo>
                  <a:lnTo>
                    <a:pt x="2168761" y="2844757"/>
                  </a:lnTo>
                  <a:lnTo>
                    <a:pt x="2169616" y="2924609"/>
                  </a:lnTo>
                  <a:lnTo>
                    <a:pt x="2170472" y="2982051"/>
                  </a:lnTo>
                  <a:lnTo>
                    <a:pt x="2171328" y="3054193"/>
                  </a:lnTo>
                  <a:lnTo>
                    <a:pt x="2172183" y="3081299"/>
                  </a:lnTo>
                  <a:lnTo>
                    <a:pt x="2173039" y="3116972"/>
                  </a:lnTo>
                  <a:lnTo>
                    <a:pt x="2173894" y="3116972"/>
                  </a:lnTo>
                  <a:lnTo>
                    <a:pt x="2174750" y="3116972"/>
                  </a:lnTo>
                  <a:lnTo>
                    <a:pt x="2175605" y="3116972"/>
                  </a:lnTo>
                  <a:lnTo>
                    <a:pt x="2176461" y="3116972"/>
                  </a:lnTo>
                  <a:lnTo>
                    <a:pt x="2177316" y="3116972"/>
                  </a:lnTo>
                  <a:lnTo>
                    <a:pt x="2178172" y="3116972"/>
                  </a:lnTo>
                  <a:lnTo>
                    <a:pt x="2179027" y="3037948"/>
                  </a:lnTo>
                  <a:lnTo>
                    <a:pt x="2179883" y="2972208"/>
                  </a:lnTo>
                  <a:lnTo>
                    <a:pt x="2180738" y="2915449"/>
                  </a:lnTo>
                  <a:lnTo>
                    <a:pt x="2181594" y="2799913"/>
                  </a:lnTo>
                  <a:lnTo>
                    <a:pt x="2182449" y="2745602"/>
                  </a:lnTo>
                  <a:lnTo>
                    <a:pt x="2183305" y="2742383"/>
                  </a:lnTo>
                  <a:lnTo>
                    <a:pt x="2184160" y="2771213"/>
                  </a:lnTo>
                  <a:lnTo>
                    <a:pt x="2185016" y="2749111"/>
                  </a:lnTo>
                  <a:lnTo>
                    <a:pt x="2185872" y="2706195"/>
                  </a:lnTo>
                  <a:lnTo>
                    <a:pt x="2186727" y="2682338"/>
                  </a:lnTo>
                  <a:lnTo>
                    <a:pt x="2187583" y="2729056"/>
                  </a:lnTo>
                  <a:lnTo>
                    <a:pt x="2188438" y="2762519"/>
                  </a:lnTo>
                  <a:lnTo>
                    <a:pt x="2189294" y="2743992"/>
                  </a:lnTo>
                  <a:lnTo>
                    <a:pt x="2190149" y="2666698"/>
                  </a:lnTo>
                  <a:lnTo>
                    <a:pt x="2191005" y="2657418"/>
                  </a:lnTo>
                  <a:lnTo>
                    <a:pt x="2191860" y="2718069"/>
                  </a:lnTo>
                  <a:lnTo>
                    <a:pt x="2192716" y="2755459"/>
                  </a:lnTo>
                  <a:lnTo>
                    <a:pt x="2193571" y="2875031"/>
                  </a:lnTo>
                  <a:lnTo>
                    <a:pt x="2194427" y="2921049"/>
                  </a:lnTo>
                  <a:lnTo>
                    <a:pt x="2195282" y="2970982"/>
                  </a:lnTo>
                  <a:lnTo>
                    <a:pt x="2196138" y="3010066"/>
                  </a:lnTo>
                  <a:lnTo>
                    <a:pt x="2196993" y="3015085"/>
                  </a:lnTo>
                  <a:lnTo>
                    <a:pt x="2197849" y="2934606"/>
                  </a:lnTo>
                  <a:lnTo>
                    <a:pt x="2198704" y="2793027"/>
                  </a:lnTo>
                  <a:lnTo>
                    <a:pt x="2199560" y="2830095"/>
                  </a:lnTo>
                  <a:lnTo>
                    <a:pt x="2200415" y="2909491"/>
                  </a:lnTo>
                  <a:lnTo>
                    <a:pt x="2201271" y="2928201"/>
                  </a:lnTo>
                  <a:lnTo>
                    <a:pt x="2202127" y="2923183"/>
                  </a:lnTo>
                  <a:lnTo>
                    <a:pt x="2202982" y="2979109"/>
                  </a:lnTo>
                  <a:lnTo>
                    <a:pt x="2203838" y="3042118"/>
                  </a:lnTo>
                  <a:lnTo>
                    <a:pt x="2204693" y="3002403"/>
                  </a:lnTo>
                  <a:lnTo>
                    <a:pt x="2205549" y="2965616"/>
                  </a:lnTo>
                  <a:lnTo>
                    <a:pt x="2206404" y="2852620"/>
                  </a:lnTo>
                  <a:lnTo>
                    <a:pt x="2207260" y="2677196"/>
                  </a:lnTo>
                  <a:lnTo>
                    <a:pt x="2208115" y="2584262"/>
                  </a:lnTo>
                  <a:lnTo>
                    <a:pt x="2208971" y="2580184"/>
                  </a:lnTo>
                  <a:lnTo>
                    <a:pt x="2209826" y="2582457"/>
                  </a:lnTo>
                  <a:lnTo>
                    <a:pt x="2210682" y="2556573"/>
                  </a:lnTo>
                  <a:lnTo>
                    <a:pt x="2211537" y="2627012"/>
                  </a:lnTo>
                  <a:lnTo>
                    <a:pt x="2212393" y="2704418"/>
                  </a:lnTo>
                  <a:lnTo>
                    <a:pt x="2213248" y="2756407"/>
                  </a:lnTo>
                  <a:lnTo>
                    <a:pt x="2214104" y="2775537"/>
                  </a:lnTo>
                  <a:lnTo>
                    <a:pt x="2214959" y="2808624"/>
                  </a:lnTo>
                  <a:lnTo>
                    <a:pt x="2215815" y="2868093"/>
                  </a:lnTo>
                  <a:lnTo>
                    <a:pt x="2216670" y="2902047"/>
                  </a:lnTo>
                  <a:lnTo>
                    <a:pt x="2217526" y="2929554"/>
                  </a:lnTo>
                  <a:lnTo>
                    <a:pt x="2218382" y="2880546"/>
                  </a:lnTo>
                  <a:lnTo>
                    <a:pt x="2219237" y="2723380"/>
                  </a:lnTo>
                  <a:lnTo>
                    <a:pt x="2220093" y="2513348"/>
                  </a:lnTo>
                  <a:lnTo>
                    <a:pt x="2220948" y="2337429"/>
                  </a:lnTo>
                  <a:lnTo>
                    <a:pt x="2221804" y="2231798"/>
                  </a:lnTo>
                  <a:lnTo>
                    <a:pt x="2222659" y="2185186"/>
                  </a:lnTo>
                  <a:lnTo>
                    <a:pt x="2223515" y="2217679"/>
                  </a:lnTo>
                  <a:lnTo>
                    <a:pt x="2224370" y="2227678"/>
                  </a:lnTo>
                  <a:lnTo>
                    <a:pt x="2225226" y="2236252"/>
                  </a:lnTo>
                  <a:lnTo>
                    <a:pt x="2226081" y="2288169"/>
                  </a:lnTo>
                  <a:lnTo>
                    <a:pt x="2226937" y="2335271"/>
                  </a:lnTo>
                  <a:lnTo>
                    <a:pt x="2227792" y="2305507"/>
                  </a:lnTo>
                  <a:lnTo>
                    <a:pt x="2228648" y="2242444"/>
                  </a:lnTo>
                  <a:lnTo>
                    <a:pt x="2229503" y="2237641"/>
                  </a:lnTo>
                  <a:lnTo>
                    <a:pt x="2230359" y="2298420"/>
                  </a:lnTo>
                  <a:lnTo>
                    <a:pt x="2231214" y="2310803"/>
                  </a:lnTo>
                  <a:lnTo>
                    <a:pt x="2232070" y="2275852"/>
                  </a:lnTo>
                  <a:lnTo>
                    <a:pt x="2232925" y="2317167"/>
                  </a:lnTo>
                  <a:lnTo>
                    <a:pt x="2233781" y="2267114"/>
                  </a:lnTo>
                  <a:lnTo>
                    <a:pt x="2234637" y="2105002"/>
                  </a:lnTo>
                  <a:lnTo>
                    <a:pt x="2235492" y="1920606"/>
                  </a:lnTo>
                  <a:lnTo>
                    <a:pt x="2236348" y="1684223"/>
                  </a:lnTo>
                  <a:lnTo>
                    <a:pt x="2237203" y="1427367"/>
                  </a:lnTo>
                  <a:lnTo>
                    <a:pt x="2238059" y="1228765"/>
                  </a:lnTo>
                  <a:lnTo>
                    <a:pt x="2238914" y="1074963"/>
                  </a:lnTo>
                  <a:lnTo>
                    <a:pt x="2239770" y="1039721"/>
                  </a:lnTo>
                  <a:lnTo>
                    <a:pt x="2240625" y="1023795"/>
                  </a:lnTo>
                  <a:lnTo>
                    <a:pt x="2241481" y="1182746"/>
                  </a:lnTo>
                  <a:lnTo>
                    <a:pt x="2242336" y="1422950"/>
                  </a:lnTo>
                  <a:lnTo>
                    <a:pt x="2243192" y="1492096"/>
                  </a:lnTo>
                  <a:lnTo>
                    <a:pt x="2244047" y="1567218"/>
                  </a:lnTo>
                  <a:lnTo>
                    <a:pt x="2244903" y="1626194"/>
                  </a:lnTo>
                  <a:lnTo>
                    <a:pt x="2245758" y="1673783"/>
                  </a:lnTo>
                  <a:lnTo>
                    <a:pt x="2246614" y="1499928"/>
                  </a:lnTo>
                  <a:lnTo>
                    <a:pt x="2247469" y="1190292"/>
                  </a:lnTo>
                  <a:lnTo>
                    <a:pt x="2248325" y="1037639"/>
                  </a:lnTo>
                  <a:lnTo>
                    <a:pt x="2249181" y="992893"/>
                  </a:lnTo>
                  <a:lnTo>
                    <a:pt x="2250036" y="857145"/>
                  </a:lnTo>
                  <a:lnTo>
                    <a:pt x="2250892" y="745084"/>
                  </a:lnTo>
                  <a:lnTo>
                    <a:pt x="2251747" y="832823"/>
                  </a:lnTo>
                  <a:lnTo>
                    <a:pt x="2252603" y="1024216"/>
                  </a:lnTo>
                  <a:lnTo>
                    <a:pt x="2253458" y="1171472"/>
                  </a:lnTo>
                  <a:lnTo>
                    <a:pt x="2254314" y="1214137"/>
                  </a:lnTo>
                  <a:lnTo>
                    <a:pt x="2255169" y="1309086"/>
                  </a:lnTo>
                  <a:lnTo>
                    <a:pt x="2256025" y="1379390"/>
                  </a:lnTo>
                  <a:lnTo>
                    <a:pt x="2256880" y="1321244"/>
                  </a:lnTo>
                  <a:lnTo>
                    <a:pt x="2257736" y="1224497"/>
                  </a:lnTo>
                  <a:lnTo>
                    <a:pt x="2258591" y="1101327"/>
                  </a:lnTo>
                  <a:lnTo>
                    <a:pt x="2259447" y="927962"/>
                  </a:lnTo>
                  <a:lnTo>
                    <a:pt x="2260302" y="834502"/>
                  </a:lnTo>
                  <a:lnTo>
                    <a:pt x="2261158" y="744607"/>
                  </a:lnTo>
                  <a:lnTo>
                    <a:pt x="2262013" y="679245"/>
                  </a:lnTo>
                  <a:lnTo>
                    <a:pt x="2262869" y="646215"/>
                  </a:lnTo>
                  <a:lnTo>
                    <a:pt x="2263724" y="619735"/>
                  </a:lnTo>
                  <a:lnTo>
                    <a:pt x="2264580" y="660131"/>
                  </a:lnTo>
                  <a:lnTo>
                    <a:pt x="2265436" y="839443"/>
                  </a:lnTo>
                  <a:lnTo>
                    <a:pt x="2266291" y="1045224"/>
                  </a:lnTo>
                  <a:lnTo>
                    <a:pt x="2267147" y="1218333"/>
                  </a:lnTo>
                  <a:lnTo>
                    <a:pt x="2268002" y="1393081"/>
                  </a:lnTo>
                  <a:lnTo>
                    <a:pt x="2268858" y="1604817"/>
                  </a:lnTo>
                  <a:lnTo>
                    <a:pt x="2269713" y="1718578"/>
                  </a:lnTo>
                  <a:lnTo>
                    <a:pt x="2270569" y="1683584"/>
                  </a:lnTo>
                  <a:lnTo>
                    <a:pt x="2271424" y="1710240"/>
                  </a:lnTo>
                  <a:lnTo>
                    <a:pt x="2272280" y="1834789"/>
                  </a:lnTo>
                  <a:lnTo>
                    <a:pt x="2273135" y="1958503"/>
                  </a:lnTo>
                  <a:lnTo>
                    <a:pt x="2273991" y="2014142"/>
                  </a:lnTo>
                  <a:lnTo>
                    <a:pt x="2274846" y="2140818"/>
                  </a:lnTo>
                  <a:lnTo>
                    <a:pt x="2275702" y="2238075"/>
                  </a:lnTo>
                  <a:lnTo>
                    <a:pt x="2276557" y="2217415"/>
                  </a:lnTo>
                  <a:lnTo>
                    <a:pt x="2277413" y="2120491"/>
                  </a:lnTo>
                  <a:lnTo>
                    <a:pt x="2278268" y="2116494"/>
                  </a:lnTo>
                  <a:lnTo>
                    <a:pt x="2279124" y="2261131"/>
                  </a:lnTo>
                  <a:lnTo>
                    <a:pt x="2279979" y="2339081"/>
                  </a:lnTo>
                  <a:lnTo>
                    <a:pt x="2280835" y="2401494"/>
                  </a:lnTo>
                  <a:lnTo>
                    <a:pt x="2281691" y="2496288"/>
                  </a:lnTo>
                  <a:lnTo>
                    <a:pt x="2282546" y="2576095"/>
                  </a:lnTo>
                  <a:lnTo>
                    <a:pt x="2283402" y="2508022"/>
                  </a:lnTo>
                  <a:lnTo>
                    <a:pt x="2284257" y="2347667"/>
                  </a:lnTo>
                  <a:lnTo>
                    <a:pt x="2285113" y="2327466"/>
                  </a:lnTo>
                  <a:lnTo>
                    <a:pt x="2285968" y="2348757"/>
                  </a:lnTo>
                  <a:lnTo>
                    <a:pt x="2286824" y="2469182"/>
                  </a:lnTo>
                  <a:lnTo>
                    <a:pt x="2287679" y="2599266"/>
                  </a:lnTo>
                  <a:lnTo>
                    <a:pt x="2288535" y="2713331"/>
                  </a:lnTo>
                  <a:lnTo>
                    <a:pt x="2289390" y="2775633"/>
                  </a:lnTo>
                  <a:lnTo>
                    <a:pt x="2290246" y="2772793"/>
                  </a:lnTo>
                  <a:lnTo>
                    <a:pt x="2291101" y="2770392"/>
                  </a:lnTo>
                  <a:lnTo>
                    <a:pt x="2291957" y="2725637"/>
                  </a:lnTo>
                  <a:lnTo>
                    <a:pt x="2292812" y="2741286"/>
                  </a:lnTo>
                  <a:lnTo>
                    <a:pt x="2293668" y="2826916"/>
                  </a:lnTo>
                  <a:lnTo>
                    <a:pt x="2294523" y="2909676"/>
                  </a:lnTo>
                  <a:lnTo>
                    <a:pt x="2295379" y="2935338"/>
                  </a:lnTo>
                  <a:lnTo>
                    <a:pt x="2296235" y="2971031"/>
                  </a:lnTo>
                  <a:lnTo>
                    <a:pt x="2297090" y="3014283"/>
                  </a:lnTo>
                  <a:lnTo>
                    <a:pt x="2297946" y="2953472"/>
                  </a:lnTo>
                  <a:lnTo>
                    <a:pt x="2298801" y="2815292"/>
                  </a:lnTo>
                  <a:lnTo>
                    <a:pt x="2299657" y="2803779"/>
                  </a:lnTo>
                  <a:lnTo>
                    <a:pt x="2300512" y="2867079"/>
                  </a:lnTo>
                  <a:lnTo>
                    <a:pt x="2301368" y="2933112"/>
                  </a:lnTo>
                  <a:lnTo>
                    <a:pt x="2302223" y="2915294"/>
                  </a:lnTo>
                  <a:lnTo>
                    <a:pt x="2303079" y="2844762"/>
                  </a:lnTo>
                  <a:lnTo>
                    <a:pt x="2303934" y="2789635"/>
                  </a:lnTo>
                  <a:lnTo>
                    <a:pt x="2304790" y="2704979"/>
                  </a:lnTo>
                  <a:lnTo>
                    <a:pt x="2305645" y="2578861"/>
                  </a:lnTo>
                  <a:lnTo>
                    <a:pt x="2306501" y="2495542"/>
                  </a:lnTo>
                  <a:lnTo>
                    <a:pt x="2307356" y="2510015"/>
                  </a:lnTo>
                  <a:lnTo>
                    <a:pt x="2308212" y="2614522"/>
                  </a:lnTo>
                  <a:lnTo>
                    <a:pt x="2309067" y="2640347"/>
                  </a:lnTo>
                  <a:lnTo>
                    <a:pt x="2309923" y="2627735"/>
                  </a:lnTo>
                  <a:lnTo>
                    <a:pt x="2310778" y="2751122"/>
                  </a:lnTo>
                  <a:lnTo>
                    <a:pt x="2311634" y="2834443"/>
                  </a:lnTo>
                  <a:lnTo>
                    <a:pt x="2312490" y="2846875"/>
                  </a:lnTo>
                  <a:lnTo>
                    <a:pt x="2313345" y="2816118"/>
                  </a:lnTo>
                  <a:lnTo>
                    <a:pt x="2314201" y="2868584"/>
                  </a:lnTo>
                  <a:lnTo>
                    <a:pt x="2315056" y="2917175"/>
                  </a:lnTo>
                  <a:lnTo>
                    <a:pt x="2315912" y="2817847"/>
                  </a:lnTo>
                  <a:lnTo>
                    <a:pt x="2316767" y="2745235"/>
                  </a:lnTo>
                  <a:lnTo>
                    <a:pt x="2317623" y="2745236"/>
                  </a:lnTo>
                  <a:lnTo>
                    <a:pt x="2318478" y="2778437"/>
                  </a:lnTo>
                  <a:lnTo>
                    <a:pt x="2319334" y="2834123"/>
                  </a:lnTo>
                  <a:lnTo>
                    <a:pt x="2320189" y="2887660"/>
                  </a:lnTo>
                  <a:lnTo>
                    <a:pt x="2321045" y="3018678"/>
                  </a:lnTo>
                  <a:lnTo>
                    <a:pt x="2321900" y="3116732"/>
                  </a:lnTo>
                  <a:lnTo>
                    <a:pt x="2322756" y="3116731"/>
                  </a:lnTo>
                  <a:lnTo>
                    <a:pt x="2323611" y="3116732"/>
                  </a:lnTo>
                  <a:lnTo>
                    <a:pt x="2324467" y="3103172"/>
                  </a:lnTo>
                  <a:lnTo>
                    <a:pt x="2325322" y="3009058"/>
                  </a:lnTo>
                  <a:lnTo>
                    <a:pt x="2326178" y="2875005"/>
                  </a:lnTo>
                  <a:lnTo>
                    <a:pt x="2327033" y="2800485"/>
                  </a:lnTo>
                  <a:lnTo>
                    <a:pt x="2327889" y="2755739"/>
                  </a:lnTo>
                  <a:lnTo>
                    <a:pt x="2328745" y="2727274"/>
                  </a:lnTo>
                  <a:lnTo>
                    <a:pt x="2329600" y="2710320"/>
                  </a:lnTo>
                  <a:lnTo>
                    <a:pt x="2330456" y="2761202"/>
                  </a:lnTo>
                  <a:lnTo>
                    <a:pt x="2331311" y="2906733"/>
                  </a:lnTo>
                  <a:lnTo>
                    <a:pt x="2332167" y="2937983"/>
                  </a:lnTo>
                  <a:lnTo>
                    <a:pt x="2333022" y="2947070"/>
                  </a:lnTo>
                  <a:lnTo>
                    <a:pt x="2333878" y="2983672"/>
                  </a:lnTo>
                  <a:lnTo>
                    <a:pt x="2334733" y="2976387"/>
                  </a:lnTo>
                  <a:lnTo>
                    <a:pt x="2335589" y="2977225"/>
                  </a:lnTo>
                  <a:lnTo>
                    <a:pt x="2336444" y="2912058"/>
                  </a:lnTo>
                  <a:lnTo>
                    <a:pt x="2337300" y="2802286"/>
                  </a:lnTo>
                  <a:lnTo>
                    <a:pt x="2338155" y="2657280"/>
                  </a:lnTo>
                  <a:lnTo>
                    <a:pt x="2339011" y="2559310"/>
                  </a:lnTo>
                  <a:lnTo>
                    <a:pt x="2339866" y="2524157"/>
                  </a:lnTo>
                  <a:lnTo>
                    <a:pt x="2340722" y="2460245"/>
                  </a:lnTo>
                  <a:lnTo>
                    <a:pt x="2341577" y="2413021"/>
                  </a:lnTo>
                  <a:lnTo>
                    <a:pt x="2342433" y="2523723"/>
                  </a:lnTo>
                  <a:lnTo>
                    <a:pt x="2343289" y="2704389"/>
                  </a:lnTo>
                  <a:lnTo>
                    <a:pt x="2344144" y="2781077"/>
                  </a:lnTo>
                  <a:lnTo>
                    <a:pt x="2345000" y="2769582"/>
                  </a:lnTo>
                  <a:lnTo>
                    <a:pt x="2345855" y="2821738"/>
                  </a:lnTo>
                  <a:lnTo>
                    <a:pt x="2346711" y="2811119"/>
                  </a:lnTo>
                  <a:lnTo>
                    <a:pt x="2347566" y="2713081"/>
                  </a:lnTo>
                  <a:lnTo>
                    <a:pt x="2348422" y="2679486"/>
                  </a:lnTo>
                  <a:lnTo>
                    <a:pt x="2349277" y="2692632"/>
                  </a:lnTo>
                  <a:lnTo>
                    <a:pt x="2350133" y="2777084"/>
                  </a:lnTo>
                  <a:lnTo>
                    <a:pt x="2350988" y="2831231"/>
                  </a:lnTo>
                  <a:lnTo>
                    <a:pt x="2351844" y="2913800"/>
                  </a:lnTo>
                  <a:lnTo>
                    <a:pt x="2352699" y="3020275"/>
                  </a:lnTo>
                  <a:lnTo>
                    <a:pt x="2353555" y="2963778"/>
                  </a:lnTo>
                  <a:lnTo>
                    <a:pt x="2354410" y="2811071"/>
                  </a:lnTo>
                  <a:lnTo>
                    <a:pt x="2355266" y="2673387"/>
                  </a:lnTo>
                  <a:lnTo>
                    <a:pt x="2356121" y="2642472"/>
                  </a:lnTo>
                  <a:lnTo>
                    <a:pt x="2356977" y="2644774"/>
                  </a:lnTo>
                  <a:lnTo>
                    <a:pt x="2357832" y="2653234"/>
                  </a:lnTo>
                  <a:lnTo>
                    <a:pt x="2358688" y="2711201"/>
                  </a:lnTo>
                  <a:lnTo>
                    <a:pt x="2359544" y="2768896"/>
                  </a:lnTo>
                  <a:lnTo>
                    <a:pt x="2360399" y="2769083"/>
                  </a:lnTo>
                  <a:lnTo>
                    <a:pt x="2361255" y="2686713"/>
                  </a:lnTo>
                  <a:lnTo>
                    <a:pt x="2362110" y="2613089"/>
                  </a:lnTo>
                  <a:lnTo>
                    <a:pt x="2362966" y="2532337"/>
                  </a:lnTo>
                  <a:lnTo>
                    <a:pt x="2363821" y="2504688"/>
                  </a:lnTo>
                  <a:lnTo>
                    <a:pt x="2364677" y="2587845"/>
                  </a:lnTo>
                  <a:lnTo>
                    <a:pt x="2365532" y="2725342"/>
                  </a:lnTo>
                  <a:lnTo>
                    <a:pt x="2366388" y="2838628"/>
                  </a:lnTo>
                  <a:lnTo>
                    <a:pt x="2367243" y="2909952"/>
                  </a:lnTo>
                  <a:lnTo>
                    <a:pt x="2368099" y="2990703"/>
                  </a:lnTo>
                  <a:lnTo>
                    <a:pt x="2368954" y="3020652"/>
                  </a:lnTo>
                  <a:lnTo>
                    <a:pt x="2369810" y="2946265"/>
                  </a:lnTo>
                  <a:lnTo>
                    <a:pt x="2370665" y="2901783"/>
                  </a:lnTo>
                  <a:lnTo>
                    <a:pt x="2371521" y="2901783"/>
                  </a:lnTo>
                  <a:lnTo>
                    <a:pt x="2372376" y="2901783"/>
                  </a:lnTo>
                  <a:lnTo>
                    <a:pt x="2373232" y="2901785"/>
                  </a:lnTo>
                  <a:lnTo>
                    <a:pt x="2374087" y="2931606"/>
                  </a:lnTo>
                  <a:lnTo>
                    <a:pt x="2374943" y="3053939"/>
                  </a:lnTo>
                  <a:lnTo>
                    <a:pt x="2375799" y="3111017"/>
                  </a:lnTo>
                  <a:lnTo>
                    <a:pt x="2376654" y="3084168"/>
                  </a:lnTo>
                  <a:lnTo>
                    <a:pt x="2377510" y="3106624"/>
                  </a:lnTo>
                  <a:lnTo>
                    <a:pt x="2378365" y="3116972"/>
                  </a:lnTo>
                  <a:lnTo>
                    <a:pt x="2379221" y="3074084"/>
                  </a:lnTo>
                  <a:lnTo>
                    <a:pt x="2380076" y="3011282"/>
                  </a:lnTo>
                  <a:lnTo>
                    <a:pt x="2380932" y="2982616"/>
                  </a:lnTo>
                  <a:lnTo>
                    <a:pt x="2381787" y="2981867"/>
                  </a:lnTo>
                  <a:lnTo>
                    <a:pt x="2382643" y="2895545"/>
                  </a:lnTo>
                  <a:lnTo>
                    <a:pt x="2383498" y="2710734"/>
                  </a:lnTo>
                  <a:lnTo>
                    <a:pt x="2384354" y="2643543"/>
                  </a:lnTo>
                  <a:lnTo>
                    <a:pt x="2385209" y="2656651"/>
                  </a:lnTo>
                  <a:lnTo>
                    <a:pt x="2386065" y="2672722"/>
                  </a:lnTo>
                  <a:lnTo>
                    <a:pt x="2386920" y="2647463"/>
                  </a:lnTo>
                  <a:lnTo>
                    <a:pt x="2387776" y="2612670"/>
                  </a:lnTo>
                  <a:lnTo>
                    <a:pt x="2388631" y="2698516"/>
                  </a:lnTo>
                  <a:lnTo>
                    <a:pt x="2389487" y="2813869"/>
                  </a:lnTo>
                  <a:lnTo>
                    <a:pt x="2390343" y="2827474"/>
                  </a:lnTo>
                  <a:lnTo>
                    <a:pt x="2391198" y="2827474"/>
                  </a:lnTo>
                  <a:lnTo>
                    <a:pt x="2392054" y="2880332"/>
                  </a:lnTo>
                  <a:lnTo>
                    <a:pt x="2392909" y="2954580"/>
                  </a:lnTo>
                  <a:lnTo>
                    <a:pt x="2393765" y="3036718"/>
                  </a:lnTo>
                  <a:lnTo>
                    <a:pt x="2394620" y="3036924"/>
                  </a:lnTo>
                  <a:lnTo>
                    <a:pt x="2395476" y="3035133"/>
                  </a:lnTo>
                  <a:lnTo>
                    <a:pt x="2396331" y="3043376"/>
                  </a:lnTo>
                  <a:lnTo>
                    <a:pt x="2397187" y="3075945"/>
                  </a:lnTo>
                  <a:lnTo>
                    <a:pt x="2398042" y="3114569"/>
                  </a:lnTo>
                  <a:lnTo>
                    <a:pt x="2398898" y="3085615"/>
                  </a:lnTo>
                  <a:lnTo>
                    <a:pt x="2399753" y="3041357"/>
                  </a:lnTo>
                  <a:lnTo>
                    <a:pt x="2400609" y="3007975"/>
                  </a:lnTo>
                  <a:lnTo>
                    <a:pt x="2401464" y="2999735"/>
                  </a:lnTo>
                  <a:lnTo>
                    <a:pt x="2402320" y="2967167"/>
                  </a:lnTo>
                  <a:lnTo>
                    <a:pt x="2403175" y="2952946"/>
                  </a:lnTo>
                  <a:lnTo>
                    <a:pt x="2404031" y="2975839"/>
                  </a:lnTo>
                  <a:lnTo>
                    <a:pt x="2404886" y="3027157"/>
                  </a:lnTo>
                  <a:lnTo>
                    <a:pt x="2405742" y="3062328"/>
                  </a:lnTo>
                  <a:lnTo>
                    <a:pt x="2406598" y="3032961"/>
                  </a:lnTo>
                  <a:lnTo>
                    <a:pt x="2407453" y="2987833"/>
                  </a:lnTo>
                  <a:lnTo>
                    <a:pt x="2408309" y="2974380"/>
                  </a:lnTo>
                  <a:lnTo>
                    <a:pt x="2409164" y="2974381"/>
                  </a:lnTo>
                  <a:lnTo>
                    <a:pt x="2410020" y="2974382"/>
                  </a:lnTo>
                  <a:lnTo>
                    <a:pt x="2410875" y="2974383"/>
                  </a:lnTo>
                  <a:lnTo>
                    <a:pt x="2411731" y="3003748"/>
                  </a:lnTo>
                  <a:lnTo>
                    <a:pt x="2412586" y="3048875"/>
                  </a:lnTo>
                  <a:lnTo>
                    <a:pt x="2413442" y="3062328"/>
                  </a:lnTo>
                  <a:lnTo>
                    <a:pt x="2414297" y="3062328"/>
                  </a:lnTo>
                  <a:lnTo>
                    <a:pt x="2415153" y="3062328"/>
                  </a:lnTo>
                  <a:lnTo>
                    <a:pt x="2416008" y="3062328"/>
                  </a:lnTo>
                  <a:lnTo>
                    <a:pt x="2416864" y="3062328"/>
                  </a:lnTo>
                  <a:lnTo>
                    <a:pt x="2417719" y="3062328"/>
                  </a:lnTo>
                  <a:lnTo>
                    <a:pt x="2418575" y="3062328"/>
                  </a:lnTo>
                  <a:lnTo>
                    <a:pt x="2419430" y="3062328"/>
                  </a:lnTo>
                  <a:lnTo>
                    <a:pt x="2420286" y="3062328"/>
                  </a:lnTo>
                  <a:lnTo>
                    <a:pt x="2421141" y="3062328"/>
                  </a:lnTo>
                  <a:lnTo>
                    <a:pt x="2421997" y="3062328"/>
                  </a:lnTo>
                  <a:lnTo>
                    <a:pt x="2422853" y="3032801"/>
                  </a:lnTo>
                  <a:lnTo>
                    <a:pt x="2423708" y="2978836"/>
                  </a:lnTo>
                  <a:lnTo>
                    <a:pt x="2424564" y="2958427"/>
                  </a:lnTo>
                  <a:lnTo>
                    <a:pt x="2425419" y="2908981"/>
                  </a:lnTo>
                  <a:lnTo>
                    <a:pt x="2426275" y="2787926"/>
                  </a:lnTo>
                  <a:lnTo>
                    <a:pt x="2427130" y="2651258"/>
                  </a:lnTo>
                  <a:lnTo>
                    <a:pt x="2427986" y="2541179"/>
                  </a:lnTo>
                  <a:lnTo>
                    <a:pt x="2428841" y="2470440"/>
                  </a:lnTo>
                  <a:lnTo>
                    <a:pt x="2429697" y="2441114"/>
                  </a:lnTo>
                  <a:lnTo>
                    <a:pt x="2430552" y="2486598"/>
                  </a:lnTo>
                  <a:lnTo>
                    <a:pt x="2431408" y="2581091"/>
                  </a:lnTo>
                  <a:lnTo>
                    <a:pt x="2432263" y="2604564"/>
                  </a:lnTo>
                  <a:lnTo>
                    <a:pt x="2433119" y="2568980"/>
                  </a:lnTo>
                  <a:lnTo>
                    <a:pt x="2433974" y="2553200"/>
                  </a:lnTo>
                  <a:lnTo>
                    <a:pt x="2434830" y="2419018"/>
                  </a:lnTo>
                  <a:lnTo>
                    <a:pt x="2435685" y="2254007"/>
                  </a:lnTo>
                  <a:lnTo>
                    <a:pt x="2436541" y="2178706"/>
                  </a:lnTo>
                  <a:lnTo>
                    <a:pt x="2437396" y="2177416"/>
                  </a:lnTo>
                  <a:lnTo>
                    <a:pt x="2438252" y="2192820"/>
                  </a:lnTo>
                  <a:lnTo>
                    <a:pt x="2439108" y="2183572"/>
                  </a:lnTo>
                  <a:lnTo>
                    <a:pt x="2439963" y="2289553"/>
                  </a:lnTo>
                  <a:lnTo>
                    <a:pt x="2440819" y="2393048"/>
                  </a:lnTo>
                  <a:lnTo>
                    <a:pt x="2441674" y="2378927"/>
                  </a:lnTo>
                  <a:lnTo>
                    <a:pt x="2442530" y="2394389"/>
                  </a:lnTo>
                  <a:lnTo>
                    <a:pt x="2443385" y="2450509"/>
                  </a:lnTo>
                  <a:lnTo>
                    <a:pt x="2444241" y="2495026"/>
                  </a:lnTo>
                  <a:lnTo>
                    <a:pt x="2445096" y="2462144"/>
                  </a:lnTo>
                  <a:lnTo>
                    <a:pt x="2445952" y="2405298"/>
                  </a:lnTo>
                  <a:lnTo>
                    <a:pt x="2446807" y="2413145"/>
                  </a:lnTo>
                  <a:lnTo>
                    <a:pt x="2447663" y="2499741"/>
                  </a:lnTo>
                  <a:lnTo>
                    <a:pt x="2448518" y="2537672"/>
                  </a:lnTo>
                  <a:lnTo>
                    <a:pt x="2449374" y="2615444"/>
                  </a:lnTo>
                  <a:lnTo>
                    <a:pt x="2450229" y="2675735"/>
                  </a:lnTo>
                  <a:lnTo>
                    <a:pt x="2451085" y="2700315"/>
                  </a:lnTo>
                  <a:lnTo>
                    <a:pt x="2451940" y="2754693"/>
                  </a:lnTo>
                  <a:lnTo>
                    <a:pt x="2452796" y="2767124"/>
                  </a:lnTo>
                  <a:lnTo>
                    <a:pt x="2453652" y="2832858"/>
                  </a:lnTo>
                  <a:lnTo>
                    <a:pt x="2454507" y="2859901"/>
                  </a:lnTo>
                  <a:lnTo>
                    <a:pt x="2455363" y="2883166"/>
                  </a:lnTo>
                  <a:lnTo>
                    <a:pt x="2456218" y="2907558"/>
                  </a:lnTo>
                  <a:lnTo>
                    <a:pt x="2457074" y="2925904"/>
                  </a:lnTo>
                  <a:lnTo>
                    <a:pt x="2457929" y="2930227"/>
                  </a:lnTo>
                  <a:lnTo>
                    <a:pt x="2458785" y="2930228"/>
                  </a:lnTo>
                  <a:lnTo>
                    <a:pt x="2459640" y="2930631"/>
                  </a:lnTo>
                  <a:lnTo>
                    <a:pt x="2460496" y="2957891"/>
                  </a:lnTo>
                  <a:lnTo>
                    <a:pt x="2461351" y="3027750"/>
                  </a:lnTo>
                  <a:lnTo>
                    <a:pt x="2462207" y="3016114"/>
                  </a:lnTo>
                  <a:lnTo>
                    <a:pt x="2463062" y="2995291"/>
                  </a:lnTo>
                  <a:lnTo>
                    <a:pt x="2463918" y="2965796"/>
                  </a:lnTo>
                  <a:lnTo>
                    <a:pt x="2464773" y="2910570"/>
                  </a:lnTo>
                  <a:lnTo>
                    <a:pt x="2465629" y="2901058"/>
                  </a:lnTo>
                  <a:lnTo>
                    <a:pt x="2466484" y="2911814"/>
                  </a:lnTo>
                  <a:lnTo>
                    <a:pt x="2467340" y="2948287"/>
                  </a:lnTo>
                  <a:lnTo>
                    <a:pt x="2468195" y="2923473"/>
                  </a:lnTo>
                  <a:lnTo>
                    <a:pt x="2469051" y="2870480"/>
                  </a:lnTo>
                  <a:lnTo>
                    <a:pt x="2469907" y="2814703"/>
                  </a:lnTo>
                  <a:lnTo>
                    <a:pt x="2470762" y="2691241"/>
                  </a:lnTo>
                  <a:lnTo>
                    <a:pt x="2471618" y="2616794"/>
                  </a:lnTo>
                  <a:lnTo>
                    <a:pt x="2472473" y="2622347"/>
                  </a:lnTo>
                  <a:lnTo>
                    <a:pt x="2473329" y="2666451"/>
                  </a:lnTo>
                  <a:lnTo>
                    <a:pt x="2474184" y="2779492"/>
                  </a:lnTo>
                  <a:lnTo>
                    <a:pt x="2475040" y="2920602"/>
                  </a:lnTo>
                  <a:lnTo>
                    <a:pt x="2475895" y="3052822"/>
                  </a:lnTo>
                  <a:lnTo>
                    <a:pt x="2476751" y="3082702"/>
                  </a:lnTo>
                  <a:lnTo>
                    <a:pt x="2477606" y="3047312"/>
                  </a:lnTo>
                  <a:lnTo>
                    <a:pt x="2478462" y="3006096"/>
                  </a:lnTo>
                  <a:lnTo>
                    <a:pt x="2479317" y="2881830"/>
                  </a:lnTo>
                  <a:lnTo>
                    <a:pt x="2480173" y="2818401"/>
                  </a:lnTo>
                  <a:lnTo>
                    <a:pt x="2481028" y="2819155"/>
                  </a:lnTo>
                  <a:lnTo>
                    <a:pt x="2481884" y="2826373"/>
                  </a:lnTo>
                  <a:lnTo>
                    <a:pt x="2482739" y="2815544"/>
                  </a:lnTo>
                  <a:lnTo>
                    <a:pt x="2483595" y="2741366"/>
                  </a:lnTo>
                  <a:lnTo>
                    <a:pt x="2484450" y="2727446"/>
                  </a:lnTo>
                  <a:lnTo>
                    <a:pt x="2485306" y="2692012"/>
                  </a:lnTo>
                  <a:lnTo>
                    <a:pt x="2486162" y="2615451"/>
                  </a:lnTo>
                  <a:lnTo>
                    <a:pt x="2487017" y="2608557"/>
                  </a:lnTo>
                  <a:lnTo>
                    <a:pt x="2487873" y="2650951"/>
                  </a:lnTo>
                  <a:lnTo>
                    <a:pt x="2488728" y="2697480"/>
                  </a:lnTo>
                  <a:lnTo>
                    <a:pt x="2489584" y="2719231"/>
                  </a:lnTo>
                  <a:lnTo>
                    <a:pt x="2490439" y="2731932"/>
                  </a:lnTo>
                  <a:lnTo>
                    <a:pt x="2491295" y="2778955"/>
                  </a:lnTo>
                  <a:lnTo>
                    <a:pt x="2492150" y="2815939"/>
                  </a:lnTo>
                  <a:lnTo>
                    <a:pt x="2493006" y="2803401"/>
                  </a:lnTo>
                  <a:lnTo>
                    <a:pt x="2493861" y="2813421"/>
                  </a:lnTo>
                  <a:lnTo>
                    <a:pt x="2494717" y="2891274"/>
                  </a:lnTo>
                  <a:lnTo>
                    <a:pt x="2495572" y="2926450"/>
                  </a:lnTo>
                  <a:lnTo>
                    <a:pt x="2496428" y="2868541"/>
                  </a:lnTo>
                  <a:lnTo>
                    <a:pt x="2497283" y="2759069"/>
                  </a:lnTo>
                  <a:lnTo>
                    <a:pt x="2498139" y="2648166"/>
                  </a:lnTo>
                  <a:lnTo>
                    <a:pt x="2498994" y="2585105"/>
                  </a:lnTo>
                  <a:lnTo>
                    <a:pt x="2499850" y="2493205"/>
                  </a:lnTo>
                  <a:lnTo>
                    <a:pt x="2500706" y="2399097"/>
                  </a:lnTo>
                  <a:lnTo>
                    <a:pt x="2501561" y="2391857"/>
                  </a:lnTo>
                  <a:lnTo>
                    <a:pt x="2502417" y="2493110"/>
                  </a:lnTo>
                  <a:lnTo>
                    <a:pt x="2503272" y="2682163"/>
                  </a:lnTo>
                  <a:lnTo>
                    <a:pt x="2504128" y="2823787"/>
                  </a:lnTo>
                  <a:lnTo>
                    <a:pt x="2504983" y="2945821"/>
                  </a:lnTo>
                  <a:lnTo>
                    <a:pt x="2505839" y="3090483"/>
                  </a:lnTo>
                  <a:lnTo>
                    <a:pt x="2506694" y="3116972"/>
                  </a:lnTo>
                  <a:lnTo>
                    <a:pt x="2507550" y="2993674"/>
                  </a:lnTo>
                  <a:lnTo>
                    <a:pt x="2508405" y="2856300"/>
                  </a:lnTo>
                  <a:lnTo>
                    <a:pt x="2509261" y="2822756"/>
                  </a:lnTo>
                  <a:lnTo>
                    <a:pt x="2510116" y="2760612"/>
                  </a:lnTo>
                  <a:lnTo>
                    <a:pt x="2510972" y="2669411"/>
                  </a:lnTo>
                  <a:lnTo>
                    <a:pt x="2511827" y="2674992"/>
                  </a:lnTo>
                  <a:lnTo>
                    <a:pt x="2512683" y="2812134"/>
                  </a:lnTo>
                  <a:lnTo>
                    <a:pt x="2513538" y="2892741"/>
                  </a:lnTo>
                  <a:lnTo>
                    <a:pt x="2514394" y="2903781"/>
                  </a:lnTo>
                  <a:lnTo>
                    <a:pt x="2515249" y="2941520"/>
                  </a:lnTo>
                  <a:lnTo>
                    <a:pt x="2516105" y="2958085"/>
                  </a:lnTo>
                  <a:lnTo>
                    <a:pt x="2516961" y="2944430"/>
                  </a:lnTo>
                  <a:lnTo>
                    <a:pt x="2517816" y="2933615"/>
                  </a:lnTo>
                  <a:lnTo>
                    <a:pt x="2518672" y="2946435"/>
                  </a:lnTo>
                  <a:lnTo>
                    <a:pt x="2519527" y="2946435"/>
                  </a:lnTo>
                  <a:lnTo>
                    <a:pt x="2520383" y="2948736"/>
                  </a:lnTo>
                  <a:lnTo>
                    <a:pt x="2521238" y="2993691"/>
                  </a:lnTo>
                  <a:lnTo>
                    <a:pt x="2522094" y="3059167"/>
                  </a:lnTo>
                  <a:lnTo>
                    <a:pt x="2522949" y="3075147"/>
                  </a:lnTo>
                  <a:lnTo>
                    <a:pt x="2523805" y="3062328"/>
                  </a:lnTo>
                  <a:lnTo>
                    <a:pt x="2524660" y="3062328"/>
                  </a:lnTo>
                  <a:lnTo>
                    <a:pt x="2525516" y="3062328"/>
                  </a:lnTo>
                  <a:lnTo>
                    <a:pt x="2526371" y="3062328"/>
                  </a:lnTo>
                  <a:lnTo>
                    <a:pt x="2527227" y="3094090"/>
                  </a:lnTo>
                  <a:lnTo>
                    <a:pt x="2528082" y="3113739"/>
                  </a:lnTo>
                  <a:lnTo>
                    <a:pt x="2528938" y="3112818"/>
                  </a:lnTo>
                  <a:lnTo>
                    <a:pt x="2529793" y="3116972"/>
                  </a:lnTo>
                  <a:lnTo>
                    <a:pt x="2530649" y="3116972"/>
                  </a:lnTo>
                  <a:lnTo>
                    <a:pt x="2531504" y="3031684"/>
                  </a:lnTo>
                  <a:lnTo>
                    <a:pt x="2532360" y="2925632"/>
                  </a:lnTo>
                  <a:lnTo>
                    <a:pt x="2533216" y="2808122"/>
                  </a:lnTo>
                  <a:lnTo>
                    <a:pt x="2534071" y="2787686"/>
                  </a:lnTo>
                  <a:lnTo>
                    <a:pt x="2534927" y="2762588"/>
                  </a:lnTo>
                  <a:lnTo>
                    <a:pt x="2535782" y="2781065"/>
                  </a:lnTo>
                  <a:lnTo>
                    <a:pt x="2536638" y="2906700"/>
                  </a:lnTo>
                  <a:lnTo>
                    <a:pt x="2537493" y="3002781"/>
                  </a:lnTo>
                  <a:lnTo>
                    <a:pt x="2538349" y="3116972"/>
                  </a:lnTo>
                  <a:lnTo>
                    <a:pt x="2539204" y="3116972"/>
                  </a:lnTo>
                  <a:lnTo>
                    <a:pt x="2540060" y="3082959"/>
                  </a:lnTo>
                  <a:lnTo>
                    <a:pt x="2540915" y="3076044"/>
                  </a:lnTo>
                  <a:lnTo>
                    <a:pt x="2541771" y="2986287"/>
                  </a:lnTo>
                  <a:lnTo>
                    <a:pt x="2542626" y="2865254"/>
                  </a:lnTo>
                  <a:lnTo>
                    <a:pt x="2543482" y="2754633"/>
                  </a:lnTo>
                  <a:lnTo>
                    <a:pt x="2544337" y="2675828"/>
                  </a:lnTo>
                  <a:lnTo>
                    <a:pt x="2545193" y="2671392"/>
                  </a:lnTo>
                  <a:lnTo>
                    <a:pt x="2546048" y="2630439"/>
                  </a:lnTo>
                  <a:lnTo>
                    <a:pt x="2546904" y="2652228"/>
                  </a:lnTo>
                  <a:lnTo>
                    <a:pt x="2547760" y="2746599"/>
                  </a:lnTo>
                  <a:lnTo>
                    <a:pt x="2548615" y="2801548"/>
                  </a:lnTo>
                  <a:lnTo>
                    <a:pt x="2549471" y="2834223"/>
                  </a:lnTo>
                  <a:lnTo>
                    <a:pt x="2550326" y="2876427"/>
                  </a:lnTo>
                  <a:lnTo>
                    <a:pt x="2551182" y="2848549"/>
                  </a:lnTo>
                  <a:lnTo>
                    <a:pt x="2552037" y="2825527"/>
                  </a:lnTo>
                  <a:lnTo>
                    <a:pt x="2552893" y="2786296"/>
                  </a:lnTo>
                  <a:lnTo>
                    <a:pt x="2553748" y="2731721"/>
                  </a:lnTo>
                  <a:lnTo>
                    <a:pt x="2554604" y="2732616"/>
                  </a:lnTo>
                  <a:lnTo>
                    <a:pt x="2555459" y="2746678"/>
                  </a:lnTo>
                  <a:lnTo>
                    <a:pt x="2556315" y="2825081"/>
                  </a:lnTo>
                  <a:lnTo>
                    <a:pt x="2557170" y="2849327"/>
                  </a:lnTo>
                  <a:lnTo>
                    <a:pt x="2558026" y="2874831"/>
                  </a:lnTo>
                  <a:lnTo>
                    <a:pt x="2558881" y="2990011"/>
                  </a:lnTo>
                  <a:lnTo>
                    <a:pt x="2559737" y="3098020"/>
                  </a:lnTo>
                  <a:lnTo>
                    <a:pt x="2560592" y="3116972"/>
                  </a:lnTo>
                  <a:lnTo>
                    <a:pt x="2561448" y="3116972"/>
                  </a:lnTo>
                  <a:lnTo>
                    <a:pt x="2562303" y="3116972"/>
                  </a:lnTo>
                  <a:lnTo>
                    <a:pt x="2563159" y="3116972"/>
                  </a:lnTo>
                  <a:lnTo>
                    <a:pt x="2564015" y="3116972"/>
                  </a:lnTo>
                  <a:lnTo>
                    <a:pt x="2564870" y="3113650"/>
                  </a:lnTo>
                  <a:lnTo>
                    <a:pt x="2565726" y="3112231"/>
                  </a:lnTo>
                  <a:lnTo>
                    <a:pt x="2566581" y="3073755"/>
                  </a:lnTo>
                  <a:lnTo>
                    <a:pt x="2567437" y="3034482"/>
                  </a:lnTo>
                  <a:lnTo>
                    <a:pt x="2568292" y="3029031"/>
                  </a:lnTo>
                  <a:lnTo>
                    <a:pt x="2569148" y="3029032"/>
                  </a:lnTo>
                  <a:lnTo>
                    <a:pt x="2570003" y="2990939"/>
                  </a:lnTo>
                  <a:lnTo>
                    <a:pt x="2570859" y="2949966"/>
                  </a:lnTo>
                  <a:lnTo>
                    <a:pt x="2571714" y="2987865"/>
                  </a:lnTo>
                  <a:lnTo>
                    <a:pt x="2572570" y="3043887"/>
                  </a:lnTo>
                  <a:lnTo>
                    <a:pt x="2573425" y="3049342"/>
                  </a:lnTo>
                  <a:lnTo>
                    <a:pt x="2574281" y="3034714"/>
                  </a:lnTo>
                  <a:lnTo>
                    <a:pt x="2575136" y="3021672"/>
                  </a:lnTo>
                  <a:lnTo>
                    <a:pt x="2575992" y="3009341"/>
                  </a:lnTo>
                  <a:lnTo>
                    <a:pt x="2576847" y="2945794"/>
                  </a:lnTo>
                  <a:lnTo>
                    <a:pt x="2577703" y="2881249"/>
                  </a:lnTo>
                  <a:lnTo>
                    <a:pt x="2578558" y="2871421"/>
                  </a:lnTo>
                  <a:lnTo>
                    <a:pt x="2579414" y="2886050"/>
                  </a:lnTo>
                  <a:lnTo>
                    <a:pt x="2580270" y="2911296"/>
                  </a:lnTo>
                  <a:lnTo>
                    <a:pt x="2581125" y="2940585"/>
                  </a:lnTo>
                  <a:lnTo>
                    <a:pt x="2581981" y="3004706"/>
                  </a:lnTo>
                  <a:lnTo>
                    <a:pt x="2582836" y="3052500"/>
                  </a:lnTo>
                  <a:lnTo>
                    <a:pt x="2583692" y="3062328"/>
                  </a:lnTo>
                  <a:lnTo>
                    <a:pt x="2584547" y="3062328"/>
                  </a:lnTo>
                  <a:lnTo>
                    <a:pt x="2585403" y="3062328"/>
                  </a:lnTo>
                  <a:lnTo>
                    <a:pt x="2586258" y="3059458"/>
                  </a:lnTo>
                  <a:lnTo>
                    <a:pt x="2587114" y="3023054"/>
                  </a:lnTo>
                  <a:lnTo>
                    <a:pt x="2587969" y="2982382"/>
                  </a:lnTo>
                  <a:lnTo>
                    <a:pt x="2588825" y="2936481"/>
                  </a:lnTo>
                  <a:lnTo>
                    <a:pt x="2589680" y="2829424"/>
                  </a:lnTo>
                  <a:lnTo>
                    <a:pt x="2590536" y="2751659"/>
                  </a:lnTo>
                  <a:lnTo>
                    <a:pt x="2591391" y="2751520"/>
                  </a:lnTo>
                  <a:lnTo>
                    <a:pt x="2592247" y="2787924"/>
                  </a:lnTo>
                  <a:lnTo>
                    <a:pt x="2593102" y="2828595"/>
                  </a:lnTo>
                  <a:lnTo>
                    <a:pt x="2593958" y="2863605"/>
                  </a:lnTo>
                  <a:lnTo>
                    <a:pt x="2594814" y="2894669"/>
                  </a:lnTo>
                  <a:lnTo>
                    <a:pt x="2595669" y="2815731"/>
                  </a:lnTo>
                  <a:lnTo>
                    <a:pt x="2596525" y="2690857"/>
                  </a:lnTo>
                  <a:lnTo>
                    <a:pt x="2597380" y="2593693"/>
                  </a:lnTo>
                  <a:lnTo>
                    <a:pt x="2598236" y="2514170"/>
                  </a:lnTo>
                  <a:lnTo>
                    <a:pt x="2599091" y="2485116"/>
                  </a:lnTo>
                  <a:lnTo>
                    <a:pt x="2599947" y="2550816"/>
                  </a:lnTo>
                  <a:lnTo>
                    <a:pt x="2600802" y="2720959"/>
                  </a:lnTo>
                  <a:lnTo>
                    <a:pt x="2601658" y="2848773"/>
                  </a:lnTo>
                  <a:lnTo>
                    <a:pt x="2602513" y="2925835"/>
                  </a:lnTo>
                  <a:lnTo>
                    <a:pt x="2603369" y="2994311"/>
                  </a:lnTo>
                  <a:lnTo>
                    <a:pt x="2604224" y="2961992"/>
                  </a:lnTo>
                  <a:lnTo>
                    <a:pt x="2605080" y="2894546"/>
                  </a:lnTo>
                  <a:lnTo>
                    <a:pt x="2605935" y="2819696"/>
                  </a:lnTo>
                  <a:lnTo>
                    <a:pt x="2606791" y="2807856"/>
                  </a:lnTo>
                  <a:lnTo>
                    <a:pt x="2607646" y="2802413"/>
                  </a:lnTo>
                  <a:lnTo>
                    <a:pt x="2608502" y="2728616"/>
                  </a:lnTo>
                  <a:lnTo>
                    <a:pt x="2609357" y="2706190"/>
                  </a:lnTo>
                  <a:lnTo>
                    <a:pt x="2610213" y="2683853"/>
                  </a:lnTo>
                  <a:lnTo>
                    <a:pt x="2611069" y="2608234"/>
                  </a:lnTo>
                  <a:lnTo>
                    <a:pt x="2611924" y="2514844"/>
                  </a:lnTo>
                  <a:lnTo>
                    <a:pt x="2612780" y="2477212"/>
                  </a:lnTo>
                  <a:lnTo>
                    <a:pt x="2613635" y="2437483"/>
                  </a:lnTo>
                  <a:lnTo>
                    <a:pt x="2614491" y="2361819"/>
                  </a:lnTo>
                  <a:lnTo>
                    <a:pt x="2615346" y="2346006"/>
                  </a:lnTo>
                  <a:lnTo>
                    <a:pt x="2616202" y="2434335"/>
                  </a:lnTo>
                  <a:lnTo>
                    <a:pt x="2617057" y="2447501"/>
                  </a:lnTo>
                  <a:lnTo>
                    <a:pt x="2617913" y="2459972"/>
                  </a:lnTo>
                  <a:lnTo>
                    <a:pt x="2618768" y="2505117"/>
                  </a:lnTo>
                  <a:lnTo>
                    <a:pt x="2619624" y="2523290"/>
                  </a:lnTo>
                  <a:lnTo>
                    <a:pt x="2620479" y="2521322"/>
                  </a:lnTo>
                  <a:lnTo>
                    <a:pt x="2621335" y="2518993"/>
                  </a:lnTo>
                  <a:lnTo>
                    <a:pt x="2622190" y="2595067"/>
                  </a:lnTo>
                  <a:lnTo>
                    <a:pt x="2623046" y="2637850"/>
                  </a:lnTo>
                  <a:lnTo>
                    <a:pt x="2623901" y="2717279"/>
                  </a:lnTo>
                  <a:lnTo>
                    <a:pt x="2624757" y="2810229"/>
                  </a:lnTo>
                  <a:lnTo>
                    <a:pt x="2625612" y="2811851"/>
                  </a:lnTo>
                  <a:lnTo>
                    <a:pt x="2626468" y="2779404"/>
                  </a:lnTo>
                  <a:lnTo>
                    <a:pt x="2627324" y="2792168"/>
                  </a:lnTo>
                  <a:lnTo>
                    <a:pt x="2628179" y="2770909"/>
                  </a:lnTo>
                  <a:lnTo>
                    <a:pt x="2629035" y="2733986"/>
                  </a:lnTo>
                  <a:lnTo>
                    <a:pt x="2629890" y="2736599"/>
                  </a:lnTo>
                  <a:lnTo>
                    <a:pt x="2630746" y="2783414"/>
                  </a:lnTo>
                  <a:lnTo>
                    <a:pt x="2631601" y="2818942"/>
                  </a:lnTo>
                  <a:lnTo>
                    <a:pt x="2632457" y="2799038"/>
                  </a:lnTo>
                  <a:lnTo>
                    <a:pt x="2633312" y="2793098"/>
                  </a:lnTo>
                  <a:lnTo>
                    <a:pt x="2634168" y="2828870"/>
                  </a:lnTo>
                  <a:lnTo>
                    <a:pt x="2635023" y="2900602"/>
                  </a:lnTo>
                  <a:lnTo>
                    <a:pt x="2635879" y="2970019"/>
                  </a:lnTo>
                  <a:lnTo>
                    <a:pt x="2636734" y="3036536"/>
                  </a:lnTo>
                  <a:lnTo>
                    <a:pt x="2637590" y="3093026"/>
                  </a:lnTo>
                  <a:lnTo>
                    <a:pt x="2638445" y="3100193"/>
                  </a:lnTo>
                  <a:lnTo>
                    <a:pt x="2639301" y="3008877"/>
                  </a:lnTo>
                  <a:lnTo>
                    <a:pt x="2640156" y="2957580"/>
                  </a:lnTo>
                  <a:lnTo>
                    <a:pt x="2641012" y="2962793"/>
                  </a:lnTo>
                  <a:lnTo>
                    <a:pt x="2641868" y="2976523"/>
                  </a:lnTo>
                  <a:lnTo>
                    <a:pt x="2642723" y="2964683"/>
                  </a:lnTo>
                  <a:lnTo>
                    <a:pt x="2643579" y="2992638"/>
                  </a:lnTo>
                  <a:lnTo>
                    <a:pt x="2644434" y="3085106"/>
                  </a:lnTo>
                  <a:lnTo>
                    <a:pt x="2645290" y="3116972"/>
                  </a:lnTo>
                  <a:lnTo>
                    <a:pt x="2646145" y="3098731"/>
                  </a:lnTo>
                  <a:lnTo>
                    <a:pt x="2647001" y="3017787"/>
                  </a:lnTo>
                  <a:lnTo>
                    <a:pt x="2647856" y="2921819"/>
                  </a:lnTo>
                  <a:lnTo>
                    <a:pt x="2648712" y="2790854"/>
                  </a:lnTo>
                  <a:lnTo>
                    <a:pt x="2649567" y="2642361"/>
                  </a:lnTo>
                  <a:lnTo>
                    <a:pt x="2650423" y="2554242"/>
                  </a:lnTo>
                  <a:lnTo>
                    <a:pt x="2651278" y="2511098"/>
                  </a:lnTo>
                  <a:lnTo>
                    <a:pt x="2652134" y="2467163"/>
                  </a:lnTo>
                  <a:lnTo>
                    <a:pt x="2652989" y="2473632"/>
                  </a:lnTo>
                  <a:lnTo>
                    <a:pt x="2653845" y="2592093"/>
                  </a:lnTo>
                  <a:lnTo>
                    <a:pt x="2654700" y="2729779"/>
                  </a:lnTo>
                  <a:lnTo>
                    <a:pt x="2655556" y="2749558"/>
                  </a:lnTo>
                  <a:lnTo>
                    <a:pt x="2656411" y="2812127"/>
                  </a:lnTo>
                  <a:lnTo>
                    <a:pt x="2657267" y="2919946"/>
                  </a:lnTo>
                  <a:lnTo>
                    <a:pt x="2658123" y="2892684"/>
                  </a:lnTo>
                  <a:lnTo>
                    <a:pt x="2658978" y="2766100"/>
                  </a:lnTo>
                  <a:lnTo>
                    <a:pt x="2659834" y="2666580"/>
                  </a:lnTo>
                  <a:lnTo>
                    <a:pt x="2660689" y="2659377"/>
                  </a:lnTo>
                  <a:lnTo>
                    <a:pt x="2661545" y="2530437"/>
                  </a:lnTo>
                  <a:lnTo>
                    <a:pt x="2662400" y="2410320"/>
                  </a:lnTo>
                  <a:lnTo>
                    <a:pt x="2663256" y="2402005"/>
                  </a:lnTo>
                  <a:lnTo>
                    <a:pt x="2664111" y="2467026"/>
                  </a:lnTo>
                  <a:lnTo>
                    <a:pt x="2664967" y="2513115"/>
                  </a:lnTo>
                  <a:lnTo>
                    <a:pt x="2665822" y="2569962"/>
                  </a:lnTo>
                  <a:lnTo>
                    <a:pt x="2666678" y="2707620"/>
                  </a:lnTo>
                  <a:lnTo>
                    <a:pt x="2667533" y="2812495"/>
                  </a:lnTo>
                  <a:lnTo>
                    <a:pt x="2668389" y="2904787"/>
                  </a:lnTo>
                  <a:lnTo>
                    <a:pt x="2669244" y="2952505"/>
                  </a:lnTo>
                  <a:lnTo>
                    <a:pt x="2670100" y="2969312"/>
                  </a:lnTo>
                  <a:lnTo>
                    <a:pt x="2670955" y="2967787"/>
                  </a:lnTo>
                  <a:lnTo>
                    <a:pt x="2671811" y="2956041"/>
                  </a:lnTo>
                  <a:lnTo>
                    <a:pt x="2672666" y="2870512"/>
                  </a:lnTo>
                  <a:lnTo>
                    <a:pt x="2673522" y="2768502"/>
                  </a:lnTo>
                  <a:lnTo>
                    <a:pt x="2674378" y="2756161"/>
                  </a:lnTo>
                  <a:lnTo>
                    <a:pt x="2675233" y="2800720"/>
                  </a:lnTo>
                  <a:lnTo>
                    <a:pt x="2676089" y="2801543"/>
                  </a:lnTo>
                  <a:lnTo>
                    <a:pt x="2676944" y="2734297"/>
                  </a:lnTo>
                  <a:lnTo>
                    <a:pt x="2677800" y="2680944"/>
                  </a:lnTo>
                  <a:lnTo>
                    <a:pt x="2678655" y="2643569"/>
                  </a:lnTo>
                  <a:lnTo>
                    <a:pt x="2679511" y="2603102"/>
                  </a:lnTo>
                  <a:lnTo>
                    <a:pt x="2680366" y="2563156"/>
                  </a:lnTo>
                  <a:lnTo>
                    <a:pt x="2681222" y="2541601"/>
                  </a:lnTo>
                  <a:lnTo>
                    <a:pt x="2682077" y="2533824"/>
                  </a:lnTo>
                  <a:lnTo>
                    <a:pt x="2682933" y="2600711"/>
                  </a:lnTo>
                  <a:lnTo>
                    <a:pt x="2683788" y="2745158"/>
                  </a:lnTo>
                  <a:lnTo>
                    <a:pt x="2684644" y="2772129"/>
                  </a:lnTo>
                  <a:lnTo>
                    <a:pt x="2685499" y="2732712"/>
                  </a:lnTo>
                  <a:lnTo>
                    <a:pt x="2686355" y="2730336"/>
                  </a:lnTo>
                  <a:lnTo>
                    <a:pt x="2687210" y="2784862"/>
                  </a:lnTo>
                  <a:lnTo>
                    <a:pt x="2688066" y="2797067"/>
                  </a:lnTo>
                  <a:lnTo>
                    <a:pt x="2688921" y="2747637"/>
                  </a:lnTo>
                  <a:lnTo>
                    <a:pt x="2689777" y="2760792"/>
                  </a:lnTo>
                  <a:lnTo>
                    <a:pt x="2690633" y="2768458"/>
                  </a:lnTo>
                  <a:lnTo>
                    <a:pt x="2691488" y="2756470"/>
                  </a:lnTo>
                  <a:lnTo>
                    <a:pt x="2692344" y="2761860"/>
                  </a:lnTo>
                  <a:lnTo>
                    <a:pt x="2693199" y="2737483"/>
                  </a:lnTo>
                  <a:lnTo>
                    <a:pt x="2694055" y="2688276"/>
                  </a:lnTo>
                  <a:lnTo>
                    <a:pt x="2694910" y="2696845"/>
                  </a:lnTo>
                  <a:lnTo>
                    <a:pt x="2695766" y="2830204"/>
                  </a:lnTo>
                  <a:lnTo>
                    <a:pt x="2696621" y="2833684"/>
                  </a:lnTo>
                  <a:lnTo>
                    <a:pt x="2697477" y="2811968"/>
                  </a:lnTo>
                  <a:lnTo>
                    <a:pt x="2698332" y="2871294"/>
                  </a:lnTo>
                  <a:lnTo>
                    <a:pt x="2699188" y="2913205"/>
                  </a:lnTo>
                  <a:lnTo>
                    <a:pt x="2700043" y="2867909"/>
                  </a:lnTo>
                  <a:lnTo>
                    <a:pt x="2700899" y="2707610"/>
                  </a:lnTo>
                  <a:lnTo>
                    <a:pt x="2701754" y="2595239"/>
                  </a:lnTo>
                  <a:lnTo>
                    <a:pt x="2702610" y="2478421"/>
                  </a:lnTo>
                  <a:lnTo>
                    <a:pt x="2703465" y="2406507"/>
                  </a:lnTo>
                  <a:lnTo>
                    <a:pt x="2704321" y="2454979"/>
                  </a:lnTo>
                  <a:lnTo>
                    <a:pt x="2705177" y="2530738"/>
                  </a:lnTo>
                  <a:lnTo>
                    <a:pt x="2706032" y="2632248"/>
                  </a:lnTo>
                  <a:lnTo>
                    <a:pt x="2706888" y="2796457"/>
                  </a:lnTo>
                  <a:lnTo>
                    <a:pt x="2707743" y="2931782"/>
                  </a:lnTo>
                  <a:lnTo>
                    <a:pt x="2708599" y="2960139"/>
                  </a:lnTo>
                  <a:lnTo>
                    <a:pt x="2709454" y="2905373"/>
                  </a:lnTo>
                  <a:lnTo>
                    <a:pt x="2710310" y="2821453"/>
                  </a:lnTo>
                  <a:lnTo>
                    <a:pt x="2711165" y="2681275"/>
                  </a:lnTo>
                  <a:lnTo>
                    <a:pt x="2712021" y="2504105"/>
                  </a:lnTo>
                  <a:lnTo>
                    <a:pt x="2712876" y="2410681"/>
                  </a:lnTo>
                  <a:lnTo>
                    <a:pt x="2713732" y="2474744"/>
                  </a:lnTo>
                  <a:lnTo>
                    <a:pt x="2714587" y="2498398"/>
                  </a:lnTo>
                  <a:lnTo>
                    <a:pt x="2715443" y="2441765"/>
                  </a:lnTo>
                  <a:lnTo>
                    <a:pt x="2716298" y="2459824"/>
                  </a:lnTo>
                  <a:lnTo>
                    <a:pt x="2717154" y="2488699"/>
                  </a:lnTo>
                  <a:lnTo>
                    <a:pt x="2718009" y="2486420"/>
                  </a:lnTo>
                  <a:lnTo>
                    <a:pt x="2718865" y="2382504"/>
                  </a:lnTo>
                  <a:lnTo>
                    <a:pt x="2719720" y="2343301"/>
                  </a:lnTo>
                  <a:lnTo>
                    <a:pt x="2720576" y="2432164"/>
                  </a:lnTo>
                  <a:lnTo>
                    <a:pt x="2721432" y="2442266"/>
                  </a:lnTo>
                  <a:lnTo>
                    <a:pt x="2722287" y="2482909"/>
                  </a:lnTo>
                  <a:lnTo>
                    <a:pt x="2723143" y="2532384"/>
                  </a:lnTo>
                  <a:lnTo>
                    <a:pt x="2723998" y="2610810"/>
                  </a:lnTo>
                  <a:lnTo>
                    <a:pt x="2724854" y="2666256"/>
                  </a:lnTo>
                  <a:lnTo>
                    <a:pt x="2725709" y="2684549"/>
                  </a:lnTo>
                  <a:lnTo>
                    <a:pt x="2726565" y="2733613"/>
                  </a:lnTo>
                  <a:lnTo>
                    <a:pt x="2727420" y="2739134"/>
                  </a:lnTo>
                  <a:lnTo>
                    <a:pt x="2728276" y="2713780"/>
                  </a:lnTo>
                  <a:lnTo>
                    <a:pt x="2729131" y="2705013"/>
                  </a:lnTo>
                  <a:lnTo>
                    <a:pt x="2729987" y="2705443"/>
                  </a:lnTo>
                  <a:lnTo>
                    <a:pt x="2730842" y="2645324"/>
                  </a:lnTo>
                  <a:lnTo>
                    <a:pt x="2731698" y="2575834"/>
                  </a:lnTo>
                  <a:lnTo>
                    <a:pt x="2732553" y="2555527"/>
                  </a:lnTo>
                  <a:lnTo>
                    <a:pt x="2733409" y="2501521"/>
                  </a:lnTo>
                  <a:lnTo>
                    <a:pt x="2734264" y="2363239"/>
                  </a:lnTo>
                  <a:lnTo>
                    <a:pt x="2735120" y="2266406"/>
                  </a:lnTo>
                  <a:lnTo>
                    <a:pt x="2735975" y="2287892"/>
                  </a:lnTo>
                  <a:lnTo>
                    <a:pt x="2736831" y="2330365"/>
                  </a:lnTo>
                  <a:lnTo>
                    <a:pt x="2737687" y="2237603"/>
                  </a:lnTo>
                  <a:lnTo>
                    <a:pt x="2738542" y="2168203"/>
                  </a:lnTo>
                  <a:lnTo>
                    <a:pt x="2739398" y="2180901"/>
                  </a:lnTo>
                  <a:lnTo>
                    <a:pt x="2740253" y="2158346"/>
                  </a:lnTo>
                  <a:lnTo>
                    <a:pt x="2741109" y="2086981"/>
                  </a:lnTo>
                  <a:lnTo>
                    <a:pt x="2741964" y="2098728"/>
                  </a:lnTo>
                  <a:lnTo>
                    <a:pt x="2742820" y="2231517"/>
                  </a:lnTo>
                  <a:lnTo>
                    <a:pt x="2743675" y="2308275"/>
                  </a:lnTo>
                  <a:lnTo>
                    <a:pt x="2744531" y="2253382"/>
                  </a:lnTo>
                  <a:lnTo>
                    <a:pt x="2745386" y="1996989"/>
                  </a:lnTo>
                  <a:lnTo>
                    <a:pt x="2746242" y="1740153"/>
                  </a:lnTo>
                  <a:lnTo>
                    <a:pt x="2747097" y="1469875"/>
                  </a:lnTo>
                  <a:lnTo>
                    <a:pt x="2747953" y="1219104"/>
                  </a:lnTo>
                  <a:lnTo>
                    <a:pt x="2748808" y="1065395"/>
                  </a:lnTo>
                  <a:lnTo>
                    <a:pt x="2749664" y="1045275"/>
                  </a:lnTo>
                  <a:lnTo>
                    <a:pt x="2750519" y="1134147"/>
                  </a:lnTo>
                  <a:lnTo>
                    <a:pt x="2751375" y="1252841"/>
                  </a:lnTo>
                  <a:lnTo>
                    <a:pt x="2752231" y="1368775"/>
                  </a:lnTo>
                  <a:lnTo>
                    <a:pt x="2753086" y="1403773"/>
                  </a:lnTo>
                  <a:lnTo>
                    <a:pt x="2753942" y="1437233"/>
                  </a:lnTo>
                  <a:lnTo>
                    <a:pt x="2754797" y="1438011"/>
                  </a:lnTo>
                  <a:lnTo>
                    <a:pt x="2755653" y="1627651"/>
                  </a:lnTo>
                  <a:lnTo>
                    <a:pt x="2756508" y="1829353"/>
                  </a:lnTo>
                  <a:lnTo>
                    <a:pt x="2757364" y="1968604"/>
                  </a:lnTo>
                  <a:lnTo>
                    <a:pt x="2758219" y="2141765"/>
                  </a:lnTo>
                  <a:lnTo>
                    <a:pt x="2759075" y="2321823"/>
                  </a:lnTo>
                  <a:lnTo>
                    <a:pt x="2759930" y="2426224"/>
                  </a:lnTo>
                  <a:lnTo>
                    <a:pt x="2760786" y="2397677"/>
                  </a:lnTo>
                  <a:lnTo>
                    <a:pt x="2761641" y="2316152"/>
                  </a:lnTo>
                  <a:lnTo>
                    <a:pt x="2762497" y="2263331"/>
                  </a:lnTo>
                  <a:lnTo>
                    <a:pt x="2763352" y="2258271"/>
                  </a:lnTo>
                  <a:lnTo>
                    <a:pt x="2764208" y="2286975"/>
                  </a:lnTo>
                  <a:lnTo>
                    <a:pt x="2765063" y="2343345"/>
                  </a:lnTo>
                  <a:lnTo>
                    <a:pt x="2765919" y="2347255"/>
                  </a:lnTo>
                  <a:lnTo>
                    <a:pt x="2766774" y="2464245"/>
                  </a:lnTo>
                  <a:lnTo>
                    <a:pt x="2767630" y="2594882"/>
                  </a:lnTo>
                  <a:lnTo>
                    <a:pt x="2768486" y="2723255"/>
                  </a:lnTo>
                  <a:lnTo>
                    <a:pt x="2769341" y="2772238"/>
                  </a:lnTo>
                  <a:lnTo>
                    <a:pt x="2770197" y="2849876"/>
                  </a:lnTo>
                  <a:lnTo>
                    <a:pt x="2771052" y="2993399"/>
                  </a:lnTo>
                  <a:lnTo>
                    <a:pt x="2771908" y="3037772"/>
                  </a:lnTo>
                  <a:lnTo>
                    <a:pt x="2772763" y="3056187"/>
                  </a:lnTo>
                  <a:lnTo>
                    <a:pt x="2773619" y="3051384"/>
                  </a:lnTo>
                  <a:lnTo>
                    <a:pt x="2774474" y="2998959"/>
                  </a:lnTo>
                  <a:lnTo>
                    <a:pt x="2775330" y="2949375"/>
                  </a:lnTo>
                  <a:lnTo>
                    <a:pt x="2776185" y="2956721"/>
                  </a:lnTo>
                  <a:lnTo>
                    <a:pt x="2777041" y="2956716"/>
                  </a:lnTo>
                  <a:lnTo>
                    <a:pt x="2777896" y="2953805"/>
                  </a:lnTo>
                  <a:lnTo>
                    <a:pt x="2778752" y="2960319"/>
                  </a:lnTo>
                  <a:lnTo>
                    <a:pt x="2779607" y="3024734"/>
                  </a:lnTo>
                  <a:lnTo>
                    <a:pt x="2780463" y="3088201"/>
                  </a:lnTo>
                  <a:lnTo>
                    <a:pt x="2781318" y="3084860"/>
                  </a:lnTo>
                  <a:lnTo>
                    <a:pt x="2782174" y="3075950"/>
                  </a:lnTo>
                  <a:lnTo>
                    <a:pt x="2783029" y="3075951"/>
                  </a:lnTo>
                  <a:lnTo>
                    <a:pt x="2783885" y="3075951"/>
                  </a:lnTo>
                  <a:lnTo>
                    <a:pt x="2784741" y="3063962"/>
                  </a:lnTo>
                  <a:lnTo>
                    <a:pt x="2785596" y="3050076"/>
                  </a:lnTo>
                  <a:lnTo>
                    <a:pt x="2786452" y="3053417"/>
                  </a:lnTo>
                  <a:lnTo>
                    <a:pt x="2787307" y="3091009"/>
                  </a:lnTo>
                  <a:lnTo>
                    <a:pt x="2788163" y="3113450"/>
                  </a:lnTo>
                  <a:lnTo>
                    <a:pt x="2789018" y="3073039"/>
                  </a:lnTo>
                  <a:lnTo>
                    <a:pt x="2789874" y="3028475"/>
                  </a:lnTo>
                  <a:lnTo>
                    <a:pt x="2790729" y="2952489"/>
                  </a:lnTo>
                  <a:lnTo>
                    <a:pt x="2791585" y="2869898"/>
                  </a:lnTo>
                  <a:lnTo>
                    <a:pt x="2792440" y="2812828"/>
                  </a:lnTo>
                  <a:lnTo>
                    <a:pt x="2793296" y="2823620"/>
                  </a:lnTo>
                  <a:lnTo>
                    <a:pt x="2794151" y="2879359"/>
                  </a:lnTo>
                  <a:lnTo>
                    <a:pt x="2795007" y="2926574"/>
                  </a:lnTo>
                  <a:lnTo>
                    <a:pt x="2795862" y="2998113"/>
                  </a:lnTo>
                  <a:lnTo>
                    <a:pt x="2796718" y="2991238"/>
                  </a:lnTo>
                  <a:lnTo>
                    <a:pt x="2797573" y="2969980"/>
                  </a:lnTo>
                  <a:lnTo>
                    <a:pt x="2798429" y="2908855"/>
                  </a:lnTo>
                  <a:lnTo>
                    <a:pt x="2799285" y="2873242"/>
                  </a:lnTo>
                  <a:lnTo>
                    <a:pt x="2800140" y="2874588"/>
                  </a:lnTo>
                  <a:lnTo>
                    <a:pt x="2800996" y="2861152"/>
                  </a:lnTo>
                  <a:lnTo>
                    <a:pt x="2801851" y="2951490"/>
                  </a:lnTo>
                  <a:lnTo>
                    <a:pt x="2802707" y="3001137"/>
                  </a:lnTo>
                  <a:lnTo>
                    <a:pt x="2803562" y="3029026"/>
                  </a:lnTo>
                  <a:lnTo>
                    <a:pt x="2804418" y="3066110"/>
                  </a:lnTo>
                  <a:lnTo>
                    <a:pt x="2805273" y="3075230"/>
                  </a:lnTo>
                  <a:lnTo>
                    <a:pt x="2806129" y="3066593"/>
                  </a:lnTo>
                  <a:lnTo>
                    <a:pt x="2806984" y="3065722"/>
                  </a:lnTo>
                  <a:lnTo>
                    <a:pt x="2807840" y="3012582"/>
                  </a:lnTo>
                  <a:lnTo>
                    <a:pt x="2808695" y="2855731"/>
                  </a:lnTo>
                  <a:lnTo>
                    <a:pt x="2809551" y="2694026"/>
                  </a:lnTo>
                  <a:lnTo>
                    <a:pt x="2810406" y="2633541"/>
                  </a:lnTo>
                  <a:lnTo>
                    <a:pt x="2811262" y="2660064"/>
                  </a:lnTo>
                  <a:lnTo>
                    <a:pt x="2812117" y="2668429"/>
                  </a:lnTo>
                  <a:lnTo>
                    <a:pt x="2812973" y="2724863"/>
                  </a:lnTo>
                  <a:lnTo>
                    <a:pt x="2813828" y="2819409"/>
                  </a:lnTo>
                  <a:lnTo>
                    <a:pt x="2814684" y="2903445"/>
                  </a:lnTo>
                  <a:lnTo>
                    <a:pt x="2815540" y="2880976"/>
                  </a:lnTo>
                  <a:lnTo>
                    <a:pt x="2816395" y="2800680"/>
                  </a:lnTo>
                  <a:lnTo>
                    <a:pt x="2817251" y="2773754"/>
                  </a:lnTo>
                  <a:lnTo>
                    <a:pt x="2818106" y="2747634"/>
                  </a:lnTo>
                  <a:lnTo>
                    <a:pt x="2818962" y="2802968"/>
                  </a:lnTo>
                  <a:lnTo>
                    <a:pt x="2819817" y="2863836"/>
                  </a:lnTo>
                  <a:lnTo>
                    <a:pt x="2820673" y="2933674"/>
                  </a:lnTo>
                  <a:lnTo>
                    <a:pt x="2821528" y="3013969"/>
                  </a:lnTo>
                  <a:lnTo>
                    <a:pt x="2822384" y="3032530"/>
                  </a:lnTo>
                  <a:lnTo>
                    <a:pt x="2823239" y="3050045"/>
                  </a:lnTo>
                  <a:lnTo>
                    <a:pt x="2824095" y="3019703"/>
                  </a:lnTo>
                  <a:lnTo>
                    <a:pt x="2824950" y="2983296"/>
                  </a:lnTo>
                  <a:lnTo>
                    <a:pt x="2825806" y="2988936"/>
                  </a:lnTo>
                  <a:lnTo>
                    <a:pt x="2826661" y="3069153"/>
                  </a:lnTo>
                  <a:lnTo>
                    <a:pt x="2827517" y="3116972"/>
                  </a:lnTo>
                  <a:lnTo>
                    <a:pt x="2828372" y="3116972"/>
                  </a:lnTo>
                  <a:lnTo>
                    <a:pt x="2829228" y="3116972"/>
                  </a:lnTo>
                  <a:lnTo>
                    <a:pt x="2830083" y="3116972"/>
                  </a:lnTo>
                  <a:lnTo>
                    <a:pt x="2830939" y="3116972"/>
                  </a:lnTo>
                  <a:lnTo>
                    <a:pt x="2831795" y="3116972"/>
                  </a:lnTo>
                  <a:lnTo>
                    <a:pt x="2832650" y="3094205"/>
                  </a:lnTo>
                  <a:lnTo>
                    <a:pt x="2833506" y="3012977"/>
                  </a:lnTo>
                  <a:lnTo>
                    <a:pt x="2834361" y="3053179"/>
                  </a:lnTo>
                  <a:lnTo>
                    <a:pt x="2835217" y="3007676"/>
                  </a:lnTo>
                  <a:lnTo>
                    <a:pt x="2836072" y="2902702"/>
                  </a:lnTo>
                  <a:lnTo>
                    <a:pt x="2836928" y="2939796"/>
                  </a:lnTo>
                  <a:lnTo>
                    <a:pt x="2837783" y="2965054"/>
                  </a:lnTo>
                  <a:lnTo>
                    <a:pt x="2838639" y="3051769"/>
                  </a:lnTo>
                  <a:lnTo>
                    <a:pt x="2839494" y="3075146"/>
                  </a:lnTo>
                  <a:lnTo>
                    <a:pt x="2840350" y="3116972"/>
                  </a:lnTo>
                  <a:lnTo>
                    <a:pt x="2841205" y="3116972"/>
                  </a:lnTo>
                  <a:lnTo>
                    <a:pt x="2842061" y="3116972"/>
                  </a:lnTo>
                  <a:lnTo>
                    <a:pt x="2842916" y="3116972"/>
                  </a:lnTo>
                  <a:lnTo>
                    <a:pt x="2843772" y="3047273"/>
                  </a:lnTo>
                  <a:lnTo>
                    <a:pt x="2844627" y="2957674"/>
                  </a:lnTo>
                  <a:lnTo>
                    <a:pt x="2845483" y="2919719"/>
                  </a:lnTo>
                  <a:lnTo>
                    <a:pt x="2846339" y="2966815"/>
                  </a:lnTo>
                  <a:lnTo>
                    <a:pt x="2847194" y="2985025"/>
                  </a:lnTo>
                  <a:lnTo>
                    <a:pt x="2848050" y="3030824"/>
                  </a:lnTo>
                  <a:lnTo>
                    <a:pt x="2848905" y="3088798"/>
                  </a:lnTo>
                  <a:lnTo>
                    <a:pt x="2849761" y="3075248"/>
                  </a:lnTo>
                  <a:lnTo>
                    <a:pt x="2850616" y="3045588"/>
                  </a:lnTo>
                  <a:lnTo>
                    <a:pt x="2851472" y="2940545"/>
                  </a:lnTo>
                  <a:lnTo>
                    <a:pt x="2852327" y="2888364"/>
                  </a:lnTo>
                  <a:lnTo>
                    <a:pt x="2853183" y="2895541"/>
                  </a:lnTo>
                  <a:lnTo>
                    <a:pt x="2854038" y="2910447"/>
                  </a:lnTo>
                  <a:lnTo>
                    <a:pt x="2854894" y="2966799"/>
                  </a:lnTo>
                  <a:lnTo>
                    <a:pt x="2855749" y="3001016"/>
                  </a:lnTo>
                  <a:lnTo>
                    <a:pt x="2856605" y="3053559"/>
                  </a:lnTo>
                  <a:lnTo>
                    <a:pt x="2857460" y="3071292"/>
                  </a:lnTo>
                  <a:lnTo>
                    <a:pt x="2858316" y="3011541"/>
                  </a:lnTo>
                  <a:lnTo>
                    <a:pt x="2859171" y="2987763"/>
                  </a:lnTo>
                  <a:lnTo>
                    <a:pt x="2860027" y="2928212"/>
                  </a:lnTo>
                  <a:lnTo>
                    <a:pt x="2860882" y="2837771"/>
                  </a:lnTo>
                  <a:lnTo>
                    <a:pt x="2861738" y="2767737"/>
                  </a:lnTo>
                  <a:lnTo>
                    <a:pt x="2862594" y="2796367"/>
                  </a:lnTo>
                  <a:lnTo>
                    <a:pt x="2863449" y="2851460"/>
                  </a:lnTo>
                  <a:lnTo>
                    <a:pt x="2864305" y="2859856"/>
                  </a:lnTo>
                  <a:lnTo>
                    <a:pt x="2865160" y="2861639"/>
                  </a:lnTo>
                  <a:lnTo>
                    <a:pt x="2866016" y="2919132"/>
                  </a:lnTo>
                  <a:lnTo>
                    <a:pt x="2866871" y="2959062"/>
                  </a:lnTo>
                  <a:lnTo>
                    <a:pt x="2867727" y="2906924"/>
                  </a:lnTo>
                  <a:lnTo>
                    <a:pt x="2868582" y="2886020"/>
                  </a:lnTo>
                  <a:lnTo>
                    <a:pt x="2869438" y="2933839"/>
                  </a:lnTo>
                  <a:lnTo>
                    <a:pt x="2870293" y="3022922"/>
                  </a:lnTo>
                  <a:lnTo>
                    <a:pt x="2871149" y="3015511"/>
                  </a:lnTo>
                  <a:lnTo>
                    <a:pt x="2872004" y="3020929"/>
                  </a:lnTo>
                  <a:lnTo>
                    <a:pt x="2872860" y="3030492"/>
                  </a:lnTo>
                  <a:lnTo>
                    <a:pt x="2873715" y="2982984"/>
                  </a:lnTo>
                  <a:lnTo>
                    <a:pt x="2874571" y="2858517"/>
                  </a:lnTo>
                  <a:lnTo>
                    <a:pt x="2875426" y="2735577"/>
                  </a:lnTo>
                  <a:lnTo>
                    <a:pt x="2876282" y="2721727"/>
                  </a:lnTo>
                  <a:lnTo>
                    <a:pt x="2877137" y="2704088"/>
                  </a:lnTo>
                  <a:lnTo>
                    <a:pt x="2877993" y="2702166"/>
                  </a:lnTo>
                  <a:lnTo>
                    <a:pt x="2878849" y="2743334"/>
                  </a:lnTo>
                  <a:lnTo>
                    <a:pt x="2879704" y="2829815"/>
                  </a:lnTo>
                  <a:lnTo>
                    <a:pt x="2880560" y="2909049"/>
                  </a:lnTo>
                  <a:lnTo>
                    <a:pt x="2881415" y="2963259"/>
                  </a:lnTo>
                  <a:lnTo>
                    <a:pt x="2882271" y="3005582"/>
                  </a:lnTo>
                  <a:lnTo>
                    <a:pt x="2883126" y="3037606"/>
                  </a:lnTo>
                  <a:lnTo>
                    <a:pt x="2883982" y="3062328"/>
                  </a:lnTo>
                  <a:lnTo>
                    <a:pt x="2884837" y="3074219"/>
                  </a:lnTo>
                  <a:lnTo>
                    <a:pt x="2885693" y="3116972"/>
                  </a:lnTo>
                  <a:lnTo>
                    <a:pt x="2886548" y="3116972"/>
                  </a:lnTo>
                  <a:lnTo>
                    <a:pt x="2887404" y="3075940"/>
                  </a:lnTo>
                  <a:lnTo>
                    <a:pt x="2888259" y="3103317"/>
                  </a:lnTo>
                  <a:lnTo>
                    <a:pt x="2889115" y="3116972"/>
                  </a:lnTo>
                  <a:lnTo>
                    <a:pt x="2889970" y="3105317"/>
                  </a:lnTo>
                  <a:lnTo>
                    <a:pt x="2890826" y="3026376"/>
                  </a:lnTo>
                  <a:lnTo>
                    <a:pt x="2891681" y="3042608"/>
                  </a:lnTo>
                  <a:lnTo>
                    <a:pt x="2892537" y="3081116"/>
                  </a:lnTo>
                  <a:lnTo>
                    <a:pt x="2893392" y="3031868"/>
                  </a:lnTo>
                  <a:lnTo>
                    <a:pt x="2894248" y="2975080"/>
                  </a:lnTo>
                  <a:lnTo>
                    <a:pt x="2895104" y="2948858"/>
                  </a:lnTo>
                  <a:lnTo>
                    <a:pt x="2895959" y="2948593"/>
                  </a:lnTo>
                  <a:lnTo>
                    <a:pt x="2896815" y="3021649"/>
                  </a:lnTo>
                  <a:lnTo>
                    <a:pt x="2897670" y="3116972"/>
                  </a:lnTo>
                  <a:lnTo>
                    <a:pt x="2898526" y="3116972"/>
                  </a:lnTo>
                  <a:lnTo>
                    <a:pt x="2899381" y="3116972"/>
                  </a:lnTo>
                  <a:lnTo>
                    <a:pt x="2900237" y="3116972"/>
                  </a:lnTo>
                  <a:lnTo>
                    <a:pt x="2901092" y="3116972"/>
                  </a:lnTo>
                  <a:lnTo>
                    <a:pt x="2901948" y="3116972"/>
                  </a:lnTo>
                  <a:lnTo>
                    <a:pt x="2902803" y="3005161"/>
                  </a:lnTo>
                  <a:lnTo>
                    <a:pt x="2903659" y="2949027"/>
                  </a:lnTo>
                  <a:lnTo>
                    <a:pt x="2904514" y="2928097"/>
                  </a:lnTo>
                  <a:lnTo>
                    <a:pt x="2905370" y="2907186"/>
                  </a:lnTo>
                  <a:lnTo>
                    <a:pt x="2906225" y="2878586"/>
                  </a:lnTo>
                  <a:lnTo>
                    <a:pt x="2907081" y="2942556"/>
                  </a:lnTo>
                  <a:lnTo>
                    <a:pt x="2907936" y="3033432"/>
                  </a:lnTo>
                  <a:lnTo>
                    <a:pt x="2908792" y="3063672"/>
                  </a:lnTo>
                  <a:lnTo>
                    <a:pt x="2909648" y="3048331"/>
                  </a:lnTo>
                  <a:lnTo>
                    <a:pt x="2910503" y="3004311"/>
                  </a:lnTo>
                  <a:lnTo>
                    <a:pt x="2911359" y="3041676"/>
                  </a:lnTo>
                  <a:lnTo>
                    <a:pt x="2912214" y="3047152"/>
                  </a:lnTo>
                  <a:lnTo>
                    <a:pt x="2913070" y="3016519"/>
                  </a:lnTo>
                  <a:lnTo>
                    <a:pt x="2913925" y="2896122"/>
                  </a:lnTo>
                  <a:lnTo>
                    <a:pt x="2914781" y="2822844"/>
                  </a:lnTo>
                  <a:lnTo>
                    <a:pt x="2915636" y="2862136"/>
                  </a:lnTo>
                  <a:lnTo>
                    <a:pt x="2916492" y="2833339"/>
                  </a:lnTo>
                  <a:lnTo>
                    <a:pt x="2917347" y="2801448"/>
                  </a:lnTo>
                  <a:lnTo>
                    <a:pt x="2918203" y="2860736"/>
                  </a:lnTo>
                  <a:lnTo>
                    <a:pt x="2919058" y="2966934"/>
                  </a:lnTo>
                  <a:lnTo>
                    <a:pt x="2919914" y="3060174"/>
                  </a:lnTo>
                  <a:lnTo>
                    <a:pt x="2920769" y="3076613"/>
                  </a:lnTo>
                  <a:lnTo>
                    <a:pt x="2921625" y="3056218"/>
                  </a:lnTo>
                  <a:lnTo>
                    <a:pt x="2922480" y="3009833"/>
                  </a:lnTo>
                  <a:lnTo>
                    <a:pt x="2923336" y="2846640"/>
                  </a:lnTo>
                  <a:lnTo>
                    <a:pt x="2924191" y="2765573"/>
                  </a:lnTo>
                  <a:lnTo>
                    <a:pt x="2925047" y="2716570"/>
                  </a:lnTo>
                  <a:lnTo>
                    <a:pt x="2925903" y="2688085"/>
                  </a:lnTo>
                  <a:lnTo>
                    <a:pt x="2926758" y="2687829"/>
                  </a:lnTo>
                  <a:lnTo>
                    <a:pt x="2927614" y="2682827"/>
                  </a:lnTo>
                  <a:lnTo>
                    <a:pt x="2928469" y="2769822"/>
                  </a:lnTo>
                  <a:lnTo>
                    <a:pt x="2929325" y="2841697"/>
                  </a:lnTo>
                  <a:lnTo>
                    <a:pt x="2930180" y="2845575"/>
                  </a:lnTo>
                  <a:lnTo>
                    <a:pt x="2931036" y="2818841"/>
                  </a:lnTo>
                  <a:lnTo>
                    <a:pt x="2931891" y="2815833"/>
                  </a:lnTo>
                  <a:lnTo>
                    <a:pt x="2932747" y="2819547"/>
                  </a:lnTo>
                  <a:lnTo>
                    <a:pt x="2933602" y="2807777"/>
                  </a:lnTo>
                  <a:lnTo>
                    <a:pt x="2934458" y="2730605"/>
                  </a:lnTo>
                  <a:lnTo>
                    <a:pt x="2935313" y="2666466"/>
                  </a:lnTo>
                  <a:lnTo>
                    <a:pt x="2936169" y="2534457"/>
                  </a:lnTo>
                  <a:lnTo>
                    <a:pt x="2937024" y="2420464"/>
                  </a:lnTo>
                  <a:lnTo>
                    <a:pt x="2937880" y="2386348"/>
                  </a:lnTo>
                  <a:lnTo>
                    <a:pt x="2938735" y="2320706"/>
                  </a:lnTo>
                  <a:lnTo>
                    <a:pt x="2939591" y="2270215"/>
                  </a:lnTo>
                  <a:lnTo>
                    <a:pt x="2940446" y="2368324"/>
                  </a:lnTo>
                  <a:lnTo>
                    <a:pt x="2941302" y="2605199"/>
                  </a:lnTo>
                  <a:lnTo>
                    <a:pt x="2942158" y="2776249"/>
                  </a:lnTo>
                  <a:lnTo>
                    <a:pt x="2943013" y="2866765"/>
                  </a:lnTo>
                  <a:lnTo>
                    <a:pt x="2943869" y="2954550"/>
                  </a:lnTo>
                  <a:lnTo>
                    <a:pt x="2944724" y="3053919"/>
                  </a:lnTo>
                  <a:lnTo>
                    <a:pt x="2945580" y="3037003"/>
                  </a:lnTo>
                  <a:lnTo>
                    <a:pt x="2946435" y="2975694"/>
                  </a:lnTo>
                  <a:lnTo>
                    <a:pt x="2947291" y="2919790"/>
                  </a:lnTo>
                  <a:lnTo>
                    <a:pt x="2948146" y="2875111"/>
                  </a:lnTo>
                  <a:lnTo>
                    <a:pt x="2949002" y="2817921"/>
                  </a:lnTo>
                  <a:lnTo>
                    <a:pt x="2949857" y="2787852"/>
                  </a:lnTo>
                  <a:lnTo>
                    <a:pt x="2950713" y="2716486"/>
                  </a:lnTo>
                  <a:lnTo>
                    <a:pt x="2951568" y="2631486"/>
                  </a:lnTo>
                  <a:lnTo>
                    <a:pt x="2952424" y="2585011"/>
                  </a:lnTo>
                  <a:lnTo>
                    <a:pt x="2953279" y="2592965"/>
                  </a:lnTo>
                  <a:lnTo>
                    <a:pt x="2954135" y="2668860"/>
                  </a:lnTo>
                  <a:lnTo>
                    <a:pt x="2954990" y="2776234"/>
                  </a:lnTo>
                  <a:lnTo>
                    <a:pt x="2955846" y="2920940"/>
                  </a:lnTo>
                  <a:lnTo>
                    <a:pt x="2956702" y="3026804"/>
                  </a:lnTo>
                  <a:lnTo>
                    <a:pt x="2957557" y="3103790"/>
                  </a:lnTo>
                  <a:lnTo>
                    <a:pt x="2958413" y="3116972"/>
                  </a:lnTo>
                  <a:lnTo>
                    <a:pt x="2959268" y="3100869"/>
                  </a:lnTo>
                  <a:lnTo>
                    <a:pt x="2960124" y="2990728"/>
                  </a:lnTo>
                  <a:lnTo>
                    <a:pt x="2960979" y="2959663"/>
                  </a:lnTo>
                  <a:lnTo>
                    <a:pt x="2961835" y="3015962"/>
                  </a:lnTo>
                  <a:lnTo>
                    <a:pt x="2962690" y="3032963"/>
                  </a:lnTo>
                  <a:lnTo>
                    <a:pt x="2963546" y="3106292"/>
                  </a:lnTo>
                  <a:lnTo>
                    <a:pt x="2964401" y="3116972"/>
                  </a:lnTo>
                  <a:lnTo>
                    <a:pt x="2965257" y="3116972"/>
                  </a:lnTo>
                  <a:lnTo>
                    <a:pt x="2966112" y="3116972"/>
                  </a:lnTo>
                  <a:lnTo>
                    <a:pt x="2966968" y="3116972"/>
                  </a:lnTo>
                  <a:lnTo>
                    <a:pt x="2967823" y="3116972"/>
                  </a:lnTo>
                  <a:lnTo>
                    <a:pt x="2968679" y="3116972"/>
                  </a:lnTo>
                  <a:lnTo>
                    <a:pt x="2969534" y="3071660"/>
                  </a:lnTo>
                  <a:lnTo>
                    <a:pt x="2970390" y="3073195"/>
                  </a:lnTo>
                  <a:lnTo>
                    <a:pt x="2971245" y="3113440"/>
                  </a:lnTo>
                  <a:lnTo>
                    <a:pt x="2972101" y="3063739"/>
                  </a:lnTo>
                  <a:lnTo>
                    <a:pt x="2972957" y="2984409"/>
                  </a:lnTo>
                  <a:lnTo>
                    <a:pt x="2973812" y="2944827"/>
                  </a:lnTo>
                  <a:lnTo>
                    <a:pt x="2974668" y="2941231"/>
                  </a:lnTo>
                  <a:lnTo>
                    <a:pt x="2975523" y="2939967"/>
                  </a:lnTo>
                  <a:lnTo>
                    <a:pt x="2976379" y="2970627"/>
                  </a:lnTo>
                  <a:lnTo>
                    <a:pt x="2977234" y="3041041"/>
                  </a:lnTo>
                  <a:lnTo>
                    <a:pt x="2978090" y="3092431"/>
                  </a:lnTo>
                  <a:lnTo>
                    <a:pt x="2978945" y="3067120"/>
                  </a:lnTo>
                  <a:lnTo>
                    <a:pt x="2979801" y="3040690"/>
                  </a:lnTo>
                  <a:lnTo>
                    <a:pt x="2980656" y="3030728"/>
                  </a:lnTo>
                  <a:lnTo>
                    <a:pt x="2981512" y="3084271"/>
                  </a:lnTo>
                  <a:lnTo>
                    <a:pt x="2982367" y="3116972"/>
                  </a:lnTo>
                  <a:lnTo>
                    <a:pt x="2983223" y="3116972"/>
                  </a:lnTo>
                  <a:lnTo>
                    <a:pt x="2984078" y="3116972"/>
                  </a:lnTo>
                  <a:lnTo>
                    <a:pt x="2984934" y="3116972"/>
                  </a:lnTo>
                  <a:lnTo>
                    <a:pt x="2985789" y="3116972"/>
                  </a:lnTo>
                  <a:lnTo>
                    <a:pt x="2986645" y="3116972"/>
                  </a:lnTo>
                  <a:lnTo>
                    <a:pt x="2987500" y="3116972"/>
                  </a:lnTo>
                  <a:lnTo>
                    <a:pt x="2988356" y="3116972"/>
                  </a:lnTo>
                  <a:lnTo>
                    <a:pt x="2989212" y="3116972"/>
                  </a:lnTo>
                  <a:lnTo>
                    <a:pt x="2990067" y="3039789"/>
                  </a:lnTo>
                  <a:lnTo>
                    <a:pt x="2990923" y="2972551"/>
                  </a:lnTo>
                  <a:lnTo>
                    <a:pt x="2991778" y="2930444"/>
                  </a:lnTo>
                  <a:lnTo>
                    <a:pt x="2992634" y="2934395"/>
                  </a:lnTo>
                  <a:lnTo>
                    <a:pt x="2993489" y="2911040"/>
                  </a:lnTo>
                  <a:lnTo>
                    <a:pt x="2994345" y="2826198"/>
                  </a:lnTo>
                  <a:lnTo>
                    <a:pt x="2995200" y="2746723"/>
                  </a:lnTo>
                  <a:lnTo>
                    <a:pt x="2996056" y="2730723"/>
                  </a:lnTo>
                  <a:lnTo>
                    <a:pt x="2996911" y="2763241"/>
                  </a:lnTo>
                  <a:lnTo>
                    <a:pt x="2997767" y="2792585"/>
                  </a:lnTo>
                  <a:lnTo>
                    <a:pt x="2998622" y="2834556"/>
                  </a:lnTo>
                  <a:lnTo>
                    <a:pt x="2999478" y="2916890"/>
                  </a:lnTo>
                  <a:lnTo>
                    <a:pt x="3000333" y="3038899"/>
                  </a:lnTo>
                  <a:lnTo>
                    <a:pt x="3001189" y="3108169"/>
                  </a:lnTo>
                  <a:lnTo>
                    <a:pt x="3002044" y="3108493"/>
                  </a:lnTo>
                  <a:lnTo>
                    <a:pt x="3002900" y="3072299"/>
                  </a:lnTo>
                  <a:lnTo>
                    <a:pt x="3003756" y="2977687"/>
                  </a:lnTo>
                  <a:lnTo>
                    <a:pt x="3004611" y="2835444"/>
                  </a:lnTo>
                  <a:lnTo>
                    <a:pt x="3005467" y="2749579"/>
                  </a:lnTo>
                  <a:lnTo>
                    <a:pt x="3006322" y="2666963"/>
                  </a:lnTo>
                  <a:lnTo>
                    <a:pt x="3007178" y="2618157"/>
                  </a:lnTo>
                  <a:lnTo>
                    <a:pt x="3008033" y="2640958"/>
                  </a:lnTo>
                  <a:lnTo>
                    <a:pt x="3008889" y="2745740"/>
                  </a:lnTo>
                  <a:lnTo>
                    <a:pt x="3009744" y="2891638"/>
                  </a:lnTo>
                  <a:lnTo>
                    <a:pt x="3010600" y="2961529"/>
                  </a:lnTo>
                  <a:lnTo>
                    <a:pt x="3011455" y="3014116"/>
                  </a:lnTo>
                  <a:lnTo>
                    <a:pt x="3012311" y="3070105"/>
                  </a:lnTo>
                  <a:lnTo>
                    <a:pt x="3013166" y="2988067"/>
                  </a:lnTo>
                  <a:lnTo>
                    <a:pt x="3014022" y="2838172"/>
                  </a:lnTo>
                  <a:lnTo>
                    <a:pt x="3014877" y="2773916"/>
                  </a:lnTo>
                  <a:lnTo>
                    <a:pt x="3015733" y="2702610"/>
                  </a:lnTo>
                  <a:lnTo>
                    <a:pt x="3016588" y="2636704"/>
                  </a:lnTo>
                  <a:lnTo>
                    <a:pt x="3017444" y="2506009"/>
                  </a:lnTo>
                  <a:lnTo>
                    <a:pt x="3018299" y="2456012"/>
                  </a:lnTo>
                  <a:lnTo>
                    <a:pt x="3019155" y="2569390"/>
                  </a:lnTo>
                  <a:lnTo>
                    <a:pt x="3020011" y="2608724"/>
                  </a:lnTo>
                  <a:lnTo>
                    <a:pt x="3020866" y="2589616"/>
                  </a:lnTo>
                  <a:lnTo>
                    <a:pt x="3021722" y="2677151"/>
                  </a:lnTo>
                  <a:lnTo>
                    <a:pt x="3022577" y="2818791"/>
                  </a:lnTo>
                  <a:lnTo>
                    <a:pt x="3023433" y="2882007"/>
                  </a:lnTo>
                  <a:lnTo>
                    <a:pt x="3024288" y="2848347"/>
                  </a:lnTo>
                  <a:lnTo>
                    <a:pt x="3025144" y="2817094"/>
                  </a:lnTo>
                  <a:lnTo>
                    <a:pt x="3025999" y="2905708"/>
                  </a:lnTo>
                  <a:lnTo>
                    <a:pt x="3026855" y="2890234"/>
                  </a:lnTo>
                  <a:lnTo>
                    <a:pt x="3027710" y="2839333"/>
                  </a:lnTo>
                  <a:lnTo>
                    <a:pt x="3028566" y="2885151"/>
                  </a:lnTo>
                  <a:lnTo>
                    <a:pt x="3029421" y="2896873"/>
                  </a:lnTo>
                  <a:lnTo>
                    <a:pt x="3030277" y="2952728"/>
                  </a:lnTo>
                  <a:lnTo>
                    <a:pt x="3031132" y="2953080"/>
                  </a:lnTo>
                  <a:lnTo>
                    <a:pt x="3031988" y="2960149"/>
                  </a:lnTo>
                  <a:lnTo>
                    <a:pt x="3032843" y="2998370"/>
                  </a:lnTo>
                  <a:lnTo>
                    <a:pt x="3033699" y="3001469"/>
                  </a:lnTo>
                  <a:lnTo>
                    <a:pt x="3034554" y="3030977"/>
                  </a:lnTo>
                  <a:lnTo>
                    <a:pt x="3035410" y="2977438"/>
                  </a:lnTo>
                  <a:lnTo>
                    <a:pt x="3036266" y="2892942"/>
                  </a:lnTo>
                  <a:lnTo>
                    <a:pt x="3037121" y="2900046"/>
                  </a:lnTo>
                  <a:lnTo>
                    <a:pt x="3037977" y="2903858"/>
                  </a:lnTo>
                  <a:lnTo>
                    <a:pt x="3038832" y="2900987"/>
                  </a:lnTo>
                  <a:lnTo>
                    <a:pt x="3039688" y="2858220"/>
                  </a:lnTo>
                  <a:lnTo>
                    <a:pt x="3040543" y="2836099"/>
                  </a:lnTo>
                  <a:lnTo>
                    <a:pt x="3041399" y="2845070"/>
                  </a:lnTo>
                  <a:lnTo>
                    <a:pt x="3042254" y="2758195"/>
                  </a:lnTo>
                  <a:lnTo>
                    <a:pt x="3043110" y="2659168"/>
                  </a:lnTo>
                  <a:lnTo>
                    <a:pt x="3043965" y="2579428"/>
                  </a:lnTo>
                  <a:lnTo>
                    <a:pt x="3044821" y="2628361"/>
                  </a:lnTo>
                  <a:lnTo>
                    <a:pt x="3045676" y="2643378"/>
                  </a:lnTo>
                  <a:lnTo>
                    <a:pt x="3046532" y="2601631"/>
                  </a:lnTo>
                  <a:lnTo>
                    <a:pt x="3047387" y="2656102"/>
                  </a:lnTo>
                  <a:lnTo>
                    <a:pt x="3048243" y="2660176"/>
                  </a:lnTo>
                  <a:lnTo>
                    <a:pt x="3049098" y="2640065"/>
                  </a:lnTo>
                  <a:lnTo>
                    <a:pt x="3049954" y="2563041"/>
                  </a:lnTo>
                  <a:lnTo>
                    <a:pt x="3050810" y="2639091"/>
                  </a:lnTo>
                  <a:lnTo>
                    <a:pt x="3051665" y="2727721"/>
                  </a:lnTo>
                  <a:lnTo>
                    <a:pt x="3052521" y="2783339"/>
                  </a:lnTo>
                  <a:lnTo>
                    <a:pt x="3053376" y="2903914"/>
                  </a:lnTo>
                  <a:lnTo>
                    <a:pt x="3054232" y="3006637"/>
                  </a:lnTo>
                  <a:lnTo>
                    <a:pt x="3055087" y="3070053"/>
                  </a:lnTo>
                  <a:lnTo>
                    <a:pt x="3055943" y="3032044"/>
                  </a:lnTo>
                  <a:lnTo>
                    <a:pt x="3056798" y="3004964"/>
                  </a:lnTo>
                  <a:lnTo>
                    <a:pt x="3057654" y="2879211"/>
                  </a:lnTo>
                  <a:lnTo>
                    <a:pt x="3058509" y="2770288"/>
                  </a:lnTo>
                  <a:lnTo>
                    <a:pt x="3059365" y="2717057"/>
                  </a:lnTo>
                  <a:lnTo>
                    <a:pt x="3060220" y="2642478"/>
                  </a:lnTo>
                  <a:lnTo>
                    <a:pt x="3061076" y="2642135"/>
                  </a:lnTo>
                  <a:lnTo>
                    <a:pt x="3061931" y="2704056"/>
                  </a:lnTo>
                  <a:lnTo>
                    <a:pt x="3062787" y="2740349"/>
                  </a:lnTo>
                  <a:lnTo>
                    <a:pt x="3063642" y="2685361"/>
                  </a:lnTo>
                  <a:lnTo>
                    <a:pt x="3064498" y="2554619"/>
                  </a:lnTo>
                  <a:lnTo>
                    <a:pt x="3065353" y="2469342"/>
                  </a:lnTo>
                  <a:lnTo>
                    <a:pt x="3066209" y="2400007"/>
                  </a:lnTo>
                  <a:lnTo>
                    <a:pt x="3067065" y="2342824"/>
                  </a:lnTo>
                  <a:lnTo>
                    <a:pt x="3067920" y="2316082"/>
                  </a:lnTo>
                  <a:lnTo>
                    <a:pt x="3068776" y="2391179"/>
                  </a:lnTo>
                  <a:lnTo>
                    <a:pt x="3069631" y="2482270"/>
                  </a:lnTo>
                  <a:lnTo>
                    <a:pt x="3070487" y="2500335"/>
                  </a:lnTo>
                  <a:lnTo>
                    <a:pt x="3071342" y="2507066"/>
                  </a:lnTo>
                  <a:lnTo>
                    <a:pt x="3072198" y="2507457"/>
                  </a:lnTo>
                  <a:lnTo>
                    <a:pt x="3073053" y="2619064"/>
                  </a:lnTo>
                  <a:lnTo>
                    <a:pt x="3073909" y="2684872"/>
                  </a:lnTo>
                  <a:lnTo>
                    <a:pt x="3074764" y="2777756"/>
                  </a:lnTo>
                  <a:lnTo>
                    <a:pt x="3075620" y="2942360"/>
                  </a:lnTo>
                  <a:lnTo>
                    <a:pt x="3076475" y="3070097"/>
                  </a:lnTo>
                  <a:lnTo>
                    <a:pt x="3077331" y="3116972"/>
                  </a:lnTo>
                  <a:lnTo>
                    <a:pt x="3078186" y="3116972"/>
                  </a:lnTo>
                  <a:lnTo>
                    <a:pt x="3079042" y="3116972"/>
                  </a:lnTo>
                  <a:lnTo>
                    <a:pt x="3079897" y="3116972"/>
                  </a:lnTo>
                  <a:lnTo>
                    <a:pt x="3080753" y="3116972"/>
                  </a:lnTo>
                  <a:lnTo>
                    <a:pt x="3081608" y="3085078"/>
                  </a:lnTo>
                  <a:lnTo>
                    <a:pt x="3082464" y="3062328"/>
                  </a:lnTo>
                  <a:lnTo>
                    <a:pt x="3083320" y="3062328"/>
                  </a:lnTo>
                  <a:lnTo>
                    <a:pt x="3084175" y="3062328"/>
                  </a:lnTo>
                  <a:lnTo>
                    <a:pt x="3085031" y="3062328"/>
                  </a:lnTo>
                  <a:lnTo>
                    <a:pt x="3085886" y="3062328"/>
                  </a:lnTo>
                  <a:lnTo>
                    <a:pt x="3086742" y="3062328"/>
                  </a:lnTo>
                  <a:lnTo>
                    <a:pt x="3087597" y="3062328"/>
                  </a:lnTo>
                  <a:lnTo>
                    <a:pt x="3088453" y="3062328"/>
                  </a:lnTo>
                  <a:lnTo>
                    <a:pt x="3089308" y="3062328"/>
                  </a:lnTo>
                  <a:lnTo>
                    <a:pt x="3090164" y="3062328"/>
                  </a:lnTo>
                  <a:lnTo>
                    <a:pt x="3091019" y="3062328"/>
                  </a:lnTo>
                  <a:lnTo>
                    <a:pt x="3091875" y="3062328"/>
                  </a:lnTo>
                  <a:lnTo>
                    <a:pt x="3092730" y="3062328"/>
                  </a:lnTo>
                  <a:lnTo>
                    <a:pt x="3093586" y="3062328"/>
                  </a:lnTo>
                  <a:lnTo>
                    <a:pt x="3094441" y="3062328"/>
                  </a:lnTo>
                  <a:lnTo>
                    <a:pt x="3095297" y="3062328"/>
                  </a:lnTo>
                  <a:lnTo>
                    <a:pt x="3096152" y="3062328"/>
                  </a:lnTo>
                  <a:lnTo>
                    <a:pt x="3097008" y="3062328"/>
                  </a:lnTo>
                  <a:lnTo>
                    <a:pt x="3097864" y="3062328"/>
                  </a:lnTo>
                  <a:lnTo>
                    <a:pt x="3098719" y="3062328"/>
                  </a:lnTo>
                  <a:lnTo>
                    <a:pt x="3099575" y="3062328"/>
                  </a:lnTo>
                  <a:lnTo>
                    <a:pt x="3100430" y="3062328"/>
                  </a:lnTo>
                  <a:lnTo>
                    <a:pt x="3101286" y="3062328"/>
                  </a:lnTo>
                  <a:lnTo>
                    <a:pt x="3102141" y="3062328"/>
                  </a:lnTo>
                  <a:lnTo>
                    <a:pt x="3102997" y="3068086"/>
                  </a:lnTo>
                  <a:lnTo>
                    <a:pt x="3103852" y="3036132"/>
                  </a:lnTo>
                  <a:lnTo>
                    <a:pt x="3104708" y="2982220"/>
                  </a:lnTo>
                  <a:lnTo>
                    <a:pt x="3105563" y="2898310"/>
                  </a:lnTo>
                  <a:lnTo>
                    <a:pt x="3106419" y="2841513"/>
                  </a:lnTo>
                  <a:lnTo>
                    <a:pt x="3107274" y="2805931"/>
                  </a:lnTo>
                  <a:lnTo>
                    <a:pt x="3108130" y="2731895"/>
                  </a:lnTo>
                  <a:lnTo>
                    <a:pt x="3108985" y="2632876"/>
                  </a:lnTo>
                  <a:lnTo>
                    <a:pt x="3109841" y="2497380"/>
                  </a:lnTo>
                  <a:lnTo>
                    <a:pt x="3110696" y="2429728"/>
                  </a:lnTo>
                  <a:lnTo>
                    <a:pt x="3111552" y="2312122"/>
                  </a:lnTo>
                  <a:lnTo>
                    <a:pt x="3112407" y="2147242"/>
                  </a:lnTo>
                  <a:lnTo>
                    <a:pt x="3113263" y="2102040"/>
                  </a:lnTo>
                  <a:lnTo>
                    <a:pt x="3114119" y="2226557"/>
                  </a:lnTo>
                  <a:lnTo>
                    <a:pt x="3114974" y="2361344"/>
                  </a:lnTo>
                  <a:lnTo>
                    <a:pt x="3115830" y="2407023"/>
                  </a:lnTo>
                  <a:lnTo>
                    <a:pt x="3116685" y="2471889"/>
                  </a:lnTo>
                  <a:lnTo>
                    <a:pt x="3117541" y="2590363"/>
                  </a:lnTo>
                  <a:lnTo>
                    <a:pt x="3118396" y="2633268"/>
                  </a:lnTo>
                  <a:lnTo>
                    <a:pt x="3119252" y="2611106"/>
                  </a:lnTo>
                  <a:lnTo>
                    <a:pt x="3120107" y="2678619"/>
                  </a:lnTo>
                  <a:lnTo>
                    <a:pt x="3120963" y="2708803"/>
                  </a:lnTo>
                  <a:lnTo>
                    <a:pt x="3121818" y="2676829"/>
                  </a:lnTo>
                  <a:lnTo>
                    <a:pt x="3122674" y="2660541"/>
                  </a:lnTo>
                  <a:lnTo>
                    <a:pt x="3123529" y="2613561"/>
                  </a:lnTo>
                  <a:lnTo>
                    <a:pt x="3124385" y="2536725"/>
                  </a:lnTo>
                  <a:lnTo>
                    <a:pt x="3125240" y="2430694"/>
                  </a:lnTo>
                  <a:lnTo>
                    <a:pt x="3126096" y="2503631"/>
                  </a:lnTo>
                  <a:lnTo>
                    <a:pt x="3126951" y="2616818"/>
                  </a:lnTo>
                  <a:lnTo>
                    <a:pt x="3127807" y="2624860"/>
                  </a:lnTo>
                  <a:lnTo>
                    <a:pt x="3128662" y="2636967"/>
                  </a:lnTo>
                  <a:lnTo>
                    <a:pt x="3129518" y="2674447"/>
                  </a:lnTo>
                  <a:lnTo>
                    <a:pt x="3130374" y="2721738"/>
                  </a:lnTo>
                  <a:lnTo>
                    <a:pt x="3131229" y="2624468"/>
                  </a:lnTo>
                  <a:lnTo>
                    <a:pt x="3132085" y="2509425"/>
                  </a:lnTo>
                  <a:lnTo>
                    <a:pt x="3132940" y="2435647"/>
                  </a:lnTo>
                  <a:lnTo>
                    <a:pt x="3133796" y="2471295"/>
                  </a:lnTo>
                  <a:lnTo>
                    <a:pt x="3134651" y="2494990"/>
                  </a:lnTo>
                  <a:lnTo>
                    <a:pt x="3135507" y="2419066"/>
                  </a:lnTo>
                  <a:lnTo>
                    <a:pt x="3136362" y="2425542"/>
                  </a:lnTo>
                  <a:lnTo>
                    <a:pt x="3137218" y="2530461"/>
                  </a:lnTo>
                  <a:lnTo>
                    <a:pt x="3138073" y="2640100"/>
                  </a:lnTo>
                  <a:lnTo>
                    <a:pt x="3138929" y="2685576"/>
                  </a:lnTo>
                  <a:lnTo>
                    <a:pt x="3139784" y="2704353"/>
                  </a:lnTo>
                  <a:lnTo>
                    <a:pt x="3140640" y="2816932"/>
                  </a:lnTo>
                  <a:lnTo>
                    <a:pt x="3141495" y="2926445"/>
                  </a:lnTo>
                  <a:lnTo>
                    <a:pt x="3142351" y="2950600"/>
                  </a:lnTo>
                  <a:lnTo>
                    <a:pt x="3143206" y="2847613"/>
                  </a:lnTo>
                  <a:lnTo>
                    <a:pt x="3144062" y="2763690"/>
                  </a:lnTo>
                  <a:lnTo>
                    <a:pt x="3144917" y="2845721"/>
                  </a:lnTo>
                  <a:lnTo>
                    <a:pt x="3145773" y="2843339"/>
                  </a:lnTo>
                  <a:lnTo>
                    <a:pt x="3146629" y="2759887"/>
                  </a:lnTo>
                  <a:lnTo>
                    <a:pt x="3147484" y="2713303"/>
                  </a:lnTo>
                  <a:lnTo>
                    <a:pt x="3148340" y="2776381"/>
                  </a:lnTo>
                  <a:lnTo>
                    <a:pt x="3149195" y="2880970"/>
                  </a:lnTo>
                  <a:lnTo>
                    <a:pt x="3150051" y="2831848"/>
                  </a:lnTo>
                  <a:lnTo>
                    <a:pt x="3150906" y="2802788"/>
                  </a:lnTo>
                  <a:lnTo>
                    <a:pt x="3151762" y="2874374"/>
                  </a:lnTo>
                  <a:lnTo>
                    <a:pt x="3152617" y="2944837"/>
                  </a:lnTo>
                  <a:lnTo>
                    <a:pt x="3153473" y="3042951"/>
                  </a:lnTo>
                  <a:lnTo>
                    <a:pt x="3154328" y="3027174"/>
                  </a:lnTo>
                  <a:lnTo>
                    <a:pt x="3155184" y="2878927"/>
                  </a:lnTo>
                  <a:lnTo>
                    <a:pt x="3156039" y="2773167"/>
                  </a:lnTo>
                  <a:lnTo>
                    <a:pt x="3156895" y="2674608"/>
                  </a:lnTo>
                  <a:lnTo>
                    <a:pt x="3157750" y="2662611"/>
                  </a:lnTo>
                  <a:lnTo>
                    <a:pt x="3158606" y="2680140"/>
                  </a:lnTo>
                  <a:lnTo>
                    <a:pt x="3159461" y="2699578"/>
                  </a:lnTo>
                  <a:lnTo>
                    <a:pt x="3160317" y="2790292"/>
                  </a:lnTo>
                  <a:lnTo>
                    <a:pt x="3161173" y="2879721"/>
                  </a:lnTo>
                  <a:lnTo>
                    <a:pt x="3162028" y="2975929"/>
                  </a:lnTo>
                  <a:lnTo>
                    <a:pt x="3162884" y="2925786"/>
                  </a:lnTo>
                  <a:lnTo>
                    <a:pt x="3163739" y="2847328"/>
                  </a:lnTo>
                  <a:lnTo>
                    <a:pt x="3164595" y="2801702"/>
                  </a:lnTo>
                  <a:lnTo>
                    <a:pt x="3165450" y="2837781"/>
                  </a:lnTo>
                  <a:lnTo>
                    <a:pt x="3166306" y="2894748"/>
                  </a:lnTo>
                  <a:lnTo>
                    <a:pt x="3167161" y="2902564"/>
                  </a:lnTo>
                  <a:lnTo>
                    <a:pt x="3168017" y="2931506"/>
                  </a:lnTo>
                  <a:lnTo>
                    <a:pt x="3168872" y="2877219"/>
                  </a:lnTo>
                  <a:lnTo>
                    <a:pt x="3169728" y="2832713"/>
                  </a:lnTo>
                  <a:lnTo>
                    <a:pt x="3170583" y="2768710"/>
                  </a:lnTo>
                  <a:lnTo>
                    <a:pt x="3171439" y="2721591"/>
                  </a:lnTo>
                  <a:lnTo>
                    <a:pt x="3172294" y="2678901"/>
                  </a:lnTo>
                  <a:lnTo>
                    <a:pt x="3173150" y="2666115"/>
                  </a:lnTo>
                  <a:lnTo>
                    <a:pt x="3174005" y="2723808"/>
                  </a:lnTo>
                  <a:lnTo>
                    <a:pt x="3174861" y="2712676"/>
                  </a:lnTo>
                  <a:lnTo>
                    <a:pt x="3175716" y="2689075"/>
                  </a:lnTo>
                  <a:lnTo>
                    <a:pt x="3176572" y="2638475"/>
                  </a:lnTo>
                  <a:lnTo>
                    <a:pt x="3177428" y="2564719"/>
                  </a:lnTo>
                  <a:lnTo>
                    <a:pt x="3178283" y="2517607"/>
                  </a:lnTo>
                  <a:lnTo>
                    <a:pt x="3179139" y="2540746"/>
                  </a:lnTo>
                  <a:lnTo>
                    <a:pt x="3179994" y="2626131"/>
                  </a:lnTo>
                  <a:lnTo>
                    <a:pt x="3180850" y="2697891"/>
                  </a:lnTo>
                  <a:lnTo>
                    <a:pt x="3181705" y="2751141"/>
                  </a:lnTo>
                  <a:lnTo>
                    <a:pt x="3182561" y="2866305"/>
                  </a:lnTo>
                  <a:lnTo>
                    <a:pt x="3183416" y="2955318"/>
                  </a:lnTo>
                  <a:lnTo>
                    <a:pt x="3184272" y="2904599"/>
                  </a:lnTo>
                  <a:lnTo>
                    <a:pt x="3185127" y="2840392"/>
                  </a:lnTo>
                  <a:lnTo>
                    <a:pt x="3185983" y="2857099"/>
                  </a:lnTo>
                  <a:lnTo>
                    <a:pt x="3186838" y="2837092"/>
                  </a:lnTo>
                  <a:lnTo>
                    <a:pt x="3187694" y="2710084"/>
                  </a:lnTo>
                  <a:lnTo>
                    <a:pt x="3188549" y="2545709"/>
                  </a:lnTo>
                  <a:lnTo>
                    <a:pt x="3189405" y="2507568"/>
                  </a:lnTo>
                  <a:lnTo>
                    <a:pt x="3190260" y="2560484"/>
                  </a:lnTo>
                  <a:lnTo>
                    <a:pt x="3191116" y="2569277"/>
                  </a:lnTo>
                  <a:lnTo>
                    <a:pt x="3191971" y="2523578"/>
                  </a:lnTo>
                  <a:lnTo>
                    <a:pt x="3192827" y="2474169"/>
                  </a:lnTo>
                  <a:lnTo>
                    <a:pt x="3193683" y="2566078"/>
                  </a:lnTo>
                  <a:lnTo>
                    <a:pt x="3194538" y="2671687"/>
                  </a:lnTo>
                  <a:lnTo>
                    <a:pt x="3195394" y="2593046"/>
                  </a:lnTo>
                  <a:lnTo>
                    <a:pt x="3196249" y="2404234"/>
                  </a:lnTo>
                  <a:lnTo>
                    <a:pt x="3197105" y="2231093"/>
                  </a:lnTo>
                  <a:lnTo>
                    <a:pt x="3197960" y="2115050"/>
                  </a:lnTo>
                  <a:lnTo>
                    <a:pt x="3198816" y="1983122"/>
                  </a:lnTo>
                  <a:lnTo>
                    <a:pt x="3199671" y="1801257"/>
                  </a:lnTo>
                  <a:lnTo>
                    <a:pt x="3200527" y="1688208"/>
                  </a:lnTo>
                  <a:lnTo>
                    <a:pt x="3201382" y="1622317"/>
                  </a:lnTo>
                  <a:lnTo>
                    <a:pt x="3202238" y="1711937"/>
                  </a:lnTo>
                  <a:lnTo>
                    <a:pt x="3203093" y="1952347"/>
                  </a:lnTo>
                  <a:lnTo>
                    <a:pt x="3203949" y="2151243"/>
                  </a:lnTo>
                  <a:lnTo>
                    <a:pt x="3204804" y="2319924"/>
                  </a:lnTo>
                  <a:lnTo>
                    <a:pt x="3205660" y="2478755"/>
                  </a:lnTo>
                  <a:lnTo>
                    <a:pt x="3206515" y="2624905"/>
                  </a:lnTo>
                  <a:lnTo>
                    <a:pt x="3207371" y="2644340"/>
                  </a:lnTo>
                  <a:lnTo>
                    <a:pt x="3208227" y="2609409"/>
                  </a:lnTo>
                  <a:lnTo>
                    <a:pt x="3209082" y="2618321"/>
                  </a:lnTo>
                  <a:lnTo>
                    <a:pt x="3209938" y="2540592"/>
                  </a:lnTo>
                  <a:lnTo>
                    <a:pt x="3210793" y="2494237"/>
                  </a:lnTo>
                  <a:lnTo>
                    <a:pt x="3211649" y="2527461"/>
                  </a:lnTo>
                  <a:lnTo>
                    <a:pt x="3212504" y="2587868"/>
                  </a:lnTo>
                  <a:lnTo>
                    <a:pt x="3213360" y="2636383"/>
                  </a:lnTo>
                  <a:lnTo>
                    <a:pt x="3214215" y="2522929"/>
                  </a:lnTo>
                  <a:lnTo>
                    <a:pt x="3215071" y="2487474"/>
                  </a:lnTo>
                  <a:lnTo>
                    <a:pt x="3215926" y="2469065"/>
                  </a:lnTo>
                  <a:lnTo>
                    <a:pt x="3216782" y="2510076"/>
                  </a:lnTo>
                  <a:lnTo>
                    <a:pt x="3217637" y="2621922"/>
                  </a:lnTo>
                  <a:lnTo>
                    <a:pt x="3218493" y="2613357"/>
                  </a:lnTo>
                  <a:lnTo>
                    <a:pt x="3219348" y="2676412"/>
                  </a:lnTo>
                  <a:lnTo>
                    <a:pt x="3220204" y="2768038"/>
                  </a:lnTo>
                  <a:lnTo>
                    <a:pt x="3221059" y="2777147"/>
                  </a:lnTo>
                  <a:lnTo>
                    <a:pt x="3221915" y="2636748"/>
                  </a:lnTo>
                  <a:lnTo>
                    <a:pt x="3222770" y="2489404"/>
                  </a:lnTo>
                  <a:lnTo>
                    <a:pt x="3223626" y="2415451"/>
                  </a:lnTo>
                  <a:lnTo>
                    <a:pt x="3224482" y="2255364"/>
                  </a:lnTo>
                  <a:lnTo>
                    <a:pt x="3225337" y="2102244"/>
                  </a:lnTo>
                  <a:lnTo>
                    <a:pt x="3226193" y="2087066"/>
                  </a:lnTo>
                  <a:lnTo>
                    <a:pt x="3227048" y="2075027"/>
                  </a:lnTo>
                  <a:lnTo>
                    <a:pt x="3227904" y="2047741"/>
                  </a:lnTo>
                  <a:lnTo>
                    <a:pt x="3228759" y="2102126"/>
                  </a:lnTo>
                  <a:lnTo>
                    <a:pt x="3229615" y="2216086"/>
                  </a:lnTo>
                  <a:lnTo>
                    <a:pt x="3230470" y="2227577"/>
                  </a:lnTo>
                  <a:lnTo>
                    <a:pt x="3231326" y="2193360"/>
                  </a:lnTo>
                  <a:lnTo>
                    <a:pt x="3232181" y="2335981"/>
                  </a:lnTo>
                  <a:lnTo>
                    <a:pt x="3233037" y="2502025"/>
                  </a:lnTo>
                  <a:lnTo>
                    <a:pt x="3233892" y="2572322"/>
                  </a:lnTo>
                  <a:lnTo>
                    <a:pt x="3234748" y="2692481"/>
                  </a:lnTo>
                  <a:lnTo>
                    <a:pt x="3235603" y="2887162"/>
                  </a:lnTo>
                  <a:lnTo>
                    <a:pt x="3236459" y="3011865"/>
                  </a:lnTo>
                  <a:lnTo>
                    <a:pt x="3237314" y="3040926"/>
                  </a:lnTo>
                  <a:lnTo>
                    <a:pt x="3238170" y="3034757"/>
                  </a:lnTo>
                  <a:lnTo>
                    <a:pt x="3239025" y="2987943"/>
                  </a:lnTo>
                  <a:lnTo>
                    <a:pt x="3239881" y="2946682"/>
                  </a:lnTo>
                  <a:lnTo>
                    <a:pt x="3240737" y="2927691"/>
                  </a:lnTo>
                  <a:lnTo>
                    <a:pt x="3241592" y="2968069"/>
                  </a:lnTo>
                  <a:lnTo>
                    <a:pt x="3242448" y="2987534"/>
                  </a:lnTo>
                  <a:lnTo>
                    <a:pt x="3243303" y="3004299"/>
                  </a:lnTo>
                  <a:lnTo>
                    <a:pt x="3244159" y="3039130"/>
                  </a:lnTo>
                  <a:lnTo>
                    <a:pt x="3245014" y="3047846"/>
                  </a:lnTo>
                  <a:lnTo>
                    <a:pt x="3245870" y="3048874"/>
                  </a:lnTo>
                  <a:lnTo>
                    <a:pt x="3246725" y="2995495"/>
                  </a:lnTo>
                  <a:lnTo>
                    <a:pt x="3247581" y="2914933"/>
                  </a:lnTo>
                  <a:lnTo>
                    <a:pt x="3248436" y="2853146"/>
                  </a:lnTo>
                  <a:lnTo>
                    <a:pt x="3249292" y="2754519"/>
                  </a:lnTo>
                  <a:lnTo>
                    <a:pt x="3250147" y="2573542"/>
                  </a:lnTo>
                  <a:lnTo>
                    <a:pt x="3251003" y="2515876"/>
                  </a:lnTo>
                  <a:lnTo>
                    <a:pt x="3251858" y="2594690"/>
                  </a:lnTo>
                  <a:lnTo>
                    <a:pt x="3252714" y="2660222"/>
                  </a:lnTo>
                  <a:lnTo>
                    <a:pt x="3253569" y="2611234"/>
                  </a:lnTo>
                  <a:lnTo>
                    <a:pt x="3254425" y="2613035"/>
                  </a:lnTo>
                  <a:lnTo>
                    <a:pt x="3255281" y="2672352"/>
                  </a:lnTo>
                  <a:lnTo>
                    <a:pt x="3256136" y="2656882"/>
                  </a:lnTo>
                  <a:lnTo>
                    <a:pt x="3256992" y="2628579"/>
                  </a:lnTo>
                  <a:lnTo>
                    <a:pt x="3257847" y="2643609"/>
                  </a:lnTo>
                  <a:lnTo>
                    <a:pt x="3258703" y="2763033"/>
                  </a:lnTo>
                  <a:lnTo>
                    <a:pt x="3259558" y="2893257"/>
                  </a:lnTo>
                  <a:lnTo>
                    <a:pt x="3260414" y="3047109"/>
                  </a:lnTo>
                  <a:lnTo>
                    <a:pt x="3261269" y="3105034"/>
                  </a:lnTo>
                  <a:lnTo>
                    <a:pt x="3262125" y="2969698"/>
                  </a:lnTo>
                  <a:lnTo>
                    <a:pt x="3262980" y="2856087"/>
                  </a:lnTo>
                  <a:lnTo>
                    <a:pt x="3263836" y="2785433"/>
                  </a:lnTo>
                  <a:lnTo>
                    <a:pt x="3264691" y="2695156"/>
                  </a:lnTo>
                  <a:lnTo>
                    <a:pt x="3265547" y="2664800"/>
                  </a:lnTo>
                  <a:lnTo>
                    <a:pt x="3266402" y="2699663"/>
                  </a:lnTo>
                  <a:lnTo>
                    <a:pt x="3267258" y="2840431"/>
                  </a:lnTo>
                  <a:lnTo>
                    <a:pt x="3268113" y="2964776"/>
                  </a:lnTo>
                  <a:lnTo>
                    <a:pt x="3268969" y="2981888"/>
                  </a:lnTo>
                  <a:lnTo>
                    <a:pt x="3269824" y="2987107"/>
                  </a:lnTo>
                  <a:lnTo>
                    <a:pt x="3270680" y="2919809"/>
                  </a:lnTo>
                  <a:lnTo>
                    <a:pt x="3271536" y="2893624"/>
                  </a:lnTo>
                  <a:lnTo>
                    <a:pt x="3272391" y="2891063"/>
                  </a:lnTo>
                  <a:lnTo>
                    <a:pt x="3273247" y="2871761"/>
                  </a:lnTo>
                  <a:lnTo>
                    <a:pt x="3274102" y="2898748"/>
                  </a:lnTo>
                  <a:lnTo>
                    <a:pt x="3274958" y="2896467"/>
                  </a:lnTo>
                  <a:lnTo>
                    <a:pt x="3275813" y="2940403"/>
                  </a:lnTo>
                  <a:lnTo>
                    <a:pt x="3276669" y="2901305"/>
                  </a:lnTo>
                  <a:lnTo>
                    <a:pt x="3277524" y="2820546"/>
                  </a:lnTo>
                  <a:lnTo>
                    <a:pt x="3278380" y="2833741"/>
                  </a:lnTo>
                  <a:lnTo>
                    <a:pt x="3279235" y="2853572"/>
                  </a:lnTo>
                  <a:lnTo>
                    <a:pt x="3280091" y="2872432"/>
                  </a:lnTo>
                  <a:lnTo>
                    <a:pt x="3280946" y="2850231"/>
                  </a:lnTo>
                  <a:lnTo>
                    <a:pt x="3281802" y="2857625"/>
                  </a:lnTo>
                  <a:lnTo>
                    <a:pt x="3282657" y="2853405"/>
                  </a:lnTo>
                  <a:lnTo>
                    <a:pt x="3283513" y="2801835"/>
                  </a:lnTo>
                  <a:lnTo>
                    <a:pt x="3284368" y="2828044"/>
                  </a:lnTo>
                  <a:lnTo>
                    <a:pt x="3285224" y="2894054"/>
                  </a:lnTo>
                  <a:lnTo>
                    <a:pt x="3286079" y="2888579"/>
                  </a:lnTo>
                  <a:lnTo>
                    <a:pt x="3286935" y="2904566"/>
                  </a:lnTo>
                  <a:lnTo>
                    <a:pt x="3287791" y="2980318"/>
                  </a:lnTo>
                  <a:lnTo>
                    <a:pt x="3288646" y="2944564"/>
                  </a:lnTo>
                  <a:lnTo>
                    <a:pt x="3289502" y="2827767"/>
                  </a:lnTo>
                  <a:lnTo>
                    <a:pt x="3290357" y="2757037"/>
                  </a:lnTo>
                  <a:lnTo>
                    <a:pt x="3291213" y="2819131"/>
                  </a:lnTo>
                  <a:lnTo>
                    <a:pt x="3292068" y="2792221"/>
                  </a:lnTo>
                  <a:lnTo>
                    <a:pt x="3292924" y="2762463"/>
                  </a:lnTo>
                  <a:lnTo>
                    <a:pt x="3293779" y="2834973"/>
                  </a:lnTo>
                  <a:lnTo>
                    <a:pt x="3294635" y="2921761"/>
                  </a:lnTo>
                  <a:lnTo>
                    <a:pt x="3295490" y="2935467"/>
                  </a:lnTo>
                  <a:lnTo>
                    <a:pt x="3296346" y="2896940"/>
                  </a:lnTo>
                  <a:lnTo>
                    <a:pt x="3297201" y="2844771"/>
                  </a:lnTo>
                  <a:lnTo>
                    <a:pt x="3298057" y="2764139"/>
                  </a:lnTo>
                  <a:lnTo>
                    <a:pt x="3298912" y="2708904"/>
                  </a:lnTo>
                  <a:lnTo>
                    <a:pt x="3299768" y="2655591"/>
                  </a:lnTo>
                  <a:lnTo>
                    <a:pt x="3300623" y="2631985"/>
                  </a:lnTo>
                  <a:lnTo>
                    <a:pt x="3301479" y="2659184"/>
                  </a:lnTo>
                  <a:lnTo>
                    <a:pt x="3302335" y="2766255"/>
                  </a:lnTo>
                  <a:lnTo>
                    <a:pt x="3303190" y="2864435"/>
                  </a:lnTo>
                  <a:lnTo>
                    <a:pt x="3304046" y="2958442"/>
                  </a:lnTo>
                  <a:lnTo>
                    <a:pt x="3304901" y="3063147"/>
                  </a:lnTo>
                  <a:lnTo>
                    <a:pt x="3305757" y="3048377"/>
                  </a:lnTo>
                  <a:lnTo>
                    <a:pt x="3306612" y="2946135"/>
                  </a:lnTo>
                  <a:lnTo>
                    <a:pt x="3307468" y="2953848"/>
                  </a:lnTo>
                  <a:lnTo>
                    <a:pt x="3308323" y="2975386"/>
                  </a:lnTo>
                  <a:lnTo>
                    <a:pt x="3309179" y="2904244"/>
                  </a:lnTo>
                  <a:lnTo>
                    <a:pt x="3310034" y="2771388"/>
                  </a:lnTo>
                  <a:lnTo>
                    <a:pt x="3310890" y="2767294"/>
                  </a:lnTo>
                  <a:lnTo>
                    <a:pt x="3311745" y="2761235"/>
                  </a:lnTo>
                  <a:lnTo>
                    <a:pt x="3312601" y="2690789"/>
                  </a:lnTo>
                  <a:lnTo>
                    <a:pt x="3313456" y="2679606"/>
                  </a:lnTo>
                  <a:lnTo>
                    <a:pt x="3314312" y="2722162"/>
                  </a:lnTo>
                  <a:lnTo>
                    <a:pt x="3315167" y="2805502"/>
                  </a:lnTo>
                  <a:lnTo>
                    <a:pt x="3316023" y="2866778"/>
                  </a:lnTo>
                  <a:lnTo>
                    <a:pt x="3316878" y="2910176"/>
                  </a:lnTo>
                  <a:lnTo>
                    <a:pt x="3317734" y="2868521"/>
                  </a:lnTo>
                  <a:lnTo>
                    <a:pt x="3318590" y="2834020"/>
                  </a:lnTo>
                  <a:lnTo>
                    <a:pt x="3319445" y="2832610"/>
                  </a:lnTo>
                  <a:lnTo>
                    <a:pt x="3320301" y="2804409"/>
                  </a:lnTo>
                  <a:lnTo>
                    <a:pt x="3321156" y="2770556"/>
                  </a:lnTo>
                  <a:lnTo>
                    <a:pt x="3322012" y="2814419"/>
                  </a:lnTo>
                  <a:lnTo>
                    <a:pt x="3322867" y="2926521"/>
                  </a:lnTo>
                  <a:lnTo>
                    <a:pt x="3323723" y="2977963"/>
                  </a:lnTo>
                  <a:lnTo>
                    <a:pt x="3324578" y="2953150"/>
                  </a:lnTo>
                  <a:lnTo>
                    <a:pt x="3325434" y="2916482"/>
                  </a:lnTo>
                  <a:lnTo>
                    <a:pt x="3326289" y="2917158"/>
                  </a:lnTo>
                  <a:lnTo>
                    <a:pt x="3327145" y="2822043"/>
                  </a:lnTo>
                  <a:lnTo>
                    <a:pt x="3328000" y="2787916"/>
                  </a:lnTo>
                  <a:lnTo>
                    <a:pt x="3328856" y="2738731"/>
                  </a:lnTo>
                  <a:lnTo>
                    <a:pt x="3329711" y="2654210"/>
                  </a:lnTo>
                  <a:lnTo>
                    <a:pt x="3330567" y="2637385"/>
                  </a:lnTo>
                  <a:lnTo>
                    <a:pt x="3331422" y="2668188"/>
                  </a:lnTo>
                  <a:lnTo>
                    <a:pt x="3332278" y="2834655"/>
                  </a:lnTo>
                  <a:lnTo>
                    <a:pt x="3333133" y="2898541"/>
                  </a:lnTo>
                  <a:lnTo>
                    <a:pt x="3333989" y="2957741"/>
                  </a:lnTo>
                  <a:lnTo>
                    <a:pt x="3334845" y="3013677"/>
                  </a:lnTo>
                  <a:lnTo>
                    <a:pt x="3335700" y="3021505"/>
                  </a:lnTo>
                  <a:lnTo>
                    <a:pt x="3336556" y="2948137"/>
                  </a:lnTo>
                  <a:lnTo>
                    <a:pt x="3337411" y="2802542"/>
                  </a:lnTo>
                  <a:lnTo>
                    <a:pt x="3338267" y="2680645"/>
                  </a:lnTo>
                  <a:lnTo>
                    <a:pt x="3339122" y="2631815"/>
                  </a:lnTo>
                  <a:lnTo>
                    <a:pt x="3339978" y="2695819"/>
                  </a:lnTo>
                  <a:lnTo>
                    <a:pt x="3340833" y="2800777"/>
                  </a:lnTo>
                  <a:lnTo>
                    <a:pt x="3341689" y="2816762"/>
                  </a:lnTo>
                  <a:lnTo>
                    <a:pt x="3342544" y="2819288"/>
                  </a:lnTo>
                  <a:lnTo>
                    <a:pt x="3343400" y="2750630"/>
                  </a:lnTo>
                  <a:lnTo>
                    <a:pt x="3344255" y="2526790"/>
                  </a:lnTo>
                  <a:lnTo>
                    <a:pt x="3345111" y="2333910"/>
                  </a:lnTo>
                  <a:lnTo>
                    <a:pt x="3345966" y="2240372"/>
                  </a:lnTo>
                  <a:lnTo>
                    <a:pt x="3346822" y="2222555"/>
                  </a:lnTo>
                  <a:lnTo>
                    <a:pt x="3347677" y="2199693"/>
                  </a:lnTo>
                  <a:lnTo>
                    <a:pt x="3348533" y="2197439"/>
                  </a:lnTo>
                  <a:lnTo>
                    <a:pt x="3349388" y="2217718"/>
                  </a:lnTo>
                  <a:lnTo>
                    <a:pt x="3350244" y="2187731"/>
                  </a:lnTo>
                  <a:lnTo>
                    <a:pt x="3351100" y="2116157"/>
                  </a:lnTo>
                  <a:lnTo>
                    <a:pt x="3351955" y="2073923"/>
                  </a:lnTo>
                  <a:lnTo>
                    <a:pt x="3352811" y="2012493"/>
                  </a:lnTo>
                  <a:lnTo>
                    <a:pt x="3353666" y="2059178"/>
                  </a:lnTo>
                  <a:lnTo>
                    <a:pt x="3354522" y="2207279"/>
                  </a:lnTo>
                  <a:lnTo>
                    <a:pt x="3355377" y="2380724"/>
                  </a:lnTo>
                  <a:lnTo>
                    <a:pt x="3356233" y="2495570"/>
                  </a:lnTo>
                  <a:lnTo>
                    <a:pt x="3357088" y="2575669"/>
                  </a:lnTo>
                  <a:lnTo>
                    <a:pt x="3357944" y="2729442"/>
                  </a:lnTo>
                  <a:lnTo>
                    <a:pt x="3358799" y="2845809"/>
                  </a:lnTo>
                  <a:lnTo>
                    <a:pt x="3359655" y="2942984"/>
                  </a:lnTo>
                  <a:lnTo>
                    <a:pt x="3360510" y="2971781"/>
                  </a:lnTo>
                  <a:lnTo>
                    <a:pt x="3361366" y="2940233"/>
                  </a:lnTo>
                  <a:lnTo>
                    <a:pt x="3362221" y="3009688"/>
                  </a:lnTo>
                  <a:lnTo>
                    <a:pt x="3363077" y="2965360"/>
                  </a:lnTo>
                  <a:lnTo>
                    <a:pt x="3363932" y="2923813"/>
                  </a:lnTo>
                  <a:lnTo>
                    <a:pt x="3364788" y="2935726"/>
                  </a:lnTo>
                  <a:lnTo>
                    <a:pt x="3365644" y="2952503"/>
                  </a:lnTo>
                  <a:lnTo>
                    <a:pt x="3366499" y="3011495"/>
                  </a:lnTo>
                  <a:lnTo>
                    <a:pt x="3367355" y="2925687"/>
                  </a:lnTo>
                  <a:lnTo>
                    <a:pt x="3368210" y="2891923"/>
                  </a:lnTo>
                  <a:lnTo>
                    <a:pt x="3369066" y="2916387"/>
                  </a:lnTo>
                  <a:lnTo>
                    <a:pt x="3369921" y="2898583"/>
                  </a:lnTo>
                  <a:lnTo>
                    <a:pt x="3370777" y="2891085"/>
                  </a:lnTo>
                  <a:lnTo>
                    <a:pt x="3371632" y="2843117"/>
                  </a:lnTo>
                  <a:lnTo>
                    <a:pt x="3372488" y="2852935"/>
                  </a:lnTo>
                  <a:lnTo>
                    <a:pt x="3373343" y="2919533"/>
                  </a:lnTo>
                  <a:lnTo>
                    <a:pt x="3374199" y="2842696"/>
                  </a:lnTo>
                  <a:lnTo>
                    <a:pt x="3375054" y="2761775"/>
                  </a:lnTo>
                  <a:lnTo>
                    <a:pt x="3375910" y="2691097"/>
                  </a:lnTo>
                  <a:lnTo>
                    <a:pt x="3376765" y="2557286"/>
                  </a:lnTo>
                  <a:lnTo>
                    <a:pt x="3377621" y="2429652"/>
                  </a:lnTo>
                  <a:lnTo>
                    <a:pt x="3378476" y="2391718"/>
                  </a:lnTo>
                  <a:lnTo>
                    <a:pt x="3379332" y="2444507"/>
                  </a:lnTo>
                  <a:lnTo>
                    <a:pt x="3380187" y="2427592"/>
                  </a:lnTo>
                  <a:lnTo>
                    <a:pt x="3381043" y="2339780"/>
                  </a:lnTo>
                  <a:lnTo>
                    <a:pt x="3381899" y="2297391"/>
                  </a:lnTo>
                  <a:lnTo>
                    <a:pt x="3382754" y="2403528"/>
                  </a:lnTo>
                  <a:lnTo>
                    <a:pt x="3383610" y="2419543"/>
                  </a:lnTo>
                  <a:lnTo>
                    <a:pt x="3384465" y="2320292"/>
                  </a:lnTo>
                  <a:lnTo>
                    <a:pt x="3385321" y="2249491"/>
                  </a:lnTo>
                  <a:lnTo>
                    <a:pt x="3386176" y="2306540"/>
                  </a:lnTo>
                  <a:lnTo>
                    <a:pt x="3387032" y="2467595"/>
                  </a:lnTo>
                  <a:lnTo>
                    <a:pt x="3387887" y="2453498"/>
                  </a:lnTo>
                  <a:lnTo>
                    <a:pt x="3388743" y="2436938"/>
                  </a:lnTo>
                  <a:lnTo>
                    <a:pt x="3389598" y="2502382"/>
                  </a:lnTo>
                  <a:lnTo>
                    <a:pt x="3390454" y="2610010"/>
                  </a:lnTo>
                  <a:lnTo>
                    <a:pt x="3391309" y="2677108"/>
                  </a:lnTo>
                  <a:lnTo>
                    <a:pt x="3392165" y="2751650"/>
                  </a:lnTo>
                  <a:lnTo>
                    <a:pt x="3393020" y="2796908"/>
                  </a:lnTo>
                  <a:lnTo>
                    <a:pt x="3393876" y="2799276"/>
                  </a:lnTo>
                  <a:lnTo>
                    <a:pt x="3394731" y="2809822"/>
                  </a:lnTo>
                  <a:lnTo>
                    <a:pt x="3395587" y="2846431"/>
                  </a:lnTo>
                  <a:lnTo>
                    <a:pt x="3396442" y="2839406"/>
                  </a:lnTo>
                  <a:lnTo>
                    <a:pt x="3397298" y="2722877"/>
                  </a:lnTo>
                  <a:lnTo>
                    <a:pt x="3398154" y="2756337"/>
                  </a:lnTo>
                  <a:lnTo>
                    <a:pt x="3399009" y="2780306"/>
                  </a:lnTo>
                  <a:lnTo>
                    <a:pt x="3399865" y="2773965"/>
                  </a:lnTo>
                  <a:lnTo>
                    <a:pt x="3400720" y="2711041"/>
                  </a:lnTo>
                  <a:lnTo>
                    <a:pt x="3401576" y="2711855"/>
                  </a:lnTo>
                  <a:lnTo>
                    <a:pt x="3402431" y="2820243"/>
                  </a:lnTo>
                  <a:lnTo>
                    <a:pt x="3403287" y="2833937"/>
                  </a:lnTo>
                  <a:lnTo>
                    <a:pt x="3404142" y="2831142"/>
                  </a:lnTo>
                  <a:lnTo>
                    <a:pt x="3404998" y="2760851"/>
                  </a:lnTo>
                  <a:lnTo>
                    <a:pt x="3405853" y="2823625"/>
                  </a:lnTo>
                  <a:lnTo>
                    <a:pt x="3406709" y="2854245"/>
                  </a:lnTo>
                  <a:lnTo>
                    <a:pt x="3407564" y="2820862"/>
                  </a:lnTo>
                  <a:lnTo>
                    <a:pt x="3408420" y="2836979"/>
                  </a:lnTo>
                  <a:lnTo>
                    <a:pt x="3409275" y="2897207"/>
                  </a:lnTo>
                  <a:lnTo>
                    <a:pt x="3410131" y="3036327"/>
                  </a:lnTo>
                  <a:lnTo>
                    <a:pt x="3410986" y="2983153"/>
                  </a:lnTo>
                  <a:lnTo>
                    <a:pt x="3411842" y="2921667"/>
                  </a:lnTo>
                  <a:lnTo>
                    <a:pt x="3412698" y="2850198"/>
                  </a:lnTo>
                  <a:lnTo>
                    <a:pt x="3413553" y="2695390"/>
                  </a:lnTo>
                  <a:lnTo>
                    <a:pt x="3414409" y="2585483"/>
                  </a:lnTo>
                  <a:lnTo>
                    <a:pt x="3415264" y="2547406"/>
                  </a:lnTo>
                  <a:lnTo>
                    <a:pt x="3416120" y="2570052"/>
                  </a:lnTo>
                  <a:lnTo>
                    <a:pt x="3416975" y="2565198"/>
                  </a:lnTo>
                  <a:lnTo>
                    <a:pt x="3417831" y="2542952"/>
                  </a:lnTo>
                  <a:lnTo>
                    <a:pt x="3418686" y="2594581"/>
                  </a:lnTo>
                  <a:lnTo>
                    <a:pt x="3419542" y="2732147"/>
                  </a:lnTo>
                  <a:lnTo>
                    <a:pt x="3420397" y="2825997"/>
                  </a:lnTo>
                  <a:lnTo>
                    <a:pt x="3421253" y="2948188"/>
                  </a:lnTo>
                  <a:lnTo>
                    <a:pt x="3422108" y="3034066"/>
                  </a:lnTo>
                  <a:lnTo>
                    <a:pt x="3422964" y="3074282"/>
                  </a:lnTo>
                  <a:lnTo>
                    <a:pt x="3423819" y="3091935"/>
                  </a:lnTo>
                  <a:lnTo>
                    <a:pt x="3424675" y="3087039"/>
                  </a:lnTo>
                  <a:lnTo>
                    <a:pt x="3425530" y="3074174"/>
                  </a:lnTo>
                  <a:lnTo>
                    <a:pt x="3426386" y="2998644"/>
                  </a:lnTo>
                  <a:lnTo>
                    <a:pt x="3427241" y="3006642"/>
                  </a:lnTo>
                  <a:lnTo>
                    <a:pt x="3428097" y="3007885"/>
                  </a:lnTo>
                  <a:lnTo>
                    <a:pt x="3428953" y="2956022"/>
                  </a:lnTo>
                  <a:lnTo>
                    <a:pt x="3429808" y="2920399"/>
                  </a:lnTo>
                  <a:lnTo>
                    <a:pt x="3430664" y="2887936"/>
                  </a:lnTo>
                  <a:lnTo>
                    <a:pt x="3431519" y="2841690"/>
                  </a:lnTo>
                  <a:lnTo>
                    <a:pt x="3432375" y="2776499"/>
                  </a:lnTo>
                  <a:lnTo>
                    <a:pt x="3433230" y="2778137"/>
                  </a:lnTo>
                  <a:lnTo>
                    <a:pt x="3434086" y="2806194"/>
                  </a:lnTo>
                  <a:lnTo>
                    <a:pt x="3434941" y="2778589"/>
                  </a:lnTo>
                  <a:lnTo>
                    <a:pt x="3435797" y="2808337"/>
                  </a:lnTo>
                  <a:lnTo>
                    <a:pt x="3436652" y="2848174"/>
                  </a:lnTo>
                  <a:lnTo>
                    <a:pt x="3437508" y="2884219"/>
                  </a:lnTo>
                  <a:lnTo>
                    <a:pt x="3438363" y="2932878"/>
                  </a:lnTo>
                  <a:lnTo>
                    <a:pt x="3439219" y="2922733"/>
                  </a:lnTo>
                  <a:lnTo>
                    <a:pt x="3440074" y="2787462"/>
                  </a:lnTo>
                  <a:lnTo>
                    <a:pt x="3440930" y="2588672"/>
                  </a:lnTo>
                  <a:lnTo>
                    <a:pt x="3441785" y="2471780"/>
                  </a:lnTo>
                  <a:lnTo>
                    <a:pt x="3442641" y="2393494"/>
                  </a:lnTo>
                  <a:lnTo>
                    <a:pt x="3443496" y="2363636"/>
                  </a:lnTo>
                  <a:lnTo>
                    <a:pt x="3444352" y="2424335"/>
                  </a:lnTo>
                  <a:lnTo>
                    <a:pt x="3445208" y="2566888"/>
                  </a:lnTo>
                  <a:lnTo>
                    <a:pt x="3446063" y="2658383"/>
                  </a:lnTo>
                  <a:lnTo>
                    <a:pt x="3446919" y="2711386"/>
                  </a:lnTo>
                  <a:lnTo>
                    <a:pt x="3447774" y="2737909"/>
                  </a:lnTo>
                  <a:lnTo>
                    <a:pt x="3448630" y="2779089"/>
                  </a:lnTo>
                  <a:lnTo>
                    <a:pt x="3449485" y="2818454"/>
                  </a:lnTo>
                  <a:lnTo>
                    <a:pt x="3450341" y="2845570"/>
                  </a:lnTo>
                  <a:lnTo>
                    <a:pt x="3451196" y="2915864"/>
                  </a:lnTo>
                  <a:lnTo>
                    <a:pt x="3452052" y="2943798"/>
                  </a:lnTo>
                  <a:lnTo>
                    <a:pt x="3452907" y="2926246"/>
                  </a:lnTo>
                  <a:lnTo>
                    <a:pt x="3453763" y="2906362"/>
                  </a:lnTo>
                  <a:lnTo>
                    <a:pt x="3454618" y="2900181"/>
                  </a:lnTo>
                  <a:lnTo>
                    <a:pt x="3455474" y="2912827"/>
                  </a:lnTo>
                  <a:lnTo>
                    <a:pt x="3456329" y="2939065"/>
                  </a:lnTo>
                  <a:lnTo>
                    <a:pt x="3457185" y="2978318"/>
                  </a:lnTo>
                  <a:lnTo>
                    <a:pt x="3458040" y="3010272"/>
                  </a:lnTo>
                  <a:lnTo>
                    <a:pt x="3458896" y="2987116"/>
                  </a:lnTo>
                  <a:lnTo>
                    <a:pt x="3459752" y="2955562"/>
                  </a:lnTo>
                  <a:lnTo>
                    <a:pt x="3460607" y="2868216"/>
                  </a:lnTo>
                  <a:lnTo>
                    <a:pt x="3461463" y="2739900"/>
                  </a:lnTo>
                  <a:lnTo>
                    <a:pt x="3462318" y="2732669"/>
                  </a:lnTo>
                  <a:lnTo>
                    <a:pt x="3463174" y="2792371"/>
                  </a:lnTo>
                  <a:lnTo>
                    <a:pt x="3464029" y="2866724"/>
                  </a:lnTo>
                  <a:lnTo>
                    <a:pt x="3464885" y="2844351"/>
                  </a:lnTo>
                  <a:lnTo>
                    <a:pt x="3465740" y="2854594"/>
                  </a:lnTo>
                  <a:lnTo>
                    <a:pt x="3466596" y="2957547"/>
                  </a:lnTo>
                  <a:lnTo>
                    <a:pt x="3467451" y="2927009"/>
                  </a:lnTo>
                  <a:lnTo>
                    <a:pt x="3468307" y="2882685"/>
                  </a:lnTo>
                  <a:lnTo>
                    <a:pt x="3469162" y="2901316"/>
                  </a:lnTo>
                  <a:lnTo>
                    <a:pt x="3470018" y="3055190"/>
                  </a:lnTo>
                  <a:lnTo>
                    <a:pt x="3470873" y="3116972"/>
                  </a:lnTo>
                  <a:lnTo>
                    <a:pt x="3471729" y="3116972"/>
                  </a:lnTo>
                  <a:lnTo>
                    <a:pt x="3472584" y="3114860"/>
                  </a:lnTo>
                  <a:lnTo>
                    <a:pt x="3473440" y="3040869"/>
                  </a:lnTo>
                  <a:lnTo>
                    <a:pt x="3474295" y="2975084"/>
                  </a:lnTo>
                  <a:lnTo>
                    <a:pt x="3475151" y="2888481"/>
                  </a:lnTo>
                  <a:lnTo>
                    <a:pt x="3476007" y="2824774"/>
                  </a:lnTo>
                  <a:lnTo>
                    <a:pt x="3476862" y="2795318"/>
                  </a:lnTo>
                  <a:lnTo>
                    <a:pt x="3477718" y="2813493"/>
                  </a:lnTo>
                  <a:lnTo>
                    <a:pt x="3478573" y="2877873"/>
                  </a:lnTo>
                  <a:lnTo>
                    <a:pt x="3479429" y="2874313"/>
                  </a:lnTo>
                  <a:lnTo>
                    <a:pt x="3480284" y="2788688"/>
                  </a:lnTo>
                  <a:lnTo>
                    <a:pt x="3481140" y="2755500"/>
                  </a:lnTo>
                  <a:lnTo>
                    <a:pt x="3481995" y="2734479"/>
                  </a:lnTo>
                  <a:lnTo>
                    <a:pt x="3482851" y="2784377"/>
                  </a:lnTo>
                  <a:lnTo>
                    <a:pt x="3483706" y="2849042"/>
                  </a:lnTo>
                  <a:lnTo>
                    <a:pt x="3484562" y="2891310"/>
                  </a:lnTo>
                  <a:lnTo>
                    <a:pt x="3485417" y="2978152"/>
                  </a:lnTo>
                  <a:lnTo>
                    <a:pt x="3486273" y="3047385"/>
                  </a:lnTo>
                  <a:lnTo>
                    <a:pt x="3487128" y="3090993"/>
                  </a:lnTo>
                  <a:lnTo>
                    <a:pt x="3487984" y="3065768"/>
                  </a:lnTo>
                  <a:lnTo>
                    <a:pt x="3488839" y="3049009"/>
                  </a:lnTo>
                  <a:lnTo>
                    <a:pt x="3489695" y="3081720"/>
                  </a:lnTo>
                  <a:lnTo>
                    <a:pt x="3490550" y="3116972"/>
                  </a:lnTo>
                  <a:lnTo>
                    <a:pt x="3491406" y="3116972"/>
                  </a:lnTo>
                  <a:lnTo>
                    <a:pt x="3492262" y="3116972"/>
                  </a:lnTo>
                  <a:lnTo>
                    <a:pt x="3493117" y="3116972"/>
                  </a:lnTo>
                  <a:lnTo>
                    <a:pt x="3493973" y="3116972"/>
                  </a:lnTo>
                  <a:lnTo>
                    <a:pt x="3494828" y="3116972"/>
                  </a:lnTo>
                  <a:lnTo>
                    <a:pt x="3495684" y="3116972"/>
                  </a:lnTo>
                  <a:lnTo>
                    <a:pt x="3496539" y="3116972"/>
                  </a:lnTo>
                  <a:lnTo>
                    <a:pt x="3497395" y="3116972"/>
                  </a:lnTo>
                  <a:lnTo>
                    <a:pt x="3498250" y="3116972"/>
                  </a:lnTo>
                  <a:lnTo>
                    <a:pt x="3499106" y="3059104"/>
                  </a:lnTo>
                  <a:lnTo>
                    <a:pt x="3499961" y="3006008"/>
                  </a:lnTo>
                  <a:lnTo>
                    <a:pt x="3500817" y="2965897"/>
                  </a:lnTo>
                  <a:lnTo>
                    <a:pt x="3501672" y="2905839"/>
                  </a:lnTo>
                  <a:lnTo>
                    <a:pt x="3502528" y="2921365"/>
                  </a:lnTo>
                  <a:lnTo>
                    <a:pt x="3503383" y="2989015"/>
                  </a:lnTo>
                  <a:lnTo>
                    <a:pt x="3504239" y="3009323"/>
                  </a:lnTo>
                  <a:lnTo>
                    <a:pt x="3505094" y="3116972"/>
                  </a:lnTo>
                  <a:lnTo>
                    <a:pt x="3505950" y="3116972"/>
                  </a:lnTo>
                  <a:lnTo>
                    <a:pt x="3506806" y="3116972"/>
                  </a:lnTo>
                  <a:lnTo>
                    <a:pt x="3507661" y="3116972"/>
                  </a:lnTo>
                  <a:lnTo>
                    <a:pt x="3508517" y="3116972"/>
                  </a:lnTo>
                  <a:lnTo>
                    <a:pt x="3509372" y="3116972"/>
                  </a:lnTo>
                  <a:lnTo>
                    <a:pt x="3510228" y="3116972"/>
                  </a:lnTo>
                  <a:lnTo>
                    <a:pt x="3511083" y="3116972"/>
                  </a:lnTo>
                  <a:lnTo>
                    <a:pt x="3511939" y="3072584"/>
                  </a:lnTo>
                  <a:lnTo>
                    <a:pt x="3512794" y="2938628"/>
                  </a:lnTo>
                  <a:lnTo>
                    <a:pt x="3513650" y="2881656"/>
                  </a:lnTo>
                  <a:lnTo>
                    <a:pt x="3514505" y="2904914"/>
                  </a:lnTo>
                  <a:lnTo>
                    <a:pt x="3515361" y="2934300"/>
                  </a:lnTo>
                  <a:lnTo>
                    <a:pt x="3516216" y="2949772"/>
                  </a:lnTo>
                  <a:lnTo>
                    <a:pt x="3517072" y="2935278"/>
                  </a:lnTo>
                  <a:lnTo>
                    <a:pt x="3517927" y="3065044"/>
                  </a:lnTo>
                  <a:lnTo>
                    <a:pt x="3518783" y="3116972"/>
                  </a:lnTo>
                  <a:lnTo>
                    <a:pt x="3519638" y="3116972"/>
                  </a:lnTo>
                  <a:lnTo>
                    <a:pt x="3520494" y="3097010"/>
                  </a:lnTo>
                  <a:lnTo>
                    <a:pt x="3521349" y="3091509"/>
                  </a:lnTo>
                  <a:lnTo>
                    <a:pt x="3522205" y="3116804"/>
                  </a:lnTo>
                  <a:lnTo>
                    <a:pt x="3523061" y="3084206"/>
                  </a:lnTo>
                  <a:lnTo>
                    <a:pt x="3523916" y="2997823"/>
                  </a:lnTo>
                  <a:lnTo>
                    <a:pt x="3524772" y="2985683"/>
                  </a:lnTo>
                  <a:lnTo>
                    <a:pt x="3525627" y="3040380"/>
                  </a:lnTo>
                  <a:lnTo>
                    <a:pt x="3526483" y="2948877"/>
                  </a:lnTo>
                  <a:lnTo>
                    <a:pt x="3527338" y="2868566"/>
                  </a:lnTo>
                  <a:lnTo>
                    <a:pt x="3528194" y="2861212"/>
                  </a:lnTo>
                  <a:lnTo>
                    <a:pt x="3529049" y="2906349"/>
                  </a:lnTo>
                  <a:lnTo>
                    <a:pt x="3529905" y="2932627"/>
                  </a:lnTo>
                  <a:lnTo>
                    <a:pt x="3530760" y="2935160"/>
                  </a:lnTo>
                  <a:lnTo>
                    <a:pt x="3531616" y="3060059"/>
                  </a:lnTo>
                  <a:lnTo>
                    <a:pt x="3532471" y="3116972"/>
                  </a:lnTo>
                  <a:lnTo>
                    <a:pt x="3533327" y="3116972"/>
                  </a:lnTo>
                  <a:lnTo>
                    <a:pt x="3534182" y="3116972"/>
                  </a:lnTo>
                  <a:lnTo>
                    <a:pt x="3535038" y="3098697"/>
                  </a:lnTo>
                  <a:lnTo>
                    <a:pt x="3535893" y="3041699"/>
                  </a:lnTo>
                  <a:lnTo>
                    <a:pt x="3536749" y="2987289"/>
                  </a:lnTo>
                  <a:lnTo>
                    <a:pt x="3537604" y="2930662"/>
                  </a:lnTo>
                  <a:lnTo>
                    <a:pt x="3538460" y="2923613"/>
                  </a:lnTo>
                  <a:lnTo>
                    <a:pt x="3539316" y="2922341"/>
                  </a:lnTo>
                  <a:lnTo>
                    <a:pt x="3540171" y="2984124"/>
                  </a:lnTo>
                  <a:lnTo>
                    <a:pt x="3541027" y="3058099"/>
                  </a:lnTo>
                  <a:lnTo>
                    <a:pt x="3541882" y="3079113"/>
                  </a:lnTo>
                  <a:lnTo>
                    <a:pt x="3542738" y="3116972"/>
                  </a:lnTo>
                  <a:lnTo>
                    <a:pt x="3543593" y="3114667"/>
                  </a:lnTo>
                  <a:lnTo>
                    <a:pt x="3544449" y="3116972"/>
                  </a:lnTo>
                  <a:lnTo>
                    <a:pt x="3545304" y="3116972"/>
                  </a:lnTo>
                  <a:lnTo>
                    <a:pt x="3546160" y="3116972"/>
                  </a:lnTo>
                  <a:lnTo>
                    <a:pt x="3547015" y="3116972"/>
                  </a:lnTo>
                  <a:lnTo>
                    <a:pt x="3547871" y="3116972"/>
                  </a:lnTo>
                  <a:lnTo>
                    <a:pt x="3548726" y="3116972"/>
                  </a:lnTo>
                  <a:lnTo>
                    <a:pt x="3549582" y="3097245"/>
                  </a:lnTo>
                  <a:lnTo>
                    <a:pt x="3550437" y="3064944"/>
                  </a:lnTo>
                  <a:lnTo>
                    <a:pt x="3551293" y="3064748"/>
                  </a:lnTo>
                  <a:lnTo>
                    <a:pt x="3552148" y="3096336"/>
                  </a:lnTo>
                  <a:lnTo>
                    <a:pt x="3553004" y="3083444"/>
                  </a:lnTo>
                  <a:lnTo>
                    <a:pt x="3553859" y="3015588"/>
                  </a:lnTo>
                  <a:lnTo>
                    <a:pt x="3554715" y="2950745"/>
                  </a:lnTo>
                  <a:lnTo>
                    <a:pt x="3555571" y="2912865"/>
                  </a:lnTo>
                  <a:lnTo>
                    <a:pt x="3556426" y="2867612"/>
                  </a:lnTo>
                  <a:lnTo>
                    <a:pt x="3557282" y="2810080"/>
                  </a:lnTo>
                  <a:lnTo>
                    <a:pt x="3558137" y="2822972"/>
                  </a:lnTo>
                  <a:lnTo>
                    <a:pt x="3558993" y="2896679"/>
                  </a:lnTo>
                  <a:lnTo>
                    <a:pt x="3559848" y="2994920"/>
                  </a:lnTo>
                  <a:lnTo>
                    <a:pt x="3560704" y="3039392"/>
                  </a:lnTo>
                  <a:lnTo>
                    <a:pt x="3561559" y="3030499"/>
                  </a:lnTo>
                  <a:lnTo>
                    <a:pt x="3562415" y="3045966"/>
                  </a:lnTo>
                  <a:lnTo>
                    <a:pt x="3563270" y="3060740"/>
                  </a:lnTo>
                  <a:lnTo>
                    <a:pt x="3564126" y="3054890"/>
                  </a:lnTo>
                  <a:lnTo>
                    <a:pt x="3564981" y="3037096"/>
                  </a:lnTo>
                  <a:lnTo>
                    <a:pt x="3565837" y="3063897"/>
                  </a:lnTo>
                  <a:lnTo>
                    <a:pt x="3566692" y="3105424"/>
                  </a:lnTo>
                  <a:lnTo>
                    <a:pt x="3567548" y="3077621"/>
                  </a:lnTo>
                  <a:lnTo>
                    <a:pt x="3568403" y="3025877"/>
                  </a:lnTo>
                  <a:lnTo>
                    <a:pt x="3569259" y="3036995"/>
                  </a:lnTo>
                  <a:lnTo>
                    <a:pt x="3570115" y="3075050"/>
                  </a:lnTo>
                  <a:lnTo>
                    <a:pt x="3570970" y="3015625"/>
                  </a:lnTo>
                  <a:lnTo>
                    <a:pt x="3571826" y="2970903"/>
                  </a:lnTo>
                  <a:lnTo>
                    <a:pt x="3572681" y="2993492"/>
                  </a:lnTo>
                  <a:lnTo>
                    <a:pt x="3573537" y="3030464"/>
                  </a:lnTo>
                  <a:lnTo>
                    <a:pt x="3574392" y="3019345"/>
                  </a:lnTo>
                  <a:lnTo>
                    <a:pt x="3575248" y="2965690"/>
                  </a:lnTo>
                  <a:lnTo>
                    <a:pt x="3576103" y="2964764"/>
                  </a:lnTo>
                  <a:lnTo>
                    <a:pt x="3576959" y="2974417"/>
                  </a:lnTo>
                  <a:lnTo>
                    <a:pt x="3577814" y="2974260"/>
                  </a:lnTo>
                  <a:lnTo>
                    <a:pt x="3578670" y="2975452"/>
                  </a:lnTo>
                  <a:lnTo>
                    <a:pt x="3579525" y="2928412"/>
                  </a:lnTo>
                  <a:lnTo>
                    <a:pt x="3580381" y="2874747"/>
                  </a:lnTo>
                  <a:lnTo>
                    <a:pt x="3581236" y="2893967"/>
                  </a:lnTo>
                  <a:lnTo>
                    <a:pt x="3582092" y="2950494"/>
                  </a:lnTo>
                  <a:lnTo>
                    <a:pt x="3582947" y="2962699"/>
                  </a:lnTo>
                  <a:lnTo>
                    <a:pt x="3583803" y="2864814"/>
                  </a:lnTo>
                  <a:lnTo>
                    <a:pt x="3584658" y="2867346"/>
                  </a:lnTo>
                  <a:lnTo>
                    <a:pt x="3585514" y="2921008"/>
                  </a:lnTo>
                  <a:lnTo>
                    <a:pt x="3586370" y="2925091"/>
                  </a:lnTo>
                  <a:lnTo>
                    <a:pt x="3587225" y="2890721"/>
                  </a:lnTo>
                  <a:lnTo>
                    <a:pt x="3588081" y="2879886"/>
                  </a:lnTo>
                  <a:lnTo>
                    <a:pt x="3588936" y="2890579"/>
                  </a:lnTo>
                  <a:lnTo>
                    <a:pt x="3589792" y="2816481"/>
                  </a:lnTo>
                  <a:lnTo>
                    <a:pt x="3590647" y="2764332"/>
                  </a:lnTo>
                  <a:lnTo>
                    <a:pt x="3591503" y="2776121"/>
                  </a:lnTo>
                  <a:lnTo>
                    <a:pt x="3592358" y="2799230"/>
                  </a:lnTo>
                  <a:lnTo>
                    <a:pt x="3593214" y="2797863"/>
                  </a:lnTo>
                  <a:lnTo>
                    <a:pt x="3594069" y="2803103"/>
                  </a:lnTo>
                  <a:lnTo>
                    <a:pt x="3594925" y="2888287"/>
                  </a:lnTo>
                  <a:lnTo>
                    <a:pt x="3595780" y="2906225"/>
                  </a:lnTo>
                  <a:lnTo>
                    <a:pt x="3596636" y="2877732"/>
                  </a:lnTo>
                  <a:lnTo>
                    <a:pt x="3597491" y="2877734"/>
                  </a:lnTo>
                  <a:lnTo>
                    <a:pt x="3598347" y="2893583"/>
                  </a:lnTo>
                  <a:lnTo>
                    <a:pt x="3599202" y="2974342"/>
                  </a:lnTo>
                  <a:lnTo>
                    <a:pt x="3600058" y="3007765"/>
                  </a:lnTo>
                  <a:lnTo>
                    <a:pt x="3600913" y="3066570"/>
                  </a:lnTo>
                  <a:lnTo>
                    <a:pt x="3601769" y="3109595"/>
                  </a:lnTo>
                  <a:lnTo>
                    <a:pt x="3602625" y="3084155"/>
                  </a:lnTo>
                  <a:lnTo>
                    <a:pt x="3603480" y="3011891"/>
                  </a:lnTo>
                  <a:lnTo>
                    <a:pt x="3604336" y="2897227"/>
                  </a:lnTo>
                  <a:lnTo>
                    <a:pt x="3605191" y="2860569"/>
                  </a:lnTo>
                  <a:lnTo>
                    <a:pt x="3606047" y="2819813"/>
                  </a:lnTo>
                  <a:lnTo>
                    <a:pt x="3606902" y="2750031"/>
                  </a:lnTo>
                  <a:lnTo>
                    <a:pt x="3607758" y="2756216"/>
                  </a:lnTo>
                  <a:lnTo>
                    <a:pt x="3608613" y="2861331"/>
                  </a:lnTo>
                  <a:lnTo>
                    <a:pt x="3609469" y="2972476"/>
                  </a:lnTo>
                  <a:lnTo>
                    <a:pt x="3610324" y="2999739"/>
                  </a:lnTo>
                  <a:lnTo>
                    <a:pt x="3611180" y="3045669"/>
                  </a:lnTo>
                  <a:lnTo>
                    <a:pt x="3612035" y="3116972"/>
                  </a:lnTo>
                  <a:lnTo>
                    <a:pt x="3612891" y="3116972"/>
                  </a:lnTo>
                  <a:lnTo>
                    <a:pt x="3613746" y="3116972"/>
                  </a:lnTo>
                  <a:lnTo>
                    <a:pt x="3614602" y="3116972"/>
                  </a:lnTo>
                  <a:lnTo>
                    <a:pt x="3615457" y="3116972"/>
                  </a:lnTo>
                  <a:lnTo>
                    <a:pt x="3616313" y="3077245"/>
                  </a:lnTo>
                  <a:lnTo>
                    <a:pt x="3617169" y="3034969"/>
                  </a:lnTo>
                  <a:lnTo>
                    <a:pt x="3618024" y="2976192"/>
                  </a:lnTo>
                  <a:lnTo>
                    <a:pt x="3618880" y="2938121"/>
                  </a:lnTo>
                  <a:lnTo>
                    <a:pt x="3619735" y="2921653"/>
                  </a:lnTo>
                  <a:lnTo>
                    <a:pt x="3620591" y="2932729"/>
                  </a:lnTo>
                  <a:lnTo>
                    <a:pt x="3621446" y="2910457"/>
                  </a:lnTo>
                  <a:lnTo>
                    <a:pt x="3622302" y="2843302"/>
                  </a:lnTo>
                  <a:lnTo>
                    <a:pt x="3623157" y="2852245"/>
                  </a:lnTo>
                  <a:lnTo>
                    <a:pt x="3624013" y="2774101"/>
                  </a:lnTo>
                  <a:lnTo>
                    <a:pt x="3624868" y="2677200"/>
                  </a:lnTo>
                  <a:lnTo>
                    <a:pt x="3625724" y="2622648"/>
                  </a:lnTo>
                  <a:lnTo>
                    <a:pt x="3626579" y="2718706"/>
                  </a:lnTo>
                  <a:lnTo>
                    <a:pt x="3627435" y="2816232"/>
                  </a:lnTo>
                  <a:lnTo>
                    <a:pt x="3628290" y="2758601"/>
                  </a:lnTo>
                  <a:lnTo>
                    <a:pt x="3629146" y="2723636"/>
                  </a:lnTo>
                  <a:lnTo>
                    <a:pt x="3630001" y="2745116"/>
                  </a:lnTo>
                  <a:lnTo>
                    <a:pt x="3630857" y="2762921"/>
                  </a:lnTo>
                  <a:lnTo>
                    <a:pt x="3631712" y="2797343"/>
                  </a:lnTo>
                  <a:lnTo>
                    <a:pt x="3632568" y="2862293"/>
                  </a:lnTo>
                  <a:lnTo>
                    <a:pt x="3633424" y="2951510"/>
                  </a:lnTo>
                  <a:lnTo>
                    <a:pt x="3634279" y="3021991"/>
                  </a:lnTo>
                  <a:lnTo>
                    <a:pt x="3635135" y="2993241"/>
                  </a:lnTo>
                  <a:lnTo>
                    <a:pt x="3635990" y="2969346"/>
                  </a:lnTo>
                  <a:lnTo>
                    <a:pt x="3636846" y="2823083"/>
                  </a:lnTo>
                  <a:lnTo>
                    <a:pt x="3637701" y="2580643"/>
                  </a:lnTo>
                  <a:lnTo>
                    <a:pt x="3638557" y="2404679"/>
                  </a:lnTo>
                  <a:lnTo>
                    <a:pt x="3639412" y="2298572"/>
                  </a:lnTo>
                  <a:lnTo>
                    <a:pt x="3640268" y="2314411"/>
                  </a:lnTo>
                  <a:lnTo>
                    <a:pt x="3641123" y="2410553"/>
                  </a:lnTo>
                  <a:lnTo>
                    <a:pt x="3641979" y="2449328"/>
                  </a:lnTo>
                  <a:lnTo>
                    <a:pt x="3642834" y="2416906"/>
                  </a:lnTo>
                  <a:lnTo>
                    <a:pt x="3643690" y="2342561"/>
                  </a:lnTo>
                  <a:lnTo>
                    <a:pt x="3644545" y="2391807"/>
                  </a:lnTo>
                  <a:lnTo>
                    <a:pt x="3645401" y="2396356"/>
                  </a:lnTo>
                  <a:lnTo>
                    <a:pt x="3646256" y="2200512"/>
                  </a:lnTo>
                  <a:lnTo>
                    <a:pt x="3647112" y="2027824"/>
                  </a:lnTo>
                  <a:lnTo>
                    <a:pt x="3647967" y="2065806"/>
                  </a:lnTo>
                  <a:lnTo>
                    <a:pt x="3648823" y="2199733"/>
                  </a:lnTo>
                  <a:lnTo>
                    <a:pt x="3649679" y="2182201"/>
                  </a:lnTo>
                  <a:lnTo>
                    <a:pt x="3650534" y="2122890"/>
                  </a:lnTo>
                  <a:lnTo>
                    <a:pt x="3651390" y="2138071"/>
                  </a:lnTo>
                  <a:lnTo>
                    <a:pt x="3652245" y="2190099"/>
                  </a:lnTo>
                  <a:lnTo>
                    <a:pt x="3653101" y="2152942"/>
                  </a:lnTo>
                  <a:lnTo>
                    <a:pt x="3653956" y="2056871"/>
                  </a:lnTo>
                  <a:lnTo>
                    <a:pt x="3654812" y="2018365"/>
                  </a:lnTo>
                  <a:lnTo>
                    <a:pt x="3655667" y="1914187"/>
                  </a:lnTo>
                  <a:lnTo>
                    <a:pt x="3656523" y="1777521"/>
                  </a:lnTo>
                  <a:lnTo>
                    <a:pt x="3657378" y="1687609"/>
                  </a:lnTo>
                  <a:lnTo>
                    <a:pt x="3658234" y="1661158"/>
                  </a:lnTo>
                  <a:lnTo>
                    <a:pt x="3659089" y="1638155"/>
                  </a:lnTo>
                  <a:lnTo>
                    <a:pt x="3659945" y="1553190"/>
                  </a:lnTo>
                  <a:lnTo>
                    <a:pt x="3660800" y="1591427"/>
                  </a:lnTo>
                  <a:lnTo>
                    <a:pt x="3661656" y="1656155"/>
                  </a:lnTo>
                  <a:lnTo>
                    <a:pt x="3662511" y="1672473"/>
                  </a:lnTo>
                  <a:lnTo>
                    <a:pt x="3663367" y="1646315"/>
                  </a:lnTo>
                  <a:lnTo>
                    <a:pt x="3664223" y="1577204"/>
                  </a:lnTo>
                  <a:lnTo>
                    <a:pt x="3665078" y="1615653"/>
                  </a:lnTo>
                  <a:lnTo>
                    <a:pt x="3665934" y="1688223"/>
                  </a:lnTo>
                  <a:lnTo>
                    <a:pt x="3666789" y="1762434"/>
                  </a:lnTo>
                  <a:lnTo>
                    <a:pt x="3667645" y="1908238"/>
                  </a:lnTo>
                  <a:lnTo>
                    <a:pt x="3668500" y="2138180"/>
                  </a:lnTo>
                  <a:lnTo>
                    <a:pt x="3669356" y="2292295"/>
                  </a:lnTo>
                  <a:lnTo>
                    <a:pt x="3670211" y="2342969"/>
                  </a:lnTo>
                  <a:lnTo>
                    <a:pt x="3671067" y="2391247"/>
                  </a:lnTo>
                  <a:lnTo>
                    <a:pt x="3671922" y="2502245"/>
                  </a:lnTo>
                  <a:lnTo>
                    <a:pt x="3672778" y="2519110"/>
                  </a:lnTo>
                  <a:lnTo>
                    <a:pt x="3673633" y="2347286"/>
                  </a:lnTo>
                  <a:lnTo>
                    <a:pt x="3674489" y="2274083"/>
                  </a:lnTo>
                  <a:lnTo>
                    <a:pt x="3675344" y="2180203"/>
                  </a:lnTo>
                  <a:lnTo>
                    <a:pt x="3676200" y="2040622"/>
                  </a:lnTo>
                  <a:lnTo>
                    <a:pt x="3677055" y="1888850"/>
                  </a:lnTo>
                  <a:lnTo>
                    <a:pt x="3677911" y="1709335"/>
                  </a:lnTo>
                  <a:lnTo>
                    <a:pt x="3678766" y="1628175"/>
                  </a:lnTo>
                  <a:lnTo>
                    <a:pt x="3679622" y="1532269"/>
                  </a:lnTo>
                  <a:lnTo>
                    <a:pt x="3680478" y="1463428"/>
                  </a:lnTo>
                  <a:lnTo>
                    <a:pt x="3681333" y="1357047"/>
                  </a:lnTo>
                  <a:lnTo>
                    <a:pt x="3682189" y="1322241"/>
                  </a:lnTo>
                  <a:lnTo>
                    <a:pt x="3683044" y="1426312"/>
                  </a:lnTo>
                  <a:lnTo>
                    <a:pt x="3683900" y="1512607"/>
                  </a:lnTo>
                  <a:lnTo>
                    <a:pt x="3684755" y="1702562"/>
                  </a:lnTo>
                  <a:lnTo>
                    <a:pt x="3685611" y="1878464"/>
                  </a:lnTo>
                  <a:lnTo>
                    <a:pt x="3686466" y="1892294"/>
                  </a:lnTo>
                  <a:lnTo>
                    <a:pt x="3687322" y="1849653"/>
                  </a:lnTo>
                  <a:lnTo>
                    <a:pt x="3688177" y="1771389"/>
                  </a:lnTo>
                  <a:lnTo>
                    <a:pt x="3689033" y="1604257"/>
                  </a:lnTo>
                  <a:lnTo>
                    <a:pt x="3689888" y="1308187"/>
                  </a:lnTo>
                  <a:lnTo>
                    <a:pt x="3690744" y="1102275"/>
                  </a:lnTo>
                  <a:lnTo>
                    <a:pt x="3691599" y="1069127"/>
                  </a:lnTo>
                  <a:lnTo>
                    <a:pt x="3692455" y="1069263"/>
                  </a:lnTo>
                  <a:lnTo>
                    <a:pt x="3693310" y="1091198"/>
                  </a:lnTo>
                  <a:lnTo>
                    <a:pt x="3694166" y="1244994"/>
                  </a:lnTo>
                  <a:lnTo>
                    <a:pt x="3695021" y="1521141"/>
                  </a:lnTo>
                  <a:lnTo>
                    <a:pt x="3695877" y="1798934"/>
                  </a:lnTo>
                  <a:lnTo>
                    <a:pt x="3696733" y="2095535"/>
                  </a:lnTo>
                  <a:lnTo>
                    <a:pt x="3697588" y="2277114"/>
                  </a:lnTo>
                  <a:lnTo>
                    <a:pt x="3698444" y="2341177"/>
                  </a:lnTo>
                  <a:lnTo>
                    <a:pt x="3699299" y="2402068"/>
                  </a:lnTo>
                  <a:lnTo>
                    <a:pt x="3700155" y="2392884"/>
                  </a:lnTo>
                  <a:lnTo>
                    <a:pt x="3701010" y="2427101"/>
                  </a:lnTo>
                  <a:lnTo>
                    <a:pt x="3701866" y="2517522"/>
                  </a:lnTo>
                  <a:lnTo>
                    <a:pt x="3702721" y="2626351"/>
                  </a:lnTo>
                  <a:lnTo>
                    <a:pt x="3703577" y="2720119"/>
                  </a:lnTo>
                  <a:lnTo>
                    <a:pt x="3704432" y="2834795"/>
                  </a:lnTo>
                  <a:lnTo>
                    <a:pt x="3705288" y="2952937"/>
                  </a:lnTo>
                  <a:lnTo>
                    <a:pt x="3706143" y="2991876"/>
                  </a:lnTo>
                  <a:lnTo>
                    <a:pt x="3706999" y="2967301"/>
                  </a:lnTo>
                  <a:lnTo>
                    <a:pt x="3707854" y="2947727"/>
                  </a:lnTo>
                  <a:lnTo>
                    <a:pt x="3708710" y="2932078"/>
                  </a:lnTo>
                  <a:lnTo>
                    <a:pt x="3709565" y="2958186"/>
                  </a:lnTo>
                  <a:lnTo>
                    <a:pt x="3710421" y="3003811"/>
                  </a:lnTo>
                  <a:lnTo>
                    <a:pt x="3711277" y="2946501"/>
                  </a:lnTo>
                  <a:lnTo>
                    <a:pt x="3712132" y="2867319"/>
                  </a:lnTo>
                  <a:lnTo>
                    <a:pt x="3712988" y="2836679"/>
                  </a:lnTo>
                  <a:lnTo>
                    <a:pt x="3713843" y="2818448"/>
                  </a:lnTo>
                  <a:lnTo>
                    <a:pt x="3714699" y="2675789"/>
                  </a:lnTo>
                  <a:lnTo>
                    <a:pt x="3715554" y="2568243"/>
                  </a:lnTo>
                  <a:lnTo>
                    <a:pt x="3716410" y="2579269"/>
                  </a:lnTo>
                  <a:lnTo>
                    <a:pt x="3717265" y="2620387"/>
                  </a:lnTo>
                  <a:lnTo>
                    <a:pt x="3718121" y="2643340"/>
                  </a:lnTo>
                  <a:lnTo>
                    <a:pt x="3718976" y="2679290"/>
                  </a:lnTo>
                  <a:lnTo>
                    <a:pt x="3719832" y="2735478"/>
                  </a:lnTo>
                  <a:lnTo>
                    <a:pt x="3720687" y="2690625"/>
                  </a:lnTo>
                  <a:lnTo>
                    <a:pt x="3721543" y="2677125"/>
                  </a:lnTo>
                  <a:lnTo>
                    <a:pt x="3722398" y="2685016"/>
                  </a:lnTo>
                  <a:lnTo>
                    <a:pt x="3723254" y="2793213"/>
                  </a:lnTo>
                  <a:lnTo>
                    <a:pt x="3724109" y="2918996"/>
                  </a:lnTo>
                  <a:lnTo>
                    <a:pt x="3724965" y="2989506"/>
                  </a:lnTo>
                  <a:lnTo>
                    <a:pt x="3725820" y="3096442"/>
                  </a:lnTo>
                  <a:lnTo>
                    <a:pt x="3726676" y="3116972"/>
                  </a:lnTo>
                  <a:lnTo>
                    <a:pt x="3727532" y="3116972"/>
                  </a:lnTo>
                  <a:lnTo>
                    <a:pt x="3728387" y="3013735"/>
                  </a:lnTo>
                  <a:lnTo>
                    <a:pt x="3729243" y="2986822"/>
                  </a:lnTo>
                  <a:lnTo>
                    <a:pt x="3730098" y="3036242"/>
                  </a:lnTo>
                  <a:lnTo>
                    <a:pt x="3730954" y="3012628"/>
                  </a:lnTo>
                  <a:lnTo>
                    <a:pt x="3731809" y="2962765"/>
                  </a:lnTo>
                  <a:lnTo>
                    <a:pt x="3732665" y="3039622"/>
                  </a:lnTo>
                  <a:lnTo>
                    <a:pt x="3733520" y="3091706"/>
                  </a:lnTo>
                  <a:lnTo>
                    <a:pt x="3734376" y="3051285"/>
                  </a:lnTo>
                  <a:lnTo>
                    <a:pt x="3735231" y="2917344"/>
                  </a:lnTo>
                  <a:lnTo>
                    <a:pt x="3736087" y="2912909"/>
                  </a:lnTo>
                  <a:lnTo>
                    <a:pt x="3736942" y="3001100"/>
                  </a:lnTo>
                  <a:lnTo>
                    <a:pt x="3737798" y="3084974"/>
                  </a:lnTo>
                  <a:lnTo>
                    <a:pt x="3738653" y="3116972"/>
                  </a:lnTo>
                  <a:lnTo>
                    <a:pt x="3739509" y="3116972"/>
                  </a:lnTo>
                  <a:lnTo>
                    <a:pt x="3740364" y="3116972"/>
                  </a:lnTo>
                  <a:lnTo>
                    <a:pt x="3741220" y="3116972"/>
                  </a:lnTo>
                  <a:lnTo>
                    <a:pt x="3742075" y="3116972"/>
                  </a:lnTo>
                  <a:lnTo>
                    <a:pt x="3742931" y="3100788"/>
                  </a:lnTo>
                  <a:lnTo>
                    <a:pt x="3743787" y="2998991"/>
                  </a:lnTo>
                  <a:lnTo>
                    <a:pt x="3744642" y="3026844"/>
                  </a:lnTo>
                  <a:lnTo>
                    <a:pt x="3745498" y="3098425"/>
                  </a:lnTo>
                  <a:lnTo>
                    <a:pt x="3746353" y="3116972"/>
                  </a:lnTo>
                  <a:lnTo>
                    <a:pt x="3747209" y="3109152"/>
                  </a:lnTo>
                  <a:lnTo>
                    <a:pt x="3748064" y="2954323"/>
                  </a:lnTo>
                  <a:lnTo>
                    <a:pt x="3748920" y="2958137"/>
                  </a:lnTo>
                  <a:lnTo>
                    <a:pt x="3749775" y="2918037"/>
                  </a:lnTo>
                  <a:lnTo>
                    <a:pt x="3750631" y="2854733"/>
                  </a:lnTo>
                  <a:lnTo>
                    <a:pt x="3751486" y="2811421"/>
                  </a:lnTo>
                  <a:lnTo>
                    <a:pt x="3752342" y="2857787"/>
                  </a:lnTo>
                  <a:lnTo>
                    <a:pt x="3753197" y="3018190"/>
                  </a:lnTo>
                  <a:lnTo>
                    <a:pt x="3754053" y="3116972"/>
                  </a:lnTo>
                  <a:lnTo>
                    <a:pt x="3754908" y="3116972"/>
                  </a:lnTo>
                  <a:lnTo>
                    <a:pt x="3755764" y="3116972"/>
                  </a:lnTo>
                  <a:lnTo>
                    <a:pt x="3756619" y="3116972"/>
                  </a:lnTo>
                  <a:lnTo>
                    <a:pt x="3757475" y="3116972"/>
                  </a:lnTo>
                  <a:lnTo>
                    <a:pt x="3758331" y="3116972"/>
                  </a:lnTo>
                  <a:lnTo>
                    <a:pt x="3759186" y="3116972"/>
                  </a:lnTo>
                  <a:lnTo>
                    <a:pt x="3760042" y="3116972"/>
                  </a:lnTo>
                  <a:lnTo>
                    <a:pt x="3760897" y="3116972"/>
                  </a:lnTo>
                  <a:lnTo>
                    <a:pt x="3761753" y="3116972"/>
                  </a:lnTo>
                  <a:lnTo>
                    <a:pt x="3762608" y="3116972"/>
                  </a:lnTo>
                  <a:lnTo>
                    <a:pt x="3763464" y="3116972"/>
                  </a:lnTo>
                  <a:lnTo>
                    <a:pt x="3764319" y="3116972"/>
                  </a:lnTo>
                  <a:lnTo>
                    <a:pt x="3765175" y="3116972"/>
                  </a:lnTo>
                  <a:lnTo>
                    <a:pt x="3766030" y="3116972"/>
                  </a:lnTo>
                  <a:lnTo>
                    <a:pt x="3766886" y="3027697"/>
                  </a:lnTo>
                  <a:lnTo>
                    <a:pt x="3767741" y="2940307"/>
                  </a:lnTo>
                  <a:lnTo>
                    <a:pt x="3768597" y="2922951"/>
                  </a:lnTo>
                  <a:lnTo>
                    <a:pt x="3769452" y="2964358"/>
                  </a:lnTo>
                  <a:lnTo>
                    <a:pt x="3770308" y="3027415"/>
                  </a:lnTo>
                  <a:lnTo>
                    <a:pt x="3771163" y="3103379"/>
                  </a:lnTo>
                  <a:lnTo>
                    <a:pt x="3772019" y="3116972"/>
                  </a:lnTo>
                  <a:lnTo>
                    <a:pt x="3772874" y="3116972"/>
                  </a:lnTo>
                  <a:lnTo>
                    <a:pt x="3773730" y="3116972"/>
                  </a:lnTo>
                  <a:lnTo>
                    <a:pt x="3774586" y="3116972"/>
                  </a:lnTo>
                  <a:lnTo>
                    <a:pt x="3775441" y="3116972"/>
                  </a:lnTo>
                  <a:lnTo>
                    <a:pt x="3776297" y="3116972"/>
                  </a:lnTo>
                  <a:lnTo>
                    <a:pt x="3777152" y="3116972"/>
                  </a:lnTo>
                  <a:lnTo>
                    <a:pt x="3778008" y="3116972"/>
                  </a:lnTo>
                  <a:lnTo>
                    <a:pt x="3778863" y="3116972"/>
                  </a:lnTo>
                  <a:lnTo>
                    <a:pt x="3779719" y="3116972"/>
                  </a:lnTo>
                  <a:lnTo>
                    <a:pt x="3780574" y="3116972"/>
                  </a:lnTo>
                  <a:lnTo>
                    <a:pt x="3781430" y="3116972"/>
                  </a:lnTo>
                  <a:lnTo>
                    <a:pt x="3782285" y="3116972"/>
                  </a:lnTo>
                  <a:lnTo>
                    <a:pt x="3783141" y="3032140"/>
                  </a:lnTo>
                  <a:lnTo>
                    <a:pt x="3783996" y="2981967"/>
                  </a:lnTo>
                  <a:lnTo>
                    <a:pt x="3784852" y="3022933"/>
                  </a:lnTo>
                  <a:lnTo>
                    <a:pt x="3785707" y="3114918"/>
                  </a:lnTo>
                  <a:lnTo>
                    <a:pt x="3786563" y="3116972"/>
                  </a:lnTo>
                  <a:lnTo>
                    <a:pt x="3787418" y="3116972"/>
                  </a:lnTo>
                  <a:lnTo>
                    <a:pt x="3788274" y="3116972"/>
                  </a:lnTo>
                  <a:lnTo>
                    <a:pt x="3789129" y="3116972"/>
                  </a:lnTo>
                  <a:lnTo>
                    <a:pt x="3789985" y="3116972"/>
                  </a:lnTo>
                  <a:lnTo>
                    <a:pt x="3790841" y="3116972"/>
                  </a:lnTo>
                  <a:lnTo>
                    <a:pt x="3791696" y="3116972"/>
                  </a:lnTo>
                  <a:lnTo>
                    <a:pt x="3792552" y="2993705"/>
                  </a:lnTo>
                  <a:lnTo>
                    <a:pt x="3793407" y="2994112"/>
                  </a:lnTo>
                  <a:lnTo>
                    <a:pt x="3794263" y="3042526"/>
                  </a:lnTo>
                  <a:lnTo>
                    <a:pt x="3795118" y="3039255"/>
                  </a:lnTo>
                  <a:lnTo>
                    <a:pt x="3795974" y="3116972"/>
                  </a:lnTo>
                  <a:lnTo>
                    <a:pt x="3796829" y="3116972"/>
                  </a:lnTo>
                  <a:lnTo>
                    <a:pt x="3797685" y="3116972"/>
                  </a:lnTo>
                  <a:lnTo>
                    <a:pt x="3798540" y="3116972"/>
                  </a:lnTo>
                  <a:lnTo>
                    <a:pt x="3799396" y="3095891"/>
                  </a:lnTo>
                  <a:lnTo>
                    <a:pt x="3800251" y="3102239"/>
                  </a:lnTo>
                  <a:lnTo>
                    <a:pt x="3801107" y="3045974"/>
                  </a:lnTo>
                  <a:lnTo>
                    <a:pt x="3801962" y="2997215"/>
                  </a:lnTo>
                  <a:lnTo>
                    <a:pt x="3802818" y="2982860"/>
                  </a:lnTo>
                  <a:lnTo>
                    <a:pt x="3803673" y="3016804"/>
                  </a:lnTo>
                  <a:lnTo>
                    <a:pt x="3804529" y="3062328"/>
                  </a:lnTo>
                  <a:lnTo>
                    <a:pt x="3805384" y="3113847"/>
                  </a:lnTo>
                  <a:lnTo>
                    <a:pt x="3806240" y="3116972"/>
                  </a:lnTo>
                  <a:lnTo>
                    <a:pt x="3807096" y="3116972"/>
                  </a:lnTo>
                  <a:lnTo>
                    <a:pt x="3807951" y="3080255"/>
                  </a:lnTo>
                  <a:lnTo>
                    <a:pt x="3808807" y="3064007"/>
                  </a:lnTo>
                  <a:lnTo>
                    <a:pt x="3809662" y="3028441"/>
                  </a:lnTo>
                  <a:lnTo>
                    <a:pt x="3810518" y="2960488"/>
                  </a:lnTo>
                  <a:lnTo>
                    <a:pt x="3811373" y="2868260"/>
                  </a:lnTo>
                  <a:lnTo>
                    <a:pt x="3812229" y="2852388"/>
                  </a:lnTo>
                  <a:lnTo>
                    <a:pt x="3813084" y="2905808"/>
                  </a:lnTo>
                  <a:lnTo>
                    <a:pt x="3813940" y="3000770"/>
                  </a:lnTo>
                  <a:lnTo>
                    <a:pt x="3814795" y="3116972"/>
                  </a:lnTo>
                  <a:lnTo>
                    <a:pt x="3815651" y="3116972"/>
                  </a:lnTo>
                  <a:lnTo>
                    <a:pt x="3816506" y="3116972"/>
                  </a:lnTo>
                  <a:lnTo>
                    <a:pt x="3817362" y="3116972"/>
                  </a:lnTo>
                  <a:lnTo>
                    <a:pt x="3818217" y="3116972"/>
                  </a:lnTo>
                  <a:lnTo>
                    <a:pt x="3819073" y="3116972"/>
                  </a:lnTo>
                  <a:lnTo>
                    <a:pt x="3819928" y="3116972"/>
                  </a:lnTo>
                  <a:lnTo>
                    <a:pt x="3820784" y="3116972"/>
                  </a:lnTo>
                  <a:lnTo>
                    <a:pt x="3821640" y="3116972"/>
                  </a:lnTo>
                  <a:lnTo>
                    <a:pt x="3822495" y="3099718"/>
                  </a:lnTo>
                  <a:lnTo>
                    <a:pt x="3823351" y="2974491"/>
                  </a:lnTo>
                  <a:lnTo>
                    <a:pt x="3824206" y="2961529"/>
                  </a:lnTo>
                  <a:lnTo>
                    <a:pt x="3825062" y="2946687"/>
                  </a:lnTo>
                  <a:lnTo>
                    <a:pt x="3825917" y="2998134"/>
                  </a:lnTo>
                  <a:lnTo>
                    <a:pt x="3826773" y="3116972"/>
                  </a:lnTo>
                  <a:lnTo>
                    <a:pt x="3827628" y="3116972"/>
                  </a:lnTo>
                  <a:lnTo>
                    <a:pt x="3828484" y="3116972"/>
                  </a:lnTo>
                  <a:lnTo>
                    <a:pt x="3829339" y="3116972"/>
                  </a:lnTo>
                  <a:lnTo>
                    <a:pt x="3830195" y="3116972"/>
                  </a:lnTo>
                  <a:lnTo>
                    <a:pt x="3831050" y="3116972"/>
                  </a:lnTo>
                  <a:lnTo>
                    <a:pt x="3831906" y="3116972"/>
                  </a:lnTo>
                  <a:lnTo>
                    <a:pt x="3832761" y="3116972"/>
                  </a:lnTo>
                  <a:lnTo>
                    <a:pt x="3833617" y="3116972"/>
                  </a:lnTo>
                  <a:lnTo>
                    <a:pt x="3834472" y="3116972"/>
                  </a:lnTo>
                  <a:lnTo>
                    <a:pt x="3835328" y="3116972"/>
                  </a:lnTo>
                  <a:lnTo>
                    <a:pt x="3836183" y="3116972"/>
                  </a:lnTo>
                  <a:lnTo>
                    <a:pt x="3837039" y="3116972"/>
                  </a:lnTo>
                  <a:lnTo>
                    <a:pt x="3837895" y="3116972"/>
                  </a:lnTo>
                  <a:lnTo>
                    <a:pt x="3838750" y="3116972"/>
                  </a:lnTo>
                  <a:lnTo>
                    <a:pt x="3839606" y="3116972"/>
                  </a:lnTo>
                  <a:lnTo>
                    <a:pt x="3840461" y="3116972"/>
                  </a:lnTo>
                  <a:lnTo>
                    <a:pt x="3841317" y="3116972"/>
                  </a:lnTo>
                  <a:lnTo>
                    <a:pt x="3842172" y="3116972"/>
                  </a:lnTo>
                  <a:lnTo>
                    <a:pt x="3843028" y="3116972"/>
                  </a:lnTo>
                  <a:lnTo>
                    <a:pt x="3843883" y="3116972"/>
                  </a:lnTo>
                  <a:lnTo>
                    <a:pt x="3844739" y="3116972"/>
                  </a:lnTo>
                  <a:lnTo>
                    <a:pt x="3845594" y="3116972"/>
                  </a:lnTo>
                  <a:lnTo>
                    <a:pt x="3846450" y="2993272"/>
                  </a:lnTo>
                  <a:lnTo>
                    <a:pt x="3847305" y="2935412"/>
                  </a:lnTo>
                  <a:lnTo>
                    <a:pt x="3848161" y="2943992"/>
                  </a:lnTo>
                  <a:lnTo>
                    <a:pt x="3849016" y="2984695"/>
                  </a:lnTo>
                  <a:lnTo>
                    <a:pt x="3849872" y="3008988"/>
                  </a:lnTo>
                  <a:lnTo>
                    <a:pt x="3850727" y="3031441"/>
                  </a:lnTo>
                  <a:lnTo>
                    <a:pt x="3851583" y="3116972"/>
                  </a:lnTo>
                  <a:lnTo>
                    <a:pt x="3852438" y="3116972"/>
                  </a:lnTo>
                  <a:lnTo>
                    <a:pt x="3853294" y="3116972"/>
                  </a:lnTo>
                  <a:lnTo>
                    <a:pt x="3854150" y="3116972"/>
                  </a:lnTo>
                  <a:lnTo>
                    <a:pt x="3855005" y="3116972"/>
                  </a:lnTo>
                  <a:lnTo>
                    <a:pt x="3855861" y="3116972"/>
                  </a:lnTo>
                  <a:lnTo>
                    <a:pt x="3856716" y="3116972"/>
                  </a:lnTo>
                  <a:lnTo>
                    <a:pt x="3857572" y="3116972"/>
                  </a:lnTo>
                  <a:lnTo>
                    <a:pt x="3858427" y="3116972"/>
                  </a:lnTo>
                  <a:lnTo>
                    <a:pt x="3859283" y="3116972"/>
                  </a:lnTo>
                  <a:lnTo>
                    <a:pt x="3860138" y="3116972"/>
                  </a:lnTo>
                  <a:lnTo>
                    <a:pt x="3860994" y="3116972"/>
                  </a:lnTo>
                  <a:lnTo>
                    <a:pt x="3861849" y="3116972"/>
                  </a:lnTo>
                  <a:lnTo>
                    <a:pt x="3862705" y="3116972"/>
                  </a:lnTo>
                  <a:lnTo>
                    <a:pt x="3863560" y="3116972"/>
                  </a:lnTo>
                  <a:lnTo>
                    <a:pt x="3864416" y="3116972"/>
                  </a:lnTo>
                  <a:lnTo>
                    <a:pt x="3865271" y="3116972"/>
                  </a:lnTo>
                  <a:lnTo>
                    <a:pt x="3866127" y="3054114"/>
                  </a:lnTo>
                  <a:lnTo>
                    <a:pt x="3866982" y="3014855"/>
                  </a:lnTo>
                  <a:lnTo>
                    <a:pt x="3867838" y="2924885"/>
                  </a:lnTo>
                  <a:lnTo>
                    <a:pt x="3868694" y="2892493"/>
                  </a:lnTo>
                  <a:lnTo>
                    <a:pt x="3869549" y="2909176"/>
                  </a:lnTo>
                  <a:lnTo>
                    <a:pt x="3870405" y="2922353"/>
                  </a:lnTo>
                  <a:lnTo>
                    <a:pt x="3871260" y="2966275"/>
                  </a:lnTo>
                  <a:lnTo>
                    <a:pt x="3872116" y="2984938"/>
                  </a:lnTo>
                  <a:lnTo>
                    <a:pt x="3872971" y="3023783"/>
                  </a:lnTo>
                  <a:lnTo>
                    <a:pt x="3873827" y="3012888"/>
                  </a:lnTo>
                  <a:lnTo>
                    <a:pt x="3874682" y="2989595"/>
                  </a:lnTo>
                  <a:lnTo>
                    <a:pt x="3875538" y="3003176"/>
                  </a:lnTo>
                  <a:lnTo>
                    <a:pt x="3876393" y="3047607"/>
                  </a:lnTo>
                  <a:lnTo>
                    <a:pt x="3877249" y="3089078"/>
                  </a:lnTo>
                  <a:lnTo>
                    <a:pt x="3878104" y="3116972"/>
                  </a:lnTo>
                  <a:lnTo>
                    <a:pt x="3878960" y="3116972"/>
                  </a:lnTo>
                  <a:lnTo>
                    <a:pt x="3879815" y="3116972"/>
                  </a:lnTo>
                  <a:lnTo>
                    <a:pt x="3880671" y="3116972"/>
                  </a:lnTo>
                  <a:lnTo>
                    <a:pt x="3881526" y="3116972"/>
                  </a:lnTo>
                  <a:lnTo>
                    <a:pt x="3882382" y="3116972"/>
                  </a:lnTo>
                  <a:lnTo>
                    <a:pt x="3883237" y="3116972"/>
                  </a:lnTo>
                  <a:lnTo>
                    <a:pt x="3884093" y="3116972"/>
                  </a:lnTo>
                  <a:lnTo>
                    <a:pt x="3884949" y="3116972"/>
                  </a:lnTo>
                  <a:lnTo>
                    <a:pt x="3885804" y="3109651"/>
                  </a:lnTo>
                  <a:lnTo>
                    <a:pt x="3886660" y="3097220"/>
                  </a:lnTo>
                  <a:lnTo>
                    <a:pt x="3887515" y="3060878"/>
                  </a:lnTo>
                  <a:lnTo>
                    <a:pt x="3888371" y="3013049"/>
                  </a:lnTo>
                  <a:lnTo>
                    <a:pt x="3889226" y="3010357"/>
                  </a:lnTo>
                  <a:lnTo>
                    <a:pt x="3890082" y="3082947"/>
                  </a:lnTo>
                  <a:lnTo>
                    <a:pt x="3890937" y="3116972"/>
                  </a:lnTo>
                  <a:lnTo>
                    <a:pt x="3891793" y="3116972"/>
                  </a:lnTo>
                  <a:lnTo>
                    <a:pt x="3892648" y="3116972"/>
                  </a:lnTo>
                  <a:lnTo>
                    <a:pt x="3893504" y="3116972"/>
                  </a:lnTo>
                  <a:lnTo>
                    <a:pt x="3894359" y="3105857"/>
                  </a:lnTo>
                  <a:lnTo>
                    <a:pt x="3895215" y="3087999"/>
                  </a:lnTo>
                  <a:lnTo>
                    <a:pt x="3896070" y="3033824"/>
                  </a:lnTo>
                  <a:lnTo>
                    <a:pt x="3896926" y="3030666"/>
                  </a:lnTo>
                  <a:lnTo>
                    <a:pt x="3897781" y="3061968"/>
                  </a:lnTo>
                  <a:lnTo>
                    <a:pt x="3898637" y="3116972"/>
                  </a:lnTo>
                  <a:lnTo>
                    <a:pt x="3899492" y="3116972"/>
                  </a:lnTo>
                  <a:lnTo>
                    <a:pt x="3900348" y="3116972"/>
                  </a:lnTo>
                  <a:lnTo>
                    <a:pt x="3901204" y="3116972"/>
                  </a:lnTo>
                  <a:lnTo>
                    <a:pt x="3902059" y="3116972"/>
                  </a:lnTo>
                  <a:lnTo>
                    <a:pt x="3902915" y="3092272"/>
                  </a:lnTo>
                  <a:lnTo>
                    <a:pt x="3903770" y="3015848"/>
                  </a:lnTo>
                  <a:lnTo>
                    <a:pt x="3904626" y="2971884"/>
                  </a:lnTo>
                  <a:lnTo>
                    <a:pt x="3905481" y="2976458"/>
                  </a:lnTo>
                  <a:lnTo>
                    <a:pt x="3906337" y="3019600"/>
                  </a:lnTo>
                  <a:lnTo>
                    <a:pt x="3907192" y="3034302"/>
                  </a:lnTo>
                  <a:lnTo>
                    <a:pt x="3908048" y="3025535"/>
                  </a:lnTo>
                  <a:lnTo>
                    <a:pt x="3908903" y="2944775"/>
                  </a:lnTo>
                  <a:lnTo>
                    <a:pt x="3909759" y="2939575"/>
                  </a:lnTo>
                  <a:lnTo>
                    <a:pt x="3910614" y="3015039"/>
                  </a:lnTo>
                  <a:lnTo>
                    <a:pt x="3911470" y="3086490"/>
                  </a:lnTo>
                  <a:lnTo>
                    <a:pt x="3912325" y="3116972"/>
                  </a:lnTo>
                  <a:lnTo>
                    <a:pt x="3913181" y="3116972"/>
                  </a:lnTo>
                  <a:lnTo>
                    <a:pt x="3914036" y="3116972"/>
                  </a:lnTo>
                  <a:lnTo>
                    <a:pt x="3914892" y="3116972"/>
                  </a:lnTo>
                  <a:lnTo>
                    <a:pt x="3915748" y="3116972"/>
                  </a:lnTo>
                  <a:lnTo>
                    <a:pt x="3916603" y="3116972"/>
                  </a:lnTo>
                  <a:lnTo>
                    <a:pt x="3917459" y="3116972"/>
                  </a:lnTo>
                  <a:lnTo>
                    <a:pt x="3918314" y="3116972"/>
                  </a:lnTo>
                  <a:lnTo>
                    <a:pt x="3919170" y="3116972"/>
                  </a:lnTo>
                  <a:lnTo>
                    <a:pt x="3920025" y="3116972"/>
                  </a:lnTo>
                  <a:lnTo>
                    <a:pt x="3920881" y="3116972"/>
                  </a:lnTo>
                  <a:lnTo>
                    <a:pt x="3921736" y="3116972"/>
                  </a:lnTo>
                  <a:lnTo>
                    <a:pt x="3922592" y="3116972"/>
                  </a:lnTo>
                  <a:lnTo>
                    <a:pt x="3923447" y="3116972"/>
                  </a:lnTo>
                  <a:lnTo>
                    <a:pt x="3924303" y="3116972"/>
                  </a:lnTo>
                  <a:lnTo>
                    <a:pt x="3925158" y="3116972"/>
                  </a:lnTo>
                  <a:lnTo>
                    <a:pt x="3926014" y="3116972"/>
                  </a:lnTo>
                  <a:lnTo>
                    <a:pt x="3926869" y="3056350"/>
                  </a:lnTo>
                  <a:lnTo>
                    <a:pt x="3927725" y="2946914"/>
                  </a:lnTo>
                  <a:lnTo>
                    <a:pt x="3928580" y="2827487"/>
                  </a:lnTo>
                  <a:lnTo>
                    <a:pt x="3929436" y="2693934"/>
                  </a:lnTo>
                  <a:lnTo>
                    <a:pt x="3930291" y="2682366"/>
                  </a:lnTo>
                  <a:lnTo>
                    <a:pt x="3931147" y="2812394"/>
                  </a:lnTo>
                  <a:lnTo>
                    <a:pt x="3932003" y="2885040"/>
                  </a:lnTo>
                  <a:lnTo>
                    <a:pt x="3932858" y="3043817"/>
                  </a:lnTo>
                  <a:lnTo>
                    <a:pt x="3933714" y="3116972"/>
                  </a:lnTo>
                  <a:lnTo>
                    <a:pt x="3934569" y="3116972"/>
                  </a:lnTo>
                  <a:lnTo>
                    <a:pt x="3935425" y="3116972"/>
                  </a:lnTo>
                  <a:lnTo>
                    <a:pt x="3936280" y="3116972"/>
                  </a:lnTo>
                  <a:lnTo>
                    <a:pt x="3937136" y="3116972"/>
                  </a:lnTo>
                  <a:lnTo>
                    <a:pt x="3937991" y="3116972"/>
                  </a:lnTo>
                  <a:lnTo>
                    <a:pt x="3938847" y="3116972"/>
                  </a:lnTo>
                  <a:lnTo>
                    <a:pt x="3939702" y="3116972"/>
                  </a:lnTo>
                  <a:lnTo>
                    <a:pt x="3940558" y="3116972"/>
                  </a:lnTo>
                  <a:lnTo>
                    <a:pt x="3941413" y="3116972"/>
                  </a:lnTo>
                  <a:lnTo>
                    <a:pt x="3942269" y="3116972"/>
                  </a:lnTo>
                  <a:lnTo>
                    <a:pt x="3943124" y="3116972"/>
                  </a:lnTo>
                  <a:lnTo>
                    <a:pt x="3943980" y="3116972"/>
                  </a:lnTo>
                  <a:lnTo>
                    <a:pt x="3944835" y="3069401"/>
                  </a:lnTo>
                  <a:lnTo>
                    <a:pt x="3945691" y="3032366"/>
                  </a:lnTo>
                  <a:lnTo>
                    <a:pt x="3946546" y="3000914"/>
                  </a:lnTo>
                  <a:lnTo>
                    <a:pt x="3947402" y="3055540"/>
                  </a:lnTo>
                  <a:lnTo>
                    <a:pt x="3948258" y="3116972"/>
                  </a:lnTo>
                  <a:lnTo>
                    <a:pt x="3949113" y="3116972"/>
                  </a:lnTo>
                  <a:lnTo>
                    <a:pt x="3949969" y="3116972"/>
                  </a:lnTo>
                  <a:lnTo>
                    <a:pt x="3950824" y="3116972"/>
                  </a:lnTo>
                  <a:lnTo>
                    <a:pt x="3951680" y="3116972"/>
                  </a:lnTo>
                  <a:lnTo>
                    <a:pt x="3952535" y="3101919"/>
                  </a:lnTo>
                  <a:lnTo>
                    <a:pt x="3953391" y="3073520"/>
                  </a:lnTo>
                  <a:lnTo>
                    <a:pt x="3954246" y="3069395"/>
                  </a:lnTo>
                  <a:lnTo>
                    <a:pt x="3955102" y="3116972"/>
                  </a:lnTo>
                  <a:lnTo>
                    <a:pt x="3955957" y="3116972"/>
                  </a:lnTo>
                  <a:lnTo>
                    <a:pt x="3956813" y="3116972"/>
                  </a:lnTo>
                  <a:lnTo>
                    <a:pt x="3957668" y="3116972"/>
                  </a:lnTo>
                  <a:lnTo>
                    <a:pt x="3958524" y="3116972"/>
                  </a:lnTo>
                  <a:lnTo>
                    <a:pt x="3959379" y="3116972"/>
                  </a:lnTo>
                  <a:lnTo>
                    <a:pt x="3960235" y="3105130"/>
                  </a:lnTo>
                  <a:lnTo>
                    <a:pt x="3961090" y="3049150"/>
                  </a:lnTo>
                  <a:lnTo>
                    <a:pt x="3961946" y="3113683"/>
                  </a:lnTo>
                  <a:lnTo>
                    <a:pt x="3962802" y="3116972"/>
                  </a:lnTo>
                  <a:lnTo>
                    <a:pt x="3963657" y="3116972"/>
                  </a:lnTo>
                  <a:lnTo>
                    <a:pt x="3964513" y="3116972"/>
                  </a:lnTo>
                  <a:lnTo>
                    <a:pt x="3965368" y="3116972"/>
                  </a:lnTo>
                  <a:lnTo>
                    <a:pt x="3966224" y="3116972"/>
                  </a:lnTo>
                  <a:lnTo>
                    <a:pt x="3967079" y="3116972"/>
                  </a:lnTo>
                  <a:lnTo>
                    <a:pt x="3967935" y="3116972"/>
                  </a:lnTo>
                  <a:lnTo>
                    <a:pt x="3968790" y="3116972"/>
                  </a:lnTo>
                  <a:lnTo>
                    <a:pt x="3969646" y="3116972"/>
                  </a:lnTo>
                  <a:lnTo>
                    <a:pt x="3970501" y="3116972"/>
                  </a:lnTo>
                  <a:lnTo>
                    <a:pt x="3971357" y="3080893"/>
                  </a:lnTo>
                  <a:lnTo>
                    <a:pt x="3972212" y="3116972"/>
                  </a:lnTo>
                  <a:lnTo>
                    <a:pt x="3973068" y="3116972"/>
                  </a:lnTo>
                  <a:lnTo>
                    <a:pt x="3973923" y="3116972"/>
                  </a:lnTo>
                  <a:lnTo>
                    <a:pt x="3974779" y="3116972"/>
                  </a:lnTo>
                  <a:lnTo>
                    <a:pt x="3975634" y="3116972"/>
                  </a:lnTo>
                  <a:lnTo>
                    <a:pt x="3976490" y="3116972"/>
                  </a:lnTo>
                  <a:lnTo>
                    <a:pt x="3977345" y="3116972"/>
                  </a:lnTo>
                  <a:lnTo>
                    <a:pt x="3978201" y="3116972"/>
                  </a:lnTo>
                  <a:lnTo>
                    <a:pt x="3979057" y="3116972"/>
                  </a:lnTo>
                  <a:lnTo>
                    <a:pt x="3979912" y="3116972"/>
                  </a:lnTo>
                  <a:lnTo>
                    <a:pt x="3980768" y="3116972"/>
                  </a:lnTo>
                  <a:lnTo>
                    <a:pt x="3981623" y="3116972"/>
                  </a:lnTo>
                  <a:lnTo>
                    <a:pt x="3982479" y="3116972"/>
                  </a:lnTo>
                  <a:lnTo>
                    <a:pt x="3983334" y="3116972"/>
                  </a:lnTo>
                  <a:lnTo>
                    <a:pt x="3984190" y="3116972"/>
                  </a:lnTo>
                  <a:lnTo>
                    <a:pt x="3985045" y="3116972"/>
                  </a:lnTo>
                  <a:lnTo>
                    <a:pt x="3985901" y="3116972"/>
                  </a:lnTo>
                  <a:lnTo>
                    <a:pt x="3986756" y="3116972"/>
                  </a:lnTo>
                  <a:lnTo>
                    <a:pt x="3987612" y="3116972"/>
                  </a:lnTo>
                  <a:lnTo>
                    <a:pt x="3988467" y="3116972"/>
                  </a:lnTo>
                  <a:lnTo>
                    <a:pt x="3989323" y="3116972"/>
                  </a:lnTo>
                  <a:lnTo>
                    <a:pt x="3990178" y="3116972"/>
                  </a:lnTo>
                  <a:lnTo>
                    <a:pt x="3991034" y="3116972"/>
                  </a:lnTo>
                  <a:lnTo>
                    <a:pt x="3991889" y="3084016"/>
                  </a:lnTo>
                  <a:lnTo>
                    <a:pt x="3992745" y="3074341"/>
                  </a:lnTo>
                  <a:lnTo>
                    <a:pt x="3993600" y="3044072"/>
                  </a:lnTo>
                  <a:lnTo>
                    <a:pt x="3994456" y="3025358"/>
                  </a:lnTo>
                  <a:lnTo>
                    <a:pt x="3995312" y="3038329"/>
                  </a:lnTo>
                  <a:lnTo>
                    <a:pt x="3996167" y="3023396"/>
                  </a:lnTo>
                  <a:lnTo>
                    <a:pt x="3997023" y="3037318"/>
                  </a:lnTo>
                  <a:lnTo>
                    <a:pt x="3997878" y="3041532"/>
                  </a:lnTo>
                  <a:lnTo>
                    <a:pt x="3998734" y="3049946"/>
                  </a:lnTo>
                  <a:lnTo>
                    <a:pt x="3999589" y="3073487"/>
                  </a:lnTo>
                  <a:lnTo>
                    <a:pt x="4000445" y="3040091"/>
                  </a:lnTo>
                  <a:lnTo>
                    <a:pt x="4001300" y="3045368"/>
                  </a:lnTo>
                  <a:lnTo>
                    <a:pt x="4002156" y="3078411"/>
                  </a:lnTo>
                  <a:lnTo>
                    <a:pt x="4003011" y="3076658"/>
                  </a:lnTo>
                  <a:lnTo>
                    <a:pt x="4003867" y="3100584"/>
                  </a:lnTo>
                  <a:lnTo>
                    <a:pt x="4004722" y="3116972"/>
                  </a:lnTo>
                  <a:lnTo>
                    <a:pt x="4005578" y="3116972"/>
                  </a:lnTo>
                  <a:lnTo>
                    <a:pt x="4006433" y="3116972"/>
                  </a:lnTo>
                  <a:lnTo>
                    <a:pt x="4007289" y="3116972"/>
                  </a:lnTo>
                  <a:lnTo>
                    <a:pt x="4008144" y="3116972"/>
                  </a:lnTo>
                  <a:lnTo>
                    <a:pt x="4009000" y="3116972"/>
                  </a:lnTo>
                  <a:lnTo>
                    <a:pt x="4009855" y="3115516"/>
                  </a:lnTo>
                  <a:lnTo>
                    <a:pt x="4010711" y="3085412"/>
                  </a:lnTo>
                  <a:lnTo>
                    <a:pt x="4011567" y="3044407"/>
                  </a:lnTo>
                  <a:lnTo>
                    <a:pt x="4012422" y="3062110"/>
                  </a:lnTo>
                  <a:lnTo>
                    <a:pt x="4013278" y="3076294"/>
                  </a:lnTo>
                  <a:lnTo>
                    <a:pt x="4014133" y="2995784"/>
                  </a:lnTo>
                  <a:lnTo>
                    <a:pt x="4014989" y="2994238"/>
                  </a:lnTo>
                  <a:lnTo>
                    <a:pt x="4015844" y="3061204"/>
                  </a:lnTo>
                  <a:lnTo>
                    <a:pt x="4016700" y="3116972"/>
                  </a:lnTo>
                  <a:lnTo>
                    <a:pt x="4017555" y="3116972"/>
                  </a:lnTo>
                  <a:lnTo>
                    <a:pt x="4018411" y="3112724"/>
                  </a:lnTo>
                  <a:lnTo>
                    <a:pt x="4019266" y="3114837"/>
                  </a:lnTo>
                  <a:lnTo>
                    <a:pt x="4020122" y="3099944"/>
                  </a:lnTo>
                  <a:lnTo>
                    <a:pt x="4020977" y="3072283"/>
                  </a:lnTo>
                  <a:lnTo>
                    <a:pt x="4021833" y="3039095"/>
                  </a:lnTo>
                  <a:lnTo>
                    <a:pt x="4022688" y="3039476"/>
                  </a:lnTo>
                  <a:lnTo>
                    <a:pt x="4023544" y="3073909"/>
                  </a:lnTo>
                  <a:lnTo>
                    <a:pt x="4024399" y="3108415"/>
                  </a:lnTo>
                  <a:lnTo>
                    <a:pt x="4025255" y="3116972"/>
                  </a:lnTo>
                  <a:lnTo>
                    <a:pt x="4026111" y="3116972"/>
                  </a:lnTo>
                  <a:lnTo>
                    <a:pt x="4026966" y="3116972"/>
                  </a:lnTo>
                  <a:lnTo>
                    <a:pt x="4027822" y="3116972"/>
                  </a:lnTo>
                  <a:lnTo>
                    <a:pt x="4028677" y="3116972"/>
                  </a:lnTo>
                  <a:lnTo>
                    <a:pt x="4029533" y="3116972"/>
                  </a:lnTo>
                  <a:lnTo>
                    <a:pt x="4030388" y="3036387"/>
                  </a:lnTo>
                  <a:lnTo>
                    <a:pt x="4031244" y="3021117"/>
                  </a:lnTo>
                  <a:lnTo>
                    <a:pt x="4032099" y="2988309"/>
                  </a:lnTo>
                  <a:lnTo>
                    <a:pt x="4032955" y="2947176"/>
                  </a:lnTo>
                  <a:lnTo>
                    <a:pt x="4033810" y="2950800"/>
                  </a:lnTo>
                  <a:lnTo>
                    <a:pt x="4034666" y="3002951"/>
                  </a:lnTo>
                  <a:lnTo>
                    <a:pt x="4035521" y="3070427"/>
                  </a:lnTo>
                  <a:lnTo>
                    <a:pt x="4036377" y="3072899"/>
                  </a:lnTo>
                  <a:lnTo>
                    <a:pt x="4037232" y="3116972"/>
                  </a:lnTo>
                  <a:lnTo>
                    <a:pt x="4038088" y="3116972"/>
                  </a:lnTo>
                  <a:lnTo>
                    <a:pt x="4038943" y="3116972"/>
                  </a:lnTo>
                  <a:lnTo>
                    <a:pt x="4039799" y="3116972"/>
                  </a:lnTo>
                  <a:lnTo>
                    <a:pt x="4040654" y="3101405"/>
                  </a:lnTo>
                  <a:lnTo>
                    <a:pt x="4041510" y="3116972"/>
                  </a:lnTo>
                  <a:lnTo>
                    <a:pt x="4042366" y="3116972"/>
                  </a:lnTo>
                  <a:lnTo>
                    <a:pt x="4043221" y="3116972"/>
                  </a:lnTo>
                  <a:lnTo>
                    <a:pt x="4044077" y="3116972"/>
                  </a:lnTo>
                  <a:lnTo>
                    <a:pt x="4044932" y="3116972"/>
                  </a:lnTo>
                  <a:lnTo>
                    <a:pt x="4045788" y="3116972"/>
                  </a:lnTo>
                  <a:lnTo>
                    <a:pt x="4046643" y="3116972"/>
                  </a:lnTo>
                  <a:lnTo>
                    <a:pt x="4047499" y="3116972"/>
                  </a:lnTo>
                  <a:lnTo>
                    <a:pt x="4048354" y="3093712"/>
                  </a:lnTo>
                  <a:lnTo>
                    <a:pt x="4049210" y="3068405"/>
                  </a:lnTo>
                  <a:lnTo>
                    <a:pt x="4050065" y="3116972"/>
                  </a:lnTo>
                  <a:lnTo>
                    <a:pt x="4050921" y="3116972"/>
                  </a:lnTo>
                  <a:lnTo>
                    <a:pt x="4051776" y="3019076"/>
                  </a:lnTo>
                  <a:lnTo>
                    <a:pt x="4052632" y="2923213"/>
                  </a:lnTo>
                  <a:lnTo>
                    <a:pt x="4053487" y="2848859"/>
                  </a:lnTo>
                  <a:lnTo>
                    <a:pt x="4054343" y="2869733"/>
                  </a:lnTo>
                  <a:lnTo>
                    <a:pt x="4055198" y="2875390"/>
                  </a:lnTo>
                  <a:lnTo>
                    <a:pt x="4056054" y="2900548"/>
                  </a:lnTo>
                  <a:lnTo>
                    <a:pt x="4056909" y="2978775"/>
                  </a:lnTo>
                  <a:lnTo>
                    <a:pt x="4057765" y="3060813"/>
                  </a:lnTo>
                  <a:lnTo>
                    <a:pt x="4058621" y="3116972"/>
                  </a:lnTo>
                  <a:lnTo>
                    <a:pt x="4059476" y="3114295"/>
                  </a:lnTo>
                  <a:lnTo>
                    <a:pt x="4060332" y="3079946"/>
                  </a:lnTo>
                  <a:lnTo>
                    <a:pt x="4061187" y="3026760"/>
                  </a:lnTo>
                  <a:lnTo>
                    <a:pt x="4062043" y="3041549"/>
                  </a:lnTo>
                  <a:lnTo>
                    <a:pt x="4062898" y="3068508"/>
                  </a:lnTo>
                  <a:lnTo>
                    <a:pt x="4063754" y="3079985"/>
                  </a:lnTo>
                  <a:lnTo>
                    <a:pt x="4064609" y="3113382"/>
                  </a:lnTo>
                  <a:lnTo>
                    <a:pt x="4065465" y="3116972"/>
                  </a:lnTo>
                  <a:lnTo>
                    <a:pt x="4066320" y="3116972"/>
                  </a:lnTo>
                  <a:lnTo>
                    <a:pt x="4067176" y="3116972"/>
                  </a:lnTo>
                  <a:lnTo>
                    <a:pt x="4068031" y="3116972"/>
                  </a:lnTo>
                  <a:lnTo>
                    <a:pt x="4068887" y="3076268"/>
                  </a:lnTo>
                  <a:lnTo>
                    <a:pt x="4069742" y="3067769"/>
                  </a:lnTo>
                  <a:lnTo>
                    <a:pt x="4070598" y="3078375"/>
                  </a:lnTo>
                  <a:lnTo>
                    <a:pt x="4071453" y="3060359"/>
                  </a:lnTo>
                  <a:lnTo>
                    <a:pt x="4072309" y="3045195"/>
                  </a:lnTo>
                  <a:lnTo>
                    <a:pt x="4073165" y="3039002"/>
                  </a:lnTo>
                  <a:lnTo>
                    <a:pt x="4074020" y="3116972"/>
                  </a:lnTo>
                  <a:lnTo>
                    <a:pt x="4074876" y="3116972"/>
                  </a:lnTo>
                  <a:lnTo>
                    <a:pt x="4075731" y="3116972"/>
                  </a:lnTo>
                  <a:lnTo>
                    <a:pt x="4076587" y="3116972"/>
                  </a:lnTo>
                  <a:lnTo>
                    <a:pt x="4077442" y="3114729"/>
                  </a:lnTo>
                  <a:lnTo>
                    <a:pt x="4078298" y="3116972"/>
                  </a:lnTo>
                  <a:lnTo>
                    <a:pt x="4079153" y="3105204"/>
                  </a:lnTo>
                  <a:lnTo>
                    <a:pt x="4080009" y="3078710"/>
                  </a:lnTo>
                  <a:lnTo>
                    <a:pt x="4080864" y="3063462"/>
                  </a:lnTo>
                  <a:lnTo>
                    <a:pt x="4081720" y="3097458"/>
                  </a:lnTo>
                  <a:lnTo>
                    <a:pt x="4082575" y="3116972"/>
                  </a:lnTo>
                  <a:lnTo>
                    <a:pt x="4083431" y="3116972"/>
                  </a:lnTo>
                  <a:lnTo>
                    <a:pt x="4084286" y="3116972"/>
                  </a:lnTo>
                  <a:lnTo>
                    <a:pt x="4085142" y="3116972"/>
                  </a:lnTo>
                  <a:lnTo>
                    <a:pt x="4085997" y="3116972"/>
                  </a:lnTo>
                  <a:lnTo>
                    <a:pt x="4086853" y="3116972"/>
                  </a:lnTo>
                  <a:lnTo>
                    <a:pt x="4087708" y="3116972"/>
                  </a:lnTo>
                  <a:lnTo>
                    <a:pt x="4088564" y="3116972"/>
                  </a:lnTo>
                  <a:lnTo>
                    <a:pt x="4089420" y="3116972"/>
                  </a:lnTo>
                  <a:lnTo>
                    <a:pt x="4090275" y="3102662"/>
                  </a:lnTo>
                  <a:lnTo>
                    <a:pt x="4091131" y="3036671"/>
                  </a:lnTo>
                  <a:lnTo>
                    <a:pt x="4091986" y="3062844"/>
                  </a:lnTo>
                  <a:lnTo>
                    <a:pt x="4092842" y="3064068"/>
                  </a:lnTo>
                  <a:lnTo>
                    <a:pt x="4093697" y="3068359"/>
                  </a:lnTo>
                  <a:lnTo>
                    <a:pt x="4094553" y="3116972"/>
                  </a:lnTo>
                  <a:lnTo>
                    <a:pt x="4095408" y="3116972"/>
                  </a:lnTo>
                  <a:lnTo>
                    <a:pt x="4096264" y="3094077"/>
                  </a:lnTo>
                  <a:lnTo>
                    <a:pt x="4097119" y="3075100"/>
                  </a:lnTo>
                  <a:lnTo>
                    <a:pt x="4097975" y="2993821"/>
                  </a:lnTo>
                  <a:lnTo>
                    <a:pt x="4098830" y="2977350"/>
                  </a:lnTo>
                  <a:lnTo>
                    <a:pt x="4099686" y="3028007"/>
                  </a:lnTo>
                  <a:lnTo>
                    <a:pt x="4100541" y="3018907"/>
                  </a:lnTo>
                  <a:lnTo>
                    <a:pt x="4101397" y="3035002"/>
                  </a:lnTo>
                  <a:lnTo>
                    <a:pt x="4102252" y="3024575"/>
                  </a:lnTo>
                  <a:lnTo>
                    <a:pt x="4103108" y="3080508"/>
                  </a:lnTo>
                  <a:lnTo>
                    <a:pt x="4103963" y="3116972"/>
                  </a:lnTo>
                  <a:lnTo>
                    <a:pt x="4104819" y="3114905"/>
                  </a:lnTo>
                  <a:lnTo>
                    <a:pt x="4105675" y="3116972"/>
                  </a:lnTo>
                  <a:lnTo>
                    <a:pt x="4106530" y="3116972"/>
                  </a:lnTo>
                  <a:lnTo>
                    <a:pt x="4107386" y="3116972"/>
                  </a:lnTo>
                  <a:lnTo>
                    <a:pt x="4108241" y="3116972"/>
                  </a:lnTo>
                  <a:lnTo>
                    <a:pt x="4109097" y="3104068"/>
                  </a:lnTo>
                  <a:lnTo>
                    <a:pt x="4109952" y="3018636"/>
                  </a:lnTo>
                  <a:lnTo>
                    <a:pt x="4110808" y="2931273"/>
                  </a:lnTo>
                  <a:lnTo>
                    <a:pt x="4111663" y="2894814"/>
                  </a:lnTo>
                  <a:lnTo>
                    <a:pt x="4112519" y="2983872"/>
                  </a:lnTo>
                  <a:lnTo>
                    <a:pt x="4113374" y="3066015"/>
                  </a:lnTo>
                  <a:lnTo>
                    <a:pt x="4114230" y="3116972"/>
                  </a:lnTo>
                  <a:lnTo>
                    <a:pt x="4115085" y="3116972"/>
                  </a:lnTo>
                  <a:lnTo>
                    <a:pt x="4115941" y="3116972"/>
                  </a:lnTo>
                  <a:lnTo>
                    <a:pt x="4116796" y="3116972"/>
                  </a:lnTo>
                  <a:lnTo>
                    <a:pt x="4117652" y="3116972"/>
                  </a:lnTo>
                  <a:lnTo>
                    <a:pt x="4118507" y="3116972"/>
                  </a:lnTo>
                  <a:lnTo>
                    <a:pt x="4119363" y="3116972"/>
                  </a:lnTo>
                  <a:lnTo>
                    <a:pt x="4120219" y="3115932"/>
                  </a:lnTo>
                  <a:lnTo>
                    <a:pt x="4121074" y="3078374"/>
                  </a:lnTo>
                  <a:lnTo>
                    <a:pt x="4121930" y="3111769"/>
                  </a:lnTo>
                  <a:lnTo>
                    <a:pt x="4122785" y="3116972"/>
                  </a:lnTo>
                  <a:lnTo>
                    <a:pt x="4123641" y="3116972"/>
                  </a:lnTo>
                  <a:lnTo>
                    <a:pt x="4124496" y="3116972"/>
                  </a:lnTo>
                  <a:lnTo>
                    <a:pt x="4125352" y="3116972"/>
                  </a:lnTo>
                  <a:lnTo>
                    <a:pt x="4126207" y="3101035"/>
                  </a:lnTo>
                  <a:lnTo>
                    <a:pt x="4127063" y="3067639"/>
                  </a:lnTo>
                  <a:lnTo>
                    <a:pt x="4127918" y="3062328"/>
                  </a:lnTo>
                  <a:lnTo>
                    <a:pt x="4128774" y="3095986"/>
                  </a:lnTo>
                  <a:lnTo>
                    <a:pt x="4129629" y="3116972"/>
                  </a:lnTo>
                  <a:lnTo>
                    <a:pt x="4130485" y="3116972"/>
                  </a:lnTo>
                  <a:lnTo>
                    <a:pt x="4131340" y="3116972"/>
                  </a:lnTo>
                  <a:lnTo>
                    <a:pt x="4132196" y="3116972"/>
                  </a:lnTo>
                  <a:lnTo>
                    <a:pt x="4133051" y="3116972"/>
                  </a:lnTo>
                  <a:lnTo>
                    <a:pt x="4133907" y="3116972"/>
                  </a:lnTo>
                  <a:lnTo>
                    <a:pt x="4134762" y="3116972"/>
                  </a:lnTo>
                  <a:lnTo>
                    <a:pt x="4135618" y="3116972"/>
                  </a:lnTo>
                  <a:lnTo>
                    <a:pt x="4136474" y="3083897"/>
                  </a:lnTo>
                  <a:lnTo>
                    <a:pt x="4137329" y="3033420"/>
                  </a:lnTo>
                  <a:lnTo>
                    <a:pt x="4138185" y="3011462"/>
                  </a:lnTo>
                  <a:lnTo>
                    <a:pt x="4139040" y="2935047"/>
                  </a:lnTo>
                  <a:lnTo>
                    <a:pt x="4139896" y="2904903"/>
                  </a:lnTo>
                  <a:lnTo>
                    <a:pt x="4140751" y="2945550"/>
                  </a:lnTo>
                  <a:lnTo>
                    <a:pt x="4141607" y="2945541"/>
                  </a:lnTo>
                  <a:lnTo>
                    <a:pt x="4142462" y="2900796"/>
                  </a:lnTo>
                  <a:lnTo>
                    <a:pt x="4143318" y="2891461"/>
                  </a:lnTo>
                  <a:lnTo>
                    <a:pt x="4144173" y="2952629"/>
                  </a:lnTo>
                  <a:lnTo>
                    <a:pt x="4145029" y="3049133"/>
                  </a:lnTo>
                  <a:lnTo>
                    <a:pt x="4145884" y="3080257"/>
                  </a:lnTo>
                  <a:lnTo>
                    <a:pt x="4146740" y="3116972"/>
                  </a:lnTo>
                  <a:lnTo>
                    <a:pt x="4147595" y="3116972"/>
                  </a:lnTo>
                  <a:lnTo>
                    <a:pt x="4148451" y="3116972"/>
                  </a:lnTo>
                  <a:lnTo>
                    <a:pt x="4149306" y="3095655"/>
                  </a:lnTo>
                  <a:lnTo>
                    <a:pt x="4150162" y="3071658"/>
                  </a:lnTo>
                  <a:lnTo>
                    <a:pt x="4151017" y="3065911"/>
                  </a:lnTo>
                  <a:lnTo>
                    <a:pt x="4151873" y="3052472"/>
                  </a:lnTo>
                  <a:lnTo>
                    <a:pt x="4152729" y="3042707"/>
                  </a:lnTo>
                  <a:lnTo>
                    <a:pt x="4153584" y="3116972"/>
                  </a:lnTo>
                  <a:lnTo>
                    <a:pt x="4154440" y="3116972"/>
                  </a:lnTo>
                  <a:lnTo>
                    <a:pt x="4155295" y="3116972"/>
                  </a:lnTo>
                  <a:lnTo>
                    <a:pt x="4156151" y="3116972"/>
                  </a:lnTo>
                  <a:lnTo>
                    <a:pt x="4157006" y="3068216"/>
                  </a:lnTo>
                  <a:lnTo>
                    <a:pt x="4157862" y="3035182"/>
                  </a:lnTo>
                  <a:lnTo>
                    <a:pt x="4158717" y="3005933"/>
                  </a:lnTo>
                  <a:lnTo>
                    <a:pt x="4159573" y="2978390"/>
                  </a:lnTo>
                  <a:lnTo>
                    <a:pt x="4160428" y="2967083"/>
                  </a:lnTo>
                  <a:lnTo>
                    <a:pt x="4161284" y="2994357"/>
                  </a:lnTo>
                  <a:lnTo>
                    <a:pt x="4162139" y="3061104"/>
                  </a:lnTo>
                  <a:lnTo>
                    <a:pt x="4162995" y="3055349"/>
                  </a:lnTo>
                  <a:lnTo>
                    <a:pt x="4163850" y="2981273"/>
                  </a:lnTo>
                  <a:lnTo>
                    <a:pt x="4164706" y="2898657"/>
                  </a:lnTo>
                  <a:lnTo>
                    <a:pt x="4165561" y="2872170"/>
                  </a:lnTo>
                  <a:lnTo>
                    <a:pt x="4166417" y="2850686"/>
                  </a:lnTo>
                  <a:lnTo>
                    <a:pt x="4167273" y="2881233"/>
                  </a:lnTo>
                  <a:lnTo>
                    <a:pt x="4168128" y="3035499"/>
                  </a:lnTo>
                  <a:lnTo>
                    <a:pt x="4168984" y="3116972"/>
                  </a:lnTo>
                  <a:lnTo>
                    <a:pt x="4169839" y="3116972"/>
                  </a:lnTo>
                  <a:lnTo>
                    <a:pt x="4170695" y="3116972"/>
                  </a:lnTo>
                  <a:lnTo>
                    <a:pt x="4171550" y="3116972"/>
                  </a:lnTo>
                  <a:lnTo>
                    <a:pt x="4172406" y="3116972"/>
                  </a:lnTo>
                  <a:lnTo>
                    <a:pt x="4173261" y="3049224"/>
                  </a:lnTo>
                  <a:lnTo>
                    <a:pt x="4174117" y="2971419"/>
                  </a:lnTo>
                  <a:lnTo>
                    <a:pt x="4174972" y="2943009"/>
                  </a:lnTo>
                  <a:lnTo>
                    <a:pt x="4175828" y="2974376"/>
                  </a:lnTo>
                  <a:lnTo>
                    <a:pt x="4176683" y="3096173"/>
                  </a:lnTo>
                  <a:lnTo>
                    <a:pt x="4177539" y="3116972"/>
                  </a:lnTo>
                  <a:lnTo>
                    <a:pt x="4178394" y="3116972"/>
                  </a:lnTo>
                  <a:lnTo>
                    <a:pt x="4179250" y="3116972"/>
                  </a:lnTo>
                  <a:lnTo>
                    <a:pt x="4180105" y="3116972"/>
                  </a:lnTo>
                  <a:lnTo>
                    <a:pt x="4180961" y="3116972"/>
                  </a:lnTo>
                  <a:lnTo>
                    <a:pt x="4181816" y="3107719"/>
                  </a:lnTo>
                  <a:lnTo>
                    <a:pt x="4182672" y="3083020"/>
                  </a:lnTo>
                  <a:lnTo>
                    <a:pt x="4183528" y="3045660"/>
                  </a:lnTo>
                  <a:lnTo>
                    <a:pt x="4184383" y="3063782"/>
                  </a:lnTo>
                  <a:lnTo>
                    <a:pt x="4185239" y="3064843"/>
                  </a:lnTo>
                  <a:lnTo>
                    <a:pt x="4186094" y="3056784"/>
                  </a:lnTo>
                  <a:lnTo>
                    <a:pt x="4186950" y="3087578"/>
                  </a:lnTo>
                  <a:lnTo>
                    <a:pt x="4187805" y="3102627"/>
                  </a:lnTo>
                  <a:lnTo>
                    <a:pt x="4188661" y="3116972"/>
                  </a:lnTo>
                  <a:lnTo>
                    <a:pt x="4189516" y="3116972"/>
                  </a:lnTo>
                  <a:lnTo>
                    <a:pt x="4190372" y="3116972"/>
                  </a:lnTo>
                  <a:lnTo>
                    <a:pt x="4191227" y="3116972"/>
                  </a:lnTo>
                  <a:lnTo>
                    <a:pt x="4192083" y="3116972"/>
                  </a:lnTo>
                  <a:lnTo>
                    <a:pt x="4192938" y="3116972"/>
                  </a:lnTo>
                  <a:lnTo>
                    <a:pt x="4193794" y="3116972"/>
                  </a:lnTo>
                  <a:lnTo>
                    <a:pt x="4194649" y="3116972"/>
                  </a:lnTo>
                  <a:lnTo>
                    <a:pt x="4195505" y="3116972"/>
                  </a:lnTo>
                  <a:lnTo>
                    <a:pt x="4196360" y="3116972"/>
                  </a:lnTo>
                  <a:lnTo>
                    <a:pt x="4197216" y="3116972"/>
                  </a:lnTo>
                  <a:lnTo>
                    <a:pt x="4198071" y="3116972"/>
                  </a:lnTo>
                  <a:lnTo>
                    <a:pt x="4198927" y="3116972"/>
                  </a:lnTo>
                  <a:lnTo>
                    <a:pt x="4199783" y="3116972"/>
                  </a:lnTo>
                  <a:lnTo>
                    <a:pt x="4200638" y="3116972"/>
                  </a:lnTo>
                  <a:lnTo>
                    <a:pt x="4201494" y="3052108"/>
                  </a:lnTo>
                  <a:lnTo>
                    <a:pt x="4202349" y="2996128"/>
                  </a:lnTo>
                  <a:lnTo>
                    <a:pt x="4203205" y="2912291"/>
                  </a:lnTo>
                  <a:lnTo>
                    <a:pt x="4204060" y="2811406"/>
                  </a:lnTo>
                  <a:lnTo>
                    <a:pt x="4204916" y="2768023"/>
                  </a:lnTo>
                  <a:lnTo>
                    <a:pt x="4205771" y="2824700"/>
                  </a:lnTo>
                  <a:lnTo>
                    <a:pt x="4206627" y="2882575"/>
                  </a:lnTo>
                  <a:lnTo>
                    <a:pt x="4207482" y="2929365"/>
                  </a:lnTo>
                  <a:lnTo>
                    <a:pt x="4208338" y="3001418"/>
                  </a:lnTo>
                  <a:lnTo>
                    <a:pt x="4209193" y="3101688"/>
                  </a:lnTo>
                  <a:lnTo>
                    <a:pt x="4210049" y="3116972"/>
                  </a:lnTo>
                  <a:lnTo>
                    <a:pt x="4210904" y="3116972"/>
                  </a:lnTo>
                  <a:lnTo>
                    <a:pt x="4211760" y="3116972"/>
                  </a:lnTo>
                  <a:lnTo>
                    <a:pt x="4212615" y="3116972"/>
                  </a:lnTo>
                  <a:lnTo>
                    <a:pt x="4213471" y="3116972"/>
                  </a:lnTo>
                  <a:lnTo>
                    <a:pt x="4214326" y="3116972"/>
                  </a:lnTo>
                  <a:lnTo>
                    <a:pt x="4215182" y="3116972"/>
                  </a:lnTo>
                  <a:lnTo>
                    <a:pt x="4216038" y="3116972"/>
                  </a:lnTo>
                  <a:lnTo>
                    <a:pt x="4216893" y="3116972"/>
                  </a:lnTo>
                  <a:lnTo>
                    <a:pt x="4217749" y="3116972"/>
                  </a:lnTo>
                  <a:lnTo>
                    <a:pt x="4218604" y="3108385"/>
                  </a:lnTo>
                  <a:lnTo>
                    <a:pt x="4219460" y="3046897"/>
                  </a:lnTo>
                  <a:lnTo>
                    <a:pt x="4220315" y="3029692"/>
                  </a:lnTo>
                  <a:lnTo>
                    <a:pt x="4221171" y="3068491"/>
                  </a:lnTo>
                  <a:lnTo>
                    <a:pt x="4222026" y="3069070"/>
                  </a:lnTo>
                  <a:lnTo>
                    <a:pt x="4222882" y="3013730"/>
                  </a:lnTo>
                  <a:lnTo>
                    <a:pt x="4223737" y="3040058"/>
                  </a:lnTo>
                  <a:lnTo>
                    <a:pt x="4224593" y="3116972"/>
                  </a:lnTo>
                  <a:lnTo>
                    <a:pt x="4225448" y="3116972"/>
                  </a:lnTo>
                  <a:lnTo>
                    <a:pt x="4226304" y="3116972"/>
                  </a:lnTo>
                  <a:lnTo>
                    <a:pt x="4227159" y="3116972"/>
                  </a:lnTo>
                  <a:lnTo>
                    <a:pt x="4228015" y="3116972"/>
                  </a:lnTo>
                  <a:lnTo>
                    <a:pt x="4228870" y="3116972"/>
                  </a:lnTo>
                  <a:lnTo>
                    <a:pt x="4229726" y="3116972"/>
                  </a:lnTo>
                  <a:lnTo>
                    <a:pt x="4230582" y="3116846"/>
                  </a:lnTo>
                  <a:lnTo>
                    <a:pt x="4231437" y="3044658"/>
                  </a:lnTo>
                  <a:lnTo>
                    <a:pt x="4232293" y="3050651"/>
                  </a:lnTo>
                  <a:lnTo>
                    <a:pt x="4233148" y="3110792"/>
                  </a:lnTo>
                  <a:lnTo>
                    <a:pt x="4234004" y="3116972"/>
                  </a:lnTo>
                  <a:lnTo>
                    <a:pt x="4234859" y="3116972"/>
                  </a:lnTo>
                  <a:lnTo>
                    <a:pt x="4235715" y="3116972"/>
                  </a:lnTo>
                  <a:lnTo>
                    <a:pt x="4236570" y="3116972"/>
                  </a:lnTo>
                  <a:lnTo>
                    <a:pt x="4237426" y="3116972"/>
                  </a:lnTo>
                  <a:lnTo>
                    <a:pt x="4238281" y="3116972"/>
                  </a:lnTo>
                  <a:lnTo>
                    <a:pt x="4239137" y="3116972"/>
                  </a:lnTo>
                  <a:lnTo>
                    <a:pt x="4239992" y="3116972"/>
                  </a:lnTo>
                  <a:lnTo>
                    <a:pt x="4240848" y="3116972"/>
                  </a:lnTo>
                  <a:lnTo>
                    <a:pt x="4241703" y="3116972"/>
                  </a:lnTo>
                  <a:lnTo>
                    <a:pt x="4242559" y="3116972"/>
                  </a:lnTo>
                  <a:lnTo>
                    <a:pt x="4243414" y="3103523"/>
                  </a:lnTo>
                  <a:lnTo>
                    <a:pt x="4244270" y="3050033"/>
                  </a:lnTo>
                  <a:lnTo>
                    <a:pt x="4245125" y="3051562"/>
                  </a:lnTo>
                  <a:lnTo>
                    <a:pt x="4245981" y="3048738"/>
                  </a:lnTo>
                  <a:lnTo>
                    <a:pt x="4246837" y="3018361"/>
                  </a:lnTo>
                  <a:lnTo>
                    <a:pt x="4247692" y="2963234"/>
                  </a:lnTo>
                  <a:lnTo>
                    <a:pt x="4248548" y="2935246"/>
                  </a:lnTo>
                  <a:lnTo>
                    <a:pt x="4249403" y="2958075"/>
                  </a:lnTo>
                  <a:lnTo>
                    <a:pt x="4250259" y="3028162"/>
                  </a:lnTo>
                  <a:lnTo>
                    <a:pt x="4251114" y="3032174"/>
                  </a:lnTo>
                  <a:lnTo>
                    <a:pt x="4251970" y="3024467"/>
                  </a:lnTo>
                  <a:lnTo>
                    <a:pt x="4252825" y="3056938"/>
                  </a:lnTo>
                  <a:lnTo>
                    <a:pt x="4253681" y="3110955"/>
                  </a:lnTo>
                  <a:lnTo>
                    <a:pt x="4254536" y="3111390"/>
                  </a:lnTo>
                  <a:lnTo>
                    <a:pt x="4255392" y="3050303"/>
                  </a:lnTo>
                  <a:lnTo>
                    <a:pt x="4256247" y="3026995"/>
                  </a:lnTo>
                  <a:lnTo>
                    <a:pt x="4257103" y="3031350"/>
                  </a:lnTo>
                  <a:lnTo>
                    <a:pt x="4257958" y="3045805"/>
                  </a:lnTo>
                  <a:lnTo>
                    <a:pt x="4258814" y="3055164"/>
                  </a:lnTo>
                  <a:lnTo>
                    <a:pt x="4259669" y="3097724"/>
                  </a:lnTo>
                  <a:lnTo>
                    <a:pt x="4260525" y="3114489"/>
                  </a:lnTo>
                  <a:lnTo>
                    <a:pt x="4261380" y="3116972"/>
                  </a:lnTo>
                  <a:lnTo>
                    <a:pt x="4262236" y="3116972"/>
                  </a:lnTo>
                  <a:lnTo>
                    <a:pt x="4263092" y="3116972"/>
                  </a:lnTo>
                  <a:lnTo>
                    <a:pt x="4263947" y="3116972"/>
                  </a:lnTo>
                  <a:lnTo>
                    <a:pt x="4264803" y="3116972"/>
                  </a:lnTo>
                  <a:lnTo>
                    <a:pt x="4265658" y="3116972"/>
                  </a:lnTo>
                  <a:lnTo>
                    <a:pt x="4266514" y="3116972"/>
                  </a:lnTo>
                  <a:lnTo>
                    <a:pt x="4267369" y="3116972"/>
                  </a:lnTo>
                  <a:lnTo>
                    <a:pt x="4268225" y="3116972"/>
                  </a:lnTo>
                  <a:lnTo>
                    <a:pt x="4269080" y="3116972"/>
                  </a:lnTo>
                  <a:lnTo>
                    <a:pt x="4269936" y="3116972"/>
                  </a:lnTo>
                  <a:lnTo>
                    <a:pt x="4270791" y="3116972"/>
                  </a:lnTo>
                  <a:lnTo>
                    <a:pt x="4271647" y="3116972"/>
                  </a:lnTo>
                  <a:lnTo>
                    <a:pt x="4272502" y="3108951"/>
                  </a:lnTo>
                  <a:lnTo>
                    <a:pt x="4273358" y="3116972"/>
                  </a:lnTo>
                  <a:lnTo>
                    <a:pt x="4274213" y="3116972"/>
                  </a:lnTo>
                  <a:lnTo>
                    <a:pt x="4275069" y="3116972"/>
                  </a:lnTo>
                  <a:lnTo>
                    <a:pt x="4275924" y="3116972"/>
                  </a:lnTo>
                  <a:lnTo>
                    <a:pt x="4276780" y="3116972"/>
                  </a:lnTo>
                  <a:lnTo>
                    <a:pt x="4277636" y="3116972"/>
                  </a:lnTo>
                  <a:lnTo>
                    <a:pt x="4278491" y="3116972"/>
                  </a:lnTo>
                  <a:lnTo>
                    <a:pt x="4279347" y="3116972"/>
                  </a:lnTo>
                  <a:lnTo>
                    <a:pt x="4280202" y="3116972"/>
                  </a:lnTo>
                  <a:lnTo>
                    <a:pt x="4281058" y="3116972"/>
                  </a:lnTo>
                  <a:lnTo>
                    <a:pt x="4281913" y="3116972"/>
                  </a:lnTo>
                  <a:lnTo>
                    <a:pt x="4282769" y="3116972"/>
                  </a:lnTo>
                  <a:lnTo>
                    <a:pt x="4283624" y="3116972"/>
                  </a:lnTo>
                  <a:lnTo>
                    <a:pt x="4284480" y="3116972"/>
                  </a:lnTo>
                  <a:lnTo>
                    <a:pt x="4285335" y="3116972"/>
                  </a:lnTo>
                  <a:lnTo>
                    <a:pt x="4286191" y="3077326"/>
                  </a:lnTo>
                  <a:lnTo>
                    <a:pt x="4287046" y="2993462"/>
                  </a:lnTo>
                  <a:lnTo>
                    <a:pt x="4287902" y="2991716"/>
                  </a:lnTo>
                  <a:lnTo>
                    <a:pt x="4288757" y="2986945"/>
                  </a:lnTo>
                  <a:lnTo>
                    <a:pt x="4289613" y="2992933"/>
                  </a:lnTo>
                  <a:lnTo>
                    <a:pt x="4290468" y="3016509"/>
                  </a:lnTo>
                  <a:lnTo>
                    <a:pt x="4291324" y="3039304"/>
                  </a:lnTo>
                  <a:lnTo>
                    <a:pt x="4292179" y="3040051"/>
                  </a:lnTo>
                  <a:lnTo>
                    <a:pt x="4293035" y="2995563"/>
                  </a:lnTo>
                  <a:lnTo>
                    <a:pt x="4293891" y="2956409"/>
                  </a:lnTo>
                  <a:lnTo>
                    <a:pt x="4294746" y="2903721"/>
                  </a:lnTo>
                  <a:lnTo>
                    <a:pt x="4295602" y="2873355"/>
                  </a:lnTo>
                  <a:lnTo>
                    <a:pt x="4296457" y="2947177"/>
                  </a:lnTo>
                  <a:lnTo>
                    <a:pt x="4297313" y="3065093"/>
                  </a:lnTo>
                  <a:lnTo>
                    <a:pt x="4298168" y="3116972"/>
                  </a:lnTo>
                  <a:lnTo>
                    <a:pt x="4299024" y="3116972"/>
                  </a:lnTo>
                  <a:lnTo>
                    <a:pt x="4299879" y="3116972"/>
                  </a:lnTo>
                  <a:lnTo>
                    <a:pt x="4300735" y="3116972"/>
                  </a:lnTo>
                  <a:lnTo>
                    <a:pt x="4301590" y="3116972"/>
                  </a:lnTo>
                  <a:lnTo>
                    <a:pt x="4302446" y="3116972"/>
                  </a:lnTo>
                  <a:lnTo>
                    <a:pt x="4303301" y="3087773"/>
                  </a:lnTo>
                  <a:lnTo>
                    <a:pt x="4304157" y="3062328"/>
                  </a:lnTo>
                  <a:lnTo>
                    <a:pt x="4305012" y="3062328"/>
                  </a:lnTo>
                  <a:lnTo>
                    <a:pt x="4305868" y="3062328"/>
                  </a:lnTo>
                  <a:lnTo>
                    <a:pt x="4306723" y="3062328"/>
                  </a:lnTo>
                  <a:lnTo>
                    <a:pt x="4307579" y="3087128"/>
                  </a:lnTo>
                  <a:lnTo>
                    <a:pt x="4308434" y="3109461"/>
                  </a:lnTo>
                  <a:lnTo>
                    <a:pt x="4309290" y="3086680"/>
                  </a:lnTo>
                  <a:lnTo>
                    <a:pt x="4310146" y="3107693"/>
                  </a:lnTo>
                  <a:lnTo>
                    <a:pt x="4311001" y="3116972"/>
                  </a:lnTo>
                  <a:lnTo>
                    <a:pt x="4311857" y="3116972"/>
                  </a:lnTo>
                  <a:lnTo>
                    <a:pt x="4312712" y="3116972"/>
                  </a:lnTo>
                  <a:lnTo>
                    <a:pt x="4313568" y="3109865"/>
                  </a:lnTo>
                  <a:lnTo>
                    <a:pt x="4314423" y="3116972"/>
                  </a:lnTo>
                  <a:lnTo>
                    <a:pt x="4315279" y="3081077"/>
                  </a:lnTo>
                  <a:lnTo>
                    <a:pt x="4316134" y="2979539"/>
                  </a:lnTo>
                  <a:lnTo>
                    <a:pt x="4316990" y="3007923"/>
                  </a:lnTo>
                  <a:lnTo>
                    <a:pt x="4317845" y="3064582"/>
                  </a:lnTo>
                  <a:lnTo>
                    <a:pt x="4318701" y="3075601"/>
                  </a:lnTo>
                  <a:lnTo>
                    <a:pt x="4319556" y="3039066"/>
                  </a:lnTo>
                  <a:lnTo>
                    <a:pt x="4320412" y="3098608"/>
                  </a:lnTo>
                  <a:lnTo>
                    <a:pt x="4321267" y="3116972"/>
                  </a:lnTo>
                  <a:lnTo>
                    <a:pt x="4322123" y="3116972"/>
                  </a:lnTo>
                  <a:lnTo>
                    <a:pt x="4322978" y="3078027"/>
                  </a:lnTo>
                  <a:lnTo>
                    <a:pt x="4323834" y="3090500"/>
                  </a:lnTo>
                  <a:lnTo>
                    <a:pt x="4324690" y="3116972"/>
                  </a:lnTo>
                  <a:lnTo>
                    <a:pt x="4325545" y="3116972"/>
                  </a:lnTo>
                  <a:lnTo>
                    <a:pt x="4326401" y="3038921"/>
                  </a:lnTo>
                  <a:lnTo>
                    <a:pt x="4327256" y="2982140"/>
                  </a:lnTo>
                  <a:lnTo>
                    <a:pt x="4328112" y="2923569"/>
                  </a:lnTo>
                  <a:lnTo>
                    <a:pt x="4328967" y="2811202"/>
                  </a:lnTo>
                  <a:lnTo>
                    <a:pt x="4329823" y="2694423"/>
                  </a:lnTo>
                  <a:lnTo>
                    <a:pt x="4330678" y="2698347"/>
                  </a:lnTo>
                  <a:lnTo>
                    <a:pt x="4331534" y="2775048"/>
                  </a:lnTo>
                  <a:lnTo>
                    <a:pt x="4332389" y="2760553"/>
                  </a:lnTo>
                  <a:lnTo>
                    <a:pt x="4333245" y="2822418"/>
                  </a:lnTo>
                  <a:lnTo>
                    <a:pt x="4334100" y="2942723"/>
                  </a:lnTo>
                  <a:lnTo>
                    <a:pt x="4334956" y="3052168"/>
                  </a:lnTo>
                  <a:lnTo>
                    <a:pt x="4335811" y="3057926"/>
                  </a:lnTo>
                  <a:lnTo>
                    <a:pt x="4336667" y="3030688"/>
                  </a:lnTo>
                  <a:lnTo>
                    <a:pt x="4337522" y="3086648"/>
                  </a:lnTo>
                  <a:lnTo>
                    <a:pt x="4338378" y="3116972"/>
                  </a:lnTo>
                  <a:lnTo>
                    <a:pt x="4339233" y="3116972"/>
                  </a:lnTo>
                  <a:lnTo>
                    <a:pt x="4340089" y="3116972"/>
                  </a:lnTo>
                  <a:lnTo>
                    <a:pt x="4340945" y="3116972"/>
                  </a:lnTo>
                  <a:lnTo>
                    <a:pt x="4341800" y="3116972"/>
                  </a:lnTo>
                  <a:lnTo>
                    <a:pt x="4342656" y="3116972"/>
                  </a:lnTo>
                  <a:lnTo>
                    <a:pt x="4343511" y="3116972"/>
                  </a:lnTo>
                  <a:lnTo>
                    <a:pt x="4344367" y="3116972"/>
                  </a:lnTo>
                  <a:lnTo>
                    <a:pt x="4345222" y="3116972"/>
                  </a:lnTo>
                  <a:lnTo>
                    <a:pt x="4346078" y="3116972"/>
                  </a:lnTo>
                  <a:lnTo>
                    <a:pt x="4346933" y="3116972"/>
                  </a:lnTo>
                  <a:lnTo>
                    <a:pt x="4347789" y="3116972"/>
                  </a:lnTo>
                  <a:lnTo>
                    <a:pt x="4348644" y="3116972"/>
                  </a:lnTo>
                  <a:lnTo>
                    <a:pt x="4349500" y="3116972"/>
                  </a:lnTo>
                  <a:lnTo>
                    <a:pt x="4350355" y="3116972"/>
                  </a:lnTo>
                  <a:lnTo>
                    <a:pt x="4351211" y="3116972"/>
                  </a:lnTo>
                  <a:lnTo>
                    <a:pt x="4352066" y="3116972"/>
                  </a:lnTo>
                  <a:lnTo>
                    <a:pt x="4352922" y="3054544"/>
                  </a:lnTo>
                  <a:lnTo>
                    <a:pt x="4353777" y="2949222"/>
                  </a:lnTo>
                  <a:lnTo>
                    <a:pt x="4354633" y="2876416"/>
                  </a:lnTo>
                  <a:lnTo>
                    <a:pt x="4355488" y="2837095"/>
                  </a:lnTo>
                  <a:lnTo>
                    <a:pt x="4356344" y="2889074"/>
                  </a:lnTo>
                  <a:lnTo>
                    <a:pt x="4357200" y="3004927"/>
                  </a:lnTo>
                  <a:lnTo>
                    <a:pt x="4358055" y="3040384"/>
                  </a:lnTo>
                  <a:lnTo>
                    <a:pt x="4358911" y="3052802"/>
                  </a:lnTo>
                  <a:lnTo>
                    <a:pt x="4359766" y="3070708"/>
                  </a:lnTo>
                  <a:lnTo>
                    <a:pt x="4360622" y="3059039"/>
                  </a:lnTo>
                  <a:lnTo>
                    <a:pt x="4361477" y="2994163"/>
                  </a:lnTo>
                  <a:lnTo>
                    <a:pt x="4362333" y="2940106"/>
                  </a:lnTo>
                  <a:lnTo>
                    <a:pt x="4363188" y="2976772"/>
                  </a:lnTo>
                  <a:lnTo>
                    <a:pt x="4364044" y="3030050"/>
                  </a:lnTo>
                  <a:lnTo>
                    <a:pt x="4364899" y="3011144"/>
                  </a:lnTo>
                  <a:lnTo>
                    <a:pt x="4365755" y="2931966"/>
                  </a:lnTo>
                  <a:lnTo>
                    <a:pt x="4366610" y="2920933"/>
                  </a:lnTo>
                  <a:lnTo>
                    <a:pt x="4367466" y="2942029"/>
                  </a:lnTo>
                  <a:lnTo>
                    <a:pt x="4368321" y="2896455"/>
                  </a:lnTo>
                  <a:lnTo>
                    <a:pt x="4369177" y="2834803"/>
                  </a:lnTo>
                  <a:lnTo>
                    <a:pt x="4370032" y="2838725"/>
                  </a:lnTo>
                  <a:lnTo>
                    <a:pt x="4370888" y="2941329"/>
                  </a:lnTo>
                  <a:lnTo>
                    <a:pt x="4371744" y="2971860"/>
                  </a:lnTo>
                  <a:lnTo>
                    <a:pt x="4372599" y="2988773"/>
                  </a:lnTo>
                  <a:lnTo>
                    <a:pt x="4373455" y="3014958"/>
                  </a:lnTo>
                  <a:lnTo>
                    <a:pt x="4374310" y="2997607"/>
                  </a:lnTo>
                  <a:lnTo>
                    <a:pt x="4375166" y="2955969"/>
                  </a:lnTo>
                  <a:lnTo>
                    <a:pt x="4376021" y="2888718"/>
                  </a:lnTo>
                  <a:lnTo>
                    <a:pt x="4376877" y="2877248"/>
                  </a:lnTo>
                  <a:lnTo>
                    <a:pt x="4377732" y="2877249"/>
                  </a:lnTo>
                  <a:lnTo>
                    <a:pt x="4378588" y="2899884"/>
                  </a:lnTo>
                  <a:lnTo>
                    <a:pt x="4379443" y="2958077"/>
                  </a:lnTo>
                  <a:lnTo>
                    <a:pt x="4380299" y="2993532"/>
                  </a:lnTo>
                  <a:lnTo>
                    <a:pt x="4381154" y="2982310"/>
                  </a:lnTo>
                  <a:lnTo>
                    <a:pt x="4382010" y="2999404"/>
                  </a:lnTo>
                  <a:lnTo>
                    <a:pt x="4382865" y="3031599"/>
                  </a:lnTo>
                  <a:lnTo>
                    <a:pt x="4383721" y="3045185"/>
                  </a:lnTo>
                  <a:lnTo>
                    <a:pt x="4384576" y="3104974"/>
                  </a:lnTo>
                  <a:lnTo>
                    <a:pt x="4385432" y="3116972"/>
                  </a:lnTo>
                  <a:lnTo>
                    <a:pt x="4386287" y="3116972"/>
                  </a:lnTo>
                  <a:lnTo>
                    <a:pt x="4387143" y="3116972"/>
                  </a:lnTo>
                  <a:lnTo>
                    <a:pt x="4387999" y="3106078"/>
                  </a:lnTo>
                  <a:lnTo>
                    <a:pt x="4388854" y="3061568"/>
                  </a:lnTo>
                  <a:lnTo>
                    <a:pt x="4389710" y="2980558"/>
                  </a:lnTo>
                  <a:lnTo>
                    <a:pt x="4390565" y="2923391"/>
                  </a:lnTo>
                  <a:lnTo>
                    <a:pt x="4391421" y="2927332"/>
                  </a:lnTo>
                  <a:lnTo>
                    <a:pt x="4392276" y="2955860"/>
                  </a:lnTo>
                  <a:lnTo>
                    <a:pt x="4393132" y="3087678"/>
                  </a:lnTo>
                  <a:lnTo>
                    <a:pt x="4393987" y="3116972"/>
                  </a:lnTo>
                  <a:lnTo>
                    <a:pt x="4394843" y="3116972"/>
                  </a:lnTo>
                  <a:lnTo>
                    <a:pt x="4395698" y="3116972"/>
                  </a:lnTo>
                  <a:lnTo>
                    <a:pt x="4396554" y="3116972"/>
                  </a:lnTo>
                  <a:lnTo>
                    <a:pt x="4397409" y="3116972"/>
                  </a:lnTo>
                  <a:lnTo>
                    <a:pt x="4398265" y="3116972"/>
                  </a:lnTo>
                  <a:lnTo>
                    <a:pt x="4399120" y="2987205"/>
                  </a:lnTo>
                  <a:lnTo>
                    <a:pt x="4399976" y="2981849"/>
                  </a:lnTo>
                  <a:lnTo>
                    <a:pt x="4400831" y="3019090"/>
                  </a:lnTo>
                  <a:lnTo>
                    <a:pt x="4401687" y="3009106"/>
                  </a:lnTo>
                  <a:lnTo>
                    <a:pt x="4402542" y="2944347"/>
                  </a:lnTo>
                  <a:lnTo>
                    <a:pt x="4403398" y="2883839"/>
                  </a:lnTo>
                  <a:lnTo>
                    <a:pt x="4404254" y="2852448"/>
                  </a:lnTo>
                  <a:lnTo>
                    <a:pt x="4405109" y="2785086"/>
                  </a:lnTo>
                  <a:lnTo>
                    <a:pt x="4405965" y="2803391"/>
                  </a:lnTo>
                  <a:lnTo>
                    <a:pt x="4406820" y="2843655"/>
                  </a:lnTo>
                  <a:lnTo>
                    <a:pt x="4407676" y="2872566"/>
                  </a:lnTo>
                  <a:lnTo>
                    <a:pt x="4408531" y="2914290"/>
                  </a:lnTo>
                  <a:lnTo>
                    <a:pt x="4409387" y="2925953"/>
                  </a:lnTo>
                  <a:lnTo>
                    <a:pt x="4410242" y="2960168"/>
                  </a:lnTo>
                  <a:lnTo>
                    <a:pt x="4411098" y="2926549"/>
                  </a:lnTo>
                  <a:lnTo>
                    <a:pt x="4411953" y="2910662"/>
                  </a:lnTo>
                  <a:lnTo>
                    <a:pt x="4412809" y="2931577"/>
                  </a:lnTo>
                  <a:lnTo>
                    <a:pt x="4413664" y="2957191"/>
                  </a:lnTo>
                  <a:lnTo>
                    <a:pt x="4414520" y="3026011"/>
                  </a:lnTo>
                  <a:lnTo>
                    <a:pt x="4415375" y="3071735"/>
                  </a:lnTo>
                  <a:lnTo>
                    <a:pt x="4416231" y="3064219"/>
                  </a:lnTo>
                  <a:lnTo>
                    <a:pt x="4417086" y="3057963"/>
                  </a:lnTo>
                  <a:lnTo>
                    <a:pt x="4417942" y="3116972"/>
                  </a:lnTo>
                  <a:lnTo>
                    <a:pt x="4418798" y="3116972"/>
                  </a:lnTo>
                  <a:lnTo>
                    <a:pt x="4419653" y="3116972"/>
                  </a:lnTo>
                  <a:lnTo>
                    <a:pt x="4420509" y="3116972"/>
                  </a:lnTo>
                  <a:lnTo>
                    <a:pt x="4421364" y="3116972"/>
                  </a:lnTo>
                  <a:lnTo>
                    <a:pt x="4422220" y="3099344"/>
                  </a:lnTo>
                  <a:lnTo>
                    <a:pt x="4423075" y="3033695"/>
                  </a:lnTo>
                  <a:lnTo>
                    <a:pt x="4423931" y="3005768"/>
                  </a:lnTo>
                  <a:lnTo>
                    <a:pt x="4424786" y="3016850"/>
                  </a:lnTo>
                  <a:lnTo>
                    <a:pt x="4425642" y="3044992"/>
                  </a:lnTo>
                  <a:lnTo>
                    <a:pt x="4426497" y="3104113"/>
                  </a:lnTo>
                  <a:lnTo>
                    <a:pt x="4427353" y="3116972"/>
                  </a:lnTo>
                  <a:lnTo>
                    <a:pt x="4428208" y="3116972"/>
                  </a:lnTo>
                  <a:lnTo>
                    <a:pt x="4429064" y="3116972"/>
                  </a:lnTo>
                  <a:lnTo>
                    <a:pt x="4429919" y="3106938"/>
                  </a:lnTo>
                  <a:lnTo>
                    <a:pt x="4430775" y="3057630"/>
                  </a:lnTo>
                  <a:lnTo>
                    <a:pt x="4431630" y="3011726"/>
                  </a:lnTo>
                  <a:lnTo>
                    <a:pt x="4432486" y="2957964"/>
                  </a:lnTo>
                  <a:lnTo>
                    <a:pt x="4433341" y="2826727"/>
                  </a:lnTo>
                  <a:lnTo>
                    <a:pt x="4434197" y="2687271"/>
                  </a:lnTo>
                  <a:lnTo>
                    <a:pt x="4435053" y="2615030"/>
                  </a:lnTo>
                  <a:lnTo>
                    <a:pt x="4435908" y="2577673"/>
                  </a:lnTo>
                  <a:lnTo>
                    <a:pt x="4436764" y="2544835"/>
                  </a:lnTo>
                  <a:lnTo>
                    <a:pt x="4437619" y="2534064"/>
                  </a:lnTo>
                  <a:lnTo>
                    <a:pt x="4438475" y="2567271"/>
                  </a:lnTo>
                  <a:lnTo>
                    <a:pt x="4439330" y="2727774"/>
                  </a:lnTo>
                  <a:lnTo>
                    <a:pt x="4440186" y="2830170"/>
                  </a:lnTo>
                  <a:lnTo>
                    <a:pt x="4441041" y="2924949"/>
                  </a:lnTo>
                  <a:lnTo>
                    <a:pt x="4441897" y="2915301"/>
                  </a:lnTo>
                  <a:lnTo>
                    <a:pt x="4442752" y="2884980"/>
                  </a:lnTo>
                  <a:lnTo>
                    <a:pt x="4443608" y="2917541"/>
                  </a:lnTo>
                  <a:lnTo>
                    <a:pt x="4444463" y="2849930"/>
                  </a:lnTo>
                  <a:lnTo>
                    <a:pt x="4445319" y="2772592"/>
                  </a:lnTo>
                  <a:lnTo>
                    <a:pt x="4446174" y="2669598"/>
                  </a:lnTo>
                  <a:lnTo>
                    <a:pt x="4447030" y="2627244"/>
                  </a:lnTo>
                  <a:lnTo>
                    <a:pt x="4447885" y="2662819"/>
                  </a:lnTo>
                  <a:lnTo>
                    <a:pt x="4448741" y="2619325"/>
                  </a:lnTo>
                  <a:lnTo>
                    <a:pt x="4449596" y="2652951"/>
                  </a:lnTo>
                  <a:lnTo>
                    <a:pt x="4450452" y="2729226"/>
                  </a:lnTo>
                  <a:lnTo>
                    <a:pt x="4451308" y="2804836"/>
                  </a:lnTo>
                  <a:lnTo>
                    <a:pt x="4452163" y="2881880"/>
                  </a:lnTo>
                  <a:lnTo>
                    <a:pt x="4453019" y="2930598"/>
                  </a:lnTo>
                  <a:lnTo>
                    <a:pt x="4453874" y="3016815"/>
                  </a:lnTo>
                  <a:lnTo>
                    <a:pt x="4454730" y="2989285"/>
                  </a:lnTo>
                  <a:lnTo>
                    <a:pt x="4455585" y="2917943"/>
                  </a:lnTo>
                  <a:lnTo>
                    <a:pt x="4456441" y="2866456"/>
                  </a:lnTo>
                  <a:lnTo>
                    <a:pt x="4457296" y="2835153"/>
                  </a:lnTo>
                  <a:lnTo>
                    <a:pt x="4458152" y="2803848"/>
                  </a:lnTo>
                  <a:lnTo>
                    <a:pt x="4459007" y="2839002"/>
                  </a:lnTo>
                  <a:lnTo>
                    <a:pt x="4459863" y="2939108"/>
                  </a:lnTo>
                  <a:lnTo>
                    <a:pt x="4460718" y="2962643"/>
                  </a:lnTo>
                  <a:lnTo>
                    <a:pt x="4461574" y="2950775"/>
                  </a:lnTo>
                  <a:lnTo>
                    <a:pt x="4462429" y="2932541"/>
                  </a:lnTo>
                  <a:lnTo>
                    <a:pt x="4463285" y="2995158"/>
                  </a:lnTo>
                  <a:lnTo>
                    <a:pt x="4464140" y="3049441"/>
                  </a:lnTo>
                  <a:lnTo>
                    <a:pt x="4464996" y="2965774"/>
                  </a:lnTo>
                  <a:lnTo>
                    <a:pt x="4465851" y="2897639"/>
                  </a:lnTo>
                  <a:lnTo>
                    <a:pt x="4466707" y="2925985"/>
                  </a:lnTo>
                  <a:lnTo>
                    <a:pt x="4467563" y="2927229"/>
                  </a:lnTo>
                  <a:lnTo>
                    <a:pt x="4468418" y="2837102"/>
                  </a:lnTo>
                  <a:lnTo>
                    <a:pt x="4469274" y="2698629"/>
                  </a:lnTo>
                  <a:lnTo>
                    <a:pt x="4470129" y="2630503"/>
                  </a:lnTo>
                  <a:lnTo>
                    <a:pt x="4470985" y="2670810"/>
                  </a:lnTo>
                  <a:lnTo>
                    <a:pt x="4471840" y="2720347"/>
                  </a:lnTo>
                  <a:lnTo>
                    <a:pt x="4472696" y="2670405"/>
                  </a:lnTo>
                  <a:lnTo>
                    <a:pt x="4473551" y="2620447"/>
                  </a:lnTo>
                  <a:lnTo>
                    <a:pt x="4474407" y="2663671"/>
                  </a:lnTo>
                  <a:lnTo>
                    <a:pt x="4475262" y="2775480"/>
                  </a:lnTo>
                  <a:lnTo>
                    <a:pt x="4476118" y="2792790"/>
                  </a:lnTo>
                  <a:lnTo>
                    <a:pt x="4476973" y="2780672"/>
                  </a:lnTo>
                  <a:lnTo>
                    <a:pt x="4477829" y="2942236"/>
                  </a:lnTo>
                  <a:lnTo>
                    <a:pt x="4478684" y="3063298"/>
                  </a:lnTo>
                  <a:lnTo>
                    <a:pt x="4479540" y="3063798"/>
                  </a:lnTo>
                  <a:lnTo>
                    <a:pt x="4480395" y="3058715"/>
                  </a:lnTo>
                  <a:lnTo>
                    <a:pt x="4481251" y="3038719"/>
                  </a:lnTo>
                  <a:lnTo>
                    <a:pt x="4482107" y="2982696"/>
                  </a:lnTo>
                  <a:lnTo>
                    <a:pt x="4482962" y="2893936"/>
                  </a:lnTo>
                  <a:lnTo>
                    <a:pt x="4483818" y="2805149"/>
                  </a:lnTo>
                  <a:lnTo>
                    <a:pt x="4484673" y="2784111"/>
                  </a:lnTo>
                  <a:lnTo>
                    <a:pt x="4485529" y="2758923"/>
                  </a:lnTo>
                  <a:lnTo>
                    <a:pt x="4486384" y="2769091"/>
                  </a:lnTo>
                  <a:lnTo>
                    <a:pt x="4487240" y="2810581"/>
                  </a:lnTo>
                  <a:lnTo>
                    <a:pt x="4488095" y="2849550"/>
                  </a:lnTo>
                  <a:lnTo>
                    <a:pt x="4488951" y="2921106"/>
                  </a:lnTo>
                  <a:lnTo>
                    <a:pt x="4489806" y="2951422"/>
                  </a:lnTo>
                  <a:lnTo>
                    <a:pt x="4490662" y="2970234"/>
                  </a:lnTo>
                  <a:lnTo>
                    <a:pt x="4491517" y="3050869"/>
                  </a:lnTo>
                  <a:lnTo>
                    <a:pt x="4492373" y="3116972"/>
                  </a:lnTo>
                  <a:lnTo>
                    <a:pt x="4493228" y="3116972"/>
                  </a:lnTo>
                  <a:lnTo>
                    <a:pt x="4494084" y="3116972"/>
                  </a:lnTo>
                  <a:lnTo>
                    <a:pt x="4494939" y="3091494"/>
                  </a:lnTo>
                  <a:lnTo>
                    <a:pt x="4495795" y="3016443"/>
                  </a:lnTo>
                  <a:lnTo>
                    <a:pt x="4496650" y="2961924"/>
                  </a:lnTo>
                  <a:lnTo>
                    <a:pt x="4497506" y="2941491"/>
                  </a:lnTo>
                  <a:lnTo>
                    <a:pt x="4498362" y="2910711"/>
                  </a:lnTo>
                  <a:lnTo>
                    <a:pt x="4499217" y="2927779"/>
                  </a:lnTo>
                  <a:lnTo>
                    <a:pt x="4500073" y="2978578"/>
                  </a:lnTo>
                  <a:lnTo>
                    <a:pt x="4500928" y="3027679"/>
                  </a:lnTo>
                  <a:lnTo>
                    <a:pt x="4501784" y="3009881"/>
                  </a:lnTo>
                  <a:lnTo>
                    <a:pt x="4502639" y="2963846"/>
                  </a:lnTo>
                  <a:lnTo>
                    <a:pt x="4503495" y="2944220"/>
                  </a:lnTo>
                  <a:lnTo>
                    <a:pt x="4504350" y="2915220"/>
                  </a:lnTo>
                  <a:lnTo>
                    <a:pt x="4505206" y="2800687"/>
                  </a:lnTo>
                  <a:lnTo>
                    <a:pt x="4506061" y="2794793"/>
                  </a:lnTo>
                  <a:lnTo>
                    <a:pt x="4506917" y="2911106"/>
                  </a:lnTo>
                  <a:lnTo>
                    <a:pt x="4507772" y="2922757"/>
                  </a:lnTo>
                  <a:lnTo>
                    <a:pt x="4508628" y="2942382"/>
                  </a:lnTo>
                  <a:lnTo>
                    <a:pt x="4509483" y="3051423"/>
                  </a:lnTo>
                  <a:lnTo>
                    <a:pt x="4510339" y="3116972"/>
                  </a:lnTo>
                  <a:lnTo>
                    <a:pt x="4511194" y="3116972"/>
                  </a:lnTo>
                  <a:lnTo>
                    <a:pt x="4512050" y="3116972"/>
                  </a:lnTo>
                  <a:lnTo>
                    <a:pt x="4512905" y="3116972"/>
                  </a:lnTo>
                  <a:lnTo>
                    <a:pt x="4513761" y="3116972"/>
                  </a:lnTo>
                  <a:lnTo>
                    <a:pt x="4514617" y="3005226"/>
                  </a:lnTo>
                  <a:lnTo>
                    <a:pt x="4515472" y="2868470"/>
                  </a:lnTo>
                  <a:lnTo>
                    <a:pt x="4516328" y="2811340"/>
                  </a:lnTo>
                  <a:lnTo>
                    <a:pt x="4517183" y="2828768"/>
                  </a:lnTo>
                  <a:lnTo>
                    <a:pt x="4518039" y="2790557"/>
                  </a:lnTo>
                  <a:lnTo>
                    <a:pt x="4518894" y="2771675"/>
                  </a:lnTo>
                  <a:lnTo>
                    <a:pt x="4519750" y="2717965"/>
                  </a:lnTo>
                  <a:lnTo>
                    <a:pt x="4520605" y="2704867"/>
                  </a:lnTo>
                  <a:lnTo>
                    <a:pt x="4521461" y="2708879"/>
                  </a:lnTo>
                  <a:lnTo>
                    <a:pt x="4522316" y="2612935"/>
                  </a:lnTo>
                  <a:lnTo>
                    <a:pt x="4523172" y="2608788"/>
                  </a:lnTo>
                  <a:lnTo>
                    <a:pt x="4524027" y="2684991"/>
                  </a:lnTo>
                  <a:lnTo>
                    <a:pt x="4524883" y="2795097"/>
                  </a:lnTo>
                  <a:lnTo>
                    <a:pt x="4525738" y="2801783"/>
                  </a:lnTo>
                  <a:lnTo>
                    <a:pt x="4526594" y="2754187"/>
                  </a:lnTo>
                  <a:lnTo>
                    <a:pt x="4527449" y="2829640"/>
                  </a:lnTo>
                  <a:lnTo>
                    <a:pt x="4528305" y="2878660"/>
                  </a:lnTo>
                  <a:lnTo>
                    <a:pt x="4529161" y="2880025"/>
                  </a:lnTo>
                  <a:lnTo>
                    <a:pt x="4530016" y="2874229"/>
                  </a:lnTo>
                  <a:lnTo>
                    <a:pt x="4530872" y="2913038"/>
                  </a:lnTo>
                  <a:lnTo>
                    <a:pt x="4531727" y="2948071"/>
                  </a:lnTo>
                  <a:lnTo>
                    <a:pt x="4532583" y="2973504"/>
                  </a:lnTo>
                  <a:lnTo>
                    <a:pt x="4533438" y="3041990"/>
                  </a:lnTo>
                  <a:lnTo>
                    <a:pt x="4534294" y="3104049"/>
                  </a:lnTo>
                  <a:lnTo>
                    <a:pt x="4535149" y="3116972"/>
                  </a:lnTo>
                  <a:lnTo>
                    <a:pt x="4536005" y="3116972"/>
                  </a:lnTo>
                  <a:lnTo>
                    <a:pt x="4536860" y="3116972"/>
                  </a:lnTo>
                  <a:lnTo>
                    <a:pt x="4537716" y="3116972"/>
                  </a:lnTo>
                  <a:lnTo>
                    <a:pt x="4538571" y="3116972"/>
                  </a:lnTo>
                  <a:lnTo>
                    <a:pt x="4539427" y="3116972"/>
                  </a:lnTo>
                  <a:lnTo>
                    <a:pt x="4540282" y="3116972"/>
                  </a:lnTo>
                  <a:lnTo>
                    <a:pt x="4541138" y="3116972"/>
                  </a:lnTo>
                  <a:lnTo>
                    <a:pt x="4541993" y="3116972"/>
                  </a:lnTo>
                  <a:lnTo>
                    <a:pt x="4542849" y="3116972"/>
                  </a:lnTo>
                  <a:lnTo>
                    <a:pt x="4543704" y="3115085"/>
                  </a:lnTo>
                  <a:lnTo>
                    <a:pt x="4544560" y="3116972"/>
                  </a:lnTo>
                  <a:lnTo>
                    <a:pt x="4545416" y="3110343"/>
                  </a:lnTo>
                  <a:lnTo>
                    <a:pt x="4546271" y="3023939"/>
                  </a:lnTo>
                  <a:lnTo>
                    <a:pt x="4547127" y="3005612"/>
                  </a:lnTo>
                  <a:lnTo>
                    <a:pt x="4547982" y="3069927"/>
                  </a:lnTo>
                  <a:lnTo>
                    <a:pt x="4548838" y="3100351"/>
                  </a:lnTo>
                  <a:lnTo>
                    <a:pt x="4549693" y="3081773"/>
                  </a:lnTo>
                  <a:lnTo>
                    <a:pt x="4550549" y="3095728"/>
                  </a:lnTo>
                  <a:lnTo>
                    <a:pt x="4551404" y="3110283"/>
                  </a:lnTo>
                  <a:lnTo>
                    <a:pt x="4552260" y="3093733"/>
                  </a:lnTo>
                  <a:lnTo>
                    <a:pt x="4553115" y="3082744"/>
                  </a:lnTo>
                  <a:lnTo>
                    <a:pt x="4553971" y="3097778"/>
                  </a:lnTo>
                  <a:lnTo>
                    <a:pt x="4554826" y="3116972"/>
                  </a:lnTo>
                  <a:lnTo>
                    <a:pt x="4555682" y="3116972"/>
                  </a:lnTo>
                  <a:lnTo>
                    <a:pt x="4556537" y="3116972"/>
                  </a:lnTo>
                  <a:lnTo>
                    <a:pt x="4557393" y="3116972"/>
                  </a:lnTo>
                  <a:lnTo>
                    <a:pt x="4558248" y="3116972"/>
                  </a:lnTo>
                  <a:lnTo>
                    <a:pt x="4559104" y="3116972"/>
                  </a:lnTo>
                  <a:lnTo>
                    <a:pt x="4559959" y="3116972"/>
                  </a:lnTo>
                  <a:lnTo>
                    <a:pt x="4560815" y="3116972"/>
                  </a:lnTo>
                  <a:lnTo>
                    <a:pt x="4561671" y="3116972"/>
                  </a:lnTo>
                  <a:lnTo>
                    <a:pt x="4562526" y="3109957"/>
                  </a:lnTo>
                  <a:lnTo>
                    <a:pt x="4563382" y="3081354"/>
                  </a:lnTo>
                  <a:lnTo>
                    <a:pt x="4564237" y="3015899"/>
                  </a:lnTo>
                  <a:lnTo>
                    <a:pt x="4565093" y="3010923"/>
                  </a:lnTo>
                  <a:lnTo>
                    <a:pt x="4565948" y="3082238"/>
                  </a:lnTo>
                  <a:lnTo>
                    <a:pt x="4566804" y="3116972"/>
                  </a:lnTo>
                  <a:lnTo>
                    <a:pt x="4567659" y="3116972"/>
                  </a:lnTo>
                  <a:lnTo>
                    <a:pt x="4568515" y="3116972"/>
                  </a:lnTo>
                  <a:lnTo>
                    <a:pt x="4569370" y="3078031"/>
                  </a:lnTo>
                  <a:lnTo>
                    <a:pt x="4570226" y="3036207"/>
                  </a:lnTo>
                  <a:lnTo>
                    <a:pt x="4571081" y="2945366"/>
                  </a:lnTo>
                  <a:lnTo>
                    <a:pt x="4571937" y="2892473"/>
                  </a:lnTo>
                  <a:lnTo>
                    <a:pt x="4572792" y="2842748"/>
                  </a:lnTo>
                  <a:lnTo>
                    <a:pt x="4573648" y="2864384"/>
                  </a:lnTo>
                  <a:lnTo>
                    <a:pt x="4574503" y="2943727"/>
                  </a:lnTo>
                  <a:lnTo>
                    <a:pt x="4575359" y="2966054"/>
                  </a:lnTo>
                  <a:lnTo>
                    <a:pt x="4576215" y="3036649"/>
                  </a:lnTo>
                  <a:lnTo>
                    <a:pt x="4577070" y="3111249"/>
                  </a:lnTo>
                  <a:lnTo>
                    <a:pt x="4577926" y="3116972"/>
                  </a:lnTo>
                  <a:lnTo>
                    <a:pt x="4578781" y="3116972"/>
                  </a:lnTo>
                  <a:lnTo>
                    <a:pt x="4579637" y="3116972"/>
                  </a:lnTo>
                  <a:lnTo>
                    <a:pt x="4580492" y="3116972"/>
                  </a:lnTo>
                  <a:lnTo>
                    <a:pt x="4581348" y="3116972"/>
                  </a:lnTo>
                  <a:lnTo>
                    <a:pt x="4582203" y="3116972"/>
                  </a:lnTo>
                  <a:lnTo>
                    <a:pt x="4583059" y="3116972"/>
                  </a:lnTo>
                  <a:lnTo>
                    <a:pt x="4583914" y="3116972"/>
                  </a:lnTo>
                  <a:lnTo>
                    <a:pt x="4584770" y="3116972"/>
                  </a:lnTo>
                  <a:lnTo>
                    <a:pt x="4585625" y="3116972"/>
                  </a:lnTo>
                  <a:lnTo>
                    <a:pt x="4586481" y="3116972"/>
                  </a:lnTo>
                  <a:lnTo>
                    <a:pt x="4587336" y="3116972"/>
                  </a:lnTo>
                  <a:lnTo>
                    <a:pt x="4588192" y="3116972"/>
                  </a:lnTo>
                  <a:lnTo>
                    <a:pt x="4589047" y="3116972"/>
                  </a:lnTo>
                  <a:lnTo>
                    <a:pt x="4589903" y="3116972"/>
                  </a:lnTo>
                  <a:lnTo>
                    <a:pt x="4590758" y="3116972"/>
                  </a:lnTo>
                  <a:lnTo>
                    <a:pt x="4591614" y="3116972"/>
                  </a:lnTo>
                  <a:lnTo>
                    <a:pt x="4592470" y="3116972"/>
                  </a:lnTo>
                  <a:lnTo>
                    <a:pt x="4593325" y="3116972"/>
                  </a:lnTo>
                  <a:lnTo>
                    <a:pt x="4594181" y="3116972"/>
                  </a:lnTo>
                  <a:lnTo>
                    <a:pt x="4595036" y="3116972"/>
                  </a:lnTo>
                  <a:lnTo>
                    <a:pt x="4595892" y="3116972"/>
                  </a:lnTo>
                  <a:lnTo>
                    <a:pt x="4596747" y="3116972"/>
                  </a:lnTo>
                  <a:lnTo>
                    <a:pt x="4597603" y="3116972"/>
                  </a:lnTo>
                  <a:lnTo>
                    <a:pt x="4598458" y="3116972"/>
                  </a:lnTo>
                  <a:lnTo>
                    <a:pt x="4599314" y="3116972"/>
                  </a:lnTo>
                  <a:lnTo>
                    <a:pt x="4600169" y="3116972"/>
                  </a:lnTo>
                  <a:lnTo>
                    <a:pt x="4601025" y="3116972"/>
                  </a:lnTo>
                  <a:lnTo>
                    <a:pt x="4601880" y="3116972"/>
                  </a:lnTo>
                  <a:lnTo>
                    <a:pt x="4602736" y="3116972"/>
                  </a:lnTo>
                  <a:lnTo>
                    <a:pt x="4603591" y="3116972"/>
                  </a:lnTo>
                  <a:lnTo>
                    <a:pt x="4604447" y="3116972"/>
                  </a:lnTo>
                  <a:lnTo>
                    <a:pt x="4605302" y="3116972"/>
                  </a:lnTo>
                  <a:lnTo>
                    <a:pt x="4606158" y="3116972"/>
                  </a:lnTo>
                  <a:lnTo>
                    <a:pt x="4607013" y="3116972"/>
                  </a:lnTo>
                  <a:lnTo>
                    <a:pt x="4607869" y="3116972"/>
                  </a:lnTo>
                  <a:lnTo>
                    <a:pt x="4608725" y="3116972"/>
                  </a:lnTo>
                  <a:lnTo>
                    <a:pt x="4609580" y="3116972"/>
                  </a:lnTo>
                  <a:lnTo>
                    <a:pt x="4610436" y="3116972"/>
                  </a:lnTo>
                  <a:lnTo>
                    <a:pt x="4611291" y="3116972"/>
                  </a:lnTo>
                  <a:lnTo>
                    <a:pt x="4612147" y="3116972"/>
                  </a:lnTo>
                  <a:lnTo>
                    <a:pt x="4613002" y="3116972"/>
                  </a:lnTo>
                  <a:lnTo>
                    <a:pt x="4613858" y="3116972"/>
                  </a:lnTo>
                  <a:lnTo>
                    <a:pt x="4614713" y="3116972"/>
                  </a:lnTo>
                  <a:lnTo>
                    <a:pt x="4615569" y="3116972"/>
                  </a:lnTo>
                  <a:lnTo>
                    <a:pt x="4616424" y="3116972"/>
                  </a:lnTo>
                  <a:lnTo>
                    <a:pt x="4617280" y="3116972"/>
                  </a:lnTo>
                  <a:lnTo>
                    <a:pt x="4618135" y="3116972"/>
                  </a:lnTo>
                  <a:lnTo>
                    <a:pt x="4618991" y="3116972"/>
                  </a:lnTo>
                  <a:lnTo>
                    <a:pt x="4619846" y="3116972"/>
                  </a:lnTo>
                  <a:lnTo>
                    <a:pt x="4620702" y="3116972"/>
                  </a:lnTo>
                  <a:lnTo>
                    <a:pt x="4621557" y="3116972"/>
                  </a:lnTo>
                  <a:lnTo>
                    <a:pt x="4622413" y="3116972"/>
                  </a:lnTo>
                  <a:lnTo>
                    <a:pt x="4623269" y="3034352"/>
                  </a:lnTo>
                  <a:lnTo>
                    <a:pt x="4624124" y="2948629"/>
                  </a:lnTo>
                  <a:lnTo>
                    <a:pt x="4624980" y="2975863"/>
                  </a:lnTo>
                  <a:lnTo>
                    <a:pt x="4625835" y="3079358"/>
                  </a:lnTo>
                  <a:lnTo>
                    <a:pt x="4626691" y="3077800"/>
                  </a:lnTo>
                  <a:lnTo>
                    <a:pt x="4627546" y="3035458"/>
                  </a:lnTo>
                  <a:lnTo>
                    <a:pt x="4628402" y="3116972"/>
                  </a:lnTo>
                  <a:lnTo>
                    <a:pt x="4629257" y="3116972"/>
                  </a:lnTo>
                  <a:lnTo>
                    <a:pt x="4630113" y="3116972"/>
                  </a:lnTo>
                  <a:lnTo>
                    <a:pt x="4630968" y="3041849"/>
                  </a:lnTo>
                  <a:lnTo>
                    <a:pt x="4631824" y="2996167"/>
                  </a:lnTo>
                  <a:lnTo>
                    <a:pt x="4632679" y="3001890"/>
                  </a:lnTo>
                  <a:lnTo>
                    <a:pt x="4633535" y="2965072"/>
                  </a:lnTo>
                  <a:lnTo>
                    <a:pt x="4634390" y="2944493"/>
                  </a:lnTo>
                  <a:lnTo>
                    <a:pt x="4635246" y="3027092"/>
                  </a:lnTo>
                  <a:lnTo>
                    <a:pt x="4636101" y="3097094"/>
                  </a:lnTo>
                  <a:lnTo>
                    <a:pt x="4636957" y="3097626"/>
                  </a:lnTo>
                  <a:lnTo>
                    <a:pt x="4637812" y="3075685"/>
                  </a:lnTo>
                  <a:lnTo>
                    <a:pt x="4638668" y="3116972"/>
                  </a:lnTo>
                  <a:lnTo>
                    <a:pt x="4639524" y="3116972"/>
                  </a:lnTo>
                  <a:lnTo>
                    <a:pt x="4640379" y="3116972"/>
                  </a:lnTo>
                  <a:lnTo>
                    <a:pt x="4641235" y="3090563"/>
                  </a:lnTo>
                  <a:lnTo>
                    <a:pt x="4642090" y="3066422"/>
                  </a:lnTo>
                  <a:lnTo>
                    <a:pt x="4642946" y="3067255"/>
                  </a:lnTo>
                  <a:lnTo>
                    <a:pt x="4643801" y="2991524"/>
                  </a:lnTo>
                  <a:lnTo>
                    <a:pt x="4644657" y="2958559"/>
                  </a:lnTo>
                  <a:lnTo>
                    <a:pt x="4645512" y="2998649"/>
                  </a:lnTo>
                  <a:lnTo>
                    <a:pt x="4646368" y="3084471"/>
                  </a:lnTo>
                  <a:lnTo>
                    <a:pt x="4647223" y="3116972"/>
                  </a:lnTo>
                  <a:lnTo>
                    <a:pt x="4648079" y="3116972"/>
                  </a:lnTo>
                  <a:lnTo>
                    <a:pt x="4648934" y="3116972"/>
                  </a:lnTo>
                  <a:lnTo>
                    <a:pt x="4649790" y="3116972"/>
                  </a:lnTo>
                  <a:lnTo>
                    <a:pt x="4650645" y="3116972"/>
                  </a:lnTo>
                  <a:lnTo>
                    <a:pt x="4651501" y="3116972"/>
                  </a:lnTo>
                  <a:lnTo>
                    <a:pt x="4652356" y="3116972"/>
                  </a:lnTo>
                  <a:lnTo>
                    <a:pt x="4653212" y="3116972"/>
                  </a:lnTo>
                  <a:lnTo>
                    <a:pt x="4654067" y="3068470"/>
                  </a:lnTo>
                  <a:lnTo>
                    <a:pt x="4654923" y="3006950"/>
                  </a:lnTo>
                  <a:lnTo>
                    <a:pt x="4655779" y="2992420"/>
                  </a:lnTo>
                  <a:lnTo>
                    <a:pt x="4656634" y="2960443"/>
                  </a:lnTo>
                  <a:lnTo>
                    <a:pt x="4657490" y="2899992"/>
                  </a:lnTo>
                  <a:lnTo>
                    <a:pt x="4658345" y="2856555"/>
                  </a:lnTo>
                  <a:lnTo>
                    <a:pt x="4659201" y="2911162"/>
                  </a:lnTo>
                  <a:lnTo>
                    <a:pt x="4660056" y="3003235"/>
                  </a:lnTo>
                  <a:lnTo>
                    <a:pt x="4660912" y="3088863"/>
                  </a:lnTo>
                  <a:lnTo>
                    <a:pt x="4661767" y="3116972"/>
                  </a:lnTo>
                  <a:lnTo>
                    <a:pt x="4662623" y="3116972"/>
                  </a:lnTo>
                  <a:lnTo>
                    <a:pt x="4663478" y="3116972"/>
                  </a:lnTo>
                  <a:lnTo>
                    <a:pt x="4664334" y="3116972"/>
                  </a:lnTo>
                  <a:lnTo>
                    <a:pt x="4665189" y="3116972"/>
                  </a:lnTo>
                  <a:lnTo>
                    <a:pt x="4666045" y="3116972"/>
                  </a:lnTo>
                  <a:lnTo>
                    <a:pt x="4666900" y="3049541"/>
                  </a:lnTo>
                  <a:lnTo>
                    <a:pt x="4667756" y="2913722"/>
                  </a:lnTo>
                  <a:lnTo>
                    <a:pt x="4668611" y="2797784"/>
                  </a:lnTo>
                  <a:lnTo>
                    <a:pt x="4669467" y="2805636"/>
                  </a:lnTo>
                  <a:lnTo>
                    <a:pt x="4670322" y="2939858"/>
                  </a:lnTo>
                  <a:lnTo>
                    <a:pt x="4671178" y="3092285"/>
                  </a:lnTo>
                  <a:lnTo>
                    <a:pt x="4672034" y="3116972"/>
                  </a:lnTo>
                  <a:lnTo>
                    <a:pt x="4672889" y="3116972"/>
                  </a:lnTo>
                  <a:lnTo>
                    <a:pt x="4673745" y="3116972"/>
                  </a:lnTo>
                  <a:lnTo>
                    <a:pt x="4674600" y="2995613"/>
                  </a:lnTo>
                  <a:lnTo>
                    <a:pt x="4675456" y="2822401"/>
                  </a:lnTo>
                  <a:lnTo>
                    <a:pt x="4676311" y="2672544"/>
                  </a:lnTo>
                  <a:lnTo>
                    <a:pt x="4677167" y="2596274"/>
                  </a:lnTo>
                  <a:lnTo>
                    <a:pt x="4678022" y="2540885"/>
                  </a:lnTo>
                  <a:lnTo>
                    <a:pt x="4678878" y="2504108"/>
                  </a:lnTo>
                  <a:lnTo>
                    <a:pt x="4679733" y="2572199"/>
                  </a:lnTo>
                  <a:lnTo>
                    <a:pt x="4680589" y="2565090"/>
                  </a:lnTo>
                  <a:lnTo>
                    <a:pt x="4681444" y="2405370"/>
                  </a:lnTo>
                  <a:lnTo>
                    <a:pt x="4682300" y="2254152"/>
                  </a:lnTo>
                  <a:lnTo>
                    <a:pt x="4683155" y="2067122"/>
                  </a:lnTo>
                  <a:lnTo>
                    <a:pt x="4684011" y="1957252"/>
                  </a:lnTo>
                  <a:lnTo>
                    <a:pt x="4684866" y="1859680"/>
                  </a:lnTo>
                  <a:lnTo>
                    <a:pt x="4685722" y="1883454"/>
                  </a:lnTo>
                  <a:lnTo>
                    <a:pt x="4686578" y="2019614"/>
                  </a:lnTo>
                  <a:lnTo>
                    <a:pt x="4687433" y="2194572"/>
                  </a:lnTo>
                  <a:lnTo>
                    <a:pt x="4688289" y="2358389"/>
                  </a:lnTo>
                  <a:lnTo>
                    <a:pt x="4689144" y="2464426"/>
                  </a:lnTo>
                  <a:lnTo>
                    <a:pt x="4690000" y="2571521"/>
                  </a:lnTo>
                  <a:lnTo>
                    <a:pt x="4690855" y="2641989"/>
                  </a:lnTo>
                  <a:lnTo>
                    <a:pt x="4691711" y="2621763"/>
                  </a:lnTo>
                  <a:lnTo>
                    <a:pt x="4692566" y="2526410"/>
                  </a:lnTo>
                  <a:lnTo>
                    <a:pt x="4693422" y="2389073"/>
                  </a:lnTo>
                  <a:lnTo>
                    <a:pt x="4694277" y="2280408"/>
                  </a:lnTo>
                  <a:lnTo>
                    <a:pt x="4695133" y="2218933"/>
                  </a:lnTo>
                  <a:lnTo>
                    <a:pt x="4695988" y="2275394"/>
                  </a:lnTo>
                  <a:lnTo>
                    <a:pt x="4696844" y="2331048"/>
                  </a:lnTo>
                  <a:lnTo>
                    <a:pt x="4697699" y="2265412"/>
                  </a:lnTo>
                  <a:lnTo>
                    <a:pt x="4698555" y="2194434"/>
                  </a:lnTo>
                  <a:lnTo>
                    <a:pt x="4699410" y="2167621"/>
                  </a:lnTo>
                  <a:lnTo>
                    <a:pt x="4700266" y="2176373"/>
                  </a:lnTo>
                  <a:lnTo>
                    <a:pt x="4701121" y="1978499"/>
                  </a:lnTo>
                  <a:lnTo>
                    <a:pt x="4701977" y="1842607"/>
                  </a:lnTo>
                  <a:lnTo>
                    <a:pt x="4702833" y="1803536"/>
                  </a:lnTo>
                  <a:lnTo>
                    <a:pt x="4703688" y="1851286"/>
                  </a:lnTo>
                  <a:lnTo>
                    <a:pt x="4704544" y="1898034"/>
                  </a:lnTo>
                  <a:lnTo>
                    <a:pt x="4705399" y="1784032"/>
                  </a:lnTo>
                  <a:lnTo>
                    <a:pt x="4706255" y="1691824"/>
                  </a:lnTo>
                  <a:lnTo>
                    <a:pt x="4707110" y="1692555"/>
                  </a:lnTo>
                  <a:lnTo>
                    <a:pt x="4707966" y="1881652"/>
                  </a:lnTo>
                  <a:lnTo>
                    <a:pt x="4708821" y="2062454"/>
                  </a:lnTo>
                  <a:lnTo>
                    <a:pt x="4709677" y="2111100"/>
                  </a:lnTo>
                  <a:lnTo>
                    <a:pt x="4710532" y="2166925"/>
                  </a:lnTo>
                  <a:lnTo>
                    <a:pt x="4711388" y="2443475"/>
                  </a:lnTo>
                  <a:lnTo>
                    <a:pt x="4712243" y="2669383"/>
                  </a:lnTo>
                  <a:lnTo>
                    <a:pt x="4713099" y="2550111"/>
                  </a:lnTo>
                  <a:lnTo>
                    <a:pt x="4713954" y="2343674"/>
                  </a:lnTo>
                  <a:lnTo>
                    <a:pt x="4714810" y="2261654"/>
                  </a:lnTo>
                  <a:lnTo>
                    <a:pt x="4715665" y="2273054"/>
                  </a:lnTo>
                  <a:lnTo>
                    <a:pt x="4716521" y="2004071"/>
                  </a:lnTo>
                  <a:lnTo>
                    <a:pt x="4717376" y="1609558"/>
                  </a:lnTo>
                  <a:lnTo>
                    <a:pt x="4718232" y="1537211"/>
                  </a:lnTo>
                  <a:lnTo>
                    <a:pt x="4719088" y="1575947"/>
                  </a:lnTo>
                  <a:lnTo>
                    <a:pt x="4719943" y="1543318"/>
                  </a:lnTo>
                  <a:lnTo>
                    <a:pt x="4720799" y="1501708"/>
                  </a:lnTo>
                  <a:lnTo>
                    <a:pt x="4721654" y="1638004"/>
                  </a:lnTo>
                  <a:lnTo>
                    <a:pt x="4722510" y="1808381"/>
                  </a:lnTo>
                  <a:lnTo>
                    <a:pt x="4723365" y="1790582"/>
                  </a:lnTo>
                  <a:lnTo>
                    <a:pt x="4724221" y="1715185"/>
                  </a:lnTo>
                  <a:lnTo>
                    <a:pt x="4725076" y="1662559"/>
                  </a:lnTo>
                  <a:lnTo>
                    <a:pt x="4725932" y="1520947"/>
                  </a:lnTo>
                  <a:lnTo>
                    <a:pt x="4726787" y="1389690"/>
                  </a:lnTo>
                  <a:lnTo>
                    <a:pt x="4727643" y="1339231"/>
                  </a:lnTo>
                  <a:lnTo>
                    <a:pt x="4728498" y="1338855"/>
                  </a:lnTo>
                  <a:lnTo>
                    <a:pt x="4729354" y="1365252"/>
                  </a:lnTo>
                  <a:lnTo>
                    <a:pt x="4730209" y="1460348"/>
                  </a:lnTo>
                  <a:lnTo>
                    <a:pt x="4731065" y="1516629"/>
                  </a:lnTo>
                  <a:lnTo>
                    <a:pt x="4731920" y="1370865"/>
                  </a:lnTo>
                  <a:lnTo>
                    <a:pt x="4732776" y="1242871"/>
                  </a:lnTo>
                  <a:lnTo>
                    <a:pt x="4733632" y="1262683"/>
                  </a:lnTo>
                  <a:lnTo>
                    <a:pt x="4734487" y="1310109"/>
                  </a:lnTo>
                  <a:lnTo>
                    <a:pt x="4735343" y="1296410"/>
                  </a:lnTo>
                  <a:lnTo>
                    <a:pt x="4736198" y="1301822"/>
                  </a:lnTo>
                  <a:lnTo>
                    <a:pt x="4737054" y="1430696"/>
                  </a:lnTo>
                  <a:lnTo>
                    <a:pt x="4737909" y="1540688"/>
                  </a:lnTo>
                  <a:lnTo>
                    <a:pt x="4738765" y="1574532"/>
                  </a:lnTo>
                  <a:lnTo>
                    <a:pt x="4739620" y="1592016"/>
                  </a:lnTo>
                  <a:lnTo>
                    <a:pt x="4740476" y="1688422"/>
                  </a:lnTo>
                  <a:lnTo>
                    <a:pt x="4741331" y="1810189"/>
                  </a:lnTo>
                  <a:lnTo>
                    <a:pt x="4742187" y="1988986"/>
                  </a:lnTo>
                  <a:lnTo>
                    <a:pt x="4743042" y="2200980"/>
                  </a:lnTo>
                  <a:lnTo>
                    <a:pt x="4743898" y="2335782"/>
                  </a:lnTo>
                  <a:lnTo>
                    <a:pt x="4744753" y="2386075"/>
                  </a:lnTo>
                  <a:lnTo>
                    <a:pt x="4745609" y="2318886"/>
                  </a:lnTo>
                  <a:lnTo>
                    <a:pt x="4746464" y="2249668"/>
                  </a:lnTo>
                  <a:lnTo>
                    <a:pt x="4747320" y="2037004"/>
                  </a:lnTo>
                  <a:lnTo>
                    <a:pt x="4748175" y="1831040"/>
                  </a:lnTo>
                  <a:lnTo>
                    <a:pt x="4749031" y="1627386"/>
                  </a:lnTo>
                  <a:lnTo>
                    <a:pt x="4749887" y="1496329"/>
                  </a:lnTo>
                  <a:lnTo>
                    <a:pt x="4750742" y="1338681"/>
                  </a:lnTo>
                  <a:lnTo>
                    <a:pt x="4751598" y="1242620"/>
                  </a:lnTo>
                  <a:lnTo>
                    <a:pt x="4752453" y="1374390"/>
                  </a:lnTo>
                  <a:lnTo>
                    <a:pt x="4753309" y="1504812"/>
                  </a:lnTo>
                  <a:lnTo>
                    <a:pt x="4754164" y="1705839"/>
                  </a:lnTo>
                  <a:lnTo>
                    <a:pt x="4755020" y="1781528"/>
                  </a:lnTo>
                  <a:lnTo>
                    <a:pt x="4755875" y="1910930"/>
                  </a:lnTo>
                  <a:lnTo>
                    <a:pt x="4756731" y="2126971"/>
                  </a:lnTo>
                  <a:lnTo>
                    <a:pt x="4757586" y="2274202"/>
                  </a:lnTo>
                  <a:lnTo>
                    <a:pt x="4758442" y="2289568"/>
                  </a:lnTo>
                  <a:lnTo>
                    <a:pt x="4759297" y="2262833"/>
                  </a:lnTo>
                  <a:lnTo>
                    <a:pt x="4760153" y="2371646"/>
                  </a:lnTo>
                  <a:lnTo>
                    <a:pt x="4761008" y="2597464"/>
                  </a:lnTo>
                  <a:lnTo>
                    <a:pt x="4761864" y="2751505"/>
                  </a:lnTo>
                  <a:lnTo>
                    <a:pt x="4762719" y="2741160"/>
                  </a:lnTo>
                  <a:lnTo>
                    <a:pt x="4763575" y="2822368"/>
                  </a:lnTo>
                  <a:lnTo>
                    <a:pt x="4764430" y="2911747"/>
                  </a:lnTo>
                  <a:lnTo>
                    <a:pt x="4765286" y="2949002"/>
                  </a:lnTo>
                  <a:lnTo>
                    <a:pt x="4766142" y="2873824"/>
                  </a:lnTo>
                  <a:lnTo>
                    <a:pt x="4766997" y="2779333"/>
                  </a:lnTo>
                  <a:lnTo>
                    <a:pt x="4767853" y="2831940"/>
                  </a:lnTo>
                  <a:lnTo>
                    <a:pt x="4768708" y="2851615"/>
                  </a:lnTo>
                  <a:lnTo>
                    <a:pt x="4769564" y="2806457"/>
                  </a:lnTo>
                  <a:lnTo>
                    <a:pt x="4770419" y="2773487"/>
                  </a:lnTo>
                  <a:lnTo>
                    <a:pt x="4771275" y="2808416"/>
                  </a:lnTo>
                  <a:lnTo>
                    <a:pt x="4772130" y="2798457"/>
                  </a:lnTo>
                  <a:lnTo>
                    <a:pt x="4772986" y="2710083"/>
                  </a:lnTo>
                  <a:lnTo>
                    <a:pt x="4773841" y="2733400"/>
                  </a:lnTo>
                  <a:lnTo>
                    <a:pt x="4774697" y="2834930"/>
                  </a:lnTo>
                  <a:lnTo>
                    <a:pt x="4775552" y="2944138"/>
                  </a:lnTo>
                  <a:lnTo>
                    <a:pt x="4776408" y="3014219"/>
                  </a:lnTo>
                  <a:lnTo>
                    <a:pt x="4777263" y="3072716"/>
                  </a:lnTo>
                  <a:lnTo>
                    <a:pt x="4778119" y="3116972"/>
                  </a:lnTo>
                  <a:lnTo>
                    <a:pt x="4778974" y="3116972"/>
                  </a:lnTo>
                  <a:lnTo>
                    <a:pt x="4779830" y="3116972"/>
                  </a:lnTo>
                  <a:lnTo>
                    <a:pt x="4780686" y="3080480"/>
                  </a:lnTo>
                  <a:lnTo>
                    <a:pt x="4781541" y="2897514"/>
                  </a:lnTo>
                  <a:lnTo>
                    <a:pt x="4782397" y="2801999"/>
                  </a:lnTo>
                  <a:lnTo>
                    <a:pt x="4783252" y="2797467"/>
                  </a:lnTo>
                  <a:lnTo>
                    <a:pt x="4784108" y="2754844"/>
                  </a:lnTo>
                  <a:lnTo>
                    <a:pt x="4784963" y="2793638"/>
                  </a:lnTo>
                  <a:lnTo>
                    <a:pt x="4785819" y="2878228"/>
                  </a:lnTo>
                  <a:lnTo>
                    <a:pt x="4786674" y="2978003"/>
                  </a:lnTo>
                  <a:lnTo>
                    <a:pt x="4787530" y="2998534"/>
                  </a:lnTo>
                  <a:lnTo>
                    <a:pt x="4788385" y="2927803"/>
                  </a:lnTo>
                  <a:lnTo>
                    <a:pt x="4789241" y="2907974"/>
                  </a:lnTo>
                  <a:lnTo>
                    <a:pt x="4790096" y="2907975"/>
                  </a:lnTo>
                  <a:lnTo>
                    <a:pt x="4790952" y="2914992"/>
                  </a:lnTo>
                  <a:lnTo>
                    <a:pt x="4791807" y="2965681"/>
                  </a:lnTo>
                  <a:lnTo>
                    <a:pt x="4792663" y="3030371"/>
                  </a:lnTo>
                  <a:lnTo>
                    <a:pt x="4793518" y="3028926"/>
                  </a:lnTo>
                  <a:lnTo>
                    <a:pt x="4794374" y="3014585"/>
                  </a:lnTo>
                  <a:lnTo>
                    <a:pt x="4795229" y="3014587"/>
                  </a:lnTo>
                  <a:lnTo>
                    <a:pt x="4796085" y="3000983"/>
                  </a:lnTo>
                  <a:lnTo>
                    <a:pt x="4796941" y="2956987"/>
                  </a:lnTo>
                  <a:lnTo>
                    <a:pt x="4797796" y="2939285"/>
                  </a:lnTo>
                  <a:lnTo>
                    <a:pt x="4798652" y="2960635"/>
                  </a:lnTo>
                  <a:lnTo>
                    <a:pt x="4799507" y="2974976"/>
                  </a:lnTo>
                  <a:lnTo>
                    <a:pt x="4800363" y="2951860"/>
                  </a:lnTo>
                  <a:lnTo>
                    <a:pt x="4801218" y="2884870"/>
                  </a:lnTo>
                  <a:lnTo>
                    <a:pt x="4802074" y="2848337"/>
                  </a:lnTo>
                  <a:lnTo>
                    <a:pt x="4802929" y="2868688"/>
                  </a:lnTo>
                  <a:lnTo>
                    <a:pt x="4803785" y="2882709"/>
                  </a:lnTo>
                  <a:lnTo>
                    <a:pt x="4804640" y="2882709"/>
                  </a:lnTo>
                  <a:lnTo>
                    <a:pt x="4805496" y="2905827"/>
                  </a:lnTo>
                  <a:lnTo>
                    <a:pt x="4806351" y="3009157"/>
                  </a:lnTo>
                  <a:lnTo>
                    <a:pt x="4807207" y="3116972"/>
                  </a:lnTo>
                  <a:lnTo>
                    <a:pt x="4808062" y="3116972"/>
                  </a:lnTo>
                  <a:lnTo>
                    <a:pt x="4808918" y="3116972"/>
                  </a:lnTo>
                  <a:lnTo>
                    <a:pt x="4809773" y="3116972"/>
                  </a:lnTo>
                  <a:lnTo>
                    <a:pt x="4810629" y="3116972"/>
                  </a:lnTo>
                  <a:lnTo>
                    <a:pt x="4811484" y="3002987"/>
                  </a:lnTo>
                  <a:lnTo>
                    <a:pt x="4812340" y="2885283"/>
                  </a:lnTo>
                  <a:lnTo>
                    <a:pt x="4813196" y="2798380"/>
                  </a:lnTo>
                  <a:lnTo>
                    <a:pt x="4814051" y="2740879"/>
                  </a:lnTo>
                  <a:lnTo>
                    <a:pt x="4814907" y="2731167"/>
                  </a:lnTo>
                  <a:lnTo>
                    <a:pt x="4815762" y="2801911"/>
                  </a:lnTo>
                  <a:lnTo>
                    <a:pt x="4816618" y="2915173"/>
                  </a:lnTo>
                  <a:lnTo>
                    <a:pt x="4817473" y="3002770"/>
                  </a:lnTo>
                  <a:lnTo>
                    <a:pt x="4818329" y="3086263"/>
                  </a:lnTo>
                  <a:lnTo>
                    <a:pt x="4819184" y="3116972"/>
                  </a:lnTo>
                  <a:lnTo>
                    <a:pt x="4820040" y="3116972"/>
                  </a:lnTo>
                  <a:lnTo>
                    <a:pt x="4820895" y="3116972"/>
                  </a:lnTo>
                  <a:lnTo>
                    <a:pt x="4821751" y="3116972"/>
                  </a:lnTo>
                  <a:lnTo>
                    <a:pt x="4822606" y="3116972"/>
                  </a:lnTo>
                  <a:lnTo>
                    <a:pt x="4823462" y="3116972"/>
                  </a:lnTo>
                  <a:lnTo>
                    <a:pt x="4824317" y="3012647"/>
                  </a:lnTo>
                  <a:lnTo>
                    <a:pt x="4825173" y="2984082"/>
                  </a:lnTo>
                  <a:lnTo>
                    <a:pt x="4826028" y="3087559"/>
                  </a:lnTo>
                  <a:lnTo>
                    <a:pt x="4826884" y="3116972"/>
                  </a:lnTo>
                  <a:lnTo>
                    <a:pt x="4827740" y="3116972"/>
                  </a:lnTo>
                  <a:lnTo>
                    <a:pt x="4828595" y="3116972"/>
                  </a:lnTo>
                  <a:lnTo>
                    <a:pt x="4829451" y="3116972"/>
                  </a:lnTo>
                  <a:lnTo>
                    <a:pt x="4830306" y="3116972"/>
                  </a:lnTo>
                  <a:lnTo>
                    <a:pt x="4831162" y="3116972"/>
                  </a:lnTo>
                  <a:lnTo>
                    <a:pt x="4832017" y="3116972"/>
                  </a:lnTo>
                  <a:lnTo>
                    <a:pt x="4832873" y="3052139"/>
                  </a:lnTo>
                  <a:lnTo>
                    <a:pt x="4833728" y="2930516"/>
                  </a:lnTo>
                  <a:lnTo>
                    <a:pt x="4834584" y="2918221"/>
                  </a:lnTo>
                  <a:lnTo>
                    <a:pt x="4835439" y="2933816"/>
                  </a:lnTo>
                  <a:lnTo>
                    <a:pt x="4836295" y="2913407"/>
                  </a:lnTo>
                  <a:lnTo>
                    <a:pt x="4837150" y="2959428"/>
                  </a:lnTo>
                  <a:lnTo>
                    <a:pt x="4838006" y="3055310"/>
                  </a:lnTo>
                  <a:lnTo>
                    <a:pt x="4838861" y="3116972"/>
                  </a:lnTo>
                  <a:lnTo>
                    <a:pt x="4839717" y="3088538"/>
                  </a:lnTo>
                  <a:lnTo>
                    <a:pt x="4840572" y="3032744"/>
                  </a:lnTo>
                  <a:lnTo>
                    <a:pt x="4841428" y="3017204"/>
                  </a:lnTo>
                  <a:lnTo>
                    <a:pt x="4842283" y="2983808"/>
                  </a:lnTo>
                  <a:lnTo>
                    <a:pt x="4843139" y="2968737"/>
                  </a:lnTo>
                  <a:lnTo>
                    <a:pt x="4843995" y="2919523"/>
                  </a:lnTo>
                  <a:lnTo>
                    <a:pt x="4844850" y="2891976"/>
                  </a:lnTo>
                  <a:lnTo>
                    <a:pt x="4845706" y="2891623"/>
                  </a:lnTo>
                  <a:lnTo>
                    <a:pt x="4846561" y="2895274"/>
                  </a:lnTo>
                  <a:lnTo>
                    <a:pt x="4847417" y="2895275"/>
                  </a:lnTo>
                  <a:lnTo>
                    <a:pt x="4848272" y="2901156"/>
                  </a:lnTo>
                  <a:lnTo>
                    <a:pt x="4849128" y="2956713"/>
                  </a:lnTo>
                  <a:lnTo>
                    <a:pt x="4849983" y="3024298"/>
                  </a:lnTo>
                  <a:lnTo>
                    <a:pt x="4850839" y="3091060"/>
                  </a:lnTo>
                  <a:lnTo>
                    <a:pt x="4851694" y="3116972"/>
                  </a:lnTo>
                  <a:lnTo>
                    <a:pt x="4852550" y="3116972"/>
                  </a:lnTo>
                  <a:lnTo>
                    <a:pt x="4853405" y="3116972"/>
                  </a:lnTo>
                  <a:lnTo>
                    <a:pt x="4854261" y="3116972"/>
                  </a:lnTo>
                  <a:lnTo>
                    <a:pt x="4855116" y="3116972"/>
                  </a:lnTo>
                  <a:lnTo>
                    <a:pt x="4855972" y="3116972"/>
                  </a:lnTo>
                  <a:lnTo>
                    <a:pt x="4856827" y="3116972"/>
                  </a:lnTo>
                  <a:lnTo>
                    <a:pt x="4857683" y="3116972"/>
                  </a:lnTo>
                  <a:lnTo>
                    <a:pt x="4858538" y="3116972"/>
                  </a:lnTo>
                  <a:lnTo>
                    <a:pt x="4859394" y="3116972"/>
                  </a:lnTo>
                  <a:lnTo>
                    <a:pt x="4860250" y="3116972"/>
                  </a:lnTo>
                  <a:lnTo>
                    <a:pt x="4861105" y="3116972"/>
                  </a:lnTo>
                  <a:lnTo>
                    <a:pt x="4861961" y="3116972"/>
                  </a:lnTo>
                  <a:lnTo>
                    <a:pt x="4862816" y="3068889"/>
                  </a:lnTo>
                  <a:lnTo>
                    <a:pt x="4863672" y="3037873"/>
                  </a:lnTo>
                  <a:lnTo>
                    <a:pt x="4864527" y="3032563"/>
                  </a:lnTo>
                  <a:lnTo>
                    <a:pt x="4865383" y="3032564"/>
                  </a:lnTo>
                  <a:lnTo>
                    <a:pt x="4866238" y="3058010"/>
                  </a:lnTo>
                  <a:lnTo>
                    <a:pt x="4867094" y="3106137"/>
                  </a:lnTo>
                  <a:lnTo>
                    <a:pt x="4867949" y="3116972"/>
                  </a:lnTo>
                  <a:lnTo>
                    <a:pt x="4868805" y="3116972"/>
                  </a:lnTo>
                  <a:lnTo>
                    <a:pt x="4869660" y="3116972"/>
                  </a:lnTo>
                  <a:lnTo>
                    <a:pt x="4870516" y="3116972"/>
                  </a:lnTo>
                  <a:lnTo>
                    <a:pt x="4871371" y="3116972"/>
                  </a:lnTo>
                  <a:lnTo>
                    <a:pt x="4872227" y="3116972"/>
                  </a:lnTo>
                  <a:lnTo>
                    <a:pt x="4873082" y="3116972"/>
                  </a:lnTo>
                  <a:lnTo>
                    <a:pt x="4873938" y="3116972"/>
                  </a:lnTo>
                  <a:lnTo>
                    <a:pt x="4874793" y="3115541"/>
                  </a:lnTo>
                  <a:lnTo>
                    <a:pt x="4875649" y="3116972"/>
                  </a:lnTo>
                  <a:lnTo>
                    <a:pt x="4876505" y="3116972"/>
                  </a:lnTo>
                  <a:lnTo>
                    <a:pt x="4877360" y="3116972"/>
                  </a:lnTo>
                  <a:lnTo>
                    <a:pt x="4878216" y="3116972"/>
                  </a:lnTo>
                  <a:lnTo>
                    <a:pt x="4879071" y="3116972"/>
                  </a:lnTo>
                  <a:lnTo>
                    <a:pt x="4879927" y="3116972"/>
                  </a:lnTo>
                  <a:lnTo>
                    <a:pt x="4880782" y="3107984"/>
                  </a:lnTo>
                  <a:lnTo>
                    <a:pt x="4881638" y="3021506"/>
                  </a:lnTo>
                  <a:lnTo>
                    <a:pt x="4882493" y="3096198"/>
                  </a:lnTo>
                  <a:lnTo>
                    <a:pt x="4883349" y="3116972"/>
                  </a:lnTo>
                  <a:lnTo>
                    <a:pt x="4884204" y="3116972"/>
                  </a:lnTo>
                  <a:lnTo>
                    <a:pt x="4885060" y="3116972"/>
                  </a:lnTo>
                  <a:lnTo>
                    <a:pt x="4885915" y="3116972"/>
                  </a:lnTo>
                  <a:lnTo>
                    <a:pt x="4886771" y="3116972"/>
                  </a:lnTo>
                  <a:lnTo>
                    <a:pt x="4887626" y="3114730"/>
                  </a:lnTo>
                  <a:lnTo>
                    <a:pt x="4888482" y="3097545"/>
                  </a:lnTo>
                  <a:lnTo>
                    <a:pt x="4889337" y="3116972"/>
                  </a:lnTo>
                  <a:lnTo>
                    <a:pt x="4890193" y="3116972"/>
                  </a:lnTo>
                  <a:lnTo>
                    <a:pt x="4891049" y="3116972"/>
                  </a:lnTo>
                  <a:lnTo>
                    <a:pt x="4891904" y="3116972"/>
                  </a:lnTo>
                  <a:lnTo>
                    <a:pt x="4892760" y="3116972"/>
                  </a:lnTo>
                  <a:lnTo>
                    <a:pt x="4893615" y="3116972"/>
                  </a:lnTo>
                  <a:lnTo>
                    <a:pt x="4894471" y="3116972"/>
                  </a:lnTo>
                  <a:lnTo>
                    <a:pt x="4895326" y="3116972"/>
                  </a:lnTo>
                  <a:lnTo>
                    <a:pt x="4896182" y="3116972"/>
                  </a:lnTo>
                  <a:lnTo>
                    <a:pt x="4897037" y="3116972"/>
                  </a:lnTo>
                  <a:lnTo>
                    <a:pt x="4897893" y="3116972"/>
                  </a:lnTo>
                  <a:lnTo>
                    <a:pt x="4898748" y="3116972"/>
                  </a:lnTo>
                  <a:lnTo>
                    <a:pt x="4899604" y="3116972"/>
                  </a:lnTo>
                  <a:lnTo>
                    <a:pt x="4900459" y="3116972"/>
                  </a:lnTo>
                  <a:lnTo>
                    <a:pt x="4901315" y="3108059"/>
                  </a:lnTo>
                  <a:lnTo>
                    <a:pt x="4902170" y="3115005"/>
                  </a:lnTo>
                  <a:lnTo>
                    <a:pt x="4903026" y="3069759"/>
                  </a:lnTo>
                  <a:lnTo>
                    <a:pt x="4903881" y="3046196"/>
                  </a:lnTo>
                  <a:lnTo>
                    <a:pt x="4904737" y="3084007"/>
                  </a:lnTo>
                  <a:lnTo>
                    <a:pt x="4905592" y="3095578"/>
                  </a:lnTo>
                  <a:lnTo>
                    <a:pt x="4906448" y="3056650"/>
                  </a:lnTo>
                  <a:lnTo>
                    <a:pt x="4907304" y="3026220"/>
                  </a:lnTo>
                  <a:lnTo>
                    <a:pt x="4908159" y="3095073"/>
                  </a:lnTo>
                  <a:lnTo>
                    <a:pt x="4909015" y="3116972"/>
                  </a:lnTo>
                  <a:lnTo>
                    <a:pt x="4909870" y="3102616"/>
                  </a:lnTo>
                  <a:lnTo>
                    <a:pt x="4910726" y="3099654"/>
                  </a:lnTo>
                  <a:lnTo>
                    <a:pt x="4911581" y="3112568"/>
                  </a:lnTo>
                  <a:lnTo>
                    <a:pt x="4912437" y="3077650"/>
                  </a:lnTo>
                  <a:lnTo>
                    <a:pt x="4913292" y="3023532"/>
                  </a:lnTo>
                  <a:lnTo>
                    <a:pt x="4914148" y="2978735"/>
                  </a:lnTo>
                  <a:lnTo>
                    <a:pt x="4915003" y="2942122"/>
                  </a:lnTo>
                  <a:lnTo>
                    <a:pt x="4915859" y="2950128"/>
                  </a:lnTo>
                  <a:lnTo>
                    <a:pt x="4916714" y="3014164"/>
                  </a:lnTo>
                  <a:lnTo>
                    <a:pt x="4917570" y="3100579"/>
                  </a:lnTo>
                  <a:lnTo>
                    <a:pt x="4918425" y="3116972"/>
                  </a:lnTo>
                  <a:lnTo>
                    <a:pt x="4919281" y="3116972"/>
                  </a:lnTo>
                  <a:lnTo>
                    <a:pt x="4920136" y="3116972"/>
                  </a:lnTo>
                  <a:lnTo>
                    <a:pt x="4920992" y="3116972"/>
                  </a:lnTo>
                  <a:lnTo>
                    <a:pt x="4921847" y="3116972"/>
                  </a:lnTo>
                  <a:lnTo>
                    <a:pt x="4922703" y="3116736"/>
                  </a:lnTo>
                  <a:lnTo>
                    <a:pt x="4923559" y="3116972"/>
                  </a:lnTo>
                  <a:lnTo>
                    <a:pt x="4924414" y="3116972"/>
                  </a:lnTo>
                  <a:lnTo>
                    <a:pt x="4925270" y="3116972"/>
                  </a:lnTo>
                  <a:lnTo>
                    <a:pt x="4926125" y="3116972"/>
                  </a:lnTo>
                  <a:lnTo>
                    <a:pt x="4926981" y="3116972"/>
                  </a:lnTo>
                  <a:lnTo>
                    <a:pt x="4927836" y="3116972"/>
                  </a:lnTo>
                  <a:lnTo>
                    <a:pt x="4928692" y="3116972"/>
                  </a:lnTo>
                  <a:lnTo>
                    <a:pt x="4929547" y="3116972"/>
                  </a:lnTo>
                  <a:lnTo>
                    <a:pt x="4930403" y="3116972"/>
                  </a:lnTo>
                  <a:lnTo>
                    <a:pt x="4931258" y="3116972"/>
                  </a:lnTo>
                  <a:lnTo>
                    <a:pt x="4932114" y="3116972"/>
                  </a:lnTo>
                  <a:lnTo>
                    <a:pt x="4932969" y="3088532"/>
                  </a:lnTo>
                  <a:lnTo>
                    <a:pt x="4933825" y="3116972"/>
                  </a:lnTo>
                  <a:lnTo>
                    <a:pt x="4934680" y="3116972"/>
                  </a:lnTo>
                  <a:lnTo>
                    <a:pt x="4935536" y="3116972"/>
                  </a:lnTo>
                  <a:lnTo>
                    <a:pt x="4936391" y="3116972"/>
                  </a:lnTo>
                  <a:lnTo>
                    <a:pt x="4937247" y="3116972"/>
                  </a:lnTo>
                  <a:lnTo>
                    <a:pt x="4938103" y="3116972"/>
                  </a:lnTo>
                  <a:lnTo>
                    <a:pt x="4938958" y="3088277"/>
                  </a:lnTo>
                  <a:lnTo>
                    <a:pt x="4939814" y="3007090"/>
                  </a:lnTo>
                  <a:lnTo>
                    <a:pt x="4940669" y="2983105"/>
                  </a:lnTo>
                  <a:lnTo>
                    <a:pt x="4941525" y="2979870"/>
                  </a:lnTo>
                  <a:lnTo>
                    <a:pt x="4942380" y="3003532"/>
                  </a:lnTo>
                  <a:lnTo>
                    <a:pt x="4943236" y="3015710"/>
                  </a:lnTo>
                  <a:lnTo>
                    <a:pt x="4944091" y="3056971"/>
                  </a:lnTo>
                  <a:lnTo>
                    <a:pt x="4944947" y="3047949"/>
                  </a:lnTo>
                  <a:lnTo>
                    <a:pt x="4945802" y="3057531"/>
                  </a:lnTo>
                  <a:lnTo>
                    <a:pt x="4946658" y="3062328"/>
                  </a:lnTo>
                  <a:lnTo>
                    <a:pt x="4947513" y="3057905"/>
                  </a:lnTo>
                  <a:lnTo>
                    <a:pt x="4948369" y="3055458"/>
                  </a:lnTo>
                  <a:lnTo>
                    <a:pt x="4949224" y="3046040"/>
                  </a:lnTo>
                  <a:lnTo>
                    <a:pt x="4950080" y="3116972"/>
                  </a:lnTo>
                  <a:lnTo>
                    <a:pt x="4950935" y="3116972"/>
                  </a:lnTo>
                  <a:lnTo>
                    <a:pt x="4951791" y="3116972"/>
                  </a:lnTo>
                  <a:lnTo>
                    <a:pt x="4952646" y="3116972"/>
                  </a:lnTo>
                  <a:lnTo>
                    <a:pt x="4953502" y="3116972"/>
                  </a:lnTo>
                  <a:lnTo>
                    <a:pt x="4954358" y="3116972"/>
                  </a:lnTo>
                  <a:lnTo>
                    <a:pt x="4955213" y="3116972"/>
                  </a:lnTo>
                  <a:lnTo>
                    <a:pt x="4956069" y="3116972"/>
                  </a:lnTo>
                  <a:lnTo>
                    <a:pt x="4956924" y="3116972"/>
                  </a:lnTo>
                  <a:lnTo>
                    <a:pt x="4957780" y="3116972"/>
                  </a:lnTo>
                  <a:lnTo>
                    <a:pt x="4958635" y="3116972"/>
                  </a:lnTo>
                  <a:lnTo>
                    <a:pt x="4959491" y="3116972"/>
                  </a:lnTo>
                  <a:lnTo>
                    <a:pt x="4960346" y="3088025"/>
                  </a:lnTo>
                  <a:lnTo>
                    <a:pt x="4961202" y="3116972"/>
                  </a:lnTo>
                  <a:lnTo>
                    <a:pt x="4962057" y="3116972"/>
                  </a:lnTo>
                  <a:lnTo>
                    <a:pt x="4962913" y="3073600"/>
                  </a:lnTo>
                  <a:lnTo>
                    <a:pt x="4963768" y="2987308"/>
                  </a:lnTo>
                  <a:lnTo>
                    <a:pt x="4964624" y="3018871"/>
                  </a:lnTo>
                  <a:lnTo>
                    <a:pt x="4965479" y="3042346"/>
                  </a:lnTo>
                  <a:lnTo>
                    <a:pt x="4966335" y="3002219"/>
                  </a:lnTo>
                  <a:lnTo>
                    <a:pt x="4967190" y="3053657"/>
                  </a:lnTo>
                  <a:lnTo>
                    <a:pt x="4968046" y="3116972"/>
                  </a:lnTo>
                  <a:lnTo>
                    <a:pt x="4968901" y="3116972"/>
                  </a:lnTo>
                  <a:lnTo>
                    <a:pt x="4969757" y="3104219"/>
                  </a:lnTo>
                  <a:lnTo>
                    <a:pt x="4970613" y="3060489"/>
                  </a:lnTo>
                  <a:lnTo>
                    <a:pt x="4971468" y="3030984"/>
                  </a:lnTo>
                  <a:lnTo>
                    <a:pt x="4972324" y="2945303"/>
                  </a:lnTo>
                  <a:lnTo>
                    <a:pt x="4973179" y="2882371"/>
                  </a:lnTo>
                  <a:lnTo>
                    <a:pt x="4974035" y="2948894"/>
                  </a:lnTo>
                  <a:lnTo>
                    <a:pt x="4974890" y="3010809"/>
                  </a:lnTo>
                  <a:lnTo>
                    <a:pt x="4975746" y="3029093"/>
                  </a:lnTo>
                  <a:lnTo>
                    <a:pt x="4976601" y="3039940"/>
                  </a:lnTo>
                  <a:lnTo>
                    <a:pt x="4977457" y="2991881"/>
                  </a:lnTo>
                  <a:lnTo>
                    <a:pt x="4978312" y="2984550"/>
                  </a:lnTo>
                  <a:lnTo>
                    <a:pt x="4979168" y="2912769"/>
                  </a:lnTo>
                  <a:lnTo>
                    <a:pt x="4980023" y="2831817"/>
                  </a:lnTo>
                  <a:lnTo>
                    <a:pt x="4980879" y="2857264"/>
                  </a:lnTo>
                  <a:lnTo>
                    <a:pt x="4981734" y="2856518"/>
                  </a:lnTo>
                  <a:lnTo>
                    <a:pt x="4982590" y="2921358"/>
                  </a:lnTo>
                  <a:lnTo>
                    <a:pt x="4983445" y="3002503"/>
                  </a:lnTo>
                  <a:lnTo>
                    <a:pt x="4984301" y="3061560"/>
                  </a:lnTo>
                  <a:lnTo>
                    <a:pt x="4985157" y="3116972"/>
                  </a:lnTo>
                  <a:lnTo>
                    <a:pt x="4986012" y="3116972"/>
                  </a:lnTo>
                  <a:lnTo>
                    <a:pt x="4986868" y="3116972"/>
                  </a:lnTo>
                  <a:lnTo>
                    <a:pt x="4987723" y="3116972"/>
                  </a:lnTo>
                  <a:lnTo>
                    <a:pt x="4988579" y="3116972"/>
                  </a:lnTo>
                  <a:lnTo>
                    <a:pt x="4989434" y="3113539"/>
                  </a:lnTo>
                  <a:lnTo>
                    <a:pt x="4990290" y="3080246"/>
                  </a:lnTo>
                  <a:lnTo>
                    <a:pt x="4991145" y="3062328"/>
                  </a:lnTo>
                  <a:lnTo>
                    <a:pt x="4992001" y="3048131"/>
                  </a:lnTo>
                  <a:lnTo>
                    <a:pt x="4992856" y="2995910"/>
                  </a:lnTo>
                  <a:lnTo>
                    <a:pt x="4993712" y="2908747"/>
                  </a:lnTo>
                  <a:lnTo>
                    <a:pt x="4994567" y="2839077"/>
                  </a:lnTo>
                  <a:lnTo>
                    <a:pt x="4995423" y="2760675"/>
                  </a:lnTo>
                  <a:lnTo>
                    <a:pt x="4996278" y="2717091"/>
                  </a:lnTo>
                  <a:lnTo>
                    <a:pt x="4997134" y="2696614"/>
                  </a:lnTo>
                  <a:lnTo>
                    <a:pt x="4997989" y="2753280"/>
                  </a:lnTo>
                  <a:lnTo>
                    <a:pt x="4998845" y="2853153"/>
                  </a:lnTo>
                  <a:lnTo>
                    <a:pt x="4999700" y="2922821"/>
                  </a:lnTo>
                  <a:lnTo>
                    <a:pt x="5000556" y="3003840"/>
                  </a:lnTo>
                  <a:lnTo>
                    <a:pt x="5001412" y="3060392"/>
                  </a:lnTo>
                  <a:lnTo>
                    <a:pt x="5002267" y="3116972"/>
                  </a:lnTo>
                  <a:lnTo>
                    <a:pt x="5003123" y="3116972"/>
                  </a:lnTo>
                  <a:lnTo>
                    <a:pt x="5003978" y="3116972"/>
                  </a:lnTo>
                  <a:lnTo>
                    <a:pt x="5004834" y="3116972"/>
                  </a:lnTo>
                  <a:lnTo>
                    <a:pt x="5005689" y="3116972"/>
                  </a:lnTo>
                  <a:lnTo>
                    <a:pt x="5006545" y="3116972"/>
                  </a:lnTo>
                  <a:lnTo>
                    <a:pt x="5007400" y="3113006"/>
                  </a:lnTo>
                  <a:lnTo>
                    <a:pt x="5008256" y="3046523"/>
                  </a:lnTo>
                  <a:lnTo>
                    <a:pt x="5009111" y="3011777"/>
                  </a:lnTo>
                  <a:lnTo>
                    <a:pt x="5009967" y="3021518"/>
                  </a:lnTo>
                  <a:lnTo>
                    <a:pt x="5010822" y="2996339"/>
                  </a:lnTo>
                  <a:lnTo>
                    <a:pt x="5011678" y="2948197"/>
                  </a:lnTo>
                  <a:lnTo>
                    <a:pt x="5012533" y="2989590"/>
                  </a:lnTo>
                  <a:lnTo>
                    <a:pt x="5013389" y="3034582"/>
                  </a:lnTo>
                  <a:lnTo>
                    <a:pt x="5014244" y="3076588"/>
                  </a:lnTo>
                  <a:lnTo>
                    <a:pt x="5015100" y="3108882"/>
                  </a:lnTo>
                  <a:lnTo>
                    <a:pt x="5015955" y="3103649"/>
                  </a:lnTo>
                  <a:lnTo>
                    <a:pt x="5016811" y="3103650"/>
                  </a:lnTo>
                  <a:lnTo>
                    <a:pt x="5017667" y="3116972"/>
                  </a:lnTo>
                  <a:lnTo>
                    <a:pt x="5018522" y="3092649"/>
                  </a:lnTo>
                  <a:lnTo>
                    <a:pt x="5019378" y="3012780"/>
                  </a:lnTo>
                  <a:lnTo>
                    <a:pt x="5020233" y="2990388"/>
                  </a:lnTo>
                  <a:lnTo>
                    <a:pt x="5021089" y="2900943"/>
                  </a:lnTo>
                  <a:lnTo>
                    <a:pt x="5021944" y="2854548"/>
                  </a:lnTo>
                  <a:lnTo>
                    <a:pt x="5022800" y="2769173"/>
                  </a:lnTo>
                  <a:lnTo>
                    <a:pt x="5023655" y="2759691"/>
                  </a:lnTo>
                  <a:lnTo>
                    <a:pt x="5024511" y="2776610"/>
                  </a:lnTo>
                  <a:lnTo>
                    <a:pt x="5025366" y="2689330"/>
                  </a:lnTo>
                  <a:lnTo>
                    <a:pt x="5026222" y="2703819"/>
                  </a:lnTo>
                  <a:lnTo>
                    <a:pt x="5027077" y="2645556"/>
                  </a:lnTo>
                  <a:lnTo>
                    <a:pt x="5027933" y="2714234"/>
                  </a:lnTo>
                  <a:lnTo>
                    <a:pt x="5028788" y="2771981"/>
                  </a:lnTo>
                  <a:lnTo>
                    <a:pt x="5029644" y="2775231"/>
                  </a:lnTo>
                  <a:lnTo>
                    <a:pt x="5030499" y="2875734"/>
                  </a:lnTo>
                  <a:lnTo>
                    <a:pt x="5031355" y="2994636"/>
                  </a:lnTo>
                  <a:lnTo>
                    <a:pt x="5032211" y="3116972"/>
                  </a:lnTo>
                  <a:lnTo>
                    <a:pt x="5033066" y="3112935"/>
                  </a:lnTo>
                  <a:lnTo>
                    <a:pt x="5033922" y="3074641"/>
                  </a:lnTo>
                  <a:lnTo>
                    <a:pt x="5034777" y="3113212"/>
                  </a:lnTo>
                  <a:lnTo>
                    <a:pt x="5035633" y="3116972"/>
                  </a:lnTo>
                  <a:lnTo>
                    <a:pt x="5036488" y="3116972"/>
                  </a:lnTo>
                  <a:lnTo>
                    <a:pt x="5037344" y="3057945"/>
                  </a:lnTo>
                  <a:lnTo>
                    <a:pt x="5038199" y="3066034"/>
                  </a:lnTo>
                  <a:lnTo>
                    <a:pt x="5039055" y="3067008"/>
                  </a:lnTo>
                  <a:lnTo>
                    <a:pt x="5039910" y="2999333"/>
                  </a:lnTo>
                  <a:lnTo>
                    <a:pt x="5040766" y="2992315"/>
                  </a:lnTo>
                  <a:lnTo>
                    <a:pt x="5041621" y="2971498"/>
                  </a:lnTo>
                  <a:lnTo>
                    <a:pt x="5042477" y="2990417"/>
                  </a:lnTo>
                  <a:lnTo>
                    <a:pt x="5043332" y="2910858"/>
                  </a:lnTo>
                  <a:lnTo>
                    <a:pt x="5044188" y="2830174"/>
                  </a:lnTo>
                  <a:lnTo>
                    <a:pt x="5045043" y="2795877"/>
                  </a:lnTo>
                  <a:lnTo>
                    <a:pt x="5045899" y="2675251"/>
                  </a:lnTo>
                  <a:lnTo>
                    <a:pt x="5046754" y="2535525"/>
                  </a:lnTo>
                  <a:lnTo>
                    <a:pt x="5047610" y="2497663"/>
                  </a:lnTo>
                  <a:lnTo>
                    <a:pt x="5048466" y="2554789"/>
                  </a:lnTo>
                  <a:lnTo>
                    <a:pt x="5049321" y="2570132"/>
                  </a:lnTo>
                  <a:lnTo>
                    <a:pt x="5050177" y="2643076"/>
                  </a:lnTo>
                  <a:lnTo>
                    <a:pt x="5051032" y="2664396"/>
                  </a:lnTo>
                  <a:lnTo>
                    <a:pt x="5051888" y="2736363"/>
                  </a:lnTo>
                  <a:lnTo>
                    <a:pt x="5052743" y="2807810"/>
                  </a:lnTo>
                  <a:lnTo>
                    <a:pt x="5053599" y="2888018"/>
                  </a:lnTo>
                  <a:lnTo>
                    <a:pt x="5054454" y="2982683"/>
                  </a:lnTo>
                  <a:lnTo>
                    <a:pt x="5055310" y="2962078"/>
                  </a:lnTo>
                  <a:lnTo>
                    <a:pt x="5056165" y="3013135"/>
                  </a:lnTo>
                  <a:lnTo>
                    <a:pt x="5057021" y="3035830"/>
                  </a:lnTo>
                  <a:lnTo>
                    <a:pt x="5057876" y="2985714"/>
                  </a:lnTo>
                  <a:lnTo>
                    <a:pt x="5058732" y="2922314"/>
                  </a:lnTo>
                  <a:lnTo>
                    <a:pt x="5059587" y="2828278"/>
                  </a:lnTo>
                  <a:lnTo>
                    <a:pt x="5060443" y="2782231"/>
                  </a:lnTo>
                  <a:lnTo>
                    <a:pt x="5061298" y="2757441"/>
                  </a:lnTo>
                  <a:lnTo>
                    <a:pt x="5062154" y="2728487"/>
                  </a:lnTo>
                  <a:lnTo>
                    <a:pt x="5063009" y="2732292"/>
                  </a:lnTo>
                  <a:lnTo>
                    <a:pt x="5063865" y="2755438"/>
                  </a:lnTo>
                  <a:lnTo>
                    <a:pt x="5064721" y="2785496"/>
                  </a:lnTo>
                  <a:lnTo>
                    <a:pt x="5065576" y="2751763"/>
                  </a:lnTo>
                  <a:lnTo>
                    <a:pt x="5066432" y="2773836"/>
                  </a:lnTo>
                  <a:lnTo>
                    <a:pt x="5067287" y="2883937"/>
                  </a:lnTo>
                  <a:lnTo>
                    <a:pt x="5068143" y="2890044"/>
                  </a:lnTo>
                  <a:lnTo>
                    <a:pt x="5068998" y="2821690"/>
                  </a:lnTo>
                  <a:lnTo>
                    <a:pt x="5069854" y="2776690"/>
                  </a:lnTo>
                  <a:lnTo>
                    <a:pt x="5070709" y="2838692"/>
                  </a:lnTo>
                  <a:lnTo>
                    <a:pt x="5071565" y="2781983"/>
                  </a:lnTo>
                  <a:lnTo>
                    <a:pt x="5072420" y="2653796"/>
                  </a:lnTo>
                  <a:lnTo>
                    <a:pt x="5073276" y="2598016"/>
                  </a:lnTo>
                  <a:lnTo>
                    <a:pt x="5074131" y="2514116"/>
                  </a:lnTo>
                  <a:lnTo>
                    <a:pt x="5074987" y="2396961"/>
                  </a:lnTo>
                  <a:lnTo>
                    <a:pt x="5075842" y="2330702"/>
                  </a:lnTo>
                  <a:lnTo>
                    <a:pt x="5076698" y="2319510"/>
                  </a:lnTo>
                  <a:lnTo>
                    <a:pt x="5077553" y="2270250"/>
                  </a:lnTo>
                  <a:lnTo>
                    <a:pt x="5078409" y="2206113"/>
                  </a:lnTo>
                  <a:lnTo>
                    <a:pt x="5079265" y="2137543"/>
                  </a:lnTo>
                  <a:lnTo>
                    <a:pt x="5080120" y="2195308"/>
                  </a:lnTo>
                  <a:lnTo>
                    <a:pt x="5080976" y="2269743"/>
                  </a:lnTo>
                  <a:lnTo>
                    <a:pt x="5081831" y="2228006"/>
                  </a:lnTo>
                  <a:lnTo>
                    <a:pt x="5082687" y="2231655"/>
                  </a:lnTo>
                  <a:lnTo>
                    <a:pt x="5083542" y="2277135"/>
                  </a:lnTo>
                  <a:lnTo>
                    <a:pt x="5084398" y="2409323"/>
                  </a:lnTo>
                  <a:lnTo>
                    <a:pt x="5085253" y="2502047"/>
                  </a:lnTo>
                  <a:lnTo>
                    <a:pt x="5086109" y="2538645"/>
                  </a:lnTo>
                  <a:lnTo>
                    <a:pt x="5086964" y="2693701"/>
                  </a:lnTo>
                  <a:lnTo>
                    <a:pt x="5087820" y="2754812"/>
                  </a:lnTo>
                  <a:lnTo>
                    <a:pt x="5088675" y="2779374"/>
                  </a:lnTo>
                  <a:lnTo>
                    <a:pt x="5089531" y="2772001"/>
                  </a:lnTo>
                  <a:lnTo>
                    <a:pt x="5090386" y="2798731"/>
                  </a:lnTo>
                  <a:lnTo>
                    <a:pt x="5091242" y="2799033"/>
                  </a:lnTo>
                  <a:lnTo>
                    <a:pt x="5092097" y="2789107"/>
                  </a:lnTo>
                  <a:lnTo>
                    <a:pt x="5092953" y="2856876"/>
                  </a:lnTo>
                  <a:lnTo>
                    <a:pt x="5093808" y="2935056"/>
                  </a:lnTo>
                  <a:lnTo>
                    <a:pt x="5094664" y="3033859"/>
                  </a:lnTo>
                  <a:lnTo>
                    <a:pt x="5095520" y="3084178"/>
                  </a:lnTo>
                  <a:lnTo>
                    <a:pt x="5096375" y="3099198"/>
                  </a:lnTo>
                  <a:lnTo>
                    <a:pt x="5097231" y="3062504"/>
                  </a:lnTo>
                  <a:lnTo>
                    <a:pt x="5098086" y="3055021"/>
                  </a:lnTo>
                  <a:lnTo>
                    <a:pt x="5098942" y="3020649"/>
                  </a:lnTo>
                  <a:lnTo>
                    <a:pt x="5099797" y="3039717"/>
                  </a:lnTo>
                  <a:lnTo>
                    <a:pt x="5100653" y="3041325"/>
                  </a:lnTo>
                  <a:lnTo>
                    <a:pt x="5101508" y="3021735"/>
                  </a:lnTo>
                  <a:lnTo>
                    <a:pt x="5102364" y="3043145"/>
                  </a:lnTo>
                  <a:lnTo>
                    <a:pt x="5103219" y="2986281"/>
                  </a:lnTo>
                  <a:lnTo>
                    <a:pt x="5104075" y="2987589"/>
                  </a:lnTo>
                  <a:lnTo>
                    <a:pt x="5104930" y="2957271"/>
                  </a:lnTo>
                  <a:lnTo>
                    <a:pt x="5105786" y="2923678"/>
                  </a:lnTo>
                  <a:lnTo>
                    <a:pt x="5106641" y="2777319"/>
                  </a:lnTo>
                  <a:lnTo>
                    <a:pt x="5107497" y="2610667"/>
                  </a:lnTo>
                  <a:lnTo>
                    <a:pt x="5108352" y="2496195"/>
                  </a:lnTo>
                  <a:lnTo>
                    <a:pt x="5109208" y="2352796"/>
                  </a:lnTo>
                  <a:lnTo>
                    <a:pt x="5110063" y="2184354"/>
                  </a:lnTo>
                  <a:lnTo>
                    <a:pt x="5110919" y="2083541"/>
                  </a:lnTo>
                  <a:lnTo>
                    <a:pt x="5111775" y="2165625"/>
                  </a:lnTo>
                  <a:lnTo>
                    <a:pt x="5112630" y="2281944"/>
                  </a:lnTo>
                  <a:lnTo>
                    <a:pt x="5113486" y="2399754"/>
                  </a:lnTo>
                  <a:lnTo>
                    <a:pt x="5114341" y="2540481"/>
                  </a:lnTo>
                  <a:lnTo>
                    <a:pt x="5115197" y="2661491"/>
                  </a:lnTo>
                  <a:lnTo>
                    <a:pt x="5116052" y="2619205"/>
                  </a:lnTo>
                  <a:lnTo>
                    <a:pt x="5116908" y="2489648"/>
                  </a:lnTo>
                  <a:lnTo>
                    <a:pt x="5117763" y="2419002"/>
                  </a:lnTo>
                  <a:lnTo>
                    <a:pt x="5118619" y="2392216"/>
                  </a:lnTo>
                  <a:lnTo>
                    <a:pt x="5119474" y="2390393"/>
                  </a:lnTo>
                  <a:lnTo>
                    <a:pt x="5120330" y="2433220"/>
                  </a:lnTo>
                  <a:lnTo>
                    <a:pt x="5121185" y="2471579"/>
                  </a:lnTo>
                  <a:lnTo>
                    <a:pt x="5122041" y="2571102"/>
                  </a:lnTo>
                  <a:lnTo>
                    <a:pt x="5122896" y="2714226"/>
                  </a:lnTo>
                  <a:lnTo>
                    <a:pt x="5123752" y="2833948"/>
                  </a:lnTo>
                  <a:lnTo>
                    <a:pt x="5124607" y="2821302"/>
                  </a:lnTo>
                  <a:lnTo>
                    <a:pt x="5125463" y="2748561"/>
                  </a:lnTo>
                  <a:lnTo>
                    <a:pt x="5126318" y="2719040"/>
                  </a:lnTo>
                  <a:lnTo>
                    <a:pt x="5127174" y="2694073"/>
                  </a:lnTo>
                  <a:lnTo>
                    <a:pt x="5128030" y="2541194"/>
                  </a:lnTo>
                  <a:lnTo>
                    <a:pt x="5128885" y="2362340"/>
                  </a:lnTo>
                  <a:lnTo>
                    <a:pt x="5129741" y="2297440"/>
                  </a:lnTo>
                  <a:lnTo>
                    <a:pt x="5130596" y="2354292"/>
                  </a:lnTo>
                  <a:lnTo>
                    <a:pt x="5131452" y="2431492"/>
                  </a:lnTo>
                  <a:lnTo>
                    <a:pt x="5132307" y="2418882"/>
                  </a:lnTo>
                  <a:lnTo>
                    <a:pt x="5133163" y="2474834"/>
                  </a:lnTo>
                  <a:lnTo>
                    <a:pt x="5134018" y="2569339"/>
                  </a:lnTo>
                  <a:lnTo>
                    <a:pt x="5134874" y="2642630"/>
                  </a:lnTo>
                  <a:lnTo>
                    <a:pt x="5135729" y="2558533"/>
                  </a:lnTo>
                  <a:lnTo>
                    <a:pt x="5136585" y="2581300"/>
                  </a:lnTo>
                  <a:lnTo>
                    <a:pt x="5137440" y="2722887"/>
                  </a:lnTo>
                  <a:lnTo>
                    <a:pt x="5138296" y="2721038"/>
                  </a:lnTo>
                  <a:lnTo>
                    <a:pt x="5139151" y="2654143"/>
                  </a:lnTo>
                  <a:lnTo>
                    <a:pt x="5140007" y="2598656"/>
                  </a:lnTo>
                  <a:lnTo>
                    <a:pt x="5140862" y="2602813"/>
                  </a:lnTo>
                  <a:lnTo>
                    <a:pt x="5141718" y="2579434"/>
                  </a:lnTo>
                  <a:lnTo>
                    <a:pt x="5142574" y="2567563"/>
                  </a:lnTo>
                  <a:lnTo>
                    <a:pt x="5143429" y="2548762"/>
                  </a:lnTo>
                  <a:lnTo>
                    <a:pt x="5144285" y="2556308"/>
                  </a:lnTo>
                  <a:lnTo>
                    <a:pt x="5145140" y="2543951"/>
                  </a:lnTo>
                  <a:lnTo>
                    <a:pt x="5145996" y="2554279"/>
                  </a:lnTo>
                  <a:lnTo>
                    <a:pt x="5146851" y="2641060"/>
                  </a:lnTo>
                  <a:lnTo>
                    <a:pt x="5147707" y="2677214"/>
                  </a:lnTo>
                  <a:lnTo>
                    <a:pt x="5148562" y="2749582"/>
                  </a:lnTo>
                  <a:lnTo>
                    <a:pt x="5149418" y="2791240"/>
                  </a:lnTo>
                  <a:lnTo>
                    <a:pt x="5150273" y="2804635"/>
                  </a:lnTo>
                  <a:lnTo>
                    <a:pt x="5151129" y="2841581"/>
                  </a:lnTo>
                  <a:lnTo>
                    <a:pt x="5151984" y="2699911"/>
                  </a:lnTo>
                  <a:lnTo>
                    <a:pt x="5152840" y="2567081"/>
                  </a:lnTo>
                  <a:lnTo>
                    <a:pt x="5153695" y="2573599"/>
                  </a:lnTo>
                  <a:lnTo>
                    <a:pt x="5154551" y="2632949"/>
                  </a:lnTo>
                  <a:lnTo>
                    <a:pt x="5155406" y="2678737"/>
                  </a:lnTo>
                  <a:lnTo>
                    <a:pt x="5156262" y="2679149"/>
                  </a:lnTo>
                  <a:lnTo>
                    <a:pt x="5157117" y="2731743"/>
                  </a:lnTo>
                  <a:lnTo>
                    <a:pt x="5157973" y="2762710"/>
                  </a:lnTo>
                  <a:lnTo>
                    <a:pt x="5158829" y="2737349"/>
                  </a:lnTo>
                  <a:lnTo>
                    <a:pt x="5159684" y="2702025"/>
                  </a:lnTo>
                  <a:lnTo>
                    <a:pt x="5160540" y="2716101"/>
                  </a:lnTo>
                  <a:lnTo>
                    <a:pt x="5161395" y="2792401"/>
                  </a:lnTo>
                  <a:lnTo>
                    <a:pt x="5162251" y="2805813"/>
                  </a:lnTo>
                  <a:lnTo>
                    <a:pt x="5163106" y="2791767"/>
                  </a:lnTo>
                  <a:lnTo>
                    <a:pt x="5163962" y="2789328"/>
                  </a:lnTo>
                  <a:lnTo>
                    <a:pt x="5164817" y="2820508"/>
                  </a:lnTo>
                  <a:lnTo>
                    <a:pt x="5165673" y="2856902"/>
                  </a:lnTo>
                  <a:lnTo>
                    <a:pt x="5166528" y="2825346"/>
                  </a:lnTo>
                  <a:lnTo>
                    <a:pt x="5167384" y="2839822"/>
                  </a:lnTo>
                  <a:lnTo>
                    <a:pt x="5168239" y="2905577"/>
                  </a:lnTo>
                  <a:lnTo>
                    <a:pt x="5169095" y="2914520"/>
                  </a:lnTo>
                  <a:lnTo>
                    <a:pt x="5169950" y="2880558"/>
                  </a:lnTo>
                  <a:lnTo>
                    <a:pt x="5170806" y="2864076"/>
                  </a:lnTo>
                  <a:lnTo>
                    <a:pt x="5171661" y="2836564"/>
                  </a:lnTo>
                  <a:lnTo>
                    <a:pt x="5172517" y="2792072"/>
                  </a:lnTo>
                  <a:lnTo>
                    <a:pt x="5173372" y="2743764"/>
                  </a:lnTo>
                  <a:lnTo>
                    <a:pt x="5174228" y="2668291"/>
                  </a:lnTo>
                  <a:lnTo>
                    <a:pt x="5175084" y="2617799"/>
                  </a:lnTo>
                  <a:lnTo>
                    <a:pt x="5175939" y="2636299"/>
                  </a:lnTo>
                  <a:lnTo>
                    <a:pt x="5176795" y="2712203"/>
                  </a:lnTo>
                  <a:lnTo>
                    <a:pt x="5177650" y="2790472"/>
                  </a:lnTo>
                  <a:lnTo>
                    <a:pt x="5178506" y="2729852"/>
                  </a:lnTo>
                  <a:lnTo>
                    <a:pt x="5179361" y="2692570"/>
                  </a:lnTo>
                  <a:lnTo>
                    <a:pt x="5180217" y="2660909"/>
                  </a:lnTo>
                  <a:lnTo>
                    <a:pt x="5181072" y="2506063"/>
                  </a:lnTo>
                  <a:lnTo>
                    <a:pt x="5181928" y="2265771"/>
                  </a:lnTo>
                  <a:lnTo>
                    <a:pt x="5182783" y="2091643"/>
                  </a:lnTo>
                  <a:lnTo>
                    <a:pt x="5183639" y="2113227"/>
                  </a:lnTo>
                  <a:lnTo>
                    <a:pt x="5184494" y="2270006"/>
                  </a:lnTo>
                  <a:lnTo>
                    <a:pt x="5185350" y="2359300"/>
                  </a:lnTo>
                  <a:lnTo>
                    <a:pt x="5186205" y="2411696"/>
                  </a:lnTo>
                  <a:lnTo>
                    <a:pt x="5187061" y="2602194"/>
                  </a:lnTo>
                  <a:lnTo>
                    <a:pt x="5187916" y="2785673"/>
                  </a:lnTo>
                  <a:lnTo>
                    <a:pt x="5188772" y="2895631"/>
                  </a:lnTo>
                  <a:lnTo>
                    <a:pt x="5189628" y="2902298"/>
                  </a:lnTo>
                  <a:lnTo>
                    <a:pt x="5190483" y="2872751"/>
                  </a:lnTo>
                  <a:lnTo>
                    <a:pt x="5191339" y="2899414"/>
                  </a:lnTo>
                  <a:lnTo>
                    <a:pt x="5192194" y="2884386"/>
                  </a:lnTo>
                  <a:lnTo>
                    <a:pt x="5193050" y="2746274"/>
                  </a:lnTo>
                  <a:lnTo>
                    <a:pt x="5193905" y="2661934"/>
                  </a:lnTo>
                  <a:lnTo>
                    <a:pt x="5194761" y="2609319"/>
                  </a:lnTo>
                  <a:lnTo>
                    <a:pt x="5195616" y="2565094"/>
                  </a:lnTo>
                  <a:lnTo>
                    <a:pt x="5196472" y="2508972"/>
                  </a:lnTo>
                  <a:lnTo>
                    <a:pt x="5197327" y="2384933"/>
                  </a:lnTo>
                  <a:lnTo>
                    <a:pt x="5198183" y="2319795"/>
                  </a:lnTo>
                  <a:lnTo>
                    <a:pt x="5199038" y="2176690"/>
                  </a:lnTo>
                  <a:lnTo>
                    <a:pt x="5199894" y="2042039"/>
                  </a:lnTo>
                  <a:lnTo>
                    <a:pt x="5200749" y="2019232"/>
                  </a:lnTo>
                  <a:lnTo>
                    <a:pt x="5201605" y="1999061"/>
                  </a:lnTo>
                  <a:lnTo>
                    <a:pt x="5202460" y="1987238"/>
                  </a:lnTo>
                  <a:lnTo>
                    <a:pt x="5203316" y="2009081"/>
                  </a:lnTo>
                  <a:lnTo>
                    <a:pt x="5204171" y="2096383"/>
                  </a:lnTo>
                  <a:lnTo>
                    <a:pt x="5205027" y="2230393"/>
                  </a:lnTo>
                  <a:lnTo>
                    <a:pt x="5205883" y="2311423"/>
                  </a:lnTo>
                  <a:lnTo>
                    <a:pt x="5206738" y="2384381"/>
                  </a:lnTo>
                  <a:lnTo>
                    <a:pt x="5207594" y="2403354"/>
                  </a:lnTo>
                  <a:lnTo>
                    <a:pt x="5208449" y="2403831"/>
                  </a:lnTo>
                  <a:lnTo>
                    <a:pt x="5209305" y="2404888"/>
                  </a:lnTo>
                  <a:lnTo>
                    <a:pt x="5210160" y="2322445"/>
                  </a:lnTo>
                  <a:lnTo>
                    <a:pt x="5211016" y="2277864"/>
                  </a:lnTo>
                  <a:lnTo>
                    <a:pt x="5211871" y="2215631"/>
                  </a:lnTo>
                  <a:lnTo>
                    <a:pt x="5212727" y="2250556"/>
                  </a:lnTo>
                  <a:lnTo>
                    <a:pt x="5213582" y="2402039"/>
                  </a:lnTo>
                  <a:lnTo>
                    <a:pt x="5214438" y="2594331"/>
                  </a:lnTo>
                  <a:lnTo>
                    <a:pt x="5215293" y="2748805"/>
                  </a:lnTo>
                  <a:lnTo>
                    <a:pt x="5216149" y="2708589"/>
                  </a:lnTo>
                  <a:lnTo>
                    <a:pt x="5217004" y="2727045"/>
                  </a:lnTo>
                  <a:lnTo>
                    <a:pt x="5217860" y="2832851"/>
                  </a:lnTo>
                  <a:lnTo>
                    <a:pt x="5218715" y="2862298"/>
                  </a:lnTo>
                  <a:lnTo>
                    <a:pt x="5219571" y="2783833"/>
                  </a:lnTo>
                  <a:lnTo>
                    <a:pt x="5220426" y="2699894"/>
                  </a:lnTo>
                  <a:lnTo>
                    <a:pt x="5221282" y="2765793"/>
                  </a:lnTo>
                  <a:lnTo>
                    <a:pt x="5222138" y="2874243"/>
                  </a:lnTo>
                  <a:lnTo>
                    <a:pt x="5222993" y="2844566"/>
                  </a:lnTo>
                  <a:lnTo>
                    <a:pt x="5223849" y="2801150"/>
                  </a:lnTo>
                  <a:lnTo>
                    <a:pt x="5224704" y="2821539"/>
                  </a:lnTo>
                  <a:lnTo>
                    <a:pt x="5225560" y="2886703"/>
                  </a:lnTo>
                  <a:lnTo>
                    <a:pt x="5226415" y="2896186"/>
                  </a:lnTo>
                  <a:lnTo>
                    <a:pt x="5227271" y="2795271"/>
                  </a:lnTo>
                  <a:lnTo>
                    <a:pt x="5228126" y="2788448"/>
                  </a:lnTo>
                  <a:lnTo>
                    <a:pt x="5228982" y="2817470"/>
                  </a:lnTo>
                  <a:lnTo>
                    <a:pt x="5229837" y="2837567"/>
                  </a:lnTo>
                  <a:lnTo>
                    <a:pt x="5230693" y="2861100"/>
                  </a:lnTo>
                  <a:lnTo>
                    <a:pt x="5231548" y="2921556"/>
                  </a:lnTo>
                  <a:lnTo>
                    <a:pt x="5232404" y="2991672"/>
                  </a:lnTo>
                  <a:lnTo>
                    <a:pt x="5233259" y="2992349"/>
                  </a:lnTo>
                  <a:lnTo>
                    <a:pt x="5234115" y="2991833"/>
                  </a:lnTo>
                  <a:lnTo>
                    <a:pt x="5234970" y="2937257"/>
                  </a:lnTo>
                  <a:lnTo>
                    <a:pt x="5235826" y="2867353"/>
                  </a:lnTo>
                  <a:lnTo>
                    <a:pt x="5236682" y="2873593"/>
                  </a:lnTo>
                  <a:lnTo>
                    <a:pt x="5237537" y="2868199"/>
                  </a:lnTo>
                  <a:lnTo>
                    <a:pt x="5238393" y="2850720"/>
                  </a:lnTo>
                  <a:lnTo>
                    <a:pt x="5239248" y="2836745"/>
                  </a:lnTo>
                  <a:lnTo>
                    <a:pt x="5240104" y="2787139"/>
                  </a:lnTo>
                  <a:lnTo>
                    <a:pt x="5240959" y="2735986"/>
                  </a:lnTo>
                  <a:lnTo>
                    <a:pt x="5241815" y="2668706"/>
                  </a:lnTo>
                  <a:lnTo>
                    <a:pt x="5242670" y="2606376"/>
                  </a:lnTo>
                  <a:lnTo>
                    <a:pt x="5243526" y="2494766"/>
                  </a:lnTo>
                  <a:lnTo>
                    <a:pt x="5244381" y="2454755"/>
                  </a:lnTo>
                  <a:lnTo>
                    <a:pt x="5245237" y="2471317"/>
                  </a:lnTo>
                  <a:lnTo>
                    <a:pt x="5246092" y="2469363"/>
                  </a:lnTo>
                  <a:lnTo>
                    <a:pt x="5246948" y="2397873"/>
                  </a:lnTo>
                  <a:lnTo>
                    <a:pt x="5247803" y="2363332"/>
                  </a:lnTo>
                  <a:lnTo>
                    <a:pt x="5248659" y="2370381"/>
                  </a:lnTo>
                  <a:lnTo>
                    <a:pt x="5249514" y="2268004"/>
                  </a:lnTo>
                  <a:lnTo>
                    <a:pt x="5250370" y="2177028"/>
                  </a:lnTo>
                  <a:lnTo>
                    <a:pt x="5251225" y="2088392"/>
                  </a:lnTo>
                  <a:lnTo>
                    <a:pt x="5252081" y="2081074"/>
                  </a:lnTo>
                  <a:lnTo>
                    <a:pt x="5252937" y="2068671"/>
                  </a:lnTo>
                  <a:lnTo>
                    <a:pt x="5253792" y="2127018"/>
                  </a:lnTo>
                  <a:lnTo>
                    <a:pt x="5254648" y="2134609"/>
                  </a:lnTo>
                  <a:lnTo>
                    <a:pt x="5255503" y="2094408"/>
                  </a:lnTo>
                  <a:lnTo>
                    <a:pt x="5256359" y="2038133"/>
                  </a:lnTo>
                  <a:lnTo>
                    <a:pt x="5257214" y="2013928"/>
                  </a:lnTo>
                  <a:lnTo>
                    <a:pt x="5258070" y="1959154"/>
                  </a:lnTo>
                  <a:lnTo>
                    <a:pt x="5258925" y="1889338"/>
                  </a:lnTo>
                  <a:lnTo>
                    <a:pt x="5259781" y="1940149"/>
                  </a:lnTo>
                  <a:lnTo>
                    <a:pt x="5260636" y="2038052"/>
                  </a:lnTo>
                  <a:lnTo>
                    <a:pt x="5261492" y="2209413"/>
                  </a:lnTo>
                  <a:lnTo>
                    <a:pt x="5262347" y="2300509"/>
                  </a:lnTo>
                  <a:lnTo>
                    <a:pt x="5263203" y="2460853"/>
                  </a:lnTo>
                  <a:lnTo>
                    <a:pt x="5264058" y="2635935"/>
                  </a:lnTo>
                  <a:lnTo>
                    <a:pt x="5264914" y="2650741"/>
                  </a:lnTo>
                  <a:lnTo>
                    <a:pt x="5265769" y="2573977"/>
                  </a:lnTo>
                  <a:lnTo>
                    <a:pt x="5266625" y="2388390"/>
                  </a:lnTo>
                  <a:lnTo>
                    <a:pt x="5267480" y="2239118"/>
                  </a:lnTo>
                  <a:lnTo>
                    <a:pt x="5268336" y="2148793"/>
                  </a:lnTo>
                  <a:lnTo>
                    <a:pt x="5269192" y="1982027"/>
                  </a:lnTo>
                  <a:lnTo>
                    <a:pt x="5270047" y="1843054"/>
                  </a:lnTo>
                  <a:lnTo>
                    <a:pt x="5270903" y="1878765"/>
                  </a:lnTo>
                  <a:lnTo>
                    <a:pt x="5271758" y="1956391"/>
                  </a:lnTo>
                  <a:lnTo>
                    <a:pt x="5272614" y="1980202"/>
                  </a:lnTo>
                  <a:lnTo>
                    <a:pt x="5273469" y="1974146"/>
                  </a:lnTo>
                  <a:lnTo>
                    <a:pt x="5274325" y="2047619"/>
                  </a:lnTo>
                  <a:lnTo>
                    <a:pt x="5275180" y="2191186"/>
                  </a:lnTo>
                  <a:lnTo>
                    <a:pt x="5276036" y="2341006"/>
                  </a:lnTo>
                  <a:lnTo>
                    <a:pt x="5276891" y="2461731"/>
                  </a:lnTo>
                  <a:lnTo>
                    <a:pt x="5277747" y="2573433"/>
                  </a:lnTo>
                  <a:lnTo>
                    <a:pt x="5278602" y="2654972"/>
                  </a:lnTo>
                  <a:lnTo>
                    <a:pt x="5279458" y="2657940"/>
                  </a:lnTo>
                  <a:lnTo>
                    <a:pt x="5280313" y="2680379"/>
                  </a:lnTo>
                  <a:lnTo>
                    <a:pt x="5281169" y="2623035"/>
                  </a:lnTo>
                  <a:lnTo>
                    <a:pt x="5282024" y="2548073"/>
                  </a:lnTo>
                  <a:lnTo>
                    <a:pt x="5282880" y="2463437"/>
                  </a:lnTo>
                  <a:lnTo>
                    <a:pt x="5283736" y="2431857"/>
                  </a:lnTo>
                  <a:lnTo>
                    <a:pt x="5284591" y="2475750"/>
                  </a:lnTo>
                  <a:lnTo>
                    <a:pt x="5285447" y="2494216"/>
                  </a:lnTo>
                  <a:lnTo>
                    <a:pt x="5286302" y="2494481"/>
                  </a:lnTo>
                  <a:lnTo>
                    <a:pt x="5287158" y="2640513"/>
                  </a:lnTo>
                  <a:lnTo>
                    <a:pt x="5288013" y="2828547"/>
                  </a:lnTo>
                  <a:lnTo>
                    <a:pt x="5288869" y="2958204"/>
                  </a:lnTo>
                  <a:lnTo>
                    <a:pt x="5289724" y="3013244"/>
                  </a:lnTo>
                  <a:lnTo>
                    <a:pt x="5290580" y="3065813"/>
                  </a:lnTo>
                  <a:lnTo>
                    <a:pt x="5291435" y="3116972"/>
                  </a:lnTo>
                  <a:lnTo>
                    <a:pt x="5292291" y="3108989"/>
                  </a:lnTo>
                  <a:lnTo>
                    <a:pt x="5293146" y="3081196"/>
                  </a:lnTo>
                  <a:lnTo>
                    <a:pt x="5294002" y="3001369"/>
                  </a:lnTo>
                  <a:lnTo>
                    <a:pt x="5294857" y="2974824"/>
                  </a:lnTo>
                  <a:lnTo>
                    <a:pt x="5295713" y="2974825"/>
                  </a:lnTo>
                  <a:lnTo>
                    <a:pt x="5296568" y="2974826"/>
                  </a:lnTo>
                  <a:lnTo>
                    <a:pt x="5297424" y="2974826"/>
                  </a:lnTo>
                  <a:lnTo>
                    <a:pt x="5298279" y="3020858"/>
                  </a:lnTo>
                  <a:lnTo>
                    <a:pt x="5299135" y="3097913"/>
                  </a:lnTo>
                  <a:lnTo>
                    <a:pt x="5299991" y="3116972"/>
                  </a:lnTo>
                  <a:lnTo>
                    <a:pt x="5300846" y="3116972"/>
                  </a:lnTo>
                  <a:lnTo>
                    <a:pt x="5301702" y="3116972"/>
                  </a:lnTo>
                  <a:lnTo>
                    <a:pt x="5302557" y="3116972"/>
                  </a:lnTo>
                  <a:lnTo>
                    <a:pt x="5303413" y="3116972"/>
                  </a:lnTo>
                  <a:lnTo>
                    <a:pt x="5304268" y="3116972"/>
                  </a:lnTo>
                  <a:lnTo>
                    <a:pt x="5305124" y="3116972"/>
                  </a:lnTo>
                  <a:lnTo>
                    <a:pt x="5305979" y="3116972"/>
                  </a:lnTo>
                  <a:lnTo>
                    <a:pt x="5306835" y="3116972"/>
                  </a:lnTo>
                  <a:lnTo>
                    <a:pt x="5307690" y="3116972"/>
                  </a:lnTo>
                  <a:lnTo>
                    <a:pt x="5308546" y="3087436"/>
                  </a:lnTo>
                  <a:lnTo>
                    <a:pt x="5309401" y="2935865"/>
                  </a:lnTo>
                  <a:lnTo>
                    <a:pt x="5310257" y="2733900"/>
                  </a:lnTo>
                  <a:lnTo>
                    <a:pt x="5311112" y="2593541"/>
                  </a:lnTo>
                  <a:lnTo>
                    <a:pt x="5311968" y="2549680"/>
                  </a:lnTo>
                  <a:lnTo>
                    <a:pt x="5312823" y="2411315"/>
                  </a:lnTo>
                  <a:lnTo>
                    <a:pt x="5313679" y="2302011"/>
                  </a:lnTo>
                  <a:lnTo>
                    <a:pt x="5314534" y="2400494"/>
                  </a:lnTo>
                  <a:lnTo>
                    <a:pt x="5315390" y="2564656"/>
                  </a:lnTo>
                  <a:lnTo>
                    <a:pt x="5316246" y="2652820"/>
                  </a:lnTo>
                  <a:lnTo>
                    <a:pt x="5317101" y="2537337"/>
                  </a:lnTo>
                  <a:lnTo>
                    <a:pt x="5317957" y="2465667"/>
                  </a:lnTo>
                  <a:lnTo>
                    <a:pt x="5318812" y="2399097"/>
                  </a:lnTo>
                  <a:lnTo>
                    <a:pt x="5319668" y="2213842"/>
                  </a:lnTo>
                  <a:lnTo>
                    <a:pt x="5320523" y="2058473"/>
                  </a:lnTo>
                  <a:lnTo>
                    <a:pt x="5321379" y="1919577"/>
                  </a:lnTo>
                  <a:lnTo>
                    <a:pt x="5322234" y="1934071"/>
                  </a:lnTo>
                  <a:lnTo>
                    <a:pt x="5323090" y="1986687"/>
                  </a:lnTo>
                  <a:lnTo>
                    <a:pt x="5323945" y="2047555"/>
                  </a:lnTo>
                  <a:lnTo>
                    <a:pt x="5324801" y="2108752"/>
                  </a:lnTo>
                  <a:lnTo>
                    <a:pt x="5325656" y="2126466"/>
                  </a:lnTo>
                  <a:lnTo>
                    <a:pt x="5326512" y="2160660"/>
                  </a:lnTo>
                  <a:lnTo>
                    <a:pt x="5327367" y="2147070"/>
                  </a:lnTo>
                  <a:lnTo>
                    <a:pt x="5328223" y="2047810"/>
                  </a:lnTo>
                  <a:lnTo>
                    <a:pt x="5329078" y="2031132"/>
                  </a:lnTo>
                  <a:lnTo>
                    <a:pt x="5329934" y="2108627"/>
                  </a:lnTo>
                  <a:lnTo>
                    <a:pt x="5330789" y="2181574"/>
                  </a:lnTo>
                  <a:lnTo>
                    <a:pt x="5331645" y="2319479"/>
                  </a:lnTo>
                  <a:lnTo>
                    <a:pt x="5332501" y="2461590"/>
                  </a:lnTo>
                  <a:lnTo>
                    <a:pt x="5333356" y="2636078"/>
                  </a:lnTo>
                  <a:lnTo>
                    <a:pt x="5334212" y="2725285"/>
                  </a:lnTo>
                  <a:lnTo>
                    <a:pt x="5335067" y="2764645"/>
                  </a:lnTo>
                  <a:lnTo>
                    <a:pt x="5335923" y="2790991"/>
                  </a:lnTo>
                  <a:lnTo>
                    <a:pt x="5336778" y="2752155"/>
                  </a:lnTo>
                  <a:lnTo>
                    <a:pt x="5337634" y="2661342"/>
                  </a:lnTo>
                  <a:lnTo>
                    <a:pt x="5338489" y="2587601"/>
                  </a:lnTo>
                  <a:lnTo>
                    <a:pt x="5339345" y="2501883"/>
                  </a:lnTo>
                  <a:lnTo>
                    <a:pt x="5340200" y="2386521"/>
                  </a:lnTo>
                  <a:lnTo>
                    <a:pt x="5341056" y="2355372"/>
                  </a:lnTo>
                  <a:lnTo>
                    <a:pt x="5341911" y="2325581"/>
                  </a:lnTo>
                  <a:lnTo>
                    <a:pt x="5342767" y="2345303"/>
                  </a:lnTo>
                  <a:lnTo>
                    <a:pt x="5343622" y="2366582"/>
                  </a:lnTo>
                  <a:lnTo>
                    <a:pt x="5344478" y="2414431"/>
                  </a:lnTo>
                  <a:lnTo>
                    <a:pt x="5345333" y="2472938"/>
                  </a:lnTo>
                  <a:lnTo>
                    <a:pt x="5346189" y="2422732"/>
                  </a:lnTo>
                  <a:lnTo>
                    <a:pt x="5347045" y="2451469"/>
                  </a:lnTo>
                  <a:lnTo>
                    <a:pt x="5347900" y="2504590"/>
                  </a:lnTo>
                  <a:lnTo>
                    <a:pt x="5348756" y="2538409"/>
                  </a:lnTo>
                  <a:lnTo>
                    <a:pt x="5349611" y="2538888"/>
                  </a:lnTo>
                  <a:lnTo>
                    <a:pt x="5350467" y="2563869"/>
                  </a:lnTo>
                  <a:lnTo>
                    <a:pt x="5351322" y="2644730"/>
                  </a:lnTo>
                  <a:lnTo>
                    <a:pt x="5352178" y="2631048"/>
                  </a:lnTo>
                  <a:lnTo>
                    <a:pt x="5353033" y="2626493"/>
                  </a:lnTo>
                  <a:lnTo>
                    <a:pt x="5353889" y="2622430"/>
                  </a:lnTo>
                  <a:lnTo>
                    <a:pt x="5354744" y="2543343"/>
                  </a:lnTo>
                  <a:lnTo>
                    <a:pt x="5355600" y="2404426"/>
                  </a:lnTo>
                  <a:lnTo>
                    <a:pt x="5356455" y="2303480"/>
                  </a:lnTo>
                  <a:lnTo>
                    <a:pt x="5357311" y="2320210"/>
                  </a:lnTo>
                  <a:lnTo>
                    <a:pt x="5358166" y="2272414"/>
                  </a:lnTo>
                  <a:lnTo>
                    <a:pt x="5359022" y="2180457"/>
                  </a:lnTo>
                  <a:lnTo>
                    <a:pt x="5359877" y="2135478"/>
                  </a:lnTo>
                  <a:lnTo>
                    <a:pt x="5360733" y="2162930"/>
                  </a:lnTo>
                  <a:lnTo>
                    <a:pt x="5361588" y="2186391"/>
                  </a:lnTo>
                  <a:lnTo>
                    <a:pt x="5362444" y="2134966"/>
                  </a:lnTo>
                  <a:lnTo>
                    <a:pt x="5363300" y="2178554"/>
                  </a:lnTo>
                  <a:lnTo>
                    <a:pt x="5364155" y="2364105"/>
                  </a:lnTo>
                  <a:lnTo>
                    <a:pt x="5365011" y="2595293"/>
                  </a:lnTo>
                  <a:lnTo>
                    <a:pt x="5365866" y="2768099"/>
                  </a:lnTo>
                  <a:lnTo>
                    <a:pt x="5366722" y="2814932"/>
                  </a:lnTo>
                  <a:lnTo>
                    <a:pt x="5367577" y="2889972"/>
                  </a:lnTo>
                  <a:lnTo>
                    <a:pt x="5368433" y="2891051"/>
                  </a:lnTo>
                  <a:lnTo>
                    <a:pt x="5369288" y="2813986"/>
                  </a:lnTo>
                  <a:lnTo>
                    <a:pt x="5370144" y="2770335"/>
                  </a:lnTo>
                  <a:lnTo>
                    <a:pt x="5370999" y="2708543"/>
                  </a:lnTo>
                  <a:lnTo>
                    <a:pt x="5371855" y="2740323"/>
                  </a:lnTo>
                  <a:lnTo>
                    <a:pt x="5372710" y="2697915"/>
                  </a:lnTo>
                  <a:lnTo>
                    <a:pt x="5373566" y="2640811"/>
                  </a:lnTo>
                  <a:lnTo>
                    <a:pt x="5374421" y="2600470"/>
                  </a:lnTo>
                  <a:lnTo>
                    <a:pt x="5375277" y="2496928"/>
                  </a:lnTo>
                  <a:lnTo>
                    <a:pt x="5376132" y="2496880"/>
                  </a:lnTo>
                  <a:lnTo>
                    <a:pt x="5376988" y="2550412"/>
                  </a:lnTo>
                  <a:lnTo>
                    <a:pt x="5377843" y="2591757"/>
                  </a:lnTo>
                  <a:lnTo>
                    <a:pt x="5378699" y="2660724"/>
                  </a:lnTo>
                  <a:lnTo>
                    <a:pt x="5379555" y="2741203"/>
                  </a:lnTo>
                  <a:lnTo>
                    <a:pt x="5380410" y="2751993"/>
                  </a:lnTo>
                  <a:lnTo>
                    <a:pt x="5381266" y="2717384"/>
                  </a:lnTo>
                  <a:lnTo>
                    <a:pt x="5382121" y="2689829"/>
                  </a:lnTo>
                  <a:lnTo>
                    <a:pt x="5382977" y="2671586"/>
                  </a:lnTo>
                  <a:lnTo>
                    <a:pt x="5383832" y="2595607"/>
                  </a:lnTo>
                  <a:lnTo>
                    <a:pt x="5384688" y="2472144"/>
                  </a:lnTo>
                  <a:lnTo>
                    <a:pt x="5385543" y="2444239"/>
                  </a:lnTo>
                  <a:lnTo>
                    <a:pt x="5386399" y="2422163"/>
                  </a:lnTo>
                  <a:lnTo>
                    <a:pt x="5387254" y="2366720"/>
                  </a:lnTo>
                  <a:lnTo>
                    <a:pt x="5388110" y="2340711"/>
                  </a:lnTo>
                  <a:lnTo>
                    <a:pt x="5388965" y="2398006"/>
                  </a:lnTo>
                  <a:lnTo>
                    <a:pt x="5389821" y="2431547"/>
                  </a:lnTo>
                  <a:lnTo>
                    <a:pt x="5390676" y="2377971"/>
                  </a:lnTo>
                  <a:lnTo>
                    <a:pt x="5391532" y="2321425"/>
                  </a:lnTo>
                  <a:lnTo>
                    <a:pt x="5392387" y="2234233"/>
                  </a:lnTo>
                  <a:lnTo>
                    <a:pt x="5393243" y="2117672"/>
                  </a:lnTo>
                  <a:lnTo>
                    <a:pt x="5394099" y="1963331"/>
                  </a:lnTo>
                  <a:lnTo>
                    <a:pt x="5394954" y="1864875"/>
                  </a:lnTo>
                  <a:lnTo>
                    <a:pt x="5395810" y="1891197"/>
                  </a:lnTo>
                  <a:lnTo>
                    <a:pt x="5396665" y="1954070"/>
                  </a:lnTo>
                  <a:lnTo>
                    <a:pt x="5397521" y="1952267"/>
                  </a:lnTo>
                  <a:lnTo>
                    <a:pt x="5398376" y="1977105"/>
                  </a:lnTo>
                  <a:lnTo>
                    <a:pt x="5399232" y="2047244"/>
                  </a:lnTo>
                  <a:lnTo>
                    <a:pt x="5400087" y="2070091"/>
                  </a:lnTo>
                  <a:lnTo>
                    <a:pt x="5400943" y="2035879"/>
                  </a:lnTo>
                  <a:lnTo>
                    <a:pt x="5401798" y="1926252"/>
                  </a:lnTo>
                  <a:lnTo>
                    <a:pt x="5402654" y="1848741"/>
                  </a:lnTo>
                  <a:lnTo>
                    <a:pt x="5403509" y="1780123"/>
                  </a:lnTo>
                  <a:lnTo>
                    <a:pt x="5404365" y="1725236"/>
                  </a:lnTo>
                  <a:lnTo>
                    <a:pt x="5405220" y="1688713"/>
                  </a:lnTo>
                  <a:lnTo>
                    <a:pt x="5406076" y="1701447"/>
                  </a:lnTo>
                  <a:lnTo>
                    <a:pt x="5406931" y="1705293"/>
                  </a:lnTo>
                  <a:lnTo>
                    <a:pt x="5407787" y="1749927"/>
                  </a:lnTo>
                  <a:lnTo>
                    <a:pt x="5408642" y="1741031"/>
                  </a:lnTo>
                  <a:lnTo>
                    <a:pt x="5409498" y="1662843"/>
                  </a:lnTo>
                  <a:lnTo>
                    <a:pt x="5410354" y="1653342"/>
                  </a:lnTo>
                  <a:lnTo>
                    <a:pt x="5411209" y="1691704"/>
                  </a:lnTo>
                  <a:lnTo>
                    <a:pt x="5412065" y="1834917"/>
                  </a:lnTo>
                  <a:lnTo>
                    <a:pt x="5412920" y="1901071"/>
                  </a:lnTo>
                  <a:lnTo>
                    <a:pt x="5413776" y="1908716"/>
                  </a:lnTo>
                  <a:lnTo>
                    <a:pt x="5414631" y="1879858"/>
                  </a:lnTo>
                  <a:lnTo>
                    <a:pt x="5415487" y="1823076"/>
                  </a:lnTo>
                  <a:lnTo>
                    <a:pt x="5416342" y="1731331"/>
                  </a:lnTo>
                  <a:lnTo>
                    <a:pt x="5417198" y="1521590"/>
                  </a:lnTo>
                  <a:lnTo>
                    <a:pt x="5418053" y="1303844"/>
                  </a:lnTo>
                  <a:lnTo>
                    <a:pt x="5418909" y="1203983"/>
                  </a:lnTo>
                  <a:lnTo>
                    <a:pt x="5419764" y="1290883"/>
                  </a:lnTo>
                  <a:lnTo>
                    <a:pt x="5420620" y="1367770"/>
                  </a:lnTo>
                  <a:lnTo>
                    <a:pt x="5421475" y="1323956"/>
                  </a:lnTo>
                  <a:lnTo>
                    <a:pt x="5422331" y="1306157"/>
                  </a:lnTo>
                  <a:lnTo>
                    <a:pt x="5423186" y="1342161"/>
                  </a:lnTo>
                  <a:lnTo>
                    <a:pt x="5424042" y="1428745"/>
                  </a:lnTo>
                  <a:lnTo>
                    <a:pt x="5424897" y="1453223"/>
                  </a:lnTo>
                  <a:lnTo>
                    <a:pt x="5425753" y="1446681"/>
                  </a:lnTo>
                  <a:lnTo>
                    <a:pt x="5426609" y="1502433"/>
                  </a:lnTo>
                  <a:lnTo>
                    <a:pt x="5427464" y="1516702"/>
                  </a:lnTo>
                  <a:lnTo>
                    <a:pt x="5428320" y="1504547"/>
                  </a:lnTo>
                  <a:lnTo>
                    <a:pt x="5429175" y="1450669"/>
                  </a:lnTo>
                  <a:lnTo>
                    <a:pt x="5430031" y="1514303"/>
                  </a:lnTo>
                  <a:lnTo>
                    <a:pt x="5430886" y="1712210"/>
                  </a:lnTo>
                  <a:lnTo>
                    <a:pt x="5431742" y="1840553"/>
                  </a:lnTo>
                  <a:lnTo>
                    <a:pt x="5432597" y="1983487"/>
                  </a:lnTo>
                  <a:lnTo>
                    <a:pt x="5433453" y="2183479"/>
                  </a:lnTo>
                  <a:lnTo>
                    <a:pt x="5434308" y="2358955"/>
                  </a:lnTo>
                  <a:lnTo>
                    <a:pt x="5435164" y="2259666"/>
                  </a:lnTo>
                  <a:lnTo>
                    <a:pt x="5436019" y="2016968"/>
                  </a:lnTo>
                  <a:lnTo>
                    <a:pt x="5436875" y="1881889"/>
                  </a:lnTo>
                  <a:lnTo>
                    <a:pt x="5437730" y="1796841"/>
                  </a:lnTo>
                  <a:lnTo>
                    <a:pt x="5438586" y="1715283"/>
                  </a:lnTo>
                  <a:lnTo>
                    <a:pt x="5439441" y="1548268"/>
                  </a:lnTo>
                  <a:lnTo>
                    <a:pt x="5440297" y="1470700"/>
                  </a:lnTo>
                  <a:lnTo>
                    <a:pt x="5441153" y="1417766"/>
                  </a:lnTo>
                  <a:lnTo>
                    <a:pt x="5442008" y="1391961"/>
                  </a:lnTo>
                  <a:lnTo>
                    <a:pt x="5442864" y="1424233"/>
                  </a:lnTo>
                  <a:lnTo>
                    <a:pt x="5443719" y="1341721"/>
                  </a:lnTo>
                  <a:lnTo>
                    <a:pt x="5444575" y="1420811"/>
                  </a:lnTo>
                  <a:lnTo>
                    <a:pt x="5445430" y="1531923"/>
                  </a:lnTo>
                  <a:lnTo>
                    <a:pt x="5446286" y="1596708"/>
                  </a:lnTo>
                  <a:lnTo>
                    <a:pt x="5447141" y="1657585"/>
                  </a:lnTo>
                  <a:lnTo>
                    <a:pt x="5447997" y="1651967"/>
                  </a:lnTo>
                  <a:lnTo>
                    <a:pt x="5448852" y="1748734"/>
                  </a:lnTo>
                  <a:lnTo>
                    <a:pt x="5449708" y="1674422"/>
                  </a:lnTo>
                  <a:lnTo>
                    <a:pt x="5450563" y="1510332"/>
                  </a:lnTo>
                  <a:lnTo>
                    <a:pt x="5451419" y="1397441"/>
                  </a:lnTo>
                  <a:lnTo>
                    <a:pt x="5452274" y="1336176"/>
                  </a:lnTo>
                  <a:lnTo>
                    <a:pt x="5453130" y="1419020"/>
                  </a:lnTo>
                  <a:lnTo>
                    <a:pt x="5453985" y="1476727"/>
                  </a:lnTo>
                  <a:lnTo>
                    <a:pt x="5454841" y="1570010"/>
                  </a:lnTo>
                  <a:lnTo>
                    <a:pt x="5455696" y="1660483"/>
                  </a:lnTo>
                  <a:lnTo>
                    <a:pt x="5456552" y="1715858"/>
                  </a:lnTo>
                  <a:lnTo>
                    <a:pt x="5457408" y="1685026"/>
                  </a:lnTo>
                  <a:lnTo>
                    <a:pt x="5458263" y="1541110"/>
                  </a:lnTo>
                  <a:lnTo>
                    <a:pt x="5459119" y="1435712"/>
                  </a:lnTo>
                  <a:lnTo>
                    <a:pt x="5459974" y="1360076"/>
                  </a:lnTo>
                  <a:lnTo>
                    <a:pt x="5460830" y="1320799"/>
                  </a:lnTo>
                  <a:lnTo>
                    <a:pt x="5461685" y="1339301"/>
                  </a:lnTo>
                  <a:lnTo>
                    <a:pt x="5462541" y="1419931"/>
                  </a:lnTo>
                  <a:lnTo>
                    <a:pt x="5463396" y="1522546"/>
                  </a:lnTo>
                  <a:lnTo>
                    <a:pt x="5464252" y="1457625"/>
                  </a:lnTo>
                  <a:lnTo>
                    <a:pt x="5465107" y="1328629"/>
                  </a:lnTo>
                  <a:lnTo>
                    <a:pt x="5465963" y="1171339"/>
                  </a:lnTo>
                  <a:lnTo>
                    <a:pt x="5466818" y="969181"/>
                  </a:lnTo>
                  <a:lnTo>
                    <a:pt x="5467674" y="698170"/>
                  </a:lnTo>
                  <a:lnTo>
                    <a:pt x="5468529" y="470499"/>
                  </a:lnTo>
                  <a:lnTo>
                    <a:pt x="5469385" y="368840"/>
                  </a:lnTo>
                  <a:lnTo>
                    <a:pt x="5470240" y="319171"/>
                  </a:lnTo>
                  <a:lnTo>
                    <a:pt x="5471096" y="374712"/>
                  </a:lnTo>
                  <a:lnTo>
                    <a:pt x="5471951" y="493434"/>
                  </a:lnTo>
                  <a:lnTo>
                    <a:pt x="5472807" y="629759"/>
                  </a:lnTo>
                  <a:lnTo>
                    <a:pt x="5473663" y="695344"/>
                  </a:lnTo>
                  <a:lnTo>
                    <a:pt x="5474518" y="838003"/>
                  </a:lnTo>
                  <a:lnTo>
                    <a:pt x="5475374" y="943890"/>
                  </a:lnTo>
                  <a:lnTo>
                    <a:pt x="5476229" y="1026558"/>
                  </a:lnTo>
                  <a:lnTo>
                    <a:pt x="5477085" y="1116123"/>
                  </a:lnTo>
                  <a:lnTo>
                    <a:pt x="5477940" y="1228181"/>
                  </a:lnTo>
                  <a:lnTo>
                    <a:pt x="5478796" y="1465660"/>
                  </a:lnTo>
                  <a:lnTo>
                    <a:pt x="5479651" y="1570901"/>
                  </a:lnTo>
                  <a:lnTo>
                    <a:pt x="5480507" y="1648645"/>
                  </a:lnTo>
                  <a:lnTo>
                    <a:pt x="5481362" y="1667258"/>
                  </a:lnTo>
                  <a:lnTo>
                    <a:pt x="5482218" y="1653868"/>
                  </a:lnTo>
                  <a:lnTo>
                    <a:pt x="5483073" y="1680324"/>
                  </a:lnTo>
                  <a:lnTo>
                    <a:pt x="5483929" y="1578895"/>
                  </a:lnTo>
                  <a:lnTo>
                    <a:pt x="5484784" y="1470344"/>
                  </a:lnTo>
                  <a:lnTo>
                    <a:pt x="5485640" y="1500025"/>
                  </a:lnTo>
                  <a:lnTo>
                    <a:pt x="5486495" y="1576263"/>
                  </a:lnTo>
                  <a:lnTo>
                    <a:pt x="5487351" y="1657249"/>
                  </a:lnTo>
                  <a:lnTo>
                    <a:pt x="5488207" y="1536140"/>
                  </a:lnTo>
                  <a:lnTo>
                    <a:pt x="5489062" y="1411415"/>
                  </a:lnTo>
                  <a:lnTo>
                    <a:pt x="5489918" y="1367624"/>
                  </a:lnTo>
                  <a:lnTo>
                    <a:pt x="5490773" y="1232682"/>
                  </a:lnTo>
                  <a:lnTo>
                    <a:pt x="5491629" y="1055865"/>
                  </a:lnTo>
                  <a:lnTo>
                    <a:pt x="5492484" y="904564"/>
                  </a:lnTo>
                  <a:lnTo>
                    <a:pt x="5493340" y="865758"/>
                  </a:lnTo>
                  <a:lnTo>
                    <a:pt x="5494195" y="767033"/>
                  </a:lnTo>
                  <a:lnTo>
                    <a:pt x="5495051" y="655210"/>
                  </a:lnTo>
                  <a:lnTo>
                    <a:pt x="5495906" y="581393"/>
                  </a:lnTo>
                  <a:lnTo>
                    <a:pt x="5496762" y="539939"/>
                  </a:lnTo>
                  <a:lnTo>
                    <a:pt x="5497617" y="495611"/>
                  </a:lnTo>
                  <a:lnTo>
                    <a:pt x="5498473" y="451296"/>
                  </a:lnTo>
                  <a:lnTo>
                    <a:pt x="5499328" y="479968"/>
                  </a:lnTo>
                  <a:lnTo>
                    <a:pt x="5500184" y="482692"/>
                  </a:lnTo>
                  <a:lnTo>
                    <a:pt x="5501039" y="431722"/>
                  </a:lnTo>
                  <a:lnTo>
                    <a:pt x="5501895" y="417650"/>
                  </a:lnTo>
                  <a:lnTo>
                    <a:pt x="5502750" y="384713"/>
                  </a:lnTo>
                  <a:lnTo>
                    <a:pt x="5503606" y="311223"/>
                  </a:lnTo>
                  <a:lnTo>
                    <a:pt x="5504462" y="273278"/>
                  </a:lnTo>
                  <a:lnTo>
                    <a:pt x="5505317" y="324668"/>
                  </a:lnTo>
                  <a:lnTo>
                    <a:pt x="5506173" y="500253"/>
                  </a:lnTo>
                  <a:lnTo>
                    <a:pt x="5507028" y="631475"/>
                  </a:lnTo>
                  <a:lnTo>
                    <a:pt x="5507884" y="761325"/>
                  </a:lnTo>
                  <a:lnTo>
                    <a:pt x="5508739" y="937862"/>
                  </a:lnTo>
                  <a:lnTo>
                    <a:pt x="5509595" y="981317"/>
                  </a:lnTo>
                  <a:lnTo>
                    <a:pt x="5510450" y="901928"/>
                  </a:lnTo>
                  <a:lnTo>
                    <a:pt x="5511306" y="711240"/>
                  </a:lnTo>
                  <a:lnTo>
                    <a:pt x="5512161" y="519510"/>
                  </a:lnTo>
                  <a:lnTo>
                    <a:pt x="5513017" y="360019"/>
                  </a:lnTo>
                  <a:lnTo>
                    <a:pt x="5513872" y="236470"/>
                  </a:lnTo>
                  <a:lnTo>
                    <a:pt x="5514728" y="195910"/>
                  </a:lnTo>
                  <a:lnTo>
                    <a:pt x="5515583" y="223553"/>
                  </a:lnTo>
                  <a:lnTo>
                    <a:pt x="5516439" y="299341"/>
                  </a:lnTo>
                  <a:lnTo>
                    <a:pt x="5517294" y="411926"/>
                  </a:lnTo>
                  <a:lnTo>
                    <a:pt x="5518150" y="494844"/>
                  </a:lnTo>
                  <a:lnTo>
                    <a:pt x="5519005" y="532609"/>
                  </a:lnTo>
                  <a:lnTo>
                    <a:pt x="5519861" y="634234"/>
                  </a:lnTo>
                  <a:lnTo>
                    <a:pt x="5520717" y="893108"/>
                  </a:lnTo>
                  <a:lnTo>
                    <a:pt x="5521572" y="1120496"/>
                  </a:lnTo>
                  <a:lnTo>
                    <a:pt x="5522428" y="1353617"/>
                  </a:lnTo>
                  <a:lnTo>
                    <a:pt x="5523283" y="1562331"/>
                  </a:lnTo>
                  <a:lnTo>
                    <a:pt x="5524139" y="1747590"/>
                  </a:lnTo>
                  <a:lnTo>
                    <a:pt x="5524994" y="1849570"/>
                  </a:lnTo>
                  <a:lnTo>
                    <a:pt x="5525850" y="1769490"/>
                  </a:lnTo>
                  <a:lnTo>
                    <a:pt x="5526705" y="1746111"/>
                  </a:lnTo>
                  <a:lnTo>
                    <a:pt x="5527561" y="1693308"/>
                  </a:lnTo>
                  <a:lnTo>
                    <a:pt x="5528416" y="1626586"/>
                  </a:lnTo>
                  <a:lnTo>
                    <a:pt x="5529272" y="1616878"/>
                  </a:lnTo>
                  <a:lnTo>
                    <a:pt x="5530127" y="1637853"/>
                  </a:lnTo>
                  <a:lnTo>
                    <a:pt x="5530983" y="1672002"/>
                  </a:lnTo>
                  <a:lnTo>
                    <a:pt x="5531838" y="1717992"/>
                  </a:lnTo>
                  <a:lnTo>
                    <a:pt x="5532694" y="1810897"/>
                  </a:lnTo>
                  <a:lnTo>
                    <a:pt x="5533549" y="1830741"/>
                  </a:lnTo>
                  <a:lnTo>
                    <a:pt x="5534405" y="1779368"/>
                  </a:lnTo>
                  <a:lnTo>
                    <a:pt x="5535261" y="1710866"/>
                  </a:lnTo>
                  <a:lnTo>
                    <a:pt x="5536116" y="1702193"/>
                  </a:lnTo>
                  <a:lnTo>
                    <a:pt x="5536972" y="1607904"/>
                  </a:lnTo>
                  <a:lnTo>
                    <a:pt x="5537827" y="1431554"/>
                  </a:lnTo>
                  <a:lnTo>
                    <a:pt x="5538683" y="1376787"/>
                  </a:lnTo>
                  <a:lnTo>
                    <a:pt x="5539538" y="1363397"/>
                  </a:lnTo>
                  <a:lnTo>
                    <a:pt x="5540394" y="1436177"/>
                  </a:lnTo>
                  <a:lnTo>
                    <a:pt x="5541249" y="1426721"/>
                  </a:lnTo>
                  <a:lnTo>
                    <a:pt x="5542105" y="1424734"/>
                  </a:lnTo>
                  <a:lnTo>
                    <a:pt x="5542960" y="1524042"/>
                  </a:lnTo>
                  <a:lnTo>
                    <a:pt x="5543816" y="1614756"/>
                  </a:lnTo>
                  <a:lnTo>
                    <a:pt x="5544671" y="1715867"/>
                  </a:lnTo>
                  <a:lnTo>
                    <a:pt x="5545527" y="1668401"/>
                  </a:lnTo>
                  <a:lnTo>
                    <a:pt x="5546382" y="1625948"/>
                  </a:lnTo>
                  <a:lnTo>
                    <a:pt x="5547238" y="1630564"/>
                  </a:lnTo>
                  <a:lnTo>
                    <a:pt x="5548093" y="1630851"/>
                  </a:lnTo>
                  <a:lnTo>
                    <a:pt x="5548949" y="1622025"/>
                  </a:lnTo>
                  <a:lnTo>
                    <a:pt x="5549804" y="1602212"/>
                  </a:lnTo>
                  <a:lnTo>
                    <a:pt x="5550660" y="1631521"/>
                  </a:lnTo>
                  <a:lnTo>
                    <a:pt x="5551516" y="1728676"/>
                  </a:lnTo>
                  <a:lnTo>
                    <a:pt x="5552371" y="1935536"/>
                  </a:lnTo>
                  <a:lnTo>
                    <a:pt x="5553227" y="2122654"/>
                  </a:lnTo>
                  <a:lnTo>
                    <a:pt x="5554082" y="2239762"/>
                  </a:lnTo>
                  <a:lnTo>
                    <a:pt x="5554938" y="2336076"/>
                  </a:lnTo>
                  <a:lnTo>
                    <a:pt x="5555793" y="2510557"/>
                  </a:lnTo>
                  <a:lnTo>
                    <a:pt x="5556649" y="2506227"/>
                  </a:lnTo>
                  <a:lnTo>
                    <a:pt x="5557504" y="2379099"/>
                  </a:lnTo>
                  <a:lnTo>
                    <a:pt x="5558360" y="2172092"/>
                  </a:lnTo>
                  <a:lnTo>
                    <a:pt x="5559215" y="2065267"/>
                  </a:lnTo>
                  <a:lnTo>
                    <a:pt x="5560071" y="2107736"/>
                  </a:lnTo>
                  <a:lnTo>
                    <a:pt x="5560926" y="2052365"/>
                  </a:lnTo>
                  <a:lnTo>
                    <a:pt x="5561782" y="2150701"/>
                  </a:lnTo>
                  <a:lnTo>
                    <a:pt x="5562637" y="2260997"/>
                  </a:lnTo>
                  <a:lnTo>
                    <a:pt x="5563493" y="2327481"/>
                  </a:lnTo>
                  <a:lnTo>
                    <a:pt x="5564348" y="2385680"/>
                  </a:lnTo>
                  <a:lnTo>
                    <a:pt x="5565204" y="2346660"/>
                  </a:lnTo>
                  <a:lnTo>
                    <a:pt x="5566059" y="2306517"/>
                  </a:lnTo>
                  <a:lnTo>
                    <a:pt x="5566915" y="2324789"/>
                  </a:lnTo>
                  <a:lnTo>
                    <a:pt x="5567771" y="2302393"/>
                  </a:lnTo>
                  <a:lnTo>
                    <a:pt x="5568626" y="2314081"/>
                  </a:lnTo>
                  <a:lnTo>
                    <a:pt x="5569482" y="2376736"/>
                  </a:lnTo>
                  <a:lnTo>
                    <a:pt x="5570337" y="2385654"/>
                  </a:lnTo>
                  <a:lnTo>
                    <a:pt x="5571193" y="2372672"/>
                  </a:lnTo>
                  <a:lnTo>
                    <a:pt x="5572048" y="2274216"/>
                  </a:lnTo>
                  <a:lnTo>
                    <a:pt x="5572904" y="2223130"/>
                  </a:lnTo>
                  <a:lnTo>
                    <a:pt x="5573759" y="2241582"/>
                  </a:lnTo>
                  <a:lnTo>
                    <a:pt x="5574615" y="2201954"/>
                  </a:lnTo>
                  <a:lnTo>
                    <a:pt x="5575470" y="2189103"/>
                  </a:lnTo>
                  <a:lnTo>
                    <a:pt x="5576326" y="2119733"/>
                  </a:lnTo>
                  <a:lnTo>
                    <a:pt x="5577181" y="2061573"/>
                  </a:lnTo>
                  <a:lnTo>
                    <a:pt x="5578037" y="2074149"/>
                  </a:lnTo>
                  <a:lnTo>
                    <a:pt x="5578892" y="2000228"/>
                  </a:lnTo>
                  <a:lnTo>
                    <a:pt x="5579748" y="1975415"/>
                  </a:lnTo>
                  <a:lnTo>
                    <a:pt x="5580603" y="2045378"/>
                  </a:lnTo>
                  <a:lnTo>
                    <a:pt x="5581459" y="2235253"/>
                  </a:lnTo>
                  <a:lnTo>
                    <a:pt x="5582314" y="2389975"/>
                  </a:lnTo>
                  <a:lnTo>
                    <a:pt x="5583170" y="2337361"/>
                  </a:lnTo>
                  <a:lnTo>
                    <a:pt x="5584026" y="2323840"/>
                  </a:lnTo>
                  <a:lnTo>
                    <a:pt x="5584881" y="2326918"/>
                  </a:lnTo>
                  <a:lnTo>
                    <a:pt x="5585737" y="2267790"/>
                  </a:lnTo>
                  <a:lnTo>
                    <a:pt x="5586592" y="2163198"/>
                  </a:lnTo>
                  <a:lnTo>
                    <a:pt x="5587448" y="2044607"/>
                  </a:lnTo>
                  <a:lnTo>
                    <a:pt x="5588303" y="2046408"/>
                  </a:lnTo>
                  <a:lnTo>
                    <a:pt x="5589159" y="2115733"/>
                  </a:lnTo>
                  <a:lnTo>
                    <a:pt x="5590014" y="2094940"/>
                  </a:lnTo>
                  <a:lnTo>
                    <a:pt x="5590870" y="2005945"/>
                  </a:lnTo>
                  <a:lnTo>
                    <a:pt x="5591725" y="1970691"/>
                  </a:lnTo>
                  <a:lnTo>
                    <a:pt x="5592581" y="1981296"/>
                  </a:lnTo>
                  <a:lnTo>
                    <a:pt x="5593436" y="1977555"/>
                  </a:lnTo>
                  <a:lnTo>
                    <a:pt x="5594292" y="1904057"/>
                  </a:lnTo>
                  <a:lnTo>
                    <a:pt x="5595147" y="1796527"/>
                  </a:lnTo>
                  <a:lnTo>
                    <a:pt x="5596003" y="1755534"/>
                  </a:lnTo>
                  <a:lnTo>
                    <a:pt x="5596858" y="1680765"/>
                  </a:lnTo>
                  <a:lnTo>
                    <a:pt x="5597714" y="1609301"/>
                  </a:lnTo>
                  <a:lnTo>
                    <a:pt x="5598570" y="1665851"/>
                  </a:lnTo>
                  <a:lnTo>
                    <a:pt x="5599425" y="1871702"/>
                  </a:lnTo>
                  <a:lnTo>
                    <a:pt x="5600281" y="2085984"/>
                  </a:lnTo>
                  <a:lnTo>
                    <a:pt x="5601136" y="2193306"/>
                  </a:lnTo>
                  <a:lnTo>
                    <a:pt x="5601992" y="2355311"/>
                  </a:lnTo>
                  <a:lnTo>
                    <a:pt x="5602847" y="2538986"/>
                  </a:lnTo>
                  <a:lnTo>
                    <a:pt x="5603703" y="2507515"/>
                  </a:lnTo>
                  <a:lnTo>
                    <a:pt x="5604558" y="2290398"/>
                  </a:lnTo>
                  <a:lnTo>
                    <a:pt x="5605414" y="2160408"/>
                  </a:lnTo>
                  <a:lnTo>
                    <a:pt x="5606269" y="2143462"/>
                  </a:lnTo>
                  <a:lnTo>
                    <a:pt x="5607125" y="2110258"/>
                  </a:lnTo>
                  <a:lnTo>
                    <a:pt x="5607980" y="2118150"/>
                  </a:lnTo>
                  <a:lnTo>
                    <a:pt x="5608836" y="2252907"/>
                  </a:lnTo>
                  <a:lnTo>
                    <a:pt x="5609691" y="2468847"/>
                  </a:lnTo>
                  <a:lnTo>
                    <a:pt x="5610547" y="2574763"/>
                  </a:lnTo>
                  <a:lnTo>
                    <a:pt x="5611402" y="2657716"/>
                  </a:lnTo>
                  <a:lnTo>
                    <a:pt x="5612258" y="2725496"/>
                  </a:lnTo>
                  <a:lnTo>
                    <a:pt x="5613113" y="2669673"/>
                  </a:lnTo>
                  <a:lnTo>
                    <a:pt x="5613969" y="2604559"/>
                  </a:lnTo>
                  <a:lnTo>
                    <a:pt x="5614825" y="2555361"/>
                  </a:lnTo>
                  <a:lnTo>
                    <a:pt x="5615680" y="2616101"/>
                  </a:lnTo>
                  <a:lnTo>
                    <a:pt x="5616536" y="2679526"/>
                  </a:lnTo>
                  <a:lnTo>
                    <a:pt x="5617391" y="2746494"/>
                  </a:lnTo>
                  <a:lnTo>
                    <a:pt x="5618247" y="2880388"/>
                  </a:lnTo>
                  <a:lnTo>
                    <a:pt x="5619102" y="2992547"/>
                  </a:lnTo>
                  <a:lnTo>
                    <a:pt x="5619958" y="3056128"/>
                  </a:lnTo>
                  <a:lnTo>
                    <a:pt x="5620813" y="3062328"/>
                  </a:lnTo>
                  <a:lnTo>
                    <a:pt x="5621669" y="3062328"/>
                  </a:lnTo>
                  <a:lnTo>
                    <a:pt x="5622524" y="3062328"/>
                  </a:lnTo>
                  <a:lnTo>
                    <a:pt x="5623380" y="3062328"/>
                  </a:lnTo>
                  <a:lnTo>
                    <a:pt x="5624235" y="3062328"/>
                  </a:lnTo>
                  <a:lnTo>
                    <a:pt x="5625091" y="3062328"/>
                  </a:lnTo>
                  <a:lnTo>
                    <a:pt x="5625946" y="3062328"/>
                  </a:lnTo>
                  <a:lnTo>
                    <a:pt x="5626802" y="3062328"/>
                  </a:lnTo>
                  <a:lnTo>
                    <a:pt x="5627657" y="3062328"/>
                  </a:lnTo>
                  <a:lnTo>
                    <a:pt x="5628513" y="3062328"/>
                  </a:lnTo>
                  <a:lnTo>
                    <a:pt x="5629368" y="3062328"/>
                  </a:lnTo>
                  <a:lnTo>
                    <a:pt x="5630224" y="3062328"/>
                  </a:lnTo>
                  <a:lnTo>
                    <a:pt x="5631080" y="3062328"/>
                  </a:lnTo>
                  <a:lnTo>
                    <a:pt x="5631935" y="3062328"/>
                  </a:lnTo>
                  <a:lnTo>
                    <a:pt x="5632791" y="3062328"/>
                  </a:lnTo>
                  <a:lnTo>
                    <a:pt x="5633646" y="3062328"/>
                  </a:lnTo>
                  <a:lnTo>
                    <a:pt x="5634502" y="3062328"/>
                  </a:lnTo>
                  <a:lnTo>
                    <a:pt x="5635357" y="3062328"/>
                  </a:lnTo>
                  <a:lnTo>
                    <a:pt x="5636213" y="3062328"/>
                  </a:lnTo>
                  <a:lnTo>
                    <a:pt x="5637068" y="3062328"/>
                  </a:lnTo>
                  <a:lnTo>
                    <a:pt x="5637924" y="3062328"/>
                  </a:lnTo>
                  <a:lnTo>
                    <a:pt x="5638779" y="3062328"/>
                  </a:lnTo>
                  <a:lnTo>
                    <a:pt x="5639635" y="3062328"/>
                  </a:lnTo>
                  <a:lnTo>
                    <a:pt x="5640490" y="3062328"/>
                  </a:lnTo>
                  <a:lnTo>
                    <a:pt x="5641346" y="3062328"/>
                  </a:lnTo>
                  <a:lnTo>
                    <a:pt x="5642201" y="3062328"/>
                  </a:lnTo>
                  <a:lnTo>
                    <a:pt x="5643057" y="3062328"/>
                  </a:lnTo>
                  <a:lnTo>
                    <a:pt x="5643912" y="3080997"/>
                  </a:lnTo>
                  <a:lnTo>
                    <a:pt x="5644768" y="3113844"/>
                  </a:lnTo>
                  <a:lnTo>
                    <a:pt x="5645624" y="3116634"/>
                  </a:lnTo>
                  <a:lnTo>
                    <a:pt x="5646479" y="3116635"/>
                  </a:lnTo>
                  <a:lnTo>
                    <a:pt x="5647335" y="3116638"/>
                  </a:lnTo>
                  <a:lnTo>
                    <a:pt x="5648190" y="3116638"/>
                  </a:lnTo>
                  <a:lnTo>
                    <a:pt x="5649046" y="3068662"/>
                  </a:lnTo>
                  <a:lnTo>
                    <a:pt x="5649901" y="2991068"/>
                  </a:lnTo>
                  <a:lnTo>
                    <a:pt x="5650757" y="2964242"/>
                  </a:lnTo>
                  <a:lnTo>
                    <a:pt x="5651612" y="2912978"/>
                  </a:lnTo>
                  <a:lnTo>
                    <a:pt x="5652468" y="2831400"/>
                  </a:lnTo>
                  <a:lnTo>
                    <a:pt x="5653323" y="2785991"/>
                  </a:lnTo>
                  <a:lnTo>
                    <a:pt x="5654179" y="2795429"/>
                  </a:lnTo>
                  <a:lnTo>
                    <a:pt x="5655034" y="2857361"/>
                  </a:lnTo>
                  <a:lnTo>
                    <a:pt x="5655890" y="2910822"/>
                  </a:lnTo>
                  <a:lnTo>
                    <a:pt x="5656745" y="3016635"/>
                  </a:lnTo>
                  <a:lnTo>
                    <a:pt x="5657601" y="3116972"/>
                  </a:lnTo>
                  <a:lnTo>
                    <a:pt x="5658456" y="3116972"/>
                  </a:lnTo>
                  <a:lnTo>
                    <a:pt x="5659312" y="3063066"/>
                  </a:lnTo>
                  <a:lnTo>
                    <a:pt x="5660167" y="2940051"/>
                  </a:lnTo>
                  <a:lnTo>
                    <a:pt x="5661023" y="2857725"/>
                  </a:lnTo>
                  <a:lnTo>
                    <a:pt x="5661879" y="2790634"/>
                  </a:lnTo>
                  <a:lnTo>
                    <a:pt x="5662734" y="2678758"/>
                  </a:lnTo>
                  <a:lnTo>
                    <a:pt x="5663590" y="2579233"/>
                  </a:lnTo>
                  <a:lnTo>
                    <a:pt x="5664445" y="2598264"/>
                  </a:lnTo>
                  <a:lnTo>
                    <a:pt x="5665301" y="2684520"/>
                  </a:lnTo>
                  <a:lnTo>
                    <a:pt x="5666156" y="2724950"/>
                  </a:lnTo>
                  <a:lnTo>
                    <a:pt x="5667012" y="2726290"/>
                  </a:lnTo>
                  <a:lnTo>
                    <a:pt x="5667867" y="2765697"/>
                  </a:lnTo>
                  <a:lnTo>
                    <a:pt x="5668723" y="2851797"/>
                  </a:lnTo>
                  <a:lnTo>
                    <a:pt x="5669578" y="2937078"/>
                  </a:lnTo>
                  <a:lnTo>
                    <a:pt x="5670434" y="2978662"/>
                  </a:lnTo>
                  <a:lnTo>
                    <a:pt x="5671289" y="3023872"/>
                  </a:lnTo>
                  <a:lnTo>
                    <a:pt x="5672145" y="3035075"/>
                  </a:lnTo>
                  <a:lnTo>
                    <a:pt x="5673000" y="3072633"/>
                  </a:lnTo>
                  <a:lnTo>
                    <a:pt x="5673856" y="3116972"/>
                  </a:lnTo>
                  <a:lnTo>
                    <a:pt x="5674711" y="3116972"/>
                  </a:lnTo>
                  <a:lnTo>
                    <a:pt x="5675567" y="3043685"/>
                  </a:lnTo>
                  <a:lnTo>
                    <a:pt x="5676422" y="2932236"/>
                  </a:lnTo>
                  <a:lnTo>
                    <a:pt x="5677278" y="2921105"/>
                  </a:lnTo>
                  <a:lnTo>
                    <a:pt x="5678134" y="2902089"/>
                  </a:lnTo>
                  <a:lnTo>
                    <a:pt x="5678989" y="2826806"/>
                  </a:lnTo>
                  <a:lnTo>
                    <a:pt x="5679845" y="2743827"/>
                  </a:lnTo>
                  <a:lnTo>
                    <a:pt x="5680700" y="2705790"/>
                  </a:lnTo>
                  <a:lnTo>
                    <a:pt x="5681556" y="2664385"/>
                  </a:lnTo>
                  <a:lnTo>
                    <a:pt x="5682411" y="2576920"/>
                  </a:lnTo>
                  <a:lnTo>
                    <a:pt x="5683267" y="2487348"/>
                  </a:lnTo>
                  <a:lnTo>
                    <a:pt x="5684122" y="2377234"/>
                  </a:lnTo>
                  <a:lnTo>
                    <a:pt x="5684978" y="2345121"/>
                  </a:lnTo>
                  <a:lnTo>
                    <a:pt x="5685833" y="2369161"/>
                  </a:lnTo>
                  <a:lnTo>
                    <a:pt x="5686689" y="2430049"/>
                  </a:lnTo>
                  <a:lnTo>
                    <a:pt x="5687544" y="2404464"/>
                  </a:lnTo>
                  <a:lnTo>
                    <a:pt x="5688400" y="2367765"/>
                  </a:lnTo>
                  <a:lnTo>
                    <a:pt x="5689255" y="2452523"/>
                  </a:lnTo>
                  <a:lnTo>
                    <a:pt x="5690111" y="2547999"/>
                  </a:lnTo>
                  <a:lnTo>
                    <a:pt x="5690966" y="2581436"/>
                  </a:lnTo>
                  <a:lnTo>
                    <a:pt x="5691822" y="2500777"/>
                  </a:lnTo>
                  <a:lnTo>
                    <a:pt x="5692678" y="2454802"/>
                  </a:lnTo>
                  <a:lnTo>
                    <a:pt x="5693533" y="2519165"/>
                  </a:lnTo>
                  <a:lnTo>
                    <a:pt x="5694389" y="2534793"/>
                  </a:lnTo>
                  <a:lnTo>
                    <a:pt x="5695244" y="2429663"/>
                  </a:lnTo>
                  <a:lnTo>
                    <a:pt x="5696100" y="2373106"/>
                  </a:lnTo>
                  <a:lnTo>
                    <a:pt x="5696955" y="2453925"/>
                  </a:lnTo>
                  <a:lnTo>
                    <a:pt x="5697811" y="2567540"/>
                  </a:lnTo>
                  <a:lnTo>
                    <a:pt x="5698666" y="2603228"/>
                  </a:lnTo>
                  <a:lnTo>
                    <a:pt x="5699522" y="2577589"/>
                  </a:lnTo>
                  <a:lnTo>
                    <a:pt x="5700377" y="2548380"/>
                  </a:lnTo>
                  <a:lnTo>
                    <a:pt x="5701233" y="2563903"/>
                  </a:lnTo>
                  <a:lnTo>
                    <a:pt x="5702088" y="2606780"/>
                  </a:lnTo>
                  <a:lnTo>
                    <a:pt x="5702944" y="2499076"/>
                  </a:lnTo>
                  <a:lnTo>
                    <a:pt x="5703799" y="2294127"/>
                  </a:lnTo>
                  <a:lnTo>
                    <a:pt x="5704655" y="2181272"/>
                  </a:lnTo>
                  <a:lnTo>
                    <a:pt x="5705510" y="2287636"/>
                  </a:lnTo>
                  <a:lnTo>
                    <a:pt x="5706366" y="2378355"/>
                  </a:lnTo>
                  <a:lnTo>
                    <a:pt x="5707221" y="2345542"/>
                  </a:lnTo>
                  <a:lnTo>
                    <a:pt x="5708077" y="2371805"/>
                  </a:lnTo>
                  <a:lnTo>
                    <a:pt x="5708933" y="2460264"/>
                  </a:lnTo>
                  <a:lnTo>
                    <a:pt x="5709788" y="2552549"/>
                  </a:lnTo>
                  <a:lnTo>
                    <a:pt x="5710644" y="2522245"/>
                  </a:lnTo>
                  <a:lnTo>
                    <a:pt x="5711499" y="2437691"/>
                  </a:lnTo>
                  <a:lnTo>
                    <a:pt x="5712355" y="2312429"/>
                  </a:lnTo>
                  <a:lnTo>
                    <a:pt x="5713210" y="2252130"/>
                  </a:lnTo>
                  <a:lnTo>
                    <a:pt x="5714066" y="2229753"/>
                  </a:lnTo>
                  <a:lnTo>
                    <a:pt x="5714921" y="2119172"/>
                  </a:lnTo>
                  <a:lnTo>
                    <a:pt x="5715777" y="1914756"/>
                  </a:lnTo>
                  <a:lnTo>
                    <a:pt x="5716632" y="1767850"/>
                  </a:lnTo>
                  <a:lnTo>
                    <a:pt x="5717488" y="1892248"/>
                  </a:lnTo>
                  <a:lnTo>
                    <a:pt x="5718343" y="2072304"/>
                  </a:lnTo>
                  <a:lnTo>
                    <a:pt x="5719199" y="2244131"/>
                  </a:lnTo>
                  <a:lnTo>
                    <a:pt x="5720054" y="2401869"/>
                  </a:lnTo>
                  <a:lnTo>
                    <a:pt x="5720910" y="2621906"/>
                  </a:lnTo>
                  <a:lnTo>
                    <a:pt x="5721765" y="2769658"/>
                  </a:lnTo>
                  <a:lnTo>
                    <a:pt x="5722621" y="2704904"/>
                  </a:lnTo>
                  <a:lnTo>
                    <a:pt x="5723476" y="2575447"/>
                  </a:lnTo>
                  <a:lnTo>
                    <a:pt x="5724332" y="2413493"/>
                  </a:lnTo>
                  <a:lnTo>
                    <a:pt x="5725188" y="2254129"/>
                  </a:lnTo>
                  <a:lnTo>
                    <a:pt x="5726043" y="2170771"/>
                  </a:lnTo>
                  <a:lnTo>
                    <a:pt x="5726899" y="2157921"/>
                  </a:lnTo>
                  <a:lnTo>
                    <a:pt x="5727754" y="2184046"/>
                  </a:lnTo>
                  <a:lnTo>
                    <a:pt x="5728610" y="2088241"/>
                  </a:lnTo>
                  <a:lnTo>
                    <a:pt x="5729465" y="1930050"/>
                  </a:lnTo>
                  <a:lnTo>
                    <a:pt x="5730321" y="1837542"/>
                  </a:lnTo>
                  <a:lnTo>
                    <a:pt x="5731176" y="1789411"/>
                  </a:lnTo>
                  <a:lnTo>
                    <a:pt x="5732032" y="1896228"/>
                  </a:lnTo>
                  <a:lnTo>
                    <a:pt x="5732887" y="1992065"/>
                  </a:lnTo>
                  <a:lnTo>
                    <a:pt x="5733743" y="2235553"/>
                  </a:lnTo>
                  <a:lnTo>
                    <a:pt x="5734598" y="2567977"/>
                  </a:lnTo>
                  <a:lnTo>
                    <a:pt x="5735454" y="2856073"/>
                  </a:lnTo>
                  <a:lnTo>
                    <a:pt x="5736309" y="2905940"/>
                  </a:lnTo>
                  <a:lnTo>
                    <a:pt x="5737165" y="2698329"/>
                  </a:lnTo>
                  <a:lnTo>
                    <a:pt x="5738020" y="2462597"/>
                  </a:lnTo>
                  <a:lnTo>
                    <a:pt x="5738876" y="2240577"/>
                  </a:lnTo>
                  <a:lnTo>
                    <a:pt x="5739732" y="2023543"/>
                  </a:lnTo>
                  <a:lnTo>
                    <a:pt x="5740587" y="1799838"/>
                  </a:lnTo>
                  <a:lnTo>
                    <a:pt x="5741443" y="1680561"/>
                  </a:lnTo>
                  <a:lnTo>
                    <a:pt x="5742298" y="1607103"/>
                  </a:lnTo>
                  <a:lnTo>
                    <a:pt x="5743154" y="1617627"/>
                  </a:lnTo>
                  <a:lnTo>
                    <a:pt x="5744009" y="1657527"/>
                  </a:lnTo>
                  <a:lnTo>
                    <a:pt x="5744865" y="1710839"/>
                  </a:lnTo>
                  <a:lnTo>
                    <a:pt x="5745720" y="1860913"/>
                  </a:lnTo>
                  <a:lnTo>
                    <a:pt x="5746576" y="2043202"/>
                  </a:lnTo>
                  <a:lnTo>
                    <a:pt x="5747431" y="2227187"/>
                  </a:lnTo>
                  <a:lnTo>
                    <a:pt x="5748287" y="2240710"/>
                  </a:lnTo>
                  <a:lnTo>
                    <a:pt x="5749142" y="2227175"/>
                  </a:lnTo>
                  <a:lnTo>
                    <a:pt x="5749998" y="2201082"/>
                  </a:lnTo>
                  <a:lnTo>
                    <a:pt x="5750853" y="2129750"/>
                  </a:lnTo>
                  <a:lnTo>
                    <a:pt x="5751709" y="2073089"/>
                  </a:lnTo>
                  <a:lnTo>
                    <a:pt x="5752564" y="2030349"/>
                  </a:lnTo>
                  <a:lnTo>
                    <a:pt x="5753420" y="2157801"/>
                  </a:lnTo>
                  <a:lnTo>
                    <a:pt x="5754275" y="2322397"/>
                  </a:lnTo>
                  <a:lnTo>
                    <a:pt x="5755131" y="2409842"/>
                  </a:lnTo>
                  <a:lnTo>
                    <a:pt x="5755987" y="2482049"/>
                  </a:lnTo>
                  <a:lnTo>
                    <a:pt x="5756842" y="2555800"/>
                  </a:lnTo>
                  <a:lnTo>
                    <a:pt x="5757698" y="2563093"/>
                  </a:lnTo>
                  <a:lnTo>
                    <a:pt x="5758553" y="2535709"/>
                  </a:lnTo>
                  <a:lnTo>
                    <a:pt x="5759409" y="2443959"/>
                  </a:lnTo>
                  <a:lnTo>
                    <a:pt x="5760264" y="2439217"/>
                  </a:lnTo>
                  <a:lnTo>
                    <a:pt x="5761120" y="2418834"/>
                  </a:lnTo>
                  <a:lnTo>
                    <a:pt x="5761975" y="2385812"/>
                  </a:lnTo>
                  <a:lnTo>
                    <a:pt x="5762831" y="2496960"/>
                  </a:lnTo>
                  <a:lnTo>
                    <a:pt x="5763686" y="2601230"/>
                  </a:lnTo>
                  <a:lnTo>
                    <a:pt x="5764542" y="2715010"/>
                  </a:lnTo>
                  <a:lnTo>
                    <a:pt x="5765397" y="2768652"/>
                  </a:lnTo>
                  <a:lnTo>
                    <a:pt x="5766253" y="2747740"/>
                  </a:lnTo>
                  <a:lnTo>
                    <a:pt x="5767108" y="2678395"/>
                  </a:lnTo>
                  <a:lnTo>
                    <a:pt x="5767964" y="2537142"/>
                  </a:lnTo>
                  <a:lnTo>
                    <a:pt x="5768819" y="2405862"/>
                  </a:lnTo>
                  <a:lnTo>
                    <a:pt x="5769675" y="2309476"/>
                  </a:lnTo>
                  <a:lnTo>
                    <a:pt x="5770530" y="2211685"/>
                  </a:lnTo>
                  <a:lnTo>
                    <a:pt x="5771386" y="2218983"/>
                  </a:lnTo>
                  <a:lnTo>
                    <a:pt x="5772242" y="2292012"/>
                  </a:lnTo>
                  <a:lnTo>
                    <a:pt x="5773097" y="2346888"/>
                  </a:lnTo>
                  <a:lnTo>
                    <a:pt x="5773953" y="2376276"/>
                  </a:lnTo>
                  <a:lnTo>
                    <a:pt x="5774808" y="2418554"/>
                  </a:lnTo>
                  <a:lnTo>
                    <a:pt x="5775664" y="2491258"/>
                  </a:lnTo>
                  <a:lnTo>
                    <a:pt x="5776519" y="2592172"/>
                  </a:lnTo>
                  <a:lnTo>
                    <a:pt x="5777375" y="2565580"/>
                  </a:lnTo>
                  <a:lnTo>
                    <a:pt x="5778230" y="2472677"/>
                  </a:lnTo>
                  <a:lnTo>
                    <a:pt x="5779086" y="2430297"/>
                  </a:lnTo>
                  <a:lnTo>
                    <a:pt x="5779941" y="2301681"/>
                  </a:lnTo>
                  <a:lnTo>
                    <a:pt x="5780797" y="2147914"/>
                  </a:lnTo>
                  <a:lnTo>
                    <a:pt x="5781652" y="1981412"/>
                  </a:lnTo>
                  <a:lnTo>
                    <a:pt x="5782508" y="1943084"/>
                  </a:lnTo>
                  <a:lnTo>
                    <a:pt x="5783363" y="1965762"/>
                  </a:lnTo>
                  <a:lnTo>
                    <a:pt x="5784219" y="1987283"/>
                  </a:lnTo>
                  <a:lnTo>
                    <a:pt x="5785074" y="2060771"/>
                  </a:lnTo>
                  <a:lnTo>
                    <a:pt x="5785930" y="2176435"/>
                  </a:lnTo>
                  <a:lnTo>
                    <a:pt x="5786785" y="2279442"/>
                  </a:lnTo>
                  <a:lnTo>
                    <a:pt x="5787641" y="2335831"/>
                  </a:lnTo>
                  <a:lnTo>
                    <a:pt x="5788497" y="2424807"/>
                  </a:lnTo>
                  <a:lnTo>
                    <a:pt x="5789352" y="2451064"/>
                  </a:lnTo>
                  <a:lnTo>
                    <a:pt x="5790208" y="2468572"/>
                  </a:lnTo>
                  <a:lnTo>
                    <a:pt x="5791063" y="2507380"/>
                  </a:lnTo>
                  <a:lnTo>
                    <a:pt x="5791919" y="2457528"/>
                  </a:lnTo>
                  <a:lnTo>
                    <a:pt x="5792774" y="2419514"/>
                  </a:lnTo>
                  <a:lnTo>
                    <a:pt x="5793630" y="2396599"/>
                  </a:lnTo>
                  <a:lnTo>
                    <a:pt x="5794485" y="2407329"/>
                  </a:lnTo>
                  <a:lnTo>
                    <a:pt x="5795341" y="2394388"/>
                  </a:lnTo>
                  <a:lnTo>
                    <a:pt x="5796196" y="2377725"/>
                  </a:lnTo>
                  <a:lnTo>
                    <a:pt x="5797052" y="2375183"/>
                  </a:lnTo>
                  <a:lnTo>
                    <a:pt x="5797907" y="2428650"/>
                  </a:lnTo>
                  <a:lnTo>
                    <a:pt x="5798763" y="2485858"/>
                  </a:lnTo>
                  <a:lnTo>
                    <a:pt x="5799618" y="2544722"/>
                  </a:lnTo>
                  <a:lnTo>
                    <a:pt x="5800474" y="2651642"/>
                  </a:lnTo>
                  <a:lnTo>
                    <a:pt x="5801329" y="2642650"/>
                  </a:lnTo>
                  <a:lnTo>
                    <a:pt x="5802185" y="2618630"/>
                  </a:lnTo>
                  <a:lnTo>
                    <a:pt x="5803041" y="2593920"/>
                  </a:lnTo>
                  <a:lnTo>
                    <a:pt x="5803896" y="2615812"/>
                  </a:lnTo>
                  <a:lnTo>
                    <a:pt x="5804752" y="2639824"/>
                  </a:lnTo>
                  <a:lnTo>
                    <a:pt x="5805607" y="2638095"/>
                  </a:lnTo>
                  <a:lnTo>
                    <a:pt x="5806463" y="2727408"/>
                  </a:lnTo>
                  <a:lnTo>
                    <a:pt x="5807318" y="2924576"/>
                  </a:lnTo>
                  <a:lnTo>
                    <a:pt x="5808174" y="3068027"/>
                  </a:lnTo>
                  <a:lnTo>
                    <a:pt x="5809029" y="3097945"/>
                  </a:lnTo>
                  <a:lnTo>
                    <a:pt x="5809885" y="3111084"/>
                  </a:lnTo>
                  <a:lnTo>
                    <a:pt x="5810740" y="3089664"/>
                  </a:lnTo>
                  <a:lnTo>
                    <a:pt x="5811596" y="3069766"/>
                  </a:lnTo>
                  <a:lnTo>
                    <a:pt x="5812451" y="3039481"/>
                  </a:lnTo>
                  <a:lnTo>
                    <a:pt x="5813307" y="3008558"/>
                  </a:lnTo>
                  <a:lnTo>
                    <a:pt x="5814162" y="3008559"/>
                  </a:lnTo>
                  <a:lnTo>
                    <a:pt x="5815018" y="2965413"/>
                  </a:lnTo>
                  <a:lnTo>
                    <a:pt x="5815873" y="2943357"/>
                  </a:lnTo>
                  <a:lnTo>
                    <a:pt x="5816729" y="2999360"/>
                  </a:lnTo>
                  <a:lnTo>
                    <a:pt x="5817584" y="3031927"/>
                  </a:lnTo>
                  <a:lnTo>
                    <a:pt x="5818440" y="3025905"/>
                  </a:lnTo>
                  <a:lnTo>
                    <a:pt x="5819296" y="2985495"/>
                  </a:lnTo>
                  <a:lnTo>
                    <a:pt x="5820151" y="3006126"/>
                  </a:lnTo>
                  <a:lnTo>
                    <a:pt x="5821007" y="3111709"/>
                  </a:lnTo>
                  <a:lnTo>
                    <a:pt x="5821862" y="3100913"/>
                  </a:lnTo>
                  <a:lnTo>
                    <a:pt x="5822718" y="3068345"/>
                  </a:lnTo>
                  <a:lnTo>
                    <a:pt x="5823573" y="3074366"/>
                  </a:lnTo>
                  <a:lnTo>
                    <a:pt x="5824429" y="3114776"/>
                  </a:lnTo>
                  <a:lnTo>
                    <a:pt x="5825284" y="3116972"/>
                  </a:lnTo>
                  <a:lnTo>
                    <a:pt x="5826140" y="3116972"/>
                  </a:lnTo>
                  <a:lnTo>
                    <a:pt x="5826995" y="3116972"/>
                  </a:lnTo>
                  <a:lnTo>
                    <a:pt x="5827851" y="3090615"/>
                  </a:lnTo>
                  <a:lnTo>
                    <a:pt x="5828706" y="3091130"/>
                  </a:lnTo>
                  <a:lnTo>
                    <a:pt x="5829562" y="3033634"/>
                  </a:lnTo>
                  <a:lnTo>
                    <a:pt x="5830417" y="2932642"/>
                  </a:lnTo>
                  <a:lnTo>
                    <a:pt x="5831273" y="2869271"/>
                  </a:lnTo>
                  <a:lnTo>
                    <a:pt x="5832128" y="2864061"/>
                  </a:lnTo>
                  <a:lnTo>
                    <a:pt x="5832984" y="2906628"/>
                  </a:lnTo>
                  <a:lnTo>
                    <a:pt x="5833839" y="2947417"/>
                  </a:lnTo>
                  <a:lnTo>
                    <a:pt x="5834695" y="3009322"/>
                  </a:lnTo>
                  <a:lnTo>
                    <a:pt x="5835551" y="3055513"/>
                  </a:lnTo>
                  <a:lnTo>
                    <a:pt x="5836406" y="3074797"/>
                  </a:lnTo>
                  <a:lnTo>
                    <a:pt x="5837262" y="3035296"/>
                  </a:lnTo>
                  <a:lnTo>
                    <a:pt x="5838117" y="2952198"/>
                  </a:lnTo>
                  <a:lnTo>
                    <a:pt x="5838973" y="2814769"/>
                  </a:lnTo>
                  <a:lnTo>
                    <a:pt x="5839828" y="2838070"/>
                  </a:lnTo>
                  <a:lnTo>
                    <a:pt x="5840684" y="2966744"/>
                  </a:lnTo>
                  <a:lnTo>
                    <a:pt x="5841539" y="2986937"/>
                  </a:lnTo>
                  <a:lnTo>
                    <a:pt x="5842395" y="3018261"/>
                  </a:lnTo>
                  <a:lnTo>
                    <a:pt x="5843250" y="3024257"/>
                  </a:lnTo>
                  <a:lnTo>
                    <a:pt x="5844106" y="2983837"/>
                  </a:lnTo>
                  <a:lnTo>
                    <a:pt x="5844961" y="2824267"/>
                  </a:lnTo>
                  <a:lnTo>
                    <a:pt x="5845817" y="2627678"/>
                  </a:lnTo>
                  <a:lnTo>
                    <a:pt x="5846672" y="2544705"/>
                  </a:lnTo>
                  <a:lnTo>
                    <a:pt x="5847528" y="2495616"/>
                  </a:lnTo>
                  <a:lnTo>
                    <a:pt x="5848383" y="2509071"/>
                  </a:lnTo>
                  <a:lnTo>
                    <a:pt x="5849239" y="2621099"/>
                  </a:lnTo>
                  <a:lnTo>
                    <a:pt x="5850095" y="2749785"/>
                  </a:lnTo>
                  <a:lnTo>
                    <a:pt x="5850950" y="2853836"/>
                  </a:lnTo>
                  <a:lnTo>
                    <a:pt x="5851806" y="2897183"/>
                  </a:lnTo>
                  <a:lnTo>
                    <a:pt x="5852661" y="2899896"/>
                  </a:lnTo>
                  <a:lnTo>
                    <a:pt x="5853517" y="2937759"/>
                  </a:lnTo>
                  <a:lnTo>
                    <a:pt x="5854372" y="2988198"/>
                  </a:lnTo>
                  <a:lnTo>
                    <a:pt x="5855228" y="3025535"/>
                  </a:lnTo>
                  <a:lnTo>
                    <a:pt x="5856083" y="3016423"/>
                  </a:lnTo>
                  <a:lnTo>
                    <a:pt x="5856939" y="3011233"/>
                  </a:lnTo>
                  <a:lnTo>
                    <a:pt x="5857794" y="3019306"/>
                  </a:lnTo>
                  <a:lnTo>
                    <a:pt x="5858650" y="3005611"/>
                  </a:lnTo>
                  <a:lnTo>
                    <a:pt x="5859505" y="2979691"/>
                  </a:lnTo>
                  <a:lnTo>
                    <a:pt x="5860361" y="2945526"/>
                  </a:lnTo>
                  <a:lnTo>
                    <a:pt x="5861216" y="2972661"/>
                  </a:lnTo>
                  <a:lnTo>
                    <a:pt x="5862072" y="3041820"/>
                  </a:lnTo>
                  <a:lnTo>
                    <a:pt x="5862927" y="3093881"/>
                  </a:lnTo>
                  <a:lnTo>
                    <a:pt x="5863783" y="3116972"/>
                  </a:lnTo>
                  <a:lnTo>
                    <a:pt x="5864638" y="3064836"/>
                  </a:lnTo>
                  <a:lnTo>
                    <a:pt x="5865494" y="2954836"/>
                  </a:lnTo>
                  <a:lnTo>
                    <a:pt x="5866350" y="2871227"/>
                  </a:lnTo>
                  <a:lnTo>
                    <a:pt x="5867205" y="2837935"/>
                  </a:lnTo>
                  <a:lnTo>
                    <a:pt x="5868061" y="2809533"/>
                  </a:lnTo>
                  <a:lnTo>
                    <a:pt x="5868916" y="2747331"/>
                  </a:lnTo>
                  <a:lnTo>
                    <a:pt x="5869772" y="2686957"/>
                  </a:lnTo>
                  <a:lnTo>
                    <a:pt x="5870627" y="2626068"/>
                  </a:lnTo>
                  <a:lnTo>
                    <a:pt x="5871483" y="2586623"/>
                  </a:lnTo>
                  <a:lnTo>
                    <a:pt x="5872338" y="2529656"/>
                  </a:lnTo>
                  <a:lnTo>
                    <a:pt x="5873194" y="2436112"/>
                  </a:lnTo>
                  <a:lnTo>
                    <a:pt x="5874049" y="2408660"/>
                  </a:lnTo>
                  <a:lnTo>
                    <a:pt x="5874905" y="2458254"/>
                  </a:lnTo>
                  <a:lnTo>
                    <a:pt x="5875760" y="2589847"/>
                  </a:lnTo>
                  <a:lnTo>
                    <a:pt x="5876616" y="2627237"/>
                  </a:lnTo>
                  <a:lnTo>
                    <a:pt x="5877471" y="2619659"/>
                  </a:lnTo>
                  <a:lnTo>
                    <a:pt x="5878327" y="2677360"/>
                  </a:lnTo>
                  <a:lnTo>
                    <a:pt x="5879182" y="2648957"/>
                  </a:lnTo>
                  <a:lnTo>
                    <a:pt x="5880038" y="2475693"/>
                  </a:lnTo>
                  <a:lnTo>
                    <a:pt x="5880893" y="2306123"/>
                  </a:lnTo>
                  <a:lnTo>
                    <a:pt x="5881749" y="2264485"/>
                  </a:lnTo>
                  <a:lnTo>
                    <a:pt x="5882605" y="2228513"/>
                  </a:lnTo>
                  <a:lnTo>
                    <a:pt x="5883460" y="2197353"/>
                  </a:lnTo>
                  <a:lnTo>
                    <a:pt x="5884316" y="2175299"/>
                  </a:lnTo>
                  <a:lnTo>
                    <a:pt x="5885171" y="2112046"/>
                  </a:lnTo>
                  <a:lnTo>
                    <a:pt x="5886027" y="2028619"/>
                  </a:lnTo>
                  <a:lnTo>
                    <a:pt x="5886882" y="1935592"/>
                  </a:lnTo>
                  <a:lnTo>
                    <a:pt x="5887738" y="1831242"/>
                  </a:lnTo>
                  <a:lnTo>
                    <a:pt x="5888593" y="1794929"/>
                  </a:lnTo>
                  <a:lnTo>
                    <a:pt x="5889449" y="1861527"/>
                  </a:lnTo>
                  <a:lnTo>
                    <a:pt x="5890304" y="2127110"/>
                  </a:lnTo>
                  <a:lnTo>
                    <a:pt x="5891160" y="2419403"/>
                  </a:lnTo>
                  <a:lnTo>
                    <a:pt x="5892015" y="2631855"/>
                  </a:lnTo>
                  <a:lnTo>
                    <a:pt x="5892871" y="2758704"/>
                  </a:lnTo>
                  <a:lnTo>
                    <a:pt x="5893726" y="2745336"/>
                  </a:lnTo>
                  <a:lnTo>
                    <a:pt x="5894582" y="2732278"/>
                  </a:lnTo>
                  <a:lnTo>
                    <a:pt x="5895437" y="2669915"/>
                  </a:lnTo>
                  <a:lnTo>
                    <a:pt x="5896293" y="2542316"/>
                  </a:lnTo>
                  <a:lnTo>
                    <a:pt x="5897149" y="2359048"/>
                  </a:lnTo>
                  <a:lnTo>
                    <a:pt x="5898004" y="2268001"/>
                  </a:lnTo>
                  <a:lnTo>
                    <a:pt x="5898860" y="2208957"/>
                  </a:lnTo>
                  <a:lnTo>
                    <a:pt x="5899715" y="2137024"/>
                  </a:lnTo>
                  <a:lnTo>
                    <a:pt x="5900571" y="2097498"/>
                  </a:lnTo>
                  <a:lnTo>
                    <a:pt x="5901426" y="2081580"/>
                  </a:lnTo>
                  <a:lnTo>
                    <a:pt x="5902282" y="2096788"/>
                  </a:lnTo>
                  <a:lnTo>
                    <a:pt x="5903137" y="2144197"/>
                  </a:lnTo>
                  <a:lnTo>
                    <a:pt x="5903993" y="2206057"/>
                  </a:lnTo>
                  <a:lnTo>
                    <a:pt x="5904848" y="2303230"/>
                  </a:lnTo>
                  <a:lnTo>
                    <a:pt x="5905704" y="2332857"/>
                  </a:lnTo>
                  <a:lnTo>
                    <a:pt x="5906559" y="2437229"/>
                  </a:lnTo>
                  <a:lnTo>
                    <a:pt x="5907415" y="2587325"/>
                  </a:lnTo>
                  <a:lnTo>
                    <a:pt x="5908270" y="2549380"/>
                  </a:lnTo>
                  <a:lnTo>
                    <a:pt x="5909126" y="2459598"/>
                  </a:lnTo>
                  <a:lnTo>
                    <a:pt x="5909981" y="2315344"/>
                  </a:lnTo>
                  <a:lnTo>
                    <a:pt x="5910837" y="2265177"/>
                  </a:lnTo>
                  <a:lnTo>
                    <a:pt x="5911692" y="2218766"/>
                  </a:lnTo>
                  <a:lnTo>
                    <a:pt x="5912548" y="2143456"/>
                  </a:lnTo>
                  <a:lnTo>
                    <a:pt x="5913404" y="2125193"/>
                  </a:lnTo>
                  <a:lnTo>
                    <a:pt x="5914259" y="2059397"/>
                  </a:lnTo>
                  <a:lnTo>
                    <a:pt x="5915115" y="1888383"/>
                  </a:lnTo>
                  <a:lnTo>
                    <a:pt x="5915970" y="1667888"/>
                  </a:lnTo>
                  <a:lnTo>
                    <a:pt x="5916826" y="1407034"/>
                  </a:lnTo>
                  <a:lnTo>
                    <a:pt x="5917681" y="1254965"/>
                  </a:lnTo>
                  <a:lnTo>
                    <a:pt x="5918537" y="1181031"/>
                  </a:lnTo>
                  <a:lnTo>
                    <a:pt x="5919392" y="1265646"/>
                  </a:lnTo>
                  <a:lnTo>
                    <a:pt x="5920248" y="1453335"/>
                  </a:lnTo>
                  <a:lnTo>
                    <a:pt x="5921103" y="1536892"/>
                  </a:lnTo>
                  <a:lnTo>
                    <a:pt x="5921959" y="1579701"/>
                  </a:lnTo>
                  <a:lnTo>
                    <a:pt x="5922814" y="1498260"/>
                  </a:lnTo>
                  <a:lnTo>
                    <a:pt x="5923670" y="1369700"/>
                  </a:lnTo>
                  <a:lnTo>
                    <a:pt x="5924525" y="1156522"/>
                  </a:lnTo>
                  <a:lnTo>
                    <a:pt x="5925381" y="942318"/>
                  </a:lnTo>
                  <a:lnTo>
                    <a:pt x="5926236" y="889464"/>
                  </a:lnTo>
                  <a:lnTo>
                    <a:pt x="5927092" y="1011546"/>
                  </a:lnTo>
                  <a:lnTo>
                    <a:pt x="5927947" y="1025325"/>
                  </a:lnTo>
                  <a:lnTo>
                    <a:pt x="5928803" y="1045625"/>
                  </a:lnTo>
                  <a:lnTo>
                    <a:pt x="5929659" y="1178437"/>
                  </a:lnTo>
                  <a:lnTo>
                    <a:pt x="5930514" y="1335283"/>
                  </a:lnTo>
                  <a:lnTo>
                    <a:pt x="5931370" y="1340244"/>
                  </a:lnTo>
                  <a:lnTo>
                    <a:pt x="5932225" y="1140982"/>
                  </a:lnTo>
                  <a:lnTo>
                    <a:pt x="5933081" y="1129062"/>
                  </a:lnTo>
                  <a:lnTo>
                    <a:pt x="5933936" y="1180535"/>
                  </a:lnTo>
                  <a:lnTo>
                    <a:pt x="5934792" y="1211781"/>
                  </a:lnTo>
                  <a:lnTo>
                    <a:pt x="5935647" y="1209991"/>
                  </a:lnTo>
                  <a:lnTo>
                    <a:pt x="5936503" y="1257768"/>
                  </a:lnTo>
                  <a:lnTo>
                    <a:pt x="5937358" y="1412532"/>
                  </a:lnTo>
                  <a:lnTo>
                    <a:pt x="5938214" y="1466739"/>
                  </a:lnTo>
                  <a:lnTo>
                    <a:pt x="5939069" y="1490298"/>
                  </a:lnTo>
                  <a:lnTo>
                    <a:pt x="5939925" y="1472989"/>
                  </a:lnTo>
                  <a:lnTo>
                    <a:pt x="5940780" y="1486320"/>
                  </a:lnTo>
                  <a:lnTo>
                    <a:pt x="5941636" y="1608062"/>
                  </a:lnTo>
                  <a:lnTo>
                    <a:pt x="5942491" y="1671513"/>
                  </a:lnTo>
                  <a:lnTo>
                    <a:pt x="5943347" y="1752684"/>
                  </a:lnTo>
                  <a:lnTo>
                    <a:pt x="5944203" y="1842624"/>
                  </a:lnTo>
                  <a:lnTo>
                    <a:pt x="5945058" y="1921403"/>
                  </a:lnTo>
                  <a:lnTo>
                    <a:pt x="5945914" y="2027789"/>
                  </a:lnTo>
                  <a:lnTo>
                    <a:pt x="5946769" y="2162702"/>
                  </a:lnTo>
                  <a:lnTo>
                    <a:pt x="5947625" y="2261225"/>
                  </a:lnTo>
                  <a:lnTo>
                    <a:pt x="5948480" y="2372598"/>
                  </a:lnTo>
                  <a:lnTo>
                    <a:pt x="5949336" y="2475215"/>
                  </a:lnTo>
                  <a:lnTo>
                    <a:pt x="5950191" y="2532570"/>
                  </a:lnTo>
                  <a:lnTo>
                    <a:pt x="5951047" y="2426505"/>
                  </a:lnTo>
                  <a:lnTo>
                    <a:pt x="5951902" y="2200329"/>
                  </a:lnTo>
                  <a:lnTo>
                    <a:pt x="5952758" y="2035908"/>
                  </a:lnTo>
                  <a:lnTo>
                    <a:pt x="5953613" y="1927549"/>
                  </a:lnTo>
                  <a:lnTo>
                    <a:pt x="5954469" y="1837583"/>
                  </a:lnTo>
                  <a:lnTo>
                    <a:pt x="5955324" y="1761552"/>
                  </a:lnTo>
                  <a:lnTo>
                    <a:pt x="5956180" y="1790563"/>
                  </a:lnTo>
                  <a:lnTo>
                    <a:pt x="5957035" y="1903085"/>
                  </a:lnTo>
                  <a:lnTo>
                    <a:pt x="5957891" y="2016515"/>
                  </a:lnTo>
                  <a:lnTo>
                    <a:pt x="5958746" y="2111407"/>
                  </a:lnTo>
                  <a:lnTo>
                    <a:pt x="5959602" y="2208248"/>
                  </a:lnTo>
                  <a:lnTo>
                    <a:pt x="5960458" y="2227467"/>
                  </a:lnTo>
                  <a:lnTo>
                    <a:pt x="5961313" y="2327121"/>
                  </a:lnTo>
                  <a:lnTo>
                    <a:pt x="5962169" y="2320489"/>
                  </a:lnTo>
                  <a:lnTo>
                    <a:pt x="5963024" y="2250669"/>
                  </a:lnTo>
                  <a:lnTo>
                    <a:pt x="5963880" y="2202007"/>
                  </a:lnTo>
                  <a:lnTo>
                    <a:pt x="5964735" y="2252905"/>
                  </a:lnTo>
                  <a:lnTo>
                    <a:pt x="5965591" y="2447661"/>
                  </a:lnTo>
                  <a:lnTo>
                    <a:pt x="5966446" y="2522021"/>
                  </a:lnTo>
                  <a:lnTo>
                    <a:pt x="5967302" y="2576057"/>
                  </a:lnTo>
                  <a:lnTo>
                    <a:pt x="5968157" y="2676241"/>
                  </a:lnTo>
                  <a:lnTo>
                    <a:pt x="5969013" y="2764101"/>
                  </a:lnTo>
                  <a:lnTo>
                    <a:pt x="5969868" y="2733930"/>
                  </a:lnTo>
                  <a:lnTo>
                    <a:pt x="5970724" y="2693348"/>
                  </a:lnTo>
                  <a:lnTo>
                    <a:pt x="5971579" y="2711778"/>
                  </a:lnTo>
                  <a:lnTo>
                    <a:pt x="5972435" y="2758551"/>
                  </a:lnTo>
                  <a:lnTo>
                    <a:pt x="5973290" y="2763124"/>
                  </a:lnTo>
                  <a:lnTo>
                    <a:pt x="5974146" y="2627476"/>
                  </a:lnTo>
                  <a:lnTo>
                    <a:pt x="5975001" y="2540067"/>
                  </a:lnTo>
                  <a:lnTo>
                    <a:pt x="5975857" y="2411204"/>
                  </a:lnTo>
                  <a:lnTo>
                    <a:pt x="5976713" y="2209522"/>
                  </a:lnTo>
                  <a:lnTo>
                    <a:pt x="5977568" y="2032859"/>
                  </a:lnTo>
                  <a:lnTo>
                    <a:pt x="5978424" y="1939976"/>
                  </a:lnTo>
                  <a:lnTo>
                    <a:pt x="5979279" y="2009817"/>
                  </a:lnTo>
                  <a:lnTo>
                    <a:pt x="5980135" y="2080927"/>
                  </a:lnTo>
                  <a:lnTo>
                    <a:pt x="5980990" y="2165112"/>
                  </a:lnTo>
                  <a:lnTo>
                    <a:pt x="5981846" y="2298922"/>
                  </a:lnTo>
                  <a:lnTo>
                    <a:pt x="5982701" y="2458922"/>
                  </a:lnTo>
                  <a:lnTo>
                    <a:pt x="5983557" y="2540840"/>
                  </a:lnTo>
                  <a:lnTo>
                    <a:pt x="5984412" y="2527351"/>
                  </a:lnTo>
                  <a:lnTo>
                    <a:pt x="5985268" y="2456733"/>
                  </a:lnTo>
                  <a:lnTo>
                    <a:pt x="5986123" y="2368290"/>
                  </a:lnTo>
                  <a:lnTo>
                    <a:pt x="5986979" y="2279679"/>
                  </a:lnTo>
                  <a:lnTo>
                    <a:pt x="5987834" y="2241816"/>
                  </a:lnTo>
                  <a:lnTo>
                    <a:pt x="5988690" y="2197027"/>
                  </a:lnTo>
                  <a:lnTo>
                    <a:pt x="5989545" y="2120417"/>
                  </a:lnTo>
                  <a:lnTo>
                    <a:pt x="5990401" y="2114957"/>
                  </a:lnTo>
                  <a:lnTo>
                    <a:pt x="5991256" y="2128644"/>
                  </a:lnTo>
                  <a:lnTo>
                    <a:pt x="5992112" y="2095554"/>
                  </a:lnTo>
                  <a:lnTo>
                    <a:pt x="5992968" y="1963889"/>
                  </a:lnTo>
                  <a:lnTo>
                    <a:pt x="5993823" y="1864190"/>
                  </a:lnTo>
                  <a:lnTo>
                    <a:pt x="5994679" y="1843499"/>
                  </a:lnTo>
                  <a:lnTo>
                    <a:pt x="5995534" y="1840429"/>
                  </a:lnTo>
                  <a:lnTo>
                    <a:pt x="5996390" y="1865987"/>
                  </a:lnTo>
                  <a:lnTo>
                    <a:pt x="5997245" y="1933403"/>
                  </a:lnTo>
                  <a:lnTo>
                    <a:pt x="5998101" y="2091139"/>
                  </a:lnTo>
                  <a:lnTo>
                    <a:pt x="5998956" y="2313645"/>
                  </a:lnTo>
                  <a:lnTo>
                    <a:pt x="5999812" y="2483438"/>
                  </a:lnTo>
                  <a:lnTo>
                    <a:pt x="6000667" y="2652769"/>
                  </a:lnTo>
                  <a:lnTo>
                    <a:pt x="6001523" y="2820627"/>
                  </a:lnTo>
                  <a:lnTo>
                    <a:pt x="6002378" y="2959451"/>
                  </a:lnTo>
                  <a:lnTo>
                    <a:pt x="6003234" y="2899729"/>
                  </a:lnTo>
                  <a:lnTo>
                    <a:pt x="6004089" y="2708087"/>
                  </a:lnTo>
                  <a:lnTo>
                    <a:pt x="6004945" y="2508758"/>
                  </a:lnTo>
                  <a:lnTo>
                    <a:pt x="6005800" y="2268275"/>
                  </a:lnTo>
                  <a:lnTo>
                    <a:pt x="6006656" y="2043396"/>
                  </a:lnTo>
                  <a:lnTo>
                    <a:pt x="6007512" y="1859612"/>
                  </a:lnTo>
                  <a:lnTo>
                    <a:pt x="6008367" y="1880278"/>
                  </a:lnTo>
                  <a:lnTo>
                    <a:pt x="6009223" y="1941063"/>
                  </a:lnTo>
                  <a:lnTo>
                    <a:pt x="6010078" y="2011069"/>
                  </a:lnTo>
                  <a:lnTo>
                    <a:pt x="6010934" y="2084678"/>
                  </a:lnTo>
                  <a:lnTo>
                    <a:pt x="6011789" y="2120662"/>
                  </a:lnTo>
                  <a:lnTo>
                    <a:pt x="6012645" y="2138940"/>
                  </a:lnTo>
                  <a:lnTo>
                    <a:pt x="6013500" y="2120823"/>
                  </a:lnTo>
                  <a:lnTo>
                    <a:pt x="6014356" y="2147609"/>
                  </a:lnTo>
                  <a:lnTo>
                    <a:pt x="6015211" y="2140797"/>
                  </a:lnTo>
                  <a:lnTo>
                    <a:pt x="6016067" y="2138403"/>
                  </a:lnTo>
                  <a:lnTo>
                    <a:pt x="6016922" y="2116615"/>
                  </a:lnTo>
                  <a:lnTo>
                    <a:pt x="6017778" y="2050885"/>
                  </a:lnTo>
                  <a:lnTo>
                    <a:pt x="6018633" y="1974349"/>
                  </a:lnTo>
                  <a:lnTo>
                    <a:pt x="6019489" y="1900308"/>
                  </a:lnTo>
                  <a:lnTo>
                    <a:pt x="6020344" y="1939869"/>
                  </a:lnTo>
                  <a:lnTo>
                    <a:pt x="6021200" y="2017180"/>
                  </a:lnTo>
                  <a:lnTo>
                    <a:pt x="6022055" y="2169581"/>
                  </a:lnTo>
                  <a:lnTo>
                    <a:pt x="6022911" y="2398812"/>
                  </a:lnTo>
                  <a:lnTo>
                    <a:pt x="6023767" y="2616230"/>
                  </a:lnTo>
                  <a:lnTo>
                    <a:pt x="6024622" y="2689137"/>
                  </a:lnTo>
                  <a:lnTo>
                    <a:pt x="6025478" y="2691966"/>
                  </a:lnTo>
                  <a:lnTo>
                    <a:pt x="6026333" y="2639458"/>
                  </a:lnTo>
                  <a:lnTo>
                    <a:pt x="6027189" y="2489568"/>
                  </a:lnTo>
                  <a:lnTo>
                    <a:pt x="6028044" y="2296755"/>
                  </a:lnTo>
                  <a:lnTo>
                    <a:pt x="6028900" y="2166321"/>
                  </a:lnTo>
                  <a:lnTo>
                    <a:pt x="6029755" y="2251019"/>
                  </a:lnTo>
                  <a:lnTo>
                    <a:pt x="6030611" y="2331827"/>
                  </a:lnTo>
                  <a:lnTo>
                    <a:pt x="6031466" y="2419613"/>
                  </a:lnTo>
                  <a:lnTo>
                    <a:pt x="6032322" y="2543477"/>
                  </a:lnTo>
                  <a:lnTo>
                    <a:pt x="6033177" y="2634107"/>
                  </a:lnTo>
                  <a:lnTo>
                    <a:pt x="6034033" y="2669372"/>
                  </a:lnTo>
                  <a:lnTo>
                    <a:pt x="6034888" y="2529381"/>
                  </a:lnTo>
                  <a:lnTo>
                    <a:pt x="6035744" y="2347644"/>
                  </a:lnTo>
                  <a:lnTo>
                    <a:pt x="6036599" y="2200257"/>
                  </a:lnTo>
                  <a:lnTo>
                    <a:pt x="6037455" y="2010514"/>
                  </a:lnTo>
                  <a:lnTo>
                    <a:pt x="6038310" y="1899422"/>
                  </a:lnTo>
                  <a:lnTo>
                    <a:pt x="6039166" y="1896130"/>
                  </a:lnTo>
                  <a:lnTo>
                    <a:pt x="6040022" y="1992811"/>
                  </a:lnTo>
                  <a:lnTo>
                    <a:pt x="6040877" y="2194564"/>
                  </a:lnTo>
                  <a:lnTo>
                    <a:pt x="6041733" y="2319932"/>
                  </a:lnTo>
                  <a:lnTo>
                    <a:pt x="6042588" y="2444475"/>
                  </a:lnTo>
                  <a:lnTo>
                    <a:pt x="6043444" y="2439560"/>
                  </a:lnTo>
                  <a:lnTo>
                    <a:pt x="6044299" y="2368733"/>
                  </a:lnTo>
                  <a:lnTo>
                    <a:pt x="6045155" y="2315902"/>
                  </a:lnTo>
                  <a:lnTo>
                    <a:pt x="6046010" y="2303012"/>
                  </a:lnTo>
                  <a:lnTo>
                    <a:pt x="6046866" y="2367097"/>
                  </a:lnTo>
                  <a:lnTo>
                    <a:pt x="6047721" y="2449532"/>
                  </a:lnTo>
                  <a:lnTo>
                    <a:pt x="6048577" y="2616351"/>
                  </a:lnTo>
                  <a:lnTo>
                    <a:pt x="6049432" y="2787079"/>
                  </a:lnTo>
                  <a:lnTo>
                    <a:pt x="6050288" y="2916772"/>
                  </a:lnTo>
                  <a:lnTo>
                    <a:pt x="6051143" y="2971676"/>
                  </a:lnTo>
                  <a:lnTo>
                    <a:pt x="6051999" y="2977273"/>
                  </a:lnTo>
                  <a:lnTo>
                    <a:pt x="6052854" y="3010956"/>
                  </a:lnTo>
                  <a:lnTo>
                    <a:pt x="6053710" y="3047397"/>
                  </a:lnTo>
                  <a:lnTo>
                    <a:pt x="6054566" y="2941936"/>
                  </a:lnTo>
                  <a:lnTo>
                    <a:pt x="6055421" y="2886307"/>
                  </a:lnTo>
                  <a:lnTo>
                    <a:pt x="6056277" y="2887107"/>
                  </a:lnTo>
                  <a:lnTo>
                    <a:pt x="6057132" y="2868221"/>
                  </a:lnTo>
                  <a:lnTo>
                    <a:pt x="6057988" y="2746942"/>
                  </a:lnTo>
                  <a:lnTo>
                    <a:pt x="6058843" y="2549136"/>
                  </a:lnTo>
                  <a:lnTo>
                    <a:pt x="6059699" y="2519261"/>
                  </a:lnTo>
                  <a:lnTo>
                    <a:pt x="6060554" y="2462596"/>
                  </a:lnTo>
                  <a:lnTo>
                    <a:pt x="6061410" y="2282038"/>
                  </a:lnTo>
                  <a:lnTo>
                    <a:pt x="6062265" y="2173459"/>
                  </a:lnTo>
                  <a:lnTo>
                    <a:pt x="6063121" y="2151434"/>
                  </a:lnTo>
                  <a:lnTo>
                    <a:pt x="6063976" y="2260059"/>
                  </a:lnTo>
                  <a:lnTo>
                    <a:pt x="6064832" y="2349071"/>
                  </a:lnTo>
                  <a:lnTo>
                    <a:pt x="6065687" y="2316808"/>
                  </a:lnTo>
                  <a:lnTo>
                    <a:pt x="6066543" y="2254828"/>
                  </a:lnTo>
                  <a:lnTo>
                    <a:pt x="6067398" y="2132702"/>
                  </a:lnTo>
                  <a:lnTo>
                    <a:pt x="6068254" y="2103835"/>
                  </a:lnTo>
                  <a:lnTo>
                    <a:pt x="6069109" y="2136309"/>
                  </a:lnTo>
                  <a:lnTo>
                    <a:pt x="6069965" y="1985964"/>
                  </a:lnTo>
                  <a:lnTo>
                    <a:pt x="6070821" y="1828445"/>
                  </a:lnTo>
                  <a:lnTo>
                    <a:pt x="6071676" y="1719938"/>
                  </a:lnTo>
                  <a:lnTo>
                    <a:pt x="6072532" y="1572927"/>
                  </a:lnTo>
                  <a:lnTo>
                    <a:pt x="6073387" y="1420604"/>
                  </a:lnTo>
                  <a:lnTo>
                    <a:pt x="6074243" y="1184720"/>
                  </a:lnTo>
                  <a:lnTo>
                    <a:pt x="6075098" y="1122179"/>
                  </a:lnTo>
                  <a:lnTo>
                    <a:pt x="6075954" y="1212316"/>
                  </a:lnTo>
                  <a:lnTo>
                    <a:pt x="6076809" y="1330705"/>
                  </a:lnTo>
                  <a:lnTo>
                    <a:pt x="6077665" y="1424588"/>
                  </a:lnTo>
                  <a:lnTo>
                    <a:pt x="6078520" y="1459464"/>
                  </a:lnTo>
                  <a:lnTo>
                    <a:pt x="6079376" y="1536023"/>
                  </a:lnTo>
                  <a:lnTo>
                    <a:pt x="6080231" y="1509021"/>
                  </a:lnTo>
                  <a:lnTo>
                    <a:pt x="6081087" y="1494867"/>
                  </a:lnTo>
                  <a:lnTo>
                    <a:pt x="6081942" y="1474172"/>
                  </a:lnTo>
                  <a:lnTo>
                    <a:pt x="6082798" y="1538413"/>
                  </a:lnTo>
                  <a:lnTo>
                    <a:pt x="6083653" y="1658209"/>
                  </a:lnTo>
                  <a:lnTo>
                    <a:pt x="6084509" y="1677987"/>
                  </a:lnTo>
                  <a:lnTo>
                    <a:pt x="6085364" y="1714473"/>
                  </a:lnTo>
                  <a:lnTo>
                    <a:pt x="6086220" y="1622608"/>
                  </a:lnTo>
                  <a:lnTo>
                    <a:pt x="6087076" y="1478388"/>
                  </a:lnTo>
                  <a:lnTo>
                    <a:pt x="6087931" y="1339518"/>
                  </a:lnTo>
                  <a:lnTo>
                    <a:pt x="6088787" y="1180772"/>
                  </a:lnTo>
                  <a:lnTo>
                    <a:pt x="6089642" y="1056838"/>
                  </a:lnTo>
                  <a:lnTo>
                    <a:pt x="6090498" y="969031"/>
                  </a:lnTo>
                  <a:lnTo>
                    <a:pt x="6091353" y="951342"/>
                  </a:lnTo>
                  <a:lnTo>
                    <a:pt x="6092209" y="934714"/>
                  </a:lnTo>
                  <a:lnTo>
                    <a:pt x="6093064" y="819509"/>
                  </a:lnTo>
                  <a:lnTo>
                    <a:pt x="6093920" y="653165"/>
                  </a:lnTo>
                  <a:lnTo>
                    <a:pt x="6094775" y="438624"/>
                  </a:lnTo>
                  <a:lnTo>
                    <a:pt x="6095631" y="258129"/>
                  </a:lnTo>
                  <a:lnTo>
                    <a:pt x="6096486" y="197455"/>
                  </a:lnTo>
                  <a:lnTo>
                    <a:pt x="6097342" y="245656"/>
                  </a:lnTo>
                  <a:lnTo>
                    <a:pt x="6098197" y="405467"/>
                  </a:lnTo>
                  <a:lnTo>
                    <a:pt x="6099053" y="498173"/>
                  </a:lnTo>
                  <a:lnTo>
                    <a:pt x="6099908" y="571695"/>
                  </a:lnTo>
                  <a:lnTo>
                    <a:pt x="6100764" y="664604"/>
                  </a:lnTo>
                  <a:lnTo>
                    <a:pt x="6101620" y="714557"/>
                  </a:lnTo>
                  <a:lnTo>
                    <a:pt x="6102475" y="766942"/>
                  </a:lnTo>
                  <a:lnTo>
                    <a:pt x="6103331" y="801555"/>
                  </a:lnTo>
                  <a:lnTo>
                    <a:pt x="6104186" y="886629"/>
                  </a:lnTo>
                  <a:lnTo>
                    <a:pt x="6105042" y="1044288"/>
                  </a:lnTo>
                  <a:lnTo>
                    <a:pt x="6105897" y="1161177"/>
                  </a:lnTo>
                  <a:lnTo>
                    <a:pt x="6106753" y="1002726"/>
                  </a:lnTo>
                  <a:lnTo>
                    <a:pt x="6107608" y="754919"/>
                  </a:lnTo>
                  <a:lnTo>
                    <a:pt x="6108464" y="486764"/>
                  </a:lnTo>
                  <a:lnTo>
                    <a:pt x="6109319" y="313388"/>
                  </a:lnTo>
                  <a:lnTo>
                    <a:pt x="6110175" y="187316"/>
                  </a:lnTo>
                  <a:lnTo>
                    <a:pt x="6111030" y="0"/>
                  </a:lnTo>
                  <a:lnTo>
                    <a:pt x="6111886" y="80274"/>
                  </a:lnTo>
                  <a:lnTo>
                    <a:pt x="6112741" y="263542"/>
                  </a:lnTo>
                  <a:lnTo>
                    <a:pt x="6113597" y="394425"/>
                  </a:lnTo>
                  <a:lnTo>
                    <a:pt x="6114452" y="462167"/>
                  </a:lnTo>
                  <a:lnTo>
                    <a:pt x="6115308" y="537143"/>
                  </a:lnTo>
                  <a:lnTo>
                    <a:pt x="6116163" y="750367"/>
                  </a:lnTo>
                  <a:lnTo>
                    <a:pt x="6117019" y="932706"/>
                  </a:lnTo>
                  <a:lnTo>
                    <a:pt x="6117875" y="1061962"/>
                  </a:lnTo>
                  <a:lnTo>
                    <a:pt x="6118730" y="1188698"/>
                  </a:lnTo>
                  <a:lnTo>
                    <a:pt x="6119586" y="1384117"/>
                  </a:lnTo>
                  <a:lnTo>
                    <a:pt x="6120441" y="1614627"/>
                  </a:lnTo>
                  <a:lnTo>
                    <a:pt x="6121297" y="1719854"/>
                  </a:lnTo>
                  <a:lnTo>
                    <a:pt x="6122152" y="1791133"/>
                  </a:lnTo>
                  <a:lnTo>
                    <a:pt x="6123008" y="1936550"/>
                  </a:lnTo>
                  <a:lnTo>
                    <a:pt x="6123863" y="2157246"/>
                  </a:lnTo>
                  <a:lnTo>
                    <a:pt x="6124719" y="2239225"/>
                  </a:lnTo>
                  <a:lnTo>
                    <a:pt x="6125574" y="2222925"/>
                  </a:lnTo>
                  <a:lnTo>
                    <a:pt x="6126430" y="2251706"/>
                  </a:lnTo>
                  <a:lnTo>
                    <a:pt x="6127285" y="2314340"/>
                  </a:lnTo>
                  <a:lnTo>
                    <a:pt x="6128141" y="2262220"/>
                  </a:lnTo>
                  <a:lnTo>
                    <a:pt x="6128996" y="2083143"/>
                  </a:lnTo>
                  <a:lnTo>
                    <a:pt x="6129852" y="2017872"/>
                  </a:lnTo>
                  <a:lnTo>
                    <a:pt x="6130707" y="2089368"/>
                  </a:lnTo>
                  <a:lnTo>
                    <a:pt x="6131563" y="2118695"/>
                  </a:lnTo>
                  <a:lnTo>
                    <a:pt x="6132418" y="2052032"/>
                  </a:lnTo>
                  <a:lnTo>
                    <a:pt x="6133274" y="2046331"/>
                  </a:lnTo>
                  <a:lnTo>
                    <a:pt x="6134130" y="2077900"/>
                  </a:lnTo>
                  <a:lnTo>
                    <a:pt x="6134985" y="2123493"/>
                  </a:lnTo>
                  <a:lnTo>
                    <a:pt x="6135841" y="2077202"/>
                  </a:lnTo>
                  <a:lnTo>
                    <a:pt x="6136696" y="2062071"/>
                  </a:lnTo>
                  <a:lnTo>
                    <a:pt x="6137552" y="2166980"/>
                  </a:lnTo>
                  <a:lnTo>
                    <a:pt x="6138407" y="2273200"/>
                  </a:lnTo>
                  <a:lnTo>
                    <a:pt x="6139263" y="2444288"/>
                  </a:lnTo>
                  <a:lnTo>
                    <a:pt x="6140118" y="2553120"/>
                  </a:lnTo>
                  <a:lnTo>
                    <a:pt x="6140974" y="2578851"/>
                  </a:lnTo>
                  <a:lnTo>
                    <a:pt x="6141829" y="2604875"/>
                  </a:lnTo>
                  <a:lnTo>
                    <a:pt x="6142685" y="2629364"/>
                  </a:lnTo>
                  <a:lnTo>
                    <a:pt x="6143540" y="2599635"/>
                  </a:lnTo>
                  <a:lnTo>
                    <a:pt x="6144396" y="2535989"/>
                  </a:lnTo>
                  <a:lnTo>
                    <a:pt x="6145251" y="2485837"/>
                  </a:lnTo>
                  <a:lnTo>
                    <a:pt x="6146107" y="2556218"/>
                  </a:lnTo>
                  <a:lnTo>
                    <a:pt x="6146962" y="2656031"/>
                  </a:lnTo>
                  <a:lnTo>
                    <a:pt x="6147818" y="2622410"/>
                  </a:lnTo>
                  <a:lnTo>
                    <a:pt x="6148674" y="2609962"/>
                  </a:lnTo>
                  <a:lnTo>
                    <a:pt x="6149529" y="2586137"/>
                  </a:lnTo>
                  <a:lnTo>
                    <a:pt x="6150385" y="2588034"/>
                  </a:lnTo>
                  <a:lnTo>
                    <a:pt x="6151240" y="2527708"/>
                  </a:lnTo>
                  <a:lnTo>
                    <a:pt x="6152096" y="2406749"/>
                  </a:lnTo>
                  <a:lnTo>
                    <a:pt x="6152951" y="2380815"/>
                  </a:lnTo>
                  <a:lnTo>
                    <a:pt x="6153807" y="2377637"/>
                  </a:lnTo>
                  <a:lnTo>
                    <a:pt x="6154662" y="2405182"/>
                  </a:lnTo>
                  <a:lnTo>
                    <a:pt x="6155518" y="2425988"/>
                  </a:lnTo>
                  <a:lnTo>
                    <a:pt x="6156373" y="2483931"/>
                  </a:lnTo>
                  <a:lnTo>
                    <a:pt x="6157229" y="2602579"/>
                  </a:lnTo>
                  <a:lnTo>
                    <a:pt x="6158084" y="2676989"/>
                  </a:lnTo>
                  <a:lnTo>
                    <a:pt x="6158940" y="2714681"/>
                  </a:lnTo>
                  <a:lnTo>
                    <a:pt x="6159795" y="2696578"/>
                  </a:lnTo>
                  <a:lnTo>
                    <a:pt x="6160651" y="2627756"/>
                  </a:lnTo>
                  <a:lnTo>
                    <a:pt x="6161506" y="2517983"/>
                  </a:lnTo>
                  <a:lnTo>
                    <a:pt x="6162362" y="2344934"/>
                  </a:lnTo>
                  <a:lnTo>
                    <a:pt x="6163217" y="2184189"/>
                  </a:lnTo>
                  <a:lnTo>
                    <a:pt x="6164073" y="1984427"/>
                  </a:lnTo>
                  <a:lnTo>
                    <a:pt x="6164929" y="1866551"/>
                  </a:lnTo>
                  <a:lnTo>
                    <a:pt x="6165784" y="1831950"/>
                  </a:lnTo>
                  <a:lnTo>
                    <a:pt x="6166640" y="1922135"/>
                  </a:lnTo>
                  <a:lnTo>
                    <a:pt x="6167495" y="1923878"/>
                  </a:lnTo>
                  <a:lnTo>
                    <a:pt x="6168351" y="1868012"/>
                  </a:lnTo>
                  <a:lnTo>
                    <a:pt x="6169206" y="1926003"/>
                  </a:lnTo>
                  <a:lnTo>
                    <a:pt x="6170062" y="2059236"/>
                  </a:lnTo>
                  <a:lnTo>
                    <a:pt x="6170917" y="2141492"/>
                  </a:lnTo>
                  <a:lnTo>
                    <a:pt x="6171773" y="1966835"/>
                  </a:lnTo>
                  <a:lnTo>
                    <a:pt x="6172628" y="1892954"/>
                  </a:lnTo>
                  <a:lnTo>
                    <a:pt x="6173484" y="1880606"/>
                  </a:lnTo>
                  <a:lnTo>
                    <a:pt x="6174339" y="1881717"/>
                  </a:lnTo>
                  <a:lnTo>
                    <a:pt x="6175195" y="1891608"/>
                  </a:lnTo>
                  <a:lnTo>
                    <a:pt x="6176050" y="1835695"/>
                  </a:lnTo>
                  <a:lnTo>
                    <a:pt x="6176906" y="1901629"/>
                  </a:lnTo>
                  <a:lnTo>
                    <a:pt x="6177761" y="1994113"/>
                  </a:lnTo>
                  <a:lnTo>
                    <a:pt x="6178617" y="2091506"/>
                  </a:lnTo>
                  <a:lnTo>
                    <a:pt x="6179472" y="2141360"/>
                  </a:lnTo>
                  <a:lnTo>
                    <a:pt x="6180328" y="2097477"/>
                  </a:lnTo>
                  <a:lnTo>
                    <a:pt x="6181184" y="2161615"/>
                  </a:lnTo>
                  <a:lnTo>
                    <a:pt x="6182039" y="2225583"/>
                  </a:lnTo>
                  <a:lnTo>
                    <a:pt x="6182895" y="2191249"/>
                  </a:lnTo>
                  <a:lnTo>
                    <a:pt x="6183750" y="2173210"/>
                  </a:lnTo>
                  <a:lnTo>
                    <a:pt x="6184606" y="2201017"/>
                  </a:lnTo>
                  <a:lnTo>
                    <a:pt x="6185461" y="2239515"/>
                  </a:lnTo>
                  <a:lnTo>
                    <a:pt x="6186317" y="2138971"/>
                  </a:lnTo>
                  <a:lnTo>
                    <a:pt x="6187172" y="2122608"/>
                  </a:lnTo>
                  <a:lnTo>
                    <a:pt x="6188028" y="2342311"/>
                  </a:lnTo>
                  <a:lnTo>
                    <a:pt x="6188883" y="2443748"/>
                  </a:lnTo>
                  <a:lnTo>
                    <a:pt x="6189739" y="2490199"/>
                  </a:lnTo>
                  <a:lnTo>
                    <a:pt x="6190594" y="2562682"/>
                  </a:lnTo>
                  <a:lnTo>
                    <a:pt x="6191450" y="2760347"/>
                  </a:lnTo>
                  <a:lnTo>
                    <a:pt x="6192305" y="2854547"/>
                  </a:lnTo>
                  <a:lnTo>
                    <a:pt x="6193161" y="2781086"/>
                  </a:lnTo>
                  <a:lnTo>
                    <a:pt x="6194016" y="2749828"/>
                  </a:lnTo>
                  <a:lnTo>
                    <a:pt x="6194872" y="2741768"/>
                  </a:lnTo>
                  <a:lnTo>
                    <a:pt x="6195728" y="2727336"/>
                  </a:lnTo>
                  <a:lnTo>
                    <a:pt x="6196583" y="2736109"/>
                  </a:lnTo>
                  <a:lnTo>
                    <a:pt x="6197439" y="2778243"/>
                  </a:lnTo>
                  <a:lnTo>
                    <a:pt x="6198294" y="2829631"/>
                  </a:lnTo>
                  <a:lnTo>
                    <a:pt x="6199150" y="2968441"/>
                  </a:lnTo>
                  <a:lnTo>
                    <a:pt x="6200005" y="3116972"/>
                  </a:lnTo>
                  <a:lnTo>
                    <a:pt x="6200861" y="3116972"/>
                  </a:lnTo>
                  <a:lnTo>
                    <a:pt x="6201716" y="3116972"/>
                  </a:lnTo>
                  <a:lnTo>
                    <a:pt x="6202572" y="3116972"/>
                  </a:lnTo>
                  <a:lnTo>
                    <a:pt x="6203427" y="3085039"/>
                  </a:lnTo>
                  <a:lnTo>
                    <a:pt x="6204283" y="2956705"/>
                  </a:lnTo>
                  <a:lnTo>
                    <a:pt x="6205138" y="2770941"/>
                  </a:lnTo>
                  <a:lnTo>
                    <a:pt x="6205994" y="2589095"/>
                  </a:lnTo>
                  <a:lnTo>
                    <a:pt x="6206849" y="2389676"/>
                  </a:lnTo>
                  <a:lnTo>
                    <a:pt x="6207705" y="2274860"/>
                  </a:lnTo>
                  <a:lnTo>
                    <a:pt x="6208560" y="2182350"/>
                  </a:lnTo>
                  <a:lnTo>
                    <a:pt x="6209416" y="2120757"/>
                  </a:lnTo>
                  <a:lnTo>
                    <a:pt x="6210271" y="2134741"/>
                  </a:lnTo>
                  <a:lnTo>
                    <a:pt x="6211127" y="2264080"/>
                  </a:lnTo>
                  <a:lnTo>
                    <a:pt x="6211983" y="2431288"/>
                  </a:lnTo>
                  <a:lnTo>
                    <a:pt x="6212838" y="2608154"/>
                  </a:lnTo>
                  <a:lnTo>
                    <a:pt x="6213694" y="2752830"/>
                  </a:lnTo>
                  <a:lnTo>
                    <a:pt x="6214549" y="2812081"/>
                  </a:lnTo>
                  <a:lnTo>
                    <a:pt x="6215405" y="2792439"/>
                  </a:lnTo>
                  <a:lnTo>
                    <a:pt x="6216260" y="2631638"/>
                  </a:lnTo>
                  <a:lnTo>
                    <a:pt x="6217116" y="2424913"/>
                  </a:lnTo>
                  <a:lnTo>
                    <a:pt x="6217971" y="2385134"/>
                  </a:lnTo>
                  <a:lnTo>
                    <a:pt x="6218827" y="2305626"/>
                  </a:lnTo>
                  <a:lnTo>
                    <a:pt x="6219682" y="2247073"/>
                  </a:lnTo>
                  <a:lnTo>
                    <a:pt x="6220538" y="2229226"/>
                  </a:lnTo>
                  <a:lnTo>
                    <a:pt x="6221393" y="2321189"/>
                  </a:lnTo>
                  <a:lnTo>
                    <a:pt x="6222249" y="2475816"/>
                  </a:lnTo>
                  <a:lnTo>
                    <a:pt x="6223104" y="2461404"/>
                  </a:lnTo>
                  <a:lnTo>
                    <a:pt x="6223960" y="2567158"/>
                  </a:lnTo>
                  <a:lnTo>
                    <a:pt x="6224815" y="2651698"/>
                  </a:lnTo>
                  <a:lnTo>
                    <a:pt x="6225671" y="2712274"/>
                  </a:lnTo>
                  <a:lnTo>
                    <a:pt x="6226526" y="2753665"/>
                  </a:lnTo>
                  <a:lnTo>
                    <a:pt x="6227382" y="2772207"/>
                  </a:lnTo>
                  <a:lnTo>
                    <a:pt x="6228238" y="2782985"/>
                  </a:lnTo>
                  <a:lnTo>
                    <a:pt x="6229093" y="2768925"/>
                  </a:lnTo>
                  <a:lnTo>
                    <a:pt x="6229949" y="2808164"/>
                  </a:lnTo>
                  <a:lnTo>
                    <a:pt x="6230804" y="2827791"/>
                  </a:lnTo>
                  <a:lnTo>
                    <a:pt x="6231660" y="2852321"/>
                  </a:lnTo>
                  <a:lnTo>
                    <a:pt x="6232515" y="2860687"/>
                  </a:lnTo>
                  <a:lnTo>
                    <a:pt x="6233371" y="2865134"/>
                  </a:lnTo>
                  <a:lnTo>
                    <a:pt x="6234226" y="2861611"/>
                  </a:lnTo>
                  <a:lnTo>
                    <a:pt x="6235082" y="2867068"/>
                  </a:lnTo>
                  <a:lnTo>
                    <a:pt x="6235937" y="2766839"/>
                  </a:lnTo>
                  <a:lnTo>
                    <a:pt x="6236793" y="2662019"/>
                  </a:lnTo>
                  <a:lnTo>
                    <a:pt x="6237648" y="2563934"/>
                  </a:lnTo>
                  <a:lnTo>
                    <a:pt x="6238504" y="2454507"/>
                  </a:lnTo>
                  <a:lnTo>
                    <a:pt x="6239359" y="2352964"/>
                  </a:lnTo>
                  <a:lnTo>
                    <a:pt x="6240215" y="2254373"/>
                  </a:lnTo>
                  <a:lnTo>
                    <a:pt x="6241070" y="2276790"/>
                  </a:lnTo>
                  <a:lnTo>
                    <a:pt x="6241926" y="2365365"/>
                  </a:lnTo>
                  <a:lnTo>
                    <a:pt x="6242781" y="2488639"/>
                  </a:lnTo>
                  <a:lnTo>
                    <a:pt x="6243637" y="2612290"/>
                  </a:lnTo>
                  <a:lnTo>
                    <a:pt x="6244493" y="2692996"/>
                  </a:lnTo>
                  <a:lnTo>
                    <a:pt x="6245348" y="2806133"/>
                  </a:lnTo>
                  <a:lnTo>
                    <a:pt x="6246204" y="2934904"/>
                  </a:lnTo>
                  <a:lnTo>
                    <a:pt x="6247059" y="2946469"/>
                  </a:lnTo>
                  <a:lnTo>
                    <a:pt x="6247915" y="2872544"/>
                  </a:lnTo>
                  <a:lnTo>
                    <a:pt x="6248770" y="2862732"/>
                  </a:lnTo>
                  <a:lnTo>
                    <a:pt x="6249626" y="2861343"/>
                  </a:lnTo>
                  <a:lnTo>
                    <a:pt x="6250481" y="2851561"/>
                  </a:lnTo>
                  <a:lnTo>
                    <a:pt x="6251337" y="2851563"/>
                  </a:lnTo>
                  <a:lnTo>
                    <a:pt x="6252192" y="2874739"/>
                  </a:lnTo>
                  <a:lnTo>
                    <a:pt x="6253048" y="2909918"/>
                  </a:lnTo>
                  <a:lnTo>
                    <a:pt x="6253903" y="2903180"/>
                  </a:lnTo>
                  <a:lnTo>
                    <a:pt x="6254759" y="2931489"/>
                  </a:lnTo>
                  <a:lnTo>
                    <a:pt x="6255614" y="2903418"/>
                  </a:lnTo>
                  <a:lnTo>
                    <a:pt x="6256470" y="2836016"/>
                  </a:lnTo>
                  <a:lnTo>
                    <a:pt x="6257325" y="2807865"/>
                  </a:lnTo>
                  <a:lnTo>
                    <a:pt x="6258181" y="2835865"/>
                  </a:lnTo>
                  <a:lnTo>
                    <a:pt x="6259037" y="2833125"/>
                  </a:lnTo>
                  <a:lnTo>
                    <a:pt x="6259892" y="2820850"/>
                  </a:lnTo>
                  <a:lnTo>
                    <a:pt x="6260748" y="2873609"/>
                  </a:lnTo>
                  <a:lnTo>
                    <a:pt x="6261603" y="2941010"/>
                  </a:lnTo>
                  <a:lnTo>
                    <a:pt x="6262459" y="2974180"/>
                  </a:lnTo>
                  <a:lnTo>
                    <a:pt x="6263314" y="2984800"/>
                  </a:lnTo>
                  <a:lnTo>
                    <a:pt x="6264170" y="2985349"/>
                  </a:lnTo>
                  <a:lnTo>
                    <a:pt x="6265025" y="3024025"/>
                  </a:lnTo>
                  <a:lnTo>
                    <a:pt x="6265881" y="3045011"/>
                  </a:lnTo>
                  <a:lnTo>
                    <a:pt x="6266736" y="3045013"/>
                  </a:lnTo>
                  <a:lnTo>
                    <a:pt x="6267592" y="3045014"/>
                  </a:lnTo>
                  <a:lnTo>
                    <a:pt x="6268447" y="3042409"/>
                  </a:lnTo>
                  <a:lnTo>
                    <a:pt x="6269303" y="3019957"/>
                  </a:lnTo>
                  <a:lnTo>
                    <a:pt x="6270158" y="2929852"/>
                  </a:lnTo>
                  <a:lnTo>
                    <a:pt x="6271014" y="2872362"/>
                  </a:lnTo>
                  <a:lnTo>
                    <a:pt x="6271869" y="2848872"/>
                  </a:lnTo>
                  <a:lnTo>
                    <a:pt x="6272725" y="2897225"/>
                  </a:lnTo>
                  <a:lnTo>
                    <a:pt x="6273580" y="2898345"/>
                  </a:lnTo>
                  <a:lnTo>
                    <a:pt x="6274436" y="2884388"/>
                  </a:lnTo>
                  <a:lnTo>
                    <a:pt x="6275292" y="2952807"/>
                  </a:lnTo>
                  <a:lnTo>
                    <a:pt x="6276147" y="2991172"/>
                  </a:lnTo>
                  <a:lnTo>
                    <a:pt x="6277003" y="2995647"/>
                  </a:lnTo>
                  <a:lnTo>
                    <a:pt x="6277858" y="2891998"/>
                  </a:lnTo>
                  <a:lnTo>
                    <a:pt x="6278714" y="2836947"/>
                  </a:lnTo>
                  <a:lnTo>
                    <a:pt x="6279569" y="2877373"/>
                  </a:lnTo>
                  <a:lnTo>
                    <a:pt x="6280425" y="2870016"/>
                  </a:lnTo>
                  <a:lnTo>
                    <a:pt x="6281280" y="2759553"/>
                  </a:lnTo>
                  <a:lnTo>
                    <a:pt x="6282136" y="2652554"/>
                  </a:lnTo>
                  <a:lnTo>
                    <a:pt x="6282991" y="2679438"/>
                  </a:lnTo>
                  <a:lnTo>
                    <a:pt x="6283847" y="2766939"/>
                  </a:lnTo>
                  <a:lnTo>
                    <a:pt x="6284702" y="2789942"/>
                  </a:lnTo>
                  <a:lnTo>
                    <a:pt x="6285558" y="2772747"/>
                  </a:lnTo>
                  <a:lnTo>
                    <a:pt x="6286413" y="2871452"/>
                  </a:lnTo>
                  <a:lnTo>
                    <a:pt x="6287269" y="2997466"/>
                  </a:lnTo>
                  <a:lnTo>
                    <a:pt x="6288124" y="3025879"/>
                  </a:lnTo>
                  <a:lnTo>
                    <a:pt x="6288980" y="2977687"/>
                  </a:lnTo>
                  <a:lnTo>
                    <a:pt x="6289835" y="2963841"/>
                  </a:lnTo>
                  <a:lnTo>
                    <a:pt x="6290691" y="2977593"/>
                  </a:lnTo>
                  <a:lnTo>
                    <a:pt x="6291547" y="2946976"/>
                  </a:lnTo>
                  <a:lnTo>
                    <a:pt x="6292402" y="2925493"/>
                  </a:lnTo>
                  <a:lnTo>
                    <a:pt x="6293258" y="2904746"/>
                  </a:lnTo>
                  <a:lnTo>
                    <a:pt x="6294113" y="2857913"/>
                  </a:lnTo>
                  <a:lnTo>
                    <a:pt x="6294969" y="2827619"/>
                  </a:lnTo>
                  <a:lnTo>
                    <a:pt x="6295824" y="2799145"/>
                  </a:lnTo>
                  <a:lnTo>
                    <a:pt x="6296680" y="2795573"/>
                  </a:lnTo>
                  <a:lnTo>
                    <a:pt x="6297535" y="2790274"/>
                  </a:lnTo>
                  <a:lnTo>
                    <a:pt x="6298391" y="2755214"/>
                  </a:lnTo>
                  <a:lnTo>
                    <a:pt x="6299246" y="2829234"/>
                  </a:lnTo>
                  <a:lnTo>
                    <a:pt x="6300102" y="2944301"/>
                  </a:lnTo>
                  <a:lnTo>
                    <a:pt x="6300957" y="3010014"/>
                  </a:lnTo>
                  <a:lnTo>
                    <a:pt x="6301813" y="3006193"/>
                  </a:lnTo>
                  <a:lnTo>
                    <a:pt x="6302668" y="2977105"/>
                  </a:lnTo>
                  <a:lnTo>
                    <a:pt x="6303524" y="2931403"/>
                  </a:lnTo>
                  <a:lnTo>
                    <a:pt x="6304379" y="2769992"/>
                  </a:lnTo>
                  <a:lnTo>
                    <a:pt x="6305235" y="2614141"/>
                  </a:lnTo>
                  <a:lnTo>
                    <a:pt x="6306091" y="2585228"/>
                  </a:lnTo>
                  <a:lnTo>
                    <a:pt x="6306946" y="2606439"/>
                  </a:lnTo>
                  <a:lnTo>
                    <a:pt x="6307802" y="2597953"/>
                  </a:lnTo>
                  <a:lnTo>
                    <a:pt x="6308657" y="2706281"/>
                  </a:lnTo>
                  <a:lnTo>
                    <a:pt x="6309513" y="2848889"/>
                  </a:lnTo>
                  <a:lnTo>
                    <a:pt x="6310368" y="2845096"/>
                  </a:lnTo>
                  <a:lnTo>
                    <a:pt x="6311224" y="2759493"/>
                  </a:lnTo>
                  <a:lnTo>
                    <a:pt x="6312079" y="2686076"/>
                  </a:lnTo>
                  <a:lnTo>
                    <a:pt x="6312935" y="2638347"/>
                  </a:lnTo>
                  <a:lnTo>
                    <a:pt x="6313790" y="2503350"/>
                  </a:lnTo>
                  <a:lnTo>
                    <a:pt x="6314646" y="2415702"/>
                  </a:lnTo>
                  <a:lnTo>
                    <a:pt x="6315501" y="2473746"/>
                  </a:lnTo>
                  <a:lnTo>
                    <a:pt x="6316357" y="2546161"/>
                  </a:lnTo>
                  <a:lnTo>
                    <a:pt x="6317212" y="2685365"/>
                  </a:lnTo>
                  <a:lnTo>
                    <a:pt x="6318068" y="2899850"/>
                  </a:lnTo>
                  <a:lnTo>
                    <a:pt x="6318923" y="3092759"/>
                  </a:lnTo>
                  <a:lnTo>
                    <a:pt x="6319779" y="3116972"/>
                  </a:lnTo>
                  <a:lnTo>
                    <a:pt x="6320634" y="3116972"/>
                  </a:lnTo>
                  <a:lnTo>
                    <a:pt x="6321490" y="3116972"/>
                  </a:lnTo>
                  <a:lnTo>
                    <a:pt x="6322346" y="3116972"/>
                  </a:lnTo>
                  <a:lnTo>
                    <a:pt x="6323201" y="3116972"/>
                  </a:lnTo>
                  <a:lnTo>
                    <a:pt x="6324057" y="3076624"/>
                  </a:lnTo>
                  <a:lnTo>
                    <a:pt x="6324912" y="3006858"/>
                  </a:lnTo>
                  <a:lnTo>
                    <a:pt x="6325768" y="2950278"/>
                  </a:lnTo>
                  <a:lnTo>
                    <a:pt x="6326623" y="2947879"/>
                  </a:lnTo>
                  <a:lnTo>
                    <a:pt x="6327479" y="2901204"/>
                  </a:lnTo>
                  <a:lnTo>
                    <a:pt x="6328334" y="2852886"/>
                  </a:lnTo>
                  <a:lnTo>
                    <a:pt x="6329190" y="2856446"/>
                  </a:lnTo>
                  <a:lnTo>
                    <a:pt x="6330045" y="2870280"/>
                  </a:lnTo>
                  <a:lnTo>
                    <a:pt x="6330901" y="2934058"/>
                  </a:lnTo>
                  <a:lnTo>
                    <a:pt x="6331756" y="3018859"/>
                  </a:lnTo>
                  <a:lnTo>
                    <a:pt x="6332612" y="3116972"/>
                  </a:lnTo>
                  <a:lnTo>
                    <a:pt x="6333467" y="3116972"/>
                  </a:lnTo>
                  <a:lnTo>
                    <a:pt x="6334323" y="3116972"/>
                  </a:lnTo>
                  <a:lnTo>
                    <a:pt x="6335178" y="3116972"/>
                  </a:lnTo>
                  <a:lnTo>
                    <a:pt x="6336034" y="3116972"/>
                  </a:lnTo>
                  <a:lnTo>
                    <a:pt x="6336889" y="3116972"/>
                  </a:lnTo>
                  <a:lnTo>
                    <a:pt x="6337745" y="3092408"/>
                  </a:lnTo>
                  <a:lnTo>
                    <a:pt x="6338601" y="2903770"/>
                  </a:lnTo>
                  <a:lnTo>
                    <a:pt x="6339456" y="2814528"/>
                  </a:lnTo>
                  <a:lnTo>
                    <a:pt x="6340312" y="2783831"/>
                  </a:lnTo>
                  <a:lnTo>
                    <a:pt x="6341167" y="2722637"/>
                  </a:lnTo>
                  <a:lnTo>
                    <a:pt x="6342023" y="2698123"/>
                  </a:lnTo>
                  <a:lnTo>
                    <a:pt x="6342878" y="2768666"/>
                  </a:lnTo>
                  <a:lnTo>
                    <a:pt x="6343734" y="2872520"/>
                  </a:lnTo>
                  <a:lnTo>
                    <a:pt x="6344589" y="2837962"/>
                  </a:lnTo>
                  <a:lnTo>
                    <a:pt x="6345445" y="2696542"/>
                  </a:lnTo>
                  <a:lnTo>
                    <a:pt x="6346300" y="2729921"/>
                  </a:lnTo>
                  <a:lnTo>
                    <a:pt x="6347156" y="2779853"/>
                  </a:lnTo>
                  <a:lnTo>
                    <a:pt x="6348011" y="2775211"/>
                  </a:lnTo>
                  <a:lnTo>
                    <a:pt x="6348867" y="2756971"/>
                  </a:lnTo>
                  <a:lnTo>
                    <a:pt x="6349722" y="2794056"/>
                  </a:lnTo>
                  <a:lnTo>
                    <a:pt x="6350578" y="2886663"/>
                  </a:lnTo>
                  <a:lnTo>
                    <a:pt x="6351433" y="2933897"/>
                  </a:lnTo>
                  <a:lnTo>
                    <a:pt x="6352289" y="2961589"/>
                  </a:lnTo>
                  <a:lnTo>
                    <a:pt x="6353145" y="2889077"/>
                  </a:lnTo>
                  <a:lnTo>
                    <a:pt x="6354000" y="2869292"/>
                  </a:lnTo>
                  <a:lnTo>
                    <a:pt x="6354856" y="2943634"/>
                  </a:lnTo>
                  <a:lnTo>
                    <a:pt x="6355711" y="2994457"/>
                  </a:lnTo>
                  <a:lnTo>
                    <a:pt x="6356567" y="2905466"/>
                  </a:lnTo>
                  <a:lnTo>
                    <a:pt x="6357422" y="2829235"/>
                  </a:lnTo>
                  <a:lnTo>
                    <a:pt x="6358278" y="2903425"/>
                  </a:lnTo>
                  <a:lnTo>
                    <a:pt x="6359133" y="2966170"/>
                  </a:lnTo>
                  <a:lnTo>
                    <a:pt x="6359989" y="2953495"/>
                  </a:lnTo>
                  <a:lnTo>
                    <a:pt x="6360844" y="2934753"/>
                  </a:lnTo>
                  <a:lnTo>
                    <a:pt x="6361700" y="2978261"/>
                  </a:lnTo>
                  <a:lnTo>
                    <a:pt x="6362555" y="3030309"/>
                  </a:lnTo>
                  <a:lnTo>
                    <a:pt x="6363411" y="3034926"/>
                  </a:lnTo>
                  <a:lnTo>
                    <a:pt x="6364266" y="2988538"/>
                  </a:lnTo>
                  <a:lnTo>
                    <a:pt x="6365122" y="2962964"/>
                  </a:lnTo>
                  <a:lnTo>
                    <a:pt x="6365977" y="2944347"/>
                  </a:lnTo>
                  <a:lnTo>
                    <a:pt x="6366833" y="2932451"/>
                  </a:lnTo>
                  <a:lnTo>
                    <a:pt x="6367688" y="2942644"/>
                  </a:lnTo>
                  <a:lnTo>
                    <a:pt x="6368544" y="2943442"/>
                  </a:lnTo>
                  <a:lnTo>
                    <a:pt x="6369400" y="2980747"/>
                  </a:lnTo>
                  <a:lnTo>
                    <a:pt x="6370255" y="3014659"/>
                  </a:lnTo>
                  <a:lnTo>
                    <a:pt x="6371111" y="3013540"/>
                  </a:lnTo>
                  <a:lnTo>
                    <a:pt x="6371966" y="2989705"/>
                  </a:lnTo>
                  <a:lnTo>
                    <a:pt x="6372822" y="2974059"/>
                  </a:lnTo>
                  <a:lnTo>
                    <a:pt x="6373677" y="2947468"/>
                  </a:lnTo>
                  <a:lnTo>
                    <a:pt x="6374533" y="2894645"/>
                  </a:lnTo>
                  <a:lnTo>
                    <a:pt x="6375388" y="2892846"/>
                  </a:lnTo>
                  <a:lnTo>
                    <a:pt x="6376244" y="2893704"/>
                  </a:lnTo>
                  <a:lnTo>
                    <a:pt x="6377099" y="2933046"/>
                  </a:lnTo>
                  <a:lnTo>
                    <a:pt x="6377955" y="2985477"/>
                  </a:lnTo>
                  <a:lnTo>
                    <a:pt x="6378810" y="3031374"/>
                  </a:lnTo>
                  <a:lnTo>
                    <a:pt x="6379666" y="3080691"/>
                  </a:lnTo>
                  <a:lnTo>
                    <a:pt x="6380521" y="3035643"/>
                  </a:lnTo>
                  <a:lnTo>
                    <a:pt x="6381377" y="2992482"/>
                  </a:lnTo>
                  <a:lnTo>
                    <a:pt x="6382232" y="2909900"/>
                  </a:lnTo>
                  <a:lnTo>
                    <a:pt x="6383088" y="2812383"/>
                  </a:lnTo>
                  <a:lnTo>
                    <a:pt x="6383943" y="2761070"/>
                  </a:lnTo>
                  <a:lnTo>
                    <a:pt x="6384799" y="2604289"/>
                  </a:lnTo>
                  <a:lnTo>
                    <a:pt x="6385655" y="2533207"/>
                  </a:lnTo>
                  <a:lnTo>
                    <a:pt x="6386510" y="2500369"/>
                  </a:lnTo>
                  <a:lnTo>
                    <a:pt x="6387366" y="2485473"/>
                  </a:lnTo>
                  <a:lnTo>
                    <a:pt x="6388221" y="2497403"/>
                  </a:lnTo>
                  <a:lnTo>
                    <a:pt x="6389077" y="2528308"/>
                  </a:lnTo>
                  <a:lnTo>
                    <a:pt x="6389932" y="2688595"/>
                  </a:lnTo>
                  <a:lnTo>
                    <a:pt x="6390788" y="2815131"/>
                  </a:lnTo>
                  <a:lnTo>
                    <a:pt x="6391643" y="2934152"/>
                  </a:lnTo>
                  <a:lnTo>
                    <a:pt x="6392499" y="3068185"/>
                  </a:lnTo>
                  <a:lnTo>
                    <a:pt x="6393354" y="3116972"/>
                  </a:lnTo>
                  <a:lnTo>
                    <a:pt x="6394210" y="3116972"/>
                  </a:lnTo>
                  <a:lnTo>
                    <a:pt x="6395065" y="3116972"/>
                  </a:lnTo>
                  <a:lnTo>
                    <a:pt x="6395921" y="3078098"/>
                  </a:lnTo>
                  <a:lnTo>
                    <a:pt x="6396776" y="3031949"/>
                  </a:lnTo>
                  <a:lnTo>
                    <a:pt x="6397632" y="2900487"/>
                  </a:lnTo>
                  <a:lnTo>
                    <a:pt x="6398487" y="2770290"/>
                  </a:lnTo>
                  <a:lnTo>
                    <a:pt x="6399343" y="2674955"/>
                  </a:lnTo>
                  <a:lnTo>
                    <a:pt x="6400199" y="2611653"/>
                  </a:lnTo>
                  <a:lnTo>
                    <a:pt x="6401054" y="2494599"/>
                  </a:lnTo>
                  <a:lnTo>
                    <a:pt x="6401910" y="2337324"/>
                  </a:lnTo>
                  <a:lnTo>
                    <a:pt x="6402765" y="2399826"/>
                  </a:lnTo>
                  <a:lnTo>
                    <a:pt x="6403621" y="2452536"/>
                  </a:lnTo>
                  <a:lnTo>
                    <a:pt x="6404476" y="2430375"/>
                  </a:lnTo>
                  <a:lnTo>
                    <a:pt x="6405332" y="2407988"/>
                  </a:lnTo>
                  <a:lnTo>
                    <a:pt x="6406187" y="2479506"/>
                  </a:lnTo>
                  <a:lnTo>
                    <a:pt x="6407043" y="2606718"/>
                  </a:lnTo>
                  <a:lnTo>
                    <a:pt x="6407898" y="2587104"/>
                  </a:lnTo>
                  <a:lnTo>
                    <a:pt x="6408754" y="2595955"/>
                  </a:lnTo>
                  <a:lnTo>
                    <a:pt x="6409609" y="2605445"/>
                  </a:lnTo>
                  <a:lnTo>
                    <a:pt x="6410465" y="2623155"/>
                  </a:lnTo>
                  <a:lnTo>
                    <a:pt x="6411320" y="2595791"/>
                  </a:lnTo>
                  <a:lnTo>
                    <a:pt x="6412176" y="2516908"/>
                  </a:lnTo>
                  <a:lnTo>
                    <a:pt x="6413031" y="2456395"/>
                  </a:lnTo>
                  <a:lnTo>
                    <a:pt x="6413887" y="2389741"/>
                  </a:lnTo>
                  <a:lnTo>
                    <a:pt x="6414742" y="2355064"/>
                  </a:lnTo>
                  <a:lnTo>
                    <a:pt x="6415598" y="2405393"/>
                  </a:lnTo>
                  <a:lnTo>
                    <a:pt x="6416454" y="2522157"/>
                  </a:lnTo>
                  <a:lnTo>
                    <a:pt x="6417309" y="2671848"/>
                  </a:lnTo>
                  <a:lnTo>
                    <a:pt x="6418165" y="2780769"/>
                  </a:lnTo>
                  <a:lnTo>
                    <a:pt x="6419020" y="2899411"/>
                  </a:lnTo>
                  <a:lnTo>
                    <a:pt x="6419876" y="3084214"/>
                  </a:lnTo>
                  <a:lnTo>
                    <a:pt x="6420731" y="3116972"/>
                  </a:lnTo>
                  <a:lnTo>
                    <a:pt x="6421587" y="3116972"/>
                  </a:lnTo>
                  <a:lnTo>
                    <a:pt x="6422442" y="3116972"/>
                  </a:lnTo>
                  <a:lnTo>
                    <a:pt x="6423298" y="3116972"/>
                  </a:lnTo>
                  <a:lnTo>
                    <a:pt x="6424153" y="3054316"/>
                  </a:lnTo>
                  <a:lnTo>
                    <a:pt x="6425009" y="2971863"/>
                  </a:lnTo>
                  <a:lnTo>
                    <a:pt x="6425864" y="2922633"/>
                  </a:lnTo>
                  <a:lnTo>
                    <a:pt x="6426720" y="2877281"/>
                  </a:lnTo>
                  <a:lnTo>
                    <a:pt x="6427575" y="2910747"/>
                  </a:lnTo>
                  <a:lnTo>
                    <a:pt x="6428431" y="2902857"/>
                  </a:lnTo>
                  <a:lnTo>
                    <a:pt x="6429286" y="2849211"/>
                  </a:lnTo>
                  <a:lnTo>
                    <a:pt x="6430142" y="2805934"/>
                  </a:lnTo>
                  <a:lnTo>
                    <a:pt x="6430997" y="2732681"/>
                  </a:lnTo>
                  <a:lnTo>
                    <a:pt x="6431853" y="2701718"/>
                  </a:lnTo>
                  <a:lnTo>
                    <a:pt x="6432709" y="2645671"/>
                  </a:lnTo>
                  <a:lnTo>
                    <a:pt x="6433564" y="2687224"/>
                  </a:lnTo>
                  <a:lnTo>
                    <a:pt x="6434420" y="2742522"/>
                  </a:lnTo>
                  <a:lnTo>
                    <a:pt x="6435275" y="2725907"/>
                  </a:lnTo>
                  <a:lnTo>
                    <a:pt x="6436131" y="2793681"/>
                  </a:lnTo>
                  <a:lnTo>
                    <a:pt x="6436986" y="2825847"/>
                  </a:lnTo>
                  <a:lnTo>
                    <a:pt x="6437842" y="2799044"/>
                  </a:lnTo>
                  <a:lnTo>
                    <a:pt x="6438697" y="2722018"/>
                  </a:lnTo>
                  <a:lnTo>
                    <a:pt x="6439553" y="2667165"/>
                  </a:lnTo>
                  <a:lnTo>
                    <a:pt x="6440408" y="2645620"/>
                  </a:lnTo>
                  <a:lnTo>
                    <a:pt x="6441264" y="2589757"/>
                  </a:lnTo>
                  <a:lnTo>
                    <a:pt x="6442119" y="2512706"/>
                  </a:lnTo>
                  <a:lnTo>
                    <a:pt x="6442975" y="2508087"/>
                  </a:lnTo>
                  <a:lnTo>
                    <a:pt x="6443830" y="2549615"/>
                  </a:lnTo>
                  <a:lnTo>
                    <a:pt x="6444686" y="2604413"/>
                  </a:lnTo>
                  <a:lnTo>
                    <a:pt x="6445541" y="2697298"/>
                  </a:lnTo>
                  <a:lnTo>
                    <a:pt x="6446397" y="2799727"/>
                  </a:lnTo>
                  <a:lnTo>
                    <a:pt x="6447252" y="2896908"/>
                  </a:lnTo>
                  <a:lnTo>
                    <a:pt x="6448108" y="2894147"/>
                  </a:lnTo>
                  <a:lnTo>
                    <a:pt x="6448964" y="2841920"/>
                  </a:lnTo>
                  <a:lnTo>
                    <a:pt x="6449819" y="2846207"/>
                  </a:lnTo>
                  <a:lnTo>
                    <a:pt x="6450675" y="2887567"/>
                  </a:lnTo>
                  <a:lnTo>
                    <a:pt x="6451530" y="2895942"/>
                  </a:lnTo>
                  <a:lnTo>
                    <a:pt x="6452386" y="2901823"/>
                  </a:lnTo>
                  <a:lnTo>
                    <a:pt x="6453241" y="2961206"/>
                  </a:lnTo>
                  <a:lnTo>
                    <a:pt x="6454097" y="3065920"/>
                  </a:lnTo>
                  <a:lnTo>
                    <a:pt x="6454952" y="3116972"/>
                  </a:lnTo>
                  <a:lnTo>
                    <a:pt x="6455808" y="3090252"/>
                  </a:lnTo>
                  <a:lnTo>
                    <a:pt x="6456663" y="3032305"/>
                  </a:lnTo>
                  <a:lnTo>
                    <a:pt x="6457519" y="3031510"/>
                  </a:lnTo>
                  <a:lnTo>
                    <a:pt x="6458374" y="3031511"/>
                  </a:lnTo>
                  <a:lnTo>
                    <a:pt x="6459230" y="3017975"/>
                  </a:lnTo>
                  <a:lnTo>
                    <a:pt x="6460085" y="2886632"/>
                  </a:lnTo>
                  <a:lnTo>
                    <a:pt x="6460941" y="2775142"/>
                  </a:lnTo>
                  <a:lnTo>
                    <a:pt x="6461796" y="2763280"/>
                  </a:lnTo>
                  <a:lnTo>
                    <a:pt x="6462652" y="2749371"/>
                  </a:lnTo>
                  <a:lnTo>
                    <a:pt x="6463508" y="2752513"/>
                  </a:lnTo>
                  <a:lnTo>
                    <a:pt x="6464363" y="2795454"/>
                  </a:lnTo>
                  <a:lnTo>
                    <a:pt x="6465219" y="2917553"/>
                  </a:lnTo>
                  <a:lnTo>
                    <a:pt x="6466074" y="3014414"/>
                  </a:lnTo>
                  <a:lnTo>
                    <a:pt x="6466930" y="3030596"/>
                  </a:lnTo>
                  <a:lnTo>
                    <a:pt x="6467785" y="3034118"/>
                  </a:lnTo>
                  <a:lnTo>
                    <a:pt x="6468641" y="3030976"/>
                  </a:lnTo>
                  <a:lnTo>
                    <a:pt x="6469496" y="2998780"/>
                  </a:lnTo>
                  <a:lnTo>
                    <a:pt x="6470352" y="2923659"/>
                  </a:lnTo>
                  <a:lnTo>
                    <a:pt x="6471207" y="2871033"/>
                  </a:lnTo>
                  <a:lnTo>
                    <a:pt x="6472063" y="2836541"/>
                  </a:lnTo>
                  <a:lnTo>
                    <a:pt x="6472918" y="2820434"/>
                  </a:lnTo>
                  <a:lnTo>
                    <a:pt x="6473774" y="2820436"/>
                  </a:lnTo>
                  <a:lnTo>
                    <a:pt x="6474629" y="2820437"/>
                  </a:lnTo>
                  <a:lnTo>
                    <a:pt x="6475485" y="2827282"/>
                  </a:lnTo>
                  <a:lnTo>
                    <a:pt x="6476340" y="2841077"/>
                  </a:lnTo>
                  <a:lnTo>
                    <a:pt x="6477196" y="2877923"/>
                  </a:lnTo>
                  <a:lnTo>
                    <a:pt x="6478051" y="2894472"/>
                  </a:lnTo>
                  <a:lnTo>
                    <a:pt x="6478907" y="2894473"/>
                  </a:lnTo>
                  <a:lnTo>
                    <a:pt x="6479763" y="2893593"/>
                  </a:lnTo>
                  <a:lnTo>
                    <a:pt x="6480618" y="2880992"/>
                  </a:lnTo>
                  <a:lnTo>
                    <a:pt x="6481474" y="2948163"/>
                  </a:lnTo>
                  <a:lnTo>
                    <a:pt x="6482329" y="3016755"/>
                  </a:lnTo>
                  <a:lnTo>
                    <a:pt x="6483185" y="3004821"/>
                  </a:lnTo>
                  <a:lnTo>
                    <a:pt x="6484040" y="2892428"/>
                  </a:lnTo>
                  <a:lnTo>
                    <a:pt x="6484896" y="2811744"/>
                  </a:lnTo>
                  <a:lnTo>
                    <a:pt x="6485751" y="2846484"/>
                  </a:lnTo>
                  <a:lnTo>
                    <a:pt x="6486607" y="2856667"/>
                  </a:lnTo>
                  <a:lnTo>
                    <a:pt x="6487462" y="2830969"/>
                  </a:lnTo>
                  <a:lnTo>
                    <a:pt x="6488318" y="2875659"/>
                  </a:lnTo>
                  <a:lnTo>
                    <a:pt x="6489173" y="3035702"/>
                  </a:lnTo>
                  <a:lnTo>
                    <a:pt x="6490029" y="3116972"/>
                  </a:lnTo>
                  <a:lnTo>
                    <a:pt x="6490884" y="3116972"/>
                  </a:lnTo>
                  <a:lnTo>
                    <a:pt x="6491740" y="3116972"/>
                  </a:lnTo>
                  <a:lnTo>
                    <a:pt x="6492595" y="3116972"/>
                  </a:lnTo>
                  <a:lnTo>
                    <a:pt x="6493451" y="3090159"/>
                  </a:lnTo>
                  <a:lnTo>
                    <a:pt x="6494306" y="2982285"/>
                  </a:lnTo>
                  <a:lnTo>
                    <a:pt x="6495162" y="2912130"/>
                  </a:lnTo>
                  <a:lnTo>
                    <a:pt x="6496018" y="2932074"/>
                  </a:lnTo>
                  <a:lnTo>
                    <a:pt x="6496873" y="3043363"/>
                  </a:lnTo>
                  <a:lnTo>
                    <a:pt x="6497729" y="3116972"/>
                  </a:lnTo>
                  <a:lnTo>
                    <a:pt x="6498584" y="3116972"/>
                  </a:lnTo>
                  <a:lnTo>
                    <a:pt x="6499440" y="3116972"/>
                  </a:lnTo>
                  <a:lnTo>
                    <a:pt x="6500295" y="3116972"/>
                  </a:lnTo>
                  <a:lnTo>
                    <a:pt x="6501151" y="3000504"/>
                  </a:lnTo>
                  <a:lnTo>
                    <a:pt x="6502006" y="2786878"/>
                  </a:lnTo>
                  <a:lnTo>
                    <a:pt x="6502862" y="2663706"/>
                  </a:lnTo>
                  <a:lnTo>
                    <a:pt x="6503717" y="2656931"/>
                  </a:lnTo>
                  <a:lnTo>
                    <a:pt x="6504573" y="2665008"/>
                  </a:lnTo>
                  <a:lnTo>
                    <a:pt x="6505428" y="2709241"/>
                  </a:lnTo>
                  <a:lnTo>
                    <a:pt x="6506284" y="2758090"/>
                  </a:lnTo>
                  <a:lnTo>
                    <a:pt x="6507139" y="2775441"/>
                  </a:lnTo>
                  <a:lnTo>
                    <a:pt x="6507995" y="2799878"/>
                  </a:lnTo>
                  <a:lnTo>
                    <a:pt x="6508850" y="2753671"/>
                  </a:lnTo>
                  <a:lnTo>
                    <a:pt x="6509706" y="2706830"/>
                  </a:lnTo>
                  <a:lnTo>
                    <a:pt x="6510562" y="2643469"/>
                  </a:lnTo>
                  <a:lnTo>
                    <a:pt x="6511417" y="2610404"/>
                  </a:lnTo>
                  <a:lnTo>
                    <a:pt x="6512273" y="2705923"/>
                  </a:lnTo>
                  <a:lnTo>
                    <a:pt x="6513128" y="2710660"/>
                  </a:lnTo>
                  <a:lnTo>
                    <a:pt x="6513984" y="2684341"/>
                  </a:lnTo>
                  <a:lnTo>
                    <a:pt x="6514839" y="2739459"/>
                  </a:lnTo>
                  <a:lnTo>
                    <a:pt x="6515695" y="2784508"/>
                  </a:lnTo>
                  <a:lnTo>
                    <a:pt x="6516550" y="2764158"/>
                  </a:lnTo>
                  <a:lnTo>
                    <a:pt x="6517406" y="2723778"/>
                  </a:lnTo>
                  <a:lnTo>
                    <a:pt x="6518261" y="2731614"/>
                  </a:lnTo>
                  <a:lnTo>
                    <a:pt x="6519117" y="2876066"/>
                  </a:lnTo>
                  <a:lnTo>
                    <a:pt x="6519972" y="2982829"/>
                  </a:lnTo>
                  <a:lnTo>
                    <a:pt x="6520828" y="3061681"/>
                  </a:lnTo>
                  <a:lnTo>
                    <a:pt x="6521683" y="3116972"/>
                  </a:lnTo>
                  <a:lnTo>
                    <a:pt x="6522539" y="3116972"/>
                  </a:lnTo>
                  <a:lnTo>
                    <a:pt x="6523394" y="3062476"/>
                  </a:lnTo>
                  <a:lnTo>
                    <a:pt x="6524250" y="2980066"/>
                  </a:lnTo>
                  <a:lnTo>
                    <a:pt x="6525105" y="2936918"/>
                  </a:lnTo>
                  <a:lnTo>
                    <a:pt x="6525961" y="2904899"/>
                  </a:lnTo>
                  <a:lnTo>
                    <a:pt x="6526817" y="2859774"/>
                  </a:lnTo>
                  <a:lnTo>
                    <a:pt x="6527672" y="2848578"/>
                  </a:lnTo>
                  <a:lnTo>
                    <a:pt x="6528528" y="2851895"/>
                  </a:lnTo>
                  <a:lnTo>
                    <a:pt x="6529383" y="2825164"/>
                  </a:lnTo>
                  <a:lnTo>
                    <a:pt x="6530239" y="2718313"/>
                  </a:lnTo>
                  <a:lnTo>
                    <a:pt x="6531094" y="2568940"/>
                  </a:lnTo>
                  <a:lnTo>
                    <a:pt x="6531950" y="2516613"/>
                  </a:lnTo>
                  <a:lnTo>
                    <a:pt x="6532805" y="2514828"/>
                  </a:lnTo>
                  <a:lnTo>
                    <a:pt x="6533661" y="2535444"/>
                  </a:lnTo>
                  <a:lnTo>
                    <a:pt x="6534516" y="2525368"/>
                  </a:lnTo>
                  <a:lnTo>
                    <a:pt x="6535372" y="2548485"/>
                  </a:lnTo>
                  <a:lnTo>
                    <a:pt x="6536227" y="2622902"/>
                  </a:lnTo>
                  <a:lnTo>
                    <a:pt x="6537083" y="2625371"/>
                  </a:lnTo>
                  <a:lnTo>
                    <a:pt x="6537938" y="2589902"/>
                  </a:lnTo>
                  <a:lnTo>
                    <a:pt x="6538794" y="2527102"/>
                  </a:lnTo>
                  <a:lnTo>
                    <a:pt x="6539649" y="2430146"/>
                  </a:lnTo>
                  <a:lnTo>
                    <a:pt x="6540505" y="2402177"/>
                  </a:lnTo>
                  <a:lnTo>
                    <a:pt x="6541360" y="2504864"/>
                  </a:lnTo>
                  <a:lnTo>
                    <a:pt x="6542216" y="2585853"/>
                  </a:lnTo>
                  <a:lnTo>
                    <a:pt x="6543072" y="2558762"/>
                  </a:lnTo>
                  <a:lnTo>
                    <a:pt x="6543927" y="2520571"/>
                  </a:lnTo>
                  <a:lnTo>
                    <a:pt x="6544783" y="2496347"/>
                  </a:lnTo>
                  <a:lnTo>
                    <a:pt x="6545638" y="2491720"/>
                  </a:lnTo>
                  <a:lnTo>
                    <a:pt x="6546494" y="2375399"/>
                  </a:lnTo>
                  <a:lnTo>
                    <a:pt x="6547349" y="2212418"/>
                  </a:lnTo>
                  <a:lnTo>
                    <a:pt x="6548205" y="2205956"/>
                  </a:lnTo>
                  <a:lnTo>
                    <a:pt x="6549060" y="2233513"/>
                  </a:lnTo>
                  <a:lnTo>
                    <a:pt x="6549916" y="2311212"/>
                  </a:lnTo>
                  <a:lnTo>
                    <a:pt x="6550771" y="2352138"/>
                  </a:lnTo>
                  <a:lnTo>
                    <a:pt x="6551627" y="2295204"/>
                  </a:lnTo>
                  <a:lnTo>
                    <a:pt x="6552482" y="2309804"/>
                  </a:lnTo>
                  <a:lnTo>
                    <a:pt x="6553338" y="2346251"/>
                  </a:lnTo>
                  <a:lnTo>
                    <a:pt x="6554193" y="2309492"/>
                  </a:lnTo>
                  <a:lnTo>
                    <a:pt x="6555049" y="2284218"/>
                  </a:lnTo>
                  <a:lnTo>
                    <a:pt x="6555904" y="2334851"/>
                  </a:lnTo>
                  <a:lnTo>
                    <a:pt x="6556760" y="2480378"/>
                  </a:lnTo>
                  <a:lnTo>
                    <a:pt x="6557616" y="2638123"/>
                  </a:lnTo>
                  <a:lnTo>
                    <a:pt x="6558471" y="2738834"/>
                  </a:lnTo>
                  <a:lnTo>
                    <a:pt x="6559327" y="2900851"/>
                  </a:lnTo>
                  <a:lnTo>
                    <a:pt x="6560182" y="3037558"/>
                  </a:lnTo>
                  <a:lnTo>
                    <a:pt x="6561038" y="3062328"/>
                  </a:lnTo>
                  <a:lnTo>
                    <a:pt x="6561893" y="3062328"/>
                  </a:lnTo>
                  <a:lnTo>
                    <a:pt x="6562749" y="3062328"/>
                  </a:lnTo>
                  <a:lnTo>
                    <a:pt x="6563604" y="3062328"/>
                  </a:lnTo>
                  <a:lnTo>
                    <a:pt x="6564460" y="3062328"/>
                  </a:lnTo>
                  <a:lnTo>
                    <a:pt x="6565315" y="3062328"/>
                  </a:lnTo>
                  <a:lnTo>
                    <a:pt x="6566171" y="3062328"/>
                  </a:lnTo>
                  <a:lnTo>
                    <a:pt x="6567026" y="3062328"/>
                  </a:lnTo>
                  <a:lnTo>
                    <a:pt x="6567882" y="3062328"/>
                  </a:lnTo>
                  <a:lnTo>
                    <a:pt x="6568737" y="3062328"/>
                  </a:lnTo>
                  <a:lnTo>
                    <a:pt x="6569593" y="3062328"/>
                  </a:lnTo>
                  <a:lnTo>
                    <a:pt x="6570448" y="3062328"/>
                  </a:lnTo>
                  <a:lnTo>
                    <a:pt x="6571304" y="3062328"/>
                  </a:lnTo>
                  <a:lnTo>
                    <a:pt x="6572159" y="3062328"/>
                  </a:lnTo>
                  <a:lnTo>
                    <a:pt x="6573015" y="3062328"/>
                  </a:lnTo>
                  <a:lnTo>
                    <a:pt x="6573871" y="3062328"/>
                  </a:lnTo>
                  <a:lnTo>
                    <a:pt x="6574726" y="3062328"/>
                  </a:lnTo>
                  <a:lnTo>
                    <a:pt x="6575582" y="3062328"/>
                  </a:lnTo>
                  <a:lnTo>
                    <a:pt x="6576437" y="3062328"/>
                  </a:lnTo>
                  <a:lnTo>
                    <a:pt x="6577293" y="3062328"/>
                  </a:lnTo>
                  <a:lnTo>
                    <a:pt x="6578148" y="3062328"/>
                  </a:lnTo>
                  <a:lnTo>
                    <a:pt x="6579004" y="3062328"/>
                  </a:lnTo>
                  <a:lnTo>
                    <a:pt x="6579859" y="3062328"/>
                  </a:lnTo>
                  <a:lnTo>
                    <a:pt x="6580715" y="3062328"/>
                  </a:lnTo>
                  <a:lnTo>
                    <a:pt x="6581570" y="3062328"/>
                  </a:lnTo>
                  <a:lnTo>
                    <a:pt x="6582426" y="3062328"/>
                  </a:lnTo>
                  <a:lnTo>
                    <a:pt x="6583281" y="3062328"/>
                  </a:lnTo>
                  <a:lnTo>
                    <a:pt x="6584137" y="3062328"/>
                  </a:lnTo>
                  <a:lnTo>
                    <a:pt x="6584992" y="3062328"/>
                  </a:lnTo>
                  <a:lnTo>
                    <a:pt x="6585848" y="3062328"/>
                  </a:lnTo>
                  <a:lnTo>
                    <a:pt x="6586703" y="3062328"/>
                  </a:lnTo>
                  <a:lnTo>
                    <a:pt x="6587559" y="3062328"/>
                  </a:lnTo>
                  <a:lnTo>
                    <a:pt x="6588414" y="3062328"/>
                  </a:lnTo>
                  <a:lnTo>
                    <a:pt x="6589270" y="3062328"/>
                  </a:lnTo>
                  <a:lnTo>
                    <a:pt x="6590126" y="3062328"/>
                  </a:lnTo>
                  <a:lnTo>
                    <a:pt x="6590981" y="3062328"/>
                  </a:lnTo>
                  <a:lnTo>
                    <a:pt x="6591837" y="3062328"/>
                  </a:lnTo>
                  <a:lnTo>
                    <a:pt x="6592692" y="3061456"/>
                  </a:lnTo>
                  <a:lnTo>
                    <a:pt x="6593548" y="3038798"/>
                  </a:lnTo>
                  <a:lnTo>
                    <a:pt x="6594403" y="3070353"/>
                  </a:lnTo>
                  <a:lnTo>
                    <a:pt x="6595259" y="3116972"/>
                  </a:lnTo>
                  <a:lnTo>
                    <a:pt x="6596114" y="3116972"/>
                  </a:lnTo>
                  <a:lnTo>
                    <a:pt x="6596970" y="3115217"/>
                  </a:lnTo>
                  <a:lnTo>
                    <a:pt x="6597825" y="3065126"/>
                  </a:lnTo>
                  <a:lnTo>
                    <a:pt x="6598681" y="3091236"/>
                  </a:lnTo>
                  <a:lnTo>
                    <a:pt x="6599536" y="3116972"/>
                  </a:lnTo>
                  <a:lnTo>
                    <a:pt x="6600392" y="3116972"/>
                  </a:lnTo>
                  <a:lnTo>
                    <a:pt x="6601247" y="3113394"/>
                  </a:lnTo>
                  <a:lnTo>
                    <a:pt x="6602103" y="3085248"/>
                  </a:lnTo>
                  <a:lnTo>
                    <a:pt x="6602958" y="3116972"/>
                  </a:lnTo>
                  <a:lnTo>
                    <a:pt x="6603814" y="3116972"/>
                  </a:lnTo>
                  <a:lnTo>
                    <a:pt x="6604670" y="3092386"/>
                  </a:lnTo>
                  <a:lnTo>
                    <a:pt x="6605525" y="3046316"/>
                  </a:lnTo>
                  <a:lnTo>
                    <a:pt x="6606381" y="2983806"/>
                  </a:lnTo>
                  <a:lnTo>
                    <a:pt x="6607236" y="3000803"/>
                  </a:lnTo>
                  <a:lnTo>
                    <a:pt x="6608092" y="3028550"/>
                  </a:lnTo>
                  <a:lnTo>
                    <a:pt x="6608947" y="3017298"/>
                  </a:lnTo>
                  <a:lnTo>
                    <a:pt x="6609803" y="2992585"/>
                  </a:lnTo>
                  <a:lnTo>
                    <a:pt x="6610658" y="2992698"/>
                  </a:lnTo>
                  <a:lnTo>
                    <a:pt x="6611514" y="3027076"/>
                  </a:lnTo>
                  <a:lnTo>
                    <a:pt x="6612369" y="2998100"/>
                  </a:lnTo>
                  <a:lnTo>
                    <a:pt x="6613225" y="2968800"/>
                  </a:lnTo>
                  <a:lnTo>
                    <a:pt x="6614080" y="2963067"/>
                  </a:lnTo>
                  <a:lnTo>
                    <a:pt x="6614936" y="2936205"/>
                  </a:lnTo>
                  <a:lnTo>
                    <a:pt x="6615791" y="2897328"/>
                  </a:lnTo>
                  <a:lnTo>
                    <a:pt x="6616647" y="2884348"/>
                  </a:lnTo>
                  <a:lnTo>
                    <a:pt x="6617502" y="2849494"/>
                  </a:lnTo>
                  <a:lnTo>
                    <a:pt x="6618358" y="2801043"/>
                  </a:lnTo>
                  <a:lnTo>
                    <a:pt x="6619213" y="2707972"/>
                  </a:lnTo>
                  <a:lnTo>
                    <a:pt x="6620069" y="2642193"/>
                  </a:lnTo>
                  <a:lnTo>
                    <a:pt x="6620925" y="2666679"/>
                  </a:lnTo>
                  <a:lnTo>
                    <a:pt x="6621780" y="2727250"/>
                  </a:lnTo>
                  <a:lnTo>
                    <a:pt x="6622636" y="2836981"/>
                  </a:lnTo>
                  <a:lnTo>
                    <a:pt x="6623491" y="2915064"/>
                  </a:lnTo>
                  <a:lnTo>
                    <a:pt x="6624347" y="3016065"/>
                  </a:lnTo>
                  <a:lnTo>
                    <a:pt x="6625202" y="3084675"/>
                  </a:lnTo>
                  <a:lnTo>
                    <a:pt x="6626058" y="3049679"/>
                  </a:lnTo>
                  <a:lnTo>
                    <a:pt x="6626913" y="3046935"/>
                  </a:lnTo>
                  <a:lnTo>
                    <a:pt x="6627769" y="3015835"/>
                  </a:lnTo>
                  <a:lnTo>
                    <a:pt x="6628624" y="2986202"/>
                  </a:lnTo>
                  <a:lnTo>
                    <a:pt x="6629480" y="3015320"/>
                  </a:lnTo>
                  <a:lnTo>
                    <a:pt x="6630335" y="3069982"/>
                  </a:lnTo>
                  <a:lnTo>
                    <a:pt x="6631191" y="3116972"/>
                  </a:lnTo>
                  <a:lnTo>
                    <a:pt x="6632046" y="3116904"/>
                  </a:lnTo>
                  <a:lnTo>
                    <a:pt x="6632902" y="3116906"/>
                  </a:lnTo>
                  <a:lnTo>
                    <a:pt x="6633757" y="3116906"/>
                  </a:lnTo>
                  <a:lnTo>
                    <a:pt x="6634613" y="3116972"/>
                  </a:lnTo>
                  <a:lnTo>
                    <a:pt x="6635468" y="3116972"/>
                  </a:lnTo>
                  <a:lnTo>
                    <a:pt x="6636324" y="3099278"/>
                  </a:lnTo>
                  <a:lnTo>
                    <a:pt x="6637180" y="3075906"/>
                  </a:lnTo>
                  <a:lnTo>
                    <a:pt x="6638035" y="3075907"/>
                  </a:lnTo>
                  <a:lnTo>
                    <a:pt x="6638891" y="3075907"/>
                  </a:lnTo>
                  <a:lnTo>
                    <a:pt x="6639746" y="3059853"/>
                  </a:lnTo>
                  <a:lnTo>
                    <a:pt x="6640602" y="3046722"/>
                  </a:lnTo>
                  <a:lnTo>
                    <a:pt x="6641457" y="3098144"/>
                  </a:lnTo>
                  <a:lnTo>
                    <a:pt x="6642313" y="3116972"/>
                  </a:lnTo>
                  <a:lnTo>
                    <a:pt x="6643168" y="3116972"/>
                  </a:lnTo>
                  <a:lnTo>
                    <a:pt x="6644024" y="3116456"/>
                  </a:lnTo>
                  <a:lnTo>
                    <a:pt x="6644879" y="3002457"/>
                  </a:lnTo>
                  <a:lnTo>
                    <a:pt x="6645735" y="2844495"/>
                  </a:lnTo>
                  <a:lnTo>
                    <a:pt x="6646590" y="2717066"/>
                  </a:lnTo>
                  <a:lnTo>
                    <a:pt x="6647446" y="2612916"/>
                  </a:lnTo>
                  <a:lnTo>
                    <a:pt x="6648301" y="2534918"/>
                  </a:lnTo>
                  <a:lnTo>
                    <a:pt x="6649157" y="2486406"/>
                  </a:lnTo>
                  <a:lnTo>
                    <a:pt x="6650012" y="2517705"/>
                  </a:lnTo>
                  <a:lnTo>
                    <a:pt x="6650868" y="2630947"/>
                  </a:lnTo>
                  <a:lnTo>
                    <a:pt x="6651723" y="2744631"/>
                  </a:lnTo>
                  <a:lnTo>
                    <a:pt x="6652579" y="2850195"/>
                  </a:lnTo>
                  <a:lnTo>
                    <a:pt x="6653435" y="2928192"/>
                  </a:lnTo>
                  <a:lnTo>
                    <a:pt x="6654290" y="2980355"/>
                  </a:lnTo>
                  <a:lnTo>
                    <a:pt x="6655146" y="3045714"/>
                  </a:lnTo>
                  <a:lnTo>
                    <a:pt x="6656001" y="3062328"/>
                  </a:lnTo>
                  <a:lnTo>
                    <a:pt x="6656857" y="3062328"/>
                  </a:lnTo>
                  <a:lnTo>
                    <a:pt x="6657712" y="3062328"/>
                  </a:lnTo>
                  <a:lnTo>
                    <a:pt x="6658568" y="3062328"/>
                  </a:lnTo>
                  <a:lnTo>
                    <a:pt x="6659423" y="3062328"/>
                  </a:lnTo>
                  <a:lnTo>
                    <a:pt x="6660279" y="3062328"/>
                  </a:lnTo>
                  <a:lnTo>
                    <a:pt x="6661134" y="3062328"/>
                  </a:lnTo>
                  <a:lnTo>
                    <a:pt x="6661990" y="3062328"/>
                  </a:lnTo>
                  <a:lnTo>
                    <a:pt x="6662845" y="3062328"/>
                  </a:lnTo>
                  <a:lnTo>
                    <a:pt x="6663701" y="3030333"/>
                  </a:lnTo>
                  <a:lnTo>
                    <a:pt x="6664556" y="2977555"/>
                  </a:lnTo>
                  <a:lnTo>
                    <a:pt x="6665412" y="2958043"/>
                  </a:lnTo>
                  <a:lnTo>
                    <a:pt x="6666267" y="2974937"/>
                  </a:lnTo>
                  <a:lnTo>
                    <a:pt x="6667123" y="3035231"/>
                  </a:lnTo>
                  <a:lnTo>
                    <a:pt x="6667979" y="3021124"/>
                  </a:lnTo>
                  <a:lnTo>
                    <a:pt x="6668834" y="2985730"/>
                  </a:lnTo>
                  <a:lnTo>
                    <a:pt x="6669690" y="2993458"/>
                  </a:lnTo>
                  <a:lnTo>
                    <a:pt x="6670545" y="2998512"/>
                  </a:lnTo>
                  <a:lnTo>
                    <a:pt x="6671401" y="2981618"/>
                  </a:lnTo>
                  <a:lnTo>
                    <a:pt x="6672256" y="2921324"/>
                  </a:lnTo>
                  <a:lnTo>
                    <a:pt x="6673112" y="2921280"/>
                  </a:lnTo>
                  <a:lnTo>
                    <a:pt x="6673967" y="2928463"/>
                  </a:lnTo>
                  <a:lnTo>
                    <a:pt x="6674823" y="2855284"/>
                  </a:lnTo>
                  <a:lnTo>
                    <a:pt x="6675678" y="2775898"/>
                  </a:lnTo>
                  <a:lnTo>
                    <a:pt x="6676534" y="2728865"/>
                  </a:lnTo>
                  <a:lnTo>
                    <a:pt x="6677389" y="2687115"/>
                  </a:lnTo>
                  <a:lnTo>
                    <a:pt x="6678245" y="2692520"/>
                  </a:lnTo>
                  <a:lnTo>
                    <a:pt x="6679100" y="2722798"/>
                  </a:lnTo>
                  <a:lnTo>
                    <a:pt x="6679956" y="2753326"/>
                  </a:lnTo>
                  <a:lnTo>
                    <a:pt x="6680811" y="2746452"/>
                  </a:lnTo>
                  <a:lnTo>
                    <a:pt x="6681667" y="2727156"/>
                  </a:lnTo>
                  <a:lnTo>
                    <a:pt x="6682522" y="2717435"/>
                  </a:lnTo>
                  <a:lnTo>
                    <a:pt x="6683378" y="2681437"/>
                  </a:lnTo>
                  <a:lnTo>
                    <a:pt x="6684234" y="2684942"/>
                  </a:lnTo>
                  <a:lnTo>
                    <a:pt x="6685089" y="2765209"/>
                  </a:lnTo>
                  <a:lnTo>
                    <a:pt x="6685945" y="2837639"/>
                  </a:lnTo>
                  <a:lnTo>
                    <a:pt x="6686800" y="2812336"/>
                  </a:lnTo>
                  <a:lnTo>
                    <a:pt x="6687656" y="2750321"/>
                  </a:lnTo>
                  <a:lnTo>
                    <a:pt x="6688511" y="2767915"/>
                  </a:lnTo>
                  <a:lnTo>
                    <a:pt x="6689367" y="2725307"/>
                  </a:lnTo>
                  <a:lnTo>
                    <a:pt x="6690222" y="2665708"/>
                  </a:lnTo>
                  <a:lnTo>
                    <a:pt x="6691078" y="2609239"/>
                  </a:lnTo>
                  <a:lnTo>
                    <a:pt x="6691933" y="2665974"/>
                  </a:lnTo>
                  <a:lnTo>
                    <a:pt x="6692789" y="2788823"/>
                  </a:lnTo>
                  <a:lnTo>
                    <a:pt x="6693644" y="2849372"/>
                  </a:lnTo>
                  <a:lnTo>
                    <a:pt x="6694500" y="2930294"/>
                  </a:lnTo>
                  <a:lnTo>
                    <a:pt x="6695355" y="2990507"/>
                  </a:lnTo>
                  <a:lnTo>
                    <a:pt x="6696211" y="3034457"/>
                  </a:lnTo>
                  <a:lnTo>
                    <a:pt x="6697066" y="3032049"/>
                  </a:lnTo>
                  <a:lnTo>
                    <a:pt x="6697922" y="3039122"/>
                  </a:lnTo>
                  <a:lnTo>
                    <a:pt x="6698777" y="2997674"/>
                  </a:lnTo>
                  <a:lnTo>
                    <a:pt x="6699633" y="2928427"/>
                  </a:lnTo>
                  <a:lnTo>
                    <a:pt x="6700489" y="2831763"/>
                  </a:lnTo>
                  <a:lnTo>
                    <a:pt x="6701344" y="2789240"/>
                  </a:lnTo>
                  <a:lnTo>
                    <a:pt x="6702200" y="2801142"/>
                  </a:lnTo>
                  <a:lnTo>
                    <a:pt x="6703055" y="2782341"/>
                  </a:lnTo>
                  <a:lnTo>
                    <a:pt x="6703911" y="2783156"/>
                  </a:lnTo>
                  <a:lnTo>
                    <a:pt x="6704766" y="2740601"/>
                  </a:lnTo>
                  <a:lnTo>
                    <a:pt x="6705622" y="2748376"/>
                  </a:lnTo>
                  <a:lnTo>
                    <a:pt x="6706477" y="2861749"/>
                  </a:lnTo>
                  <a:lnTo>
                    <a:pt x="6707333" y="2909515"/>
                  </a:lnTo>
                  <a:lnTo>
                    <a:pt x="6708188" y="2873635"/>
                  </a:lnTo>
                  <a:lnTo>
                    <a:pt x="6709044" y="2855294"/>
                  </a:lnTo>
                  <a:lnTo>
                    <a:pt x="6709899" y="2954533"/>
                  </a:lnTo>
                  <a:lnTo>
                    <a:pt x="6710755" y="3020396"/>
                  </a:lnTo>
                  <a:lnTo>
                    <a:pt x="6711610" y="2921127"/>
                  </a:lnTo>
                  <a:lnTo>
                    <a:pt x="6712466" y="2806414"/>
                  </a:lnTo>
                  <a:lnTo>
                    <a:pt x="6713321" y="2753254"/>
                  </a:lnTo>
                  <a:lnTo>
                    <a:pt x="6714177" y="2760281"/>
                  </a:lnTo>
                  <a:lnTo>
                    <a:pt x="6715033" y="2703397"/>
                  </a:lnTo>
                  <a:lnTo>
                    <a:pt x="6715888" y="2684384"/>
                  </a:lnTo>
                  <a:lnTo>
                    <a:pt x="6716744" y="2730044"/>
                  </a:lnTo>
                  <a:lnTo>
                    <a:pt x="6717599" y="2772155"/>
                  </a:lnTo>
                  <a:lnTo>
                    <a:pt x="6718455" y="2768985"/>
                  </a:lnTo>
                  <a:lnTo>
                    <a:pt x="6719310" y="2745287"/>
                  </a:lnTo>
                  <a:lnTo>
                    <a:pt x="6720166" y="2800596"/>
                  </a:lnTo>
                  <a:lnTo>
                    <a:pt x="6721021" y="2846308"/>
                  </a:lnTo>
                  <a:lnTo>
                    <a:pt x="6721877" y="2875091"/>
                  </a:lnTo>
                  <a:lnTo>
                    <a:pt x="6722732" y="2925329"/>
                  </a:lnTo>
                  <a:lnTo>
                    <a:pt x="6723588" y="3068638"/>
                  </a:lnTo>
                  <a:lnTo>
                    <a:pt x="6724443" y="3116972"/>
                  </a:lnTo>
                  <a:lnTo>
                    <a:pt x="6725299" y="3116972"/>
                  </a:lnTo>
                  <a:lnTo>
                    <a:pt x="6726154" y="3092603"/>
                  </a:lnTo>
                  <a:lnTo>
                    <a:pt x="6727010" y="3048629"/>
                  </a:lnTo>
                  <a:lnTo>
                    <a:pt x="6727865" y="2942131"/>
                  </a:lnTo>
                  <a:lnTo>
                    <a:pt x="6728721" y="2835556"/>
                  </a:lnTo>
                  <a:lnTo>
                    <a:pt x="6729576" y="2725199"/>
                  </a:lnTo>
                  <a:lnTo>
                    <a:pt x="6730432" y="2629981"/>
                  </a:lnTo>
                  <a:lnTo>
                    <a:pt x="6731288" y="2617379"/>
                  </a:lnTo>
                  <a:lnTo>
                    <a:pt x="6732143" y="2587869"/>
                  </a:lnTo>
                  <a:lnTo>
                    <a:pt x="6732999" y="2657596"/>
                  </a:lnTo>
                  <a:lnTo>
                    <a:pt x="6733854" y="2706753"/>
                  </a:lnTo>
                  <a:lnTo>
                    <a:pt x="6734710" y="2758348"/>
                  </a:lnTo>
                  <a:lnTo>
                    <a:pt x="6735565" y="2864476"/>
                  </a:lnTo>
                  <a:lnTo>
                    <a:pt x="6736421" y="2919343"/>
                  </a:lnTo>
                  <a:lnTo>
                    <a:pt x="6737276" y="2989159"/>
                  </a:lnTo>
                  <a:lnTo>
                    <a:pt x="6738132" y="2992182"/>
                  </a:lnTo>
                  <a:lnTo>
                    <a:pt x="6738987" y="2930945"/>
                  </a:lnTo>
                  <a:lnTo>
                    <a:pt x="6739843" y="2881684"/>
                  </a:lnTo>
                  <a:lnTo>
                    <a:pt x="6740698" y="2832569"/>
                  </a:lnTo>
                  <a:lnTo>
                    <a:pt x="6741554" y="2784285"/>
                  </a:lnTo>
                  <a:lnTo>
                    <a:pt x="6742409" y="2729486"/>
                  </a:lnTo>
                  <a:lnTo>
                    <a:pt x="6743265" y="2712135"/>
                  </a:lnTo>
                  <a:lnTo>
                    <a:pt x="6744120" y="2713996"/>
                  </a:lnTo>
                  <a:lnTo>
                    <a:pt x="6744976" y="2700015"/>
                  </a:lnTo>
                  <a:lnTo>
                    <a:pt x="6745831" y="2682703"/>
                  </a:lnTo>
                  <a:lnTo>
                    <a:pt x="6746687" y="2633971"/>
                  </a:lnTo>
                  <a:lnTo>
                    <a:pt x="6747543" y="2624124"/>
                  </a:lnTo>
                  <a:lnTo>
                    <a:pt x="6748398" y="2628784"/>
                  </a:lnTo>
                  <a:lnTo>
                    <a:pt x="6749254" y="2607891"/>
                  </a:lnTo>
                  <a:lnTo>
                    <a:pt x="6750109" y="2532904"/>
                  </a:lnTo>
                  <a:lnTo>
                    <a:pt x="6750965" y="2457259"/>
                  </a:lnTo>
                  <a:lnTo>
                    <a:pt x="6751820" y="2490989"/>
                  </a:lnTo>
                  <a:lnTo>
                    <a:pt x="6752676" y="2525951"/>
                  </a:lnTo>
                  <a:lnTo>
                    <a:pt x="6753531" y="2493268"/>
                  </a:lnTo>
                  <a:lnTo>
                    <a:pt x="6754387" y="2454277"/>
                  </a:lnTo>
                  <a:lnTo>
                    <a:pt x="6755242" y="2527104"/>
                  </a:lnTo>
                  <a:lnTo>
                    <a:pt x="6756098" y="2631104"/>
                  </a:lnTo>
                  <a:lnTo>
                    <a:pt x="6756953" y="2643186"/>
                  </a:lnTo>
                  <a:lnTo>
                    <a:pt x="6757809" y="2598705"/>
                  </a:lnTo>
                  <a:lnTo>
                    <a:pt x="6758664" y="2597536"/>
                  </a:lnTo>
                  <a:lnTo>
                    <a:pt x="6759520" y="2669190"/>
                  </a:lnTo>
                  <a:lnTo>
                    <a:pt x="6760375" y="2657990"/>
                  </a:lnTo>
                  <a:lnTo>
                    <a:pt x="6761231" y="2623651"/>
                  </a:lnTo>
                  <a:lnTo>
                    <a:pt x="6762087" y="2603898"/>
                  </a:lnTo>
                  <a:lnTo>
                    <a:pt x="6762942" y="2566426"/>
                  </a:lnTo>
                  <a:lnTo>
                    <a:pt x="6763798" y="2609734"/>
                  </a:lnTo>
                  <a:lnTo>
                    <a:pt x="6764653" y="2596064"/>
                  </a:lnTo>
                  <a:lnTo>
                    <a:pt x="6765509" y="2572522"/>
                  </a:lnTo>
                  <a:lnTo>
                    <a:pt x="6766364" y="2533020"/>
                  </a:lnTo>
                  <a:lnTo>
                    <a:pt x="6767220" y="2509309"/>
                  </a:lnTo>
                  <a:lnTo>
                    <a:pt x="6768075" y="2545096"/>
                  </a:lnTo>
                  <a:lnTo>
                    <a:pt x="6768931" y="2464076"/>
                  </a:lnTo>
                  <a:lnTo>
                    <a:pt x="6769786" y="2406537"/>
                  </a:lnTo>
                  <a:lnTo>
                    <a:pt x="6770642" y="2487182"/>
                  </a:lnTo>
                  <a:lnTo>
                    <a:pt x="6771497" y="2555507"/>
                  </a:lnTo>
                  <a:lnTo>
                    <a:pt x="6772353" y="2673941"/>
                  </a:lnTo>
                  <a:lnTo>
                    <a:pt x="6773208" y="2719672"/>
                  </a:lnTo>
                  <a:lnTo>
                    <a:pt x="6774064" y="2784392"/>
                  </a:lnTo>
                  <a:lnTo>
                    <a:pt x="6774919" y="2899259"/>
                  </a:lnTo>
                  <a:lnTo>
                    <a:pt x="6775775" y="2912338"/>
                  </a:lnTo>
                  <a:lnTo>
                    <a:pt x="6776630" y="2906295"/>
                  </a:lnTo>
                  <a:lnTo>
                    <a:pt x="6777486" y="2823497"/>
                  </a:lnTo>
                  <a:lnTo>
                    <a:pt x="6778342" y="2797945"/>
                  </a:lnTo>
                  <a:lnTo>
                    <a:pt x="6779197" y="2844255"/>
                  </a:lnTo>
                  <a:lnTo>
                    <a:pt x="6780053" y="2888808"/>
                  </a:lnTo>
                  <a:lnTo>
                    <a:pt x="6780908" y="2963973"/>
                  </a:lnTo>
                  <a:lnTo>
                    <a:pt x="6781764" y="3058602"/>
                  </a:lnTo>
                  <a:lnTo>
                    <a:pt x="6782619" y="3103764"/>
                  </a:lnTo>
                  <a:lnTo>
                    <a:pt x="6783475" y="3103776"/>
                  </a:lnTo>
                  <a:lnTo>
                    <a:pt x="6784330" y="3116969"/>
                  </a:lnTo>
                  <a:lnTo>
                    <a:pt x="6785186" y="3093487"/>
                  </a:lnTo>
                  <a:lnTo>
                    <a:pt x="6786041" y="3014404"/>
                  </a:lnTo>
                  <a:lnTo>
                    <a:pt x="6786897" y="2943094"/>
                  </a:lnTo>
                  <a:lnTo>
                    <a:pt x="6787752" y="2960308"/>
                  </a:lnTo>
                  <a:lnTo>
                    <a:pt x="6788608" y="2988587"/>
                  </a:lnTo>
                  <a:lnTo>
                    <a:pt x="6789463" y="2956572"/>
                  </a:lnTo>
                  <a:lnTo>
                    <a:pt x="6790319" y="2948131"/>
                  </a:lnTo>
                  <a:lnTo>
                    <a:pt x="6791174" y="2964321"/>
                  </a:lnTo>
                  <a:lnTo>
                    <a:pt x="6792030" y="2941950"/>
                  </a:lnTo>
                  <a:lnTo>
                    <a:pt x="6792885" y="2948426"/>
                  </a:lnTo>
                  <a:lnTo>
                    <a:pt x="6793741" y="2997384"/>
                  </a:lnTo>
                  <a:lnTo>
                    <a:pt x="6794597" y="2972802"/>
                  </a:lnTo>
                  <a:lnTo>
                    <a:pt x="6795452" y="2921080"/>
                  </a:lnTo>
                  <a:lnTo>
                    <a:pt x="6796308" y="2937344"/>
                  </a:lnTo>
                  <a:lnTo>
                    <a:pt x="6797163" y="2986033"/>
                  </a:lnTo>
                  <a:lnTo>
                    <a:pt x="6798019" y="2976541"/>
                  </a:lnTo>
                  <a:lnTo>
                    <a:pt x="6798874" y="2901785"/>
                  </a:lnTo>
                  <a:lnTo>
                    <a:pt x="6799730" y="2882236"/>
                  </a:lnTo>
                  <a:lnTo>
                    <a:pt x="6800585" y="2862810"/>
                  </a:lnTo>
                  <a:lnTo>
                    <a:pt x="6801441" y="2801742"/>
                  </a:lnTo>
                  <a:lnTo>
                    <a:pt x="6802296" y="2792539"/>
                  </a:lnTo>
                  <a:lnTo>
                    <a:pt x="6803152" y="2782966"/>
                  </a:lnTo>
                  <a:lnTo>
                    <a:pt x="6804007" y="2792846"/>
                  </a:lnTo>
                  <a:lnTo>
                    <a:pt x="6804863" y="2806452"/>
                  </a:lnTo>
                  <a:lnTo>
                    <a:pt x="6805718" y="2829044"/>
                  </a:lnTo>
                  <a:lnTo>
                    <a:pt x="6806574" y="2910845"/>
                  </a:lnTo>
                  <a:lnTo>
                    <a:pt x="6807429" y="2922209"/>
                  </a:lnTo>
                  <a:lnTo>
                    <a:pt x="6808285" y="2847105"/>
                  </a:lnTo>
                  <a:lnTo>
                    <a:pt x="6809141" y="2838640"/>
                  </a:lnTo>
                  <a:lnTo>
                    <a:pt x="6809996" y="2801991"/>
                  </a:lnTo>
                  <a:lnTo>
                    <a:pt x="6810852" y="2798542"/>
                  </a:lnTo>
                  <a:lnTo>
                    <a:pt x="6811707" y="2803287"/>
                  </a:lnTo>
                  <a:lnTo>
                    <a:pt x="6812563" y="2833977"/>
                  </a:lnTo>
                  <a:lnTo>
                    <a:pt x="6813418" y="2923862"/>
                  </a:lnTo>
                  <a:lnTo>
                    <a:pt x="6814274" y="2974077"/>
                  </a:lnTo>
                  <a:lnTo>
                    <a:pt x="6815129" y="3095286"/>
                  </a:lnTo>
                  <a:lnTo>
                    <a:pt x="6815985" y="3116972"/>
                  </a:lnTo>
                  <a:lnTo>
                    <a:pt x="6816840" y="3116972"/>
                  </a:lnTo>
                  <a:lnTo>
                    <a:pt x="6817696" y="3116972"/>
                  </a:lnTo>
                  <a:lnTo>
                    <a:pt x="6818551" y="3116972"/>
                  </a:lnTo>
                  <a:lnTo>
                    <a:pt x="6819407" y="3116972"/>
                  </a:lnTo>
                  <a:lnTo>
                    <a:pt x="6820262" y="3116972"/>
                  </a:lnTo>
                  <a:lnTo>
                    <a:pt x="6821118" y="3116972"/>
                  </a:lnTo>
                  <a:lnTo>
                    <a:pt x="6821973" y="3108183"/>
                  </a:lnTo>
                  <a:lnTo>
                    <a:pt x="6822829" y="3046873"/>
                  </a:lnTo>
                  <a:lnTo>
                    <a:pt x="6823684" y="3049288"/>
                  </a:lnTo>
                  <a:lnTo>
                    <a:pt x="6824540" y="3065687"/>
                  </a:lnTo>
                  <a:lnTo>
                    <a:pt x="6825396" y="3089380"/>
                  </a:lnTo>
                  <a:lnTo>
                    <a:pt x="6826251" y="3116972"/>
                  </a:lnTo>
                  <a:lnTo>
                    <a:pt x="6827107" y="3116972"/>
                  </a:lnTo>
                  <a:lnTo>
                    <a:pt x="6827962" y="3116972"/>
                  </a:lnTo>
                  <a:lnTo>
                    <a:pt x="6828818" y="3116972"/>
                  </a:lnTo>
                  <a:lnTo>
                    <a:pt x="6829673" y="2988952"/>
                  </a:lnTo>
                  <a:lnTo>
                    <a:pt x="6830529" y="2817556"/>
                  </a:lnTo>
                  <a:lnTo>
                    <a:pt x="6831384" y="2686426"/>
                  </a:lnTo>
                  <a:lnTo>
                    <a:pt x="6832240" y="2600301"/>
                  </a:lnTo>
                  <a:lnTo>
                    <a:pt x="6833095" y="2598890"/>
                  </a:lnTo>
                  <a:lnTo>
                    <a:pt x="6833951" y="2619327"/>
                  </a:lnTo>
                  <a:lnTo>
                    <a:pt x="6834806" y="2710921"/>
                  </a:lnTo>
                  <a:lnTo>
                    <a:pt x="6835662" y="2780152"/>
                  </a:lnTo>
                  <a:lnTo>
                    <a:pt x="6836517" y="2889897"/>
                  </a:lnTo>
                  <a:lnTo>
                    <a:pt x="6837373" y="2960172"/>
                  </a:lnTo>
                  <a:lnTo>
                    <a:pt x="6838228" y="2925400"/>
                  </a:lnTo>
                  <a:lnTo>
                    <a:pt x="6839084" y="2879261"/>
                  </a:lnTo>
                  <a:lnTo>
                    <a:pt x="6839939" y="2879464"/>
                  </a:lnTo>
                  <a:lnTo>
                    <a:pt x="6840795" y="2935643"/>
                  </a:lnTo>
                  <a:lnTo>
                    <a:pt x="6841651" y="2962339"/>
                  </a:lnTo>
                  <a:lnTo>
                    <a:pt x="6842506" y="2981002"/>
                  </a:lnTo>
                  <a:lnTo>
                    <a:pt x="6843362" y="3032975"/>
                  </a:lnTo>
                  <a:lnTo>
                    <a:pt x="6844217" y="3112508"/>
                  </a:lnTo>
                  <a:lnTo>
                    <a:pt x="6845073" y="3116972"/>
                  </a:lnTo>
                  <a:lnTo>
                    <a:pt x="6845928" y="3116972"/>
                  </a:lnTo>
                  <a:lnTo>
                    <a:pt x="6846784" y="3116972"/>
                  </a:lnTo>
                  <a:lnTo>
                    <a:pt x="6847639" y="3116972"/>
                  </a:lnTo>
                  <a:lnTo>
                    <a:pt x="6848495" y="3116972"/>
                  </a:lnTo>
                  <a:lnTo>
                    <a:pt x="6849350" y="3116972"/>
                  </a:lnTo>
                  <a:lnTo>
                    <a:pt x="6850206" y="3116972"/>
                  </a:lnTo>
                  <a:lnTo>
                    <a:pt x="6851061" y="3116972"/>
                  </a:lnTo>
                  <a:lnTo>
                    <a:pt x="6851917" y="3116972"/>
                  </a:lnTo>
                  <a:lnTo>
                    <a:pt x="6852772" y="3116972"/>
                  </a:lnTo>
                  <a:lnTo>
                    <a:pt x="6853628" y="3116972"/>
                  </a:lnTo>
                  <a:lnTo>
                    <a:pt x="6854483" y="2946620"/>
                  </a:lnTo>
                  <a:lnTo>
                    <a:pt x="6855339" y="2775309"/>
                  </a:lnTo>
                  <a:lnTo>
                    <a:pt x="6856195" y="2677831"/>
                  </a:lnTo>
                  <a:lnTo>
                    <a:pt x="6857050" y="2571830"/>
                  </a:lnTo>
                  <a:lnTo>
                    <a:pt x="6857906" y="2550011"/>
                  </a:lnTo>
                  <a:lnTo>
                    <a:pt x="6858761" y="2626761"/>
                  </a:lnTo>
                  <a:lnTo>
                    <a:pt x="6859617" y="2790454"/>
                  </a:lnTo>
                  <a:lnTo>
                    <a:pt x="6860472" y="2896028"/>
                  </a:lnTo>
                  <a:lnTo>
                    <a:pt x="6861328" y="2892044"/>
                  </a:lnTo>
                  <a:lnTo>
                    <a:pt x="6862183" y="2913366"/>
                  </a:lnTo>
                  <a:lnTo>
                    <a:pt x="6863039" y="2862499"/>
                  </a:lnTo>
                  <a:lnTo>
                    <a:pt x="6863894" y="2820076"/>
                  </a:lnTo>
                  <a:lnTo>
                    <a:pt x="6864750" y="2770268"/>
                  </a:lnTo>
                  <a:lnTo>
                    <a:pt x="6865605" y="2745209"/>
                  </a:lnTo>
                  <a:lnTo>
                    <a:pt x="6866461" y="2853219"/>
                  </a:lnTo>
                  <a:lnTo>
                    <a:pt x="6867316" y="2919928"/>
                  </a:lnTo>
                  <a:lnTo>
                    <a:pt x="6868172" y="3006077"/>
                  </a:lnTo>
                  <a:lnTo>
                    <a:pt x="6869027" y="3036761"/>
                  </a:lnTo>
                  <a:lnTo>
                    <a:pt x="6869883" y="3045968"/>
                  </a:lnTo>
                  <a:lnTo>
                    <a:pt x="6870738" y="2989201"/>
                  </a:lnTo>
                  <a:lnTo>
                    <a:pt x="6871594" y="2912403"/>
                  </a:lnTo>
                  <a:lnTo>
                    <a:pt x="6872450" y="2855854"/>
                  </a:lnTo>
                  <a:lnTo>
                    <a:pt x="6873305" y="2730153"/>
                  </a:lnTo>
                  <a:lnTo>
                    <a:pt x="6874161" y="2695331"/>
                  </a:lnTo>
                  <a:lnTo>
                    <a:pt x="6875016" y="2681715"/>
                  </a:lnTo>
                  <a:lnTo>
                    <a:pt x="6875872" y="2713102"/>
                  </a:lnTo>
                  <a:lnTo>
                    <a:pt x="6876727" y="2683183"/>
                  </a:lnTo>
                  <a:lnTo>
                    <a:pt x="6877583" y="2691317"/>
                  </a:lnTo>
                  <a:lnTo>
                    <a:pt x="6878438" y="2725417"/>
                  </a:lnTo>
                  <a:lnTo>
                    <a:pt x="6879294" y="2644968"/>
                  </a:lnTo>
                  <a:lnTo>
                    <a:pt x="6880149" y="2644780"/>
                  </a:lnTo>
                  <a:lnTo>
                    <a:pt x="6881005" y="2724356"/>
                  </a:lnTo>
                  <a:lnTo>
                    <a:pt x="6881860" y="2813621"/>
                  </a:lnTo>
                  <a:lnTo>
                    <a:pt x="6882716" y="2817548"/>
                  </a:lnTo>
                  <a:lnTo>
                    <a:pt x="6883571" y="2835054"/>
                  </a:lnTo>
                  <a:lnTo>
                    <a:pt x="6884427" y="2928271"/>
                  </a:lnTo>
                  <a:lnTo>
                    <a:pt x="6885282" y="3003536"/>
                  </a:lnTo>
                  <a:lnTo>
                    <a:pt x="6886138" y="3015437"/>
                  </a:lnTo>
                  <a:lnTo>
                    <a:pt x="6886993" y="3021031"/>
                  </a:lnTo>
                  <a:lnTo>
                    <a:pt x="6887849" y="3021578"/>
                  </a:lnTo>
                  <a:lnTo>
                    <a:pt x="6888705" y="3006027"/>
                  </a:lnTo>
                  <a:lnTo>
                    <a:pt x="6889560" y="2943436"/>
                  </a:lnTo>
                  <a:lnTo>
                    <a:pt x="6890416" y="2859238"/>
                  </a:lnTo>
                  <a:lnTo>
                    <a:pt x="6891271" y="2814327"/>
                  </a:lnTo>
                  <a:lnTo>
                    <a:pt x="6892127" y="2771511"/>
                  </a:lnTo>
                  <a:lnTo>
                    <a:pt x="6892982" y="2757506"/>
                  </a:lnTo>
                  <a:lnTo>
                    <a:pt x="6893838" y="2810518"/>
                  </a:lnTo>
                  <a:lnTo>
                    <a:pt x="6894693" y="2873500"/>
                  </a:lnTo>
                  <a:lnTo>
                    <a:pt x="6895549" y="2904592"/>
                  </a:lnTo>
                  <a:lnTo>
                    <a:pt x="6896404" y="2900185"/>
                  </a:lnTo>
                  <a:lnTo>
                    <a:pt x="6897260" y="2925221"/>
                  </a:lnTo>
                  <a:lnTo>
                    <a:pt x="6898115" y="2951704"/>
                  </a:lnTo>
                  <a:lnTo>
                    <a:pt x="6898971" y="2901016"/>
                  </a:lnTo>
                  <a:lnTo>
                    <a:pt x="6899826" y="2830145"/>
                  </a:lnTo>
                  <a:lnTo>
                    <a:pt x="6900682" y="2840674"/>
                  </a:lnTo>
                  <a:lnTo>
                    <a:pt x="6901537" y="2895842"/>
                  </a:lnTo>
                  <a:lnTo>
                    <a:pt x="6902393" y="2913623"/>
                  </a:lnTo>
                  <a:lnTo>
                    <a:pt x="6903248" y="2929661"/>
                  </a:lnTo>
                  <a:lnTo>
                    <a:pt x="6904104" y="2987477"/>
                  </a:lnTo>
                  <a:lnTo>
                    <a:pt x="6904960" y="3040122"/>
                  </a:lnTo>
                  <a:lnTo>
                    <a:pt x="6905815" y="2998838"/>
                  </a:lnTo>
                  <a:lnTo>
                    <a:pt x="6906671" y="2975206"/>
                  </a:lnTo>
                  <a:lnTo>
                    <a:pt x="6907526" y="2945731"/>
                  </a:lnTo>
                  <a:lnTo>
                    <a:pt x="6908382" y="2849680"/>
                  </a:lnTo>
                  <a:lnTo>
                    <a:pt x="6909237" y="2753867"/>
                  </a:lnTo>
                  <a:lnTo>
                    <a:pt x="6910093" y="2764506"/>
                  </a:lnTo>
                  <a:lnTo>
                    <a:pt x="6910948" y="2815625"/>
                  </a:lnTo>
                  <a:lnTo>
                    <a:pt x="6911804" y="2833406"/>
                  </a:lnTo>
                  <a:lnTo>
                    <a:pt x="6912659" y="2852287"/>
                  </a:lnTo>
                  <a:lnTo>
                    <a:pt x="6913515" y="2895275"/>
                  </a:lnTo>
                  <a:lnTo>
                    <a:pt x="6914370" y="2934243"/>
                  </a:lnTo>
                  <a:lnTo>
                    <a:pt x="6915226" y="2955161"/>
                  </a:lnTo>
                  <a:lnTo>
                    <a:pt x="6916081" y="2955162"/>
                  </a:lnTo>
                  <a:lnTo>
                    <a:pt x="6916937" y="2955162"/>
                  </a:lnTo>
                  <a:lnTo>
                    <a:pt x="6917792" y="2965757"/>
                  </a:lnTo>
                  <a:lnTo>
                    <a:pt x="6918648" y="3018820"/>
                  </a:lnTo>
                  <a:lnTo>
                    <a:pt x="6919504" y="3075665"/>
                  </a:lnTo>
                  <a:lnTo>
                    <a:pt x="6920359" y="3073960"/>
                  </a:lnTo>
                  <a:lnTo>
                    <a:pt x="6921215" y="3056467"/>
                  </a:lnTo>
                  <a:lnTo>
                    <a:pt x="6922070" y="2970938"/>
                  </a:lnTo>
                  <a:lnTo>
                    <a:pt x="6922926" y="2923858"/>
                  </a:lnTo>
                  <a:lnTo>
                    <a:pt x="6923781" y="2854387"/>
                  </a:lnTo>
                  <a:lnTo>
                    <a:pt x="6924637" y="2769746"/>
                  </a:lnTo>
                  <a:lnTo>
                    <a:pt x="6925492" y="2681653"/>
                  </a:lnTo>
                  <a:lnTo>
                    <a:pt x="6926348" y="2602792"/>
                  </a:lnTo>
                  <a:lnTo>
                    <a:pt x="6927203" y="2606960"/>
                  </a:lnTo>
                  <a:lnTo>
                    <a:pt x="6928059" y="2585052"/>
                  </a:lnTo>
                  <a:lnTo>
                    <a:pt x="6928914" y="2632809"/>
                  </a:lnTo>
                  <a:lnTo>
                    <a:pt x="6929770" y="2717454"/>
                  </a:lnTo>
                  <a:lnTo>
                    <a:pt x="6930625" y="2793916"/>
                  </a:lnTo>
                  <a:lnTo>
                    <a:pt x="6931481" y="2890272"/>
                  </a:lnTo>
                  <a:lnTo>
                    <a:pt x="6932336" y="2974249"/>
                  </a:lnTo>
                  <a:lnTo>
                    <a:pt x="6933192" y="3076080"/>
                  </a:lnTo>
                  <a:lnTo>
                    <a:pt x="6934047" y="3116555"/>
                  </a:lnTo>
                  <a:lnTo>
                    <a:pt x="6934903" y="3116972"/>
                  </a:lnTo>
                  <a:lnTo>
                    <a:pt x="6935759" y="3116972"/>
                  </a:lnTo>
                  <a:lnTo>
                    <a:pt x="6936614" y="3116972"/>
                  </a:lnTo>
                  <a:lnTo>
                    <a:pt x="6937470" y="3116972"/>
                  </a:lnTo>
                  <a:lnTo>
                    <a:pt x="6938325" y="3116972"/>
                  </a:lnTo>
                  <a:lnTo>
                    <a:pt x="6939181" y="3116972"/>
                  </a:lnTo>
                  <a:lnTo>
                    <a:pt x="6940036" y="3116972"/>
                  </a:lnTo>
                  <a:lnTo>
                    <a:pt x="6940892" y="3105141"/>
                  </a:lnTo>
                  <a:lnTo>
                    <a:pt x="6941747" y="3001319"/>
                  </a:lnTo>
                  <a:lnTo>
                    <a:pt x="6942603" y="2902986"/>
                  </a:lnTo>
                  <a:lnTo>
                    <a:pt x="6943458" y="2900536"/>
                  </a:lnTo>
                  <a:lnTo>
                    <a:pt x="6944314" y="2991390"/>
                  </a:lnTo>
                  <a:lnTo>
                    <a:pt x="6945169" y="3022714"/>
                  </a:lnTo>
                  <a:lnTo>
                    <a:pt x="6946025" y="3032260"/>
                  </a:lnTo>
                  <a:lnTo>
                    <a:pt x="6946880" y="3028016"/>
                  </a:lnTo>
                  <a:lnTo>
                    <a:pt x="6947736" y="2966770"/>
                  </a:lnTo>
                  <a:lnTo>
                    <a:pt x="6948591" y="2887802"/>
                  </a:lnTo>
                  <a:lnTo>
                    <a:pt x="6949447" y="2837719"/>
                  </a:lnTo>
                  <a:lnTo>
                    <a:pt x="6950302" y="2830920"/>
                  </a:lnTo>
                  <a:lnTo>
                    <a:pt x="6951158" y="2812275"/>
                  </a:lnTo>
                  <a:lnTo>
                    <a:pt x="6952014" y="2744997"/>
                  </a:lnTo>
                  <a:lnTo>
                    <a:pt x="6952869" y="2796418"/>
                  </a:lnTo>
                  <a:lnTo>
                    <a:pt x="6953725" y="2875387"/>
                  </a:lnTo>
                  <a:lnTo>
                    <a:pt x="6954580" y="2945523"/>
                  </a:lnTo>
                  <a:lnTo>
                    <a:pt x="6955436" y="2988209"/>
                  </a:lnTo>
                  <a:lnTo>
                    <a:pt x="6956291" y="2974001"/>
                  </a:lnTo>
                  <a:lnTo>
                    <a:pt x="6957147" y="2983486"/>
                  </a:lnTo>
                  <a:lnTo>
                    <a:pt x="6958002" y="2933057"/>
                  </a:lnTo>
                  <a:lnTo>
                    <a:pt x="6958858" y="2834245"/>
                  </a:lnTo>
                  <a:lnTo>
                    <a:pt x="6959713" y="2693520"/>
                  </a:lnTo>
                  <a:lnTo>
                    <a:pt x="6960569" y="2633409"/>
                  </a:lnTo>
                  <a:lnTo>
                    <a:pt x="6961424" y="2634267"/>
                  </a:lnTo>
                  <a:lnTo>
                    <a:pt x="6962280" y="2562552"/>
                  </a:lnTo>
                  <a:lnTo>
                    <a:pt x="6963135" y="2471259"/>
                  </a:lnTo>
                  <a:lnTo>
                    <a:pt x="6963991" y="2464264"/>
                  </a:lnTo>
                  <a:lnTo>
                    <a:pt x="6964846" y="2469019"/>
                  </a:lnTo>
                  <a:lnTo>
                    <a:pt x="6965702" y="2419217"/>
                  </a:lnTo>
                  <a:lnTo>
                    <a:pt x="6966558" y="2454597"/>
                  </a:lnTo>
                  <a:lnTo>
                    <a:pt x="6967413" y="2560797"/>
                  </a:lnTo>
                  <a:lnTo>
                    <a:pt x="6968269" y="2620620"/>
                  </a:lnTo>
                  <a:lnTo>
                    <a:pt x="6969124" y="2706031"/>
                  </a:lnTo>
                  <a:lnTo>
                    <a:pt x="6969980" y="2826012"/>
                  </a:lnTo>
                  <a:lnTo>
                    <a:pt x="6970835" y="2860571"/>
                  </a:lnTo>
                  <a:lnTo>
                    <a:pt x="6971691" y="2797712"/>
                  </a:lnTo>
                  <a:lnTo>
                    <a:pt x="6972546" y="2794167"/>
                  </a:lnTo>
                  <a:lnTo>
                    <a:pt x="6973402" y="2953960"/>
                  </a:lnTo>
                  <a:lnTo>
                    <a:pt x="6974257" y="2951409"/>
                  </a:lnTo>
                  <a:lnTo>
                    <a:pt x="6975113" y="2872647"/>
                  </a:lnTo>
                  <a:lnTo>
                    <a:pt x="6975968" y="2931545"/>
                  </a:lnTo>
                  <a:lnTo>
                    <a:pt x="6976824" y="3019398"/>
                  </a:lnTo>
                  <a:lnTo>
                    <a:pt x="6977679" y="3046992"/>
                  </a:lnTo>
                  <a:lnTo>
                    <a:pt x="6978535" y="2961626"/>
                  </a:lnTo>
                  <a:lnTo>
                    <a:pt x="6979390" y="2991762"/>
                  </a:lnTo>
                  <a:lnTo>
                    <a:pt x="6980246" y="2996712"/>
                  </a:lnTo>
                  <a:lnTo>
                    <a:pt x="6981101" y="2952245"/>
                  </a:lnTo>
                  <a:lnTo>
                    <a:pt x="6981957" y="2893331"/>
                  </a:lnTo>
                  <a:lnTo>
                    <a:pt x="6982813" y="2884878"/>
                  </a:lnTo>
                  <a:lnTo>
                    <a:pt x="6983668" y="2951663"/>
                  </a:lnTo>
                  <a:lnTo>
                    <a:pt x="6984524" y="2967087"/>
                  </a:lnTo>
                  <a:lnTo>
                    <a:pt x="6985379" y="2991720"/>
                  </a:lnTo>
                  <a:lnTo>
                    <a:pt x="6986235" y="3001067"/>
                  </a:lnTo>
                  <a:lnTo>
                    <a:pt x="6987090" y="3035256"/>
                  </a:lnTo>
                  <a:lnTo>
                    <a:pt x="6987946" y="2986925"/>
                  </a:lnTo>
                  <a:lnTo>
                    <a:pt x="6988801" y="2883238"/>
                  </a:lnTo>
                  <a:lnTo>
                    <a:pt x="6989657" y="2825308"/>
                  </a:lnTo>
                  <a:lnTo>
                    <a:pt x="6990512" y="2801732"/>
                  </a:lnTo>
                  <a:lnTo>
                    <a:pt x="6991368" y="2784538"/>
                  </a:lnTo>
                  <a:lnTo>
                    <a:pt x="6992223" y="2766528"/>
                  </a:lnTo>
                  <a:lnTo>
                    <a:pt x="6993079" y="2805215"/>
                  </a:lnTo>
                  <a:lnTo>
                    <a:pt x="6993934" y="2839436"/>
                  </a:lnTo>
                  <a:lnTo>
                    <a:pt x="6994790" y="2815915"/>
                  </a:lnTo>
                  <a:lnTo>
                    <a:pt x="6995645" y="2727358"/>
                  </a:lnTo>
                  <a:lnTo>
                    <a:pt x="6996501" y="2641069"/>
                  </a:lnTo>
                  <a:lnTo>
                    <a:pt x="6997356" y="2644068"/>
                  </a:lnTo>
                  <a:lnTo>
                    <a:pt x="6998212" y="2630277"/>
                  </a:lnTo>
                  <a:lnTo>
                    <a:pt x="6999068" y="2638906"/>
                  </a:lnTo>
                  <a:lnTo>
                    <a:pt x="6999923" y="2697744"/>
                  </a:lnTo>
                  <a:lnTo>
                    <a:pt x="7000779" y="2826211"/>
                  </a:lnTo>
                  <a:lnTo>
                    <a:pt x="7001634" y="2941173"/>
                  </a:lnTo>
                  <a:lnTo>
                    <a:pt x="7002490" y="2994802"/>
                  </a:lnTo>
                  <a:lnTo>
                    <a:pt x="7003345" y="3044475"/>
                  </a:lnTo>
                  <a:lnTo>
                    <a:pt x="7004201" y="2988654"/>
                  </a:lnTo>
                  <a:lnTo>
                    <a:pt x="7005056" y="2871100"/>
                  </a:lnTo>
                  <a:lnTo>
                    <a:pt x="7005912" y="2788353"/>
                  </a:lnTo>
                  <a:lnTo>
                    <a:pt x="7006767" y="2745954"/>
                  </a:lnTo>
                  <a:lnTo>
                    <a:pt x="7007623" y="2743960"/>
                  </a:lnTo>
                  <a:lnTo>
                    <a:pt x="7008478" y="2709098"/>
                  </a:lnTo>
                  <a:lnTo>
                    <a:pt x="7009334" y="2750876"/>
                  </a:lnTo>
                  <a:lnTo>
                    <a:pt x="7010189" y="2920053"/>
                  </a:lnTo>
                  <a:lnTo>
                    <a:pt x="7011045" y="3065399"/>
                  </a:lnTo>
                  <a:lnTo>
                    <a:pt x="7011900" y="3116972"/>
                  </a:lnTo>
                  <a:lnTo>
                    <a:pt x="7012756" y="3116972"/>
                  </a:lnTo>
                  <a:lnTo>
                    <a:pt x="7013612" y="3116972"/>
                  </a:lnTo>
                  <a:lnTo>
                    <a:pt x="7014467" y="3097260"/>
                  </a:lnTo>
                  <a:lnTo>
                    <a:pt x="7015323" y="3006884"/>
                  </a:lnTo>
                  <a:lnTo>
                    <a:pt x="7016178" y="2927227"/>
                  </a:lnTo>
                  <a:lnTo>
                    <a:pt x="7017034" y="2834738"/>
                  </a:lnTo>
                  <a:lnTo>
                    <a:pt x="7017889" y="2825108"/>
                  </a:lnTo>
                  <a:lnTo>
                    <a:pt x="7018745" y="2837728"/>
                  </a:lnTo>
                  <a:lnTo>
                    <a:pt x="7019600" y="2935745"/>
                  </a:lnTo>
                  <a:lnTo>
                    <a:pt x="7020456" y="2974496"/>
                  </a:lnTo>
                  <a:lnTo>
                    <a:pt x="7021311" y="2991556"/>
                  </a:lnTo>
                  <a:lnTo>
                    <a:pt x="7022167" y="3038669"/>
                  </a:lnTo>
                  <a:lnTo>
                    <a:pt x="7023022" y="3057630"/>
                  </a:lnTo>
                  <a:lnTo>
                    <a:pt x="7023878" y="3096927"/>
                  </a:lnTo>
                  <a:lnTo>
                    <a:pt x="7024733" y="3098347"/>
                  </a:lnTo>
                  <a:lnTo>
                    <a:pt x="7025589" y="3086879"/>
                  </a:lnTo>
                  <a:lnTo>
                    <a:pt x="7026444" y="3116972"/>
                  </a:lnTo>
                  <a:lnTo>
                    <a:pt x="7027300" y="3106186"/>
                  </a:lnTo>
                  <a:lnTo>
                    <a:pt x="7028155" y="3097697"/>
                  </a:lnTo>
                  <a:lnTo>
                    <a:pt x="7029011" y="3053917"/>
                  </a:lnTo>
                  <a:lnTo>
                    <a:pt x="7029867" y="3074269"/>
                  </a:lnTo>
                  <a:lnTo>
                    <a:pt x="7030722" y="3116972"/>
                  </a:lnTo>
                  <a:lnTo>
                    <a:pt x="7031578" y="3091682"/>
                  </a:lnTo>
                  <a:lnTo>
                    <a:pt x="7032433" y="3116972"/>
                  </a:lnTo>
                  <a:lnTo>
                    <a:pt x="7033289" y="3116972"/>
                  </a:lnTo>
                  <a:lnTo>
                    <a:pt x="7034144" y="3116972"/>
                  </a:lnTo>
                  <a:lnTo>
                    <a:pt x="7035000" y="3116972"/>
                  </a:lnTo>
                  <a:lnTo>
                    <a:pt x="7035855" y="3116972"/>
                  </a:lnTo>
                  <a:lnTo>
                    <a:pt x="7036711" y="3116972"/>
                  </a:lnTo>
                  <a:lnTo>
                    <a:pt x="7037566" y="3116972"/>
                  </a:lnTo>
                  <a:lnTo>
                    <a:pt x="7038422" y="3116972"/>
                  </a:lnTo>
                  <a:lnTo>
                    <a:pt x="7039277" y="3116972"/>
                  </a:lnTo>
                  <a:lnTo>
                    <a:pt x="7040133" y="3116972"/>
                  </a:lnTo>
                  <a:lnTo>
                    <a:pt x="7040988" y="3116972"/>
                  </a:lnTo>
                  <a:lnTo>
                    <a:pt x="7041844" y="3116972"/>
                  </a:lnTo>
                  <a:lnTo>
                    <a:pt x="7042699" y="3116972"/>
                  </a:lnTo>
                  <a:lnTo>
                    <a:pt x="7043555" y="3116972"/>
                  </a:lnTo>
                  <a:lnTo>
                    <a:pt x="7044410" y="3116559"/>
                  </a:lnTo>
                  <a:lnTo>
                    <a:pt x="7045266" y="3113355"/>
                  </a:lnTo>
                  <a:lnTo>
                    <a:pt x="7046122" y="3029450"/>
                  </a:lnTo>
                  <a:lnTo>
                    <a:pt x="7046977" y="2978011"/>
                  </a:lnTo>
                  <a:lnTo>
                    <a:pt x="7047833" y="2972798"/>
                  </a:lnTo>
                  <a:lnTo>
                    <a:pt x="7048688" y="2974485"/>
                  </a:lnTo>
                  <a:lnTo>
                    <a:pt x="7049544" y="2934623"/>
                  </a:lnTo>
                  <a:lnTo>
                    <a:pt x="7050399" y="2895250"/>
                  </a:lnTo>
                  <a:lnTo>
                    <a:pt x="7051255" y="2955777"/>
                  </a:lnTo>
                  <a:lnTo>
                    <a:pt x="7052110" y="3014619"/>
                  </a:lnTo>
                  <a:lnTo>
                    <a:pt x="7052966" y="3073858"/>
                  </a:lnTo>
                  <a:lnTo>
                    <a:pt x="7053821" y="3116972"/>
                  </a:lnTo>
                  <a:lnTo>
                    <a:pt x="7054677" y="3116972"/>
                  </a:lnTo>
                  <a:lnTo>
                    <a:pt x="7055532" y="3116972"/>
                  </a:lnTo>
                  <a:lnTo>
                    <a:pt x="7056388" y="3116972"/>
                  </a:lnTo>
                  <a:lnTo>
                    <a:pt x="7057243" y="3116972"/>
                  </a:lnTo>
                  <a:lnTo>
                    <a:pt x="7058099" y="3116972"/>
                  </a:lnTo>
                  <a:lnTo>
                    <a:pt x="7058954" y="3116972"/>
                  </a:lnTo>
                  <a:lnTo>
                    <a:pt x="7059810" y="3116972"/>
                  </a:lnTo>
                  <a:lnTo>
                    <a:pt x="7060666" y="3116972"/>
                  </a:lnTo>
                  <a:lnTo>
                    <a:pt x="7061521" y="3116972"/>
                  </a:lnTo>
                  <a:lnTo>
                    <a:pt x="7062377" y="3116972"/>
                  </a:lnTo>
                  <a:lnTo>
                    <a:pt x="7063232" y="3116972"/>
                  </a:lnTo>
                  <a:lnTo>
                    <a:pt x="7064088" y="3116972"/>
                  </a:lnTo>
                  <a:lnTo>
                    <a:pt x="7064943" y="3116972"/>
                  </a:lnTo>
                  <a:lnTo>
                    <a:pt x="7065799" y="3116972"/>
                  </a:lnTo>
                  <a:lnTo>
                    <a:pt x="7066654" y="3116972"/>
                  </a:lnTo>
                  <a:lnTo>
                    <a:pt x="7067510" y="3116972"/>
                  </a:lnTo>
                  <a:lnTo>
                    <a:pt x="7068365" y="3116972"/>
                  </a:lnTo>
                  <a:lnTo>
                    <a:pt x="7069221" y="3116972"/>
                  </a:lnTo>
                  <a:lnTo>
                    <a:pt x="7070076" y="3036333"/>
                  </a:lnTo>
                  <a:lnTo>
                    <a:pt x="7070932" y="2907379"/>
                  </a:lnTo>
                  <a:lnTo>
                    <a:pt x="7071787" y="2855639"/>
                  </a:lnTo>
                  <a:lnTo>
                    <a:pt x="7072643" y="2866527"/>
                  </a:lnTo>
                  <a:lnTo>
                    <a:pt x="7073498" y="2890912"/>
                  </a:lnTo>
                  <a:lnTo>
                    <a:pt x="7074354" y="2895043"/>
                  </a:lnTo>
                  <a:lnTo>
                    <a:pt x="7075209" y="2904817"/>
                  </a:lnTo>
                  <a:lnTo>
                    <a:pt x="7076065" y="3007295"/>
                  </a:lnTo>
                  <a:lnTo>
                    <a:pt x="7076921" y="3053921"/>
                  </a:lnTo>
                  <a:lnTo>
                    <a:pt x="7077776" y="3097076"/>
                  </a:lnTo>
                  <a:lnTo>
                    <a:pt x="7078632" y="3087772"/>
                  </a:lnTo>
                  <a:lnTo>
                    <a:pt x="7079487" y="3061905"/>
                  </a:lnTo>
                  <a:lnTo>
                    <a:pt x="7080343" y="3116972"/>
                  </a:lnTo>
                  <a:lnTo>
                    <a:pt x="7081198" y="3116972"/>
                  </a:lnTo>
                  <a:lnTo>
                    <a:pt x="7082054" y="3116972"/>
                  </a:lnTo>
                  <a:lnTo>
                    <a:pt x="7082909" y="3096680"/>
                  </a:lnTo>
                  <a:lnTo>
                    <a:pt x="7083765" y="3098401"/>
                  </a:lnTo>
                  <a:lnTo>
                    <a:pt x="7084620" y="3116972"/>
                  </a:lnTo>
                  <a:lnTo>
                    <a:pt x="7085476" y="3077526"/>
                  </a:lnTo>
                  <a:lnTo>
                    <a:pt x="7086331" y="3004751"/>
                  </a:lnTo>
                  <a:lnTo>
                    <a:pt x="7087187" y="3016730"/>
                  </a:lnTo>
                  <a:lnTo>
                    <a:pt x="7088042" y="3055695"/>
                  </a:lnTo>
                  <a:lnTo>
                    <a:pt x="7088898" y="3112521"/>
                  </a:lnTo>
                  <a:lnTo>
                    <a:pt x="7089753" y="3116972"/>
                  </a:lnTo>
                  <a:lnTo>
                    <a:pt x="7090609" y="3066486"/>
                  </a:lnTo>
                  <a:lnTo>
                    <a:pt x="7091464" y="3037201"/>
                  </a:lnTo>
                  <a:lnTo>
                    <a:pt x="7092320" y="3088111"/>
                  </a:lnTo>
                  <a:lnTo>
                    <a:pt x="7093176" y="3066738"/>
                  </a:lnTo>
                  <a:lnTo>
                    <a:pt x="7094031" y="3027348"/>
                  </a:lnTo>
                  <a:lnTo>
                    <a:pt x="7094887" y="3022562"/>
                  </a:lnTo>
                  <a:lnTo>
                    <a:pt x="7095742" y="3030147"/>
                  </a:lnTo>
                  <a:lnTo>
                    <a:pt x="7096598" y="3024958"/>
                  </a:lnTo>
                  <a:lnTo>
                    <a:pt x="7097453" y="2948051"/>
                  </a:lnTo>
                  <a:lnTo>
                    <a:pt x="7098309" y="2863560"/>
                  </a:lnTo>
                  <a:lnTo>
                    <a:pt x="7099164" y="2885844"/>
                  </a:lnTo>
                  <a:lnTo>
                    <a:pt x="7100020" y="2942009"/>
                  </a:lnTo>
                  <a:lnTo>
                    <a:pt x="7100875" y="3051272"/>
                  </a:lnTo>
                  <a:lnTo>
                    <a:pt x="7101731" y="3116972"/>
                  </a:lnTo>
                  <a:lnTo>
                    <a:pt x="7102586" y="3116972"/>
                  </a:lnTo>
                  <a:lnTo>
                    <a:pt x="7103442" y="3116972"/>
                  </a:lnTo>
                  <a:lnTo>
                    <a:pt x="7104297" y="3093162"/>
                  </a:lnTo>
                  <a:lnTo>
                    <a:pt x="7105153" y="2944065"/>
                  </a:lnTo>
                  <a:lnTo>
                    <a:pt x="7106008" y="2835174"/>
                  </a:lnTo>
                  <a:lnTo>
                    <a:pt x="7106864" y="2816676"/>
                  </a:lnTo>
                  <a:lnTo>
                    <a:pt x="7107719" y="2788724"/>
                  </a:lnTo>
                  <a:lnTo>
                    <a:pt x="7108575" y="2755454"/>
                  </a:lnTo>
                  <a:lnTo>
                    <a:pt x="7109431" y="2843525"/>
                  </a:lnTo>
                  <a:lnTo>
                    <a:pt x="7110286" y="2931576"/>
                  </a:lnTo>
                  <a:lnTo>
                    <a:pt x="7111142" y="3015612"/>
                  </a:lnTo>
                  <a:lnTo>
                    <a:pt x="7111997" y="3059029"/>
                  </a:lnTo>
                  <a:lnTo>
                    <a:pt x="7112853" y="3088934"/>
                  </a:lnTo>
                  <a:lnTo>
                    <a:pt x="7113708" y="3108693"/>
                  </a:lnTo>
                  <a:lnTo>
                    <a:pt x="7114564" y="3116972"/>
                  </a:lnTo>
                  <a:lnTo>
                    <a:pt x="7115419" y="3116972"/>
                  </a:lnTo>
                  <a:lnTo>
                    <a:pt x="7116275" y="3116972"/>
                  </a:lnTo>
                  <a:lnTo>
                    <a:pt x="7117130" y="3114266"/>
                  </a:lnTo>
                  <a:lnTo>
                    <a:pt x="7117986" y="3099350"/>
                  </a:lnTo>
                  <a:lnTo>
                    <a:pt x="7118841" y="3116972"/>
                  </a:lnTo>
                  <a:lnTo>
                    <a:pt x="7119697" y="3116972"/>
                  </a:lnTo>
                  <a:lnTo>
                    <a:pt x="7120552" y="3087669"/>
                  </a:lnTo>
                  <a:lnTo>
                    <a:pt x="7121408" y="3040360"/>
                  </a:lnTo>
                  <a:lnTo>
                    <a:pt x="7122263" y="3090168"/>
                  </a:lnTo>
                  <a:lnTo>
                    <a:pt x="7123119" y="3116972"/>
                  </a:lnTo>
                  <a:lnTo>
                    <a:pt x="7123975" y="3086886"/>
                  </a:lnTo>
                  <a:lnTo>
                    <a:pt x="7124830" y="3088098"/>
                  </a:lnTo>
                  <a:lnTo>
                    <a:pt x="7125686" y="3116972"/>
                  </a:lnTo>
                  <a:lnTo>
                    <a:pt x="7126541" y="3116972"/>
                  </a:lnTo>
                  <a:lnTo>
                    <a:pt x="7127397" y="3095708"/>
                  </a:lnTo>
                  <a:lnTo>
                    <a:pt x="7128252" y="3062328"/>
                  </a:lnTo>
                  <a:lnTo>
                    <a:pt x="7129108" y="3062328"/>
                  </a:lnTo>
                  <a:lnTo>
                    <a:pt x="7129963" y="3062328"/>
                  </a:lnTo>
                  <a:lnTo>
                    <a:pt x="7130819" y="3062328"/>
                  </a:lnTo>
                  <a:lnTo>
                    <a:pt x="7131674" y="3062328"/>
                  </a:lnTo>
                  <a:lnTo>
                    <a:pt x="7132530" y="3062328"/>
                  </a:lnTo>
                  <a:lnTo>
                    <a:pt x="7133385" y="3062328"/>
                  </a:lnTo>
                  <a:lnTo>
                    <a:pt x="7134241" y="3064944"/>
                  </a:lnTo>
                  <a:lnTo>
                    <a:pt x="7135096" y="3116424"/>
                  </a:lnTo>
                  <a:lnTo>
                    <a:pt x="7135952" y="3116972"/>
                  </a:lnTo>
                  <a:lnTo>
                    <a:pt x="7136807" y="3116972"/>
                  </a:lnTo>
                  <a:lnTo>
                    <a:pt x="7137663" y="3116972"/>
                  </a:lnTo>
                  <a:lnTo>
                    <a:pt x="7138518" y="3116972"/>
                  </a:lnTo>
                  <a:lnTo>
                    <a:pt x="7139374" y="3105936"/>
                  </a:lnTo>
                  <a:lnTo>
                    <a:pt x="7140230" y="3019364"/>
                  </a:lnTo>
                  <a:lnTo>
                    <a:pt x="7141085" y="2977252"/>
                  </a:lnTo>
                  <a:lnTo>
                    <a:pt x="7141941" y="2977252"/>
                  </a:lnTo>
                  <a:lnTo>
                    <a:pt x="7142796" y="2977253"/>
                  </a:lnTo>
                  <a:lnTo>
                    <a:pt x="7143652" y="2977253"/>
                  </a:lnTo>
                  <a:lnTo>
                    <a:pt x="7144507" y="3027238"/>
                  </a:lnTo>
                  <a:lnTo>
                    <a:pt x="7145363" y="3062328"/>
                  </a:lnTo>
                  <a:lnTo>
                    <a:pt x="7146218" y="3062328"/>
                  </a:lnTo>
                  <a:lnTo>
                    <a:pt x="7147074" y="3036030"/>
                  </a:lnTo>
                  <a:lnTo>
                    <a:pt x="7147929" y="2951616"/>
                  </a:lnTo>
                  <a:lnTo>
                    <a:pt x="7148785" y="2900929"/>
                  </a:lnTo>
                  <a:lnTo>
                    <a:pt x="7149640" y="2900929"/>
                  </a:lnTo>
                  <a:lnTo>
                    <a:pt x="7150496" y="2898060"/>
                  </a:lnTo>
                  <a:lnTo>
                    <a:pt x="7151351" y="2850325"/>
                  </a:lnTo>
                  <a:lnTo>
                    <a:pt x="7152207" y="2841175"/>
                  </a:lnTo>
                  <a:lnTo>
                    <a:pt x="7153062" y="2922417"/>
                  </a:lnTo>
                  <a:lnTo>
                    <a:pt x="7153918" y="2918316"/>
                  </a:lnTo>
                  <a:lnTo>
                    <a:pt x="7154773" y="2899894"/>
                  </a:lnTo>
                  <a:lnTo>
                    <a:pt x="7155629" y="2950300"/>
                  </a:lnTo>
                  <a:lnTo>
                    <a:pt x="7156485" y="3051945"/>
                  </a:lnTo>
                  <a:lnTo>
                    <a:pt x="7157340" y="3116972"/>
                  </a:lnTo>
                  <a:lnTo>
                    <a:pt x="7158196" y="3102370"/>
                  </a:lnTo>
                  <a:lnTo>
                    <a:pt x="7159051" y="3116972"/>
                  </a:lnTo>
                  <a:lnTo>
                    <a:pt x="7159907" y="3073571"/>
                  </a:lnTo>
                  <a:lnTo>
                    <a:pt x="7160762" y="2965463"/>
                  </a:lnTo>
                  <a:lnTo>
                    <a:pt x="7161618" y="2901922"/>
                  </a:lnTo>
                  <a:lnTo>
                    <a:pt x="7162473" y="2850463"/>
                  </a:lnTo>
                  <a:lnTo>
                    <a:pt x="7163329" y="2866708"/>
                  </a:lnTo>
                  <a:lnTo>
                    <a:pt x="7164184" y="2860349"/>
                  </a:lnTo>
                  <a:lnTo>
                    <a:pt x="7165040" y="2916762"/>
                  </a:lnTo>
                  <a:lnTo>
                    <a:pt x="7165895" y="2979397"/>
                  </a:lnTo>
                  <a:lnTo>
                    <a:pt x="7166751" y="2972234"/>
                  </a:lnTo>
                  <a:lnTo>
                    <a:pt x="7167606" y="3043264"/>
                  </a:lnTo>
                  <a:lnTo>
                    <a:pt x="7168462" y="3086762"/>
                  </a:lnTo>
                  <a:lnTo>
                    <a:pt x="7169317" y="3116972"/>
                  </a:lnTo>
                  <a:lnTo>
                    <a:pt x="7170173" y="3116972"/>
                  </a:lnTo>
                  <a:lnTo>
                    <a:pt x="7171029" y="3116972"/>
                  </a:lnTo>
                  <a:lnTo>
                    <a:pt x="7171884" y="3116972"/>
                  </a:lnTo>
                  <a:lnTo>
                    <a:pt x="7172740" y="3061711"/>
                  </a:lnTo>
                  <a:lnTo>
                    <a:pt x="7173595" y="2984810"/>
                  </a:lnTo>
                  <a:lnTo>
                    <a:pt x="7174451" y="2987111"/>
                  </a:lnTo>
                  <a:lnTo>
                    <a:pt x="7175306" y="2931035"/>
                  </a:lnTo>
                  <a:lnTo>
                    <a:pt x="7176162" y="2894549"/>
                  </a:lnTo>
                  <a:lnTo>
                    <a:pt x="7177017" y="2943961"/>
                  </a:lnTo>
                  <a:lnTo>
                    <a:pt x="7177873" y="2955195"/>
                  </a:lnTo>
                  <a:lnTo>
                    <a:pt x="7178728" y="2957235"/>
                  </a:lnTo>
                  <a:lnTo>
                    <a:pt x="7179584" y="2938632"/>
                  </a:lnTo>
                  <a:lnTo>
                    <a:pt x="7180439" y="3003176"/>
                  </a:lnTo>
                  <a:lnTo>
                    <a:pt x="7181295" y="3039278"/>
                  </a:lnTo>
                  <a:lnTo>
                    <a:pt x="7182150" y="3043197"/>
                  </a:lnTo>
                  <a:lnTo>
                    <a:pt x="7183006" y="3093266"/>
                  </a:lnTo>
                  <a:lnTo>
                    <a:pt x="7183861" y="3116972"/>
                  </a:lnTo>
                  <a:lnTo>
                    <a:pt x="7184717" y="3116972"/>
                  </a:lnTo>
                  <a:lnTo>
                    <a:pt x="7185572" y="3073867"/>
                  </a:lnTo>
                  <a:lnTo>
                    <a:pt x="7186428" y="3062328"/>
                  </a:lnTo>
                  <a:lnTo>
                    <a:pt x="7187284" y="3081642"/>
                  </a:lnTo>
                  <a:lnTo>
                    <a:pt x="7188139" y="3115037"/>
                  </a:lnTo>
                  <a:lnTo>
                    <a:pt x="7188995" y="3116972"/>
                  </a:lnTo>
                  <a:lnTo>
                    <a:pt x="7189850" y="3116972"/>
                  </a:lnTo>
                  <a:lnTo>
                    <a:pt x="7190706" y="3116972"/>
                  </a:lnTo>
                  <a:lnTo>
                    <a:pt x="7191561" y="3116972"/>
                  </a:lnTo>
                  <a:lnTo>
                    <a:pt x="7192417" y="3111122"/>
                  </a:lnTo>
                  <a:lnTo>
                    <a:pt x="7193272" y="3077726"/>
                  </a:lnTo>
                  <a:lnTo>
                    <a:pt x="7194128" y="3084244"/>
                  </a:lnTo>
                  <a:lnTo>
                    <a:pt x="7194983" y="3098332"/>
                  </a:lnTo>
                  <a:lnTo>
                    <a:pt x="7195839" y="3083235"/>
                  </a:lnTo>
                  <a:lnTo>
                    <a:pt x="7196694" y="3080724"/>
                  </a:lnTo>
                  <a:lnTo>
                    <a:pt x="7197550" y="3116972"/>
                  </a:lnTo>
                  <a:lnTo>
                    <a:pt x="7198405" y="3116972"/>
                  </a:lnTo>
                  <a:lnTo>
                    <a:pt x="7199261" y="3116972"/>
                  </a:lnTo>
                  <a:lnTo>
                    <a:pt x="7200116" y="3116972"/>
                  </a:lnTo>
                  <a:lnTo>
                    <a:pt x="7200972" y="3116972"/>
                  </a:lnTo>
                  <a:lnTo>
                    <a:pt x="7201827" y="3116972"/>
                  </a:lnTo>
                  <a:lnTo>
                    <a:pt x="7202683" y="3116972"/>
                  </a:lnTo>
                  <a:lnTo>
                    <a:pt x="7203539" y="3116972"/>
                  </a:lnTo>
                  <a:lnTo>
                    <a:pt x="7204394" y="3116972"/>
                  </a:lnTo>
                  <a:lnTo>
                    <a:pt x="7205250" y="3111494"/>
                  </a:lnTo>
                  <a:lnTo>
                    <a:pt x="7206105" y="3068356"/>
                  </a:lnTo>
                  <a:lnTo>
                    <a:pt x="7206961" y="3008266"/>
                  </a:lnTo>
                  <a:lnTo>
                    <a:pt x="7207816" y="2927959"/>
                  </a:lnTo>
                  <a:lnTo>
                    <a:pt x="7208672" y="2890305"/>
                  </a:lnTo>
                  <a:lnTo>
                    <a:pt x="7209527" y="2890305"/>
                  </a:lnTo>
                  <a:lnTo>
                    <a:pt x="7210383" y="2902347"/>
                  </a:lnTo>
                  <a:lnTo>
                    <a:pt x="7211238" y="2945487"/>
                  </a:lnTo>
                  <a:lnTo>
                    <a:pt x="7212094" y="3000170"/>
                  </a:lnTo>
                  <a:lnTo>
                    <a:pt x="7212949" y="3039387"/>
                  </a:lnTo>
                  <a:lnTo>
                    <a:pt x="7213805" y="3036270"/>
                  </a:lnTo>
                  <a:lnTo>
                    <a:pt x="7214660" y="2996298"/>
                  </a:lnTo>
                  <a:lnTo>
                    <a:pt x="7215516" y="2995656"/>
                  </a:lnTo>
                  <a:lnTo>
                    <a:pt x="7216371" y="2995657"/>
                  </a:lnTo>
                  <a:lnTo>
                    <a:pt x="7217227" y="2995659"/>
                  </a:lnTo>
                  <a:lnTo>
                    <a:pt x="7218083" y="3004549"/>
                  </a:lnTo>
                  <a:lnTo>
                    <a:pt x="7218938" y="3038740"/>
                  </a:lnTo>
                  <a:lnTo>
                    <a:pt x="7219794" y="3109755"/>
                  </a:lnTo>
                  <a:lnTo>
                    <a:pt x="7220649" y="3116972"/>
                  </a:lnTo>
                  <a:lnTo>
                    <a:pt x="7221505" y="3116972"/>
                  </a:lnTo>
                  <a:lnTo>
                    <a:pt x="7222360" y="3116972"/>
                  </a:lnTo>
                  <a:lnTo>
                    <a:pt x="7223216" y="3116972"/>
                  </a:lnTo>
                  <a:lnTo>
                    <a:pt x="7224071" y="3034966"/>
                  </a:lnTo>
                  <a:lnTo>
                    <a:pt x="7224927" y="2862270"/>
                  </a:lnTo>
                  <a:lnTo>
                    <a:pt x="7225782" y="2759554"/>
                  </a:lnTo>
                  <a:lnTo>
                    <a:pt x="7226638" y="2701942"/>
                  </a:lnTo>
                  <a:lnTo>
                    <a:pt x="7227493" y="2754126"/>
                  </a:lnTo>
                  <a:lnTo>
                    <a:pt x="7228349" y="2741293"/>
                  </a:lnTo>
                  <a:lnTo>
                    <a:pt x="7229204" y="2828528"/>
                  </a:lnTo>
                  <a:lnTo>
                    <a:pt x="7230060" y="2968173"/>
                  </a:lnTo>
                  <a:lnTo>
                    <a:pt x="7230915" y="3051953"/>
                  </a:lnTo>
                  <a:lnTo>
                    <a:pt x="7231771" y="3006549"/>
                  </a:lnTo>
                  <a:lnTo>
                    <a:pt x="7232626" y="2933330"/>
                  </a:lnTo>
                  <a:lnTo>
                    <a:pt x="7233482" y="2995364"/>
                  </a:lnTo>
                  <a:lnTo>
                    <a:pt x="7234338" y="3023907"/>
                  </a:lnTo>
                  <a:lnTo>
                    <a:pt x="7235193" y="3045184"/>
                  </a:lnTo>
                  <a:lnTo>
                    <a:pt x="7236049" y="3039475"/>
                  </a:lnTo>
                  <a:lnTo>
                    <a:pt x="7236904" y="3060211"/>
                  </a:lnTo>
                  <a:lnTo>
                    <a:pt x="7237760" y="3076402"/>
                  </a:lnTo>
                  <a:lnTo>
                    <a:pt x="7238615" y="3111750"/>
                  </a:lnTo>
                  <a:lnTo>
                    <a:pt x="7239471" y="3116972"/>
                  </a:lnTo>
                  <a:lnTo>
                    <a:pt x="7240326" y="3104028"/>
                  </a:lnTo>
                  <a:lnTo>
                    <a:pt x="7241182" y="3091433"/>
                  </a:lnTo>
                  <a:lnTo>
                    <a:pt x="7242037" y="3108254"/>
                  </a:lnTo>
                  <a:lnTo>
                    <a:pt x="7242893" y="3116972"/>
                  </a:lnTo>
                  <a:lnTo>
                    <a:pt x="7243748" y="3116972"/>
                  </a:lnTo>
                  <a:lnTo>
                    <a:pt x="7244604" y="3116972"/>
                  </a:lnTo>
                  <a:lnTo>
                    <a:pt x="7245459" y="3116972"/>
                  </a:lnTo>
                  <a:lnTo>
                    <a:pt x="7246315" y="3116972"/>
                  </a:lnTo>
                  <a:lnTo>
                    <a:pt x="7247170" y="3116972"/>
                  </a:lnTo>
                  <a:lnTo>
                    <a:pt x="7248026" y="3116972"/>
                  </a:lnTo>
                  <a:lnTo>
                    <a:pt x="7248881" y="3116972"/>
                  </a:lnTo>
                  <a:lnTo>
                    <a:pt x="7249737" y="3116972"/>
                  </a:lnTo>
                  <a:lnTo>
                    <a:pt x="7250593" y="3071977"/>
                  </a:lnTo>
                  <a:lnTo>
                    <a:pt x="7251448" y="3052967"/>
                  </a:lnTo>
                  <a:lnTo>
                    <a:pt x="7252304" y="3086856"/>
                  </a:lnTo>
                  <a:lnTo>
                    <a:pt x="7253159" y="3116972"/>
                  </a:lnTo>
                  <a:lnTo>
                    <a:pt x="7254015" y="3112132"/>
                  </a:lnTo>
                  <a:lnTo>
                    <a:pt x="7254870" y="3082029"/>
                  </a:lnTo>
                  <a:lnTo>
                    <a:pt x="7255726" y="3030351"/>
                  </a:lnTo>
                  <a:lnTo>
                    <a:pt x="7256581" y="2893480"/>
                  </a:lnTo>
                  <a:lnTo>
                    <a:pt x="7257437" y="2757766"/>
                  </a:lnTo>
                  <a:lnTo>
                    <a:pt x="7258292" y="2696914"/>
                  </a:lnTo>
                  <a:lnTo>
                    <a:pt x="7259148" y="2634597"/>
                  </a:lnTo>
                  <a:lnTo>
                    <a:pt x="7260003" y="2638116"/>
                  </a:lnTo>
                  <a:lnTo>
                    <a:pt x="7260859" y="2683090"/>
                  </a:lnTo>
                  <a:lnTo>
                    <a:pt x="7261714" y="2833448"/>
                  </a:lnTo>
                  <a:lnTo>
                    <a:pt x="7262570" y="2940145"/>
                  </a:lnTo>
                  <a:lnTo>
                    <a:pt x="7263425" y="2990792"/>
                  </a:lnTo>
                  <a:lnTo>
                    <a:pt x="7264281" y="3054114"/>
                  </a:lnTo>
                  <a:lnTo>
                    <a:pt x="7265137" y="3066903"/>
                  </a:lnTo>
                  <a:lnTo>
                    <a:pt x="7265992" y="3058809"/>
                  </a:lnTo>
                  <a:lnTo>
                    <a:pt x="7266848" y="3015242"/>
                  </a:lnTo>
                  <a:lnTo>
                    <a:pt x="7267703" y="2997265"/>
                  </a:lnTo>
                  <a:lnTo>
                    <a:pt x="7268559" y="2942682"/>
                  </a:lnTo>
                  <a:lnTo>
                    <a:pt x="7269414" y="2922716"/>
                  </a:lnTo>
                  <a:lnTo>
                    <a:pt x="7270270" y="2981378"/>
                  </a:lnTo>
                  <a:lnTo>
                    <a:pt x="7271125" y="3003114"/>
                  </a:lnTo>
                  <a:lnTo>
                    <a:pt x="7271981" y="2993731"/>
                  </a:lnTo>
                  <a:lnTo>
                    <a:pt x="7272836" y="3010501"/>
                  </a:lnTo>
                  <a:lnTo>
                    <a:pt x="7273692" y="3070353"/>
                  </a:lnTo>
                  <a:lnTo>
                    <a:pt x="7274547" y="3074191"/>
                  </a:lnTo>
                  <a:lnTo>
                    <a:pt x="7275403" y="3009251"/>
                  </a:lnTo>
                  <a:lnTo>
                    <a:pt x="7276258" y="2953166"/>
                  </a:lnTo>
                  <a:lnTo>
                    <a:pt x="7277114" y="2967163"/>
                  </a:lnTo>
                  <a:lnTo>
                    <a:pt x="7277969" y="2911805"/>
                  </a:lnTo>
                  <a:lnTo>
                    <a:pt x="7278825" y="2845910"/>
                  </a:lnTo>
                  <a:lnTo>
                    <a:pt x="7279680" y="2931277"/>
                  </a:lnTo>
                  <a:lnTo>
                    <a:pt x="7280536" y="3079957"/>
                  </a:lnTo>
                  <a:lnTo>
                    <a:pt x="7281392" y="3116972"/>
                  </a:lnTo>
                  <a:lnTo>
                    <a:pt x="7282247" y="3116972"/>
                  </a:lnTo>
                  <a:lnTo>
                    <a:pt x="7283103" y="3116972"/>
                  </a:lnTo>
                  <a:lnTo>
                    <a:pt x="7283958" y="3116972"/>
                  </a:lnTo>
                  <a:lnTo>
                    <a:pt x="7284814" y="3116972"/>
                  </a:lnTo>
                  <a:lnTo>
                    <a:pt x="7285669" y="3116972"/>
                  </a:lnTo>
                  <a:lnTo>
                    <a:pt x="7286525" y="3116972"/>
                  </a:lnTo>
                  <a:lnTo>
                    <a:pt x="7287380" y="3116972"/>
                  </a:lnTo>
                  <a:lnTo>
                    <a:pt x="7288236" y="3116972"/>
                  </a:lnTo>
                  <a:lnTo>
                    <a:pt x="7289091" y="3090369"/>
                  </a:lnTo>
                  <a:lnTo>
                    <a:pt x="7289947" y="3062328"/>
                  </a:lnTo>
                  <a:lnTo>
                    <a:pt x="7290802" y="3076566"/>
                  </a:lnTo>
                  <a:lnTo>
                    <a:pt x="7291658" y="3082942"/>
                  </a:lnTo>
                  <a:lnTo>
                    <a:pt x="7292513" y="3097141"/>
                  </a:lnTo>
                  <a:lnTo>
                    <a:pt x="7293369" y="3116972"/>
                  </a:lnTo>
                  <a:lnTo>
                    <a:pt x="7294224" y="3116972"/>
                  </a:lnTo>
                  <a:lnTo>
                    <a:pt x="7295080" y="3116972"/>
                  </a:lnTo>
                  <a:lnTo>
                    <a:pt x="7295935" y="3116972"/>
                  </a:lnTo>
                  <a:lnTo>
                    <a:pt x="7296791" y="3116972"/>
                  </a:lnTo>
                  <a:lnTo>
                    <a:pt x="7297647" y="3116972"/>
                  </a:lnTo>
                  <a:lnTo>
                    <a:pt x="7298502" y="3116972"/>
                  </a:lnTo>
                  <a:lnTo>
                    <a:pt x="7299358" y="3116972"/>
                  </a:lnTo>
                  <a:lnTo>
                    <a:pt x="7300213" y="3116972"/>
                  </a:lnTo>
                  <a:lnTo>
                    <a:pt x="7301069" y="3116972"/>
                  </a:lnTo>
                  <a:lnTo>
                    <a:pt x="7301924" y="3116972"/>
                  </a:lnTo>
                  <a:lnTo>
                    <a:pt x="7302780" y="3116972"/>
                  </a:lnTo>
                  <a:lnTo>
                    <a:pt x="7303635" y="3116972"/>
                  </a:lnTo>
                  <a:lnTo>
                    <a:pt x="7304491" y="3116972"/>
                  </a:lnTo>
                  <a:lnTo>
                    <a:pt x="7305346" y="3116972"/>
                  </a:lnTo>
                  <a:lnTo>
                    <a:pt x="7306202" y="3116972"/>
                  </a:lnTo>
                  <a:lnTo>
                    <a:pt x="7307057" y="3116972"/>
                  </a:lnTo>
                  <a:lnTo>
                    <a:pt x="7307913" y="3116972"/>
                  </a:lnTo>
                  <a:lnTo>
                    <a:pt x="7308768" y="3116972"/>
                  </a:lnTo>
                  <a:lnTo>
                    <a:pt x="7309624" y="3108100"/>
                  </a:lnTo>
                  <a:lnTo>
                    <a:pt x="7310479" y="3062328"/>
                  </a:lnTo>
                  <a:lnTo>
                    <a:pt x="7311335" y="3062328"/>
                  </a:lnTo>
                  <a:lnTo>
                    <a:pt x="7312190" y="3062328"/>
                  </a:lnTo>
                  <a:lnTo>
                    <a:pt x="7313046" y="3062328"/>
                  </a:lnTo>
                  <a:lnTo>
                    <a:pt x="7313902" y="3062328"/>
                  </a:lnTo>
                  <a:lnTo>
                    <a:pt x="7314757" y="3062328"/>
                  </a:lnTo>
                  <a:lnTo>
                    <a:pt x="7315613" y="3058283"/>
                  </a:lnTo>
                  <a:lnTo>
                    <a:pt x="7316468" y="3098362"/>
                  </a:lnTo>
                  <a:lnTo>
                    <a:pt x="7317324" y="3116972"/>
                  </a:lnTo>
                  <a:lnTo>
                    <a:pt x="7318179" y="3116972"/>
                  </a:lnTo>
                  <a:lnTo>
                    <a:pt x="7319035" y="3116972"/>
                  </a:lnTo>
                  <a:lnTo>
                    <a:pt x="7319890" y="3116972"/>
                  </a:lnTo>
                  <a:lnTo>
                    <a:pt x="7320746" y="3116972"/>
                  </a:lnTo>
                  <a:lnTo>
                    <a:pt x="7321601" y="3116972"/>
                  </a:lnTo>
                  <a:lnTo>
                    <a:pt x="7322457" y="3116972"/>
                  </a:lnTo>
                  <a:lnTo>
                    <a:pt x="7323312" y="3116972"/>
                  </a:lnTo>
                  <a:lnTo>
                    <a:pt x="7324168" y="3116972"/>
                  </a:lnTo>
                  <a:lnTo>
                    <a:pt x="7325023" y="3116972"/>
                  </a:lnTo>
                  <a:lnTo>
                    <a:pt x="7325879" y="3116972"/>
                  </a:lnTo>
                  <a:lnTo>
                    <a:pt x="7326734" y="3116972"/>
                  </a:lnTo>
                  <a:lnTo>
                    <a:pt x="7327590" y="3076984"/>
                  </a:lnTo>
                  <a:lnTo>
                    <a:pt x="7328446" y="3091560"/>
                  </a:lnTo>
                  <a:lnTo>
                    <a:pt x="7329301" y="3116972"/>
                  </a:lnTo>
                  <a:lnTo>
                    <a:pt x="7330157" y="3116972"/>
                  </a:lnTo>
                  <a:lnTo>
                    <a:pt x="7331012" y="3116972"/>
                  </a:lnTo>
                  <a:lnTo>
                    <a:pt x="7331868" y="3116972"/>
                  </a:lnTo>
                  <a:lnTo>
                    <a:pt x="7332723" y="3116972"/>
                  </a:lnTo>
                  <a:lnTo>
                    <a:pt x="7333579" y="3116972"/>
                  </a:lnTo>
                  <a:lnTo>
                    <a:pt x="7334434" y="3089369"/>
                  </a:lnTo>
                  <a:lnTo>
                    <a:pt x="7335290" y="3039168"/>
                  </a:lnTo>
                  <a:lnTo>
                    <a:pt x="7336145" y="3043160"/>
                  </a:lnTo>
                  <a:lnTo>
                    <a:pt x="7337001" y="3099708"/>
                  </a:lnTo>
                  <a:lnTo>
                    <a:pt x="7337856" y="3116972"/>
                  </a:lnTo>
                  <a:lnTo>
                    <a:pt x="7338712" y="3116972"/>
                  </a:lnTo>
                  <a:lnTo>
                    <a:pt x="7339567" y="3116972"/>
                  </a:lnTo>
                  <a:lnTo>
                    <a:pt x="7340423" y="3116972"/>
                  </a:lnTo>
                  <a:lnTo>
                    <a:pt x="7341278" y="3116972"/>
                  </a:lnTo>
                  <a:lnTo>
                    <a:pt x="7342134" y="3116972"/>
                  </a:lnTo>
                  <a:lnTo>
                    <a:pt x="7342989" y="3116972"/>
                  </a:lnTo>
                  <a:lnTo>
                    <a:pt x="7343845" y="3048808"/>
                  </a:lnTo>
                  <a:lnTo>
                    <a:pt x="7344701" y="3059602"/>
                  </a:lnTo>
                  <a:lnTo>
                    <a:pt x="7345556" y="3031209"/>
                  </a:lnTo>
                  <a:lnTo>
                    <a:pt x="7346412" y="2976727"/>
                  </a:lnTo>
                  <a:lnTo>
                    <a:pt x="7347267" y="2976727"/>
                  </a:lnTo>
                  <a:lnTo>
                    <a:pt x="7348123" y="2976728"/>
                  </a:lnTo>
                  <a:lnTo>
                    <a:pt x="7348978" y="2976728"/>
                  </a:lnTo>
                  <a:lnTo>
                    <a:pt x="7349834" y="2976729"/>
                  </a:lnTo>
                  <a:lnTo>
                    <a:pt x="7350689" y="3017422"/>
                  </a:lnTo>
                  <a:lnTo>
                    <a:pt x="7351545" y="3062328"/>
                  </a:lnTo>
                  <a:lnTo>
                    <a:pt x="7352400" y="3062328"/>
                  </a:lnTo>
                  <a:lnTo>
                    <a:pt x="7353256" y="3062328"/>
                  </a:lnTo>
                  <a:lnTo>
                    <a:pt x="7354111" y="3062328"/>
                  </a:lnTo>
                  <a:lnTo>
                    <a:pt x="7354967" y="3062328"/>
                  </a:lnTo>
                  <a:lnTo>
                    <a:pt x="7355822" y="3062328"/>
                  </a:lnTo>
                  <a:lnTo>
                    <a:pt x="7356678" y="3062328"/>
                  </a:lnTo>
                  <a:lnTo>
                    <a:pt x="7357533" y="3090565"/>
                  </a:lnTo>
                  <a:lnTo>
                    <a:pt x="7358389" y="3099175"/>
                  </a:lnTo>
                  <a:lnTo>
                    <a:pt x="7359244" y="3052954"/>
                  </a:lnTo>
                  <a:lnTo>
                    <a:pt x="7360100" y="3030776"/>
                  </a:lnTo>
                  <a:lnTo>
                    <a:pt x="7360956" y="3030777"/>
                  </a:lnTo>
                  <a:lnTo>
                    <a:pt x="7361811" y="3030778"/>
                  </a:lnTo>
                  <a:lnTo>
                    <a:pt x="7362667" y="3028586"/>
                  </a:lnTo>
                  <a:lnTo>
                    <a:pt x="7363522" y="3051177"/>
                  </a:lnTo>
                  <a:lnTo>
                    <a:pt x="7364378" y="3105595"/>
                  </a:lnTo>
                  <a:lnTo>
                    <a:pt x="7365233" y="3116972"/>
                  </a:lnTo>
                  <a:lnTo>
                    <a:pt x="7366089" y="3116972"/>
                  </a:lnTo>
                  <a:lnTo>
                    <a:pt x="7366944" y="3116972"/>
                  </a:lnTo>
                  <a:lnTo>
                    <a:pt x="7367800" y="3101732"/>
                  </a:lnTo>
                  <a:lnTo>
                    <a:pt x="7368655" y="3070527"/>
                  </a:lnTo>
                  <a:lnTo>
                    <a:pt x="7369511" y="3062328"/>
                  </a:lnTo>
                  <a:lnTo>
                    <a:pt x="7370366" y="3082813"/>
                  </a:lnTo>
                  <a:lnTo>
                    <a:pt x="7371222" y="3116972"/>
                  </a:lnTo>
                  <a:lnTo>
                    <a:pt x="7372077" y="3116972"/>
                  </a:lnTo>
                  <a:lnTo>
                    <a:pt x="7372933" y="3116972"/>
                  </a:lnTo>
                  <a:lnTo>
                    <a:pt x="7373788" y="3116972"/>
                  </a:lnTo>
                  <a:lnTo>
                    <a:pt x="7374644" y="3110436"/>
                  </a:lnTo>
                  <a:lnTo>
                    <a:pt x="7375500" y="3050653"/>
                  </a:lnTo>
                  <a:lnTo>
                    <a:pt x="7376355" y="2974597"/>
                  </a:lnTo>
                  <a:lnTo>
                    <a:pt x="7377211" y="2952250"/>
                  </a:lnTo>
                  <a:lnTo>
                    <a:pt x="7378066" y="2914151"/>
                  </a:lnTo>
                  <a:lnTo>
                    <a:pt x="7378922" y="2922192"/>
                  </a:lnTo>
                  <a:lnTo>
                    <a:pt x="7379777" y="2976991"/>
                  </a:lnTo>
                  <a:lnTo>
                    <a:pt x="7380633" y="3042638"/>
                  </a:lnTo>
                  <a:lnTo>
                    <a:pt x="7381488" y="3072720"/>
                  </a:lnTo>
                  <a:lnTo>
                    <a:pt x="7382344" y="3116972"/>
                  </a:lnTo>
                  <a:lnTo>
                    <a:pt x="7383199" y="3116972"/>
                  </a:lnTo>
                  <a:lnTo>
                    <a:pt x="7384055" y="3116972"/>
                  </a:lnTo>
                  <a:lnTo>
                    <a:pt x="7384910" y="3116972"/>
                  </a:lnTo>
                  <a:lnTo>
                    <a:pt x="7385766" y="3116972"/>
                  </a:lnTo>
                  <a:lnTo>
                    <a:pt x="7386621" y="3116972"/>
                  </a:lnTo>
                  <a:lnTo>
                    <a:pt x="7387477" y="3079092"/>
                  </a:lnTo>
                  <a:lnTo>
                    <a:pt x="7388332" y="3066252"/>
                  </a:lnTo>
                  <a:lnTo>
                    <a:pt x="7389188" y="3073893"/>
                  </a:lnTo>
                  <a:lnTo>
                    <a:pt x="7390043" y="3072530"/>
                  </a:lnTo>
                  <a:lnTo>
                    <a:pt x="7390899" y="3068146"/>
                  </a:lnTo>
                  <a:lnTo>
                    <a:pt x="7391755" y="3091226"/>
                  </a:lnTo>
                  <a:lnTo>
                    <a:pt x="7392610" y="3116972"/>
                  </a:lnTo>
                  <a:lnTo>
                    <a:pt x="7393466" y="3099498"/>
                  </a:lnTo>
                  <a:lnTo>
                    <a:pt x="7394321" y="3035190"/>
                  </a:lnTo>
                  <a:lnTo>
                    <a:pt x="7395177" y="2979885"/>
                  </a:lnTo>
                  <a:lnTo>
                    <a:pt x="7396032" y="2977441"/>
                  </a:lnTo>
                  <a:lnTo>
                    <a:pt x="7396888" y="2977441"/>
                  </a:lnTo>
                  <a:lnTo>
                    <a:pt x="7397743" y="2977441"/>
                  </a:lnTo>
                  <a:lnTo>
                    <a:pt x="7398599" y="2977441"/>
                  </a:lnTo>
                  <a:lnTo>
                    <a:pt x="7399454" y="3020575"/>
                  </a:lnTo>
                  <a:lnTo>
                    <a:pt x="7400310" y="3061654"/>
                  </a:lnTo>
                  <a:lnTo>
                    <a:pt x="7401165" y="3000858"/>
                  </a:lnTo>
                  <a:lnTo>
                    <a:pt x="7402021" y="2958088"/>
                  </a:lnTo>
                  <a:lnTo>
                    <a:pt x="7402876" y="2997257"/>
                  </a:lnTo>
                  <a:lnTo>
                    <a:pt x="7403732" y="3024080"/>
                  </a:lnTo>
                  <a:lnTo>
                    <a:pt x="7404587" y="3037532"/>
                  </a:lnTo>
                  <a:lnTo>
                    <a:pt x="7405443" y="3054548"/>
                  </a:lnTo>
                  <a:lnTo>
                    <a:pt x="7406298" y="3116972"/>
                  </a:lnTo>
                  <a:lnTo>
                    <a:pt x="7407154" y="3116972"/>
                  </a:lnTo>
                  <a:lnTo>
                    <a:pt x="7408010" y="3116972"/>
                  </a:lnTo>
                  <a:lnTo>
                    <a:pt x="7408865" y="3116972"/>
                  </a:lnTo>
                  <a:lnTo>
                    <a:pt x="7409721" y="3116972"/>
                  </a:lnTo>
                  <a:lnTo>
                    <a:pt x="7410576" y="3116972"/>
                  </a:lnTo>
                  <a:lnTo>
                    <a:pt x="7411432" y="3116972"/>
                  </a:lnTo>
                  <a:lnTo>
                    <a:pt x="7412287" y="3116972"/>
                  </a:lnTo>
                  <a:lnTo>
                    <a:pt x="7413143" y="3007751"/>
                  </a:lnTo>
                  <a:lnTo>
                    <a:pt x="7413998" y="2840335"/>
                  </a:lnTo>
                  <a:lnTo>
                    <a:pt x="7414854" y="2739421"/>
                  </a:lnTo>
                  <a:lnTo>
                    <a:pt x="7415709" y="2723178"/>
                  </a:lnTo>
                  <a:lnTo>
                    <a:pt x="7416565" y="2681596"/>
                  </a:lnTo>
                  <a:lnTo>
                    <a:pt x="7417420" y="2649761"/>
                  </a:lnTo>
                  <a:lnTo>
                    <a:pt x="7418276" y="2675618"/>
                  </a:lnTo>
                  <a:lnTo>
                    <a:pt x="7419131" y="2753031"/>
                  </a:lnTo>
                  <a:lnTo>
                    <a:pt x="7419987" y="2772264"/>
                  </a:lnTo>
                  <a:lnTo>
                    <a:pt x="7420842" y="2706116"/>
                  </a:lnTo>
                  <a:lnTo>
                    <a:pt x="7421698" y="2714067"/>
                  </a:lnTo>
                  <a:lnTo>
                    <a:pt x="7422554" y="2749139"/>
                  </a:lnTo>
                  <a:lnTo>
                    <a:pt x="7423409" y="2786478"/>
                  </a:lnTo>
                  <a:lnTo>
                    <a:pt x="7424265" y="2774573"/>
                  </a:lnTo>
                  <a:lnTo>
                    <a:pt x="7425120" y="2821700"/>
                  </a:lnTo>
                  <a:lnTo>
                    <a:pt x="7425976" y="2887618"/>
                  </a:lnTo>
                  <a:lnTo>
                    <a:pt x="7426831" y="2889310"/>
                  </a:lnTo>
                  <a:lnTo>
                    <a:pt x="7427687" y="2847160"/>
                  </a:lnTo>
                  <a:lnTo>
                    <a:pt x="7428542" y="2734612"/>
                  </a:lnTo>
                  <a:lnTo>
                    <a:pt x="7429398" y="2693272"/>
                  </a:lnTo>
                  <a:lnTo>
                    <a:pt x="7430253" y="2746454"/>
                  </a:lnTo>
                  <a:lnTo>
                    <a:pt x="7431109" y="2805593"/>
                  </a:lnTo>
                  <a:lnTo>
                    <a:pt x="7431964" y="2828248"/>
                  </a:lnTo>
                  <a:lnTo>
                    <a:pt x="7432820" y="2862752"/>
                  </a:lnTo>
                  <a:lnTo>
                    <a:pt x="7433675" y="2988168"/>
                  </a:lnTo>
                  <a:lnTo>
                    <a:pt x="7434531" y="3096628"/>
                  </a:lnTo>
                  <a:lnTo>
                    <a:pt x="7435386" y="3078002"/>
                  </a:lnTo>
                  <a:lnTo>
                    <a:pt x="7436242" y="3095001"/>
                  </a:lnTo>
                  <a:lnTo>
                    <a:pt x="7437097" y="3116972"/>
                  </a:lnTo>
                  <a:lnTo>
                    <a:pt x="7437953" y="3116972"/>
                  </a:lnTo>
                  <a:lnTo>
                    <a:pt x="7438809" y="3116972"/>
                  </a:lnTo>
                  <a:lnTo>
                    <a:pt x="7439664" y="3087841"/>
                  </a:lnTo>
                  <a:lnTo>
                    <a:pt x="7440520" y="3031467"/>
                  </a:lnTo>
                  <a:lnTo>
                    <a:pt x="7441375" y="2950960"/>
                  </a:lnTo>
                  <a:lnTo>
                    <a:pt x="7442231" y="2868665"/>
                  </a:lnTo>
                  <a:lnTo>
                    <a:pt x="7443086" y="2784421"/>
                  </a:lnTo>
                  <a:lnTo>
                    <a:pt x="7443942" y="2769246"/>
                  </a:lnTo>
                  <a:lnTo>
                    <a:pt x="7444797" y="2849768"/>
                  </a:lnTo>
                  <a:lnTo>
                    <a:pt x="7445653" y="2899289"/>
                  </a:lnTo>
                  <a:lnTo>
                    <a:pt x="7446508" y="2994504"/>
                  </a:lnTo>
                  <a:lnTo>
                    <a:pt x="7447364" y="3091614"/>
                  </a:lnTo>
                  <a:lnTo>
                    <a:pt x="7448219" y="3116972"/>
                  </a:lnTo>
                  <a:lnTo>
                    <a:pt x="7449075" y="3116972"/>
                  </a:lnTo>
                  <a:lnTo>
                    <a:pt x="7449930" y="3116972"/>
                  </a:lnTo>
                  <a:lnTo>
                    <a:pt x="7450786" y="3116972"/>
                  </a:lnTo>
                  <a:lnTo>
                    <a:pt x="7451641" y="3116972"/>
                  </a:lnTo>
                  <a:lnTo>
                    <a:pt x="7452497" y="3094412"/>
                  </a:lnTo>
                  <a:lnTo>
                    <a:pt x="7453352" y="2979062"/>
                  </a:lnTo>
                  <a:lnTo>
                    <a:pt x="7454208" y="2962653"/>
                  </a:lnTo>
                  <a:lnTo>
                    <a:pt x="7455064" y="2957130"/>
                  </a:lnTo>
                  <a:lnTo>
                    <a:pt x="7455919" y="2918609"/>
                  </a:lnTo>
                  <a:lnTo>
                    <a:pt x="7456775" y="2914103"/>
                  </a:lnTo>
                  <a:lnTo>
                    <a:pt x="7457630" y="2941626"/>
                  </a:lnTo>
                  <a:lnTo>
                    <a:pt x="7458486" y="3055682"/>
                  </a:lnTo>
                  <a:lnTo>
                    <a:pt x="7459341" y="3048718"/>
                  </a:lnTo>
                  <a:lnTo>
                    <a:pt x="7460197" y="3054242"/>
                  </a:lnTo>
                  <a:lnTo>
                    <a:pt x="7461052" y="3092765"/>
                  </a:lnTo>
                  <a:lnTo>
                    <a:pt x="7461908" y="3096630"/>
                  </a:lnTo>
                  <a:lnTo>
                    <a:pt x="7462763" y="3073463"/>
                  </a:lnTo>
                  <a:lnTo>
                    <a:pt x="7463619" y="3042708"/>
                  </a:lnTo>
                  <a:lnTo>
                    <a:pt x="7464474" y="3001607"/>
                  </a:lnTo>
                  <a:lnTo>
                    <a:pt x="7465330" y="2977140"/>
                  </a:lnTo>
                  <a:lnTo>
                    <a:pt x="7466185" y="2949383"/>
                  </a:lnTo>
                  <a:lnTo>
                    <a:pt x="7467041" y="2968649"/>
                  </a:lnTo>
                  <a:lnTo>
                    <a:pt x="7467896" y="3000889"/>
                  </a:lnTo>
                  <a:lnTo>
                    <a:pt x="7468752" y="3004646"/>
                  </a:lnTo>
                  <a:lnTo>
                    <a:pt x="7469608" y="3072835"/>
                  </a:lnTo>
                  <a:lnTo>
                    <a:pt x="7470463" y="3053589"/>
                  </a:lnTo>
                  <a:lnTo>
                    <a:pt x="7471319" y="2986734"/>
                  </a:lnTo>
                  <a:lnTo>
                    <a:pt x="7472174" y="2942254"/>
                  </a:lnTo>
                  <a:lnTo>
                    <a:pt x="7473030" y="2935010"/>
                  </a:lnTo>
                  <a:lnTo>
                    <a:pt x="7473885" y="2932398"/>
                  </a:lnTo>
                  <a:lnTo>
                    <a:pt x="7474741" y="2879601"/>
                  </a:lnTo>
                  <a:lnTo>
                    <a:pt x="7475596" y="2892474"/>
                  </a:lnTo>
                  <a:lnTo>
                    <a:pt x="7476452" y="2970413"/>
                  </a:lnTo>
                  <a:lnTo>
                    <a:pt x="7477307" y="2972638"/>
                  </a:lnTo>
                  <a:lnTo>
                    <a:pt x="7478163" y="2960602"/>
                  </a:lnTo>
                  <a:lnTo>
                    <a:pt x="7479018" y="3001752"/>
                  </a:lnTo>
                  <a:lnTo>
                    <a:pt x="7479874" y="3058415"/>
                  </a:lnTo>
                  <a:lnTo>
                    <a:pt x="7480729" y="3062754"/>
                  </a:lnTo>
                  <a:lnTo>
                    <a:pt x="7481585" y="3039638"/>
                  </a:lnTo>
                  <a:lnTo>
                    <a:pt x="7482440" y="3054805"/>
                  </a:lnTo>
                  <a:lnTo>
                    <a:pt x="7483296" y="3064895"/>
                  </a:lnTo>
                  <a:lnTo>
                    <a:pt x="7484151" y="3023743"/>
                  </a:lnTo>
                  <a:lnTo>
                    <a:pt x="7485007" y="2987578"/>
                  </a:lnTo>
                  <a:lnTo>
                    <a:pt x="7485863" y="3031900"/>
                  </a:lnTo>
                  <a:lnTo>
                    <a:pt x="7486718" y="3031426"/>
                  </a:lnTo>
                  <a:lnTo>
                    <a:pt x="7487574" y="2976151"/>
                  </a:lnTo>
                  <a:lnTo>
                    <a:pt x="7488429" y="2922360"/>
                  </a:lnTo>
                  <a:lnTo>
                    <a:pt x="7489285" y="2879434"/>
                  </a:lnTo>
                  <a:lnTo>
                    <a:pt x="7490140" y="2926027"/>
                  </a:lnTo>
                  <a:lnTo>
                    <a:pt x="7490996" y="2955598"/>
                  </a:lnTo>
                  <a:lnTo>
                    <a:pt x="7491851" y="2962742"/>
                  </a:lnTo>
                  <a:lnTo>
                    <a:pt x="7492707" y="2934674"/>
                  </a:lnTo>
                  <a:lnTo>
                    <a:pt x="7493562" y="2903241"/>
                  </a:lnTo>
                  <a:lnTo>
                    <a:pt x="7494418" y="2921382"/>
                  </a:lnTo>
                  <a:lnTo>
                    <a:pt x="7495273" y="2840783"/>
                  </a:lnTo>
                  <a:lnTo>
                    <a:pt x="7496129" y="2766674"/>
                  </a:lnTo>
                  <a:lnTo>
                    <a:pt x="7496984" y="2841928"/>
                  </a:lnTo>
                  <a:lnTo>
                    <a:pt x="7497840" y="3006070"/>
                  </a:lnTo>
                  <a:lnTo>
                    <a:pt x="7498695" y="3105732"/>
                  </a:lnTo>
                  <a:lnTo>
                    <a:pt x="7499551" y="3078645"/>
                  </a:lnTo>
                  <a:lnTo>
                    <a:pt x="7500406" y="3116972"/>
                  </a:lnTo>
                  <a:lnTo>
                    <a:pt x="7501262" y="3116972"/>
                  </a:lnTo>
                  <a:lnTo>
                    <a:pt x="7502118" y="3053563"/>
                  </a:lnTo>
                  <a:lnTo>
                    <a:pt x="7502973" y="2969755"/>
                  </a:lnTo>
                  <a:lnTo>
                    <a:pt x="7503829" y="2955319"/>
                  </a:lnTo>
                  <a:lnTo>
                    <a:pt x="7504684" y="2981698"/>
                  </a:lnTo>
                  <a:lnTo>
                    <a:pt x="7505540" y="2918488"/>
                  </a:lnTo>
                  <a:lnTo>
                    <a:pt x="7506395" y="2972499"/>
                  </a:lnTo>
                  <a:lnTo>
                    <a:pt x="7507251" y="3060736"/>
                  </a:lnTo>
                  <a:lnTo>
                    <a:pt x="7508106" y="3094544"/>
                  </a:lnTo>
                  <a:lnTo>
                    <a:pt x="7508962" y="3072031"/>
                  </a:lnTo>
                  <a:lnTo>
                    <a:pt x="7509817" y="3080587"/>
                  </a:lnTo>
                  <a:lnTo>
                    <a:pt x="7510673" y="3116972"/>
                  </a:lnTo>
                  <a:lnTo>
                    <a:pt x="7511528" y="3084050"/>
                  </a:lnTo>
                  <a:lnTo>
                    <a:pt x="7512384" y="3019101"/>
                  </a:lnTo>
                  <a:lnTo>
                    <a:pt x="7513239" y="2962689"/>
                  </a:lnTo>
                  <a:lnTo>
                    <a:pt x="7514095" y="2904968"/>
                  </a:lnTo>
                  <a:lnTo>
                    <a:pt x="7514950" y="2861872"/>
                  </a:lnTo>
                  <a:lnTo>
                    <a:pt x="7515806" y="2867603"/>
                  </a:lnTo>
                  <a:lnTo>
                    <a:pt x="7516662" y="2898675"/>
                  </a:lnTo>
                  <a:lnTo>
                    <a:pt x="7517517" y="2898045"/>
                  </a:lnTo>
                  <a:lnTo>
                    <a:pt x="7518373" y="2849569"/>
                  </a:lnTo>
                  <a:lnTo>
                    <a:pt x="7519228" y="2848962"/>
                  </a:lnTo>
                  <a:lnTo>
                    <a:pt x="7520084" y="2835648"/>
                  </a:lnTo>
                  <a:lnTo>
                    <a:pt x="7520939" y="2819108"/>
                  </a:lnTo>
                  <a:lnTo>
                    <a:pt x="7521795" y="2856125"/>
                  </a:lnTo>
                  <a:lnTo>
                    <a:pt x="7522650" y="2872879"/>
                  </a:lnTo>
                  <a:lnTo>
                    <a:pt x="7523506" y="2923726"/>
                  </a:lnTo>
                  <a:lnTo>
                    <a:pt x="7524361" y="2993093"/>
                  </a:lnTo>
                  <a:lnTo>
                    <a:pt x="7525217" y="3102693"/>
                  </a:lnTo>
                  <a:lnTo>
                    <a:pt x="7526072" y="3116972"/>
                  </a:lnTo>
                  <a:lnTo>
                    <a:pt x="7526928" y="3079966"/>
                  </a:lnTo>
                  <a:lnTo>
                    <a:pt x="7527783" y="3080844"/>
                  </a:lnTo>
                  <a:lnTo>
                    <a:pt x="7528639" y="3112554"/>
                  </a:lnTo>
                  <a:lnTo>
                    <a:pt x="7529494" y="3116972"/>
                  </a:lnTo>
                  <a:lnTo>
                    <a:pt x="7530350" y="3098600"/>
                  </a:lnTo>
                  <a:lnTo>
                    <a:pt x="7531205" y="3090700"/>
                  </a:lnTo>
                  <a:lnTo>
                    <a:pt x="7532061" y="3111053"/>
                  </a:lnTo>
                  <a:lnTo>
                    <a:pt x="7532917" y="3059256"/>
                  </a:lnTo>
                  <a:lnTo>
                    <a:pt x="7533772" y="3008710"/>
                  </a:lnTo>
                  <a:lnTo>
                    <a:pt x="7534628" y="2948161"/>
                  </a:lnTo>
                  <a:lnTo>
                    <a:pt x="7535483" y="2921604"/>
                  </a:lnTo>
                  <a:lnTo>
                    <a:pt x="7536339" y="2852491"/>
                  </a:lnTo>
                  <a:lnTo>
                    <a:pt x="7537194" y="2815982"/>
                  </a:lnTo>
                  <a:lnTo>
                    <a:pt x="7538050" y="2867782"/>
                  </a:lnTo>
                  <a:lnTo>
                    <a:pt x="7538905" y="2918328"/>
                  </a:lnTo>
                  <a:lnTo>
                    <a:pt x="7539761" y="2933933"/>
                  </a:lnTo>
                  <a:lnTo>
                    <a:pt x="7540616" y="2925610"/>
                  </a:lnTo>
                  <a:lnTo>
                    <a:pt x="7541472" y="2946244"/>
                  </a:lnTo>
                  <a:lnTo>
                    <a:pt x="7542327" y="2904417"/>
                  </a:lnTo>
                  <a:lnTo>
                    <a:pt x="7543183" y="2823807"/>
                  </a:lnTo>
                  <a:lnTo>
                    <a:pt x="7544038" y="2792594"/>
                  </a:lnTo>
                  <a:lnTo>
                    <a:pt x="7544894" y="2735398"/>
                  </a:lnTo>
                  <a:lnTo>
                    <a:pt x="7545749" y="2753691"/>
                  </a:lnTo>
                  <a:lnTo>
                    <a:pt x="7546605" y="2754518"/>
                  </a:lnTo>
                  <a:lnTo>
                    <a:pt x="7547460" y="2809036"/>
                  </a:lnTo>
                  <a:lnTo>
                    <a:pt x="7548316" y="2866216"/>
                  </a:lnTo>
                  <a:lnTo>
                    <a:pt x="7549172" y="2867681"/>
                  </a:lnTo>
                  <a:lnTo>
                    <a:pt x="7550027" y="2963708"/>
                  </a:lnTo>
                  <a:lnTo>
                    <a:pt x="7550883" y="3012343"/>
                  </a:lnTo>
                  <a:lnTo>
                    <a:pt x="7551738" y="3075843"/>
                  </a:lnTo>
                  <a:lnTo>
                    <a:pt x="7552594" y="3092018"/>
                  </a:lnTo>
                  <a:lnTo>
                    <a:pt x="7553449" y="3097115"/>
                  </a:lnTo>
                  <a:lnTo>
                    <a:pt x="7554305" y="3035602"/>
                  </a:lnTo>
                  <a:lnTo>
                    <a:pt x="7555160" y="2968058"/>
                  </a:lnTo>
                  <a:lnTo>
                    <a:pt x="7556016" y="2969742"/>
                  </a:lnTo>
                  <a:lnTo>
                    <a:pt x="7556871" y="2950881"/>
                  </a:lnTo>
                  <a:lnTo>
                    <a:pt x="7557727" y="2918694"/>
                  </a:lnTo>
                  <a:lnTo>
                    <a:pt x="7558582" y="2967075"/>
                  </a:lnTo>
                  <a:lnTo>
                    <a:pt x="7559438" y="3050857"/>
                  </a:lnTo>
                  <a:lnTo>
                    <a:pt x="7560293" y="3071507"/>
                  </a:lnTo>
                  <a:lnTo>
                    <a:pt x="7561149" y="3000724"/>
                  </a:lnTo>
                  <a:lnTo>
                    <a:pt x="7562004" y="2972736"/>
                  </a:lnTo>
                  <a:lnTo>
                    <a:pt x="7562860" y="2992217"/>
                  </a:lnTo>
                  <a:lnTo>
                    <a:pt x="7563715" y="2944251"/>
                  </a:lnTo>
                  <a:lnTo>
                    <a:pt x="7564571" y="2908310"/>
                  </a:lnTo>
                  <a:lnTo>
                    <a:pt x="7565427" y="2928285"/>
                  </a:lnTo>
                  <a:lnTo>
                    <a:pt x="7566282" y="3012373"/>
                  </a:lnTo>
                  <a:lnTo>
                    <a:pt x="7567138" y="3007259"/>
                  </a:lnTo>
                  <a:lnTo>
                    <a:pt x="7567993" y="2960391"/>
                  </a:lnTo>
                  <a:lnTo>
                    <a:pt x="7568849" y="2964946"/>
                  </a:lnTo>
                  <a:lnTo>
                    <a:pt x="7569704" y="2999469"/>
                  </a:lnTo>
                  <a:lnTo>
                    <a:pt x="7570560" y="2964804"/>
                  </a:lnTo>
                  <a:lnTo>
                    <a:pt x="7571415" y="2871882"/>
                  </a:lnTo>
                  <a:lnTo>
                    <a:pt x="7572271" y="2803512"/>
                  </a:lnTo>
                  <a:lnTo>
                    <a:pt x="7573126" y="2855375"/>
                  </a:lnTo>
                  <a:lnTo>
                    <a:pt x="7573982" y="2903862"/>
                  </a:lnTo>
                  <a:lnTo>
                    <a:pt x="7574837" y="2918068"/>
                  </a:lnTo>
                  <a:lnTo>
                    <a:pt x="7575693" y="2969065"/>
                  </a:lnTo>
                  <a:lnTo>
                    <a:pt x="7576548" y="3039306"/>
                  </a:lnTo>
                  <a:lnTo>
                    <a:pt x="7577404" y="3116972"/>
                  </a:lnTo>
                  <a:lnTo>
                    <a:pt x="7578259" y="3055660"/>
                  </a:lnTo>
                  <a:lnTo>
                    <a:pt x="7579115" y="3003022"/>
                  </a:lnTo>
                  <a:lnTo>
                    <a:pt x="7579971" y="3029093"/>
                  </a:lnTo>
                  <a:lnTo>
                    <a:pt x="7580826" y="3046963"/>
                  </a:lnTo>
                  <a:lnTo>
                    <a:pt x="7581682" y="2980289"/>
                  </a:lnTo>
                  <a:lnTo>
                    <a:pt x="7582537" y="2925429"/>
                  </a:lnTo>
                  <a:lnTo>
                    <a:pt x="7583393" y="2926408"/>
                  </a:lnTo>
                  <a:lnTo>
                    <a:pt x="7584248" y="2901968"/>
                  </a:lnTo>
                  <a:lnTo>
                    <a:pt x="7585104" y="2870588"/>
                  </a:lnTo>
                  <a:lnTo>
                    <a:pt x="7585959" y="2844393"/>
                  </a:lnTo>
                  <a:lnTo>
                    <a:pt x="7586815" y="2886414"/>
                  </a:lnTo>
                  <a:lnTo>
                    <a:pt x="7587670" y="2886136"/>
                  </a:lnTo>
                  <a:lnTo>
                    <a:pt x="7588526" y="2885432"/>
                  </a:lnTo>
                  <a:lnTo>
                    <a:pt x="7589381" y="2912618"/>
                  </a:lnTo>
                  <a:lnTo>
                    <a:pt x="7590237" y="2926673"/>
                  </a:lnTo>
                  <a:lnTo>
                    <a:pt x="7591092" y="2995836"/>
                  </a:lnTo>
                  <a:lnTo>
                    <a:pt x="7591948" y="3034982"/>
                  </a:lnTo>
                  <a:lnTo>
                    <a:pt x="7592803" y="3049336"/>
                  </a:lnTo>
                  <a:lnTo>
                    <a:pt x="7593659" y="3089461"/>
                  </a:lnTo>
                  <a:lnTo>
                    <a:pt x="7594514" y="3104233"/>
                  </a:lnTo>
                  <a:lnTo>
                    <a:pt x="7595370" y="3090178"/>
                  </a:lnTo>
                  <a:lnTo>
                    <a:pt x="7596226" y="3021017"/>
                  </a:lnTo>
                  <a:lnTo>
                    <a:pt x="7597081" y="2996355"/>
                  </a:lnTo>
                  <a:lnTo>
                    <a:pt x="7597937" y="3059031"/>
                  </a:lnTo>
                  <a:lnTo>
                    <a:pt x="7598792" y="3115558"/>
                  </a:lnTo>
                  <a:lnTo>
                    <a:pt x="7599648" y="3116972"/>
                  </a:lnTo>
                  <a:lnTo>
                    <a:pt x="7600503" y="3116972"/>
                  </a:lnTo>
                  <a:lnTo>
                    <a:pt x="7601359" y="3116972"/>
                  </a:lnTo>
                  <a:lnTo>
                    <a:pt x="7602214" y="3097700"/>
                  </a:lnTo>
                  <a:lnTo>
                    <a:pt x="7603070" y="3111551"/>
                  </a:lnTo>
                  <a:lnTo>
                    <a:pt x="7603925" y="3071026"/>
                  </a:lnTo>
                  <a:lnTo>
                    <a:pt x="7604781" y="3014026"/>
                  </a:lnTo>
                  <a:lnTo>
                    <a:pt x="7605636" y="3005055"/>
                  </a:lnTo>
                  <a:lnTo>
                    <a:pt x="7606492" y="3064299"/>
                  </a:lnTo>
                  <a:lnTo>
                    <a:pt x="7607347" y="3088886"/>
                  </a:lnTo>
                  <a:lnTo>
                    <a:pt x="7608203" y="3062328"/>
                  </a:lnTo>
                  <a:lnTo>
                    <a:pt x="7609058" y="3048574"/>
                  </a:lnTo>
                  <a:lnTo>
                    <a:pt x="7609914" y="3003700"/>
                  </a:lnTo>
                  <a:lnTo>
                    <a:pt x="7610769" y="2949785"/>
                  </a:lnTo>
                  <a:lnTo>
                    <a:pt x="7611625" y="2904158"/>
                  </a:lnTo>
                  <a:lnTo>
                    <a:pt x="7612481" y="2878487"/>
                  </a:lnTo>
                  <a:lnTo>
                    <a:pt x="7613336" y="2832985"/>
                  </a:lnTo>
                  <a:lnTo>
                    <a:pt x="7614192" y="2816030"/>
                  </a:lnTo>
                  <a:lnTo>
                    <a:pt x="7615047" y="2825630"/>
                  </a:lnTo>
                  <a:lnTo>
                    <a:pt x="7615903" y="2829714"/>
                  </a:lnTo>
                  <a:lnTo>
                    <a:pt x="7616758" y="2875017"/>
                  </a:lnTo>
                  <a:lnTo>
                    <a:pt x="7617614" y="2900689"/>
                  </a:lnTo>
                  <a:lnTo>
                    <a:pt x="7618469" y="2946190"/>
                  </a:lnTo>
                  <a:lnTo>
                    <a:pt x="7619325" y="2976898"/>
                  </a:lnTo>
                  <a:lnTo>
                    <a:pt x="7620180" y="3012174"/>
                  </a:lnTo>
                  <a:lnTo>
                    <a:pt x="7621036" y="3062005"/>
                  </a:lnTo>
                  <a:lnTo>
                    <a:pt x="7621891" y="3027356"/>
                  </a:lnTo>
                  <a:lnTo>
                    <a:pt x="7622747" y="2882672"/>
                  </a:lnTo>
                  <a:lnTo>
                    <a:pt x="7623602" y="2790464"/>
                  </a:lnTo>
                  <a:lnTo>
                    <a:pt x="7624458" y="2754267"/>
                  </a:lnTo>
                  <a:lnTo>
                    <a:pt x="7625313" y="2707302"/>
                  </a:lnTo>
                  <a:lnTo>
                    <a:pt x="7626169" y="2695543"/>
                  </a:lnTo>
                  <a:lnTo>
                    <a:pt x="7627025" y="2730516"/>
                  </a:lnTo>
                  <a:lnTo>
                    <a:pt x="7627880" y="2875200"/>
                  </a:lnTo>
                  <a:lnTo>
                    <a:pt x="7628736" y="2967407"/>
                  </a:lnTo>
                  <a:lnTo>
                    <a:pt x="7629591" y="3003605"/>
                  </a:lnTo>
                  <a:lnTo>
                    <a:pt x="7630447" y="3050569"/>
                  </a:lnTo>
                  <a:lnTo>
                    <a:pt x="7631302" y="3062328"/>
                  </a:lnTo>
                  <a:lnTo>
                    <a:pt x="7632158" y="3062328"/>
                  </a:lnTo>
                  <a:lnTo>
                    <a:pt x="7633013" y="3062328"/>
                  </a:lnTo>
                  <a:lnTo>
                    <a:pt x="7633869" y="3062328"/>
                  </a:lnTo>
                  <a:lnTo>
                    <a:pt x="7634724" y="3062328"/>
                  </a:lnTo>
                  <a:lnTo>
                    <a:pt x="7635580" y="3062328"/>
                  </a:lnTo>
                  <a:lnTo>
                    <a:pt x="7636435" y="3062328"/>
                  </a:lnTo>
                  <a:lnTo>
                    <a:pt x="7637291" y="3101864"/>
                  </a:lnTo>
                  <a:lnTo>
                    <a:pt x="7638146" y="3116972"/>
                  </a:lnTo>
                  <a:lnTo>
                    <a:pt x="7639002" y="3084545"/>
                  </a:lnTo>
                  <a:lnTo>
                    <a:pt x="7639857" y="3021761"/>
                  </a:lnTo>
                  <a:lnTo>
                    <a:pt x="7640713" y="3023663"/>
                  </a:lnTo>
                  <a:lnTo>
                    <a:pt x="7641568" y="3037465"/>
                  </a:lnTo>
                  <a:lnTo>
                    <a:pt x="7642424" y="2941751"/>
                  </a:lnTo>
                  <a:lnTo>
                    <a:pt x="7643280" y="2889647"/>
                  </a:lnTo>
                  <a:lnTo>
                    <a:pt x="7644135" y="2951117"/>
                  </a:lnTo>
                  <a:lnTo>
                    <a:pt x="7644991" y="3047297"/>
                  </a:lnTo>
                  <a:lnTo>
                    <a:pt x="7645846" y="3050799"/>
                  </a:lnTo>
                  <a:lnTo>
                    <a:pt x="7646702" y="3041257"/>
                  </a:lnTo>
                  <a:lnTo>
                    <a:pt x="7647557" y="3076913"/>
                  </a:lnTo>
                  <a:lnTo>
                    <a:pt x="7648413" y="3090442"/>
                  </a:lnTo>
                  <a:lnTo>
                    <a:pt x="7649268" y="3094401"/>
                  </a:lnTo>
                  <a:lnTo>
                    <a:pt x="7650124" y="3093852"/>
                  </a:lnTo>
                  <a:lnTo>
                    <a:pt x="7650979" y="3088855"/>
                  </a:lnTo>
                  <a:lnTo>
                    <a:pt x="7651835" y="3036887"/>
                  </a:lnTo>
                  <a:lnTo>
                    <a:pt x="7652690" y="2982854"/>
                  </a:lnTo>
                  <a:lnTo>
                    <a:pt x="7653546" y="3045355"/>
                  </a:lnTo>
                  <a:lnTo>
                    <a:pt x="7654401" y="3092048"/>
                  </a:lnTo>
                  <a:lnTo>
                    <a:pt x="7655257" y="3116972"/>
                  </a:lnTo>
                  <a:lnTo>
                    <a:pt x="7656112" y="3116972"/>
                  </a:lnTo>
                  <a:lnTo>
                    <a:pt x="7656968" y="3116972"/>
                  </a:lnTo>
                  <a:lnTo>
                    <a:pt x="7657823" y="3116972"/>
                  </a:lnTo>
                  <a:lnTo>
                    <a:pt x="7658679" y="3116972"/>
                  </a:lnTo>
                  <a:lnTo>
                    <a:pt x="7659535" y="3116972"/>
                  </a:lnTo>
                  <a:lnTo>
                    <a:pt x="7660390" y="3049176"/>
                  </a:lnTo>
                  <a:lnTo>
                    <a:pt x="7661246" y="3018595"/>
                  </a:lnTo>
                  <a:lnTo>
                    <a:pt x="7662101" y="2978457"/>
                  </a:lnTo>
                  <a:lnTo>
                    <a:pt x="7662957" y="2976926"/>
                  </a:lnTo>
                  <a:lnTo>
                    <a:pt x="7663812" y="3046944"/>
                  </a:lnTo>
                  <a:lnTo>
                    <a:pt x="7664668" y="3003623"/>
                  </a:lnTo>
                  <a:lnTo>
                    <a:pt x="7665523" y="2950277"/>
                  </a:lnTo>
                  <a:lnTo>
                    <a:pt x="7666379" y="2914153"/>
                  </a:lnTo>
                  <a:lnTo>
                    <a:pt x="7667234" y="2901623"/>
                  </a:lnTo>
                  <a:lnTo>
                    <a:pt x="7668090" y="2901624"/>
                  </a:lnTo>
                  <a:lnTo>
                    <a:pt x="7668945" y="2927577"/>
                  </a:lnTo>
                  <a:lnTo>
                    <a:pt x="7669801" y="3014905"/>
                  </a:lnTo>
                  <a:lnTo>
                    <a:pt x="7670656" y="3059599"/>
                  </a:lnTo>
                  <a:lnTo>
                    <a:pt x="7671512" y="3028856"/>
                  </a:lnTo>
                  <a:lnTo>
                    <a:pt x="7672367" y="3012924"/>
                  </a:lnTo>
                  <a:lnTo>
                    <a:pt x="7673223" y="2974711"/>
                  </a:lnTo>
                  <a:lnTo>
                    <a:pt x="7674079" y="2855449"/>
                  </a:lnTo>
                  <a:lnTo>
                    <a:pt x="7674934" y="2772654"/>
                  </a:lnTo>
                  <a:lnTo>
                    <a:pt x="7675790" y="2772655"/>
                  </a:lnTo>
                  <a:lnTo>
                    <a:pt x="7676645" y="2763151"/>
                  </a:lnTo>
                  <a:lnTo>
                    <a:pt x="7677501" y="2736393"/>
                  </a:lnTo>
                  <a:lnTo>
                    <a:pt x="7678356" y="2774608"/>
                  </a:lnTo>
                  <a:lnTo>
                    <a:pt x="7679212" y="2893869"/>
                  </a:lnTo>
                  <a:lnTo>
                    <a:pt x="7680067" y="2976664"/>
                  </a:lnTo>
                  <a:lnTo>
                    <a:pt x="7680923" y="2981975"/>
                  </a:lnTo>
                  <a:lnTo>
                    <a:pt x="7681778" y="3058345"/>
                  </a:lnTo>
                  <a:lnTo>
                    <a:pt x="7682634" y="3116972"/>
                  </a:lnTo>
                  <a:lnTo>
                    <a:pt x="7683489" y="3102236"/>
                  </a:lnTo>
                  <a:lnTo>
                    <a:pt x="7684345" y="3087604"/>
                  </a:lnTo>
                  <a:lnTo>
                    <a:pt x="7685200" y="3085402"/>
                  </a:lnTo>
                  <a:lnTo>
                    <a:pt x="7686056" y="3088735"/>
                  </a:lnTo>
                  <a:lnTo>
                    <a:pt x="7686911" y="3088734"/>
                  </a:lnTo>
                  <a:lnTo>
                    <a:pt x="7687767" y="3087468"/>
                  </a:lnTo>
                  <a:lnTo>
                    <a:pt x="7688622" y="3102310"/>
                  </a:lnTo>
                  <a:lnTo>
                    <a:pt x="7689478" y="3116944"/>
                  </a:lnTo>
                  <a:lnTo>
                    <a:pt x="7690334" y="3086392"/>
                  </a:lnTo>
                  <a:lnTo>
                    <a:pt x="7691189" y="2954841"/>
                  </a:lnTo>
                  <a:lnTo>
                    <a:pt x="7692045" y="2825510"/>
                  </a:lnTo>
                  <a:lnTo>
                    <a:pt x="7692900" y="2803179"/>
                  </a:lnTo>
                  <a:lnTo>
                    <a:pt x="7693756" y="2810666"/>
                  </a:lnTo>
                  <a:lnTo>
                    <a:pt x="7694611" y="2870256"/>
                  </a:lnTo>
                  <a:lnTo>
                    <a:pt x="7695467" y="2961337"/>
                  </a:lnTo>
                  <a:lnTo>
                    <a:pt x="7696322" y="3047134"/>
                  </a:lnTo>
                  <a:lnTo>
                    <a:pt x="7697178" y="3094734"/>
                  </a:lnTo>
                  <a:lnTo>
                    <a:pt x="7698033" y="3099621"/>
                  </a:lnTo>
                  <a:lnTo>
                    <a:pt x="7698889" y="3110826"/>
                  </a:lnTo>
                  <a:lnTo>
                    <a:pt x="7699744" y="3063159"/>
                  </a:lnTo>
                  <a:lnTo>
                    <a:pt x="7700600" y="2984811"/>
                  </a:lnTo>
                  <a:lnTo>
                    <a:pt x="7701455" y="3022177"/>
                  </a:lnTo>
                  <a:lnTo>
                    <a:pt x="7702311" y="3069644"/>
                  </a:lnTo>
                  <a:lnTo>
                    <a:pt x="7703166" y="2957139"/>
                  </a:lnTo>
                  <a:lnTo>
                    <a:pt x="7704022" y="2837895"/>
                  </a:lnTo>
                  <a:lnTo>
                    <a:pt x="7704877" y="2834484"/>
                  </a:lnTo>
                  <a:lnTo>
                    <a:pt x="7705733" y="2840095"/>
                  </a:lnTo>
                  <a:lnTo>
                    <a:pt x="7706589" y="2753217"/>
                  </a:lnTo>
                  <a:lnTo>
                    <a:pt x="7707444" y="2681135"/>
                  </a:lnTo>
                  <a:lnTo>
                    <a:pt x="7708300" y="2771467"/>
                  </a:lnTo>
                  <a:lnTo>
                    <a:pt x="7709155" y="2857735"/>
                  </a:lnTo>
                  <a:lnTo>
                    <a:pt x="7710011" y="2783076"/>
                  </a:lnTo>
                  <a:lnTo>
                    <a:pt x="7710866" y="2723137"/>
                  </a:lnTo>
                  <a:lnTo>
                    <a:pt x="7711722" y="2794706"/>
                  </a:lnTo>
                  <a:lnTo>
                    <a:pt x="7712577" y="2860875"/>
                  </a:lnTo>
                  <a:lnTo>
                    <a:pt x="7713433" y="2881705"/>
                  </a:lnTo>
                  <a:lnTo>
                    <a:pt x="7714288" y="2918018"/>
                  </a:lnTo>
                  <a:lnTo>
                    <a:pt x="7715144" y="2905249"/>
                  </a:lnTo>
                  <a:lnTo>
                    <a:pt x="7715999" y="2905477"/>
                  </a:lnTo>
                  <a:lnTo>
                    <a:pt x="7716855" y="2920528"/>
                  </a:lnTo>
                  <a:lnTo>
                    <a:pt x="7717710" y="2922889"/>
                  </a:lnTo>
                  <a:lnTo>
                    <a:pt x="7718566" y="2896790"/>
                  </a:lnTo>
                  <a:lnTo>
                    <a:pt x="7719421" y="2850872"/>
                  </a:lnTo>
                  <a:lnTo>
                    <a:pt x="7720277" y="2899681"/>
                  </a:lnTo>
                  <a:lnTo>
                    <a:pt x="7721133" y="2971801"/>
                  </a:lnTo>
                  <a:lnTo>
                    <a:pt x="7721988" y="2971801"/>
                  </a:lnTo>
                  <a:lnTo>
                    <a:pt x="7722844" y="2976225"/>
                  </a:lnTo>
                  <a:lnTo>
                    <a:pt x="7723699" y="3006327"/>
                  </a:lnTo>
                  <a:lnTo>
                    <a:pt x="7724555" y="3041985"/>
                  </a:lnTo>
                  <a:lnTo>
                    <a:pt x="7725410" y="3101392"/>
                  </a:lnTo>
                  <a:lnTo>
                    <a:pt x="7726266" y="3116972"/>
                  </a:lnTo>
                  <a:lnTo>
                    <a:pt x="7727121" y="3116972"/>
                  </a:lnTo>
                  <a:lnTo>
                    <a:pt x="7727977" y="3116972"/>
                  </a:lnTo>
                  <a:lnTo>
                    <a:pt x="7728832" y="3116972"/>
                  </a:lnTo>
                  <a:lnTo>
                    <a:pt x="7729688" y="3116972"/>
                  </a:lnTo>
                  <a:lnTo>
                    <a:pt x="7730543" y="3116972"/>
                  </a:lnTo>
                  <a:lnTo>
                    <a:pt x="7731399" y="3116972"/>
                  </a:lnTo>
                  <a:lnTo>
                    <a:pt x="7732254" y="3116972"/>
                  </a:lnTo>
                  <a:lnTo>
                    <a:pt x="7733110" y="3071123"/>
                  </a:lnTo>
                  <a:lnTo>
                    <a:pt x="7733965" y="3024330"/>
                  </a:lnTo>
                  <a:lnTo>
                    <a:pt x="7734821" y="2980551"/>
                  </a:lnTo>
                  <a:lnTo>
                    <a:pt x="7735676" y="2907881"/>
                  </a:lnTo>
                  <a:lnTo>
                    <a:pt x="7736532" y="2840073"/>
                  </a:lnTo>
                  <a:lnTo>
                    <a:pt x="7737388" y="2823081"/>
                  </a:lnTo>
                  <a:lnTo>
                    <a:pt x="7738243" y="2859224"/>
                  </a:lnTo>
                  <a:lnTo>
                    <a:pt x="7739099" y="2873275"/>
                  </a:lnTo>
                  <a:lnTo>
                    <a:pt x="7739954" y="2863326"/>
                  </a:lnTo>
                  <a:lnTo>
                    <a:pt x="7740810" y="2830040"/>
                  </a:lnTo>
                  <a:lnTo>
                    <a:pt x="7741665" y="2829292"/>
                  </a:lnTo>
                  <a:lnTo>
                    <a:pt x="7742521" y="2912565"/>
                  </a:lnTo>
                  <a:lnTo>
                    <a:pt x="7743376" y="2952496"/>
                  </a:lnTo>
                  <a:lnTo>
                    <a:pt x="7744232" y="2952498"/>
                  </a:lnTo>
                  <a:lnTo>
                    <a:pt x="7745087" y="3009560"/>
                  </a:lnTo>
                  <a:lnTo>
                    <a:pt x="7745943" y="3116972"/>
                  </a:lnTo>
                  <a:lnTo>
                    <a:pt x="7746798" y="3116972"/>
                  </a:lnTo>
                  <a:lnTo>
                    <a:pt x="7747654" y="3116972"/>
                  </a:lnTo>
                  <a:lnTo>
                    <a:pt x="7748509" y="3116972"/>
                  </a:lnTo>
                  <a:lnTo>
                    <a:pt x="7749365" y="3057583"/>
                  </a:lnTo>
                  <a:lnTo>
                    <a:pt x="7750220" y="2972100"/>
                  </a:lnTo>
                  <a:lnTo>
                    <a:pt x="7751076" y="3009087"/>
                  </a:lnTo>
                  <a:lnTo>
                    <a:pt x="7751931" y="3077368"/>
                  </a:lnTo>
                  <a:lnTo>
                    <a:pt x="7752787" y="3065505"/>
                  </a:lnTo>
                  <a:lnTo>
                    <a:pt x="7753643" y="3019708"/>
                  </a:lnTo>
                  <a:lnTo>
                    <a:pt x="7754498" y="3090956"/>
                  </a:lnTo>
                  <a:lnTo>
                    <a:pt x="7755354" y="3116972"/>
                  </a:lnTo>
                  <a:lnTo>
                    <a:pt x="7756209" y="3058295"/>
                  </a:lnTo>
                  <a:lnTo>
                    <a:pt x="7757065" y="2906217"/>
                  </a:lnTo>
                  <a:lnTo>
                    <a:pt x="7757920" y="2888640"/>
                  </a:lnTo>
                  <a:lnTo>
                    <a:pt x="7758776" y="2902666"/>
                  </a:lnTo>
                  <a:lnTo>
                    <a:pt x="7759631" y="2856523"/>
                  </a:lnTo>
                  <a:lnTo>
                    <a:pt x="7760487" y="2766894"/>
                  </a:lnTo>
                  <a:lnTo>
                    <a:pt x="7761342" y="2660851"/>
                  </a:lnTo>
                  <a:lnTo>
                    <a:pt x="7762198" y="2675662"/>
                  </a:lnTo>
                  <a:lnTo>
                    <a:pt x="7763053" y="2652860"/>
                  </a:lnTo>
                  <a:lnTo>
                    <a:pt x="7763909" y="2614859"/>
                  </a:lnTo>
                  <a:lnTo>
                    <a:pt x="7764764" y="2612648"/>
                  </a:lnTo>
                  <a:lnTo>
                    <a:pt x="7765620" y="2574575"/>
                  </a:lnTo>
                  <a:lnTo>
                    <a:pt x="7766475" y="2605827"/>
                  </a:lnTo>
                  <a:lnTo>
                    <a:pt x="7767331" y="2617882"/>
                  </a:lnTo>
                  <a:lnTo>
                    <a:pt x="7768186" y="2638243"/>
                  </a:lnTo>
                  <a:lnTo>
                    <a:pt x="7769042" y="2655474"/>
                  </a:lnTo>
                  <a:lnTo>
                    <a:pt x="7769898" y="2663764"/>
                  </a:lnTo>
                  <a:lnTo>
                    <a:pt x="7770753" y="2779125"/>
                  </a:lnTo>
                  <a:lnTo>
                    <a:pt x="7771609" y="2881932"/>
                  </a:lnTo>
                  <a:lnTo>
                    <a:pt x="7772464" y="2952647"/>
                  </a:lnTo>
                  <a:lnTo>
                    <a:pt x="7773320" y="2958089"/>
                  </a:lnTo>
                  <a:lnTo>
                    <a:pt x="7774175" y="2987698"/>
                  </a:lnTo>
                  <a:lnTo>
                    <a:pt x="7775031" y="3018425"/>
                  </a:lnTo>
                  <a:lnTo>
                    <a:pt x="7775886" y="3017683"/>
                  </a:lnTo>
                  <a:lnTo>
                    <a:pt x="7776742" y="2978045"/>
                  </a:lnTo>
                  <a:lnTo>
                    <a:pt x="7777597" y="2906806"/>
                  </a:lnTo>
                  <a:lnTo>
                    <a:pt x="7778453" y="2842895"/>
                  </a:lnTo>
                  <a:lnTo>
                    <a:pt x="7779308" y="2844684"/>
                  </a:lnTo>
                  <a:lnTo>
                    <a:pt x="7780164" y="2863627"/>
                  </a:lnTo>
                  <a:lnTo>
                    <a:pt x="7781019" y="2857527"/>
                  </a:lnTo>
                  <a:lnTo>
                    <a:pt x="7781875" y="2826392"/>
                  </a:lnTo>
                  <a:lnTo>
                    <a:pt x="7782730" y="2807945"/>
                  </a:lnTo>
                  <a:lnTo>
                    <a:pt x="7783586" y="2928593"/>
                  </a:lnTo>
                  <a:lnTo>
                    <a:pt x="7784442" y="2957495"/>
                  </a:lnTo>
                  <a:lnTo>
                    <a:pt x="7785297" y="2913561"/>
                  </a:lnTo>
                  <a:lnTo>
                    <a:pt x="7786153" y="2911436"/>
                  </a:lnTo>
                  <a:lnTo>
                    <a:pt x="7787008" y="2966722"/>
                  </a:lnTo>
                  <a:lnTo>
                    <a:pt x="7787864" y="2997407"/>
                  </a:lnTo>
                  <a:lnTo>
                    <a:pt x="7788719" y="2966680"/>
                  </a:lnTo>
                  <a:lnTo>
                    <a:pt x="7789575" y="2931991"/>
                  </a:lnTo>
                  <a:lnTo>
                    <a:pt x="7790430" y="2869159"/>
                  </a:lnTo>
                  <a:lnTo>
                    <a:pt x="7791286" y="2838746"/>
                  </a:lnTo>
                  <a:lnTo>
                    <a:pt x="7792141" y="2897796"/>
                  </a:lnTo>
                  <a:lnTo>
                    <a:pt x="7792997" y="2925299"/>
                  </a:lnTo>
                  <a:lnTo>
                    <a:pt x="7793852" y="2855838"/>
                  </a:lnTo>
                  <a:lnTo>
                    <a:pt x="7794708" y="2817336"/>
                  </a:lnTo>
                  <a:lnTo>
                    <a:pt x="7795563" y="2870749"/>
                  </a:lnTo>
                  <a:lnTo>
                    <a:pt x="7796419" y="2824485"/>
                  </a:lnTo>
                  <a:lnTo>
                    <a:pt x="7797274" y="2698077"/>
                  </a:lnTo>
                  <a:lnTo>
                    <a:pt x="7798130" y="2585447"/>
                  </a:lnTo>
                  <a:lnTo>
                    <a:pt x="7798985" y="2613858"/>
                  </a:lnTo>
                  <a:lnTo>
                    <a:pt x="7799841" y="2669306"/>
                  </a:lnTo>
                  <a:lnTo>
                    <a:pt x="7800697" y="2635372"/>
                  </a:lnTo>
                  <a:lnTo>
                    <a:pt x="7801552" y="2651757"/>
                  </a:lnTo>
                  <a:lnTo>
                    <a:pt x="7802408" y="2735415"/>
                  </a:lnTo>
                  <a:lnTo>
                    <a:pt x="7803263" y="2746921"/>
                  </a:lnTo>
                  <a:lnTo>
                    <a:pt x="7804119" y="2646736"/>
                  </a:lnTo>
                  <a:lnTo>
                    <a:pt x="7804974" y="2619291"/>
                  </a:lnTo>
                  <a:lnTo>
                    <a:pt x="7805830" y="2687636"/>
                  </a:lnTo>
                  <a:lnTo>
                    <a:pt x="7806685" y="2763337"/>
                  </a:lnTo>
                  <a:lnTo>
                    <a:pt x="7807541" y="2783730"/>
                  </a:lnTo>
                  <a:lnTo>
                    <a:pt x="7808396" y="2860575"/>
                  </a:lnTo>
                  <a:lnTo>
                    <a:pt x="7809252" y="2882856"/>
                  </a:lnTo>
                  <a:lnTo>
                    <a:pt x="7810107" y="2850306"/>
                  </a:lnTo>
                  <a:lnTo>
                    <a:pt x="7810963" y="2800095"/>
                  </a:lnTo>
                  <a:lnTo>
                    <a:pt x="7811818" y="2756254"/>
                  </a:lnTo>
                  <a:lnTo>
                    <a:pt x="7812674" y="2692542"/>
                  </a:lnTo>
                  <a:lnTo>
                    <a:pt x="7813529" y="2705337"/>
                  </a:lnTo>
                  <a:lnTo>
                    <a:pt x="7814385" y="2784963"/>
                  </a:lnTo>
                  <a:lnTo>
                    <a:pt x="7815240" y="2779415"/>
                  </a:lnTo>
                  <a:lnTo>
                    <a:pt x="7816096" y="2720085"/>
                  </a:lnTo>
                  <a:lnTo>
                    <a:pt x="7816952" y="2723866"/>
                  </a:lnTo>
                  <a:lnTo>
                    <a:pt x="7817807" y="2731232"/>
                  </a:lnTo>
                  <a:lnTo>
                    <a:pt x="7818663" y="2733619"/>
                  </a:lnTo>
                  <a:lnTo>
                    <a:pt x="7819518" y="2790030"/>
                  </a:lnTo>
                  <a:lnTo>
                    <a:pt x="7820374" y="2922325"/>
                  </a:lnTo>
                  <a:lnTo>
                    <a:pt x="7821229" y="3025141"/>
                  </a:lnTo>
                  <a:lnTo>
                    <a:pt x="7822085" y="2981338"/>
                  </a:lnTo>
                  <a:lnTo>
                    <a:pt x="7822940" y="2993739"/>
                  </a:lnTo>
                  <a:lnTo>
                    <a:pt x="7823796" y="3030174"/>
                  </a:lnTo>
                  <a:lnTo>
                    <a:pt x="7824651" y="2958662"/>
                  </a:lnTo>
                  <a:lnTo>
                    <a:pt x="7825507" y="2892694"/>
                  </a:lnTo>
                  <a:lnTo>
                    <a:pt x="7826362" y="2873567"/>
                  </a:lnTo>
                  <a:lnTo>
                    <a:pt x="7827218" y="2912324"/>
                  </a:lnTo>
                  <a:lnTo>
                    <a:pt x="7828073" y="2925198"/>
                  </a:lnTo>
                  <a:lnTo>
                    <a:pt x="7828929" y="2857675"/>
                  </a:lnTo>
                  <a:lnTo>
                    <a:pt x="7829784" y="2773741"/>
                  </a:lnTo>
                  <a:lnTo>
                    <a:pt x="7830640" y="2648453"/>
                  </a:lnTo>
                  <a:lnTo>
                    <a:pt x="7831496" y="2546051"/>
                  </a:lnTo>
                  <a:lnTo>
                    <a:pt x="7832351" y="2471443"/>
                  </a:lnTo>
                  <a:lnTo>
                    <a:pt x="7833207" y="2410299"/>
                  </a:lnTo>
                  <a:lnTo>
                    <a:pt x="7834062" y="2434220"/>
                  </a:lnTo>
                  <a:lnTo>
                    <a:pt x="7834918" y="2580075"/>
                  </a:lnTo>
                  <a:lnTo>
                    <a:pt x="7835773" y="2709659"/>
                  </a:lnTo>
                  <a:lnTo>
                    <a:pt x="7836629" y="2777496"/>
                  </a:lnTo>
                  <a:lnTo>
                    <a:pt x="7837484" y="2854496"/>
                  </a:lnTo>
                  <a:lnTo>
                    <a:pt x="7838340" y="2835085"/>
                  </a:lnTo>
                  <a:lnTo>
                    <a:pt x="7839195" y="2810681"/>
                  </a:lnTo>
                  <a:lnTo>
                    <a:pt x="7840051" y="2788351"/>
                  </a:lnTo>
                  <a:lnTo>
                    <a:pt x="7840906" y="2766307"/>
                  </a:lnTo>
                  <a:lnTo>
                    <a:pt x="7841762" y="2705993"/>
                  </a:lnTo>
                  <a:lnTo>
                    <a:pt x="7842617" y="2640632"/>
                  </a:lnTo>
                  <a:lnTo>
                    <a:pt x="7843473" y="2551380"/>
                  </a:lnTo>
                  <a:lnTo>
                    <a:pt x="7844328" y="2413153"/>
                  </a:lnTo>
                  <a:lnTo>
                    <a:pt x="7845184" y="2279714"/>
                  </a:lnTo>
                  <a:lnTo>
                    <a:pt x="7846039" y="2083649"/>
                  </a:lnTo>
                  <a:lnTo>
                    <a:pt x="7846895" y="1934084"/>
                  </a:lnTo>
                  <a:lnTo>
                    <a:pt x="7847751" y="1804439"/>
                  </a:lnTo>
                  <a:lnTo>
                    <a:pt x="7848606" y="1784743"/>
                  </a:lnTo>
                  <a:lnTo>
                    <a:pt x="7849462" y="1880050"/>
                  </a:lnTo>
                  <a:lnTo>
                    <a:pt x="7850317" y="1910126"/>
                  </a:lnTo>
                  <a:lnTo>
                    <a:pt x="7851173" y="1962175"/>
                  </a:lnTo>
                  <a:lnTo>
                    <a:pt x="7852028" y="2051265"/>
                  </a:lnTo>
                  <a:lnTo>
                    <a:pt x="7852884" y="2143242"/>
                  </a:lnTo>
                  <a:lnTo>
                    <a:pt x="7853739" y="2271539"/>
                  </a:lnTo>
                  <a:lnTo>
                    <a:pt x="7854595" y="2236755"/>
                  </a:lnTo>
                  <a:lnTo>
                    <a:pt x="7855450" y="2220682"/>
                  </a:lnTo>
                  <a:lnTo>
                    <a:pt x="7856306" y="2244945"/>
                  </a:lnTo>
                  <a:lnTo>
                    <a:pt x="7857161" y="2255739"/>
                  </a:lnTo>
                  <a:lnTo>
                    <a:pt x="7858017" y="2194146"/>
                  </a:lnTo>
                  <a:lnTo>
                    <a:pt x="7858872" y="2145559"/>
                  </a:lnTo>
                  <a:lnTo>
                    <a:pt x="7859728" y="2156505"/>
                  </a:lnTo>
                  <a:lnTo>
                    <a:pt x="7860583" y="2033527"/>
                  </a:lnTo>
                  <a:lnTo>
                    <a:pt x="7861439" y="1872998"/>
                  </a:lnTo>
                  <a:lnTo>
                    <a:pt x="7862294" y="1782072"/>
                  </a:lnTo>
                  <a:lnTo>
                    <a:pt x="7863150" y="1745041"/>
                  </a:lnTo>
                  <a:lnTo>
                    <a:pt x="7864006" y="1648599"/>
                  </a:lnTo>
                  <a:lnTo>
                    <a:pt x="7864861" y="1605441"/>
                  </a:lnTo>
                  <a:lnTo>
                    <a:pt x="7865717" y="1678371"/>
                  </a:lnTo>
                  <a:lnTo>
                    <a:pt x="7866572" y="1826159"/>
                  </a:lnTo>
                  <a:lnTo>
                    <a:pt x="7867428" y="1905638"/>
                  </a:lnTo>
                  <a:lnTo>
                    <a:pt x="7868283" y="1941460"/>
                  </a:lnTo>
                  <a:lnTo>
                    <a:pt x="7869139" y="1937334"/>
                  </a:lnTo>
                  <a:lnTo>
                    <a:pt x="7869994" y="1836738"/>
                  </a:lnTo>
                  <a:lnTo>
                    <a:pt x="7870850" y="1646879"/>
                  </a:lnTo>
                  <a:lnTo>
                    <a:pt x="7871705" y="1361736"/>
                  </a:lnTo>
                  <a:lnTo>
                    <a:pt x="7872561" y="1102782"/>
                  </a:lnTo>
                  <a:lnTo>
                    <a:pt x="7873416" y="884196"/>
                  </a:lnTo>
                  <a:lnTo>
                    <a:pt x="7874272" y="716086"/>
                  </a:lnTo>
                  <a:lnTo>
                    <a:pt x="7875127" y="674729"/>
                  </a:lnTo>
                  <a:lnTo>
                    <a:pt x="7875983" y="761226"/>
                  </a:lnTo>
                  <a:lnTo>
                    <a:pt x="7876838" y="898762"/>
                  </a:lnTo>
                  <a:lnTo>
                    <a:pt x="7877694" y="1093252"/>
                  </a:lnTo>
                  <a:lnTo>
                    <a:pt x="7878550" y="1256153"/>
                  </a:lnTo>
                  <a:lnTo>
                    <a:pt x="7879405" y="1405982"/>
                  </a:lnTo>
                  <a:lnTo>
                    <a:pt x="7880261" y="1481244"/>
                  </a:lnTo>
                  <a:lnTo>
                    <a:pt x="7881116" y="1648048"/>
                  </a:lnTo>
                  <a:lnTo>
                    <a:pt x="7881972" y="1893157"/>
                  </a:lnTo>
                  <a:lnTo>
                    <a:pt x="7882827" y="2010336"/>
                  </a:lnTo>
                  <a:lnTo>
                    <a:pt x="7883683" y="2130082"/>
                  </a:lnTo>
                  <a:lnTo>
                    <a:pt x="7884538" y="2295340"/>
                  </a:lnTo>
                  <a:lnTo>
                    <a:pt x="7885394" y="2455037"/>
                  </a:lnTo>
                  <a:lnTo>
                    <a:pt x="7886249" y="2481272"/>
                  </a:lnTo>
                  <a:lnTo>
                    <a:pt x="7887105" y="2437605"/>
                  </a:lnTo>
                  <a:lnTo>
                    <a:pt x="7887960" y="2568600"/>
                  </a:lnTo>
                  <a:lnTo>
                    <a:pt x="7888816" y="2690670"/>
                  </a:lnTo>
                  <a:lnTo>
                    <a:pt x="7889671" y="2679277"/>
                  </a:lnTo>
                  <a:lnTo>
                    <a:pt x="7890527" y="2628011"/>
                  </a:lnTo>
                  <a:lnTo>
                    <a:pt x="7891382" y="2524028"/>
                  </a:lnTo>
                  <a:lnTo>
                    <a:pt x="7892238" y="2420077"/>
                  </a:lnTo>
                  <a:lnTo>
                    <a:pt x="7893093" y="2251576"/>
                  </a:lnTo>
                  <a:lnTo>
                    <a:pt x="7893949" y="2108083"/>
                  </a:lnTo>
                  <a:lnTo>
                    <a:pt x="7894805" y="2056639"/>
                  </a:lnTo>
                  <a:lnTo>
                    <a:pt x="7895660" y="2080699"/>
                  </a:lnTo>
                  <a:lnTo>
                    <a:pt x="7896516" y="2157456"/>
                  </a:lnTo>
                  <a:lnTo>
                    <a:pt x="7897371" y="2140456"/>
                  </a:lnTo>
                  <a:lnTo>
                    <a:pt x="7898227" y="2068894"/>
                  </a:lnTo>
                  <a:lnTo>
                    <a:pt x="7899082" y="2020768"/>
                  </a:lnTo>
                  <a:lnTo>
                    <a:pt x="7899938" y="2066706"/>
                  </a:lnTo>
                  <a:lnTo>
                    <a:pt x="7900793" y="2152973"/>
                  </a:lnTo>
                  <a:lnTo>
                    <a:pt x="7901649" y="2267234"/>
                  </a:lnTo>
                  <a:lnTo>
                    <a:pt x="7902504" y="2443488"/>
                  </a:lnTo>
                  <a:lnTo>
                    <a:pt x="7903360" y="2561304"/>
                  </a:lnTo>
                  <a:lnTo>
                    <a:pt x="7904215" y="2636641"/>
                  </a:lnTo>
                  <a:lnTo>
                    <a:pt x="7905071" y="2682731"/>
                  </a:lnTo>
                  <a:lnTo>
                    <a:pt x="7905926" y="2610946"/>
                  </a:lnTo>
                  <a:lnTo>
                    <a:pt x="7906782" y="2555107"/>
                  </a:lnTo>
                  <a:lnTo>
                    <a:pt x="7907637" y="2647732"/>
                  </a:lnTo>
                  <a:lnTo>
                    <a:pt x="7908493" y="2836436"/>
                  </a:lnTo>
                  <a:lnTo>
                    <a:pt x="7909348" y="3020317"/>
                  </a:lnTo>
                  <a:lnTo>
                    <a:pt x="7910204" y="3068731"/>
                  </a:lnTo>
                  <a:lnTo>
                    <a:pt x="7911060" y="3066201"/>
                  </a:lnTo>
                  <a:lnTo>
                    <a:pt x="7911915" y="2980897"/>
                  </a:lnTo>
                  <a:lnTo>
                    <a:pt x="7912771" y="2869912"/>
                  </a:lnTo>
                  <a:lnTo>
                    <a:pt x="7913626" y="2782842"/>
                  </a:lnTo>
                  <a:lnTo>
                    <a:pt x="7914482" y="2740054"/>
                  </a:lnTo>
                  <a:lnTo>
                    <a:pt x="7915337" y="2750377"/>
                  </a:lnTo>
                  <a:lnTo>
                    <a:pt x="7916193" y="2789142"/>
                  </a:lnTo>
                  <a:lnTo>
                    <a:pt x="7917048" y="2895581"/>
                  </a:lnTo>
                  <a:lnTo>
                    <a:pt x="7917904" y="2935007"/>
                  </a:lnTo>
                  <a:lnTo>
                    <a:pt x="7918759" y="2827140"/>
                  </a:lnTo>
                  <a:lnTo>
                    <a:pt x="7919615" y="2765994"/>
                  </a:lnTo>
                  <a:lnTo>
                    <a:pt x="7920470" y="2766369"/>
                  </a:lnTo>
                  <a:lnTo>
                    <a:pt x="7921326" y="2776597"/>
                  </a:lnTo>
                  <a:lnTo>
                    <a:pt x="7922181" y="2764450"/>
                  </a:lnTo>
                  <a:lnTo>
                    <a:pt x="7923037" y="2743218"/>
                  </a:lnTo>
                  <a:lnTo>
                    <a:pt x="7923892" y="2802816"/>
                  </a:lnTo>
                  <a:lnTo>
                    <a:pt x="7924748" y="2801967"/>
                  </a:lnTo>
                  <a:lnTo>
                    <a:pt x="7925604" y="2754784"/>
                  </a:lnTo>
                  <a:lnTo>
                    <a:pt x="7926459" y="2790040"/>
                  </a:lnTo>
                  <a:lnTo>
                    <a:pt x="7927315" y="2852252"/>
                  </a:lnTo>
                  <a:lnTo>
                    <a:pt x="7928170" y="2831714"/>
                  </a:lnTo>
                  <a:lnTo>
                    <a:pt x="7929026" y="2793621"/>
                  </a:lnTo>
                  <a:lnTo>
                    <a:pt x="7929881" y="2802058"/>
                  </a:lnTo>
                  <a:lnTo>
                    <a:pt x="7930737" y="2893015"/>
                  </a:lnTo>
                  <a:lnTo>
                    <a:pt x="7931592" y="2964371"/>
                  </a:lnTo>
                  <a:lnTo>
                    <a:pt x="7932448" y="2972270"/>
                  </a:lnTo>
                  <a:lnTo>
                    <a:pt x="7933303" y="3043270"/>
                  </a:lnTo>
                  <a:lnTo>
                    <a:pt x="7934159" y="3116972"/>
                  </a:lnTo>
                  <a:lnTo>
                    <a:pt x="7935014" y="3116972"/>
                  </a:lnTo>
                  <a:lnTo>
                    <a:pt x="7935870" y="3096374"/>
                  </a:lnTo>
                  <a:lnTo>
                    <a:pt x="7936725" y="2981600"/>
                  </a:lnTo>
                  <a:lnTo>
                    <a:pt x="7937581" y="2924332"/>
                  </a:lnTo>
                  <a:lnTo>
                    <a:pt x="7938436" y="2922804"/>
                  </a:lnTo>
                  <a:lnTo>
                    <a:pt x="7939292" y="2959028"/>
                  </a:lnTo>
                  <a:lnTo>
                    <a:pt x="7940147" y="2932072"/>
                  </a:lnTo>
                  <a:lnTo>
                    <a:pt x="7941003" y="2917902"/>
                  </a:lnTo>
                  <a:lnTo>
                    <a:pt x="7941859" y="2926540"/>
                  </a:lnTo>
                  <a:lnTo>
                    <a:pt x="7942714" y="2942601"/>
                  </a:lnTo>
                  <a:lnTo>
                    <a:pt x="7943570" y="2921345"/>
                  </a:lnTo>
                  <a:lnTo>
                    <a:pt x="7944425" y="2855729"/>
                  </a:lnTo>
                  <a:lnTo>
                    <a:pt x="7945281" y="2871856"/>
                  </a:lnTo>
                  <a:lnTo>
                    <a:pt x="7946136" y="2920741"/>
                  </a:lnTo>
                  <a:lnTo>
                    <a:pt x="7946992" y="2905770"/>
                  </a:lnTo>
                  <a:lnTo>
                    <a:pt x="7947847" y="2912175"/>
                  </a:lnTo>
                  <a:lnTo>
                    <a:pt x="7948703" y="2889429"/>
                  </a:lnTo>
                  <a:lnTo>
                    <a:pt x="7949558" y="2854851"/>
                  </a:lnTo>
                  <a:lnTo>
                    <a:pt x="7950414" y="2801489"/>
                  </a:lnTo>
                  <a:lnTo>
                    <a:pt x="7951269" y="2786258"/>
                  </a:lnTo>
                  <a:lnTo>
                    <a:pt x="7952125" y="2805004"/>
                  </a:lnTo>
                  <a:lnTo>
                    <a:pt x="7952980" y="2755732"/>
                  </a:lnTo>
                  <a:lnTo>
                    <a:pt x="7953836" y="2683401"/>
                  </a:lnTo>
                  <a:lnTo>
                    <a:pt x="7954691" y="2634448"/>
                  </a:lnTo>
                  <a:lnTo>
                    <a:pt x="7955547" y="2670182"/>
                  </a:lnTo>
                  <a:lnTo>
                    <a:pt x="7956402" y="2610812"/>
                  </a:lnTo>
                  <a:lnTo>
                    <a:pt x="7957258" y="2581583"/>
                  </a:lnTo>
                  <a:lnTo>
                    <a:pt x="7958114" y="2629571"/>
                  </a:lnTo>
                  <a:lnTo>
                    <a:pt x="7958969" y="2670509"/>
                  </a:lnTo>
                  <a:lnTo>
                    <a:pt x="7959825" y="2756791"/>
                  </a:lnTo>
                  <a:lnTo>
                    <a:pt x="7960680" y="2753884"/>
                  </a:lnTo>
                  <a:lnTo>
                    <a:pt x="7961536" y="2749452"/>
                  </a:lnTo>
                  <a:lnTo>
                    <a:pt x="7962391" y="2781599"/>
                  </a:lnTo>
                  <a:lnTo>
                    <a:pt x="7963247" y="2754471"/>
                  </a:lnTo>
                  <a:lnTo>
                    <a:pt x="7964102" y="2804969"/>
                  </a:lnTo>
                  <a:lnTo>
                    <a:pt x="7964958" y="2831608"/>
                  </a:lnTo>
                  <a:lnTo>
                    <a:pt x="7965813" y="2857926"/>
                  </a:lnTo>
                  <a:lnTo>
                    <a:pt x="7966669" y="2889455"/>
                  </a:lnTo>
                  <a:lnTo>
                    <a:pt x="7967524" y="2823046"/>
                  </a:lnTo>
                  <a:lnTo>
                    <a:pt x="7968380" y="2836654"/>
                  </a:lnTo>
                  <a:lnTo>
                    <a:pt x="7969235" y="2846080"/>
                  </a:lnTo>
                  <a:lnTo>
                    <a:pt x="7970091" y="2846081"/>
                  </a:lnTo>
                  <a:lnTo>
                    <a:pt x="7970946" y="2855349"/>
                  </a:lnTo>
                  <a:lnTo>
                    <a:pt x="7971802" y="2886574"/>
                  </a:lnTo>
                  <a:lnTo>
                    <a:pt x="7972658" y="2982799"/>
                  </a:lnTo>
                  <a:lnTo>
                    <a:pt x="7973513" y="3017174"/>
                  </a:lnTo>
                  <a:lnTo>
                    <a:pt x="7974369" y="3034173"/>
                  </a:lnTo>
                  <a:lnTo>
                    <a:pt x="7975224" y="3014250"/>
                  </a:lnTo>
                  <a:lnTo>
                    <a:pt x="7976080" y="2950259"/>
                  </a:lnTo>
                  <a:lnTo>
                    <a:pt x="7976935" y="2938843"/>
                  </a:lnTo>
                  <a:lnTo>
                    <a:pt x="7977791" y="2952235"/>
                  </a:lnTo>
                  <a:lnTo>
                    <a:pt x="7978646" y="2952237"/>
                  </a:lnTo>
                  <a:lnTo>
                    <a:pt x="7979502" y="2963908"/>
                  </a:lnTo>
                  <a:lnTo>
                    <a:pt x="7980357" y="3055274"/>
                  </a:lnTo>
                  <a:lnTo>
                    <a:pt x="7981213" y="3110470"/>
                  </a:lnTo>
                  <a:lnTo>
                    <a:pt x="7982068" y="3024611"/>
                  </a:lnTo>
                  <a:lnTo>
                    <a:pt x="7982924" y="2979547"/>
                  </a:lnTo>
                  <a:lnTo>
                    <a:pt x="7983779" y="2976758"/>
                  </a:lnTo>
                  <a:lnTo>
                    <a:pt x="7984635" y="2905133"/>
                  </a:lnTo>
                  <a:lnTo>
                    <a:pt x="7985490" y="2747871"/>
                  </a:lnTo>
                  <a:lnTo>
                    <a:pt x="7986346" y="2744764"/>
                  </a:lnTo>
                  <a:lnTo>
                    <a:pt x="7987201" y="2839628"/>
                  </a:lnTo>
                  <a:lnTo>
                    <a:pt x="7988057" y="2850579"/>
                  </a:lnTo>
                  <a:lnTo>
                    <a:pt x="7988913" y="2821709"/>
                  </a:lnTo>
                  <a:lnTo>
                    <a:pt x="7989768" y="2819366"/>
                  </a:lnTo>
                  <a:lnTo>
                    <a:pt x="7990624" y="2799669"/>
                  </a:lnTo>
                  <a:lnTo>
                    <a:pt x="7991479" y="2716920"/>
                  </a:lnTo>
                  <a:lnTo>
                    <a:pt x="7992335" y="2724452"/>
                  </a:lnTo>
                  <a:lnTo>
                    <a:pt x="7993190" y="2758298"/>
                  </a:lnTo>
                  <a:lnTo>
                    <a:pt x="7994046" y="2823355"/>
                  </a:lnTo>
                  <a:lnTo>
                    <a:pt x="7994901" y="2898181"/>
                  </a:lnTo>
                  <a:lnTo>
                    <a:pt x="7995757" y="3003696"/>
                  </a:lnTo>
                  <a:lnTo>
                    <a:pt x="7996612" y="3099147"/>
                  </a:lnTo>
                  <a:lnTo>
                    <a:pt x="7997468" y="3116806"/>
                  </a:lnTo>
                  <a:lnTo>
                    <a:pt x="7998323" y="3113423"/>
                  </a:lnTo>
                  <a:lnTo>
                    <a:pt x="7999179" y="3020254"/>
                  </a:lnTo>
                  <a:lnTo>
                    <a:pt x="8000034" y="2927104"/>
                  </a:lnTo>
                  <a:lnTo>
                    <a:pt x="8000890" y="2890746"/>
                  </a:lnTo>
                  <a:lnTo>
                    <a:pt x="8001745" y="2880559"/>
                  </a:lnTo>
                  <a:lnTo>
                    <a:pt x="8002601" y="2861721"/>
                  </a:lnTo>
                  <a:lnTo>
                    <a:pt x="8003456" y="2817963"/>
                  </a:lnTo>
                  <a:lnTo>
                    <a:pt x="8004312" y="2851643"/>
                  </a:lnTo>
                  <a:lnTo>
                    <a:pt x="8005168" y="2930985"/>
                  </a:lnTo>
                  <a:lnTo>
                    <a:pt x="8006023" y="2939591"/>
                  </a:lnTo>
                  <a:lnTo>
                    <a:pt x="8006879" y="2909445"/>
                  </a:lnTo>
                  <a:lnTo>
                    <a:pt x="8007734" y="2886798"/>
                  </a:lnTo>
                  <a:lnTo>
                    <a:pt x="8008590" y="2889794"/>
                  </a:lnTo>
                  <a:lnTo>
                    <a:pt x="8009445" y="2930515"/>
                  </a:lnTo>
                  <a:lnTo>
                    <a:pt x="8010301" y="3017890"/>
                  </a:lnTo>
                  <a:lnTo>
                    <a:pt x="8011156" y="3089406"/>
                  </a:lnTo>
                  <a:lnTo>
                    <a:pt x="8012012" y="3116972"/>
                  </a:lnTo>
                  <a:lnTo>
                    <a:pt x="8012867" y="3116972"/>
                  </a:lnTo>
                  <a:lnTo>
                    <a:pt x="8013723" y="3116972"/>
                  </a:lnTo>
                  <a:lnTo>
                    <a:pt x="8014578" y="3116972"/>
                  </a:lnTo>
                  <a:lnTo>
                    <a:pt x="8015434" y="3116972"/>
                  </a:lnTo>
                  <a:lnTo>
                    <a:pt x="8016289" y="3029623"/>
                  </a:lnTo>
                  <a:lnTo>
                    <a:pt x="8017145" y="2977205"/>
                  </a:lnTo>
                  <a:lnTo>
                    <a:pt x="8018000" y="2963493"/>
                  </a:lnTo>
                  <a:lnTo>
                    <a:pt x="8018856" y="2894800"/>
                  </a:lnTo>
                  <a:lnTo>
                    <a:pt x="8019711" y="2776969"/>
                  </a:lnTo>
                  <a:lnTo>
                    <a:pt x="8020567" y="2668935"/>
                  </a:lnTo>
                  <a:lnTo>
                    <a:pt x="8021423" y="2694869"/>
                  </a:lnTo>
                  <a:lnTo>
                    <a:pt x="8022278" y="2691110"/>
                  </a:lnTo>
                  <a:lnTo>
                    <a:pt x="8023134" y="2670044"/>
                  </a:lnTo>
                  <a:lnTo>
                    <a:pt x="8023989" y="2638491"/>
                  </a:lnTo>
                  <a:lnTo>
                    <a:pt x="8024845" y="2647255"/>
                  </a:lnTo>
                  <a:lnTo>
                    <a:pt x="8025700" y="2752632"/>
                  </a:lnTo>
                  <a:lnTo>
                    <a:pt x="8026556" y="2825370"/>
                  </a:lnTo>
                  <a:lnTo>
                    <a:pt x="8027411" y="2904273"/>
                  </a:lnTo>
                  <a:lnTo>
                    <a:pt x="8028267" y="2894122"/>
                  </a:lnTo>
                  <a:lnTo>
                    <a:pt x="8029122" y="2919458"/>
                  </a:lnTo>
                  <a:lnTo>
                    <a:pt x="8029978" y="2949348"/>
                  </a:lnTo>
                  <a:lnTo>
                    <a:pt x="8030833" y="2918688"/>
                  </a:lnTo>
                  <a:lnTo>
                    <a:pt x="8031689" y="2888437"/>
                  </a:lnTo>
                  <a:lnTo>
                    <a:pt x="8032544" y="2867692"/>
                  </a:lnTo>
                  <a:lnTo>
                    <a:pt x="8033400" y="2875691"/>
                  </a:lnTo>
                  <a:lnTo>
                    <a:pt x="8034255" y="2935066"/>
                  </a:lnTo>
                  <a:lnTo>
                    <a:pt x="8035111" y="2997939"/>
                  </a:lnTo>
                  <a:lnTo>
                    <a:pt x="8035967" y="3084789"/>
                  </a:lnTo>
                  <a:lnTo>
                    <a:pt x="8036822" y="3096476"/>
                  </a:lnTo>
                  <a:lnTo>
                    <a:pt x="8037678" y="3116972"/>
                  </a:lnTo>
                  <a:lnTo>
                    <a:pt x="8038533" y="3116972"/>
                  </a:lnTo>
                  <a:lnTo>
                    <a:pt x="8039389" y="3078453"/>
                  </a:lnTo>
                  <a:lnTo>
                    <a:pt x="8040244" y="3022319"/>
                  </a:lnTo>
                  <a:lnTo>
                    <a:pt x="8041100" y="2958243"/>
                  </a:lnTo>
                  <a:lnTo>
                    <a:pt x="8041955" y="2927215"/>
                  </a:lnTo>
                  <a:lnTo>
                    <a:pt x="8042811" y="2885150"/>
                  </a:lnTo>
                  <a:lnTo>
                    <a:pt x="8043666" y="2865927"/>
                  </a:lnTo>
                  <a:lnTo>
                    <a:pt x="8044522" y="2910457"/>
                  </a:lnTo>
                  <a:lnTo>
                    <a:pt x="8045377" y="2990351"/>
                  </a:lnTo>
                  <a:lnTo>
                    <a:pt x="8046233" y="3009665"/>
                  </a:lnTo>
                  <a:lnTo>
                    <a:pt x="8047088" y="3052066"/>
                  </a:lnTo>
                  <a:lnTo>
                    <a:pt x="8047944" y="3060940"/>
                  </a:lnTo>
                  <a:lnTo>
                    <a:pt x="8048799" y="3106472"/>
                  </a:lnTo>
                  <a:lnTo>
                    <a:pt x="8049655" y="3116972"/>
                  </a:lnTo>
                  <a:lnTo>
                    <a:pt x="8050510" y="3101356"/>
                  </a:lnTo>
                  <a:lnTo>
                    <a:pt x="8051366" y="3080899"/>
                  </a:lnTo>
                  <a:lnTo>
                    <a:pt x="8052222" y="2981423"/>
                  </a:lnTo>
                  <a:lnTo>
                    <a:pt x="8053077" y="2943248"/>
                  </a:lnTo>
                  <a:lnTo>
                    <a:pt x="8053933" y="2953895"/>
                  </a:lnTo>
                  <a:lnTo>
                    <a:pt x="8054788" y="2952174"/>
                  </a:lnTo>
                  <a:lnTo>
                    <a:pt x="8055644" y="2970190"/>
                  </a:lnTo>
                  <a:lnTo>
                    <a:pt x="8056499" y="3010004"/>
                  </a:lnTo>
                  <a:lnTo>
                    <a:pt x="8057355" y="3039851"/>
                  </a:lnTo>
                  <a:lnTo>
                    <a:pt x="8058210" y="3042288"/>
                  </a:lnTo>
                  <a:lnTo>
                    <a:pt x="8059066" y="3084544"/>
                  </a:lnTo>
                  <a:lnTo>
                    <a:pt x="8059921" y="3116972"/>
                  </a:lnTo>
                  <a:lnTo>
                    <a:pt x="8060777" y="3077423"/>
                  </a:lnTo>
                  <a:lnTo>
                    <a:pt x="8061632" y="2945072"/>
                  </a:lnTo>
                  <a:lnTo>
                    <a:pt x="8062488" y="2791508"/>
                  </a:lnTo>
                  <a:lnTo>
                    <a:pt x="8063343" y="2670029"/>
                  </a:lnTo>
                  <a:lnTo>
                    <a:pt x="8064199" y="2574411"/>
                  </a:lnTo>
                  <a:lnTo>
                    <a:pt x="8065054" y="2386377"/>
                  </a:lnTo>
                  <a:lnTo>
                    <a:pt x="8065910" y="2305730"/>
                  </a:lnTo>
                  <a:lnTo>
                    <a:pt x="8066765" y="2387626"/>
                  </a:lnTo>
                  <a:lnTo>
                    <a:pt x="8067621" y="2568413"/>
                  </a:lnTo>
                  <a:lnTo>
                    <a:pt x="8068477" y="2750734"/>
                  </a:lnTo>
                  <a:lnTo>
                    <a:pt x="8069332" y="2836225"/>
                  </a:lnTo>
                  <a:lnTo>
                    <a:pt x="8070188" y="2979547"/>
                  </a:lnTo>
                  <a:lnTo>
                    <a:pt x="8071043" y="3066068"/>
                  </a:lnTo>
                  <a:lnTo>
                    <a:pt x="8071899" y="3026010"/>
                  </a:lnTo>
                  <a:lnTo>
                    <a:pt x="8072754" y="2964498"/>
                  </a:lnTo>
                  <a:lnTo>
                    <a:pt x="8073610" y="2869836"/>
                  </a:lnTo>
                  <a:lnTo>
                    <a:pt x="8074465" y="2786366"/>
                  </a:lnTo>
                  <a:lnTo>
                    <a:pt x="8075321" y="2702858"/>
                  </a:lnTo>
                  <a:lnTo>
                    <a:pt x="8076176" y="2679807"/>
                  </a:lnTo>
                  <a:lnTo>
                    <a:pt x="8077032" y="2699956"/>
                  </a:lnTo>
                  <a:lnTo>
                    <a:pt x="8077887" y="2689364"/>
                  </a:lnTo>
                  <a:lnTo>
                    <a:pt x="8078743" y="2672301"/>
                  </a:lnTo>
                  <a:lnTo>
                    <a:pt x="8079598" y="2710021"/>
                  </a:lnTo>
                  <a:lnTo>
                    <a:pt x="8080454" y="2796444"/>
                  </a:lnTo>
                  <a:lnTo>
                    <a:pt x="8081309" y="2804401"/>
                  </a:lnTo>
                  <a:lnTo>
                    <a:pt x="8082165" y="2764937"/>
                  </a:lnTo>
                  <a:lnTo>
                    <a:pt x="8083021" y="2773854"/>
                  </a:lnTo>
                  <a:lnTo>
                    <a:pt x="8083876" y="2789977"/>
                  </a:lnTo>
                  <a:lnTo>
                    <a:pt x="8084732" y="2757416"/>
                  </a:lnTo>
                  <a:lnTo>
                    <a:pt x="8085587" y="2748129"/>
                  </a:lnTo>
                  <a:lnTo>
                    <a:pt x="8086443" y="2836266"/>
                  </a:lnTo>
                  <a:lnTo>
                    <a:pt x="8087298" y="2889187"/>
                  </a:lnTo>
                  <a:lnTo>
                    <a:pt x="8088154" y="2844535"/>
                  </a:lnTo>
                  <a:lnTo>
                    <a:pt x="8089009" y="2808104"/>
                  </a:lnTo>
                  <a:lnTo>
                    <a:pt x="8089865" y="2758893"/>
                  </a:lnTo>
                  <a:lnTo>
                    <a:pt x="8090720" y="2731983"/>
                  </a:lnTo>
                  <a:lnTo>
                    <a:pt x="8091576" y="2709758"/>
                  </a:lnTo>
                  <a:lnTo>
                    <a:pt x="8092431" y="2744030"/>
                  </a:lnTo>
                  <a:lnTo>
                    <a:pt x="8093287" y="2905947"/>
                  </a:lnTo>
                  <a:lnTo>
                    <a:pt x="8094142" y="3049635"/>
                  </a:lnTo>
                  <a:lnTo>
                    <a:pt x="8094998" y="3116972"/>
                  </a:lnTo>
                  <a:lnTo>
                    <a:pt x="8095853" y="3116972"/>
                  </a:lnTo>
                  <a:lnTo>
                    <a:pt x="8096709" y="3116972"/>
                  </a:lnTo>
                  <a:lnTo>
                    <a:pt x="8097564" y="3116972"/>
                  </a:lnTo>
                  <a:lnTo>
                    <a:pt x="8098420" y="3116972"/>
                  </a:lnTo>
                  <a:lnTo>
                    <a:pt x="8099276" y="3038442"/>
                  </a:lnTo>
                  <a:lnTo>
                    <a:pt x="8100131" y="2970197"/>
                  </a:lnTo>
                  <a:lnTo>
                    <a:pt x="8100987" y="2951337"/>
                  </a:lnTo>
                  <a:lnTo>
                    <a:pt x="8101842" y="2932573"/>
                  </a:lnTo>
                  <a:lnTo>
                    <a:pt x="8102698" y="2874037"/>
                  </a:lnTo>
                  <a:lnTo>
                    <a:pt x="8103553" y="2855388"/>
                  </a:lnTo>
                  <a:lnTo>
                    <a:pt x="8104409" y="2934917"/>
                  </a:lnTo>
                  <a:lnTo>
                    <a:pt x="8105264" y="3049305"/>
                  </a:lnTo>
                  <a:lnTo>
                    <a:pt x="8106120" y="3070684"/>
                  </a:lnTo>
                  <a:lnTo>
                    <a:pt x="8106975" y="3070684"/>
                  </a:lnTo>
                  <a:lnTo>
                    <a:pt x="8107831" y="3079599"/>
                  </a:lnTo>
                  <a:lnTo>
                    <a:pt x="8108686" y="3055129"/>
                  </a:lnTo>
                  <a:lnTo>
                    <a:pt x="8109542" y="3024906"/>
                  </a:lnTo>
                  <a:lnTo>
                    <a:pt x="8110397" y="2978764"/>
                  </a:lnTo>
                  <a:lnTo>
                    <a:pt x="8111253" y="2951925"/>
                  </a:lnTo>
                  <a:lnTo>
                    <a:pt x="8112108" y="2892924"/>
                  </a:lnTo>
                  <a:lnTo>
                    <a:pt x="8112964" y="2850618"/>
                  </a:lnTo>
                  <a:lnTo>
                    <a:pt x="8113819" y="2878536"/>
                  </a:lnTo>
                  <a:lnTo>
                    <a:pt x="8114675" y="2838101"/>
                  </a:lnTo>
                  <a:lnTo>
                    <a:pt x="8115531" y="2807372"/>
                  </a:lnTo>
                  <a:lnTo>
                    <a:pt x="8116386" y="2831692"/>
                  </a:lnTo>
                  <a:lnTo>
                    <a:pt x="8117242" y="2890694"/>
                  </a:lnTo>
                  <a:lnTo>
                    <a:pt x="8118097" y="2949773"/>
                  </a:lnTo>
                  <a:lnTo>
                    <a:pt x="8118953" y="2978029"/>
                  </a:lnTo>
                  <a:lnTo>
                    <a:pt x="8119808" y="3031599"/>
                  </a:lnTo>
                  <a:lnTo>
                    <a:pt x="8120664" y="3062328"/>
                  </a:lnTo>
                  <a:lnTo>
                    <a:pt x="8121519" y="3087473"/>
                  </a:lnTo>
                  <a:lnTo>
                    <a:pt x="8122375" y="3116972"/>
                  </a:lnTo>
                  <a:lnTo>
                    <a:pt x="8123230" y="3102088"/>
                  </a:lnTo>
                  <a:lnTo>
                    <a:pt x="8124086" y="3082270"/>
                  </a:lnTo>
                  <a:lnTo>
                    <a:pt x="8124941" y="3116972"/>
                  </a:lnTo>
                  <a:lnTo>
                    <a:pt x="8125797" y="3116972"/>
                  </a:lnTo>
                  <a:lnTo>
                    <a:pt x="8126652" y="3046746"/>
                  </a:lnTo>
                  <a:lnTo>
                    <a:pt x="8127508" y="2852236"/>
                  </a:lnTo>
                  <a:lnTo>
                    <a:pt x="8128363" y="2756735"/>
                  </a:lnTo>
                  <a:lnTo>
                    <a:pt x="8129219" y="2745339"/>
                  </a:lnTo>
                  <a:lnTo>
                    <a:pt x="8130075" y="2634467"/>
                  </a:lnTo>
                  <a:lnTo>
                    <a:pt x="8130930" y="2530309"/>
                  </a:lnTo>
                  <a:lnTo>
                    <a:pt x="8131786" y="2576621"/>
                  </a:lnTo>
                  <a:lnTo>
                    <a:pt x="8132641" y="2700367"/>
                  </a:lnTo>
                  <a:lnTo>
                    <a:pt x="8133497" y="2718123"/>
                  </a:lnTo>
                  <a:lnTo>
                    <a:pt x="8134352" y="2651024"/>
                  </a:lnTo>
                  <a:lnTo>
                    <a:pt x="8135208" y="2652607"/>
                  </a:lnTo>
                  <a:lnTo>
                    <a:pt x="8136063" y="2653143"/>
                  </a:lnTo>
                  <a:lnTo>
                    <a:pt x="8136919" y="2611318"/>
                  </a:lnTo>
                  <a:lnTo>
                    <a:pt x="8137774" y="2525987"/>
                  </a:lnTo>
                  <a:lnTo>
                    <a:pt x="8138630" y="2517536"/>
                  </a:lnTo>
                  <a:lnTo>
                    <a:pt x="8139485" y="2618018"/>
                  </a:lnTo>
                  <a:lnTo>
                    <a:pt x="8140341" y="2687223"/>
                  </a:lnTo>
                  <a:lnTo>
                    <a:pt x="8141196" y="2764532"/>
                  </a:lnTo>
                  <a:lnTo>
                    <a:pt x="8142052" y="2897936"/>
                  </a:lnTo>
                  <a:lnTo>
                    <a:pt x="8142907" y="3069532"/>
                  </a:lnTo>
                  <a:lnTo>
                    <a:pt x="8143763" y="3116972"/>
                  </a:lnTo>
                  <a:lnTo>
                    <a:pt x="8144618" y="3116972"/>
                  </a:lnTo>
                  <a:lnTo>
                    <a:pt x="8145474" y="3116972"/>
                  </a:lnTo>
                  <a:lnTo>
                    <a:pt x="8146330" y="3116972"/>
                  </a:lnTo>
                  <a:lnTo>
                    <a:pt x="8147185" y="3093270"/>
                  </a:lnTo>
                  <a:lnTo>
                    <a:pt x="8148041" y="3102710"/>
                  </a:lnTo>
                  <a:lnTo>
                    <a:pt x="8148896" y="3116972"/>
                  </a:lnTo>
                  <a:lnTo>
                    <a:pt x="8149752" y="3074539"/>
                  </a:lnTo>
                  <a:lnTo>
                    <a:pt x="8150607" y="3024776"/>
                  </a:lnTo>
                  <a:lnTo>
                    <a:pt x="8151463" y="2995451"/>
                  </a:lnTo>
                  <a:lnTo>
                    <a:pt x="8152318" y="2956885"/>
                  </a:lnTo>
                  <a:lnTo>
                    <a:pt x="8153174" y="2900118"/>
                  </a:lnTo>
                  <a:lnTo>
                    <a:pt x="8154029" y="2861801"/>
                  </a:lnTo>
                  <a:lnTo>
                    <a:pt x="8154885" y="2843189"/>
                  </a:lnTo>
                  <a:lnTo>
                    <a:pt x="8155740" y="2844509"/>
                  </a:lnTo>
                  <a:lnTo>
                    <a:pt x="8156596" y="2819236"/>
                  </a:lnTo>
                  <a:lnTo>
                    <a:pt x="8157451" y="2839326"/>
                  </a:lnTo>
                  <a:lnTo>
                    <a:pt x="8158307" y="2909564"/>
                  </a:lnTo>
                  <a:lnTo>
                    <a:pt x="8159162" y="2974367"/>
                  </a:lnTo>
                  <a:lnTo>
                    <a:pt x="8160018" y="3053545"/>
                  </a:lnTo>
                  <a:lnTo>
                    <a:pt x="8160873" y="3097759"/>
                  </a:lnTo>
                  <a:lnTo>
                    <a:pt x="8161729" y="3116972"/>
                  </a:lnTo>
                  <a:lnTo>
                    <a:pt x="8162585" y="3116972"/>
                  </a:lnTo>
                  <a:lnTo>
                    <a:pt x="8163440" y="3067076"/>
                  </a:lnTo>
                  <a:lnTo>
                    <a:pt x="8164296" y="3036059"/>
                  </a:lnTo>
                  <a:lnTo>
                    <a:pt x="8165151" y="3036060"/>
                  </a:lnTo>
                  <a:lnTo>
                    <a:pt x="8166007" y="3040286"/>
                  </a:lnTo>
                  <a:lnTo>
                    <a:pt x="8166862" y="3010066"/>
                  </a:lnTo>
                  <a:lnTo>
                    <a:pt x="8167718" y="2898308"/>
                  </a:lnTo>
                  <a:lnTo>
                    <a:pt x="8168573" y="2809873"/>
                  </a:lnTo>
                  <a:lnTo>
                    <a:pt x="8169429" y="2823625"/>
                  </a:lnTo>
                  <a:lnTo>
                    <a:pt x="8170284" y="2865620"/>
                  </a:lnTo>
                  <a:lnTo>
                    <a:pt x="8171140" y="2901036"/>
                  </a:lnTo>
                  <a:lnTo>
                    <a:pt x="8171995" y="2993997"/>
                  </a:lnTo>
                  <a:lnTo>
                    <a:pt x="8172851" y="3086596"/>
                  </a:lnTo>
                  <a:lnTo>
                    <a:pt x="8173706" y="3116972"/>
                  </a:lnTo>
                  <a:lnTo>
                    <a:pt x="8174562" y="3112363"/>
                  </a:lnTo>
                  <a:lnTo>
                    <a:pt x="8175417" y="3070368"/>
                  </a:lnTo>
                  <a:lnTo>
                    <a:pt x="8176273" y="3034953"/>
                  </a:lnTo>
                  <a:lnTo>
                    <a:pt x="8177129" y="2978378"/>
                  </a:lnTo>
                  <a:lnTo>
                    <a:pt x="8177984" y="2964597"/>
                  </a:lnTo>
                  <a:lnTo>
                    <a:pt x="8178840" y="2978907"/>
                  </a:lnTo>
                  <a:lnTo>
                    <a:pt x="8179695" y="2944222"/>
                  </a:lnTo>
                  <a:lnTo>
                    <a:pt x="8180551" y="2864514"/>
                  </a:lnTo>
                  <a:lnTo>
                    <a:pt x="8181406" y="2844151"/>
                  </a:lnTo>
                  <a:lnTo>
                    <a:pt x="8182262" y="2857816"/>
                  </a:lnTo>
                  <a:lnTo>
                    <a:pt x="8183117" y="2917766"/>
                  </a:lnTo>
                  <a:lnTo>
                    <a:pt x="8183973" y="2994464"/>
                  </a:lnTo>
                  <a:lnTo>
                    <a:pt x="8184828" y="2991343"/>
                  </a:lnTo>
                  <a:lnTo>
                    <a:pt x="8185684" y="3031437"/>
                  </a:lnTo>
                  <a:lnTo>
                    <a:pt x="8186539" y="2982620"/>
                  </a:lnTo>
                  <a:lnTo>
                    <a:pt x="8187395" y="2930525"/>
                  </a:lnTo>
                  <a:lnTo>
                    <a:pt x="8188250" y="2900707"/>
                  </a:lnTo>
                  <a:lnTo>
                    <a:pt x="8189106" y="2849770"/>
                  </a:lnTo>
                  <a:lnTo>
                    <a:pt x="8189961" y="2842149"/>
                  </a:lnTo>
                  <a:lnTo>
                    <a:pt x="8190817" y="2799883"/>
                  </a:lnTo>
                  <a:lnTo>
                    <a:pt x="8191672" y="2842133"/>
                  </a:lnTo>
                  <a:lnTo>
                    <a:pt x="8192528" y="2869080"/>
                  </a:lnTo>
                  <a:lnTo>
                    <a:pt x="8193384" y="2792314"/>
                  </a:lnTo>
                  <a:lnTo>
                    <a:pt x="8194239" y="2740280"/>
                  </a:lnTo>
                  <a:lnTo>
                    <a:pt x="8195095" y="2791279"/>
                  </a:lnTo>
                  <a:lnTo>
                    <a:pt x="8195950" y="2873159"/>
                  </a:lnTo>
                  <a:lnTo>
                    <a:pt x="8196806" y="2900086"/>
                  </a:lnTo>
                  <a:lnTo>
                    <a:pt x="8197661" y="2925235"/>
                  </a:lnTo>
                  <a:lnTo>
                    <a:pt x="8198517" y="3007021"/>
                  </a:lnTo>
                  <a:lnTo>
                    <a:pt x="8199372" y="3060467"/>
                  </a:lnTo>
                  <a:lnTo>
                    <a:pt x="8200228" y="3062328"/>
                  </a:lnTo>
                  <a:lnTo>
                    <a:pt x="8201083" y="3039692"/>
                  </a:lnTo>
                  <a:lnTo>
                    <a:pt x="8201939" y="2992843"/>
                  </a:lnTo>
                  <a:lnTo>
                    <a:pt x="8202794" y="2967798"/>
                  </a:lnTo>
                  <a:lnTo>
                    <a:pt x="8203650" y="2914229"/>
                  </a:lnTo>
                  <a:lnTo>
                    <a:pt x="8204505" y="2851814"/>
                  </a:lnTo>
                  <a:lnTo>
                    <a:pt x="8205361" y="2762299"/>
                  </a:lnTo>
                  <a:lnTo>
                    <a:pt x="8206216" y="2753589"/>
                  </a:lnTo>
                  <a:lnTo>
                    <a:pt x="8207072" y="2796228"/>
                  </a:lnTo>
                  <a:lnTo>
                    <a:pt x="8207927" y="2768520"/>
                  </a:lnTo>
                  <a:lnTo>
                    <a:pt x="8208783" y="2738132"/>
                  </a:lnTo>
                  <a:lnTo>
                    <a:pt x="8209639" y="2788606"/>
                  </a:lnTo>
                  <a:lnTo>
                    <a:pt x="8210494" y="2910142"/>
                  </a:lnTo>
                  <a:lnTo>
                    <a:pt x="8211350" y="2966185"/>
                  </a:lnTo>
                  <a:lnTo>
                    <a:pt x="8212205" y="2952471"/>
                  </a:lnTo>
                  <a:lnTo>
                    <a:pt x="8213061" y="2933487"/>
                  </a:lnTo>
                  <a:lnTo>
                    <a:pt x="8213916" y="2955170"/>
                  </a:lnTo>
                  <a:lnTo>
                    <a:pt x="8214772" y="2954746"/>
                  </a:lnTo>
                  <a:lnTo>
                    <a:pt x="8215627" y="2944285"/>
                  </a:lnTo>
                  <a:lnTo>
                    <a:pt x="8216483" y="2951884"/>
                  </a:lnTo>
                  <a:lnTo>
                    <a:pt x="8217338" y="2972597"/>
                  </a:lnTo>
                  <a:lnTo>
                    <a:pt x="8218194" y="3044336"/>
                  </a:lnTo>
                  <a:lnTo>
                    <a:pt x="8219049" y="3106614"/>
                  </a:lnTo>
                  <a:lnTo>
                    <a:pt x="8219905" y="3116972"/>
                  </a:lnTo>
                  <a:lnTo>
                    <a:pt x="8220760" y="3097420"/>
                  </a:lnTo>
                  <a:lnTo>
                    <a:pt x="8221616" y="3020403"/>
                  </a:lnTo>
                  <a:lnTo>
                    <a:pt x="8222471" y="2977392"/>
                  </a:lnTo>
                  <a:lnTo>
                    <a:pt x="8223327" y="2977392"/>
                  </a:lnTo>
                  <a:lnTo>
                    <a:pt x="8224182" y="2978091"/>
                  </a:lnTo>
                  <a:lnTo>
                    <a:pt x="8225038" y="2970954"/>
                  </a:lnTo>
                  <a:lnTo>
                    <a:pt x="8225894" y="2949010"/>
                  </a:lnTo>
                  <a:lnTo>
                    <a:pt x="8226749" y="2959157"/>
                  </a:lnTo>
                  <a:lnTo>
                    <a:pt x="8227605" y="2954422"/>
                  </a:lnTo>
                  <a:lnTo>
                    <a:pt x="8228460" y="2924157"/>
                  </a:lnTo>
                  <a:lnTo>
                    <a:pt x="8229316" y="2893355"/>
                  </a:lnTo>
                  <a:lnTo>
                    <a:pt x="8230171" y="2837060"/>
                  </a:lnTo>
                  <a:lnTo>
                    <a:pt x="8231027" y="2818635"/>
                  </a:lnTo>
                  <a:lnTo>
                    <a:pt x="8231882" y="2862194"/>
                  </a:lnTo>
                  <a:lnTo>
                    <a:pt x="8232738" y="2915900"/>
                  </a:lnTo>
                  <a:lnTo>
                    <a:pt x="8233593" y="2925658"/>
                  </a:lnTo>
                  <a:lnTo>
                    <a:pt x="8234449" y="2899584"/>
                  </a:lnTo>
                  <a:lnTo>
                    <a:pt x="8235304" y="2954593"/>
                  </a:lnTo>
                  <a:lnTo>
                    <a:pt x="8236160" y="2994962"/>
                  </a:lnTo>
                  <a:lnTo>
                    <a:pt x="8237015" y="2985970"/>
                  </a:lnTo>
                  <a:lnTo>
                    <a:pt x="8237871" y="2940449"/>
                  </a:lnTo>
                  <a:lnTo>
                    <a:pt x="8238726" y="2894661"/>
                  </a:lnTo>
                  <a:lnTo>
                    <a:pt x="8239582" y="2901367"/>
                  </a:lnTo>
                  <a:lnTo>
                    <a:pt x="8240438" y="2893786"/>
                  </a:lnTo>
                  <a:lnTo>
                    <a:pt x="8241293" y="2887104"/>
                  </a:lnTo>
                  <a:lnTo>
                    <a:pt x="8242149" y="2838730"/>
                  </a:lnTo>
                  <a:lnTo>
                    <a:pt x="8243004" y="2858565"/>
                  </a:lnTo>
                  <a:lnTo>
                    <a:pt x="8243860" y="2977017"/>
                  </a:lnTo>
                  <a:lnTo>
                    <a:pt x="8244715" y="3039280"/>
                  </a:lnTo>
                  <a:lnTo>
                    <a:pt x="8245571" y="3063558"/>
                  </a:lnTo>
                  <a:lnTo>
                    <a:pt x="8246426" y="3036359"/>
                  </a:lnTo>
                  <a:lnTo>
                    <a:pt x="8247282" y="2998519"/>
                  </a:lnTo>
                  <a:lnTo>
                    <a:pt x="8248137" y="3027700"/>
                  </a:lnTo>
                  <a:lnTo>
                    <a:pt x="8248993" y="3047542"/>
                  </a:lnTo>
                  <a:lnTo>
                    <a:pt x="8249848" y="3088225"/>
                  </a:lnTo>
                  <a:lnTo>
                    <a:pt x="8250704" y="3104660"/>
                  </a:lnTo>
                  <a:lnTo>
                    <a:pt x="8251559" y="3063406"/>
                  </a:lnTo>
                  <a:lnTo>
                    <a:pt x="8252415" y="3073900"/>
                  </a:lnTo>
                  <a:lnTo>
                    <a:pt x="8253270" y="3056786"/>
                  </a:lnTo>
                  <a:lnTo>
                    <a:pt x="8254126" y="2984785"/>
                  </a:lnTo>
                  <a:lnTo>
                    <a:pt x="8254981" y="2911985"/>
                  </a:lnTo>
                  <a:lnTo>
                    <a:pt x="8255837" y="2840419"/>
                  </a:lnTo>
                  <a:lnTo>
                    <a:pt x="8256693" y="2871315"/>
                  </a:lnTo>
                  <a:lnTo>
                    <a:pt x="8257548" y="2892434"/>
                  </a:lnTo>
                  <a:lnTo>
                    <a:pt x="8258404" y="2862471"/>
                  </a:lnTo>
                  <a:lnTo>
                    <a:pt x="8259259" y="2863933"/>
                  </a:lnTo>
                  <a:lnTo>
                    <a:pt x="8260115" y="2883256"/>
                  </a:lnTo>
                  <a:lnTo>
                    <a:pt x="8260970" y="2930116"/>
                  </a:lnTo>
                  <a:lnTo>
                    <a:pt x="8261826" y="2974357"/>
                  </a:lnTo>
                  <a:lnTo>
                    <a:pt x="8262681" y="3010571"/>
                  </a:lnTo>
                  <a:lnTo>
                    <a:pt x="8263537" y="3026697"/>
                  </a:lnTo>
                  <a:lnTo>
                    <a:pt x="8264392" y="2981963"/>
                  </a:lnTo>
                  <a:lnTo>
                    <a:pt x="8265248" y="2899876"/>
                  </a:lnTo>
                  <a:lnTo>
                    <a:pt x="8266103" y="2889673"/>
                  </a:lnTo>
                  <a:lnTo>
                    <a:pt x="8266959" y="2911170"/>
                  </a:lnTo>
                  <a:lnTo>
                    <a:pt x="8267814" y="2915852"/>
                  </a:lnTo>
                  <a:lnTo>
                    <a:pt x="8268670" y="2936407"/>
                  </a:lnTo>
                  <a:lnTo>
                    <a:pt x="8269525" y="2990846"/>
                  </a:lnTo>
                  <a:lnTo>
                    <a:pt x="8270381" y="3075354"/>
                  </a:lnTo>
                  <a:lnTo>
                    <a:pt x="8271236" y="3116972"/>
                  </a:lnTo>
                  <a:lnTo>
                    <a:pt x="8272092" y="3083329"/>
                  </a:lnTo>
                  <a:lnTo>
                    <a:pt x="8272948" y="3012534"/>
                  </a:lnTo>
                  <a:lnTo>
                    <a:pt x="8273803" y="2936763"/>
                  </a:lnTo>
                  <a:lnTo>
                    <a:pt x="8274659" y="2853942"/>
                  </a:lnTo>
                  <a:lnTo>
                    <a:pt x="8275514" y="2786444"/>
                  </a:lnTo>
                  <a:lnTo>
                    <a:pt x="8276370" y="2791356"/>
                  </a:lnTo>
                  <a:lnTo>
                    <a:pt x="8277225" y="2870829"/>
                  </a:lnTo>
                  <a:lnTo>
                    <a:pt x="8278081" y="2931897"/>
                  </a:lnTo>
                  <a:lnTo>
                    <a:pt x="8278936" y="3028146"/>
                  </a:lnTo>
                  <a:lnTo>
                    <a:pt x="8279792" y="3116972"/>
                  </a:lnTo>
                  <a:lnTo>
                    <a:pt x="8280647" y="3116972"/>
                  </a:lnTo>
                  <a:lnTo>
                    <a:pt x="8281503" y="3072959"/>
                  </a:lnTo>
                  <a:lnTo>
                    <a:pt x="8282358" y="2963091"/>
                  </a:lnTo>
                  <a:lnTo>
                    <a:pt x="8283214" y="2941263"/>
                  </a:lnTo>
                  <a:lnTo>
                    <a:pt x="8284069" y="2865364"/>
                  </a:lnTo>
                  <a:lnTo>
                    <a:pt x="8284925" y="2754307"/>
                  </a:lnTo>
                  <a:lnTo>
                    <a:pt x="8285780" y="2690649"/>
                  </a:lnTo>
                  <a:lnTo>
                    <a:pt x="8286636" y="2710437"/>
                  </a:lnTo>
                  <a:lnTo>
                    <a:pt x="8287492" y="2744194"/>
                  </a:lnTo>
                  <a:lnTo>
                    <a:pt x="8288347" y="2814798"/>
                  </a:lnTo>
                  <a:lnTo>
                    <a:pt x="8289203" y="2897602"/>
                  </a:lnTo>
                  <a:lnTo>
                    <a:pt x="8290058" y="2957606"/>
                  </a:lnTo>
                  <a:lnTo>
                    <a:pt x="8290914" y="2953635"/>
                  </a:lnTo>
                  <a:lnTo>
                    <a:pt x="8291769" y="2922808"/>
                  </a:lnTo>
                  <a:lnTo>
                    <a:pt x="8292625" y="2928347"/>
                  </a:lnTo>
                  <a:lnTo>
                    <a:pt x="8293480" y="2842885"/>
                  </a:lnTo>
                  <a:lnTo>
                    <a:pt x="8294336" y="2791584"/>
                  </a:lnTo>
                  <a:lnTo>
                    <a:pt x="8295191" y="2873033"/>
                  </a:lnTo>
                  <a:lnTo>
                    <a:pt x="8296047" y="2965178"/>
                  </a:lnTo>
                  <a:lnTo>
                    <a:pt x="8296902" y="3050151"/>
                  </a:lnTo>
                  <a:lnTo>
                    <a:pt x="8297758" y="3053041"/>
                  </a:lnTo>
                  <a:lnTo>
                    <a:pt x="8298613" y="3052170"/>
                  </a:lnTo>
                  <a:lnTo>
                    <a:pt x="8299469" y="2974753"/>
                  </a:lnTo>
                  <a:lnTo>
                    <a:pt x="8300324" y="2762577"/>
                  </a:lnTo>
                  <a:lnTo>
                    <a:pt x="8301180" y="2614670"/>
                  </a:lnTo>
                  <a:lnTo>
                    <a:pt x="8302035" y="2565197"/>
                  </a:lnTo>
                  <a:lnTo>
                    <a:pt x="8302891" y="2566413"/>
                  </a:lnTo>
                  <a:lnTo>
                    <a:pt x="8303747" y="2590604"/>
                  </a:lnTo>
                  <a:lnTo>
                    <a:pt x="8304602" y="2652538"/>
                  </a:lnTo>
                  <a:lnTo>
                    <a:pt x="8305458" y="2790329"/>
                  </a:lnTo>
                  <a:lnTo>
                    <a:pt x="8306313" y="2950086"/>
                  </a:lnTo>
                  <a:lnTo>
                    <a:pt x="8307169" y="3025623"/>
                  </a:lnTo>
                  <a:lnTo>
                    <a:pt x="8308024" y="3035297"/>
                  </a:lnTo>
                  <a:lnTo>
                    <a:pt x="8308880" y="3072092"/>
                  </a:lnTo>
                  <a:lnTo>
                    <a:pt x="8309735" y="3109649"/>
                  </a:lnTo>
                  <a:lnTo>
                    <a:pt x="8310591" y="3116972"/>
                  </a:lnTo>
                  <a:lnTo>
                    <a:pt x="8311446" y="3088393"/>
                  </a:lnTo>
                  <a:lnTo>
                    <a:pt x="8312302" y="3062328"/>
                  </a:lnTo>
                  <a:lnTo>
                    <a:pt x="8313157" y="3062328"/>
                  </a:lnTo>
                  <a:lnTo>
                    <a:pt x="8314013" y="3062328"/>
                  </a:lnTo>
                  <a:lnTo>
                    <a:pt x="8314868" y="3062328"/>
                  </a:lnTo>
                  <a:lnTo>
                    <a:pt x="8315724" y="3062328"/>
                  </a:lnTo>
                  <a:lnTo>
                    <a:pt x="8316579" y="3062328"/>
                  </a:lnTo>
                  <a:lnTo>
                    <a:pt x="8317435" y="3062328"/>
                  </a:lnTo>
                  <a:lnTo>
                    <a:pt x="8318290" y="3062328"/>
                  </a:lnTo>
                  <a:lnTo>
                    <a:pt x="8319146" y="3062328"/>
                  </a:lnTo>
                  <a:lnTo>
                    <a:pt x="8320002" y="3062328"/>
                  </a:lnTo>
                  <a:lnTo>
                    <a:pt x="8320857" y="3062328"/>
                  </a:lnTo>
                  <a:lnTo>
                    <a:pt x="8321713" y="3062328"/>
                  </a:lnTo>
                  <a:lnTo>
                    <a:pt x="8322568" y="3062328"/>
                  </a:lnTo>
                  <a:lnTo>
                    <a:pt x="8323424" y="3062328"/>
                  </a:lnTo>
                  <a:lnTo>
                    <a:pt x="8324279" y="3062328"/>
                  </a:lnTo>
                  <a:lnTo>
                    <a:pt x="8325135" y="3062328"/>
                  </a:lnTo>
                  <a:lnTo>
                    <a:pt x="8325990" y="3062328"/>
                  </a:lnTo>
                  <a:lnTo>
                    <a:pt x="8326846" y="3062328"/>
                  </a:lnTo>
                  <a:lnTo>
                    <a:pt x="8327701" y="3062328"/>
                  </a:lnTo>
                  <a:lnTo>
                    <a:pt x="8328557" y="3062328"/>
                  </a:lnTo>
                  <a:lnTo>
                    <a:pt x="8329412" y="3062328"/>
                  </a:lnTo>
                  <a:lnTo>
                    <a:pt x="8330268" y="3062328"/>
                  </a:lnTo>
                  <a:lnTo>
                    <a:pt x="8331123" y="3062328"/>
                  </a:lnTo>
                  <a:lnTo>
                    <a:pt x="8331979" y="3021912"/>
                  </a:lnTo>
                  <a:lnTo>
                    <a:pt x="8332834" y="2976719"/>
                  </a:lnTo>
                  <a:lnTo>
                    <a:pt x="8333690" y="2976720"/>
                  </a:lnTo>
                  <a:lnTo>
                    <a:pt x="8334546" y="2976720"/>
                  </a:lnTo>
                  <a:lnTo>
                    <a:pt x="8335401" y="2976720"/>
                  </a:lnTo>
                  <a:lnTo>
                    <a:pt x="8336257" y="2976720"/>
                  </a:lnTo>
                  <a:lnTo>
                    <a:pt x="8337112" y="3017137"/>
                  </a:lnTo>
                  <a:lnTo>
                    <a:pt x="8337968" y="3074115"/>
                  </a:lnTo>
                  <a:lnTo>
                    <a:pt x="8338823" y="3107510"/>
                  </a:lnTo>
                  <a:lnTo>
                    <a:pt x="8339679" y="3116972"/>
                  </a:lnTo>
                  <a:lnTo>
                    <a:pt x="8340534" y="3055416"/>
                  </a:lnTo>
                  <a:lnTo>
                    <a:pt x="8341390" y="2967441"/>
                  </a:lnTo>
                  <a:lnTo>
                    <a:pt x="8342245" y="2966959"/>
                  </a:lnTo>
                  <a:lnTo>
                    <a:pt x="8343101" y="2955174"/>
                  </a:lnTo>
                  <a:lnTo>
                    <a:pt x="8343956" y="2921777"/>
                  </a:lnTo>
                  <a:lnTo>
                    <a:pt x="8344812" y="2896743"/>
                  </a:lnTo>
                  <a:lnTo>
                    <a:pt x="8345667" y="2917950"/>
                  </a:lnTo>
                  <a:lnTo>
                    <a:pt x="8346523" y="2982049"/>
                  </a:lnTo>
                  <a:lnTo>
                    <a:pt x="8347378" y="2948834"/>
                  </a:lnTo>
                  <a:lnTo>
                    <a:pt x="8348234" y="2937284"/>
                  </a:lnTo>
                  <a:lnTo>
                    <a:pt x="8349089" y="2914363"/>
                  </a:lnTo>
                  <a:lnTo>
                    <a:pt x="8349945" y="2925849"/>
                  </a:lnTo>
                  <a:lnTo>
                    <a:pt x="8350801" y="2904125"/>
                  </a:lnTo>
                  <a:lnTo>
                    <a:pt x="8351656" y="2841295"/>
                  </a:lnTo>
                  <a:lnTo>
                    <a:pt x="8352512" y="2881795"/>
                  </a:lnTo>
                  <a:lnTo>
                    <a:pt x="8353367" y="2912008"/>
                  </a:lnTo>
                  <a:lnTo>
                    <a:pt x="8354223" y="2901126"/>
                  </a:lnTo>
                  <a:lnTo>
                    <a:pt x="8355078" y="2847854"/>
                  </a:lnTo>
                  <a:lnTo>
                    <a:pt x="8355934" y="2874206"/>
                  </a:lnTo>
                  <a:lnTo>
                    <a:pt x="8356789" y="2922438"/>
                  </a:lnTo>
                  <a:lnTo>
                    <a:pt x="8357645" y="2917152"/>
                  </a:lnTo>
                  <a:lnTo>
                    <a:pt x="8358500" y="2991168"/>
                  </a:lnTo>
                  <a:lnTo>
                    <a:pt x="8359356" y="3116972"/>
                  </a:lnTo>
                  <a:lnTo>
                    <a:pt x="8360211" y="3116972"/>
                  </a:lnTo>
                  <a:lnTo>
                    <a:pt x="8361067" y="3116972"/>
                  </a:lnTo>
                  <a:lnTo>
                    <a:pt x="8361922" y="3116972"/>
                  </a:lnTo>
                  <a:lnTo>
                    <a:pt x="8362778" y="3116972"/>
                  </a:lnTo>
                  <a:lnTo>
                    <a:pt x="8363633" y="3116129"/>
                  </a:lnTo>
                  <a:lnTo>
                    <a:pt x="8364489" y="3072559"/>
                  </a:lnTo>
                  <a:lnTo>
                    <a:pt x="8365344" y="3066021"/>
                  </a:lnTo>
                  <a:lnTo>
                    <a:pt x="8366200" y="3077409"/>
                  </a:lnTo>
                  <a:lnTo>
                    <a:pt x="8367056" y="3116972"/>
                  </a:lnTo>
                  <a:lnTo>
                    <a:pt x="8367911" y="3116972"/>
                  </a:lnTo>
                  <a:lnTo>
                    <a:pt x="8368767" y="3116972"/>
                  </a:lnTo>
                  <a:lnTo>
                    <a:pt x="8369622" y="3116972"/>
                  </a:lnTo>
                  <a:lnTo>
                    <a:pt x="8370478" y="3114715"/>
                  </a:lnTo>
                  <a:lnTo>
                    <a:pt x="8371333" y="3108866"/>
                  </a:lnTo>
                  <a:lnTo>
                    <a:pt x="8372189" y="3048884"/>
                  </a:lnTo>
                  <a:lnTo>
                    <a:pt x="8373044" y="3029109"/>
                  </a:lnTo>
                  <a:lnTo>
                    <a:pt x="8373900" y="2985586"/>
                  </a:lnTo>
                  <a:lnTo>
                    <a:pt x="8374755" y="2911874"/>
                  </a:lnTo>
                  <a:lnTo>
                    <a:pt x="8375611" y="2806124"/>
                  </a:lnTo>
                  <a:lnTo>
                    <a:pt x="8376466" y="2712601"/>
                  </a:lnTo>
                  <a:lnTo>
                    <a:pt x="8377322" y="2705737"/>
                  </a:lnTo>
                  <a:lnTo>
                    <a:pt x="8378177" y="2693825"/>
                  </a:lnTo>
                  <a:lnTo>
                    <a:pt x="8379033" y="2693168"/>
                  </a:lnTo>
                  <a:lnTo>
                    <a:pt x="8379888" y="2756270"/>
                  </a:lnTo>
                  <a:lnTo>
                    <a:pt x="8380744" y="2835490"/>
                  </a:lnTo>
                  <a:lnTo>
                    <a:pt x="8381600" y="2865070"/>
                  </a:lnTo>
                  <a:lnTo>
                    <a:pt x="8382455" y="2848443"/>
                  </a:lnTo>
                  <a:lnTo>
                    <a:pt x="8383311" y="2837656"/>
                  </a:lnTo>
                  <a:lnTo>
                    <a:pt x="8384166" y="2881840"/>
                  </a:lnTo>
                  <a:lnTo>
                    <a:pt x="8385022" y="2886711"/>
                  </a:lnTo>
                  <a:lnTo>
                    <a:pt x="8385877" y="2885670"/>
                  </a:lnTo>
                  <a:lnTo>
                    <a:pt x="8386733" y="2908249"/>
                  </a:lnTo>
                  <a:lnTo>
                    <a:pt x="8387588" y="2951075"/>
                  </a:lnTo>
                  <a:lnTo>
                    <a:pt x="8388444" y="2993549"/>
                  </a:lnTo>
                  <a:lnTo>
                    <a:pt x="8389299" y="2986817"/>
                  </a:lnTo>
                  <a:lnTo>
                    <a:pt x="8390155" y="2907068"/>
                  </a:lnTo>
                  <a:lnTo>
                    <a:pt x="8391010" y="2861281"/>
                  </a:lnTo>
                  <a:lnTo>
                    <a:pt x="8391866" y="2887472"/>
                  </a:lnTo>
                  <a:lnTo>
                    <a:pt x="8392721" y="2905498"/>
                  </a:lnTo>
                  <a:lnTo>
                    <a:pt x="8393577" y="2884992"/>
                  </a:lnTo>
                  <a:lnTo>
                    <a:pt x="8394432" y="2846430"/>
                  </a:lnTo>
                  <a:lnTo>
                    <a:pt x="8395288" y="2886896"/>
                  </a:lnTo>
                  <a:lnTo>
                    <a:pt x="8396143" y="2858418"/>
                  </a:lnTo>
                  <a:lnTo>
                    <a:pt x="8396999" y="2734523"/>
                  </a:lnTo>
                  <a:lnTo>
                    <a:pt x="8397855" y="2678514"/>
                  </a:lnTo>
                  <a:lnTo>
                    <a:pt x="8398710" y="2699021"/>
                  </a:lnTo>
                  <a:lnTo>
                    <a:pt x="8399566" y="2727404"/>
                  </a:lnTo>
                  <a:lnTo>
                    <a:pt x="8400421" y="2739721"/>
                  </a:lnTo>
                  <a:lnTo>
                    <a:pt x="8401277" y="2847754"/>
                  </a:lnTo>
                  <a:lnTo>
                    <a:pt x="8402132" y="3006746"/>
                  </a:lnTo>
                  <a:lnTo>
                    <a:pt x="8402988" y="3087135"/>
                  </a:lnTo>
                  <a:lnTo>
                    <a:pt x="8403843" y="3091717"/>
                  </a:lnTo>
                  <a:lnTo>
                    <a:pt x="8404699" y="3075225"/>
                  </a:lnTo>
                  <a:lnTo>
                    <a:pt x="8405554" y="3028765"/>
                  </a:lnTo>
                  <a:lnTo>
                    <a:pt x="8406410" y="2944691"/>
                  </a:lnTo>
                  <a:lnTo>
                    <a:pt x="8407265" y="2930168"/>
                  </a:lnTo>
                  <a:lnTo>
                    <a:pt x="8408121" y="2947256"/>
                  </a:lnTo>
                  <a:lnTo>
                    <a:pt x="8408976" y="2976782"/>
                  </a:lnTo>
                  <a:lnTo>
                    <a:pt x="8409832" y="2978993"/>
                  </a:lnTo>
                  <a:lnTo>
                    <a:pt x="8410687" y="3020088"/>
                  </a:lnTo>
                  <a:lnTo>
                    <a:pt x="8411543" y="3087276"/>
                  </a:lnTo>
                  <a:lnTo>
                    <a:pt x="8412398" y="3056877"/>
                  </a:lnTo>
                  <a:lnTo>
                    <a:pt x="8413254" y="3033422"/>
                  </a:lnTo>
                  <a:lnTo>
                    <a:pt x="8414110" y="3002811"/>
                  </a:lnTo>
                  <a:lnTo>
                    <a:pt x="8414965" y="3012961"/>
                  </a:lnTo>
                  <a:lnTo>
                    <a:pt x="8415821" y="2990524"/>
                  </a:lnTo>
                  <a:lnTo>
                    <a:pt x="8416676" y="2868562"/>
                  </a:lnTo>
                  <a:lnTo>
                    <a:pt x="8417532" y="2804609"/>
                  </a:lnTo>
                  <a:lnTo>
                    <a:pt x="8418387" y="2814201"/>
                  </a:lnTo>
                  <a:lnTo>
                    <a:pt x="8419243" y="2849912"/>
                  </a:lnTo>
                  <a:lnTo>
                    <a:pt x="8420098" y="2902710"/>
                  </a:lnTo>
                  <a:lnTo>
                    <a:pt x="8420954" y="2996514"/>
                  </a:lnTo>
                  <a:lnTo>
                    <a:pt x="8421809" y="3116972"/>
                  </a:lnTo>
                  <a:lnTo>
                    <a:pt x="8422665" y="3116972"/>
                  </a:lnTo>
                  <a:lnTo>
                    <a:pt x="8423520" y="3116954"/>
                  </a:lnTo>
                  <a:lnTo>
                    <a:pt x="8424376" y="3042089"/>
                  </a:lnTo>
                  <a:lnTo>
                    <a:pt x="8425231" y="2968158"/>
                  </a:lnTo>
                  <a:lnTo>
                    <a:pt x="8426087" y="2908528"/>
                  </a:lnTo>
                  <a:lnTo>
                    <a:pt x="8426942" y="2872106"/>
                  </a:lnTo>
                  <a:lnTo>
                    <a:pt x="8427798" y="2851141"/>
                  </a:lnTo>
                  <a:lnTo>
                    <a:pt x="8428653" y="2851485"/>
                  </a:lnTo>
                  <a:lnTo>
                    <a:pt x="8429509" y="2747794"/>
                  </a:lnTo>
                  <a:lnTo>
                    <a:pt x="8430365" y="2705698"/>
                  </a:lnTo>
                  <a:lnTo>
                    <a:pt x="8431220" y="2735005"/>
                  </a:lnTo>
                  <a:lnTo>
                    <a:pt x="8432076" y="2749056"/>
                  </a:lnTo>
                  <a:lnTo>
                    <a:pt x="8432931" y="2784054"/>
                  </a:lnTo>
                  <a:lnTo>
                    <a:pt x="8433787" y="2834223"/>
                  </a:lnTo>
                  <a:lnTo>
                    <a:pt x="8434642" y="2915616"/>
                  </a:lnTo>
                  <a:lnTo>
                    <a:pt x="8435498" y="2919174"/>
                  </a:lnTo>
                  <a:lnTo>
                    <a:pt x="8436353" y="2866241"/>
                  </a:lnTo>
                  <a:lnTo>
                    <a:pt x="8437209" y="2855599"/>
                  </a:lnTo>
                  <a:lnTo>
                    <a:pt x="8438064" y="2871201"/>
                  </a:lnTo>
                  <a:lnTo>
                    <a:pt x="8438920" y="2874852"/>
                  </a:lnTo>
                  <a:lnTo>
                    <a:pt x="8439775" y="2901631"/>
                  </a:lnTo>
                  <a:lnTo>
                    <a:pt x="8440631" y="2932015"/>
                  </a:lnTo>
                  <a:lnTo>
                    <a:pt x="8441486" y="2993629"/>
                  </a:lnTo>
                  <a:lnTo>
                    <a:pt x="8442342" y="2995967"/>
                  </a:lnTo>
                  <a:lnTo>
                    <a:pt x="8443197" y="2978228"/>
                  </a:lnTo>
                  <a:lnTo>
                    <a:pt x="8444053" y="2942030"/>
                  </a:lnTo>
                  <a:lnTo>
                    <a:pt x="8444909" y="2882240"/>
                  </a:lnTo>
                  <a:lnTo>
                    <a:pt x="8445764" y="2874725"/>
                  </a:lnTo>
                  <a:lnTo>
                    <a:pt x="8446620" y="2803177"/>
                  </a:lnTo>
                  <a:lnTo>
                    <a:pt x="8447475" y="2765579"/>
                  </a:lnTo>
                  <a:lnTo>
                    <a:pt x="8448331" y="2693582"/>
                  </a:lnTo>
                  <a:lnTo>
                    <a:pt x="8449186" y="2601720"/>
                  </a:lnTo>
                  <a:lnTo>
                    <a:pt x="8450042" y="2582884"/>
                  </a:lnTo>
                  <a:lnTo>
                    <a:pt x="8450897" y="2643360"/>
                  </a:lnTo>
                  <a:lnTo>
                    <a:pt x="8451753" y="2685370"/>
                  </a:lnTo>
                  <a:lnTo>
                    <a:pt x="8452608" y="2687858"/>
                  </a:lnTo>
                  <a:lnTo>
                    <a:pt x="8453464" y="2707661"/>
                  </a:lnTo>
                  <a:lnTo>
                    <a:pt x="8454319" y="2758462"/>
                  </a:lnTo>
                  <a:lnTo>
                    <a:pt x="8455175" y="2835978"/>
                  </a:lnTo>
                  <a:lnTo>
                    <a:pt x="8456030" y="2806548"/>
                  </a:lnTo>
                  <a:lnTo>
                    <a:pt x="8456886" y="2725273"/>
                  </a:lnTo>
                  <a:lnTo>
                    <a:pt x="8457741" y="2673708"/>
                  </a:lnTo>
                  <a:lnTo>
                    <a:pt x="8458597" y="2654533"/>
                  </a:lnTo>
                  <a:lnTo>
                    <a:pt x="8459452" y="2666484"/>
                  </a:lnTo>
                  <a:lnTo>
                    <a:pt x="8460308" y="2657927"/>
                  </a:lnTo>
                  <a:lnTo>
                    <a:pt x="8461164" y="2611141"/>
                  </a:lnTo>
                  <a:lnTo>
                    <a:pt x="8462019" y="2590245"/>
                  </a:lnTo>
                  <a:lnTo>
                    <a:pt x="8462875" y="2598257"/>
                  </a:lnTo>
                  <a:lnTo>
                    <a:pt x="8463730" y="2653895"/>
                  </a:lnTo>
                  <a:lnTo>
                    <a:pt x="8464586" y="2686582"/>
                  </a:lnTo>
                  <a:lnTo>
                    <a:pt x="8465441" y="2732652"/>
                  </a:lnTo>
                  <a:lnTo>
                    <a:pt x="8466297" y="2824458"/>
                  </a:lnTo>
                  <a:lnTo>
                    <a:pt x="8467152" y="2869620"/>
                  </a:lnTo>
                  <a:lnTo>
                    <a:pt x="8468008" y="2842621"/>
                  </a:lnTo>
                  <a:lnTo>
                    <a:pt x="8468863" y="2830003"/>
                  </a:lnTo>
                  <a:lnTo>
                    <a:pt x="8469719" y="2851996"/>
                  </a:lnTo>
                  <a:lnTo>
                    <a:pt x="8470574" y="2846762"/>
                  </a:lnTo>
                  <a:lnTo>
                    <a:pt x="8471430" y="2828545"/>
                  </a:lnTo>
                  <a:lnTo>
                    <a:pt x="8472285" y="2914231"/>
                  </a:lnTo>
                  <a:lnTo>
                    <a:pt x="8473141" y="3035760"/>
                  </a:lnTo>
                  <a:lnTo>
                    <a:pt x="8473996" y="3043108"/>
                  </a:lnTo>
                  <a:lnTo>
                    <a:pt x="8474852" y="3048795"/>
                  </a:lnTo>
                  <a:lnTo>
                    <a:pt x="8475707" y="3074041"/>
                  </a:lnTo>
                  <a:lnTo>
                    <a:pt x="8476563" y="3105864"/>
                  </a:lnTo>
                  <a:lnTo>
                    <a:pt x="8477419" y="3050720"/>
                  </a:lnTo>
                  <a:lnTo>
                    <a:pt x="8478274" y="3006549"/>
                  </a:lnTo>
                  <a:lnTo>
                    <a:pt x="8479130" y="3052396"/>
                  </a:lnTo>
                  <a:lnTo>
                    <a:pt x="8479985" y="3114106"/>
                  </a:lnTo>
                  <a:lnTo>
                    <a:pt x="8480841" y="3103943"/>
                  </a:lnTo>
                  <a:lnTo>
                    <a:pt x="8481696" y="3072119"/>
                  </a:lnTo>
                  <a:lnTo>
                    <a:pt x="8482552" y="3116972"/>
                  </a:lnTo>
                  <a:lnTo>
                    <a:pt x="8483407" y="3116972"/>
                  </a:lnTo>
                  <a:lnTo>
                    <a:pt x="8484263" y="3116972"/>
                  </a:lnTo>
                  <a:lnTo>
                    <a:pt x="8485118" y="3115828"/>
                  </a:lnTo>
                  <a:lnTo>
                    <a:pt x="8485974" y="3116972"/>
                  </a:lnTo>
                  <a:lnTo>
                    <a:pt x="8486829" y="3116972"/>
                  </a:lnTo>
                  <a:lnTo>
                    <a:pt x="8487685" y="3096599"/>
                  </a:lnTo>
                  <a:lnTo>
                    <a:pt x="8488540" y="3078875"/>
                  </a:lnTo>
                  <a:lnTo>
                    <a:pt x="8489396" y="3105010"/>
                  </a:lnTo>
                  <a:lnTo>
                    <a:pt x="8490251" y="3088497"/>
                  </a:lnTo>
                  <a:lnTo>
                    <a:pt x="8491107" y="3062328"/>
                  </a:lnTo>
                  <a:lnTo>
                    <a:pt x="8491963" y="3062328"/>
                  </a:lnTo>
                  <a:lnTo>
                    <a:pt x="8492818" y="3020341"/>
                  </a:lnTo>
                  <a:lnTo>
                    <a:pt x="8493674" y="2976385"/>
                  </a:lnTo>
                  <a:lnTo>
                    <a:pt x="8494529" y="2976385"/>
                  </a:lnTo>
                  <a:lnTo>
                    <a:pt x="8495385" y="2976386"/>
                  </a:lnTo>
                  <a:lnTo>
                    <a:pt x="8496240" y="2976386"/>
                  </a:lnTo>
                  <a:lnTo>
                    <a:pt x="8497096" y="2976387"/>
                  </a:lnTo>
                  <a:lnTo>
                    <a:pt x="8497951" y="2994289"/>
                  </a:lnTo>
                  <a:lnTo>
                    <a:pt x="8498807" y="3006240"/>
                  </a:lnTo>
                  <a:lnTo>
                    <a:pt x="8499662" y="2982039"/>
                  </a:lnTo>
                  <a:lnTo>
                    <a:pt x="8500518" y="2982506"/>
                  </a:lnTo>
                  <a:lnTo>
                    <a:pt x="8501373" y="2924362"/>
                  </a:lnTo>
                  <a:lnTo>
                    <a:pt x="8502229" y="2815794"/>
                  </a:lnTo>
                  <a:lnTo>
                    <a:pt x="8503084" y="2799611"/>
                  </a:lnTo>
                  <a:lnTo>
                    <a:pt x="8503940" y="2865015"/>
                  </a:lnTo>
                  <a:lnTo>
                    <a:pt x="8504795" y="2905259"/>
                  </a:lnTo>
                  <a:lnTo>
                    <a:pt x="8505651" y="2904791"/>
                  </a:lnTo>
                  <a:lnTo>
                    <a:pt x="8506506" y="2962938"/>
                  </a:lnTo>
                  <a:lnTo>
                    <a:pt x="8507362" y="3071508"/>
                  </a:lnTo>
                  <a:lnTo>
                    <a:pt x="8508218" y="3111771"/>
                  </a:lnTo>
                  <a:lnTo>
                    <a:pt x="8509073" y="3078374"/>
                  </a:lnTo>
                  <a:lnTo>
                    <a:pt x="8509929" y="3062328"/>
                  </a:lnTo>
                  <a:lnTo>
                    <a:pt x="8510784" y="3062328"/>
                  </a:lnTo>
                  <a:lnTo>
                    <a:pt x="8511640" y="3073671"/>
                  </a:lnTo>
                  <a:lnTo>
                    <a:pt x="8512495" y="3116972"/>
                  </a:lnTo>
                  <a:lnTo>
                    <a:pt x="8513351" y="3116972"/>
                  </a:lnTo>
                  <a:lnTo>
                    <a:pt x="8514206" y="3116972"/>
                  </a:lnTo>
                  <a:lnTo>
                    <a:pt x="8515062" y="3116972"/>
                  </a:lnTo>
                  <a:lnTo>
                    <a:pt x="8515917" y="3116972"/>
                  </a:lnTo>
                  <a:lnTo>
                    <a:pt x="8516773" y="3116972"/>
                  </a:lnTo>
                  <a:lnTo>
                    <a:pt x="8517628" y="3113475"/>
                  </a:lnTo>
                  <a:lnTo>
                    <a:pt x="8518484" y="3070971"/>
                  </a:lnTo>
                  <a:lnTo>
                    <a:pt x="8519339" y="3062328"/>
                  </a:lnTo>
                  <a:lnTo>
                    <a:pt x="8520195" y="3062328"/>
                  </a:lnTo>
                  <a:lnTo>
                    <a:pt x="8521050" y="3062328"/>
                  </a:lnTo>
                  <a:lnTo>
                    <a:pt x="8521906" y="3062328"/>
                  </a:lnTo>
                  <a:lnTo>
                    <a:pt x="8522761" y="3062328"/>
                  </a:lnTo>
                  <a:lnTo>
                    <a:pt x="8523617" y="3062328"/>
                  </a:lnTo>
                  <a:lnTo>
                    <a:pt x="8524473" y="3062328"/>
                  </a:lnTo>
                  <a:lnTo>
                    <a:pt x="8525328" y="3062328"/>
                  </a:lnTo>
                  <a:lnTo>
                    <a:pt x="8526184" y="3062328"/>
                  </a:lnTo>
                  <a:lnTo>
                    <a:pt x="8527039" y="3037180"/>
                  </a:lnTo>
                  <a:lnTo>
                    <a:pt x="8527895" y="3019654"/>
                  </a:lnTo>
                  <a:lnTo>
                    <a:pt x="8528750" y="3039389"/>
                  </a:lnTo>
                  <a:lnTo>
                    <a:pt x="8529606" y="3071214"/>
                  </a:lnTo>
                  <a:lnTo>
                    <a:pt x="8530461" y="3096358"/>
                  </a:lnTo>
                  <a:lnTo>
                    <a:pt x="8531317" y="3116972"/>
                  </a:lnTo>
                  <a:lnTo>
                    <a:pt x="8532172" y="3116972"/>
                  </a:lnTo>
                  <a:lnTo>
                    <a:pt x="8533028" y="3116972"/>
                  </a:lnTo>
                  <a:lnTo>
                    <a:pt x="8533883" y="3116972"/>
                  </a:lnTo>
                  <a:lnTo>
                    <a:pt x="8534739" y="3116972"/>
                  </a:lnTo>
                  <a:lnTo>
                    <a:pt x="8535594" y="3116972"/>
                  </a:lnTo>
                  <a:lnTo>
                    <a:pt x="8536450" y="3116972"/>
                  </a:lnTo>
                  <a:lnTo>
                    <a:pt x="8537305" y="3087016"/>
                  </a:lnTo>
                  <a:lnTo>
                    <a:pt x="8538161" y="3062597"/>
                  </a:lnTo>
                  <a:lnTo>
                    <a:pt x="8539017" y="3024764"/>
                  </a:lnTo>
                  <a:lnTo>
                    <a:pt x="8539872" y="3018448"/>
                  </a:lnTo>
                  <a:lnTo>
                    <a:pt x="8540728" y="2995209"/>
                  </a:lnTo>
                  <a:lnTo>
                    <a:pt x="8541583" y="2917127"/>
                  </a:lnTo>
                  <a:lnTo>
                    <a:pt x="8542439" y="2875711"/>
                  </a:lnTo>
                  <a:lnTo>
                    <a:pt x="8543294" y="2885488"/>
                  </a:lnTo>
                  <a:lnTo>
                    <a:pt x="8544150" y="2911080"/>
                  </a:lnTo>
                  <a:lnTo>
                    <a:pt x="8545005" y="2953682"/>
                  </a:lnTo>
                  <a:lnTo>
                    <a:pt x="8545861" y="3009105"/>
                  </a:lnTo>
                  <a:lnTo>
                    <a:pt x="8546716" y="3075847"/>
                  </a:lnTo>
                  <a:lnTo>
                    <a:pt x="8547572" y="3111855"/>
                  </a:lnTo>
                  <a:lnTo>
                    <a:pt x="8548427" y="3063277"/>
                  </a:lnTo>
                  <a:lnTo>
                    <a:pt x="8549283" y="3006431"/>
                  </a:lnTo>
                  <a:lnTo>
                    <a:pt x="8550138" y="2980016"/>
                  </a:lnTo>
                  <a:lnTo>
                    <a:pt x="8550994" y="2948067"/>
                  </a:lnTo>
                  <a:lnTo>
                    <a:pt x="8551849" y="2883675"/>
                  </a:lnTo>
                  <a:lnTo>
                    <a:pt x="8552705" y="2801766"/>
                  </a:lnTo>
                  <a:lnTo>
                    <a:pt x="8553560" y="2754846"/>
                  </a:lnTo>
                  <a:lnTo>
                    <a:pt x="8553560" y="3116972"/>
                  </a:lnTo>
                  <a:lnTo>
                    <a:pt x="8552705" y="3116972"/>
                  </a:lnTo>
                  <a:lnTo>
                    <a:pt x="8551849" y="3116972"/>
                  </a:lnTo>
                  <a:lnTo>
                    <a:pt x="8550994" y="3116972"/>
                  </a:lnTo>
                  <a:lnTo>
                    <a:pt x="8550138" y="3116972"/>
                  </a:lnTo>
                  <a:lnTo>
                    <a:pt x="8549283" y="3116972"/>
                  </a:lnTo>
                  <a:lnTo>
                    <a:pt x="8548427" y="3116972"/>
                  </a:lnTo>
                  <a:lnTo>
                    <a:pt x="8547572" y="3116972"/>
                  </a:lnTo>
                  <a:lnTo>
                    <a:pt x="8546716" y="3116972"/>
                  </a:lnTo>
                  <a:lnTo>
                    <a:pt x="8545861" y="3116972"/>
                  </a:lnTo>
                  <a:lnTo>
                    <a:pt x="8545005" y="3116972"/>
                  </a:lnTo>
                  <a:lnTo>
                    <a:pt x="8544150" y="3116972"/>
                  </a:lnTo>
                  <a:lnTo>
                    <a:pt x="8543294" y="3116972"/>
                  </a:lnTo>
                  <a:lnTo>
                    <a:pt x="8542439" y="3116972"/>
                  </a:lnTo>
                  <a:lnTo>
                    <a:pt x="8541583" y="3116972"/>
                  </a:lnTo>
                  <a:lnTo>
                    <a:pt x="8540728" y="3116972"/>
                  </a:lnTo>
                  <a:lnTo>
                    <a:pt x="8539872" y="3116972"/>
                  </a:lnTo>
                  <a:lnTo>
                    <a:pt x="8539017" y="3116972"/>
                  </a:lnTo>
                  <a:lnTo>
                    <a:pt x="8538161" y="3116972"/>
                  </a:lnTo>
                  <a:lnTo>
                    <a:pt x="8537305" y="3116972"/>
                  </a:lnTo>
                  <a:lnTo>
                    <a:pt x="8536450" y="3116972"/>
                  </a:lnTo>
                  <a:lnTo>
                    <a:pt x="8535594" y="3116972"/>
                  </a:lnTo>
                  <a:lnTo>
                    <a:pt x="8534739" y="3116972"/>
                  </a:lnTo>
                  <a:lnTo>
                    <a:pt x="8533883" y="3116972"/>
                  </a:lnTo>
                  <a:lnTo>
                    <a:pt x="8533028" y="3116972"/>
                  </a:lnTo>
                  <a:lnTo>
                    <a:pt x="8532172" y="3116972"/>
                  </a:lnTo>
                  <a:lnTo>
                    <a:pt x="8531317" y="3116972"/>
                  </a:lnTo>
                  <a:lnTo>
                    <a:pt x="8530461" y="3116972"/>
                  </a:lnTo>
                  <a:lnTo>
                    <a:pt x="8529606" y="3116972"/>
                  </a:lnTo>
                  <a:lnTo>
                    <a:pt x="8528750" y="3116972"/>
                  </a:lnTo>
                  <a:lnTo>
                    <a:pt x="8527895" y="3116972"/>
                  </a:lnTo>
                  <a:lnTo>
                    <a:pt x="8527039" y="3116972"/>
                  </a:lnTo>
                  <a:lnTo>
                    <a:pt x="8526184" y="3116972"/>
                  </a:lnTo>
                  <a:lnTo>
                    <a:pt x="8525328" y="3116972"/>
                  </a:lnTo>
                  <a:lnTo>
                    <a:pt x="8524473" y="3116972"/>
                  </a:lnTo>
                  <a:lnTo>
                    <a:pt x="8523617" y="3116972"/>
                  </a:lnTo>
                  <a:lnTo>
                    <a:pt x="8522761" y="3116972"/>
                  </a:lnTo>
                  <a:lnTo>
                    <a:pt x="8521906" y="3116972"/>
                  </a:lnTo>
                  <a:lnTo>
                    <a:pt x="8521050" y="3116972"/>
                  </a:lnTo>
                  <a:lnTo>
                    <a:pt x="8520195" y="3116972"/>
                  </a:lnTo>
                  <a:lnTo>
                    <a:pt x="8519339" y="3116972"/>
                  </a:lnTo>
                  <a:lnTo>
                    <a:pt x="8518484" y="3116972"/>
                  </a:lnTo>
                  <a:lnTo>
                    <a:pt x="8517628" y="3116972"/>
                  </a:lnTo>
                  <a:lnTo>
                    <a:pt x="8516773" y="3116972"/>
                  </a:lnTo>
                  <a:lnTo>
                    <a:pt x="8515917" y="3116972"/>
                  </a:lnTo>
                  <a:lnTo>
                    <a:pt x="8515062" y="3116972"/>
                  </a:lnTo>
                  <a:lnTo>
                    <a:pt x="8514206" y="3116972"/>
                  </a:lnTo>
                  <a:lnTo>
                    <a:pt x="8513351" y="3116972"/>
                  </a:lnTo>
                  <a:lnTo>
                    <a:pt x="8512495" y="3116972"/>
                  </a:lnTo>
                  <a:lnTo>
                    <a:pt x="8511640" y="3116972"/>
                  </a:lnTo>
                  <a:lnTo>
                    <a:pt x="8510784" y="3116972"/>
                  </a:lnTo>
                  <a:lnTo>
                    <a:pt x="8509929" y="3116972"/>
                  </a:lnTo>
                  <a:lnTo>
                    <a:pt x="8509073" y="3116972"/>
                  </a:lnTo>
                  <a:lnTo>
                    <a:pt x="8508218" y="3116972"/>
                  </a:lnTo>
                  <a:lnTo>
                    <a:pt x="8507362" y="3116972"/>
                  </a:lnTo>
                  <a:lnTo>
                    <a:pt x="8506506" y="3116972"/>
                  </a:lnTo>
                  <a:lnTo>
                    <a:pt x="8505651" y="3116972"/>
                  </a:lnTo>
                  <a:lnTo>
                    <a:pt x="8504795" y="3116972"/>
                  </a:lnTo>
                  <a:lnTo>
                    <a:pt x="8503940" y="3116972"/>
                  </a:lnTo>
                  <a:lnTo>
                    <a:pt x="8503084" y="3116972"/>
                  </a:lnTo>
                  <a:lnTo>
                    <a:pt x="8502229" y="3116972"/>
                  </a:lnTo>
                  <a:lnTo>
                    <a:pt x="8501373" y="3116972"/>
                  </a:lnTo>
                  <a:lnTo>
                    <a:pt x="8500518" y="3116972"/>
                  </a:lnTo>
                  <a:lnTo>
                    <a:pt x="8499662" y="3116972"/>
                  </a:lnTo>
                  <a:lnTo>
                    <a:pt x="8498807" y="3116972"/>
                  </a:lnTo>
                  <a:lnTo>
                    <a:pt x="8497951" y="3116972"/>
                  </a:lnTo>
                  <a:lnTo>
                    <a:pt x="8497096" y="3116972"/>
                  </a:lnTo>
                  <a:lnTo>
                    <a:pt x="8496240" y="3116972"/>
                  </a:lnTo>
                  <a:lnTo>
                    <a:pt x="8495385" y="3116972"/>
                  </a:lnTo>
                  <a:lnTo>
                    <a:pt x="8494529" y="3116972"/>
                  </a:lnTo>
                  <a:lnTo>
                    <a:pt x="8493674" y="3116972"/>
                  </a:lnTo>
                  <a:lnTo>
                    <a:pt x="8492818" y="3116972"/>
                  </a:lnTo>
                  <a:lnTo>
                    <a:pt x="8491963" y="3116972"/>
                  </a:lnTo>
                  <a:lnTo>
                    <a:pt x="8491107" y="3116972"/>
                  </a:lnTo>
                  <a:lnTo>
                    <a:pt x="8490251" y="3116972"/>
                  </a:lnTo>
                  <a:lnTo>
                    <a:pt x="8489396" y="3116972"/>
                  </a:lnTo>
                  <a:lnTo>
                    <a:pt x="8488540" y="3116972"/>
                  </a:lnTo>
                  <a:lnTo>
                    <a:pt x="8487685" y="3116972"/>
                  </a:lnTo>
                  <a:lnTo>
                    <a:pt x="8486829" y="3116972"/>
                  </a:lnTo>
                  <a:lnTo>
                    <a:pt x="8485974" y="3116972"/>
                  </a:lnTo>
                  <a:lnTo>
                    <a:pt x="8485118" y="3116972"/>
                  </a:lnTo>
                  <a:lnTo>
                    <a:pt x="8484263" y="3116972"/>
                  </a:lnTo>
                  <a:lnTo>
                    <a:pt x="8483407" y="3116972"/>
                  </a:lnTo>
                  <a:lnTo>
                    <a:pt x="8482552" y="3116972"/>
                  </a:lnTo>
                  <a:lnTo>
                    <a:pt x="8481696" y="3116972"/>
                  </a:lnTo>
                  <a:lnTo>
                    <a:pt x="8480841" y="3116972"/>
                  </a:lnTo>
                  <a:lnTo>
                    <a:pt x="8479985" y="3116972"/>
                  </a:lnTo>
                  <a:lnTo>
                    <a:pt x="8479130" y="3116972"/>
                  </a:lnTo>
                  <a:lnTo>
                    <a:pt x="8478274" y="3116972"/>
                  </a:lnTo>
                  <a:lnTo>
                    <a:pt x="8477419" y="3116972"/>
                  </a:lnTo>
                  <a:lnTo>
                    <a:pt x="8476563" y="3116972"/>
                  </a:lnTo>
                  <a:lnTo>
                    <a:pt x="8475707" y="3116972"/>
                  </a:lnTo>
                  <a:lnTo>
                    <a:pt x="8474852" y="3116972"/>
                  </a:lnTo>
                  <a:lnTo>
                    <a:pt x="8473996" y="3116972"/>
                  </a:lnTo>
                  <a:lnTo>
                    <a:pt x="8473141" y="3116972"/>
                  </a:lnTo>
                  <a:lnTo>
                    <a:pt x="8472285" y="3116972"/>
                  </a:lnTo>
                  <a:lnTo>
                    <a:pt x="8471430" y="3116972"/>
                  </a:lnTo>
                  <a:lnTo>
                    <a:pt x="8470574" y="3116972"/>
                  </a:lnTo>
                  <a:lnTo>
                    <a:pt x="8469719" y="3116972"/>
                  </a:lnTo>
                  <a:lnTo>
                    <a:pt x="8468863" y="3116972"/>
                  </a:lnTo>
                  <a:lnTo>
                    <a:pt x="8468008" y="3116972"/>
                  </a:lnTo>
                  <a:lnTo>
                    <a:pt x="8467152" y="3116972"/>
                  </a:lnTo>
                  <a:lnTo>
                    <a:pt x="8466297" y="3116972"/>
                  </a:lnTo>
                  <a:lnTo>
                    <a:pt x="8465441" y="3116972"/>
                  </a:lnTo>
                  <a:lnTo>
                    <a:pt x="8464586" y="3116972"/>
                  </a:lnTo>
                  <a:lnTo>
                    <a:pt x="8463730" y="3116972"/>
                  </a:lnTo>
                  <a:lnTo>
                    <a:pt x="8462875" y="3116972"/>
                  </a:lnTo>
                  <a:lnTo>
                    <a:pt x="8462019" y="3116972"/>
                  </a:lnTo>
                  <a:lnTo>
                    <a:pt x="8461164" y="3116972"/>
                  </a:lnTo>
                  <a:lnTo>
                    <a:pt x="8460308" y="3116972"/>
                  </a:lnTo>
                  <a:lnTo>
                    <a:pt x="8459452" y="3116972"/>
                  </a:lnTo>
                  <a:lnTo>
                    <a:pt x="8458597" y="3116972"/>
                  </a:lnTo>
                  <a:lnTo>
                    <a:pt x="8457741" y="3116972"/>
                  </a:lnTo>
                  <a:lnTo>
                    <a:pt x="8456886" y="3116972"/>
                  </a:lnTo>
                  <a:lnTo>
                    <a:pt x="8456030" y="3116972"/>
                  </a:lnTo>
                  <a:lnTo>
                    <a:pt x="8455175" y="3116972"/>
                  </a:lnTo>
                  <a:lnTo>
                    <a:pt x="8454319" y="3116972"/>
                  </a:lnTo>
                  <a:lnTo>
                    <a:pt x="8453464" y="3116972"/>
                  </a:lnTo>
                  <a:lnTo>
                    <a:pt x="8452608" y="3116972"/>
                  </a:lnTo>
                  <a:lnTo>
                    <a:pt x="8451753" y="3116972"/>
                  </a:lnTo>
                  <a:lnTo>
                    <a:pt x="8450897" y="3116972"/>
                  </a:lnTo>
                  <a:lnTo>
                    <a:pt x="8450042" y="3116972"/>
                  </a:lnTo>
                  <a:lnTo>
                    <a:pt x="8449186" y="3116972"/>
                  </a:lnTo>
                  <a:lnTo>
                    <a:pt x="8448331" y="3116972"/>
                  </a:lnTo>
                  <a:lnTo>
                    <a:pt x="8447475" y="3116972"/>
                  </a:lnTo>
                  <a:lnTo>
                    <a:pt x="8446620" y="3116972"/>
                  </a:lnTo>
                  <a:lnTo>
                    <a:pt x="8445764" y="3116972"/>
                  </a:lnTo>
                  <a:lnTo>
                    <a:pt x="8444909" y="3116972"/>
                  </a:lnTo>
                  <a:lnTo>
                    <a:pt x="8444053" y="3116972"/>
                  </a:lnTo>
                  <a:lnTo>
                    <a:pt x="8443197" y="3116972"/>
                  </a:lnTo>
                  <a:lnTo>
                    <a:pt x="8442342" y="3116972"/>
                  </a:lnTo>
                  <a:lnTo>
                    <a:pt x="8441486" y="3116972"/>
                  </a:lnTo>
                  <a:lnTo>
                    <a:pt x="8440631" y="3116972"/>
                  </a:lnTo>
                  <a:lnTo>
                    <a:pt x="8439775" y="3116972"/>
                  </a:lnTo>
                  <a:lnTo>
                    <a:pt x="8438920" y="3116972"/>
                  </a:lnTo>
                  <a:lnTo>
                    <a:pt x="8438064" y="3116972"/>
                  </a:lnTo>
                  <a:lnTo>
                    <a:pt x="8437209" y="3116972"/>
                  </a:lnTo>
                  <a:lnTo>
                    <a:pt x="8436353" y="3116972"/>
                  </a:lnTo>
                  <a:lnTo>
                    <a:pt x="8435498" y="3116972"/>
                  </a:lnTo>
                  <a:lnTo>
                    <a:pt x="8434642" y="3116972"/>
                  </a:lnTo>
                  <a:lnTo>
                    <a:pt x="8433787" y="3116972"/>
                  </a:lnTo>
                  <a:lnTo>
                    <a:pt x="8432931" y="3116972"/>
                  </a:lnTo>
                  <a:lnTo>
                    <a:pt x="8432076" y="3116972"/>
                  </a:lnTo>
                  <a:lnTo>
                    <a:pt x="8431220" y="3116972"/>
                  </a:lnTo>
                  <a:lnTo>
                    <a:pt x="8430365" y="3116972"/>
                  </a:lnTo>
                  <a:lnTo>
                    <a:pt x="8429509" y="3116972"/>
                  </a:lnTo>
                  <a:lnTo>
                    <a:pt x="8428653" y="3116972"/>
                  </a:lnTo>
                  <a:lnTo>
                    <a:pt x="8427798" y="3116972"/>
                  </a:lnTo>
                  <a:lnTo>
                    <a:pt x="8426942" y="3116972"/>
                  </a:lnTo>
                  <a:lnTo>
                    <a:pt x="8426087" y="3116972"/>
                  </a:lnTo>
                  <a:lnTo>
                    <a:pt x="8425231" y="3116972"/>
                  </a:lnTo>
                  <a:lnTo>
                    <a:pt x="8424376" y="3116972"/>
                  </a:lnTo>
                  <a:lnTo>
                    <a:pt x="8423520" y="3116972"/>
                  </a:lnTo>
                  <a:lnTo>
                    <a:pt x="8422665" y="3116972"/>
                  </a:lnTo>
                  <a:lnTo>
                    <a:pt x="8421809" y="3116972"/>
                  </a:lnTo>
                  <a:lnTo>
                    <a:pt x="8420954" y="3116972"/>
                  </a:lnTo>
                  <a:lnTo>
                    <a:pt x="8420098" y="3116972"/>
                  </a:lnTo>
                  <a:lnTo>
                    <a:pt x="8419243" y="3116972"/>
                  </a:lnTo>
                  <a:lnTo>
                    <a:pt x="8418387" y="3116972"/>
                  </a:lnTo>
                  <a:lnTo>
                    <a:pt x="8417532" y="3116972"/>
                  </a:lnTo>
                  <a:lnTo>
                    <a:pt x="8416676" y="3116972"/>
                  </a:lnTo>
                  <a:lnTo>
                    <a:pt x="8415821" y="3116972"/>
                  </a:lnTo>
                  <a:lnTo>
                    <a:pt x="8414965" y="3116972"/>
                  </a:lnTo>
                  <a:lnTo>
                    <a:pt x="8414110" y="3116972"/>
                  </a:lnTo>
                  <a:lnTo>
                    <a:pt x="8413254" y="3116972"/>
                  </a:lnTo>
                  <a:lnTo>
                    <a:pt x="8412398" y="3116972"/>
                  </a:lnTo>
                  <a:lnTo>
                    <a:pt x="8411543" y="3116972"/>
                  </a:lnTo>
                  <a:lnTo>
                    <a:pt x="8410687" y="3116972"/>
                  </a:lnTo>
                  <a:lnTo>
                    <a:pt x="8409832" y="3116972"/>
                  </a:lnTo>
                  <a:lnTo>
                    <a:pt x="8408976" y="3116972"/>
                  </a:lnTo>
                  <a:lnTo>
                    <a:pt x="8408121" y="3116972"/>
                  </a:lnTo>
                  <a:lnTo>
                    <a:pt x="8407265" y="3116972"/>
                  </a:lnTo>
                  <a:lnTo>
                    <a:pt x="8406410" y="3116972"/>
                  </a:lnTo>
                  <a:lnTo>
                    <a:pt x="8405554" y="3116972"/>
                  </a:lnTo>
                  <a:lnTo>
                    <a:pt x="8404699" y="3116972"/>
                  </a:lnTo>
                  <a:lnTo>
                    <a:pt x="8403843" y="3116972"/>
                  </a:lnTo>
                  <a:lnTo>
                    <a:pt x="8402988" y="3116972"/>
                  </a:lnTo>
                  <a:lnTo>
                    <a:pt x="8402132" y="3116972"/>
                  </a:lnTo>
                  <a:lnTo>
                    <a:pt x="8401277" y="3116972"/>
                  </a:lnTo>
                  <a:lnTo>
                    <a:pt x="8400421" y="3116972"/>
                  </a:lnTo>
                  <a:lnTo>
                    <a:pt x="8399566" y="3116972"/>
                  </a:lnTo>
                  <a:lnTo>
                    <a:pt x="8398710" y="3116972"/>
                  </a:lnTo>
                  <a:lnTo>
                    <a:pt x="8397855" y="3116972"/>
                  </a:lnTo>
                  <a:lnTo>
                    <a:pt x="8396999" y="3116972"/>
                  </a:lnTo>
                  <a:lnTo>
                    <a:pt x="8396143" y="3116972"/>
                  </a:lnTo>
                  <a:lnTo>
                    <a:pt x="8395288" y="3116972"/>
                  </a:lnTo>
                  <a:lnTo>
                    <a:pt x="8394432" y="3116972"/>
                  </a:lnTo>
                  <a:lnTo>
                    <a:pt x="8393577" y="3116972"/>
                  </a:lnTo>
                  <a:lnTo>
                    <a:pt x="8392721" y="3116972"/>
                  </a:lnTo>
                  <a:lnTo>
                    <a:pt x="8391866" y="3116972"/>
                  </a:lnTo>
                  <a:lnTo>
                    <a:pt x="8391010" y="3116972"/>
                  </a:lnTo>
                  <a:lnTo>
                    <a:pt x="8390155" y="3116972"/>
                  </a:lnTo>
                  <a:lnTo>
                    <a:pt x="8389299" y="3116972"/>
                  </a:lnTo>
                  <a:lnTo>
                    <a:pt x="8388444" y="3116972"/>
                  </a:lnTo>
                  <a:lnTo>
                    <a:pt x="8387588" y="3116972"/>
                  </a:lnTo>
                  <a:lnTo>
                    <a:pt x="8386733" y="3116972"/>
                  </a:lnTo>
                  <a:lnTo>
                    <a:pt x="8385877" y="3116972"/>
                  </a:lnTo>
                  <a:lnTo>
                    <a:pt x="8385022" y="3116972"/>
                  </a:lnTo>
                  <a:lnTo>
                    <a:pt x="8384166" y="3116972"/>
                  </a:lnTo>
                  <a:lnTo>
                    <a:pt x="8383311" y="3116972"/>
                  </a:lnTo>
                  <a:lnTo>
                    <a:pt x="8382455" y="3116972"/>
                  </a:lnTo>
                  <a:lnTo>
                    <a:pt x="8381600" y="3116972"/>
                  </a:lnTo>
                  <a:lnTo>
                    <a:pt x="8380744" y="3116972"/>
                  </a:lnTo>
                  <a:lnTo>
                    <a:pt x="8379888" y="3116972"/>
                  </a:lnTo>
                  <a:lnTo>
                    <a:pt x="8379033" y="3116972"/>
                  </a:lnTo>
                  <a:lnTo>
                    <a:pt x="8378177" y="3116972"/>
                  </a:lnTo>
                  <a:lnTo>
                    <a:pt x="8377322" y="3116972"/>
                  </a:lnTo>
                  <a:lnTo>
                    <a:pt x="8376466" y="3116972"/>
                  </a:lnTo>
                  <a:lnTo>
                    <a:pt x="8375611" y="3116972"/>
                  </a:lnTo>
                  <a:lnTo>
                    <a:pt x="8374755" y="3116972"/>
                  </a:lnTo>
                  <a:lnTo>
                    <a:pt x="8373900" y="3116972"/>
                  </a:lnTo>
                  <a:lnTo>
                    <a:pt x="8373044" y="3116972"/>
                  </a:lnTo>
                  <a:lnTo>
                    <a:pt x="8372189" y="3116972"/>
                  </a:lnTo>
                  <a:lnTo>
                    <a:pt x="8371333" y="3116972"/>
                  </a:lnTo>
                  <a:lnTo>
                    <a:pt x="8370478" y="3116972"/>
                  </a:lnTo>
                  <a:lnTo>
                    <a:pt x="8369622" y="3116972"/>
                  </a:lnTo>
                  <a:lnTo>
                    <a:pt x="8368767" y="3116972"/>
                  </a:lnTo>
                  <a:lnTo>
                    <a:pt x="8367911" y="3116972"/>
                  </a:lnTo>
                  <a:lnTo>
                    <a:pt x="8367056" y="3116972"/>
                  </a:lnTo>
                  <a:lnTo>
                    <a:pt x="8366200" y="3116972"/>
                  </a:lnTo>
                  <a:lnTo>
                    <a:pt x="8365344" y="3116972"/>
                  </a:lnTo>
                  <a:lnTo>
                    <a:pt x="8364489" y="3116972"/>
                  </a:lnTo>
                  <a:lnTo>
                    <a:pt x="8363633" y="3116972"/>
                  </a:lnTo>
                  <a:lnTo>
                    <a:pt x="8362778" y="3116972"/>
                  </a:lnTo>
                  <a:lnTo>
                    <a:pt x="8361922" y="3116972"/>
                  </a:lnTo>
                  <a:lnTo>
                    <a:pt x="8361067" y="3116972"/>
                  </a:lnTo>
                  <a:lnTo>
                    <a:pt x="8360211" y="3116972"/>
                  </a:lnTo>
                  <a:lnTo>
                    <a:pt x="8359356" y="3116972"/>
                  </a:lnTo>
                  <a:lnTo>
                    <a:pt x="8358500" y="3116972"/>
                  </a:lnTo>
                  <a:lnTo>
                    <a:pt x="8357645" y="3116972"/>
                  </a:lnTo>
                  <a:lnTo>
                    <a:pt x="8356789" y="3116972"/>
                  </a:lnTo>
                  <a:lnTo>
                    <a:pt x="8355934" y="3116972"/>
                  </a:lnTo>
                  <a:lnTo>
                    <a:pt x="8355078" y="3116972"/>
                  </a:lnTo>
                  <a:lnTo>
                    <a:pt x="8354223" y="3116972"/>
                  </a:lnTo>
                  <a:lnTo>
                    <a:pt x="8353367" y="3116972"/>
                  </a:lnTo>
                  <a:lnTo>
                    <a:pt x="8352512" y="3116972"/>
                  </a:lnTo>
                  <a:lnTo>
                    <a:pt x="8351656" y="3116972"/>
                  </a:lnTo>
                  <a:lnTo>
                    <a:pt x="8350801" y="3116972"/>
                  </a:lnTo>
                  <a:lnTo>
                    <a:pt x="8349945" y="3116972"/>
                  </a:lnTo>
                  <a:lnTo>
                    <a:pt x="8349089" y="3116972"/>
                  </a:lnTo>
                  <a:lnTo>
                    <a:pt x="8348234" y="3116972"/>
                  </a:lnTo>
                  <a:lnTo>
                    <a:pt x="8347378" y="3116972"/>
                  </a:lnTo>
                  <a:lnTo>
                    <a:pt x="8346523" y="3116972"/>
                  </a:lnTo>
                  <a:lnTo>
                    <a:pt x="8345667" y="3116972"/>
                  </a:lnTo>
                  <a:lnTo>
                    <a:pt x="8344812" y="3116972"/>
                  </a:lnTo>
                  <a:lnTo>
                    <a:pt x="8343956" y="3116972"/>
                  </a:lnTo>
                  <a:lnTo>
                    <a:pt x="8343101" y="3116972"/>
                  </a:lnTo>
                  <a:lnTo>
                    <a:pt x="8342245" y="3116972"/>
                  </a:lnTo>
                  <a:lnTo>
                    <a:pt x="8341390" y="3116972"/>
                  </a:lnTo>
                  <a:lnTo>
                    <a:pt x="8340534" y="3116972"/>
                  </a:lnTo>
                  <a:lnTo>
                    <a:pt x="8339679" y="3116972"/>
                  </a:lnTo>
                  <a:lnTo>
                    <a:pt x="8338823" y="3116972"/>
                  </a:lnTo>
                  <a:lnTo>
                    <a:pt x="8337968" y="3116972"/>
                  </a:lnTo>
                  <a:lnTo>
                    <a:pt x="8337112" y="3116972"/>
                  </a:lnTo>
                  <a:lnTo>
                    <a:pt x="8336257" y="3116972"/>
                  </a:lnTo>
                  <a:lnTo>
                    <a:pt x="8335401" y="3116972"/>
                  </a:lnTo>
                  <a:lnTo>
                    <a:pt x="8334546" y="3116972"/>
                  </a:lnTo>
                  <a:lnTo>
                    <a:pt x="8333690" y="3116972"/>
                  </a:lnTo>
                  <a:lnTo>
                    <a:pt x="8332834" y="3116972"/>
                  </a:lnTo>
                  <a:lnTo>
                    <a:pt x="8331979" y="3116972"/>
                  </a:lnTo>
                  <a:lnTo>
                    <a:pt x="8331123" y="3116972"/>
                  </a:lnTo>
                  <a:lnTo>
                    <a:pt x="8330268" y="3116972"/>
                  </a:lnTo>
                  <a:lnTo>
                    <a:pt x="8329412" y="3116972"/>
                  </a:lnTo>
                  <a:lnTo>
                    <a:pt x="8328557" y="3116972"/>
                  </a:lnTo>
                  <a:lnTo>
                    <a:pt x="8327701" y="3116972"/>
                  </a:lnTo>
                  <a:lnTo>
                    <a:pt x="8326846" y="3116972"/>
                  </a:lnTo>
                  <a:lnTo>
                    <a:pt x="8325990" y="3116972"/>
                  </a:lnTo>
                  <a:lnTo>
                    <a:pt x="8325135" y="3116972"/>
                  </a:lnTo>
                  <a:lnTo>
                    <a:pt x="8324279" y="3116972"/>
                  </a:lnTo>
                  <a:lnTo>
                    <a:pt x="8323424" y="3116972"/>
                  </a:lnTo>
                  <a:lnTo>
                    <a:pt x="8322568" y="3116972"/>
                  </a:lnTo>
                  <a:lnTo>
                    <a:pt x="8321713" y="3116972"/>
                  </a:lnTo>
                  <a:lnTo>
                    <a:pt x="8320857" y="3116972"/>
                  </a:lnTo>
                  <a:lnTo>
                    <a:pt x="8320002" y="3116972"/>
                  </a:lnTo>
                  <a:lnTo>
                    <a:pt x="8319146" y="3116972"/>
                  </a:lnTo>
                  <a:lnTo>
                    <a:pt x="8318290" y="3116972"/>
                  </a:lnTo>
                  <a:lnTo>
                    <a:pt x="8317435" y="3116972"/>
                  </a:lnTo>
                  <a:lnTo>
                    <a:pt x="8316579" y="3116972"/>
                  </a:lnTo>
                  <a:lnTo>
                    <a:pt x="8315724" y="3116972"/>
                  </a:lnTo>
                  <a:lnTo>
                    <a:pt x="8314868" y="3116972"/>
                  </a:lnTo>
                  <a:lnTo>
                    <a:pt x="8314013" y="3116972"/>
                  </a:lnTo>
                  <a:lnTo>
                    <a:pt x="8313157" y="3116972"/>
                  </a:lnTo>
                  <a:lnTo>
                    <a:pt x="8312302" y="3116972"/>
                  </a:lnTo>
                  <a:lnTo>
                    <a:pt x="8311446" y="3116972"/>
                  </a:lnTo>
                  <a:lnTo>
                    <a:pt x="8310591" y="3116972"/>
                  </a:lnTo>
                  <a:lnTo>
                    <a:pt x="8309735" y="3116972"/>
                  </a:lnTo>
                  <a:lnTo>
                    <a:pt x="8308880" y="3116972"/>
                  </a:lnTo>
                  <a:lnTo>
                    <a:pt x="8308024" y="3116972"/>
                  </a:lnTo>
                  <a:lnTo>
                    <a:pt x="8307169" y="3116972"/>
                  </a:lnTo>
                  <a:lnTo>
                    <a:pt x="8306313" y="3116972"/>
                  </a:lnTo>
                  <a:lnTo>
                    <a:pt x="8305458" y="3116972"/>
                  </a:lnTo>
                  <a:lnTo>
                    <a:pt x="8304602" y="3116972"/>
                  </a:lnTo>
                  <a:lnTo>
                    <a:pt x="8303747" y="3116972"/>
                  </a:lnTo>
                  <a:lnTo>
                    <a:pt x="8302891" y="3116972"/>
                  </a:lnTo>
                  <a:lnTo>
                    <a:pt x="8302035" y="3116972"/>
                  </a:lnTo>
                  <a:lnTo>
                    <a:pt x="8301180" y="3116972"/>
                  </a:lnTo>
                  <a:lnTo>
                    <a:pt x="8300324" y="3116972"/>
                  </a:lnTo>
                  <a:lnTo>
                    <a:pt x="8299469" y="3116972"/>
                  </a:lnTo>
                  <a:lnTo>
                    <a:pt x="8298613" y="3116972"/>
                  </a:lnTo>
                  <a:lnTo>
                    <a:pt x="8297758" y="3116972"/>
                  </a:lnTo>
                  <a:lnTo>
                    <a:pt x="8296902" y="3116972"/>
                  </a:lnTo>
                  <a:lnTo>
                    <a:pt x="8296047" y="3116972"/>
                  </a:lnTo>
                  <a:lnTo>
                    <a:pt x="8295191" y="3116972"/>
                  </a:lnTo>
                  <a:lnTo>
                    <a:pt x="8294336" y="3116972"/>
                  </a:lnTo>
                  <a:lnTo>
                    <a:pt x="8293480" y="3116972"/>
                  </a:lnTo>
                  <a:lnTo>
                    <a:pt x="8292625" y="3116972"/>
                  </a:lnTo>
                  <a:lnTo>
                    <a:pt x="8291769" y="3116972"/>
                  </a:lnTo>
                  <a:lnTo>
                    <a:pt x="8290914" y="3116972"/>
                  </a:lnTo>
                  <a:lnTo>
                    <a:pt x="8290058" y="3116972"/>
                  </a:lnTo>
                  <a:lnTo>
                    <a:pt x="8289203" y="3116972"/>
                  </a:lnTo>
                  <a:lnTo>
                    <a:pt x="8288347" y="3116972"/>
                  </a:lnTo>
                  <a:lnTo>
                    <a:pt x="8287492" y="3116972"/>
                  </a:lnTo>
                  <a:lnTo>
                    <a:pt x="8286636" y="3116972"/>
                  </a:lnTo>
                  <a:lnTo>
                    <a:pt x="8285780" y="3116972"/>
                  </a:lnTo>
                  <a:lnTo>
                    <a:pt x="8284925" y="3116972"/>
                  </a:lnTo>
                  <a:lnTo>
                    <a:pt x="8284069" y="3116972"/>
                  </a:lnTo>
                  <a:lnTo>
                    <a:pt x="8283214" y="3116972"/>
                  </a:lnTo>
                  <a:lnTo>
                    <a:pt x="8282358" y="3116972"/>
                  </a:lnTo>
                  <a:lnTo>
                    <a:pt x="8281503" y="3116972"/>
                  </a:lnTo>
                  <a:lnTo>
                    <a:pt x="8280647" y="3116972"/>
                  </a:lnTo>
                  <a:lnTo>
                    <a:pt x="8279792" y="3116972"/>
                  </a:lnTo>
                  <a:lnTo>
                    <a:pt x="8278936" y="3116972"/>
                  </a:lnTo>
                  <a:lnTo>
                    <a:pt x="8278081" y="3116972"/>
                  </a:lnTo>
                  <a:lnTo>
                    <a:pt x="8277225" y="3116972"/>
                  </a:lnTo>
                  <a:lnTo>
                    <a:pt x="8276370" y="3116972"/>
                  </a:lnTo>
                  <a:lnTo>
                    <a:pt x="8275514" y="3116972"/>
                  </a:lnTo>
                  <a:lnTo>
                    <a:pt x="8274659" y="3116972"/>
                  </a:lnTo>
                  <a:lnTo>
                    <a:pt x="8273803" y="3116972"/>
                  </a:lnTo>
                  <a:lnTo>
                    <a:pt x="8272948" y="3116972"/>
                  </a:lnTo>
                  <a:lnTo>
                    <a:pt x="8272092" y="3116972"/>
                  </a:lnTo>
                  <a:lnTo>
                    <a:pt x="8271236" y="3116972"/>
                  </a:lnTo>
                  <a:lnTo>
                    <a:pt x="8270381" y="3116972"/>
                  </a:lnTo>
                  <a:lnTo>
                    <a:pt x="8269525" y="3116972"/>
                  </a:lnTo>
                  <a:lnTo>
                    <a:pt x="8268670" y="3116972"/>
                  </a:lnTo>
                  <a:lnTo>
                    <a:pt x="8267814" y="3116972"/>
                  </a:lnTo>
                  <a:lnTo>
                    <a:pt x="8266959" y="3116972"/>
                  </a:lnTo>
                  <a:lnTo>
                    <a:pt x="8266103" y="3116972"/>
                  </a:lnTo>
                  <a:lnTo>
                    <a:pt x="8265248" y="3116972"/>
                  </a:lnTo>
                  <a:lnTo>
                    <a:pt x="8264392" y="3116972"/>
                  </a:lnTo>
                  <a:lnTo>
                    <a:pt x="8263537" y="3116972"/>
                  </a:lnTo>
                  <a:lnTo>
                    <a:pt x="8262681" y="3116972"/>
                  </a:lnTo>
                  <a:lnTo>
                    <a:pt x="8261826" y="3116972"/>
                  </a:lnTo>
                  <a:lnTo>
                    <a:pt x="8260970" y="3116972"/>
                  </a:lnTo>
                  <a:lnTo>
                    <a:pt x="8260115" y="3116972"/>
                  </a:lnTo>
                  <a:lnTo>
                    <a:pt x="8259259" y="3116972"/>
                  </a:lnTo>
                  <a:lnTo>
                    <a:pt x="8258404" y="3116972"/>
                  </a:lnTo>
                  <a:lnTo>
                    <a:pt x="8257548" y="3116972"/>
                  </a:lnTo>
                  <a:lnTo>
                    <a:pt x="8256693" y="3116972"/>
                  </a:lnTo>
                  <a:lnTo>
                    <a:pt x="8255837" y="3116972"/>
                  </a:lnTo>
                  <a:lnTo>
                    <a:pt x="8254981" y="3116972"/>
                  </a:lnTo>
                  <a:lnTo>
                    <a:pt x="8254126" y="3116972"/>
                  </a:lnTo>
                  <a:lnTo>
                    <a:pt x="8253270" y="3116972"/>
                  </a:lnTo>
                  <a:lnTo>
                    <a:pt x="8252415" y="3116972"/>
                  </a:lnTo>
                  <a:lnTo>
                    <a:pt x="8251559" y="3116972"/>
                  </a:lnTo>
                  <a:lnTo>
                    <a:pt x="8250704" y="3116972"/>
                  </a:lnTo>
                  <a:lnTo>
                    <a:pt x="8249848" y="3116972"/>
                  </a:lnTo>
                  <a:lnTo>
                    <a:pt x="8248993" y="3116972"/>
                  </a:lnTo>
                  <a:lnTo>
                    <a:pt x="8248137" y="3116972"/>
                  </a:lnTo>
                  <a:lnTo>
                    <a:pt x="8247282" y="3116972"/>
                  </a:lnTo>
                  <a:lnTo>
                    <a:pt x="8246426" y="3116972"/>
                  </a:lnTo>
                  <a:lnTo>
                    <a:pt x="8245571" y="3116972"/>
                  </a:lnTo>
                  <a:lnTo>
                    <a:pt x="8244715" y="3116972"/>
                  </a:lnTo>
                  <a:lnTo>
                    <a:pt x="8243860" y="3116972"/>
                  </a:lnTo>
                  <a:lnTo>
                    <a:pt x="8243004" y="3116972"/>
                  </a:lnTo>
                  <a:lnTo>
                    <a:pt x="8242149" y="3116972"/>
                  </a:lnTo>
                  <a:lnTo>
                    <a:pt x="8241293" y="3116972"/>
                  </a:lnTo>
                  <a:lnTo>
                    <a:pt x="8240438" y="3116972"/>
                  </a:lnTo>
                  <a:lnTo>
                    <a:pt x="8239582" y="3116972"/>
                  </a:lnTo>
                  <a:lnTo>
                    <a:pt x="8238726" y="3116972"/>
                  </a:lnTo>
                  <a:lnTo>
                    <a:pt x="8237871" y="3116972"/>
                  </a:lnTo>
                  <a:lnTo>
                    <a:pt x="8237015" y="3116972"/>
                  </a:lnTo>
                  <a:lnTo>
                    <a:pt x="8236160" y="3116972"/>
                  </a:lnTo>
                  <a:lnTo>
                    <a:pt x="8235304" y="3116972"/>
                  </a:lnTo>
                  <a:lnTo>
                    <a:pt x="8234449" y="3116972"/>
                  </a:lnTo>
                  <a:lnTo>
                    <a:pt x="8233593" y="3116972"/>
                  </a:lnTo>
                  <a:lnTo>
                    <a:pt x="8232738" y="3116972"/>
                  </a:lnTo>
                  <a:lnTo>
                    <a:pt x="8231882" y="3116972"/>
                  </a:lnTo>
                  <a:lnTo>
                    <a:pt x="8231027" y="3116972"/>
                  </a:lnTo>
                  <a:lnTo>
                    <a:pt x="8230171" y="3116972"/>
                  </a:lnTo>
                  <a:lnTo>
                    <a:pt x="8229316" y="3116972"/>
                  </a:lnTo>
                  <a:lnTo>
                    <a:pt x="8228460" y="3116972"/>
                  </a:lnTo>
                  <a:lnTo>
                    <a:pt x="8227605" y="3116972"/>
                  </a:lnTo>
                  <a:lnTo>
                    <a:pt x="8226749" y="3116972"/>
                  </a:lnTo>
                  <a:lnTo>
                    <a:pt x="8225894" y="3116972"/>
                  </a:lnTo>
                  <a:lnTo>
                    <a:pt x="8225038" y="3116972"/>
                  </a:lnTo>
                  <a:lnTo>
                    <a:pt x="8224182" y="3116972"/>
                  </a:lnTo>
                  <a:lnTo>
                    <a:pt x="8223327" y="3116972"/>
                  </a:lnTo>
                  <a:lnTo>
                    <a:pt x="8222471" y="3116972"/>
                  </a:lnTo>
                  <a:lnTo>
                    <a:pt x="8221616" y="3116972"/>
                  </a:lnTo>
                  <a:lnTo>
                    <a:pt x="8220760" y="3116972"/>
                  </a:lnTo>
                  <a:lnTo>
                    <a:pt x="8219905" y="3116972"/>
                  </a:lnTo>
                  <a:lnTo>
                    <a:pt x="8219049" y="3116972"/>
                  </a:lnTo>
                  <a:lnTo>
                    <a:pt x="8218194" y="3116972"/>
                  </a:lnTo>
                  <a:lnTo>
                    <a:pt x="8217338" y="3116972"/>
                  </a:lnTo>
                  <a:lnTo>
                    <a:pt x="8216483" y="3116972"/>
                  </a:lnTo>
                  <a:lnTo>
                    <a:pt x="8215627" y="3116972"/>
                  </a:lnTo>
                  <a:lnTo>
                    <a:pt x="8214772" y="3116972"/>
                  </a:lnTo>
                  <a:lnTo>
                    <a:pt x="8213916" y="3116972"/>
                  </a:lnTo>
                  <a:lnTo>
                    <a:pt x="8213061" y="3116972"/>
                  </a:lnTo>
                  <a:lnTo>
                    <a:pt x="8212205" y="3116972"/>
                  </a:lnTo>
                  <a:lnTo>
                    <a:pt x="8211350" y="3116972"/>
                  </a:lnTo>
                  <a:lnTo>
                    <a:pt x="8210494" y="3116972"/>
                  </a:lnTo>
                  <a:lnTo>
                    <a:pt x="8209639" y="3116972"/>
                  </a:lnTo>
                  <a:lnTo>
                    <a:pt x="8208783" y="3116972"/>
                  </a:lnTo>
                  <a:lnTo>
                    <a:pt x="8207927" y="3116972"/>
                  </a:lnTo>
                  <a:lnTo>
                    <a:pt x="8207072" y="3116972"/>
                  </a:lnTo>
                  <a:lnTo>
                    <a:pt x="8206216" y="3116972"/>
                  </a:lnTo>
                  <a:lnTo>
                    <a:pt x="8205361" y="3116972"/>
                  </a:lnTo>
                  <a:lnTo>
                    <a:pt x="8204505" y="3116972"/>
                  </a:lnTo>
                  <a:lnTo>
                    <a:pt x="8203650" y="3116972"/>
                  </a:lnTo>
                  <a:lnTo>
                    <a:pt x="8202794" y="3116972"/>
                  </a:lnTo>
                  <a:lnTo>
                    <a:pt x="8201939" y="3116972"/>
                  </a:lnTo>
                  <a:lnTo>
                    <a:pt x="8201083" y="3116972"/>
                  </a:lnTo>
                  <a:lnTo>
                    <a:pt x="8200228" y="3116972"/>
                  </a:lnTo>
                  <a:lnTo>
                    <a:pt x="8199372" y="3116972"/>
                  </a:lnTo>
                  <a:lnTo>
                    <a:pt x="8198517" y="3116972"/>
                  </a:lnTo>
                  <a:lnTo>
                    <a:pt x="8197661" y="3116972"/>
                  </a:lnTo>
                  <a:lnTo>
                    <a:pt x="8196806" y="3116972"/>
                  </a:lnTo>
                  <a:lnTo>
                    <a:pt x="8195950" y="3116972"/>
                  </a:lnTo>
                  <a:lnTo>
                    <a:pt x="8195095" y="3116972"/>
                  </a:lnTo>
                  <a:lnTo>
                    <a:pt x="8194239" y="3116972"/>
                  </a:lnTo>
                  <a:lnTo>
                    <a:pt x="8193384" y="3116972"/>
                  </a:lnTo>
                  <a:lnTo>
                    <a:pt x="8192528" y="3116972"/>
                  </a:lnTo>
                  <a:lnTo>
                    <a:pt x="8191672" y="3116972"/>
                  </a:lnTo>
                  <a:lnTo>
                    <a:pt x="8190817" y="3116972"/>
                  </a:lnTo>
                  <a:lnTo>
                    <a:pt x="8189961" y="3116972"/>
                  </a:lnTo>
                  <a:lnTo>
                    <a:pt x="8189106" y="3116972"/>
                  </a:lnTo>
                  <a:lnTo>
                    <a:pt x="8188250" y="3116972"/>
                  </a:lnTo>
                  <a:lnTo>
                    <a:pt x="8187395" y="3116972"/>
                  </a:lnTo>
                  <a:lnTo>
                    <a:pt x="8186539" y="3116972"/>
                  </a:lnTo>
                  <a:lnTo>
                    <a:pt x="8185684" y="3116972"/>
                  </a:lnTo>
                  <a:lnTo>
                    <a:pt x="8184828" y="3116972"/>
                  </a:lnTo>
                  <a:lnTo>
                    <a:pt x="8183973" y="3116972"/>
                  </a:lnTo>
                  <a:lnTo>
                    <a:pt x="8183117" y="3116972"/>
                  </a:lnTo>
                  <a:lnTo>
                    <a:pt x="8182262" y="3116972"/>
                  </a:lnTo>
                  <a:lnTo>
                    <a:pt x="8181406" y="3116972"/>
                  </a:lnTo>
                  <a:lnTo>
                    <a:pt x="8180551" y="3116972"/>
                  </a:lnTo>
                  <a:lnTo>
                    <a:pt x="8179695" y="3116972"/>
                  </a:lnTo>
                  <a:lnTo>
                    <a:pt x="8178840" y="3116972"/>
                  </a:lnTo>
                  <a:lnTo>
                    <a:pt x="8177984" y="3116972"/>
                  </a:lnTo>
                  <a:lnTo>
                    <a:pt x="8177129" y="3116972"/>
                  </a:lnTo>
                  <a:lnTo>
                    <a:pt x="8176273" y="3116972"/>
                  </a:lnTo>
                  <a:lnTo>
                    <a:pt x="8175417" y="3116972"/>
                  </a:lnTo>
                  <a:lnTo>
                    <a:pt x="8174562" y="3116972"/>
                  </a:lnTo>
                  <a:lnTo>
                    <a:pt x="8173706" y="3116972"/>
                  </a:lnTo>
                  <a:lnTo>
                    <a:pt x="8172851" y="3116972"/>
                  </a:lnTo>
                  <a:lnTo>
                    <a:pt x="8171995" y="3116972"/>
                  </a:lnTo>
                  <a:lnTo>
                    <a:pt x="8171140" y="3116972"/>
                  </a:lnTo>
                  <a:lnTo>
                    <a:pt x="8170284" y="3116972"/>
                  </a:lnTo>
                  <a:lnTo>
                    <a:pt x="8169429" y="3116972"/>
                  </a:lnTo>
                  <a:lnTo>
                    <a:pt x="8168573" y="3116972"/>
                  </a:lnTo>
                  <a:lnTo>
                    <a:pt x="8167718" y="3116972"/>
                  </a:lnTo>
                  <a:lnTo>
                    <a:pt x="8166862" y="3116972"/>
                  </a:lnTo>
                  <a:lnTo>
                    <a:pt x="8166007" y="3116972"/>
                  </a:lnTo>
                  <a:lnTo>
                    <a:pt x="8165151" y="3116972"/>
                  </a:lnTo>
                  <a:lnTo>
                    <a:pt x="8164296" y="3116972"/>
                  </a:lnTo>
                  <a:lnTo>
                    <a:pt x="8163440" y="3116972"/>
                  </a:lnTo>
                  <a:lnTo>
                    <a:pt x="8162585" y="3116972"/>
                  </a:lnTo>
                  <a:lnTo>
                    <a:pt x="8161729" y="3116972"/>
                  </a:lnTo>
                  <a:lnTo>
                    <a:pt x="8160873" y="3116972"/>
                  </a:lnTo>
                  <a:lnTo>
                    <a:pt x="8160018" y="3116972"/>
                  </a:lnTo>
                  <a:lnTo>
                    <a:pt x="8159162" y="3116972"/>
                  </a:lnTo>
                  <a:lnTo>
                    <a:pt x="8158307" y="3116972"/>
                  </a:lnTo>
                  <a:lnTo>
                    <a:pt x="8157451" y="3116972"/>
                  </a:lnTo>
                  <a:lnTo>
                    <a:pt x="8156596" y="3116972"/>
                  </a:lnTo>
                  <a:lnTo>
                    <a:pt x="8155740" y="3116972"/>
                  </a:lnTo>
                  <a:lnTo>
                    <a:pt x="8154885" y="3116972"/>
                  </a:lnTo>
                  <a:lnTo>
                    <a:pt x="8154029" y="3116972"/>
                  </a:lnTo>
                  <a:lnTo>
                    <a:pt x="8153174" y="3116972"/>
                  </a:lnTo>
                  <a:lnTo>
                    <a:pt x="8152318" y="3116972"/>
                  </a:lnTo>
                  <a:lnTo>
                    <a:pt x="8151463" y="3116972"/>
                  </a:lnTo>
                  <a:lnTo>
                    <a:pt x="8150607" y="3116972"/>
                  </a:lnTo>
                  <a:lnTo>
                    <a:pt x="8149752" y="3116972"/>
                  </a:lnTo>
                  <a:lnTo>
                    <a:pt x="8148896" y="3116972"/>
                  </a:lnTo>
                  <a:lnTo>
                    <a:pt x="8148041" y="3116972"/>
                  </a:lnTo>
                  <a:lnTo>
                    <a:pt x="8147185" y="3116972"/>
                  </a:lnTo>
                  <a:lnTo>
                    <a:pt x="8146330" y="3116972"/>
                  </a:lnTo>
                  <a:lnTo>
                    <a:pt x="8145474" y="3116972"/>
                  </a:lnTo>
                  <a:lnTo>
                    <a:pt x="8144618" y="3116972"/>
                  </a:lnTo>
                  <a:lnTo>
                    <a:pt x="8143763" y="3116972"/>
                  </a:lnTo>
                  <a:lnTo>
                    <a:pt x="8142907" y="3116972"/>
                  </a:lnTo>
                  <a:lnTo>
                    <a:pt x="8142052" y="3116972"/>
                  </a:lnTo>
                  <a:lnTo>
                    <a:pt x="8141196" y="3116972"/>
                  </a:lnTo>
                  <a:lnTo>
                    <a:pt x="8140341" y="3116972"/>
                  </a:lnTo>
                  <a:lnTo>
                    <a:pt x="8139485" y="3116972"/>
                  </a:lnTo>
                  <a:lnTo>
                    <a:pt x="8138630" y="3116972"/>
                  </a:lnTo>
                  <a:lnTo>
                    <a:pt x="8137774" y="3116972"/>
                  </a:lnTo>
                  <a:lnTo>
                    <a:pt x="8136919" y="3116972"/>
                  </a:lnTo>
                  <a:lnTo>
                    <a:pt x="8136063" y="3116972"/>
                  </a:lnTo>
                  <a:lnTo>
                    <a:pt x="8135208" y="3116972"/>
                  </a:lnTo>
                  <a:lnTo>
                    <a:pt x="8134352" y="3116972"/>
                  </a:lnTo>
                  <a:lnTo>
                    <a:pt x="8133497" y="3116972"/>
                  </a:lnTo>
                  <a:lnTo>
                    <a:pt x="8132641" y="3116972"/>
                  </a:lnTo>
                  <a:lnTo>
                    <a:pt x="8131786" y="3116972"/>
                  </a:lnTo>
                  <a:lnTo>
                    <a:pt x="8130930" y="3116972"/>
                  </a:lnTo>
                  <a:lnTo>
                    <a:pt x="8130075" y="3116972"/>
                  </a:lnTo>
                  <a:lnTo>
                    <a:pt x="8129219" y="3116972"/>
                  </a:lnTo>
                  <a:lnTo>
                    <a:pt x="8128363" y="3116972"/>
                  </a:lnTo>
                  <a:lnTo>
                    <a:pt x="8127508" y="3116972"/>
                  </a:lnTo>
                  <a:lnTo>
                    <a:pt x="8126652" y="3116972"/>
                  </a:lnTo>
                  <a:lnTo>
                    <a:pt x="8125797" y="3116972"/>
                  </a:lnTo>
                  <a:lnTo>
                    <a:pt x="8124941" y="3116972"/>
                  </a:lnTo>
                  <a:lnTo>
                    <a:pt x="8124086" y="3116972"/>
                  </a:lnTo>
                  <a:lnTo>
                    <a:pt x="8123230" y="3116972"/>
                  </a:lnTo>
                  <a:lnTo>
                    <a:pt x="8122375" y="3116972"/>
                  </a:lnTo>
                  <a:lnTo>
                    <a:pt x="8121519" y="3116972"/>
                  </a:lnTo>
                  <a:lnTo>
                    <a:pt x="8120664" y="3116972"/>
                  </a:lnTo>
                  <a:lnTo>
                    <a:pt x="8119808" y="3116972"/>
                  </a:lnTo>
                  <a:lnTo>
                    <a:pt x="8118953" y="3116972"/>
                  </a:lnTo>
                  <a:lnTo>
                    <a:pt x="8118097" y="3116972"/>
                  </a:lnTo>
                  <a:lnTo>
                    <a:pt x="8117242" y="3116972"/>
                  </a:lnTo>
                  <a:lnTo>
                    <a:pt x="8116386" y="3116972"/>
                  </a:lnTo>
                  <a:lnTo>
                    <a:pt x="8115531" y="3116972"/>
                  </a:lnTo>
                  <a:lnTo>
                    <a:pt x="8114675" y="3116972"/>
                  </a:lnTo>
                  <a:lnTo>
                    <a:pt x="8113819" y="3116972"/>
                  </a:lnTo>
                  <a:lnTo>
                    <a:pt x="8112964" y="3116972"/>
                  </a:lnTo>
                  <a:lnTo>
                    <a:pt x="8112108" y="3116972"/>
                  </a:lnTo>
                  <a:lnTo>
                    <a:pt x="8111253" y="3116972"/>
                  </a:lnTo>
                  <a:lnTo>
                    <a:pt x="8110397" y="3116972"/>
                  </a:lnTo>
                  <a:lnTo>
                    <a:pt x="8109542" y="3116972"/>
                  </a:lnTo>
                  <a:lnTo>
                    <a:pt x="8108686" y="3116972"/>
                  </a:lnTo>
                  <a:lnTo>
                    <a:pt x="8107831" y="3116972"/>
                  </a:lnTo>
                  <a:lnTo>
                    <a:pt x="8106975" y="3116972"/>
                  </a:lnTo>
                  <a:lnTo>
                    <a:pt x="8106120" y="3116972"/>
                  </a:lnTo>
                  <a:lnTo>
                    <a:pt x="8105264" y="3116972"/>
                  </a:lnTo>
                  <a:lnTo>
                    <a:pt x="8104409" y="3116972"/>
                  </a:lnTo>
                  <a:lnTo>
                    <a:pt x="8103553" y="3116972"/>
                  </a:lnTo>
                  <a:lnTo>
                    <a:pt x="8102698" y="3116972"/>
                  </a:lnTo>
                  <a:lnTo>
                    <a:pt x="8101842" y="3116972"/>
                  </a:lnTo>
                  <a:lnTo>
                    <a:pt x="8100987" y="3116972"/>
                  </a:lnTo>
                  <a:lnTo>
                    <a:pt x="8100131" y="3116972"/>
                  </a:lnTo>
                  <a:lnTo>
                    <a:pt x="8099276" y="3116972"/>
                  </a:lnTo>
                  <a:lnTo>
                    <a:pt x="8098420" y="3116972"/>
                  </a:lnTo>
                  <a:lnTo>
                    <a:pt x="8097564" y="3116972"/>
                  </a:lnTo>
                  <a:lnTo>
                    <a:pt x="8096709" y="3116972"/>
                  </a:lnTo>
                  <a:lnTo>
                    <a:pt x="8095853" y="3116972"/>
                  </a:lnTo>
                  <a:lnTo>
                    <a:pt x="8094998" y="3116972"/>
                  </a:lnTo>
                  <a:lnTo>
                    <a:pt x="8094142" y="3116972"/>
                  </a:lnTo>
                  <a:lnTo>
                    <a:pt x="8093287" y="3116972"/>
                  </a:lnTo>
                  <a:lnTo>
                    <a:pt x="8092431" y="3116972"/>
                  </a:lnTo>
                  <a:lnTo>
                    <a:pt x="8091576" y="3116972"/>
                  </a:lnTo>
                  <a:lnTo>
                    <a:pt x="8090720" y="3116972"/>
                  </a:lnTo>
                  <a:lnTo>
                    <a:pt x="8089865" y="3116972"/>
                  </a:lnTo>
                  <a:lnTo>
                    <a:pt x="8089009" y="3116972"/>
                  </a:lnTo>
                  <a:lnTo>
                    <a:pt x="8088154" y="3116972"/>
                  </a:lnTo>
                  <a:lnTo>
                    <a:pt x="8087298" y="3116972"/>
                  </a:lnTo>
                  <a:lnTo>
                    <a:pt x="8086443" y="3116972"/>
                  </a:lnTo>
                  <a:lnTo>
                    <a:pt x="8085587" y="3116972"/>
                  </a:lnTo>
                  <a:lnTo>
                    <a:pt x="8084732" y="3116972"/>
                  </a:lnTo>
                  <a:lnTo>
                    <a:pt x="8083876" y="3116972"/>
                  </a:lnTo>
                  <a:lnTo>
                    <a:pt x="8083021" y="3116972"/>
                  </a:lnTo>
                  <a:lnTo>
                    <a:pt x="8082165" y="3116972"/>
                  </a:lnTo>
                  <a:lnTo>
                    <a:pt x="8081309" y="3116972"/>
                  </a:lnTo>
                  <a:lnTo>
                    <a:pt x="8080454" y="3116972"/>
                  </a:lnTo>
                  <a:lnTo>
                    <a:pt x="8079598" y="3116972"/>
                  </a:lnTo>
                  <a:lnTo>
                    <a:pt x="8078743" y="3116972"/>
                  </a:lnTo>
                  <a:lnTo>
                    <a:pt x="8077887" y="3116972"/>
                  </a:lnTo>
                  <a:lnTo>
                    <a:pt x="8077032" y="3116972"/>
                  </a:lnTo>
                  <a:lnTo>
                    <a:pt x="8076176" y="3116972"/>
                  </a:lnTo>
                  <a:lnTo>
                    <a:pt x="8075321" y="3116972"/>
                  </a:lnTo>
                  <a:lnTo>
                    <a:pt x="8074465" y="3116972"/>
                  </a:lnTo>
                  <a:lnTo>
                    <a:pt x="8073610" y="3116972"/>
                  </a:lnTo>
                  <a:lnTo>
                    <a:pt x="8072754" y="3116972"/>
                  </a:lnTo>
                  <a:lnTo>
                    <a:pt x="8071899" y="3116972"/>
                  </a:lnTo>
                  <a:lnTo>
                    <a:pt x="8071043" y="3116972"/>
                  </a:lnTo>
                  <a:lnTo>
                    <a:pt x="8070188" y="3116972"/>
                  </a:lnTo>
                  <a:lnTo>
                    <a:pt x="8069332" y="3116972"/>
                  </a:lnTo>
                  <a:lnTo>
                    <a:pt x="8068477" y="3116972"/>
                  </a:lnTo>
                  <a:lnTo>
                    <a:pt x="8067621" y="3116972"/>
                  </a:lnTo>
                  <a:lnTo>
                    <a:pt x="8066765" y="3116972"/>
                  </a:lnTo>
                  <a:lnTo>
                    <a:pt x="8065910" y="3116972"/>
                  </a:lnTo>
                  <a:lnTo>
                    <a:pt x="8065054" y="3116972"/>
                  </a:lnTo>
                  <a:lnTo>
                    <a:pt x="8064199" y="3116972"/>
                  </a:lnTo>
                  <a:lnTo>
                    <a:pt x="8063343" y="3116972"/>
                  </a:lnTo>
                  <a:lnTo>
                    <a:pt x="8062488" y="3116972"/>
                  </a:lnTo>
                  <a:lnTo>
                    <a:pt x="8061632" y="3116972"/>
                  </a:lnTo>
                  <a:lnTo>
                    <a:pt x="8060777" y="3116972"/>
                  </a:lnTo>
                  <a:lnTo>
                    <a:pt x="8059921" y="3116972"/>
                  </a:lnTo>
                  <a:lnTo>
                    <a:pt x="8059066" y="3116972"/>
                  </a:lnTo>
                  <a:lnTo>
                    <a:pt x="8058210" y="3116972"/>
                  </a:lnTo>
                  <a:lnTo>
                    <a:pt x="8057355" y="3116972"/>
                  </a:lnTo>
                  <a:lnTo>
                    <a:pt x="8056499" y="3116972"/>
                  </a:lnTo>
                  <a:lnTo>
                    <a:pt x="8055644" y="3116972"/>
                  </a:lnTo>
                  <a:lnTo>
                    <a:pt x="8054788" y="3116972"/>
                  </a:lnTo>
                  <a:lnTo>
                    <a:pt x="8053933" y="3116972"/>
                  </a:lnTo>
                  <a:lnTo>
                    <a:pt x="8053077" y="3116972"/>
                  </a:lnTo>
                  <a:lnTo>
                    <a:pt x="8052222" y="3116972"/>
                  </a:lnTo>
                  <a:lnTo>
                    <a:pt x="8051366" y="3116972"/>
                  </a:lnTo>
                  <a:lnTo>
                    <a:pt x="8050510" y="3116972"/>
                  </a:lnTo>
                  <a:lnTo>
                    <a:pt x="8049655" y="3116972"/>
                  </a:lnTo>
                  <a:lnTo>
                    <a:pt x="8048799" y="3116972"/>
                  </a:lnTo>
                  <a:lnTo>
                    <a:pt x="8047944" y="3116972"/>
                  </a:lnTo>
                  <a:lnTo>
                    <a:pt x="8047088" y="3116972"/>
                  </a:lnTo>
                  <a:lnTo>
                    <a:pt x="8046233" y="3116972"/>
                  </a:lnTo>
                  <a:lnTo>
                    <a:pt x="8045377" y="3116972"/>
                  </a:lnTo>
                  <a:lnTo>
                    <a:pt x="8044522" y="3116972"/>
                  </a:lnTo>
                  <a:lnTo>
                    <a:pt x="8043666" y="3116972"/>
                  </a:lnTo>
                  <a:lnTo>
                    <a:pt x="8042811" y="3116972"/>
                  </a:lnTo>
                  <a:lnTo>
                    <a:pt x="8041955" y="3116972"/>
                  </a:lnTo>
                  <a:lnTo>
                    <a:pt x="8041100" y="3116972"/>
                  </a:lnTo>
                  <a:lnTo>
                    <a:pt x="8040244" y="3116972"/>
                  </a:lnTo>
                  <a:lnTo>
                    <a:pt x="8039389" y="3116972"/>
                  </a:lnTo>
                  <a:lnTo>
                    <a:pt x="8038533" y="3116972"/>
                  </a:lnTo>
                  <a:lnTo>
                    <a:pt x="8037678" y="3116972"/>
                  </a:lnTo>
                  <a:lnTo>
                    <a:pt x="8036822" y="3116972"/>
                  </a:lnTo>
                  <a:lnTo>
                    <a:pt x="8035967" y="3116972"/>
                  </a:lnTo>
                  <a:lnTo>
                    <a:pt x="8035111" y="3116972"/>
                  </a:lnTo>
                  <a:lnTo>
                    <a:pt x="8034255" y="3116972"/>
                  </a:lnTo>
                  <a:lnTo>
                    <a:pt x="8033400" y="3116972"/>
                  </a:lnTo>
                  <a:lnTo>
                    <a:pt x="8032544" y="3116972"/>
                  </a:lnTo>
                  <a:lnTo>
                    <a:pt x="8031689" y="3116972"/>
                  </a:lnTo>
                  <a:lnTo>
                    <a:pt x="8030833" y="3116972"/>
                  </a:lnTo>
                  <a:lnTo>
                    <a:pt x="8029978" y="3116972"/>
                  </a:lnTo>
                  <a:lnTo>
                    <a:pt x="8029122" y="3116972"/>
                  </a:lnTo>
                  <a:lnTo>
                    <a:pt x="8028267" y="3116972"/>
                  </a:lnTo>
                  <a:lnTo>
                    <a:pt x="8027411" y="3116972"/>
                  </a:lnTo>
                  <a:lnTo>
                    <a:pt x="8026556" y="3116972"/>
                  </a:lnTo>
                  <a:lnTo>
                    <a:pt x="8025700" y="3116972"/>
                  </a:lnTo>
                  <a:lnTo>
                    <a:pt x="8024845" y="3116972"/>
                  </a:lnTo>
                  <a:lnTo>
                    <a:pt x="8023989" y="3116972"/>
                  </a:lnTo>
                  <a:lnTo>
                    <a:pt x="8023134" y="3116972"/>
                  </a:lnTo>
                  <a:lnTo>
                    <a:pt x="8022278" y="3116972"/>
                  </a:lnTo>
                  <a:lnTo>
                    <a:pt x="8021423" y="3116972"/>
                  </a:lnTo>
                  <a:lnTo>
                    <a:pt x="8020567" y="3116972"/>
                  </a:lnTo>
                  <a:lnTo>
                    <a:pt x="8019711" y="3116972"/>
                  </a:lnTo>
                  <a:lnTo>
                    <a:pt x="8018856" y="3116972"/>
                  </a:lnTo>
                  <a:lnTo>
                    <a:pt x="8018000" y="3116972"/>
                  </a:lnTo>
                  <a:lnTo>
                    <a:pt x="8017145" y="3116972"/>
                  </a:lnTo>
                  <a:lnTo>
                    <a:pt x="8016289" y="3116972"/>
                  </a:lnTo>
                  <a:lnTo>
                    <a:pt x="8015434" y="3116972"/>
                  </a:lnTo>
                  <a:lnTo>
                    <a:pt x="8014578" y="3116972"/>
                  </a:lnTo>
                  <a:lnTo>
                    <a:pt x="8013723" y="3116972"/>
                  </a:lnTo>
                  <a:lnTo>
                    <a:pt x="8012867" y="3116972"/>
                  </a:lnTo>
                  <a:lnTo>
                    <a:pt x="8012012" y="3116972"/>
                  </a:lnTo>
                  <a:lnTo>
                    <a:pt x="8011156" y="3116972"/>
                  </a:lnTo>
                  <a:lnTo>
                    <a:pt x="8010301" y="3116972"/>
                  </a:lnTo>
                  <a:lnTo>
                    <a:pt x="8009445" y="3116972"/>
                  </a:lnTo>
                  <a:lnTo>
                    <a:pt x="8008590" y="3116972"/>
                  </a:lnTo>
                  <a:lnTo>
                    <a:pt x="8007734" y="3116972"/>
                  </a:lnTo>
                  <a:lnTo>
                    <a:pt x="8006879" y="3116972"/>
                  </a:lnTo>
                  <a:lnTo>
                    <a:pt x="8006023" y="3116972"/>
                  </a:lnTo>
                  <a:lnTo>
                    <a:pt x="8005168" y="3116972"/>
                  </a:lnTo>
                  <a:lnTo>
                    <a:pt x="8004312" y="3116972"/>
                  </a:lnTo>
                  <a:lnTo>
                    <a:pt x="8003456" y="3116972"/>
                  </a:lnTo>
                  <a:lnTo>
                    <a:pt x="8002601" y="3116972"/>
                  </a:lnTo>
                  <a:lnTo>
                    <a:pt x="8001745" y="3116972"/>
                  </a:lnTo>
                  <a:lnTo>
                    <a:pt x="8000890" y="3116972"/>
                  </a:lnTo>
                  <a:lnTo>
                    <a:pt x="8000034" y="3116972"/>
                  </a:lnTo>
                  <a:lnTo>
                    <a:pt x="7999179" y="3116972"/>
                  </a:lnTo>
                  <a:lnTo>
                    <a:pt x="7998323" y="3116972"/>
                  </a:lnTo>
                  <a:lnTo>
                    <a:pt x="7997468" y="3116972"/>
                  </a:lnTo>
                  <a:lnTo>
                    <a:pt x="7996612" y="3116972"/>
                  </a:lnTo>
                  <a:lnTo>
                    <a:pt x="7995757" y="3116972"/>
                  </a:lnTo>
                  <a:lnTo>
                    <a:pt x="7994901" y="3116972"/>
                  </a:lnTo>
                  <a:lnTo>
                    <a:pt x="7994046" y="3116972"/>
                  </a:lnTo>
                  <a:lnTo>
                    <a:pt x="7993190" y="3116972"/>
                  </a:lnTo>
                  <a:lnTo>
                    <a:pt x="7992335" y="3116972"/>
                  </a:lnTo>
                  <a:lnTo>
                    <a:pt x="7991479" y="3116972"/>
                  </a:lnTo>
                  <a:lnTo>
                    <a:pt x="7990624" y="3116972"/>
                  </a:lnTo>
                  <a:lnTo>
                    <a:pt x="7989768" y="3116972"/>
                  </a:lnTo>
                  <a:lnTo>
                    <a:pt x="7988913" y="3116972"/>
                  </a:lnTo>
                  <a:lnTo>
                    <a:pt x="7988057" y="3116972"/>
                  </a:lnTo>
                  <a:lnTo>
                    <a:pt x="7987201" y="3116972"/>
                  </a:lnTo>
                  <a:lnTo>
                    <a:pt x="7986346" y="3116972"/>
                  </a:lnTo>
                  <a:lnTo>
                    <a:pt x="7985490" y="3116972"/>
                  </a:lnTo>
                  <a:lnTo>
                    <a:pt x="7984635" y="3116972"/>
                  </a:lnTo>
                  <a:lnTo>
                    <a:pt x="7983779" y="3116972"/>
                  </a:lnTo>
                  <a:lnTo>
                    <a:pt x="7982924" y="3116972"/>
                  </a:lnTo>
                  <a:lnTo>
                    <a:pt x="7982068" y="3116972"/>
                  </a:lnTo>
                  <a:lnTo>
                    <a:pt x="7981213" y="3116972"/>
                  </a:lnTo>
                  <a:lnTo>
                    <a:pt x="7980357" y="3116972"/>
                  </a:lnTo>
                  <a:lnTo>
                    <a:pt x="7979502" y="3116972"/>
                  </a:lnTo>
                  <a:lnTo>
                    <a:pt x="7978646" y="3116972"/>
                  </a:lnTo>
                  <a:lnTo>
                    <a:pt x="7977791" y="3116972"/>
                  </a:lnTo>
                  <a:lnTo>
                    <a:pt x="7976935" y="3116972"/>
                  </a:lnTo>
                  <a:lnTo>
                    <a:pt x="7976080" y="3116972"/>
                  </a:lnTo>
                  <a:lnTo>
                    <a:pt x="7975224" y="3116972"/>
                  </a:lnTo>
                  <a:lnTo>
                    <a:pt x="7974369" y="3116972"/>
                  </a:lnTo>
                  <a:lnTo>
                    <a:pt x="7973513" y="3116972"/>
                  </a:lnTo>
                  <a:lnTo>
                    <a:pt x="7972658" y="3116972"/>
                  </a:lnTo>
                  <a:lnTo>
                    <a:pt x="7971802" y="3116972"/>
                  </a:lnTo>
                  <a:lnTo>
                    <a:pt x="7970946" y="3116972"/>
                  </a:lnTo>
                  <a:lnTo>
                    <a:pt x="7970091" y="3116972"/>
                  </a:lnTo>
                  <a:lnTo>
                    <a:pt x="7969235" y="3116972"/>
                  </a:lnTo>
                  <a:lnTo>
                    <a:pt x="7968380" y="3116972"/>
                  </a:lnTo>
                  <a:lnTo>
                    <a:pt x="7967524" y="3116972"/>
                  </a:lnTo>
                  <a:lnTo>
                    <a:pt x="7966669" y="3116972"/>
                  </a:lnTo>
                  <a:lnTo>
                    <a:pt x="7965813" y="3116972"/>
                  </a:lnTo>
                  <a:lnTo>
                    <a:pt x="7964958" y="3116972"/>
                  </a:lnTo>
                  <a:lnTo>
                    <a:pt x="7964102" y="3116972"/>
                  </a:lnTo>
                  <a:lnTo>
                    <a:pt x="7963247" y="3116972"/>
                  </a:lnTo>
                  <a:lnTo>
                    <a:pt x="7962391" y="3116972"/>
                  </a:lnTo>
                  <a:lnTo>
                    <a:pt x="7961536" y="3116972"/>
                  </a:lnTo>
                  <a:lnTo>
                    <a:pt x="7960680" y="3116972"/>
                  </a:lnTo>
                  <a:lnTo>
                    <a:pt x="7959825" y="3116972"/>
                  </a:lnTo>
                  <a:lnTo>
                    <a:pt x="7958969" y="3116972"/>
                  </a:lnTo>
                  <a:lnTo>
                    <a:pt x="7958114" y="3116972"/>
                  </a:lnTo>
                  <a:lnTo>
                    <a:pt x="7957258" y="3116972"/>
                  </a:lnTo>
                  <a:lnTo>
                    <a:pt x="7956402" y="3116972"/>
                  </a:lnTo>
                  <a:lnTo>
                    <a:pt x="7955547" y="3116972"/>
                  </a:lnTo>
                  <a:lnTo>
                    <a:pt x="7954691" y="3116972"/>
                  </a:lnTo>
                  <a:lnTo>
                    <a:pt x="7953836" y="3116972"/>
                  </a:lnTo>
                  <a:lnTo>
                    <a:pt x="7952980" y="3116972"/>
                  </a:lnTo>
                  <a:lnTo>
                    <a:pt x="7952125" y="3116972"/>
                  </a:lnTo>
                  <a:lnTo>
                    <a:pt x="7951269" y="3116972"/>
                  </a:lnTo>
                  <a:lnTo>
                    <a:pt x="7950414" y="3116972"/>
                  </a:lnTo>
                  <a:lnTo>
                    <a:pt x="7949558" y="3116972"/>
                  </a:lnTo>
                  <a:lnTo>
                    <a:pt x="7948703" y="3116972"/>
                  </a:lnTo>
                  <a:lnTo>
                    <a:pt x="7947847" y="3116972"/>
                  </a:lnTo>
                  <a:lnTo>
                    <a:pt x="7946992" y="3116972"/>
                  </a:lnTo>
                  <a:lnTo>
                    <a:pt x="7946136" y="3116972"/>
                  </a:lnTo>
                  <a:lnTo>
                    <a:pt x="7945281" y="3116972"/>
                  </a:lnTo>
                  <a:lnTo>
                    <a:pt x="7944425" y="3116972"/>
                  </a:lnTo>
                  <a:lnTo>
                    <a:pt x="7943570" y="3116972"/>
                  </a:lnTo>
                  <a:lnTo>
                    <a:pt x="7942714" y="3116972"/>
                  </a:lnTo>
                  <a:lnTo>
                    <a:pt x="7941859" y="3116972"/>
                  </a:lnTo>
                  <a:lnTo>
                    <a:pt x="7941003" y="3116972"/>
                  </a:lnTo>
                  <a:lnTo>
                    <a:pt x="7940147" y="3116972"/>
                  </a:lnTo>
                  <a:lnTo>
                    <a:pt x="7939292" y="3116972"/>
                  </a:lnTo>
                  <a:lnTo>
                    <a:pt x="7938436" y="3116972"/>
                  </a:lnTo>
                  <a:lnTo>
                    <a:pt x="7937581" y="3116972"/>
                  </a:lnTo>
                  <a:lnTo>
                    <a:pt x="7936725" y="3116972"/>
                  </a:lnTo>
                  <a:lnTo>
                    <a:pt x="7935870" y="3116972"/>
                  </a:lnTo>
                  <a:lnTo>
                    <a:pt x="7935014" y="3116972"/>
                  </a:lnTo>
                  <a:lnTo>
                    <a:pt x="7934159" y="3116972"/>
                  </a:lnTo>
                  <a:lnTo>
                    <a:pt x="7933303" y="3116972"/>
                  </a:lnTo>
                  <a:lnTo>
                    <a:pt x="7932448" y="3116972"/>
                  </a:lnTo>
                  <a:lnTo>
                    <a:pt x="7931592" y="3116972"/>
                  </a:lnTo>
                  <a:lnTo>
                    <a:pt x="7930737" y="3116972"/>
                  </a:lnTo>
                  <a:lnTo>
                    <a:pt x="7929881" y="3116972"/>
                  </a:lnTo>
                  <a:lnTo>
                    <a:pt x="7929026" y="3116972"/>
                  </a:lnTo>
                  <a:lnTo>
                    <a:pt x="7928170" y="3116972"/>
                  </a:lnTo>
                  <a:lnTo>
                    <a:pt x="7927315" y="3116972"/>
                  </a:lnTo>
                  <a:lnTo>
                    <a:pt x="7926459" y="3116972"/>
                  </a:lnTo>
                  <a:lnTo>
                    <a:pt x="7925604" y="3116972"/>
                  </a:lnTo>
                  <a:lnTo>
                    <a:pt x="7924748" y="3116972"/>
                  </a:lnTo>
                  <a:lnTo>
                    <a:pt x="7923892" y="3116972"/>
                  </a:lnTo>
                  <a:lnTo>
                    <a:pt x="7923037" y="3116972"/>
                  </a:lnTo>
                  <a:lnTo>
                    <a:pt x="7922181" y="3116972"/>
                  </a:lnTo>
                  <a:lnTo>
                    <a:pt x="7921326" y="3116972"/>
                  </a:lnTo>
                  <a:lnTo>
                    <a:pt x="7920470" y="3116972"/>
                  </a:lnTo>
                  <a:lnTo>
                    <a:pt x="7919615" y="3116972"/>
                  </a:lnTo>
                  <a:lnTo>
                    <a:pt x="7918759" y="3116972"/>
                  </a:lnTo>
                  <a:lnTo>
                    <a:pt x="7917904" y="3116972"/>
                  </a:lnTo>
                  <a:lnTo>
                    <a:pt x="7917048" y="3116972"/>
                  </a:lnTo>
                  <a:lnTo>
                    <a:pt x="7916193" y="3116972"/>
                  </a:lnTo>
                  <a:lnTo>
                    <a:pt x="7915337" y="3116972"/>
                  </a:lnTo>
                  <a:lnTo>
                    <a:pt x="7914482" y="3116972"/>
                  </a:lnTo>
                  <a:lnTo>
                    <a:pt x="7913626" y="3116972"/>
                  </a:lnTo>
                  <a:lnTo>
                    <a:pt x="7912771" y="3116972"/>
                  </a:lnTo>
                  <a:lnTo>
                    <a:pt x="7911915" y="3116972"/>
                  </a:lnTo>
                  <a:lnTo>
                    <a:pt x="7911060" y="3116972"/>
                  </a:lnTo>
                  <a:lnTo>
                    <a:pt x="7910204" y="3116972"/>
                  </a:lnTo>
                  <a:lnTo>
                    <a:pt x="7909348" y="3116972"/>
                  </a:lnTo>
                  <a:lnTo>
                    <a:pt x="7908493" y="3116972"/>
                  </a:lnTo>
                  <a:lnTo>
                    <a:pt x="7907637" y="3116972"/>
                  </a:lnTo>
                  <a:lnTo>
                    <a:pt x="7906782" y="3116972"/>
                  </a:lnTo>
                  <a:lnTo>
                    <a:pt x="7905926" y="3116972"/>
                  </a:lnTo>
                  <a:lnTo>
                    <a:pt x="7905071" y="3116972"/>
                  </a:lnTo>
                  <a:lnTo>
                    <a:pt x="7904215" y="3116972"/>
                  </a:lnTo>
                  <a:lnTo>
                    <a:pt x="7903360" y="3116972"/>
                  </a:lnTo>
                  <a:lnTo>
                    <a:pt x="7902504" y="3116972"/>
                  </a:lnTo>
                  <a:lnTo>
                    <a:pt x="7901649" y="3116972"/>
                  </a:lnTo>
                  <a:lnTo>
                    <a:pt x="7900793" y="3116972"/>
                  </a:lnTo>
                  <a:lnTo>
                    <a:pt x="7899938" y="3116972"/>
                  </a:lnTo>
                  <a:lnTo>
                    <a:pt x="7899082" y="3116972"/>
                  </a:lnTo>
                  <a:lnTo>
                    <a:pt x="7898227" y="3116972"/>
                  </a:lnTo>
                  <a:lnTo>
                    <a:pt x="7897371" y="3116972"/>
                  </a:lnTo>
                  <a:lnTo>
                    <a:pt x="7896516" y="3116972"/>
                  </a:lnTo>
                  <a:lnTo>
                    <a:pt x="7895660" y="3116972"/>
                  </a:lnTo>
                  <a:lnTo>
                    <a:pt x="7894805" y="3116972"/>
                  </a:lnTo>
                  <a:lnTo>
                    <a:pt x="7893949" y="3116972"/>
                  </a:lnTo>
                  <a:lnTo>
                    <a:pt x="7893093" y="3116972"/>
                  </a:lnTo>
                  <a:lnTo>
                    <a:pt x="7892238" y="3116972"/>
                  </a:lnTo>
                  <a:lnTo>
                    <a:pt x="7891382" y="3116972"/>
                  </a:lnTo>
                  <a:lnTo>
                    <a:pt x="7890527" y="3116972"/>
                  </a:lnTo>
                  <a:lnTo>
                    <a:pt x="7889671" y="3116972"/>
                  </a:lnTo>
                  <a:lnTo>
                    <a:pt x="7888816" y="3116972"/>
                  </a:lnTo>
                  <a:lnTo>
                    <a:pt x="7887960" y="3116972"/>
                  </a:lnTo>
                  <a:lnTo>
                    <a:pt x="7887105" y="3116972"/>
                  </a:lnTo>
                  <a:lnTo>
                    <a:pt x="7886249" y="3116972"/>
                  </a:lnTo>
                  <a:lnTo>
                    <a:pt x="7885394" y="3116972"/>
                  </a:lnTo>
                  <a:lnTo>
                    <a:pt x="7884538" y="3116972"/>
                  </a:lnTo>
                  <a:lnTo>
                    <a:pt x="7883683" y="3116972"/>
                  </a:lnTo>
                  <a:lnTo>
                    <a:pt x="7882827" y="3116972"/>
                  </a:lnTo>
                  <a:lnTo>
                    <a:pt x="7881972" y="3116972"/>
                  </a:lnTo>
                  <a:lnTo>
                    <a:pt x="7881116" y="3116972"/>
                  </a:lnTo>
                  <a:lnTo>
                    <a:pt x="7880261" y="3116972"/>
                  </a:lnTo>
                  <a:lnTo>
                    <a:pt x="7879405" y="3116972"/>
                  </a:lnTo>
                  <a:lnTo>
                    <a:pt x="7878550" y="3116972"/>
                  </a:lnTo>
                  <a:lnTo>
                    <a:pt x="7877694" y="3116972"/>
                  </a:lnTo>
                  <a:lnTo>
                    <a:pt x="7876838" y="3116972"/>
                  </a:lnTo>
                  <a:lnTo>
                    <a:pt x="7875983" y="3116972"/>
                  </a:lnTo>
                  <a:lnTo>
                    <a:pt x="7875127" y="3116972"/>
                  </a:lnTo>
                  <a:lnTo>
                    <a:pt x="7874272" y="3116972"/>
                  </a:lnTo>
                  <a:lnTo>
                    <a:pt x="7873416" y="3116972"/>
                  </a:lnTo>
                  <a:lnTo>
                    <a:pt x="7872561" y="3116972"/>
                  </a:lnTo>
                  <a:lnTo>
                    <a:pt x="7871705" y="3116972"/>
                  </a:lnTo>
                  <a:lnTo>
                    <a:pt x="7870850" y="3116972"/>
                  </a:lnTo>
                  <a:lnTo>
                    <a:pt x="7869994" y="3116972"/>
                  </a:lnTo>
                  <a:lnTo>
                    <a:pt x="7869139" y="3116972"/>
                  </a:lnTo>
                  <a:lnTo>
                    <a:pt x="7868283" y="3116972"/>
                  </a:lnTo>
                  <a:lnTo>
                    <a:pt x="7867428" y="3116972"/>
                  </a:lnTo>
                  <a:lnTo>
                    <a:pt x="7866572" y="3116972"/>
                  </a:lnTo>
                  <a:lnTo>
                    <a:pt x="7865717" y="3116972"/>
                  </a:lnTo>
                  <a:lnTo>
                    <a:pt x="7864861" y="3116972"/>
                  </a:lnTo>
                  <a:lnTo>
                    <a:pt x="7864006" y="3116972"/>
                  </a:lnTo>
                  <a:lnTo>
                    <a:pt x="7863150" y="3116972"/>
                  </a:lnTo>
                  <a:lnTo>
                    <a:pt x="7862294" y="3116972"/>
                  </a:lnTo>
                  <a:lnTo>
                    <a:pt x="7861439" y="3116972"/>
                  </a:lnTo>
                  <a:lnTo>
                    <a:pt x="7860583" y="3116972"/>
                  </a:lnTo>
                  <a:lnTo>
                    <a:pt x="7859728" y="3116972"/>
                  </a:lnTo>
                  <a:lnTo>
                    <a:pt x="7858872" y="3116972"/>
                  </a:lnTo>
                  <a:lnTo>
                    <a:pt x="7858017" y="3116972"/>
                  </a:lnTo>
                  <a:lnTo>
                    <a:pt x="7857161" y="3116972"/>
                  </a:lnTo>
                  <a:lnTo>
                    <a:pt x="7856306" y="3116972"/>
                  </a:lnTo>
                  <a:lnTo>
                    <a:pt x="7855450" y="3116972"/>
                  </a:lnTo>
                  <a:lnTo>
                    <a:pt x="7854595" y="3116972"/>
                  </a:lnTo>
                  <a:lnTo>
                    <a:pt x="7853739" y="3116972"/>
                  </a:lnTo>
                  <a:lnTo>
                    <a:pt x="7852884" y="3116972"/>
                  </a:lnTo>
                  <a:lnTo>
                    <a:pt x="7852028" y="3116972"/>
                  </a:lnTo>
                  <a:lnTo>
                    <a:pt x="7851173" y="3116972"/>
                  </a:lnTo>
                  <a:lnTo>
                    <a:pt x="7850317" y="3116972"/>
                  </a:lnTo>
                  <a:lnTo>
                    <a:pt x="7849462" y="3116972"/>
                  </a:lnTo>
                  <a:lnTo>
                    <a:pt x="7848606" y="3116972"/>
                  </a:lnTo>
                  <a:lnTo>
                    <a:pt x="7847751" y="3116972"/>
                  </a:lnTo>
                  <a:lnTo>
                    <a:pt x="7846895" y="3116972"/>
                  </a:lnTo>
                  <a:lnTo>
                    <a:pt x="7846039" y="3116972"/>
                  </a:lnTo>
                  <a:lnTo>
                    <a:pt x="7845184" y="3116972"/>
                  </a:lnTo>
                  <a:lnTo>
                    <a:pt x="7844328" y="3116972"/>
                  </a:lnTo>
                  <a:lnTo>
                    <a:pt x="7843473" y="3116972"/>
                  </a:lnTo>
                  <a:lnTo>
                    <a:pt x="7842617" y="3116972"/>
                  </a:lnTo>
                  <a:lnTo>
                    <a:pt x="7841762" y="3116972"/>
                  </a:lnTo>
                  <a:lnTo>
                    <a:pt x="7840906" y="3116972"/>
                  </a:lnTo>
                  <a:lnTo>
                    <a:pt x="7840051" y="3116972"/>
                  </a:lnTo>
                  <a:lnTo>
                    <a:pt x="7839195" y="3116972"/>
                  </a:lnTo>
                  <a:lnTo>
                    <a:pt x="7838340" y="3116972"/>
                  </a:lnTo>
                  <a:lnTo>
                    <a:pt x="7837484" y="3116972"/>
                  </a:lnTo>
                  <a:lnTo>
                    <a:pt x="7836629" y="3116972"/>
                  </a:lnTo>
                  <a:lnTo>
                    <a:pt x="7835773" y="3116972"/>
                  </a:lnTo>
                  <a:lnTo>
                    <a:pt x="7834918" y="3116972"/>
                  </a:lnTo>
                  <a:lnTo>
                    <a:pt x="7834062" y="3116972"/>
                  </a:lnTo>
                  <a:lnTo>
                    <a:pt x="7833207" y="3116972"/>
                  </a:lnTo>
                  <a:lnTo>
                    <a:pt x="7832351" y="3116972"/>
                  </a:lnTo>
                  <a:lnTo>
                    <a:pt x="7831496" y="3116972"/>
                  </a:lnTo>
                  <a:lnTo>
                    <a:pt x="7830640" y="3116972"/>
                  </a:lnTo>
                  <a:lnTo>
                    <a:pt x="7829784" y="3116972"/>
                  </a:lnTo>
                  <a:lnTo>
                    <a:pt x="7828929" y="3116972"/>
                  </a:lnTo>
                  <a:lnTo>
                    <a:pt x="7828073" y="3116972"/>
                  </a:lnTo>
                  <a:lnTo>
                    <a:pt x="7827218" y="3116972"/>
                  </a:lnTo>
                  <a:lnTo>
                    <a:pt x="7826362" y="3116972"/>
                  </a:lnTo>
                  <a:lnTo>
                    <a:pt x="7825507" y="3116972"/>
                  </a:lnTo>
                  <a:lnTo>
                    <a:pt x="7824651" y="3116972"/>
                  </a:lnTo>
                  <a:lnTo>
                    <a:pt x="7823796" y="3116972"/>
                  </a:lnTo>
                  <a:lnTo>
                    <a:pt x="7822940" y="3116972"/>
                  </a:lnTo>
                  <a:lnTo>
                    <a:pt x="7822085" y="3116972"/>
                  </a:lnTo>
                  <a:lnTo>
                    <a:pt x="7821229" y="3116972"/>
                  </a:lnTo>
                  <a:lnTo>
                    <a:pt x="7820374" y="3116972"/>
                  </a:lnTo>
                  <a:lnTo>
                    <a:pt x="7819518" y="3116972"/>
                  </a:lnTo>
                  <a:lnTo>
                    <a:pt x="7818663" y="3116972"/>
                  </a:lnTo>
                  <a:lnTo>
                    <a:pt x="7817807" y="3116972"/>
                  </a:lnTo>
                  <a:lnTo>
                    <a:pt x="7816952" y="3116972"/>
                  </a:lnTo>
                  <a:lnTo>
                    <a:pt x="7816096" y="3116972"/>
                  </a:lnTo>
                  <a:lnTo>
                    <a:pt x="7815240" y="3116972"/>
                  </a:lnTo>
                  <a:lnTo>
                    <a:pt x="7814385" y="3116972"/>
                  </a:lnTo>
                  <a:lnTo>
                    <a:pt x="7813529" y="3116972"/>
                  </a:lnTo>
                  <a:lnTo>
                    <a:pt x="7812674" y="3116972"/>
                  </a:lnTo>
                  <a:lnTo>
                    <a:pt x="7811818" y="3116972"/>
                  </a:lnTo>
                  <a:lnTo>
                    <a:pt x="7810963" y="3116972"/>
                  </a:lnTo>
                  <a:lnTo>
                    <a:pt x="7810107" y="3116972"/>
                  </a:lnTo>
                  <a:lnTo>
                    <a:pt x="7809252" y="3116972"/>
                  </a:lnTo>
                  <a:lnTo>
                    <a:pt x="7808396" y="3116972"/>
                  </a:lnTo>
                  <a:lnTo>
                    <a:pt x="7807541" y="3116972"/>
                  </a:lnTo>
                  <a:lnTo>
                    <a:pt x="7806685" y="3116972"/>
                  </a:lnTo>
                  <a:lnTo>
                    <a:pt x="7805830" y="3116972"/>
                  </a:lnTo>
                  <a:lnTo>
                    <a:pt x="7804974" y="3116972"/>
                  </a:lnTo>
                  <a:lnTo>
                    <a:pt x="7804119" y="3116972"/>
                  </a:lnTo>
                  <a:lnTo>
                    <a:pt x="7803263" y="3116972"/>
                  </a:lnTo>
                  <a:lnTo>
                    <a:pt x="7802408" y="3116972"/>
                  </a:lnTo>
                  <a:lnTo>
                    <a:pt x="7801552" y="3116972"/>
                  </a:lnTo>
                  <a:lnTo>
                    <a:pt x="7800697" y="3116972"/>
                  </a:lnTo>
                  <a:lnTo>
                    <a:pt x="7799841" y="3116972"/>
                  </a:lnTo>
                  <a:lnTo>
                    <a:pt x="7798985" y="3116972"/>
                  </a:lnTo>
                  <a:lnTo>
                    <a:pt x="7798130" y="3116972"/>
                  </a:lnTo>
                  <a:lnTo>
                    <a:pt x="7797274" y="3116972"/>
                  </a:lnTo>
                  <a:lnTo>
                    <a:pt x="7796419" y="3116972"/>
                  </a:lnTo>
                  <a:lnTo>
                    <a:pt x="7795563" y="3116972"/>
                  </a:lnTo>
                  <a:lnTo>
                    <a:pt x="7794708" y="3116972"/>
                  </a:lnTo>
                  <a:lnTo>
                    <a:pt x="7793852" y="3116972"/>
                  </a:lnTo>
                  <a:lnTo>
                    <a:pt x="7792997" y="3116972"/>
                  </a:lnTo>
                  <a:lnTo>
                    <a:pt x="7792141" y="3116972"/>
                  </a:lnTo>
                  <a:lnTo>
                    <a:pt x="7791286" y="3116972"/>
                  </a:lnTo>
                  <a:lnTo>
                    <a:pt x="7790430" y="3116972"/>
                  </a:lnTo>
                  <a:lnTo>
                    <a:pt x="7789575" y="3116972"/>
                  </a:lnTo>
                  <a:lnTo>
                    <a:pt x="7788719" y="3116972"/>
                  </a:lnTo>
                  <a:lnTo>
                    <a:pt x="7787864" y="3116972"/>
                  </a:lnTo>
                  <a:lnTo>
                    <a:pt x="7787008" y="3116972"/>
                  </a:lnTo>
                  <a:lnTo>
                    <a:pt x="7786153" y="3116972"/>
                  </a:lnTo>
                  <a:lnTo>
                    <a:pt x="7785297" y="3116972"/>
                  </a:lnTo>
                  <a:lnTo>
                    <a:pt x="7784442" y="3116972"/>
                  </a:lnTo>
                  <a:lnTo>
                    <a:pt x="7783586" y="3116972"/>
                  </a:lnTo>
                  <a:lnTo>
                    <a:pt x="7782730" y="3116972"/>
                  </a:lnTo>
                  <a:lnTo>
                    <a:pt x="7781875" y="3116972"/>
                  </a:lnTo>
                  <a:lnTo>
                    <a:pt x="7781019" y="3116972"/>
                  </a:lnTo>
                  <a:lnTo>
                    <a:pt x="7780164" y="3116972"/>
                  </a:lnTo>
                  <a:lnTo>
                    <a:pt x="7779308" y="3116972"/>
                  </a:lnTo>
                  <a:lnTo>
                    <a:pt x="7778453" y="3116972"/>
                  </a:lnTo>
                  <a:lnTo>
                    <a:pt x="7777597" y="3116972"/>
                  </a:lnTo>
                  <a:lnTo>
                    <a:pt x="7776742" y="3116972"/>
                  </a:lnTo>
                  <a:lnTo>
                    <a:pt x="7775886" y="3116972"/>
                  </a:lnTo>
                  <a:lnTo>
                    <a:pt x="7775031" y="3116972"/>
                  </a:lnTo>
                  <a:lnTo>
                    <a:pt x="7774175" y="3116972"/>
                  </a:lnTo>
                  <a:lnTo>
                    <a:pt x="7773320" y="3116972"/>
                  </a:lnTo>
                  <a:lnTo>
                    <a:pt x="7772464" y="3116972"/>
                  </a:lnTo>
                  <a:lnTo>
                    <a:pt x="7771609" y="3116972"/>
                  </a:lnTo>
                  <a:lnTo>
                    <a:pt x="7770753" y="3116972"/>
                  </a:lnTo>
                  <a:lnTo>
                    <a:pt x="7769898" y="3116972"/>
                  </a:lnTo>
                  <a:lnTo>
                    <a:pt x="7769042" y="3116972"/>
                  </a:lnTo>
                  <a:lnTo>
                    <a:pt x="7768186" y="3116972"/>
                  </a:lnTo>
                  <a:lnTo>
                    <a:pt x="7767331" y="3116972"/>
                  </a:lnTo>
                  <a:lnTo>
                    <a:pt x="7766475" y="3116972"/>
                  </a:lnTo>
                  <a:lnTo>
                    <a:pt x="7765620" y="3116972"/>
                  </a:lnTo>
                  <a:lnTo>
                    <a:pt x="7764764" y="3116972"/>
                  </a:lnTo>
                  <a:lnTo>
                    <a:pt x="7763909" y="3116972"/>
                  </a:lnTo>
                  <a:lnTo>
                    <a:pt x="7763053" y="3116972"/>
                  </a:lnTo>
                  <a:lnTo>
                    <a:pt x="7762198" y="3116972"/>
                  </a:lnTo>
                  <a:lnTo>
                    <a:pt x="7761342" y="3116972"/>
                  </a:lnTo>
                  <a:lnTo>
                    <a:pt x="7760487" y="3116972"/>
                  </a:lnTo>
                  <a:lnTo>
                    <a:pt x="7759631" y="3116972"/>
                  </a:lnTo>
                  <a:lnTo>
                    <a:pt x="7758776" y="3116972"/>
                  </a:lnTo>
                  <a:lnTo>
                    <a:pt x="7757920" y="3116972"/>
                  </a:lnTo>
                  <a:lnTo>
                    <a:pt x="7757065" y="3116972"/>
                  </a:lnTo>
                  <a:lnTo>
                    <a:pt x="7756209" y="3116972"/>
                  </a:lnTo>
                  <a:lnTo>
                    <a:pt x="7755354" y="3116972"/>
                  </a:lnTo>
                  <a:lnTo>
                    <a:pt x="7754498" y="3116972"/>
                  </a:lnTo>
                  <a:lnTo>
                    <a:pt x="7753643" y="3116972"/>
                  </a:lnTo>
                  <a:lnTo>
                    <a:pt x="7752787" y="3116972"/>
                  </a:lnTo>
                  <a:lnTo>
                    <a:pt x="7751931" y="3116972"/>
                  </a:lnTo>
                  <a:lnTo>
                    <a:pt x="7751076" y="3116972"/>
                  </a:lnTo>
                  <a:lnTo>
                    <a:pt x="7750220" y="3116972"/>
                  </a:lnTo>
                  <a:lnTo>
                    <a:pt x="7749365" y="3116972"/>
                  </a:lnTo>
                  <a:lnTo>
                    <a:pt x="7748509" y="3116972"/>
                  </a:lnTo>
                  <a:lnTo>
                    <a:pt x="7747654" y="3116972"/>
                  </a:lnTo>
                  <a:lnTo>
                    <a:pt x="7746798" y="3116972"/>
                  </a:lnTo>
                  <a:lnTo>
                    <a:pt x="7745943" y="3116972"/>
                  </a:lnTo>
                  <a:lnTo>
                    <a:pt x="7745087" y="3116972"/>
                  </a:lnTo>
                  <a:lnTo>
                    <a:pt x="7744232" y="3116972"/>
                  </a:lnTo>
                  <a:lnTo>
                    <a:pt x="7743376" y="3116972"/>
                  </a:lnTo>
                  <a:lnTo>
                    <a:pt x="7742521" y="3116972"/>
                  </a:lnTo>
                  <a:lnTo>
                    <a:pt x="7741665" y="3116972"/>
                  </a:lnTo>
                  <a:lnTo>
                    <a:pt x="7740810" y="3116972"/>
                  </a:lnTo>
                  <a:lnTo>
                    <a:pt x="7739954" y="3116972"/>
                  </a:lnTo>
                  <a:lnTo>
                    <a:pt x="7739099" y="3116972"/>
                  </a:lnTo>
                  <a:lnTo>
                    <a:pt x="7738243" y="3116972"/>
                  </a:lnTo>
                  <a:lnTo>
                    <a:pt x="7737388" y="3116972"/>
                  </a:lnTo>
                  <a:lnTo>
                    <a:pt x="7736532" y="3116972"/>
                  </a:lnTo>
                  <a:lnTo>
                    <a:pt x="7735676" y="3116972"/>
                  </a:lnTo>
                  <a:lnTo>
                    <a:pt x="7734821" y="3116972"/>
                  </a:lnTo>
                  <a:lnTo>
                    <a:pt x="7733965" y="3116972"/>
                  </a:lnTo>
                  <a:lnTo>
                    <a:pt x="7733110" y="3116972"/>
                  </a:lnTo>
                  <a:lnTo>
                    <a:pt x="7732254" y="3116972"/>
                  </a:lnTo>
                  <a:lnTo>
                    <a:pt x="7731399" y="3116972"/>
                  </a:lnTo>
                  <a:lnTo>
                    <a:pt x="7730543" y="3116972"/>
                  </a:lnTo>
                  <a:lnTo>
                    <a:pt x="7729688" y="3116972"/>
                  </a:lnTo>
                  <a:lnTo>
                    <a:pt x="7728832" y="3116972"/>
                  </a:lnTo>
                  <a:lnTo>
                    <a:pt x="7727977" y="3116972"/>
                  </a:lnTo>
                  <a:lnTo>
                    <a:pt x="7727121" y="3116972"/>
                  </a:lnTo>
                  <a:lnTo>
                    <a:pt x="7726266" y="3116972"/>
                  </a:lnTo>
                  <a:lnTo>
                    <a:pt x="7725410" y="3116972"/>
                  </a:lnTo>
                  <a:lnTo>
                    <a:pt x="7724555" y="3116972"/>
                  </a:lnTo>
                  <a:lnTo>
                    <a:pt x="7723699" y="3116972"/>
                  </a:lnTo>
                  <a:lnTo>
                    <a:pt x="7722844" y="3116972"/>
                  </a:lnTo>
                  <a:lnTo>
                    <a:pt x="7721988" y="3116972"/>
                  </a:lnTo>
                  <a:lnTo>
                    <a:pt x="7721133" y="3116972"/>
                  </a:lnTo>
                  <a:lnTo>
                    <a:pt x="7720277" y="3116972"/>
                  </a:lnTo>
                  <a:lnTo>
                    <a:pt x="7719421" y="3116972"/>
                  </a:lnTo>
                  <a:lnTo>
                    <a:pt x="7718566" y="3116972"/>
                  </a:lnTo>
                  <a:lnTo>
                    <a:pt x="7717710" y="3116972"/>
                  </a:lnTo>
                  <a:lnTo>
                    <a:pt x="7716855" y="3116972"/>
                  </a:lnTo>
                  <a:lnTo>
                    <a:pt x="7715999" y="3116972"/>
                  </a:lnTo>
                  <a:lnTo>
                    <a:pt x="7715144" y="3116972"/>
                  </a:lnTo>
                  <a:lnTo>
                    <a:pt x="7714288" y="3116972"/>
                  </a:lnTo>
                  <a:lnTo>
                    <a:pt x="7713433" y="3116972"/>
                  </a:lnTo>
                  <a:lnTo>
                    <a:pt x="7712577" y="3116972"/>
                  </a:lnTo>
                  <a:lnTo>
                    <a:pt x="7711722" y="3116972"/>
                  </a:lnTo>
                  <a:lnTo>
                    <a:pt x="7710866" y="3116972"/>
                  </a:lnTo>
                  <a:lnTo>
                    <a:pt x="7710011" y="3116972"/>
                  </a:lnTo>
                  <a:lnTo>
                    <a:pt x="7709155" y="3116972"/>
                  </a:lnTo>
                  <a:lnTo>
                    <a:pt x="7708300" y="3116972"/>
                  </a:lnTo>
                  <a:lnTo>
                    <a:pt x="7707444" y="3116972"/>
                  </a:lnTo>
                  <a:lnTo>
                    <a:pt x="7706589" y="3116972"/>
                  </a:lnTo>
                  <a:lnTo>
                    <a:pt x="7705733" y="3116972"/>
                  </a:lnTo>
                  <a:lnTo>
                    <a:pt x="7704877" y="3116972"/>
                  </a:lnTo>
                  <a:lnTo>
                    <a:pt x="7704022" y="3116972"/>
                  </a:lnTo>
                  <a:lnTo>
                    <a:pt x="7703166" y="3116972"/>
                  </a:lnTo>
                  <a:lnTo>
                    <a:pt x="7702311" y="3116972"/>
                  </a:lnTo>
                  <a:lnTo>
                    <a:pt x="7701455" y="3116972"/>
                  </a:lnTo>
                  <a:lnTo>
                    <a:pt x="7700600" y="3116972"/>
                  </a:lnTo>
                  <a:lnTo>
                    <a:pt x="7699744" y="3116972"/>
                  </a:lnTo>
                  <a:lnTo>
                    <a:pt x="7698889" y="3116972"/>
                  </a:lnTo>
                  <a:lnTo>
                    <a:pt x="7698033" y="3116972"/>
                  </a:lnTo>
                  <a:lnTo>
                    <a:pt x="7697178" y="3116972"/>
                  </a:lnTo>
                  <a:lnTo>
                    <a:pt x="7696322" y="3116972"/>
                  </a:lnTo>
                  <a:lnTo>
                    <a:pt x="7695467" y="3116972"/>
                  </a:lnTo>
                  <a:lnTo>
                    <a:pt x="7694611" y="3116972"/>
                  </a:lnTo>
                  <a:lnTo>
                    <a:pt x="7693756" y="3116972"/>
                  </a:lnTo>
                  <a:lnTo>
                    <a:pt x="7692900" y="3116972"/>
                  </a:lnTo>
                  <a:lnTo>
                    <a:pt x="7692045" y="3116972"/>
                  </a:lnTo>
                  <a:lnTo>
                    <a:pt x="7691189" y="3116972"/>
                  </a:lnTo>
                  <a:lnTo>
                    <a:pt x="7690334" y="3116972"/>
                  </a:lnTo>
                  <a:lnTo>
                    <a:pt x="7689478" y="3116972"/>
                  </a:lnTo>
                  <a:lnTo>
                    <a:pt x="7688622" y="3116972"/>
                  </a:lnTo>
                  <a:lnTo>
                    <a:pt x="7687767" y="3116972"/>
                  </a:lnTo>
                  <a:lnTo>
                    <a:pt x="7686911" y="3116972"/>
                  </a:lnTo>
                  <a:lnTo>
                    <a:pt x="7686056" y="3116972"/>
                  </a:lnTo>
                  <a:lnTo>
                    <a:pt x="7685200" y="3116972"/>
                  </a:lnTo>
                  <a:lnTo>
                    <a:pt x="7684345" y="3116972"/>
                  </a:lnTo>
                  <a:lnTo>
                    <a:pt x="7683489" y="3116972"/>
                  </a:lnTo>
                  <a:lnTo>
                    <a:pt x="7682634" y="3116972"/>
                  </a:lnTo>
                  <a:lnTo>
                    <a:pt x="7681778" y="3116972"/>
                  </a:lnTo>
                  <a:lnTo>
                    <a:pt x="7680923" y="3116972"/>
                  </a:lnTo>
                  <a:lnTo>
                    <a:pt x="7680067" y="3116972"/>
                  </a:lnTo>
                  <a:lnTo>
                    <a:pt x="7679212" y="3116972"/>
                  </a:lnTo>
                  <a:lnTo>
                    <a:pt x="7678356" y="3116972"/>
                  </a:lnTo>
                  <a:lnTo>
                    <a:pt x="7677501" y="3116972"/>
                  </a:lnTo>
                  <a:lnTo>
                    <a:pt x="7676645" y="3116972"/>
                  </a:lnTo>
                  <a:lnTo>
                    <a:pt x="7675790" y="3116972"/>
                  </a:lnTo>
                  <a:lnTo>
                    <a:pt x="7674934" y="3116972"/>
                  </a:lnTo>
                  <a:lnTo>
                    <a:pt x="7674079" y="3116972"/>
                  </a:lnTo>
                  <a:lnTo>
                    <a:pt x="7673223" y="3116972"/>
                  </a:lnTo>
                  <a:lnTo>
                    <a:pt x="7672367" y="3116972"/>
                  </a:lnTo>
                  <a:lnTo>
                    <a:pt x="7671512" y="3116972"/>
                  </a:lnTo>
                  <a:lnTo>
                    <a:pt x="7670656" y="3116972"/>
                  </a:lnTo>
                  <a:lnTo>
                    <a:pt x="7669801" y="3116972"/>
                  </a:lnTo>
                  <a:lnTo>
                    <a:pt x="7668945" y="3116972"/>
                  </a:lnTo>
                  <a:lnTo>
                    <a:pt x="7668090" y="3116972"/>
                  </a:lnTo>
                  <a:lnTo>
                    <a:pt x="7667234" y="3116972"/>
                  </a:lnTo>
                  <a:lnTo>
                    <a:pt x="7666379" y="3116972"/>
                  </a:lnTo>
                  <a:lnTo>
                    <a:pt x="7665523" y="3116972"/>
                  </a:lnTo>
                  <a:lnTo>
                    <a:pt x="7664668" y="3116972"/>
                  </a:lnTo>
                  <a:lnTo>
                    <a:pt x="7663812" y="3116972"/>
                  </a:lnTo>
                  <a:lnTo>
                    <a:pt x="7662957" y="3116972"/>
                  </a:lnTo>
                  <a:lnTo>
                    <a:pt x="7662101" y="3116972"/>
                  </a:lnTo>
                  <a:lnTo>
                    <a:pt x="7661246" y="3116972"/>
                  </a:lnTo>
                  <a:lnTo>
                    <a:pt x="7660390" y="3116972"/>
                  </a:lnTo>
                  <a:lnTo>
                    <a:pt x="7659535" y="3116972"/>
                  </a:lnTo>
                  <a:lnTo>
                    <a:pt x="7658679" y="3116972"/>
                  </a:lnTo>
                  <a:lnTo>
                    <a:pt x="7657823" y="3116972"/>
                  </a:lnTo>
                  <a:lnTo>
                    <a:pt x="7656968" y="3116972"/>
                  </a:lnTo>
                  <a:lnTo>
                    <a:pt x="7656112" y="3116972"/>
                  </a:lnTo>
                  <a:lnTo>
                    <a:pt x="7655257" y="3116972"/>
                  </a:lnTo>
                  <a:lnTo>
                    <a:pt x="7654401" y="3116972"/>
                  </a:lnTo>
                  <a:lnTo>
                    <a:pt x="7653546" y="3116972"/>
                  </a:lnTo>
                  <a:lnTo>
                    <a:pt x="7652690" y="3116972"/>
                  </a:lnTo>
                  <a:lnTo>
                    <a:pt x="7651835" y="3116972"/>
                  </a:lnTo>
                  <a:lnTo>
                    <a:pt x="7650979" y="3116972"/>
                  </a:lnTo>
                  <a:lnTo>
                    <a:pt x="7650124" y="3116972"/>
                  </a:lnTo>
                  <a:lnTo>
                    <a:pt x="7649268" y="3116972"/>
                  </a:lnTo>
                  <a:lnTo>
                    <a:pt x="7648413" y="3116972"/>
                  </a:lnTo>
                  <a:lnTo>
                    <a:pt x="7647557" y="3116972"/>
                  </a:lnTo>
                  <a:lnTo>
                    <a:pt x="7646702" y="3116972"/>
                  </a:lnTo>
                  <a:lnTo>
                    <a:pt x="7645846" y="3116972"/>
                  </a:lnTo>
                  <a:lnTo>
                    <a:pt x="7644991" y="3116972"/>
                  </a:lnTo>
                  <a:lnTo>
                    <a:pt x="7644135" y="3116972"/>
                  </a:lnTo>
                  <a:lnTo>
                    <a:pt x="7643280" y="3116972"/>
                  </a:lnTo>
                  <a:lnTo>
                    <a:pt x="7642424" y="3116972"/>
                  </a:lnTo>
                  <a:lnTo>
                    <a:pt x="7641568" y="3116972"/>
                  </a:lnTo>
                  <a:lnTo>
                    <a:pt x="7640713" y="3116972"/>
                  </a:lnTo>
                  <a:lnTo>
                    <a:pt x="7639857" y="3116972"/>
                  </a:lnTo>
                  <a:lnTo>
                    <a:pt x="7639002" y="3116972"/>
                  </a:lnTo>
                  <a:lnTo>
                    <a:pt x="7638146" y="3116972"/>
                  </a:lnTo>
                  <a:lnTo>
                    <a:pt x="7637291" y="3116972"/>
                  </a:lnTo>
                  <a:lnTo>
                    <a:pt x="7636435" y="3116972"/>
                  </a:lnTo>
                  <a:lnTo>
                    <a:pt x="7635580" y="3116972"/>
                  </a:lnTo>
                  <a:lnTo>
                    <a:pt x="7634724" y="3116972"/>
                  </a:lnTo>
                  <a:lnTo>
                    <a:pt x="7633869" y="3116972"/>
                  </a:lnTo>
                  <a:lnTo>
                    <a:pt x="7633013" y="3116972"/>
                  </a:lnTo>
                  <a:lnTo>
                    <a:pt x="7632158" y="3116972"/>
                  </a:lnTo>
                  <a:lnTo>
                    <a:pt x="7631302" y="3116972"/>
                  </a:lnTo>
                  <a:lnTo>
                    <a:pt x="7630447" y="3116972"/>
                  </a:lnTo>
                  <a:lnTo>
                    <a:pt x="7629591" y="3116972"/>
                  </a:lnTo>
                  <a:lnTo>
                    <a:pt x="7628736" y="3116972"/>
                  </a:lnTo>
                  <a:lnTo>
                    <a:pt x="7627880" y="3116972"/>
                  </a:lnTo>
                  <a:lnTo>
                    <a:pt x="7627025" y="3116972"/>
                  </a:lnTo>
                  <a:lnTo>
                    <a:pt x="7626169" y="3116972"/>
                  </a:lnTo>
                  <a:lnTo>
                    <a:pt x="7625313" y="3116972"/>
                  </a:lnTo>
                  <a:lnTo>
                    <a:pt x="7624458" y="3116972"/>
                  </a:lnTo>
                  <a:lnTo>
                    <a:pt x="7623602" y="3116972"/>
                  </a:lnTo>
                  <a:lnTo>
                    <a:pt x="7622747" y="3116972"/>
                  </a:lnTo>
                  <a:lnTo>
                    <a:pt x="7621891" y="3116972"/>
                  </a:lnTo>
                  <a:lnTo>
                    <a:pt x="7621036" y="3116972"/>
                  </a:lnTo>
                  <a:lnTo>
                    <a:pt x="7620180" y="3116972"/>
                  </a:lnTo>
                  <a:lnTo>
                    <a:pt x="7619325" y="3116972"/>
                  </a:lnTo>
                  <a:lnTo>
                    <a:pt x="7618469" y="3116972"/>
                  </a:lnTo>
                  <a:lnTo>
                    <a:pt x="7617614" y="3116972"/>
                  </a:lnTo>
                  <a:lnTo>
                    <a:pt x="7616758" y="3116972"/>
                  </a:lnTo>
                  <a:lnTo>
                    <a:pt x="7615903" y="3116972"/>
                  </a:lnTo>
                  <a:lnTo>
                    <a:pt x="7615047" y="3116972"/>
                  </a:lnTo>
                  <a:lnTo>
                    <a:pt x="7614192" y="3116972"/>
                  </a:lnTo>
                  <a:lnTo>
                    <a:pt x="7613336" y="3116972"/>
                  </a:lnTo>
                  <a:lnTo>
                    <a:pt x="7612481" y="3116972"/>
                  </a:lnTo>
                  <a:lnTo>
                    <a:pt x="7611625" y="3116972"/>
                  </a:lnTo>
                  <a:lnTo>
                    <a:pt x="7610769" y="3116972"/>
                  </a:lnTo>
                  <a:lnTo>
                    <a:pt x="7609914" y="3116972"/>
                  </a:lnTo>
                  <a:lnTo>
                    <a:pt x="7609058" y="3116972"/>
                  </a:lnTo>
                  <a:lnTo>
                    <a:pt x="7608203" y="3116972"/>
                  </a:lnTo>
                  <a:lnTo>
                    <a:pt x="7607347" y="3116972"/>
                  </a:lnTo>
                  <a:lnTo>
                    <a:pt x="7606492" y="3116972"/>
                  </a:lnTo>
                  <a:lnTo>
                    <a:pt x="7605636" y="3116972"/>
                  </a:lnTo>
                  <a:lnTo>
                    <a:pt x="7604781" y="3116972"/>
                  </a:lnTo>
                  <a:lnTo>
                    <a:pt x="7603925" y="3116972"/>
                  </a:lnTo>
                  <a:lnTo>
                    <a:pt x="7603070" y="3116972"/>
                  </a:lnTo>
                  <a:lnTo>
                    <a:pt x="7602214" y="3116972"/>
                  </a:lnTo>
                  <a:lnTo>
                    <a:pt x="7601359" y="3116972"/>
                  </a:lnTo>
                  <a:lnTo>
                    <a:pt x="7600503" y="3116972"/>
                  </a:lnTo>
                  <a:lnTo>
                    <a:pt x="7599648" y="3116972"/>
                  </a:lnTo>
                  <a:lnTo>
                    <a:pt x="7598792" y="3116972"/>
                  </a:lnTo>
                  <a:lnTo>
                    <a:pt x="7597937" y="3116972"/>
                  </a:lnTo>
                  <a:lnTo>
                    <a:pt x="7597081" y="3116972"/>
                  </a:lnTo>
                  <a:lnTo>
                    <a:pt x="7596226" y="3116972"/>
                  </a:lnTo>
                  <a:lnTo>
                    <a:pt x="7595370" y="3116972"/>
                  </a:lnTo>
                  <a:lnTo>
                    <a:pt x="7594514" y="3116972"/>
                  </a:lnTo>
                  <a:lnTo>
                    <a:pt x="7593659" y="3116972"/>
                  </a:lnTo>
                  <a:lnTo>
                    <a:pt x="7592803" y="3116972"/>
                  </a:lnTo>
                  <a:lnTo>
                    <a:pt x="7591948" y="3116972"/>
                  </a:lnTo>
                  <a:lnTo>
                    <a:pt x="7591092" y="3116972"/>
                  </a:lnTo>
                  <a:lnTo>
                    <a:pt x="7590237" y="3116972"/>
                  </a:lnTo>
                  <a:lnTo>
                    <a:pt x="7589381" y="3116972"/>
                  </a:lnTo>
                  <a:lnTo>
                    <a:pt x="7588526" y="3116972"/>
                  </a:lnTo>
                  <a:lnTo>
                    <a:pt x="7587670" y="3116972"/>
                  </a:lnTo>
                  <a:lnTo>
                    <a:pt x="7586815" y="3116972"/>
                  </a:lnTo>
                  <a:lnTo>
                    <a:pt x="7585959" y="3116972"/>
                  </a:lnTo>
                  <a:lnTo>
                    <a:pt x="7585104" y="3116972"/>
                  </a:lnTo>
                  <a:lnTo>
                    <a:pt x="7584248" y="3116972"/>
                  </a:lnTo>
                  <a:lnTo>
                    <a:pt x="7583393" y="3116972"/>
                  </a:lnTo>
                  <a:lnTo>
                    <a:pt x="7582537" y="3116972"/>
                  </a:lnTo>
                  <a:lnTo>
                    <a:pt x="7581682" y="3116972"/>
                  </a:lnTo>
                  <a:lnTo>
                    <a:pt x="7580826" y="3116972"/>
                  </a:lnTo>
                  <a:lnTo>
                    <a:pt x="7579971" y="3116972"/>
                  </a:lnTo>
                  <a:lnTo>
                    <a:pt x="7579115" y="3116972"/>
                  </a:lnTo>
                  <a:lnTo>
                    <a:pt x="7578259" y="3116972"/>
                  </a:lnTo>
                  <a:lnTo>
                    <a:pt x="7577404" y="3116972"/>
                  </a:lnTo>
                  <a:lnTo>
                    <a:pt x="7576548" y="3116972"/>
                  </a:lnTo>
                  <a:lnTo>
                    <a:pt x="7575693" y="3116972"/>
                  </a:lnTo>
                  <a:lnTo>
                    <a:pt x="7574837" y="3116972"/>
                  </a:lnTo>
                  <a:lnTo>
                    <a:pt x="7573982" y="3116972"/>
                  </a:lnTo>
                  <a:lnTo>
                    <a:pt x="7573126" y="3116972"/>
                  </a:lnTo>
                  <a:lnTo>
                    <a:pt x="7572271" y="3116972"/>
                  </a:lnTo>
                  <a:lnTo>
                    <a:pt x="7571415" y="3116972"/>
                  </a:lnTo>
                  <a:lnTo>
                    <a:pt x="7570560" y="3116972"/>
                  </a:lnTo>
                  <a:lnTo>
                    <a:pt x="7569704" y="3116972"/>
                  </a:lnTo>
                  <a:lnTo>
                    <a:pt x="7568849" y="3116972"/>
                  </a:lnTo>
                  <a:lnTo>
                    <a:pt x="7567993" y="3116972"/>
                  </a:lnTo>
                  <a:lnTo>
                    <a:pt x="7567138" y="3116972"/>
                  </a:lnTo>
                  <a:lnTo>
                    <a:pt x="7566282" y="3116972"/>
                  </a:lnTo>
                  <a:lnTo>
                    <a:pt x="7565427" y="3116972"/>
                  </a:lnTo>
                  <a:lnTo>
                    <a:pt x="7564571" y="3116972"/>
                  </a:lnTo>
                  <a:lnTo>
                    <a:pt x="7563715" y="3116972"/>
                  </a:lnTo>
                  <a:lnTo>
                    <a:pt x="7562860" y="3116972"/>
                  </a:lnTo>
                  <a:lnTo>
                    <a:pt x="7562004" y="3116972"/>
                  </a:lnTo>
                  <a:lnTo>
                    <a:pt x="7561149" y="3116972"/>
                  </a:lnTo>
                  <a:lnTo>
                    <a:pt x="7560293" y="3116972"/>
                  </a:lnTo>
                  <a:lnTo>
                    <a:pt x="7559438" y="3116972"/>
                  </a:lnTo>
                  <a:lnTo>
                    <a:pt x="7558582" y="3116972"/>
                  </a:lnTo>
                  <a:lnTo>
                    <a:pt x="7557727" y="3116972"/>
                  </a:lnTo>
                  <a:lnTo>
                    <a:pt x="7556871" y="3116972"/>
                  </a:lnTo>
                  <a:lnTo>
                    <a:pt x="7556016" y="3116972"/>
                  </a:lnTo>
                  <a:lnTo>
                    <a:pt x="7555160" y="3116972"/>
                  </a:lnTo>
                  <a:lnTo>
                    <a:pt x="7554305" y="3116972"/>
                  </a:lnTo>
                  <a:lnTo>
                    <a:pt x="7553449" y="3116972"/>
                  </a:lnTo>
                  <a:lnTo>
                    <a:pt x="7552594" y="3116972"/>
                  </a:lnTo>
                  <a:lnTo>
                    <a:pt x="7551738" y="3116972"/>
                  </a:lnTo>
                  <a:lnTo>
                    <a:pt x="7550883" y="3116972"/>
                  </a:lnTo>
                  <a:lnTo>
                    <a:pt x="7550027" y="3116972"/>
                  </a:lnTo>
                  <a:lnTo>
                    <a:pt x="7549172" y="3116972"/>
                  </a:lnTo>
                  <a:lnTo>
                    <a:pt x="7548316" y="3116972"/>
                  </a:lnTo>
                  <a:lnTo>
                    <a:pt x="7547460" y="3116972"/>
                  </a:lnTo>
                  <a:lnTo>
                    <a:pt x="7546605" y="3116972"/>
                  </a:lnTo>
                  <a:lnTo>
                    <a:pt x="7545749" y="3116972"/>
                  </a:lnTo>
                  <a:lnTo>
                    <a:pt x="7544894" y="3116972"/>
                  </a:lnTo>
                  <a:lnTo>
                    <a:pt x="7544038" y="3116972"/>
                  </a:lnTo>
                  <a:lnTo>
                    <a:pt x="7543183" y="3116972"/>
                  </a:lnTo>
                  <a:lnTo>
                    <a:pt x="7542327" y="3116972"/>
                  </a:lnTo>
                  <a:lnTo>
                    <a:pt x="7541472" y="3116972"/>
                  </a:lnTo>
                  <a:lnTo>
                    <a:pt x="7540616" y="3116972"/>
                  </a:lnTo>
                  <a:lnTo>
                    <a:pt x="7539761" y="3116972"/>
                  </a:lnTo>
                  <a:lnTo>
                    <a:pt x="7538905" y="3116972"/>
                  </a:lnTo>
                  <a:lnTo>
                    <a:pt x="7538050" y="3116972"/>
                  </a:lnTo>
                  <a:lnTo>
                    <a:pt x="7537194" y="3116972"/>
                  </a:lnTo>
                  <a:lnTo>
                    <a:pt x="7536339" y="3116972"/>
                  </a:lnTo>
                  <a:lnTo>
                    <a:pt x="7535483" y="3116972"/>
                  </a:lnTo>
                  <a:lnTo>
                    <a:pt x="7534628" y="3116972"/>
                  </a:lnTo>
                  <a:lnTo>
                    <a:pt x="7533772" y="3116972"/>
                  </a:lnTo>
                  <a:lnTo>
                    <a:pt x="7532917" y="3116972"/>
                  </a:lnTo>
                  <a:lnTo>
                    <a:pt x="7532061" y="3116972"/>
                  </a:lnTo>
                  <a:lnTo>
                    <a:pt x="7531205" y="3116972"/>
                  </a:lnTo>
                  <a:lnTo>
                    <a:pt x="7530350" y="3116972"/>
                  </a:lnTo>
                  <a:lnTo>
                    <a:pt x="7529494" y="3116972"/>
                  </a:lnTo>
                  <a:lnTo>
                    <a:pt x="7528639" y="3116972"/>
                  </a:lnTo>
                  <a:lnTo>
                    <a:pt x="7527783" y="3116972"/>
                  </a:lnTo>
                  <a:lnTo>
                    <a:pt x="7526928" y="3116972"/>
                  </a:lnTo>
                  <a:lnTo>
                    <a:pt x="7526072" y="3116972"/>
                  </a:lnTo>
                  <a:lnTo>
                    <a:pt x="7525217" y="3116972"/>
                  </a:lnTo>
                  <a:lnTo>
                    <a:pt x="7524361" y="3116972"/>
                  </a:lnTo>
                  <a:lnTo>
                    <a:pt x="7523506" y="3116972"/>
                  </a:lnTo>
                  <a:lnTo>
                    <a:pt x="7522650" y="3116972"/>
                  </a:lnTo>
                  <a:lnTo>
                    <a:pt x="7521795" y="3116972"/>
                  </a:lnTo>
                  <a:lnTo>
                    <a:pt x="7520939" y="3116972"/>
                  </a:lnTo>
                  <a:lnTo>
                    <a:pt x="7520084" y="3116972"/>
                  </a:lnTo>
                  <a:lnTo>
                    <a:pt x="7519228" y="3116972"/>
                  </a:lnTo>
                  <a:lnTo>
                    <a:pt x="7518373" y="3116972"/>
                  </a:lnTo>
                  <a:lnTo>
                    <a:pt x="7517517" y="3116972"/>
                  </a:lnTo>
                  <a:lnTo>
                    <a:pt x="7516662" y="3116972"/>
                  </a:lnTo>
                  <a:lnTo>
                    <a:pt x="7515806" y="3116972"/>
                  </a:lnTo>
                  <a:lnTo>
                    <a:pt x="7514950" y="3116972"/>
                  </a:lnTo>
                  <a:lnTo>
                    <a:pt x="7514095" y="3116972"/>
                  </a:lnTo>
                  <a:lnTo>
                    <a:pt x="7513239" y="3116972"/>
                  </a:lnTo>
                  <a:lnTo>
                    <a:pt x="7512384" y="3116972"/>
                  </a:lnTo>
                  <a:lnTo>
                    <a:pt x="7511528" y="3116972"/>
                  </a:lnTo>
                  <a:lnTo>
                    <a:pt x="7510673" y="3116972"/>
                  </a:lnTo>
                  <a:lnTo>
                    <a:pt x="7509817" y="3116972"/>
                  </a:lnTo>
                  <a:lnTo>
                    <a:pt x="7508962" y="3116972"/>
                  </a:lnTo>
                  <a:lnTo>
                    <a:pt x="7508106" y="3116972"/>
                  </a:lnTo>
                  <a:lnTo>
                    <a:pt x="7507251" y="3116972"/>
                  </a:lnTo>
                  <a:lnTo>
                    <a:pt x="7506395" y="3116972"/>
                  </a:lnTo>
                  <a:lnTo>
                    <a:pt x="7505540" y="3116972"/>
                  </a:lnTo>
                  <a:lnTo>
                    <a:pt x="7504684" y="3116972"/>
                  </a:lnTo>
                  <a:lnTo>
                    <a:pt x="7503829" y="3116972"/>
                  </a:lnTo>
                  <a:lnTo>
                    <a:pt x="7502973" y="3116972"/>
                  </a:lnTo>
                  <a:lnTo>
                    <a:pt x="7502118" y="3116972"/>
                  </a:lnTo>
                  <a:lnTo>
                    <a:pt x="7501262" y="3116972"/>
                  </a:lnTo>
                  <a:lnTo>
                    <a:pt x="7500406" y="3116972"/>
                  </a:lnTo>
                  <a:lnTo>
                    <a:pt x="7499551" y="3116972"/>
                  </a:lnTo>
                  <a:lnTo>
                    <a:pt x="7498695" y="3116972"/>
                  </a:lnTo>
                  <a:lnTo>
                    <a:pt x="7497840" y="3116972"/>
                  </a:lnTo>
                  <a:lnTo>
                    <a:pt x="7496984" y="3116972"/>
                  </a:lnTo>
                  <a:lnTo>
                    <a:pt x="7496129" y="3116972"/>
                  </a:lnTo>
                  <a:lnTo>
                    <a:pt x="7495273" y="3116972"/>
                  </a:lnTo>
                  <a:lnTo>
                    <a:pt x="7494418" y="3116972"/>
                  </a:lnTo>
                  <a:lnTo>
                    <a:pt x="7493562" y="3116972"/>
                  </a:lnTo>
                  <a:lnTo>
                    <a:pt x="7492707" y="3116972"/>
                  </a:lnTo>
                  <a:lnTo>
                    <a:pt x="7491851" y="3116972"/>
                  </a:lnTo>
                  <a:lnTo>
                    <a:pt x="7490996" y="3116972"/>
                  </a:lnTo>
                  <a:lnTo>
                    <a:pt x="7490140" y="3116972"/>
                  </a:lnTo>
                  <a:lnTo>
                    <a:pt x="7489285" y="3116972"/>
                  </a:lnTo>
                  <a:lnTo>
                    <a:pt x="7488429" y="3116972"/>
                  </a:lnTo>
                  <a:lnTo>
                    <a:pt x="7487574" y="3116972"/>
                  </a:lnTo>
                  <a:lnTo>
                    <a:pt x="7486718" y="3116972"/>
                  </a:lnTo>
                  <a:lnTo>
                    <a:pt x="7485863" y="3116972"/>
                  </a:lnTo>
                  <a:lnTo>
                    <a:pt x="7485007" y="3116972"/>
                  </a:lnTo>
                  <a:lnTo>
                    <a:pt x="7484151" y="3116972"/>
                  </a:lnTo>
                  <a:lnTo>
                    <a:pt x="7483296" y="3116972"/>
                  </a:lnTo>
                  <a:lnTo>
                    <a:pt x="7482440" y="3116972"/>
                  </a:lnTo>
                  <a:lnTo>
                    <a:pt x="7481585" y="3116972"/>
                  </a:lnTo>
                  <a:lnTo>
                    <a:pt x="7480729" y="3116972"/>
                  </a:lnTo>
                  <a:lnTo>
                    <a:pt x="7479874" y="3116972"/>
                  </a:lnTo>
                  <a:lnTo>
                    <a:pt x="7479018" y="3116972"/>
                  </a:lnTo>
                  <a:lnTo>
                    <a:pt x="7478163" y="3116972"/>
                  </a:lnTo>
                  <a:lnTo>
                    <a:pt x="7477307" y="3116972"/>
                  </a:lnTo>
                  <a:lnTo>
                    <a:pt x="7476452" y="3116972"/>
                  </a:lnTo>
                  <a:lnTo>
                    <a:pt x="7475596" y="3116972"/>
                  </a:lnTo>
                  <a:lnTo>
                    <a:pt x="7474741" y="3116972"/>
                  </a:lnTo>
                  <a:lnTo>
                    <a:pt x="7473885" y="3116972"/>
                  </a:lnTo>
                  <a:lnTo>
                    <a:pt x="7473030" y="3116972"/>
                  </a:lnTo>
                  <a:lnTo>
                    <a:pt x="7472174" y="3116972"/>
                  </a:lnTo>
                  <a:lnTo>
                    <a:pt x="7471319" y="3116972"/>
                  </a:lnTo>
                  <a:lnTo>
                    <a:pt x="7470463" y="3116972"/>
                  </a:lnTo>
                  <a:lnTo>
                    <a:pt x="7469608" y="3116972"/>
                  </a:lnTo>
                  <a:lnTo>
                    <a:pt x="7468752" y="3116972"/>
                  </a:lnTo>
                  <a:lnTo>
                    <a:pt x="7467896" y="3116972"/>
                  </a:lnTo>
                  <a:lnTo>
                    <a:pt x="7467041" y="3116972"/>
                  </a:lnTo>
                  <a:lnTo>
                    <a:pt x="7466185" y="3116972"/>
                  </a:lnTo>
                  <a:lnTo>
                    <a:pt x="7465330" y="3116972"/>
                  </a:lnTo>
                  <a:lnTo>
                    <a:pt x="7464474" y="3116972"/>
                  </a:lnTo>
                  <a:lnTo>
                    <a:pt x="7463619" y="3116972"/>
                  </a:lnTo>
                  <a:lnTo>
                    <a:pt x="7462763" y="3116972"/>
                  </a:lnTo>
                  <a:lnTo>
                    <a:pt x="7461908" y="3116972"/>
                  </a:lnTo>
                  <a:lnTo>
                    <a:pt x="7461052" y="3116972"/>
                  </a:lnTo>
                  <a:lnTo>
                    <a:pt x="7460197" y="3116972"/>
                  </a:lnTo>
                  <a:lnTo>
                    <a:pt x="7459341" y="3116972"/>
                  </a:lnTo>
                  <a:lnTo>
                    <a:pt x="7458486" y="3116972"/>
                  </a:lnTo>
                  <a:lnTo>
                    <a:pt x="7457630" y="3116972"/>
                  </a:lnTo>
                  <a:lnTo>
                    <a:pt x="7456775" y="3116972"/>
                  </a:lnTo>
                  <a:lnTo>
                    <a:pt x="7455919" y="3116972"/>
                  </a:lnTo>
                  <a:lnTo>
                    <a:pt x="7455064" y="3116972"/>
                  </a:lnTo>
                  <a:lnTo>
                    <a:pt x="7454208" y="3116972"/>
                  </a:lnTo>
                  <a:lnTo>
                    <a:pt x="7453352" y="3116972"/>
                  </a:lnTo>
                  <a:lnTo>
                    <a:pt x="7452497" y="3116972"/>
                  </a:lnTo>
                  <a:lnTo>
                    <a:pt x="7451641" y="3116972"/>
                  </a:lnTo>
                  <a:lnTo>
                    <a:pt x="7450786" y="3116972"/>
                  </a:lnTo>
                  <a:lnTo>
                    <a:pt x="7449930" y="3116972"/>
                  </a:lnTo>
                  <a:lnTo>
                    <a:pt x="7449075" y="3116972"/>
                  </a:lnTo>
                  <a:lnTo>
                    <a:pt x="7448219" y="3116972"/>
                  </a:lnTo>
                  <a:lnTo>
                    <a:pt x="7447364" y="3116972"/>
                  </a:lnTo>
                  <a:lnTo>
                    <a:pt x="7446508" y="3116972"/>
                  </a:lnTo>
                  <a:lnTo>
                    <a:pt x="7445653" y="3116972"/>
                  </a:lnTo>
                  <a:lnTo>
                    <a:pt x="7444797" y="3116972"/>
                  </a:lnTo>
                  <a:lnTo>
                    <a:pt x="7443942" y="3116972"/>
                  </a:lnTo>
                  <a:lnTo>
                    <a:pt x="7443086" y="3116972"/>
                  </a:lnTo>
                  <a:lnTo>
                    <a:pt x="7442231" y="3116972"/>
                  </a:lnTo>
                  <a:lnTo>
                    <a:pt x="7441375" y="3116972"/>
                  </a:lnTo>
                  <a:lnTo>
                    <a:pt x="7440520" y="3116972"/>
                  </a:lnTo>
                  <a:lnTo>
                    <a:pt x="7439664" y="3116972"/>
                  </a:lnTo>
                  <a:lnTo>
                    <a:pt x="7438809" y="3116972"/>
                  </a:lnTo>
                  <a:lnTo>
                    <a:pt x="7437953" y="3116972"/>
                  </a:lnTo>
                  <a:lnTo>
                    <a:pt x="7437097" y="3116972"/>
                  </a:lnTo>
                  <a:lnTo>
                    <a:pt x="7436242" y="3116972"/>
                  </a:lnTo>
                  <a:lnTo>
                    <a:pt x="7435386" y="3116972"/>
                  </a:lnTo>
                  <a:lnTo>
                    <a:pt x="7434531" y="3116972"/>
                  </a:lnTo>
                  <a:lnTo>
                    <a:pt x="7433675" y="3116972"/>
                  </a:lnTo>
                  <a:lnTo>
                    <a:pt x="7432820" y="3116972"/>
                  </a:lnTo>
                  <a:lnTo>
                    <a:pt x="7431964" y="3116972"/>
                  </a:lnTo>
                  <a:lnTo>
                    <a:pt x="7431109" y="3116972"/>
                  </a:lnTo>
                  <a:lnTo>
                    <a:pt x="7430253" y="3116972"/>
                  </a:lnTo>
                  <a:lnTo>
                    <a:pt x="7429398" y="3116972"/>
                  </a:lnTo>
                  <a:lnTo>
                    <a:pt x="7428542" y="3116972"/>
                  </a:lnTo>
                  <a:lnTo>
                    <a:pt x="7427687" y="3116972"/>
                  </a:lnTo>
                  <a:lnTo>
                    <a:pt x="7426831" y="3116972"/>
                  </a:lnTo>
                  <a:lnTo>
                    <a:pt x="7425976" y="3116972"/>
                  </a:lnTo>
                  <a:lnTo>
                    <a:pt x="7425120" y="3116972"/>
                  </a:lnTo>
                  <a:lnTo>
                    <a:pt x="7424265" y="3116972"/>
                  </a:lnTo>
                  <a:lnTo>
                    <a:pt x="7423409" y="3116972"/>
                  </a:lnTo>
                  <a:lnTo>
                    <a:pt x="7422554" y="3116972"/>
                  </a:lnTo>
                  <a:lnTo>
                    <a:pt x="7421698" y="3116972"/>
                  </a:lnTo>
                  <a:lnTo>
                    <a:pt x="7420842" y="3116972"/>
                  </a:lnTo>
                  <a:lnTo>
                    <a:pt x="7419987" y="3116972"/>
                  </a:lnTo>
                  <a:lnTo>
                    <a:pt x="7419131" y="3116972"/>
                  </a:lnTo>
                  <a:lnTo>
                    <a:pt x="7418276" y="3116972"/>
                  </a:lnTo>
                  <a:lnTo>
                    <a:pt x="7417420" y="3116972"/>
                  </a:lnTo>
                  <a:lnTo>
                    <a:pt x="7416565" y="3116972"/>
                  </a:lnTo>
                  <a:lnTo>
                    <a:pt x="7415709" y="3116972"/>
                  </a:lnTo>
                  <a:lnTo>
                    <a:pt x="7414854" y="3116972"/>
                  </a:lnTo>
                  <a:lnTo>
                    <a:pt x="7413998" y="3116972"/>
                  </a:lnTo>
                  <a:lnTo>
                    <a:pt x="7413143" y="3116972"/>
                  </a:lnTo>
                  <a:lnTo>
                    <a:pt x="7412287" y="3116972"/>
                  </a:lnTo>
                  <a:lnTo>
                    <a:pt x="7411432" y="3116972"/>
                  </a:lnTo>
                  <a:lnTo>
                    <a:pt x="7410576" y="3116972"/>
                  </a:lnTo>
                  <a:lnTo>
                    <a:pt x="7409721" y="3116972"/>
                  </a:lnTo>
                  <a:lnTo>
                    <a:pt x="7408865" y="3116972"/>
                  </a:lnTo>
                  <a:lnTo>
                    <a:pt x="7408010" y="3116972"/>
                  </a:lnTo>
                  <a:lnTo>
                    <a:pt x="7407154" y="3116972"/>
                  </a:lnTo>
                  <a:lnTo>
                    <a:pt x="7406298" y="3116972"/>
                  </a:lnTo>
                  <a:lnTo>
                    <a:pt x="7405443" y="3116972"/>
                  </a:lnTo>
                  <a:lnTo>
                    <a:pt x="7404587" y="3116972"/>
                  </a:lnTo>
                  <a:lnTo>
                    <a:pt x="7403732" y="3116972"/>
                  </a:lnTo>
                  <a:lnTo>
                    <a:pt x="7402876" y="3116972"/>
                  </a:lnTo>
                  <a:lnTo>
                    <a:pt x="7402021" y="3116972"/>
                  </a:lnTo>
                  <a:lnTo>
                    <a:pt x="7401165" y="3116972"/>
                  </a:lnTo>
                  <a:lnTo>
                    <a:pt x="7400310" y="3116972"/>
                  </a:lnTo>
                  <a:lnTo>
                    <a:pt x="7399454" y="3116972"/>
                  </a:lnTo>
                  <a:lnTo>
                    <a:pt x="7398599" y="3116972"/>
                  </a:lnTo>
                  <a:lnTo>
                    <a:pt x="7397743" y="3116972"/>
                  </a:lnTo>
                  <a:lnTo>
                    <a:pt x="7396888" y="3116972"/>
                  </a:lnTo>
                  <a:lnTo>
                    <a:pt x="7396032" y="3116972"/>
                  </a:lnTo>
                  <a:lnTo>
                    <a:pt x="7395177" y="3116972"/>
                  </a:lnTo>
                  <a:lnTo>
                    <a:pt x="7394321" y="3116972"/>
                  </a:lnTo>
                  <a:lnTo>
                    <a:pt x="7393466" y="3116972"/>
                  </a:lnTo>
                  <a:lnTo>
                    <a:pt x="7392610" y="3116972"/>
                  </a:lnTo>
                  <a:lnTo>
                    <a:pt x="7391755" y="3116972"/>
                  </a:lnTo>
                  <a:lnTo>
                    <a:pt x="7390899" y="3116972"/>
                  </a:lnTo>
                  <a:lnTo>
                    <a:pt x="7390043" y="3116972"/>
                  </a:lnTo>
                  <a:lnTo>
                    <a:pt x="7389188" y="3116972"/>
                  </a:lnTo>
                  <a:lnTo>
                    <a:pt x="7388332" y="3116972"/>
                  </a:lnTo>
                  <a:lnTo>
                    <a:pt x="7387477" y="3116972"/>
                  </a:lnTo>
                  <a:lnTo>
                    <a:pt x="7386621" y="3116972"/>
                  </a:lnTo>
                  <a:lnTo>
                    <a:pt x="7385766" y="3116972"/>
                  </a:lnTo>
                  <a:lnTo>
                    <a:pt x="7384910" y="3116972"/>
                  </a:lnTo>
                  <a:lnTo>
                    <a:pt x="7384055" y="3116972"/>
                  </a:lnTo>
                  <a:lnTo>
                    <a:pt x="7383199" y="3116972"/>
                  </a:lnTo>
                  <a:lnTo>
                    <a:pt x="7382344" y="3116972"/>
                  </a:lnTo>
                  <a:lnTo>
                    <a:pt x="7381488" y="3116972"/>
                  </a:lnTo>
                  <a:lnTo>
                    <a:pt x="7380633" y="3116972"/>
                  </a:lnTo>
                  <a:lnTo>
                    <a:pt x="7379777" y="3116972"/>
                  </a:lnTo>
                  <a:lnTo>
                    <a:pt x="7378922" y="3116972"/>
                  </a:lnTo>
                  <a:lnTo>
                    <a:pt x="7378066" y="3116972"/>
                  </a:lnTo>
                  <a:lnTo>
                    <a:pt x="7377211" y="3116972"/>
                  </a:lnTo>
                  <a:lnTo>
                    <a:pt x="7376355" y="3116972"/>
                  </a:lnTo>
                  <a:lnTo>
                    <a:pt x="7375500" y="3116972"/>
                  </a:lnTo>
                  <a:lnTo>
                    <a:pt x="7374644" y="3116972"/>
                  </a:lnTo>
                  <a:lnTo>
                    <a:pt x="7373788" y="3116972"/>
                  </a:lnTo>
                  <a:lnTo>
                    <a:pt x="7372933" y="3116972"/>
                  </a:lnTo>
                  <a:lnTo>
                    <a:pt x="7372077" y="3116972"/>
                  </a:lnTo>
                  <a:lnTo>
                    <a:pt x="7371222" y="3116972"/>
                  </a:lnTo>
                  <a:lnTo>
                    <a:pt x="7370366" y="3116972"/>
                  </a:lnTo>
                  <a:lnTo>
                    <a:pt x="7369511" y="3116972"/>
                  </a:lnTo>
                  <a:lnTo>
                    <a:pt x="7368655" y="3116972"/>
                  </a:lnTo>
                  <a:lnTo>
                    <a:pt x="7367800" y="3116972"/>
                  </a:lnTo>
                  <a:lnTo>
                    <a:pt x="7366944" y="3116972"/>
                  </a:lnTo>
                  <a:lnTo>
                    <a:pt x="7366089" y="3116972"/>
                  </a:lnTo>
                  <a:lnTo>
                    <a:pt x="7365233" y="3116972"/>
                  </a:lnTo>
                  <a:lnTo>
                    <a:pt x="7364378" y="3116972"/>
                  </a:lnTo>
                  <a:lnTo>
                    <a:pt x="7363522" y="3116972"/>
                  </a:lnTo>
                  <a:lnTo>
                    <a:pt x="7362667" y="3116972"/>
                  </a:lnTo>
                  <a:lnTo>
                    <a:pt x="7361811" y="3116972"/>
                  </a:lnTo>
                  <a:lnTo>
                    <a:pt x="7360956" y="3116972"/>
                  </a:lnTo>
                  <a:lnTo>
                    <a:pt x="7360100" y="3116972"/>
                  </a:lnTo>
                  <a:lnTo>
                    <a:pt x="7359244" y="3116972"/>
                  </a:lnTo>
                  <a:lnTo>
                    <a:pt x="7358389" y="3116972"/>
                  </a:lnTo>
                  <a:lnTo>
                    <a:pt x="7357533" y="3116972"/>
                  </a:lnTo>
                  <a:lnTo>
                    <a:pt x="7356678" y="3116972"/>
                  </a:lnTo>
                  <a:lnTo>
                    <a:pt x="7355822" y="3116972"/>
                  </a:lnTo>
                  <a:lnTo>
                    <a:pt x="7354967" y="3116972"/>
                  </a:lnTo>
                  <a:lnTo>
                    <a:pt x="7354111" y="3116972"/>
                  </a:lnTo>
                  <a:lnTo>
                    <a:pt x="7353256" y="3116972"/>
                  </a:lnTo>
                  <a:lnTo>
                    <a:pt x="7352400" y="3116972"/>
                  </a:lnTo>
                  <a:lnTo>
                    <a:pt x="7351545" y="3116972"/>
                  </a:lnTo>
                  <a:lnTo>
                    <a:pt x="7350689" y="3116972"/>
                  </a:lnTo>
                  <a:lnTo>
                    <a:pt x="7349834" y="3116972"/>
                  </a:lnTo>
                  <a:lnTo>
                    <a:pt x="7348978" y="3116972"/>
                  </a:lnTo>
                  <a:lnTo>
                    <a:pt x="7348123" y="3116972"/>
                  </a:lnTo>
                  <a:lnTo>
                    <a:pt x="7347267" y="3116972"/>
                  </a:lnTo>
                  <a:lnTo>
                    <a:pt x="7346412" y="3116972"/>
                  </a:lnTo>
                  <a:lnTo>
                    <a:pt x="7345556" y="3116972"/>
                  </a:lnTo>
                  <a:lnTo>
                    <a:pt x="7344701" y="3116972"/>
                  </a:lnTo>
                  <a:lnTo>
                    <a:pt x="7343845" y="3116972"/>
                  </a:lnTo>
                  <a:lnTo>
                    <a:pt x="7342989" y="3116972"/>
                  </a:lnTo>
                  <a:lnTo>
                    <a:pt x="7342134" y="3116972"/>
                  </a:lnTo>
                  <a:lnTo>
                    <a:pt x="7341278" y="3116972"/>
                  </a:lnTo>
                  <a:lnTo>
                    <a:pt x="7340423" y="3116972"/>
                  </a:lnTo>
                  <a:lnTo>
                    <a:pt x="7339567" y="3116972"/>
                  </a:lnTo>
                  <a:lnTo>
                    <a:pt x="7338712" y="3116972"/>
                  </a:lnTo>
                  <a:lnTo>
                    <a:pt x="7337856" y="3116972"/>
                  </a:lnTo>
                  <a:lnTo>
                    <a:pt x="7337001" y="3116972"/>
                  </a:lnTo>
                  <a:lnTo>
                    <a:pt x="7336145" y="3116972"/>
                  </a:lnTo>
                  <a:lnTo>
                    <a:pt x="7335290" y="3116972"/>
                  </a:lnTo>
                  <a:lnTo>
                    <a:pt x="7334434" y="3116972"/>
                  </a:lnTo>
                  <a:lnTo>
                    <a:pt x="7333579" y="3116972"/>
                  </a:lnTo>
                  <a:lnTo>
                    <a:pt x="7332723" y="3116972"/>
                  </a:lnTo>
                  <a:lnTo>
                    <a:pt x="7331868" y="3116972"/>
                  </a:lnTo>
                  <a:lnTo>
                    <a:pt x="7331012" y="3116972"/>
                  </a:lnTo>
                  <a:lnTo>
                    <a:pt x="7330157" y="3116972"/>
                  </a:lnTo>
                  <a:lnTo>
                    <a:pt x="7329301" y="3116972"/>
                  </a:lnTo>
                  <a:lnTo>
                    <a:pt x="7328446" y="3116972"/>
                  </a:lnTo>
                  <a:lnTo>
                    <a:pt x="7327590" y="3116972"/>
                  </a:lnTo>
                  <a:lnTo>
                    <a:pt x="7326734" y="3116972"/>
                  </a:lnTo>
                  <a:lnTo>
                    <a:pt x="7325879" y="3116972"/>
                  </a:lnTo>
                  <a:lnTo>
                    <a:pt x="7325023" y="3116972"/>
                  </a:lnTo>
                  <a:lnTo>
                    <a:pt x="7324168" y="3116972"/>
                  </a:lnTo>
                  <a:lnTo>
                    <a:pt x="7323312" y="3116972"/>
                  </a:lnTo>
                  <a:lnTo>
                    <a:pt x="7322457" y="3116972"/>
                  </a:lnTo>
                  <a:lnTo>
                    <a:pt x="7321601" y="3116972"/>
                  </a:lnTo>
                  <a:lnTo>
                    <a:pt x="7320746" y="3116972"/>
                  </a:lnTo>
                  <a:lnTo>
                    <a:pt x="7319890" y="3116972"/>
                  </a:lnTo>
                  <a:lnTo>
                    <a:pt x="7319035" y="3116972"/>
                  </a:lnTo>
                  <a:lnTo>
                    <a:pt x="7318179" y="3116972"/>
                  </a:lnTo>
                  <a:lnTo>
                    <a:pt x="7317324" y="3116972"/>
                  </a:lnTo>
                  <a:lnTo>
                    <a:pt x="7316468" y="3116972"/>
                  </a:lnTo>
                  <a:lnTo>
                    <a:pt x="7315613" y="3116972"/>
                  </a:lnTo>
                  <a:lnTo>
                    <a:pt x="7314757" y="3116972"/>
                  </a:lnTo>
                  <a:lnTo>
                    <a:pt x="7313902" y="3116972"/>
                  </a:lnTo>
                  <a:lnTo>
                    <a:pt x="7313046" y="3116972"/>
                  </a:lnTo>
                  <a:lnTo>
                    <a:pt x="7312190" y="3116972"/>
                  </a:lnTo>
                  <a:lnTo>
                    <a:pt x="7311335" y="3116972"/>
                  </a:lnTo>
                  <a:lnTo>
                    <a:pt x="7310479" y="3116972"/>
                  </a:lnTo>
                  <a:lnTo>
                    <a:pt x="7309624" y="3116972"/>
                  </a:lnTo>
                  <a:lnTo>
                    <a:pt x="7308768" y="3116972"/>
                  </a:lnTo>
                  <a:lnTo>
                    <a:pt x="7307913" y="3116972"/>
                  </a:lnTo>
                  <a:lnTo>
                    <a:pt x="7307057" y="3116972"/>
                  </a:lnTo>
                  <a:lnTo>
                    <a:pt x="7306202" y="3116972"/>
                  </a:lnTo>
                  <a:lnTo>
                    <a:pt x="7305346" y="3116972"/>
                  </a:lnTo>
                  <a:lnTo>
                    <a:pt x="7304491" y="3116972"/>
                  </a:lnTo>
                  <a:lnTo>
                    <a:pt x="7303635" y="3116972"/>
                  </a:lnTo>
                  <a:lnTo>
                    <a:pt x="7302780" y="3116972"/>
                  </a:lnTo>
                  <a:lnTo>
                    <a:pt x="7301924" y="3116972"/>
                  </a:lnTo>
                  <a:lnTo>
                    <a:pt x="7301069" y="3116972"/>
                  </a:lnTo>
                  <a:lnTo>
                    <a:pt x="7300213" y="3116972"/>
                  </a:lnTo>
                  <a:lnTo>
                    <a:pt x="7299358" y="3116972"/>
                  </a:lnTo>
                  <a:lnTo>
                    <a:pt x="7298502" y="3116972"/>
                  </a:lnTo>
                  <a:lnTo>
                    <a:pt x="7297647" y="3116972"/>
                  </a:lnTo>
                  <a:lnTo>
                    <a:pt x="7296791" y="3116972"/>
                  </a:lnTo>
                  <a:lnTo>
                    <a:pt x="7295935" y="3116972"/>
                  </a:lnTo>
                  <a:lnTo>
                    <a:pt x="7295080" y="3116972"/>
                  </a:lnTo>
                  <a:lnTo>
                    <a:pt x="7294224" y="3116972"/>
                  </a:lnTo>
                  <a:lnTo>
                    <a:pt x="7293369" y="3116972"/>
                  </a:lnTo>
                  <a:lnTo>
                    <a:pt x="7292513" y="3116972"/>
                  </a:lnTo>
                  <a:lnTo>
                    <a:pt x="7291658" y="3116972"/>
                  </a:lnTo>
                  <a:lnTo>
                    <a:pt x="7290802" y="3116972"/>
                  </a:lnTo>
                  <a:lnTo>
                    <a:pt x="7289947" y="3116972"/>
                  </a:lnTo>
                  <a:lnTo>
                    <a:pt x="7289091" y="3116972"/>
                  </a:lnTo>
                  <a:lnTo>
                    <a:pt x="7288236" y="3116972"/>
                  </a:lnTo>
                  <a:lnTo>
                    <a:pt x="7287380" y="3116972"/>
                  </a:lnTo>
                  <a:lnTo>
                    <a:pt x="7286525" y="3116972"/>
                  </a:lnTo>
                  <a:lnTo>
                    <a:pt x="7285669" y="3116972"/>
                  </a:lnTo>
                  <a:lnTo>
                    <a:pt x="7284814" y="3116972"/>
                  </a:lnTo>
                  <a:lnTo>
                    <a:pt x="7283958" y="3116972"/>
                  </a:lnTo>
                  <a:lnTo>
                    <a:pt x="7283103" y="3116972"/>
                  </a:lnTo>
                  <a:lnTo>
                    <a:pt x="7282247" y="3116972"/>
                  </a:lnTo>
                  <a:lnTo>
                    <a:pt x="7281392" y="3116972"/>
                  </a:lnTo>
                  <a:lnTo>
                    <a:pt x="7280536" y="3116972"/>
                  </a:lnTo>
                  <a:lnTo>
                    <a:pt x="7279680" y="3116972"/>
                  </a:lnTo>
                  <a:lnTo>
                    <a:pt x="7278825" y="3116972"/>
                  </a:lnTo>
                  <a:lnTo>
                    <a:pt x="7277969" y="3116972"/>
                  </a:lnTo>
                  <a:lnTo>
                    <a:pt x="7277114" y="3116972"/>
                  </a:lnTo>
                  <a:lnTo>
                    <a:pt x="7276258" y="3116972"/>
                  </a:lnTo>
                  <a:lnTo>
                    <a:pt x="7275403" y="3116972"/>
                  </a:lnTo>
                  <a:lnTo>
                    <a:pt x="7274547" y="3116972"/>
                  </a:lnTo>
                  <a:lnTo>
                    <a:pt x="7273692" y="3116972"/>
                  </a:lnTo>
                  <a:lnTo>
                    <a:pt x="7272836" y="3116972"/>
                  </a:lnTo>
                  <a:lnTo>
                    <a:pt x="7271981" y="3116972"/>
                  </a:lnTo>
                  <a:lnTo>
                    <a:pt x="7271125" y="3116972"/>
                  </a:lnTo>
                  <a:lnTo>
                    <a:pt x="7270270" y="3116972"/>
                  </a:lnTo>
                  <a:lnTo>
                    <a:pt x="7269414" y="3116972"/>
                  </a:lnTo>
                  <a:lnTo>
                    <a:pt x="7268559" y="3116972"/>
                  </a:lnTo>
                  <a:lnTo>
                    <a:pt x="7267703" y="3116972"/>
                  </a:lnTo>
                  <a:lnTo>
                    <a:pt x="7266848" y="3116972"/>
                  </a:lnTo>
                  <a:lnTo>
                    <a:pt x="7265992" y="3116972"/>
                  </a:lnTo>
                  <a:lnTo>
                    <a:pt x="7265137" y="3116972"/>
                  </a:lnTo>
                  <a:lnTo>
                    <a:pt x="7264281" y="3116972"/>
                  </a:lnTo>
                  <a:lnTo>
                    <a:pt x="7263425" y="3116972"/>
                  </a:lnTo>
                  <a:lnTo>
                    <a:pt x="7262570" y="3116972"/>
                  </a:lnTo>
                  <a:lnTo>
                    <a:pt x="7261714" y="3116972"/>
                  </a:lnTo>
                  <a:lnTo>
                    <a:pt x="7260859" y="3116972"/>
                  </a:lnTo>
                  <a:lnTo>
                    <a:pt x="7260003" y="3116972"/>
                  </a:lnTo>
                  <a:lnTo>
                    <a:pt x="7259148" y="3116972"/>
                  </a:lnTo>
                  <a:lnTo>
                    <a:pt x="7258292" y="3116972"/>
                  </a:lnTo>
                  <a:lnTo>
                    <a:pt x="7257437" y="3116972"/>
                  </a:lnTo>
                  <a:lnTo>
                    <a:pt x="7256581" y="3116972"/>
                  </a:lnTo>
                  <a:lnTo>
                    <a:pt x="7255726" y="3116972"/>
                  </a:lnTo>
                  <a:lnTo>
                    <a:pt x="7254870" y="3116972"/>
                  </a:lnTo>
                  <a:lnTo>
                    <a:pt x="7254015" y="3116972"/>
                  </a:lnTo>
                  <a:lnTo>
                    <a:pt x="7253159" y="3116972"/>
                  </a:lnTo>
                  <a:lnTo>
                    <a:pt x="7252304" y="3116972"/>
                  </a:lnTo>
                  <a:lnTo>
                    <a:pt x="7251448" y="3116972"/>
                  </a:lnTo>
                  <a:lnTo>
                    <a:pt x="7250593" y="3116972"/>
                  </a:lnTo>
                  <a:lnTo>
                    <a:pt x="7249737" y="3116972"/>
                  </a:lnTo>
                  <a:lnTo>
                    <a:pt x="7248881" y="3116972"/>
                  </a:lnTo>
                  <a:lnTo>
                    <a:pt x="7248026" y="3116972"/>
                  </a:lnTo>
                  <a:lnTo>
                    <a:pt x="7247170" y="3116972"/>
                  </a:lnTo>
                  <a:lnTo>
                    <a:pt x="7246315" y="3116972"/>
                  </a:lnTo>
                  <a:lnTo>
                    <a:pt x="7245459" y="3116972"/>
                  </a:lnTo>
                  <a:lnTo>
                    <a:pt x="7244604" y="3116972"/>
                  </a:lnTo>
                  <a:lnTo>
                    <a:pt x="7243748" y="3116972"/>
                  </a:lnTo>
                  <a:lnTo>
                    <a:pt x="7242893" y="3116972"/>
                  </a:lnTo>
                  <a:lnTo>
                    <a:pt x="7242037" y="3116972"/>
                  </a:lnTo>
                  <a:lnTo>
                    <a:pt x="7241182" y="3116972"/>
                  </a:lnTo>
                  <a:lnTo>
                    <a:pt x="7240326" y="3116972"/>
                  </a:lnTo>
                  <a:lnTo>
                    <a:pt x="7239471" y="3116972"/>
                  </a:lnTo>
                  <a:lnTo>
                    <a:pt x="7238615" y="3116972"/>
                  </a:lnTo>
                  <a:lnTo>
                    <a:pt x="7237760" y="3116972"/>
                  </a:lnTo>
                  <a:lnTo>
                    <a:pt x="7236904" y="3116972"/>
                  </a:lnTo>
                  <a:lnTo>
                    <a:pt x="7236049" y="3116972"/>
                  </a:lnTo>
                  <a:lnTo>
                    <a:pt x="7235193" y="3116972"/>
                  </a:lnTo>
                  <a:lnTo>
                    <a:pt x="7234338" y="3116972"/>
                  </a:lnTo>
                  <a:lnTo>
                    <a:pt x="7233482" y="3116972"/>
                  </a:lnTo>
                  <a:lnTo>
                    <a:pt x="7232626" y="3116972"/>
                  </a:lnTo>
                  <a:lnTo>
                    <a:pt x="7231771" y="3116972"/>
                  </a:lnTo>
                  <a:lnTo>
                    <a:pt x="7230915" y="3116972"/>
                  </a:lnTo>
                  <a:lnTo>
                    <a:pt x="7230060" y="3116972"/>
                  </a:lnTo>
                  <a:lnTo>
                    <a:pt x="7229204" y="3116972"/>
                  </a:lnTo>
                  <a:lnTo>
                    <a:pt x="7228349" y="3116972"/>
                  </a:lnTo>
                  <a:lnTo>
                    <a:pt x="7227493" y="3116972"/>
                  </a:lnTo>
                  <a:lnTo>
                    <a:pt x="7226638" y="3116972"/>
                  </a:lnTo>
                  <a:lnTo>
                    <a:pt x="7225782" y="3116972"/>
                  </a:lnTo>
                  <a:lnTo>
                    <a:pt x="7224927" y="3116972"/>
                  </a:lnTo>
                  <a:lnTo>
                    <a:pt x="7224071" y="3116972"/>
                  </a:lnTo>
                  <a:lnTo>
                    <a:pt x="7223216" y="3116972"/>
                  </a:lnTo>
                  <a:lnTo>
                    <a:pt x="7222360" y="3116972"/>
                  </a:lnTo>
                  <a:lnTo>
                    <a:pt x="7221505" y="3116972"/>
                  </a:lnTo>
                  <a:lnTo>
                    <a:pt x="7220649" y="3116972"/>
                  </a:lnTo>
                  <a:lnTo>
                    <a:pt x="7219794" y="3116972"/>
                  </a:lnTo>
                  <a:lnTo>
                    <a:pt x="7218938" y="3116972"/>
                  </a:lnTo>
                  <a:lnTo>
                    <a:pt x="7218083" y="3116972"/>
                  </a:lnTo>
                  <a:lnTo>
                    <a:pt x="7217227" y="3116972"/>
                  </a:lnTo>
                  <a:lnTo>
                    <a:pt x="7216371" y="3116972"/>
                  </a:lnTo>
                  <a:lnTo>
                    <a:pt x="7215516" y="3116972"/>
                  </a:lnTo>
                  <a:lnTo>
                    <a:pt x="7214660" y="3116972"/>
                  </a:lnTo>
                  <a:lnTo>
                    <a:pt x="7213805" y="3116972"/>
                  </a:lnTo>
                  <a:lnTo>
                    <a:pt x="7212949" y="3116972"/>
                  </a:lnTo>
                  <a:lnTo>
                    <a:pt x="7212094" y="3116972"/>
                  </a:lnTo>
                  <a:lnTo>
                    <a:pt x="7211238" y="3116972"/>
                  </a:lnTo>
                  <a:lnTo>
                    <a:pt x="7210383" y="3116972"/>
                  </a:lnTo>
                  <a:lnTo>
                    <a:pt x="7209527" y="3116972"/>
                  </a:lnTo>
                  <a:lnTo>
                    <a:pt x="7208672" y="3116972"/>
                  </a:lnTo>
                  <a:lnTo>
                    <a:pt x="7207816" y="3116972"/>
                  </a:lnTo>
                  <a:lnTo>
                    <a:pt x="7206961" y="3116972"/>
                  </a:lnTo>
                  <a:lnTo>
                    <a:pt x="7206105" y="3116972"/>
                  </a:lnTo>
                  <a:lnTo>
                    <a:pt x="7205250" y="3116972"/>
                  </a:lnTo>
                  <a:lnTo>
                    <a:pt x="7204394" y="3116972"/>
                  </a:lnTo>
                  <a:lnTo>
                    <a:pt x="7203539" y="3116972"/>
                  </a:lnTo>
                  <a:lnTo>
                    <a:pt x="7202683" y="3116972"/>
                  </a:lnTo>
                  <a:lnTo>
                    <a:pt x="7201827" y="3116972"/>
                  </a:lnTo>
                  <a:lnTo>
                    <a:pt x="7200972" y="3116972"/>
                  </a:lnTo>
                  <a:lnTo>
                    <a:pt x="7200116" y="3116972"/>
                  </a:lnTo>
                  <a:lnTo>
                    <a:pt x="7199261" y="3116972"/>
                  </a:lnTo>
                  <a:lnTo>
                    <a:pt x="7198405" y="3116972"/>
                  </a:lnTo>
                  <a:lnTo>
                    <a:pt x="7197550" y="3116972"/>
                  </a:lnTo>
                  <a:lnTo>
                    <a:pt x="7196694" y="3116972"/>
                  </a:lnTo>
                  <a:lnTo>
                    <a:pt x="7195839" y="3116972"/>
                  </a:lnTo>
                  <a:lnTo>
                    <a:pt x="7194983" y="3116972"/>
                  </a:lnTo>
                  <a:lnTo>
                    <a:pt x="7194128" y="3116972"/>
                  </a:lnTo>
                  <a:lnTo>
                    <a:pt x="7193272" y="3116972"/>
                  </a:lnTo>
                  <a:lnTo>
                    <a:pt x="7192417" y="3116972"/>
                  </a:lnTo>
                  <a:lnTo>
                    <a:pt x="7191561" y="3116972"/>
                  </a:lnTo>
                  <a:lnTo>
                    <a:pt x="7190706" y="3116972"/>
                  </a:lnTo>
                  <a:lnTo>
                    <a:pt x="7189850" y="3116972"/>
                  </a:lnTo>
                  <a:lnTo>
                    <a:pt x="7188995" y="3116972"/>
                  </a:lnTo>
                  <a:lnTo>
                    <a:pt x="7188139" y="3116972"/>
                  </a:lnTo>
                  <a:lnTo>
                    <a:pt x="7187284" y="3116972"/>
                  </a:lnTo>
                  <a:lnTo>
                    <a:pt x="7186428" y="3116972"/>
                  </a:lnTo>
                  <a:lnTo>
                    <a:pt x="7185572" y="3116972"/>
                  </a:lnTo>
                  <a:lnTo>
                    <a:pt x="7184717" y="3116972"/>
                  </a:lnTo>
                  <a:lnTo>
                    <a:pt x="7183861" y="3116972"/>
                  </a:lnTo>
                  <a:lnTo>
                    <a:pt x="7183006" y="3116972"/>
                  </a:lnTo>
                  <a:lnTo>
                    <a:pt x="7182150" y="3116972"/>
                  </a:lnTo>
                  <a:lnTo>
                    <a:pt x="7181295" y="3116972"/>
                  </a:lnTo>
                  <a:lnTo>
                    <a:pt x="7180439" y="3116972"/>
                  </a:lnTo>
                  <a:lnTo>
                    <a:pt x="7179584" y="3116972"/>
                  </a:lnTo>
                  <a:lnTo>
                    <a:pt x="7178728" y="3116972"/>
                  </a:lnTo>
                  <a:lnTo>
                    <a:pt x="7177873" y="3116972"/>
                  </a:lnTo>
                  <a:lnTo>
                    <a:pt x="7177017" y="3116972"/>
                  </a:lnTo>
                  <a:lnTo>
                    <a:pt x="7176162" y="3116972"/>
                  </a:lnTo>
                  <a:lnTo>
                    <a:pt x="7175306" y="3116972"/>
                  </a:lnTo>
                  <a:lnTo>
                    <a:pt x="7174451" y="3116972"/>
                  </a:lnTo>
                  <a:lnTo>
                    <a:pt x="7173595" y="3116972"/>
                  </a:lnTo>
                  <a:lnTo>
                    <a:pt x="7172740" y="3116972"/>
                  </a:lnTo>
                  <a:lnTo>
                    <a:pt x="7171884" y="3116972"/>
                  </a:lnTo>
                  <a:lnTo>
                    <a:pt x="7171029" y="3116972"/>
                  </a:lnTo>
                  <a:lnTo>
                    <a:pt x="7170173" y="3116972"/>
                  </a:lnTo>
                  <a:lnTo>
                    <a:pt x="7169317" y="3116972"/>
                  </a:lnTo>
                  <a:lnTo>
                    <a:pt x="7168462" y="3116972"/>
                  </a:lnTo>
                  <a:lnTo>
                    <a:pt x="7167606" y="3116972"/>
                  </a:lnTo>
                  <a:lnTo>
                    <a:pt x="7166751" y="3116972"/>
                  </a:lnTo>
                  <a:lnTo>
                    <a:pt x="7165895" y="3116972"/>
                  </a:lnTo>
                  <a:lnTo>
                    <a:pt x="7165040" y="3116972"/>
                  </a:lnTo>
                  <a:lnTo>
                    <a:pt x="7164184" y="3116972"/>
                  </a:lnTo>
                  <a:lnTo>
                    <a:pt x="7163329" y="3116972"/>
                  </a:lnTo>
                  <a:lnTo>
                    <a:pt x="7162473" y="3116972"/>
                  </a:lnTo>
                  <a:lnTo>
                    <a:pt x="7161618" y="3116972"/>
                  </a:lnTo>
                  <a:lnTo>
                    <a:pt x="7160762" y="3116972"/>
                  </a:lnTo>
                  <a:lnTo>
                    <a:pt x="7159907" y="3116972"/>
                  </a:lnTo>
                  <a:lnTo>
                    <a:pt x="7159051" y="3116972"/>
                  </a:lnTo>
                  <a:lnTo>
                    <a:pt x="7158196" y="3116972"/>
                  </a:lnTo>
                  <a:lnTo>
                    <a:pt x="7157340" y="3116972"/>
                  </a:lnTo>
                  <a:lnTo>
                    <a:pt x="7156485" y="3116972"/>
                  </a:lnTo>
                  <a:lnTo>
                    <a:pt x="7155629" y="3116972"/>
                  </a:lnTo>
                  <a:lnTo>
                    <a:pt x="7154773" y="3116972"/>
                  </a:lnTo>
                  <a:lnTo>
                    <a:pt x="7153918" y="3116972"/>
                  </a:lnTo>
                  <a:lnTo>
                    <a:pt x="7153062" y="3116972"/>
                  </a:lnTo>
                  <a:lnTo>
                    <a:pt x="7152207" y="3116972"/>
                  </a:lnTo>
                  <a:lnTo>
                    <a:pt x="7151351" y="3116972"/>
                  </a:lnTo>
                  <a:lnTo>
                    <a:pt x="7150496" y="3116972"/>
                  </a:lnTo>
                  <a:lnTo>
                    <a:pt x="7149640" y="3116972"/>
                  </a:lnTo>
                  <a:lnTo>
                    <a:pt x="7148785" y="3116972"/>
                  </a:lnTo>
                  <a:lnTo>
                    <a:pt x="7147929" y="3116972"/>
                  </a:lnTo>
                  <a:lnTo>
                    <a:pt x="7147074" y="3116972"/>
                  </a:lnTo>
                  <a:lnTo>
                    <a:pt x="7146218" y="3116972"/>
                  </a:lnTo>
                  <a:lnTo>
                    <a:pt x="7145363" y="3116972"/>
                  </a:lnTo>
                  <a:lnTo>
                    <a:pt x="7144507" y="3116972"/>
                  </a:lnTo>
                  <a:lnTo>
                    <a:pt x="7143652" y="3116972"/>
                  </a:lnTo>
                  <a:lnTo>
                    <a:pt x="7142796" y="3116972"/>
                  </a:lnTo>
                  <a:lnTo>
                    <a:pt x="7141941" y="3116972"/>
                  </a:lnTo>
                  <a:lnTo>
                    <a:pt x="7141085" y="3116972"/>
                  </a:lnTo>
                  <a:lnTo>
                    <a:pt x="7140230" y="3116972"/>
                  </a:lnTo>
                  <a:lnTo>
                    <a:pt x="7139374" y="3116972"/>
                  </a:lnTo>
                  <a:lnTo>
                    <a:pt x="7138518" y="3116972"/>
                  </a:lnTo>
                  <a:lnTo>
                    <a:pt x="7137663" y="3116972"/>
                  </a:lnTo>
                  <a:lnTo>
                    <a:pt x="7136807" y="3116972"/>
                  </a:lnTo>
                  <a:lnTo>
                    <a:pt x="7135952" y="3116972"/>
                  </a:lnTo>
                  <a:lnTo>
                    <a:pt x="7135096" y="3116972"/>
                  </a:lnTo>
                  <a:lnTo>
                    <a:pt x="7134241" y="3116972"/>
                  </a:lnTo>
                  <a:lnTo>
                    <a:pt x="7133385" y="3116972"/>
                  </a:lnTo>
                  <a:lnTo>
                    <a:pt x="7132530" y="3116972"/>
                  </a:lnTo>
                  <a:lnTo>
                    <a:pt x="7131674" y="3116972"/>
                  </a:lnTo>
                  <a:lnTo>
                    <a:pt x="7130819" y="3116972"/>
                  </a:lnTo>
                  <a:lnTo>
                    <a:pt x="7129963" y="3116972"/>
                  </a:lnTo>
                  <a:lnTo>
                    <a:pt x="7129108" y="3116972"/>
                  </a:lnTo>
                  <a:lnTo>
                    <a:pt x="7128252" y="3116972"/>
                  </a:lnTo>
                  <a:lnTo>
                    <a:pt x="7127397" y="3116972"/>
                  </a:lnTo>
                  <a:lnTo>
                    <a:pt x="7126541" y="3116972"/>
                  </a:lnTo>
                  <a:lnTo>
                    <a:pt x="7125686" y="3116972"/>
                  </a:lnTo>
                  <a:lnTo>
                    <a:pt x="7124830" y="3116972"/>
                  </a:lnTo>
                  <a:lnTo>
                    <a:pt x="7123975" y="3116972"/>
                  </a:lnTo>
                  <a:lnTo>
                    <a:pt x="7123119" y="3116972"/>
                  </a:lnTo>
                  <a:lnTo>
                    <a:pt x="7122263" y="3116972"/>
                  </a:lnTo>
                  <a:lnTo>
                    <a:pt x="7121408" y="3116972"/>
                  </a:lnTo>
                  <a:lnTo>
                    <a:pt x="7120552" y="3116972"/>
                  </a:lnTo>
                  <a:lnTo>
                    <a:pt x="7119697" y="3116972"/>
                  </a:lnTo>
                  <a:lnTo>
                    <a:pt x="7118841" y="3116972"/>
                  </a:lnTo>
                  <a:lnTo>
                    <a:pt x="7117986" y="3116972"/>
                  </a:lnTo>
                  <a:lnTo>
                    <a:pt x="7117130" y="3116972"/>
                  </a:lnTo>
                  <a:lnTo>
                    <a:pt x="7116275" y="3116972"/>
                  </a:lnTo>
                  <a:lnTo>
                    <a:pt x="7115419" y="3116972"/>
                  </a:lnTo>
                  <a:lnTo>
                    <a:pt x="7114564" y="3116972"/>
                  </a:lnTo>
                  <a:lnTo>
                    <a:pt x="7113708" y="3116972"/>
                  </a:lnTo>
                  <a:lnTo>
                    <a:pt x="7112853" y="3116972"/>
                  </a:lnTo>
                  <a:lnTo>
                    <a:pt x="7111997" y="3116972"/>
                  </a:lnTo>
                  <a:lnTo>
                    <a:pt x="7111142" y="3116972"/>
                  </a:lnTo>
                  <a:lnTo>
                    <a:pt x="7110286" y="3116972"/>
                  </a:lnTo>
                  <a:lnTo>
                    <a:pt x="7109431" y="3116972"/>
                  </a:lnTo>
                  <a:lnTo>
                    <a:pt x="7108575" y="3116972"/>
                  </a:lnTo>
                  <a:lnTo>
                    <a:pt x="7107719" y="3116972"/>
                  </a:lnTo>
                  <a:lnTo>
                    <a:pt x="7106864" y="3116972"/>
                  </a:lnTo>
                  <a:lnTo>
                    <a:pt x="7106008" y="3116972"/>
                  </a:lnTo>
                  <a:lnTo>
                    <a:pt x="7105153" y="3116972"/>
                  </a:lnTo>
                  <a:lnTo>
                    <a:pt x="7104297" y="3116972"/>
                  </a:lnTo>
                  <a:lnTo>
                    <a:pt x="7103442" y="3116972"/>
                  </a:lnTo>
                  <a:lnTo>
                    <a:pt x="7102586" y="3116972"/>
                  </a:lnTo>
                  <a:lnTo>
                    <a:pt x="7101731" y="3116972"/>
                  </a:lnTo>
                  <a:lnTo>
                    <a:pt x="7100875" y="3116972"/>
                  </a:lnTo>
                  <a:lnTo>
                    <a:pt x="7100020" y="3116972"/>
                  </a:lnTo>
                  <a:lnTo>
                    <a:pt x="7099164" y="3116972"/>
                  </a:lnTo>
                  <a:lnTo>
                    <a:pt x="7098309" y="3116972"/>
                  </a:lnTo>
                  <a:lnTo>
                    <a:pt x="7097453" y="3116972"/>
                  </a:lnTo>
                  <a:lnTo>
                    <a:pt x="7096598" y="3116972"/>
                  </a:lnTo>
                  <a:lnTo>
                    <a:pt x="7095742" y="3116972"/>
                  </a:lnTo>
                  <a:lnTo>
                    <a:pt x="7094887" y="3116972"/>
                  </a:lnTo>
                  <a:lnTo>
                    <a:pt x="7094031" y="3116972"/>
                  </a:lnTo>
                  <a:lnTo>
                    <a:pt x="7093176" y="3116972"/>
                  </a:lnTo>
                  <a:lnTo>
                    <a:pt x="7092320" y="3116972"/>
                  </a:lnTo>
                  <a:lnTo>
                    <a:pt x="7091464" y="3116972"/>
                  </a:lnTo>
                  <a:lnTo>
                    <a:pt x="7090609" y="3116972"/>
                  </a:lnTo>
                  <a:lnTo>
                    <a:pt x="7089753" y="3116972"/>
                  </a:lnTo>
                  <a:lnTo>
                    <a:pt x="7088898" y="3116972"/>
                  </a:lnTo>
                  <a:lnTo>
                    <a:pt x="7088042" y="3116972"/>
                  </a:lnTo>
                  <a:lnTo>
                    <a:pt x="7087187" y="3116972"/>
                  </a:lnTo>
                  <a:lnTo>
                    <a:pt x="7086331" y="3116972"/>
                  </a:lnTo>
                  <a:lnTo>
                    <a:pt x="7085476" y="3116972"/>
                  </a:lnTo>
                  <a:lnTo>
                    <a:pt x="7084620" y="3116972"/>
                  </a:lnTo>
                  <a:lnTo>
                    <a:pt x="7083765" y="3116972"/>
                  </a:lnTo>
                  <a:lnTo>
                    <a:pt x="7082909" y="3116972"/>
                  </a:lnTo>
                  <a:lnTo>
                    <a:pt x="7082054" y="3116972"/>
                  </a:lnTo>
                  <a:lnTo>
                    <a:pt x="7081198" y="3116972"/>
                  </a:lnTo>
                  <a:lnTo>
                    <a:pt x="7080343" y="3116972"/>
                  </a:lnTo>
                  <a:lnTo>
                    <a:pt x="7079487" y="3116972"/>
                  </a:lnTo>
                  <a:lnTo>
                    <a:pt x="7078632" y="3116972"/>
                  </a:lnTo>
                  <a:lnTo>
                    <a:pt x="7077776" y="3116972"/>
                  </a:lnTo>
                  <a:lnTo>
                    <a:pt x="7076921" y="3116972"/>
                  </a:lnTo>
                  <a:lnTo>
                    <a:pt x="7076065" y="3116972"/>
                  </a:lnTo>
                  <a:lnTo>
                    <a:pt x="7075209" y="3116972"/>
                  </a:lnTo>
                  <a:lnTo>
                    <a:pt x="7074354" y="3116972"/>
                  </a:lnTo>
                  <a:lnTo>
                    <a:pt x="7073498" y="3116972"/>
                  </a:lnTo>
                  <a:lnTo>
                    <a:pt x="7072643" y="3116972"/>
                  </a:lnTo>
                  <a:lnTo>
                    <a:pt x="7071787" y="3116972"/>
                  </a:lnTo>
                  <a:lnTo>
                    <a:pt x="7070932" y="3116972"/>
                  </a:lnTo>
                  <a:lnTo>
                    <a:pt x="7070076" y="3116972"/>
                  </a:lnTo>
                  <a:lnTo>
                    <a:pt x="7069221" y="3116972"/>
                  </a:lnTo>
                  <a:lnTo>
                    <a:pt x="7068365" y="3116972"/>
                  </a:lnTo>
                  <a:lnTo>
                    <a:pt x="7067510" y="3116972"/>
                  </a:lnTo>
                  <a:lnTo>
                    <a:pt x="7066654" y="3116972"/>
                  </a:lnTo>
                  <a:lnTo>
                    <a:pt x="7065799" y="3116972"/>
                  </a:lnTo>
                  <a:lnTo>
                    <a:pt x="7064943" y="3116972"/>
                  </a:lnTo>
                  <a:lnTo>
                    <a:pt x="7064088" y="3116972"/>
                  </a:lnTo>
                  <a:lnTo>
                    <a:pt x="7063232" y="3116972"/>
                  </a:lnTo>
                  <a:lnTo>
                    <a:pt x="7062377" y="3116972"/>
                  </a:lnTo>
                  <a:lnTo>
                    <a:pt x="7061521" y="3116972"/>
                  </a:lnTo>
                  <a:lnTo>
                    <a:pt x="7060666" y="3116972"/>
                  </a:lnTo>
                  <a:lnTo>
                    <a:pt x="7059810" y="3116972"/>
                  </a:lnTo>
                  <a:lnTo>
                    <a:pt x="7058954" y="3116972"/>
                  </a:lnTo>
                  <a:lnTo>
                    <a:pt x="7058099" y="3116972"/>
                  </a:lnTo>
                  <a:lnTo>
                    <a:pt x="7057243" y="3116972"/>
                  </a:lnTo>
                  <a:lnTo>
                    <a:pt x="7056388" y="3116972"/>
                  </a:lnTo>
                  <a:lnTo>
                    <a:pt x="7055532" y="3116972"/>
                  </a:lnTo>
                  <a:lnTo>
                    <a:pt x="7054677" y="3116972"/>
                  </a:lnTo>
                  <a:lnTo>
                    <a:pt x="7053821" y="3116972"/>
                  </a:lnTo>
                  <a:lnTo>
                    <a:pt x="7052966" y="3116972"/>
                  </a:lnTo>
                  <a:lnTo>
                    <a:pt x="7052110" y="3116972"/>
                  </a:lnTo>
                  <a:lnTo>
                    <a:pt x="7051255" y="3116972"/>
                  </a:lnTo>
                  <a:lnTo>
                    <a:pt x="7050399" y="3116972"/>
                  </a:lnTo>
                  <a:lnTo>
                    <a:pt x="7049544" y="3116972"/>
                  </a:lnTo>
                  <a:lnTo>
                    <a:pt x="7048688" y="3116972"/>
                  </a:lnTo>
                  <a:lnTo>
                    <a:pt x="7047833" y="3116972"/>
                  </a:lnTo>
                  <a:lnTo>
                    <a:pt x="7046977" y="3116972"/>
                  </a:lnTo>
                  <a:lnTo>
                    <a:pt x="7046122" y="3116972"/>
                  </a:lnTo>
                  <a:lnTo>
                    <a:pt x="7045266" y="3116972"/>
                  </a:lnTo>
                  <a:lnTo>
                    <a:pt x="7044410" y="3116972"/>
                  </a:lnTo>
                  <a:lnTo>
                    <a:pt x="7043555" y="3116972"/>
                  </a:lnTo>
                  <a:lnTo>
                    <a:pt x="7042699" y="3116972"/>
                  </a:lnTo>
                  <a:lnTo>
                    <a:pt x="7041844" y="3116972"/>
                  </a:lnTo>
                  <a:lnTo>
                    <a:pt x="7040988" y="3116972"/>
                  </a:lnTo>
                  <a:lnTo>
                    <a:pt x="7040133" y="3116972"/>
                  </a:lnTo>
                  <a:lnTo>
                    <a:pt x="7039277" y="3116972"/>
                  </a:lnTo>
                  <a:lnTo>
                    <a:pt x="7038422" y="3116972"/>
                  </a:lnTo>
                  <a:lnTo>
                    <a:pt x="7037566" y="3116972"/>
                  </a:lnTo>
                  <a:lnTo>
                    <a:pt x="7036711" y="3116972"/>
                  </a:lnTo>
                  <a:lnTo>
                    <a:pt x="7035855" y="3116972"/>
                  </a:lnTo>
                  <a:lnTo>
                    <a:pt x="7035000" y="3116972"/>
                  </a:lnTo>
                  <a:lnTo>
                    <a:pt x="7034144" y="3116972"/>
                  </a:lnTo>
                  <a:lnTo>
                    <a:pt x="7033289" y="3116972"/>
                  </a:lnTo>
                  <a:lnTo>
                    <a:pt x="7032433" y="3116972"/>
                  </a:lnTo>
                  <a:lnTo>
                    <a:pt x="7031578" y="3116972"/>
                  </a:lnTo>
                  <a:lnTo>
                    <a:pt x="7030722" y="3116972"/>
                  </a:lnTo>
                  <a:lnTo>
                    <a:pt x="7029867" y="3116972"/>
                  </a:lnTo>
                  <a:lnTo>
                    <a:pt x="7029011" y="3116972"/>
                  </a:lnTo>
                  <a:lnTo>
                    <a:pt x="7028155" y="3116972"/>
                  </a:lnTo>
                  <a:lnTo>
                    <a:pt x="7027300" y="3116972"/>
                  </a:lnTo>
                  <a:lnTo>
                    <a:pt x="7026444" y="3116972"/>
                  </a:lnTo>
                  <a:lnTo>
                    <a:pt x="7025589" y="3116972"/>
                  </a:lnTo>
                  <a:lnTo>
                    <a:pt x="7024733" y="3116972"/>
                  </a:lnTo>
                  <a:lnTo>
                    <a:pt x="7023878" y="3116972"/>
                  </a:lnTo>
                  <a:lnTo>
                    <a:pt x="7023022" y="3116972"/>
                  </a:lnTo>
                  <a:lnTo>
                    <a:pt x="7022167" y="3116972"/>
                  </a:lnTo>
                  <a:lnTo>
                    <a:pt x="7021311" y="3116972"/>
                  </a:lnTo>
                  <a:lnTo>
                    <a:pt x="7020456" y="3116972"/>
                  </a:lnTo>
                  <a:lnTo>
                    <a:pt x="7019600" y="3116972"/>
                  </a:lnTo>
                  <a:lnTo>
                    <a:pt x="7018745" y="3116972"/>
                  </a:lnTo>
                  <a:lnTo>
                    <a:pt x="7017889" y="3116972"/>
                  </a:lnTo>
                  <a:lnTo>
                    <a:pt x="7017034" y="3116972"/>
                  </a:lnTo>
                  <a:lnTo>
                    <a:pt x="7016178" y="3116972"/>
                  </a:lnTo>
                  <a:lnTo>
                    <a:pt x="7015323" y="3116972"/>
                  </a:lnTo>
                  <a:lnTo>
                    <a:pt x="7014467" y="3116972"/>
                  </a:lnTo>
                  <a:lnTo>
                    <a:pt x="7013612" y="3116972"/>
                  </a:lnTo>
                  <a:lnTo>
                    <a:pt x="7012756" y="3116972"/>
                  </a:lnTo>
                  <a:lnTo>
                    <a:pt x="7011900" y="3116972"/>
                  </a:lnTo>
                  <a:lnTo>
                    <a:pt x="7011045" y="3116972"/>
                  </a:lnTo>
                  <a:lnTo>
                    <a:pt x="7010189" y="3116972"/>
                  </a:lnTo>
                  <a:lnTo>
                    <a:pt x="7009334" y="3116972"/>
                  </a:lnTo>
                  <a:lnTo>
                    <a:pt x="7008478" y="3116972"/>
                  </a:lnTo>
                  <a:lnTo>
                    <a:pt x="7007623" y="3116972"/>
                  </a:lnTo>
                  <a:lnTo>
                    <a:pt x="7006767" y="3116972"/>
                  </a:lnTo>
                  <a:lnTo>
                    <a:pt x="7005912" y="3116972"/>
                  </a:lnTo>
                  <a:lnTo>
                    <a:pt x="7005056" y="3116972"/>
                  </a:lnTo>
                  <a:lnTo>
                    <a:pt x="7004201" y="3116972"/>
                  </a:lnTo>
                  <a:lnTo>
                    <a:pt x="7003345" y="3116972"/>
                  </a:lnTo>
                  <a:lnTo>
                    <a:pt x="7002490" y="3116972"/>
                  </a:lnTo>
                  <a:lnTo>
                    <a:pt x="7001634" y="3116972"/>
                  </a:lnTo>
                  <a:lnTo>
                    <a:pt x="7000779" y="3116972"/>
                  </a:lnTo>
                  <a:lnTo>
                    <a:pt x="6999923" y="3116972"/>
                  </a:lnTo>
                  <a:lnTo>
                    <a:pt x="6999068" y="3116972"/>
                  </a:lnTo>
                  <a:lnTo>
                    <a:pt x="6998212" y="3116972"/>
                  </a:lnTo>
                  <a:lnTo>
                    <a:pt x="6997356" y="3116972"/>
                  </a:lnTo>
                  <a:lnTo>
                    <a:pt x="6996501" y="3116972"/>
                  </a:lnTo>
                  <a:lnTo>
                    <a:pt x="6995645" y="3116972"/>
                  </a:lnTo>
                  <a:lnTo>
                    <a:pt x="6994790" y="3116972"/>
                  </a:lnTo>
                  <a:lnTo>
                    <a:pt x="6993934" y="3116972"/>
                  </a:lnTo>
                  <a:lnTo>
                    <a:pt x="6993079" y="3116972"/>
                  </a:lnTo>
                  <a:lnTo>
                    <a:pt x="6992223" y="3116972"/>
                  </a:lnTo>
                  <a:lnTo>
                    <a:pt x="6991368" y="3116972"/>
                  </a:lnTo>
                  <a:lnTo>
                    <a:pt x="6990512" y="3116972"/>
                  </a:lnTo>
                  <a:lnTo>
                    <a:pt x="6989657" y="3116972"/>
                  </a:lnTo>
                  <a:lnTo>
                    <a:pt x="6988801" y="3116972"/>
                  </a:lnTo>
                  <a:lnTo>
                    <a:pt x="6987946" y="3116972"/>
                  </a:lnTo>
                  <a:lnTo>
                    <a:pt x="6987090" y="3116972"/>
                  </a:lnTo>
                  <a:lnTo>
                    <a:pt x="6986235" y="3116972"/>
                  </a:lnTo>
                  <a:lnTo>
                    <a:pt x="6985379" y="3116972"/>
                  </a:lnTo>
                  <a:lnTo>
                    <a:pt x="6984524" y="3116972"/>
                  </a:lnTo>
                  <a:lnTo>
                    <a:pt x="6983668" y="3116972"/>
                  </a:lnTo>
                  <a:lnTo>
                    <a:pt x="6982813" y="3116972"/>
                  </a:lnTo>
                  <a:lnTo>
                    <a:pt x="6981957" y="3116972"/>
                  </a:lnTo>
                  <a:lnTo>
                    <a:pt x="6981101" y="3116972"/>
                  </a:lnTo>
                  <a:lnTo>
                    <a:pt x="6980246" y="3116972"/>
                  </a:lnTo>
                  <a:lnTo>
                    <a:pt x="6979390" y="3116972"/>
                  </a:lnTo>
                  <a:lnTo>
                    <a:pt x="6978535" y="3116972"/>
                  </a:lnTo>
                  <a:lnTo>
                    <a:pt x="6977679" y="3116972"/>
                  </a:lnTo>
                  <a:lnTo>
                    <a:pt x="6976824" y="3116972"/>
                  </a:lnTo>
                  <a:lnTo>
                    <a:pt x="6975968" y="3116972"/>
                  </a:lnTo>
                  <a:lnTo>
                    <a:pt x="6975113" y="3116972"/>
                  </a:lnTo>
                  <a:lnTo>
                    <a:pt x="6974257" y="3116972"/>
                  </a:lnTo>
                  <a:lnTo>
                    <a:pt x="6973402" y="3116972"/>
                  </a:lnTo>
                  <a:lnTo>
                    <a:pt x="6972546" y="3116972"/>
                  </a:lnTo>
                  <a:lnTo>
                    <a:pt x="6971691" y="3116972"/>
                  </a:lnTo>
                  <a:lnTo>
                    <a:pt x="6970835" y="3116972"/>
                  </a:lnTo>
                  <a:lnTo>
                    <a:pt x="6969980" y="3116972"/>
                  </a:lnTo>
                  <a:lnTo>
                    <a:pt x="6969124" y="3116972"/>
                  </a:lnTo>
                  <a:lnTo>
                    <a:pt x="6968269" y="3116972"/>
                  </a:lnTo>
                  <a:lnTo>
                    <a:pt x="6967413" y="3116972"/>
                  </a:lnTo>
                  <a:lnTo>
                    <a:pt x="6966558" y="3116972"/>
                  </a:lnTo>
                  <a:lnTo>
                    <a:pt x="6965702" y="3116972"/>
                  </a:lnTo>
                  <a:lnTo>
                    <a:pt x="6964846" y="3116972"/>
                  </a:lnTo>
                  <a:lnTo>
                    <a:pt x="6963991" y="3116972"/>
                  </a:lnTo>
                  <a:lnTo>
                    <a:pt x="6963135" y="3116972"/>
                  </a:lnTo>
                  <a:lnTo>
                    <a:pt x="6962280" y="3116972"/>
                  </a:lnTo>
                  <a:lnTo>
                    <a:pt x="6961424" y="3116972"/>
                  </a:lnTo>
                  <a:lnTo>
                    <a:pt x="6960569" y="3116972"/>
                  </a:lnTo>
                  <a:lnTo>
                    <a:pt x="6959713" y="3116972"/>
                  </a:lnTo>
                  <a:lnTo>
                    <a:pt x="6958858" y="3116972"/>
                  </a:lnTo>
                  <a:lnTo>
                    <a:pt x="6958002" y="3116972"/>
                  </a:lnTo>
                  <a:lnTo>
                    <a:pt x="6957147" y="3116972"/>
                  </a:lnTo>
                  <a:lnTo>
                    <a:pt x="6956291" y="3116972"/>
                  </a:lnTo>
                  <a:lnTo>
                    <a:pt x="6955436" y="3116972"/>
                  </a:lnTo>
                  <a:lnTo>
                    <a:pt x="6954580" y="3116972"/>
                  </a:lnTo>
                  <a:lnTo>
                    <a:pt x="6953725" y="3116972"/>
                  </a:lnTo>
                  <a:lnTo>
                    <a:pt x="6952869" y="3116972"/>
                  </a:lnTo>
                  <a:lnTo>
                    <a:pt x="6952014" y="3116972"/>
                  </a:lnTo>
                  <a:lnTo>
                    <a:pt x="6951158" y="3116972"/>
                  </a:lnTo>
                  <a:lnTo>
                    <a:pt x="6950302" y="3116972"/>
                  </a:lnTo>
                  <a:lnTo>
                    <a:pt x="6949447" y="3116972"/>
                  </a:lnTo>
                  <a:lnTo>
                    <a:pt x="6948591" y="3116972"/>
                  </a:lnTo>
                  <a:lnTo>
                    <a:pt x="6947736" y="3116972"/>
                  </a:lnTo>
                  <a:lnTo>
                    <a:pt x="6946880" y="3116972"/>
                  </a:lnTo>
                  <a:lnTo>
                    <a:pt x="6946025" y="3116972"/>
                  </a:lnTo>
                  <a:lnTo>
                    <a:pt x="6945169" y="3116972"/>
                  </a:lnTo>
                  <a:lnTo>
                    <a:pt x="6944314" y="3116972"/>
                  </a:lnTo>
                  <a:lnTo>
                    <a:pt x="6943458" y="3116972"/>
                  </a:lnTo>
                  <a:lnTo>
                    <a:pt x="6942603" y="3116972"/>
                  </a:lnTo>
                  <a:lnTo>
                    <a:pt x="6941747" y="3116972"/>
                  </a:lnTo>
                  <a:lnTo>
                    <a:pt x="6940892" y="3116972"/>
                  </a:lnTo>
                  <a:lnTo>
                    <a:pt x="6940036" y="3116972"/>
                  </a:lnTo>
                  <a:lnTo>
                    <a:pt x="6939181" y="3116972"/>
                  </a:lnTo>
                  <a:lnTo>
                    <a:pt x="6938325" y="3116972"/>
                  </a:lnTo>
                  <a:lnTo>
                    <a:pt x="6937470" y="3116972"/>
                  </a:lnTo>
                  <a:lnTo>
                    <a:pt x="6936614" y="3116972"/>
                  </a:lnTo>
                  <a:lnTo>
                    <a:pt x="6935759" y="3116972"/>
                  </a:lnTo>
                  <a:lnTo>
                    <a:pt x="6934903" y="3116972"/>
                  </a:lnTo>
                  <a:lnTo>
                    <a:pt x="6934047" y="3116972"/>
                  </a:lnTo>
                  <a:lnTo>
                    <a:pt x="6933192" y="3116972"/>
                  </a:lnTo>
                  <a:lnTo>
                    <a:pt x="6932336" y="3116972"/>
                  </a:lnTo>
                  <a:lnTo>
                    <a:pt x="6931481" y="3116972"/>
                  </a:lnTo>
                  <a:lnTo>
                    <a:pt x="6930625" y="3116972"/>
                  </a:lnTo>
                  <a:lnTo>
                    <a:pt x="6929770" y="3116972"/>
                  </a:lnTo>
                  <a:lnTo>
                    <a:pt x="6928914" y="3116972"/>
                  </a:lnTo>
                  <a:lnTo>
                    <a:pt x="6928059" y="3116972"/>
                  </a:lnTo>
                  <a:lnTo>
                    <a:pt x="6927203" y="3116972"/>
                  </a:lnTo>
                  <a:lnTo>
                    <a:pt x="6926348" y="3116972"/>
                  </a:lnTo>
                  <a:lnTo>
                    <a:pt x="6925492" y="3116972"/>
                  </a:lnTo>
                  <a:lnTo>
                    <a:pt x="6924637" y="3116972"/>
                  </a:lnTo>
                  <a:lnTo>
                    <a:pt x="6923781" y="3116972"/>
                  </a:lnTo>
                  <a:lnTo>
                    <a:pt x="6922926" y="3116972"/>
                  </a:lnTo>
                  <a:lnTo>
                    <a:pt x="6922070" y="3116972"/>
                  </a:lnTo>
                  <a:lnTo>
                    <a:pt x="6921215" y="3116972"/>
                  </a:lnTo>
                  <a:lnTo>
                    <a:pt x="6920359" y="3116972"/>
                  </a:lnTo>
                  <a:lnTo>
                    <a:pt x="6919504" y="3116972"/>
                  </a:lnTo>
                  <a:lnTo>
                    <a:pt x="6918648" y="3116972"/>
                  </a:lnTo>
                  <a:lnTo>
                    <a:pt x="6917792" y="3116972"/>
                  </a:lnTo>
                  <a:lnTo>
                    <a:pt x="6916937" y="3116972"/>
                  </a:lnTo>
                  <a:lnTo>
                    <a:pt x="6916081" y="3116972"/>
                  </a:lnTo>
                  <a:lnTo>
                    <a:pt x="6915226" y="3116972"/>
                  </a:lnTo>
                  <a:lnTo>
                    <a:pt x="6914370" y="3116972"/>
                  </a:lnTo>
                  <a:lnTo>
                    <a:pt x="6913515" y="3116972"/>
                  </a:lnTo>
                  <a:lnTo>
                    <a:pt x="6912659" y="3116972"/>
                  </a:lnTo>
                  <a:lnTo>
                    <a:pt x="6911804" y="3116972"/>
                  </a:lnTo>
                  <a:lnTo>
                    <a:pt x="6910948" y="3116972"/>
                  </a:lnTo>
                  <a:lnTo>
                    <a:pt x="6910093" y="3116972"/>
                  </a:lnTo>
                  <a:lnTo>
                    <a:pt x="6909237" y="3116972"/>
                  </a:lnTo>
                  <a:lnTo>
                    <a:pt x="6908382" y="3116972"/>
                  </a:lnTo>
                  <a:lnTo>
                    <a:pt x="6907526" y="3116972"/>
                  </a:lnTo>
                  <a:lnTo>
                    <a:pt x="6906671" y="3116972"/>
                  </a:lnTo>
                  <a:lnTo>
                    <a:pt x="6905815" y="3116972"/>
                  </a:lnTo>
                  <a:lnTo>
                    <a:pt x="6904960" y="3116972"/>
                  </a:lnTo>
                  <a:lnTo>
                    <a:pt x="6904104" y="3116972"/>
                  </a:lnTo>
                  <a:lnTo>
                    <a:pt x="6903248" y="3116972"/>
                  </a:lnTo>
                  <a:lnTo>
                    <a:pt x="6902393" y="3116972"/>
                  </a:lnTo>
                  <a:lnTo>
                    <a:pt x="6901537" y="3116972"/>
                  </a:lnTo>
                  <a:lnTo>
                    <a:pt x="6900682" y="3116972"/>
                  </a:lnTo>
                  <a:lnTo>
                    <a:pt x="6899826" y="3116972"/>
                  </a:lnTo>
                  <a:lnTo>
                    <a:pt x="6898971" y="3116972"/>
                  </a:lnTo>
                  <a:lnTo>
                    <a:pt x="6898115" y="3116972"/>
                  </a:lnTo>
                  <a:lnTo>
                    <a:pt x="6897260" y="3116972"/>
                  </a:lnTo>
                  <a:lnTo>
                    <a:pt x="6896404" y="3116972"/>
                  </a:lnTo>
                  <a:lnTo>
                    <a:pt x="6895549" y="3116972"/>
                  </a:lnTo>
                  <a:lnTo>
                    <a:pt x="6894693" y="3116972"/>
                  </a:lnTo>
                  <a:lnTo>
                    <a:pt x="6893838" y="3116972"/>
                  </a:lnTo>
                  <a:lnTo>
                    <a:pt x="6892982" y="3116972"/>
                  </a:lnTo>
                  <a:lnTo>
                    <a:pt x="6892127" y="3116972"/>
                  </a:lnTo>
                  <a:lnTo>
                    <a:pt x="6891271" y="3116972"/>
                  </a:lnTo>
                  <a:lnTo>
                    <a:pt x="6890416" y="3116972"/>
                  </a:lnTo>
                  <a:lnTo>
                    <a:pt x="6889560" y="3116972"/>
                  </a:lnTo>
                  <a:lnTo>
                    <a:pt x="6888705" y="3116972"/>
                  </a:lnTo>
                  <a:lnTo>
                    <a:pt x="6887849" y="3116972"/>
                  </a:lnTo>
                  <a:lnTo>
                    <a:pt x="6886993" y="3116972"/>
                  </a:lnTo>
                  <a:lnTo>
                    <a:pt x="6886138" y="3116972"/>
                  </a:lnTo>
                  <a:lnTo>
                    <a:pt x="6885282" y="3116972"/>
                  </a:lnTo>
                  <a:lnTo>
                    <a:pt x="6884427" y="3116972"/>
                  </a:lnTo>
                  <a:lnTo>
                    <a:pt x="6883571" y="3116972"/>
                  </a:lnTo>
                  <a:lnTo>
                    <a:pt x="6882716" y="3116972"/>
                  </a:lnTo>
                  <a:lnTo>
                    <a:pt x="6881860" y="3116972"/>
                  </a:lnTo>
                  <a:lnTo>
                    <a:pt x="6881005" y="3116972"/>
                  </a:lnTo>
                  <a:lnTo>
                    <a:pt x="6880149" y="3116972"/>
                  </a:lnTo>
                  <a:lnTo>
                    <a:pt x="6879294" y="3116972"/>
                  </a:lnTo>
                  <a:lnTo>
                    <a:pt x="6878438" y="3116972"/>
                  </a:lnTo>
                  <a:lnTo>
                    <a:pt x="6877583" y="3116972"/>
                  </a:lnTo>
                  <a:lnTo>
                    <a:pt x="6876727" y="3116972"/>
                  </a:lnTo>
                  <a:lnTo>
                    <a:pt x="6875872" y="3116972"/>
                  </a:lnTo>
                  <a:lnTo>
                    <a:pt x="6875016" y="3116972"/>
                  </a:lnTo>
                  <a:lnTo>
                    <a:pt x="6874161" y="3116972"/>
                  </a:lnTo>
                  <a:lnTo>
                    <a:pt x="6873305" y="3116972"/>
                  </a:lnTo>
                  <a:lnTo>
                    <a:pt x="6872450" y="3116972"/>
                  </a:lnTo>
                  <a:lnTo>
                    <a:pt x="6871594" y="3116972"/>
                  </a:lnTo>
                  <a:lnTo>
                    <a:pt x="6870738" y="3116972"/>
                  </a:lnTo>
                  <a:lnTo>
                    <a:pt x="6869883" y="3116972"/>
                  </a:lnTo>
                  <a:lnTo>
                    <a:pt x="6869027" y="3116972"/>
                  </a:lnTo>
                  <a:lnTo>
                    <a:pt x="6868172" y="3116972"/>
                  </a:lnTo>
                  <a:lnTo>
                    <a:pt x="6867316" y="3116972"/>
                  </a:lnTo>
                  <a:lnTo>
                    <a:pt x="6866461" y="3116972"/>
                  </a:lnTo>
                  <a:lnTo>
                    <a:pt x="6865605" y="3116972"/>
                  </a:lnTo>
                  <a:lnTo>
                    <a:pt x="6864750" y="3116972"/>
                  </a:lnTo>
                  <a:lnTo>
                    <a:pt x="6863894" y="3116972"/>
                  </a:lnTo>
                  <a:lnTo>
                    <a:pt x="6863039" y="3116972"/>
                  </a:lnTo>
                  <a:lnTo>
                    <a:pt x="6862183" y="3116972"/>
                  </a:lnTo>
                  <a:lnTo>
                    <a:pt x="6861328" y="3116972"/>
                  </a:lnTo>
                  <a:lnTo>
                    <a:pt x="6860472" y="3116972"/>
                  </a:lnTo>
                  <a:lnTo>
                    <a:pt x="6859617" y="3116972"/>
                  </a:lnTo>
                  <a:lnTo>
                    <a:pt x="6858761" y="3116972"/>
                  </a:lnTo>
                  <a:lnTo>
                    <a:pt x="6857906" y="3116972"/>
                  </a:lnTo>
                  <a:lnTo>
                    <a:pt x="6857050" y="3116972"/>
                  </a:lnTo>
                  <a:lnTo>
                    <a:pt x="6856195" y="3116972"/>
                  </a:lnTo>
                  <a:lnTo>
                    <a:pt x="6855339" y="3116972"/>
                  </a:lnTo>
                  <a:lnTo>
                    <a:pt x="6854483" y="3116972"/>
                  </a:lnTo>
                  <a:lnTo>
                    <a:pt x="6853628" y="3116972"/>
                  </a:lnTo>
                  <a:lnTo>
                    <a:pt x="6852772" y="3116972"/>
                  </a:lnTo>
                  <a:lnTo>
                    <a:pt x="6851917" y="3116972"/>
                  </a:lnTo>
                  <a:lnTo>
                    <a:pt x="6851061" y="3116972"/>
                  </a:lnTo>
                  <a:lnTo>
                    <a:pt x="6850206" y="3116972"/>
                  </a:lnTo>
                  <a:lnTo>
                    <a:pt x="6849350" y="3116972"/>
                  </a:lnTo>
                  <a:lnTo>
                    <a:pt x="6848495" y="3116972"/>
                  </a:lnTo>
                  <a:lnTo>
                    <a:pt x="6847639" y="3116972"/>
                  </a:lnTo>
                  <a:lnTo>
                    <a:pt x="6846784" y="3116972"/>
                  </a:lnTo>
                  <a:lnTo>
                    <a:pt x="6845928" y="3116972"/>
                  </a:lnTo>
                  <a:lnTo>
                    <a:pt x="6845073" y="3116972"/>
                  </a:lnTo>
                  <a:lnTo>
                    <a:pt x="6844217" y="3116972"/>
                  </a:lnTo>
                  <a:lnTo>
                    <a:pt x="6843362" y="3116972"/>
                  </a:lnTo>
                  <a:lnTo>
                    <a:pt x="6842506" y="3116972"/>
                  </a:lnTo>
                  <a:lnTo>
                    <a:pt x="6841651" y="3116972"/>
                  </a:lnTo>
                  <a:lnTo>
                    <a:pt x="6840795" y="3116972"/>
                  </a:lnTo>
                  <a:lnTo>
                    <a:pt x="6839939" y="3116972"/>
                  </a:lnTo>
                  <a:lnTo>
                    <a:pt x="6839084" y="3116972"/>
                  </a:lnTo>
                  <a:lnTo>
                    <a:pt x="6838228" y="3116972"/>
                  </a:lnTo>
                  <a:lnTo>
                    <a:pt x="6837373" y="3116972"/>
                  </a:lnTo>
                  <a:lnTo>
                    <a:pt x="6836517" y="3116972"/>
                  </a:lnTo>
                  <a:lnTo>
                    <a:pt x="6835662" y="3116972"/>
                  </a:lnTo>
                  <a:lnTo>
                    <a:pt x="6834806" y="3116972"/>
                  </a:lnTo>
                  <a:lnTo>
                    <a:pt x="6833951" y="3116972"/>
                  </a:lnTo>
                  <a:lnTo>
                    <a:pt x="6833095" y="3116972"/>
                  </a:lnTo>
                  <a:lnTo>
                    <a:pt x="6832240" y="3116972"/>
                  </a:lnTo>
                  <a:lnTo>
                    <a:pt x="6831384" y="3116972"/>
                  </a:lnTo>
                  <a:lnTo>
                    <a:pt x="6830529" y="3116972"/>
                  </a:lnTo>
                  <a:lnTo>
                    <a:pt x="6829673" y="3116972"/>
                  </a:lnTo>
                  <a:lnTo>
                    <a:pt x="6828818" y="3116972"/>
                  </a:lnTo>
                  <a:lnTo>
                    <a:pt x="6827962" y="3116972"/>
                  </a:lnTo>
                  <a:lnTo>
                    <a:pt x="6827107" y="3116972"/>
                  </a:lnTo>
                  <a:lnTo>
                    <a:pt x="6826251" y="3116972"/>
                  </a:lnTo>
                  <a:lnTo>
                    <a:pt x="6825396" y="3116972"/>
                  </a:lnTo>
                  <a:lnTo>
                    <a:pt x="6824540" y="3116972"/>
                  </a:lnTo>
                  <a:lnTo>
                    <a:pt x="6823684" y="3116972"/>
                  </a:lnTo>
                  <a:lnTo>
                    <a:pt x="6822829" y="3116972"/>
                  </a:lnTo>
                  <a:lnTo>
                    <a:pt x="6821973" y="3116972"/>
                  </a:lnTo>
                  <a:lnTo>
                    <a:pt x="6821118" y="3116972"/>
                  </a:lnTo>
                  <a:lnTo>
                    <a:pt x="6820262" y="3116972"/>
                  </a:lnTo>
                  <a:lnTo>
                    <a:pt x="6819407" y="3116972"/>
                  </a:lnTo>
                  <a:lnTo>
                    <a:pt x="6818551" y="3116972"/>
                  </a:lnTo>
                  <a:lnTo>
                    <a:pt x="6817696" y="3116972"/>
                  </a:lnTo>
                  <a:lnTo>
                    <a:pt x="6816840" y="3116972"/>
                  </a:lnTo>
                  <a:lnTo>
                    <a:pt x="6815985" y="3116972"/>
                  </a:lnTo>
                  <a:lnTo>
                    <a:pt x="6815129" y="3116972"/>
                  </a:lnTo>
                  <a:lnTo>
                    <a:pt x="6814274" y="3116972"/>
                  </a:lnTo>
                  <a:lnTo>
                    <a:pt x="6813418" y="3116972"/>
                  </a:lnTo>
                  <a:lnTo>
                    <a:pt x="6812563" y="3116972"/>
                  </a:lnTo>
                  <a:lnTo>
                    <a:pt x="6811707" y="3116972"/>
                  </a:lnTo>
                  <a:lnTo>
                    <a:pt x="6810852" y="3116972"/>
                  </a:lnTo>
                  <a:lnTo>
                    <a:pt x="6809996" y="3116972"/>
                  </a:lnTo>
                  <a:lnTo>
                    <a:pt x="6809141" y="3116972"/>
                  </a:lnTo>
                  <a:lnTo>
                    <a:pt x="6808285" y="3116972"/>
                  </a:lnTo>
                  <a:lnTo>
                    <a:pt x="6807429" y="3116972"/>
                  </a:lnTo>
                  <a:lnTo>
                    <a:pt x="6806574" y="3116972"/>
                  </a:lnTo>
                  <a:lnTo>
                    <a:pt x="6805718" y="3116972"/>
                  </a:lnTo>
                  <a:lnTo>
                    <a:pt x="6804863" y="3116972"/>
                  </a:lnTo>
                  <a:lnTo>
                    <a:pt x="6804007" y="3116972"/>
                  </a:lnTo>
                  <a:lnTo>
                    <a:pt x="6803152" y="3116972"/>
                  </a:lnTo>
                  <a:lnTo>
                    <a:pt x="6802296" y="3116972"/>
                  </a:lnTo>
                  <a:lnTo>
                    <a:pt x="6801441" y="3116972"/>
                  </a:lnTo>
                  <a:lnTo>
                    <a:pt x="6800585" y="3116972"/>
                  </a:lnTo>
                  <a:lnTo>
                    <a:pt x="6799730" y="3116972"/>
                  </a:lnTo>
                  <a:lnTo>
                    <a:pt x="6798874" y="3116972"/>
                  </a:lnTo>
                  <a:lnTo>
                    <a:pt x="6798019" y="3116972"/>
                  </a:lnTo>
                  <a:lnTo>
                    <a:pt x="6797163" y="3116972"/>
                  </a:lnTo>
                  <a:lnTo>
                    <a:pt x="6796308" y="3116972"/>
                  </a:lnTo>
                  <a:lnTo>
                    <a:pt x="6795452" y="3116972"/>
                  </a:lnTo>
                  <a:lnTo>
                    <a:pt x="6794597" y="3116972"/>
                  </a:lnTo>
                  <a:lnTo>
                    <a:pt x="6793741" y="3116972"/>
                  </a:lnTo>
                  <a:lnTo>
                    <a:pt x="6792885" y="3116972"/>
                  </a:lnTo>
                  <a:lnTo>
                    <a:pt x="6792030" y="3116972"/>
                  </a:lnTo>
                  <a:lnTo>
                    <a:pt x="6791174" y="3116972"/>
                  </a:lnTo>
                  <a:lnTo>
                    <a:pt x="6790319" y="3116972"/>
                  </a:lnTo>
                  <a:lnTo>
                    <a:pt x="6789463" y="3116972"/>
                  </a:lnTo>
                  <a:lnTo>
                    <a:pt x="6788608" y="3116972"/>
                  </a:lnTo>
                  <a:lnTo>
                    <a:pt x="6787752" y="3116972"/>
                  </a:lnTo>
                  <a:lnTo>
                    <a:pt x="6786897" y="3116972"/>
                  </a:lnTo>
                  <a:lnTo>
                    <a:pt x="6786041" y="3116972"/>
                  </a:lnTo>
                  <a:lnTo>
                    <a:pt x="6785186" y="3116972"/>
                  </a:lnTo>
                  <a:lnTo>
                    <a:pt x="6784330" y="3116972"/>
                  </a:lnTo>
                  <a:lnTo>
                    <a:pt x="6783475" y="3116972"/>
                  </a:lnTo>
                  <a:lnTo>
                    <a:pt x="6782619" y="3116972"/>
                  </a:lnTo>
                  <a:lnTo>
                    <a:pt x="6781764" y="3116972"/>
                  </a:lnTo>
                  <a:lnTo>
                    <a:pt x="6780908" y="3116972"/>
                  </a:lnTo>
                  <a:lnTo>
                    <a:pt x="6780053" y="3116972"/>
                  </a:lnTo>
                  <a:lnTo>
                    <a:pt x="6779197" y="3116972"/>
                  </a:lnTo>
                  <a:lnTo>
                    <a:pt x="6778342" y="3116972"/>
                  </a:lnTo>
                  <a:lnTo>
                    <a:pt x="6777486" y="3116972"/>
                  </a:lnTo>
                  <a:lnTo>
                    <a:pt x="6776630" y="3116972"/>
                  </a:lnTo>
                  <a:lnTo>
                    <a:pt x="6775775" y="3116972"/>
                  </a:lnTo>
                  <a:lnTo>
                    <a:pt x="6774919" y="3116972"/>
                  </a:lnTo>
                  <a:lnTo>
                    <a:pt x="6774064" y="3116972"/>
                  </a:lnTo>
                  <a:lnTo>
                    <a:pt x="6773208" y="3116972"/>
                  </a:lnTo>
                  <a:lnTo>
                    <a:pt x="6772353" y="3116972"/>
                  </a:lnTo>
                  <a:lnTo>
                    <a:pt x="6771497" y="3116972"/>
                  </a:lnTo>
                  <a:lnTo>
                    <a:pt x="6770642" y="3116972"/>
                  </a:lnTo>
                  <a:lnTo>
                    <a:pt x="6769786" y="3116972"/>
                  </a:lnTo>
                  <a:lnTo>
                    <a:pt x="6768931" y="3116972"/>
                  </a:lnTo>
                  <a:lnTo>
                    <a:pt x="6768075" y="3116972"/>
                  </a:lnTo>
                  <a:lnTo>
                    <a:pt x="6767220" y="3116972"/>
                  </a:lnTo>
                  <a:lnTo>
                    <a:pt x="6766364" y="3116972"/>
                  </a:lnTo>
                  <a:lnTo>
                    <a:pt x="6765509" y="3116972"/>
                  </a:lnTo>
                  <a:lnTo>
                    <a:pt x="6764653" y="3116972"/>
                  </a:lnTo>
                  <a:lnTo>
                    <a:pt x="6763798" y="3116972"/>
                  </a:lnTo>
                  <a:lnTo>
                    <a:pt x="6762942" y="3116972"/>
                  </a:lnTo>
                  <a:lnTo>
                    <a:pt x="6762087" y="3116972"/>
                  </a:lnTo>
                  <a:lnTo>
                    <a:pt x="6761231" y="3116972"/>
                  </a:lnTo>
                  <a:lnTo>
                    <a:pt x="6760375" y="3116972"/>
                  </a:lnTo>
                  <a:lnTo>
                    <a:pt x="6759520" y="3116972"/>
                  </a:lnTo>
                  <a:lnTo>
                    <a:pt x="6758664" y="3116972"/>
                  </a:lnTo>
                  <a:lnTo>
                    <a:pt x="6757809" y="3116972"/>
                  </a:lnTo>
                  <a:lnTo>
                    <a:pt x="6756953" y="3116972"/>
                  </a:lnTo>
                  <a:lnTo>
                    <a:pt x="6756098" y="3116972"/>
                  </a:lnTo>
                  <a:lnTo>
                    <a:pt x="6755242" y="3116972"/>
                  </a:lnTo>
                  <a:lnTo>
                    <a:pt x="6754387" y="3116972"/>
                  </a:lnTo>
                  <a:lnTo>
                    <a:pt x="6753531" y="3116972"/>
                  </a:lnTo>
                  <a:lnTo>
                    <a:pt x="6752676" y="3116972"/>
                  </a:lnTo>
                  <a:lnTo>
                    <a:pt x="6751820" y="3116972"/>
                  </a:lnTo>
                  <a:lnTo>
                    <a:pt x="6750965" y="3116972"/>
                  </a:lnTo>
                  <a:lnTo>
                    <a:pt x="6750109" y="3116972"/>
                  </a:lnTo>
                  <a:lnTo>
                    <a:pt x="6749254" y="3116972"/>
                  </a:lnTo>
                  <a:lnTo>
                    <a:pt x="6748398" y="3116972"/>
                  </a:lnTo>
                  <a:lnTo>
                    <a:pt x="6747543" y="3116972"/>
                  </a:lnTo>
                  <a:lnTo>
                    <a:pt x="6746687" y="3116972"/>
                  </a:lnTo>
                  <a:lnTo>
                    <a:pt x="6745831" y="3116972"/>
                  </a:lnTo>
                  <a:lnTo>
                    <a:pt x="6744976" y="3116972"/>
                  </a:lnTo>
                  <a:lnTo>
                    <a:pt x="6744120" y="3116972"/>
                  </a:lnTo>
                  <a:lnTo>
                    <a:pt x="6743265" y="3116972"/>
                  </a:lnTo>
                  <a:lnTo>
                    <a:pt x="6742409" y="3116972"/>
                  </a:lnTo>
                  <a:lnTo>
                    <a:pt x="6741554" y="3116972"/>
                  </a:lnTo>
                  <a:lnTo>
                    <a:pt x="6740698" y="3116972"/>
                  </a:lnTo>
                  <a:lnTo>
                    <a:pt x="6739843" y="3116972"/>
                  </a:lnTo>
                  <a:lnTo>
                    <a:pt x="6738987" y="3116972"/>
                  </a:lnTo>
                  <a:lnTo>
                    <a:pt x="6738132" y="3116972"/>
                  </a:lnTo>
                  <a:lnTo>
                    <a:pt x="6737276" y="3116972"/>
                  </a:lnTo>
                  <a:lnTo>
                    <a:pt x="6736421" y="3116972"/>
                  </a:lnTo>
                  <a:lnTo>
                    <a:pt x="6735565" y="3116972"/>
                  </a:lnTo>
                  <a:lnTo>
                    <a:pt x="6734710" y="3116972"/>
                  </a:lnTo>
                  <a:lnTo>
                    <a:pt x="6733854" y="3116972"/>
                  </a:lnTo>
                  <a:lnTo>
                    <a:pt x="6732999" y="3116972"/>
                  </a:lnTo>
                  <a:lnTo>
                    <a:pt x="6732143" y="3116972"/>
                  </a:lnTo>
                  <a:lnTo>
                    <a:pt x="6731288" y="3116972"/>
                  </a:lnTo>
                  <a:lnTo>
                    <a:pt x="6730432" y="3116972"/>
                  </a:lnTo>
                  <a:lnTo>
                    <a:pt x="6729576" y="3116972"/>
                  </a:lnTo>
                  <a:lnTo>
                    <a:pt x="6728721" y="3116972"/>
                  </a:lnTo>
                  <a:lnTo>
                    <a:pt x="6727865" y="3116972"/>
                  </a:lnTo>
                  <a:lnTo>
                    <a:pt x="6727010" y="3116972"/>
                  </a:lnTo>
                  <a:lnTo>
                    <a:pt x="6726154" y="3116972"/>
                  </a:lnTo>
                  <a:lnTo>
                    <a:pt x="6725299" y="3116972"/>
                  </a:lnTo>
                  <a:lnTo>
                    <a:pt x="6724443" y="3116972"/>
                  </a:lnTo>
                  <a:lnTo>
                    <a:pt x="6723588" y="3116972"/>
                  </a:lnTo>
                  <a:lnTo>
                    <a:pt x="6722732" y="3116972"/>
                  </a:lnTo>
                  <a:lnTo>
                    <a:pt x="6721877" y="3116972"/>
                  </a:lnTo>
                  <a:lnTo>
                    <a:pt x="6721021" y="3116972"/>
                  </a:lnTo>
                  <a:lnTo>
                    <a:pt x="6720166" y="3116972"/>
                  </a:lnTo>
                  <a:lnTo>
                    <a:pt x="6719310" y="3116972"/>
                  </a:lnTo>
                  <a:lnTo>
                    <a:pt x="6718455" y="3116972"/>
                  </a:lnTo>
                  <a:lnTo>
                    <a:pt x="6717599" y="3116972"/>
                  </a:lnTo>
                  <a:lnTo>
                    <a:pt x="6716744" y="3116972"/>
                  </a:lnTo>
                  <a:lnTo>
                    <a:pt x="6715888" y="3116972"/>
                  </a:lnTo>
                  <a:lnTo>
                    <a:pt x="6715033" y="3116972"/>
                  </a:lnTo>
                  <a:lnTo>
                    <a:pt x="6714177" y="3116972"/>
                  </a:lnTo>
                  <a:lnTo>
                    <a:pt x="6713321" y="3116972"/>
                  </a:lnTo>
                  <a:lnTo>
                    <a:pt x="6712466" y="3116972"/>
                  </a:lnTo>
                  <a:lnTo>
                    <a:pt x="6711610" y="3116972"/>
                  </a:lnTo>
                  <a:lnTo>
                    <a:pt x="6710755" y="3116972"/>
                  </a:lnTo>
                  <a:lnTo>
                    <a:pt x="6709899" y="3116972"/>
                  </a:lnTo>
                  <a:lnTo>
                    <a:pt x="6709044" y="3116972"/>
                  </a:lnTo>
                  <a:lnTo>
                    <a:pt x="6708188" y="3116972"/>
                  </a:lnTo>
                  <a:lnTo>
                    <a:pt x="6707333" y="3116972"/>
                  </a:lnTo>
                  <a:lnTo>
                    <a:pt x="6706477" y="3116972"/>
                  </a:lnTo>
                  <a:lnTo>
                    <a:pt x="6705622" y="3116972"/>
                  </a:lnTo>
                  <a:lnTo>
                    <a:pt x="6704766" y="3116972"/>
                  </a:lnTo>
                  <a:lnTo>
                    <a:pt x="6703911" y="3116972"/>
                  </a:lnTo>
                  <a:lnTo>
                    <a:pt x="6703055" y="3116972"/>
                  </a:lnTo>
                  <a:lnTo>
                    <a:pt x="6702200" y="3116972"/>
                  </a:lnTo>
                  <a:lnTo>
                    <a:pt x="6701344" y="3116972"/>
                  </a:lnTo>
                  <a:lnTo>
                    <a:pt x="6700489" y="3116972"/>
                  </a:lnTo>
                  <a:lnTo>
                    <a:pt x="6699633" y="3116972"/>
                  </a:lnTo>
                  <a:lnTo>
                    <a:pt x="6698777" y="3116972"/>
                  </a:lnTo>
                  <a:lnTo>
                    <a:pt x="6697922" y="3116972"/>
                  </a:lnTo>
                  <a:lnTo>
                    <a:pt x="6697066" y="3116972"/>
                  </a:lnTo>
                  <a:lnTo>
                    <a:pt x="6696211" y="3116972"/>
                  </a:lnTo>
                  <a:lnTo>
                    <a:pt x="6695355" y="3116972"/>
                  </a:lnTo>
                  <a:lnTo>
                    <a:pt x="6694500" y="3116972"/>
                  </a:lnTo>
                  <a:lnTo>
                    <a:pt x="6693644" y="3116972"/>
                  </a:lnTo>
                  <a:lnTo>
                    <a:pt x="6692789" y="3116972"/>
                  </a:lnTo>
                  <a:lnTo>
                    <a:pt x="6691933" y="3116972"/>
                  </a:lnTo>
                  <a:lnTo>
                    <a:pt x="6691078" y="3116972"/>
                  </a:lnTo>
                  <a:lnTo>
                    <a:pt x="6690222" y="3116972"/>
                  </a:lnTo>
                  <a:lnTo>
                    <a:pt x="6689367" y="3116972"/>
                  </a:lnTo>
                  <a:lnTo>
                    <a:pt x="6688511" y="3116972"/>
                  </a:lnTo>
                  <a:lnTo>
                    <a:pt x="6687656" y="3116972"/>
                  </a:lnTo>
                  <a:lnTo>
                    <a:pt x="6686800" y="3116972"/>
                  </a:lnTo>
                  <a:lnTo>
                    <a:pt x="6685945" y="3116972"/>
                  </a:lnTo>
                  <a:lnTo>
                    <a:pt x="6685089" y="3116972"/>
                  </a:lnTo>
                  <a:lnTo>
                    <a:pt x="6684234" y="3116972"/>
                  </a:lnTo>
                  <a:lnTo>
                    <a:pt x="6683378" y="3116972"/>
                  </a:lnTo>
                  <a:lnTo>
                    <a:pt x="6682522" y="3116972"/>
                  </a:lnTo>
                  <a:lnTo>
                    <a:pt x="6681667" y="3116972"/>
                  </a:lnTo>
                  <a:lnTo>
                    <a:pt x="6680811" y="3116972"/>
                  </a:lnTo>
                  <a:lnTo>
                    <a:pt x="6679956" y="3116972"/>
                  </a:lnTo>
                  <a:lnTo>
                    <a:pt x="6679100" y="3116972"/>
                  </a:lnTo>
                  <a:lnTo>
                    <a:pt x="6678245" y="3116972"/>
                  </a:lnTo>
                  <a:lnTo>
                    <a:pt x="6677389" y="3116972"/>
                  </a:lnTo>
                  <a:lnTo>
                    <a:pt x="6676534" y="3116972"/>
                  </a:lnTo>
                  <a:lnTo>
                    <a:pt x="6675678" y="3116972"/>
                  </a:lnTo>
                  <a:lnTo>
                    <a:pt x="6674823" y="3116972"/>
                  </a:lnTo>
                  <a:lnTo>
                    <a:pt x="6673967" y="3116972"/>
                  </a:lnTo>
                  <a:lnTo>
                    <a:pt x="6673112" y="3116972"/>
                  </a:lnTo>
                  <a:lnTo>
                    <a:pt x="6672256" y="3116972"/>
                  </a:lnTo>
                  <a:lnTo>
                    <a:pt x="6671401" y="3116972"/>
                  </a:lnTo>
                  <a:lnTo>
                    <a:pt x="6670545" y="3116972"/>
                  </a:lnTo>
                  <a:lnTo>
                    <a:pt x="6669690" y="3116972"/>
                  </a:lnTo>
                  <a:lnTo>
                    <a:pt x="6668834" y="3116972"/>
                  </a:lnTo>
                  <a:lnTo>
                    <a:pt x="6667979" y="3116972"/>
                  </a:lnTo>
                  <a:lnTo>
                    <a:pt x="6667123" y="3116972"/>
                  </a:lnTo>
                  <a:lnTo>
                    <a:pt x="6666267" y="3116972"/>
                  </a:lnTo>
                  <a:lnTo>
                    <a:pt x="6665412" y="3116972"/>
                  </a:lnTo>
                  <a:lnTo>
                    <a:pt x="6664556" y="3116972"/>
                  </a:lnTo>
                  <a:lnTo>
                    <a:pt x="6663701" y="3116972"/>
                  </a:lnTo>
                  <a:lnTo>
                    <a:pt x="6662845" y="3116972"/>
                  </a:lnTo>
                  <a:lnTo>
                    <a:pt x="6661990" y="3116972"/>
                  </a:lnTo>
                  <a:lnTo>
                    <a:pt x="6661134" y="3116972"/>
                  </a:lnTo>
                  <a:lnTo>
                    <a:pt x="6660279" y="3116972"/>
                  </a:lnTo>
                  <a:lnTo>
                    <a:pt x="6659423" y="3116972"/>
                  </a:lnTo>
                  <a:lnTo>
                    <a:pt x="6658568" y="3116972"/>
                  </a:lnTo>
                  <a:lnTo>
                    <a:pt x="6657712" y="3116972"/>
                  </a:lnTo>
                  <a:lnTo>
                    <a:pt x="6656857" y="3116972"/>
                  </a:lnTo>
                  <a:lnTo>
                    <a:pt x="6656001" y="3116972"/>
                  </a:lnTo>
                  <a:lnTo>
                    <a:pt x="6655146" y="3116972"/>
                  </a:lnTo>
                  <a:lnTo>
                    <a:pt x="6654290" y="3116972"/>
                  </a:lnTo>
                  <a:lnTo>
                    <a:pt x="6653435" y="3116972"/>
                  </a:lnTo>
                  <a:lnTo>
                    <a:pt x="6652579" y="3116972"/>
                  </a:lnTo>
                  <a:lnTo>
                    <a:pt x="6651723" y="3116972"/>
                  </a:lnTo>
                  <a:lnTo>
                    <a:pt x="6650868" y="3116972"/>
                  </a:lnTo>
                  <a:lnTo>
                    <a:pt x="6650012" y="3116972"/>
                  </a:lnTo>
                  <a:lnTo>
                    <a:pt x="6649157" y="3116972"/>
                  </a:lnTo>
                  <a:lnTo>
                    <a:pt x="6648301" y="3116972"/>
                  </a:lnTo>
                  <a:lnTo>
                    <a:pt x="6647446" y="3116972"/>
                  </a:lnTo>
                  <a:lnTo>
                    <a:pt x="6646590" y="3116972"/>
                  </a:lnTo>
                  <a:lnTo>
                    <a:pt x="6645735" y="3116972"/>
                  </a:lnTo>
                  <a:lnTo>
                    <a:pt x="6644879" y="3116972"/>
                  </a:lnTo>
                  <a:lnTo>
                    <a:pt x="6644024" y="3116972"/>
                  </a:lnTo>
                  <a:lnTo>
                    <a:pt x="6643168" y="3116972"/>
                  </a:lnTo>
                  <a:lnTo>
                    <a:pt x="6642313" y="3116972"/>
                  </a:lnTo>
                  <a:lnTo>
                    <a:pt x="6641457" y="3116972"/>
                  </a:lnTo>
                  <a:lnTo>
                    <a:pt x="6640602" y="3116972"/>
                  </a:lnTo>
                  <a:lnTo>
                    <a:pt x="6639746" y="3116972"/>
                  </a:lnTo>
                  <a:lnTo>
                    <a:pt x="6638891" y="3116972"/>
                  </a:lnTo>
                  <a:lnTo>
                    <a:pt x="6638035" y="3116972"/>
                  </a:lnTo>
                  <a:lnTo>
                    <a:pt x="6637180" y="3116972"/>
                  </a:lnTo>
                  <a:lnTo>
                    <a:pt x="6636324" y="3116972"/>
                  </a:lnTo>
                  <a:lnTo>
                    <a:pt x="6635468" y="3116972"/>
                  </a:lnTo>
                  <a:lnTo>
                    <a:pt x="6634613" y="3116972"/>
                  </a:lnTo>
                  <a:lnTo>
                    <a:pt x="6633757" y="3116972"/>
                  </a:lnTo>
                  <a:lnTo>
                    <a:pt x="6632902" y="3116972"/>
                  </a:lnTo>
                  <a:lnTo>
                    <a:pt x="6632046" y="3116972"/>
                  </a:lnTo>
                  <a:lnTo>
                    <a:pt x="6631191" y="3116972"/>
                  </a:lnTo>
                  <a:lnTo>
                    <a:pt x="6630335" y="3116972"/>
                  </a:lnTo>
                  <a:lnTo>
                    <a:pt x="6629480" y="3116972"/>
                  </a:lnTo>
                  <a:lnTo>
                    <a:pt x="6628624" y="3116972"/>
                  </a:lnTo>
                  <a:lnTo>
                    <a:pt x="6627769" y="3116972"/>
                  </a:lnTo>
                  <a:lnTo>
                    <a:pt x="6626913" y="3116972"/>
                  </a:lnTo>
                  <a:lnTo>
                    <a:pt x="6626058" y="3116972"/>
                  </a:lnTo>
                  <a:lnTo>
                    <a:pt x="6625202" y="3116972"/>
                  </a:lnTo>
                  <a:lnTo>
                    <a:pt x="6624347" y="3116972"/>
                  </a:lnTo>
                  <a:lnTo>
                    <a:pt x="6623491" y="3116972"/>
                  </a:lnTo>
                  <a:lnTo>
                    <a:pt x="6622636" y="3116972"/>
                  </a:lnTo>
                  <a:lnTo>
                    <a:pt x="6621780" y="3116972"/>
                  </a:lnTo>
                  <a:lnTo>
                    <a:pt x="6620925" y="3116972"/>
                  </a:lnTo>
                  <a:lnTo>
                    <a:pt x="6620069" y="3116972"/>
                  </a:lnTo>
                  <a:lnTo>
                    <a:pt x="6619213" y="3116972"/>
                  </a:lnTo>
                  <a:lnTo>
                    <a:pt x="6618358" y="3116972"/>
                  </a:lnTo>
                  <a:lnTo>
                    <a:pt x="6617502" y="3116972"/>
                  </a:lnTo>
                  <a:lnTo>
                    <a:pt x="6616647" y="3116972"/>
                  </a:lnTo>
                  <a:lnTo>
                    <a:pt x="6615791" y="3116972"/>
                  </a:lnTo>
                  <a:lnTo>
                    <a:pt x="6614936" y="3116972"/>
                  </a:lnTo>
                  <a:lnTo>
                    <a:pt x="6614080" y="3116972"/>
                  </a:lnTo>
                  <a:lnTo>
                    <a:pt x="6613225" y="3116972"/>
                  </a:lnTo>
                  <a:lnTo>
                    <a:pt x="6612369" y="3116972"/>
                  </a:lnTo>
                  <a:lnTo>
                    <a:pt x="6611514" y="3116972"/>
                  </a:lnTo>
                  <a:lnTo>
                    <a:pt x="6610658" y="3116972"/>
                  </a:lnTo>
                  <a:lnTo>
                    <a:pt x="6609803" y="3116972"/>
                  </a:lnTo>
                  <a:lnTo>
                    <a:pt x="6608947" y="3116972"/>
                  </a:lnTo>
                  <a:lnTo>
                    <a:pt x="6608092" y="3116972"/>
                  </a:lnTo>
                  <a:lnTo>
                    <a:pt x="6607236" y="3116972"/>
                  </a:lnTo>
                  <a:lnTo>
                    <a:pt x="6606381" y="3116972"/>
                  </a:lnTo>
                  <a:lnTo>
                    <a:pt x="6605525" y="3116972"/>
                  </a:lnTo>
                  <a:lnTo>
                    <a:pt x="6604670" y="3116972"/>
                  </a:lnTo>
                  <a:lnTo>
                    <a:pt x="6603814" y="3116972"/>
                  </a:lnTo>
                  <a:lnTo>
                    <a:pt x="6602958" y="3116972"/>
                  </a:lnTo>
                  <a:lnTo>
                    <a:pt x="6602103" y="3116972"/>
                  </a:lnTo>
                  <a:lnTo>
                    <a:pt x="6601247" y="3116972"/>
                  </a:lnTo>
                  <a:lnTo>
                    <a:pt x="6600392" y="3116972"/>
                  </a:lnTo>
                  <a:lnTo>
                    <a:pt x="6599536" y="3116972"/>
                  </a:lnTo>
                  <a:lnTo>
                    <a:pt x="6598681" y="3116972"/>
                  </a:lnTo>
                  <a:lnTo>
                    <a:pt x="6597825" y="3116972"/>
                  </a:lnTo>
                  <a:lnTo>
                    <a:pt x="6596970" y="3116972"/>
                  </a:lnTo>
                  <a:lnTo>
                    <a:pt x="6596114" y="3116972"/>
                  </a:lnTo>
                  <a:lnTo>
                    <a:pt x="6595259" y="3116972"/>
                  </a:lnTo>
                  <a:lnTo>
                    <a:pt x="6594403" y="3116972"/>
                  </a:lnTo>
                  <a:lnTo>
                    <a:pt x="6593548" y="3116972"/>
                  </a:lnTo>
                  <a:lnTo>
                    <a:pt x="6592692" y="3116972"/>
                  </a:lnTo>
                  <a:lnTo>
                    <a:pt x="6591837" y="3116972"/>
                  </a:lnTo>
                  <a:lnTo>
                    <a:pt x="6590981" y="3116972"/>
                  </a:lnTo>
                  <a:lnTo>
                    <a:pt x="6590126" y="3116972"/>
                  </a:lnTo>
                  <a:lnTo>
                    <a:pt x="6589270" y="3116972"/>
                  </a:lnTo>
                  <a:lnTo>
                    <a:pt x="6588414" y="3116972"/>
                  </a:lnTo>
                  <a:lnTo>
                    <a:pt x="6587559" y="3116972"/>
                  </a:lnTo>
                  <a:lnTo>
                    <a:pt x="6586703" y="3116972"/>
                  </a:lnTo>
                  <a:lnTo>
                    <a:pt x="6585848" y="3116972"/>
                  </a:lnTo>
                  <a:lnTo>
                    <a:pt x="6584992" y="3116972"/>
                  </a:lnTo>
                  <a:lnTo>
                    <a:pt x="6584137" y="3116972"/>
                  </a:lnTo>
                  <a:lnTo>
                    <a:pt x="6583281" y="3116972"/>
                  </a:lnTo>
                  <a:lnTo>
                    <a:pt x="6582426" y="3116972"/>
                  </a:lnTo>
                  <a:lnTo>
                    <a:pt x="6581570" y="3116972"/>
                  </a:lnTo>
                  <a:lnTo>
                    <a:pt x="6580715" y="3116972"/>
                  </a:lnTo>
                  <a:lnTo>
                    <a:pt x="6579859" y="3116972"/>
                  </a:lnTo>
                  <a:lnTo>
                    <a:pt x="6579004" y="3116972"/>
                  </a:lnTo>
                  <a:lnTo>
                    <a:pt x="6578148" y="3116972"/>
                  </a:lnTo>
                  <a:lnTo>
                    <a:pt x="6577293" y="3116972"/>
                  </a:lnTo>
                  <a:lnTo>
                    <a:pt x="6576437" y="3116972"/>
                  </a:lnTo>
                  <a:lnTo>
                    <a:pt x="6575582" y="3116972"/>
                  </a:lnTo>
                  <a:lnTo>
                    <a:pt x="6574726" y="3116972"/>
                  </a:lnTo>
                  <a:lnTo>
                    <a:pt x="6573871" y="3116972"/>
                  </a:lnTo>
                  <a:lnTo>
                    <a:pt x="6573015" y="3116972"/>
                  </a:lnTo>
                  <a:lnTo>
                    <a:pt x="6572159" y="3116972"/>
                  </a:lnTo>
                  <a:lnTo>
                    <a:pt x="6571304" y="3116972"/>
                  </a:lnTo>
                  <a:lnTo>
                    <a:pt x="6570448" y="3116972"/>
                  </a:lnTo>
                  <a:lnTo>
                    <a:pt x="6569593" y="3116972"/>
                  </a:lnTo>
                  <a:lnTo>
                    <a:pt x="6568737" y="3116972"/>
                  </a:lnTo>
                  <a:lnTo>
                    <a:pt x="6567882" y="3116972"/>
                  </a:lnTo>
                  <a:lnTo>
                    <a:pt x="6567026" y="3116972"/>
                  </a:lnTo>
                  <a:lnTo>
                    <a:pt x="6566171" y="3116972"/>
                  </a:lnTo>
                  <a:lnTo>
                    <a:pt x="6565315" y="3116972"/>
                  </a:lnTo>
                  <a:lnTo>
                    <a:pt x="6564460" y="3116972"/>
                  </a:lnTo>
                  <a:lnTo>
                    <a:pt x="6563604" y="3116972"/>
                  </a:lnTo>
                  <a:lnTo>
                    <a:pt x="6562749" y="3116972"/>
                  </a:lnTo>
                  <a:lnTo>
                    <a:pt x="6561893" y="3116972"/>
                  </a:lnTo>
                  <a:lnTo>
                    <a:pt x="6561038" y="3116972"/>
                  </a:lnTo>
                  <a:lnTo>
                    <a:pt x="6560182" y="3116972"/>
                  </a:lnTo>
                  <a:lnTo>
                    <a:pt x="6559327" y="3116972"/>
                  </a:lnTo>
                  <a:lnTo>
                    <a:pt x="6558471" y="3116972"/>
                  </a:lnTo>
                  <a:lnTo>
                    <a:pt x="6557616" y="3116972"/>
                  </a:lnTo>
                  <a:lnTo>
                    <a:pt x="6556760" y="3116972"/>
                  </a:lnTo>
                  <a:lnTo>
                    <a:pt x="6555904" y="3116972"/>
                  </a:lnTo>
                  <a:lnTo>
                    <a:pt x="6555049" y="3116972"/>
                  </a:lnTo>
                  <a:lnTo>
                    <a:pt x="6554193" y="3116972"/>
                  </a:lnTo>
                  <a:lnTo>
                    <a:pt x="6553338" y="3116972"/>
                  </a:lnTo>
                  <a:lnTo>
                    <a:pt x="6552482" y="3116972"/>
                  </a:lnTo>
                  <a:lnTo>
                    <a:pt x="6551627" y="3116972"/>
                  </a:lnTo>
                  <a:lnTo>
                    <a:pt x="6550771" y="3116972"/>
                  </a:lnTo>
                  <a:lnTo>
                    <a:pt x="6549916" y="3116972"/>
                  </a:lnTo>
                  <a:lnTo>
                    <a:pt x="6549060" y="3116972"/>
                  </a:lnTo>
                  <a:lnTo>
                    <a:pt x="6548205" y="3116972"/>
                  </a:lnTo>
                  <a:lnTo>
                    <a:pt x="6547349" y="3116972"/>
                  </a:lnTo>
                  <a:lnTo>
                    <a:pt x="6546494" y="3116972"/>
                  </a:lnTo>
                  <a:lnTo>
                    <a:pt x="6545638" y="3116972"/>
                  </a:lnTo>
                  <a:lnTo>
                    <a:pt x="6544783" y="3116972"/>
                  </a:lnTo>
                  <a:lnTo>
                    <a:pt x="6543927" y="3116972"/>
                  </a:lnTo>
                  <a:lnTo>
                    <a:pt x="6543072" y="3116972"/>
                  </a:lnTo>
                  <a:lnTo>
                    <a:pt x="6542216" y="3116972"/>
                  </a:lnTo>
                  <a:lnTo>
                    <a:pt x="6541360" y="3116972"/>
                  </a:lnTo>
                  <a:lnTo>
                    <a:pt x="6540505" y="3116972"/>
                  </a:lnTo>
                  <a:lnTo>
                    <a:pt x="6539649" y="3116972"/>
                  </a:lnTo>
                  <a:lnTo>
                    <a:pt x="6538794" y="3116972"/>
                  </a:lnTo>
                  <a:lnTo>
                    <a:pt x="6537938" y="3116972"/>
                  </a:lnTo>
                  <a:lnTo>
                    <a:pt x="6537083" y="3116972"/>
                  </a:lnTo>
                  <a:lnTo>
                    <a:pt x="6536227" y="3116972"/>
                  </a:lnTo>
                  <a:lnTo>
                    <a:pt x="6535372" y="3116972"/>
                  </a:lnTo>
                  <a:lnTo>
                    <a:pt x="6534516" y="3116972"/>
                  </a:lnTo>
                  <a:lnTo>
                    <a:pt x="6533661" y="3116972"/>
                  </a:lnTo>
                  <a:lnTo>
                    <a:pt x="6532805" y="3116972"/>
                  </a:lnTo>
                  <a:lnTo>
                    <a:pt x="6531950" y="3116972"/>
                  </a:lnTo>
                  <a:lnTo>
                    <a:pt x="6531094" y="3116972"/>
                  </a:lnTo>
                  <a:lnTo>
                    <a:pt x="6530239" y="3116972"/>
                  </a:lnTo>
                  <a:lnTo>
                    <a:pt x="6529383" y="3116972"/>
                  </a:lnTo>
                  <a:lnTo>
                    <a:pt x="6528528" y="3116972"/>
                  </a:lnTo>
                  <a:lnTo>
                    <a:pt x="6527672" y="3116972"/>
                  </a:lnTo>
                  <a:lnTo>
                    <a:pt x="6526817" y="3116972"/>
                  </a:lnTo>
                  <a:lnTo>
                    <a:pt x="6525961" y="3116972"/>
                  </a:lnTo>
                  <a:lnTo>
                    <a:pt x="6525105" y="3116972"/>
                  </a:lnTo>
                  <a:lnTo>
                    <a:pt x="6524250" y="3116972"/>
                  </a:lnTo>
                  <a:lnTo>
                    <a:pt x="6523394" y="3116972"/>
                  </a:lnTo>
                  <a:lnTo>
                    <a:pt x="6522539" y="3116972"/>
                  </a:lnTo>
                  <a:lnTo>
                    <a:pt x="6521683" y="3116972"/>
                  </a:lnTo>
                  <a:lnTo>
                    <a:pt x="6520828" y="3116972"/>
                  </a:lnTo>
                  <a:lnTo>
                    <a:pt x="6519972" y="3116972"/>
                  </a:lnTo>
                  <a:lnTo>
                    <a:pt x="6519117" y="3116972"/>
                  </a:lnTo>
                  <a:lnTo>
                    <a:pt x="6518261" y="3116972"/>
                  </a:lnTo>
                  <a:lnTo>
                    <a:pt x="6517406" y="3116972"/>
                  </a:lnTo>
                  <a:lnTo>
                    <a:pt x="6516550" y="3116972"/>
                  </a:lnTo>
                  <a:lnTo>
                    <a:pt x="6515695" y="3116972"/>
                  </a:lnTo>
                  <a:lnTo>
                    <a:pt x="6514839" y="3116972"/>
                  </a:lnTo>
                  <a:lnTo>
                    <a:pt x="6513984" y="3116972"/>
                  </a:lnTo>
                  <a:lnTo>
                    <a:pt x="6513128" y="3116972"/>
                  </a:lnTo>
                  <a:lnTo>
                    <a:pt x="6512273" y="3116972"/>
                  </a:lnTo>
                  <a:lnTo>
                    <a:pt x="6511417" y="3116972"/>
                  </a:lnTo>
                  <a:lnTo>
                    <a:pt x="6510562" y="3116972"/>
                  </a:lnTo>
                  <a:lnTo>
                    <a:pt x="6509706" y="3116972"/>
                  </a:lnTo>
                  <a:lnTo>
                    <a:pt x="6508850" y="3116972"/>
                  </a:lnTo>
                  <a:lnTo>
                    <a:pt x="6507995" y="3116972"/>
                  </a:lnTo>
                  <a:lnTo>
                    <a:pt x="6507139" y="3116972"/>
                  </a:lnTo>
                  <a:lnTo>
                    <a:pt x="6506284" y="3116972"/>
                  </a:lnTo>
                  <a:lnTo>
                    <a:pt x="6505428" y="3116972"/>
                  </a:lnTo>
                  <a:lnTo>
                    <a:pt x="6504573" y="3116972"/>
                  </a:lnTo>
                  <a:lnTo>
                    <a:pt x="6503717" y="3116972"/>
                  </a:lnTo>
                  <a:lnTo>
                    <a:pt x="6502862" y="3116972"/>
                  </a:lnTo>
                  <a:lnTo>
                    <a:pt x="6502006" y="3116972"/>
                  </a:lnTo>
                  <a:lnTo>
                    <a:pt x="6501151" y="3116972"/>
                  </a:lnTo>
                  <a:lnTo>
                    <a:pt x="6500295" y="3116972"/>
                  </a:lnTo>
                  <a:lnTo>
                    <a:pt x="6499440" y="3116972"/>
                  </a:lnTo>
                  <a:lnTo>
                    <a:pt x="6498584" y="3116972"/>
                  </a:lnTo>
                  <a:lnTo>
                    <a:pt x="6497729" y="3116972"/>
                  </a:lnTo>
                  <a:lnTo>
                    <a:pt x="6496873" y="3116972"/>
                  </a:lnTo>
                  <a:lnTo>
                    <a:pt x="6496018" y="3116972"/>
                  </a:lnTo>
                  <a:lnTo>
                    <a:pt x="6495162" y="3116972"/>
                  </a:lnTo>
                  <a:lnTo>
                    <a:pt x="6494306" y="3116972"/>
                  </a:lnTo>
                  <a:lnTo>
                    <a:pt x="6493451" y="3116972"/>
                  </a:lnTo>
                  <a:lnTo>
                    <a:pt x="6492595" y="3116972"/>
                  </a:lnTo>
                  <a:lnTo>
                    <a:pt x="6491740" y="3116972"/>
                  </a:lnTo>
                  <a:lnTo>
                    <a:pt x="6490884" y="3116972"/>
                  </a:lnTo>
                  <a:lnTo>
                    <a:pt x="6490029" y="3116972"/>
                  </a:lnTo>
                  <a:lnTo>
                    <a:pt x="6489173" y="3116972"/>
                  </a:lnTo>
                  <a:lnTo>
                    <a:pt x="6488318" y="3116972"/>
                  </a:lnTo>
                  <a:lnTo>
                    <a:pt x="6487462" y="3116972"/>
                  </a:lnTo>
                  <a:lnTo>
                    <a:pt x="6486607" y="3116972"/>
                  </a:lnTo>
                  <a:lnTo>
                    <a:pt x="6485751" y="3116972"/>
                  </a:lnTo>
                  <a:lnTo>
                    <a:pt x="6484896" y="3116972"/>
                  </a:lnTo>
                  <a:lnTo>
                    <a:pt x="6484040" y="3116972"/>
                  </a:lnTo>
                  <a:lnTo>
                    <a:pt x="6483185" y="3116972"/>
                  </a:lnTo>
                  <a:lnTo>
                    <a:pt x="6482329" y="3116972"/>
                  </a:lnTo>
                  <a:lnTo>
                    <a:pt x="6481474" y="3116972"/>
                  </a:lnTo>
                  <a:lnTo>
                    <a:pt x="6480618" y="3116972"/>
                  </a:lnTo>
                  <a:lnTo>
                    <a:pt x="6479763" y="3116972"/>
                  </a:lnTo>
                  <a:lnTo>
                    <a:pt x="6478907" y="3116972"/>
                  </a:lnTo>
                  <a:lnTo>
                    <a:pt x="6478051" y="3116972"/>
                  </a:lnTo>
                  <a:lnTo>
                    <a:pt x="6477196" y="3116972"/>
                  </a:lnTo>
                  <a:lnTo>
                    <a:pt x="6476340" y="3116972"/>
                  </a:lnTo>
                  <a:lnTo>
                    <a:pt x="6475485" y="3116972"/>
                  </a:lnTo>
                  <a:lnTo>
                    <a:pt x="6474629" y="3116972"/>
                  </a:lnTo>
                  <a:lnTo>
                    <a:pt x="6473774" y="3116972"/>
                  </a:lnTo>
                  <a:lnTo>
                    <a:pt x="6472918" y="3116972"/>
                  </a:lnTo>
                  <a:lnTo>
                    <a:pt x="6472063" y="3116972"/>
                  </a:lnTo>
                  <a:lnTo>
                    <a:pt x="6471207" y="3116972"/>
                  </a:lnTo>
                  <a:lnTo>
                    <a:pt x="6470352" y="3116972"/>
                  </a:lnTo>
                  <a:lnTo>
                    <a:pt x="6469496" y="3116972"/>
                  </a:lnTo>
                  <a:lnTo>
                    <a:pt x="6468641" y="3116972"/>
                  </a:lnTo>
                  <a:lnTo>
                    <a:pt x="6467785" y="3116972"/>
                  </a:lnTo>
                  <a:lnTo>
                    <a:pt x="6466930" y="3116972"/>
                  </a:lnTo>
                  <a:lnTo>
                    <a:pt x="6466074" y="3116972"/>
                  </a:lnTo>
                  <a:lnTo>
                    <a:pt x="6465219" y="3116972"/>
                  </a:lnTo>
                  <a:lnTo>
                    <a:pt x="6464363" y="3116972"/>
                  </a:lnTo>
                  <a:lnTo>
                    <a:pt x="6463508" y="3116972"/>
                  </a:lnTo>
                  <a:lnTo>
                    <a:pt x="6462652" y="3116972"/>
                  </a:lnTo>
                  <a:lnTo>
                    <a:pt x="6461796" y="3116972"/>
                  </a:lnTo>
                  <a:lnTo>
                    <a:pt x="6460941" y="3116972"/>
                  </a:lnTo>
                  <a:lnTo>
                    <a:pt x="6460085" y="3116972"/>
                  </a:lnTo>
                  <a:lnTo>
                    <a:pt x="6459230" y="3116972"/>
                  </a:lnTo>
                  <a:lnTo>
                    <a:pt x="6458374" y="3116972"/>
                  </a:lnTo>
                  <a:lnTo>
                    <a:pt x="6457519" y="3116972"/>
                  </a:lnTo>
                  <a:lnTo>
                    <a:pt x="6456663" y="3116972"/>
                  </a:lnTo>
                  <a:lnTo>
                    <a:pt x="6455808" y="3116972"/>
                  </a:lnTo>
                  <a:lnTo>
                    <a:pt x="6454952" y="3116972"/>
                  </a:lnTo>
                  <a:lnTo>
                    <a:pt x="6454097" y="3116972"/>
                  </a:lnTo>
                  <a:lnTo>
                    <a:pt x="6453241" y="3116972"/>
                  </a:lnTo>
                  <a:lnTo>
                    <a:pt x="6452386" y="3116972"/>
                  </a:lnTo>
                  <a:lnTo>
                    <a:pt x="6451530" y="3116972"/>
                  </a:lnTo>
                  <a:lnTo>
                    <a:pt x="6450675" y="3116972"/>
                  </a:lnTo>
                  <a:lnTo>
                    <a:pt x="6449819" y="3116972"/>
                  </a:lnTo>
                  <a:lnTo>
                    <a:pt x="6448964" y="3116972"/>
                  </a:lnTo>
                  <a:lnTo>
                    <a:pt x="6448108" y="3116972"/>
                  </a:lnTo>
                  <a:lnTo>
                    <a:pt x="6447252" y="3116972"/>
                  </a:lnTo>
                  <a:lnTo>
                    <a:pt x="6446397" y="3116972"/>
                  </a:lnTo>
                  <a:lnTo>
                    <a:pt x="6445541" y="3116972"/>
                  </a:lnTo>
                  <a:lnTo>
                    <a:pt x="6444686" y="3116972"/>
                  </a:lnTo>
                  <a:lnTo>
                    <a:pt x="6443830" y="3116972"/>
                  </a:lnTo>
                  <a:lnTo>
                    <a:pt x="6442975" y="3116972"/>
                  </a:lnTo>
                  <a:lnTo>
                    <a:pt x="6442119" y="3116972"/>
                  </a:lnTo>
                  <a:lnTo>
                    <a:pt x="6441264" y="3116972"/>
                  </a:lnTo>
                  <a:lnTo>
                    <a:pt x="6440408" y="3116972"/>
                  </a:lnTo>
                  <a:lnTo>
                    <a:pt x="6439553" y="3116972"/>
                  </a:lnTo>
                  <a:lnTo>
                    <a:pt x="6438697" y="3116972"/>
                  </a:lnTo>
                  <a:lnTo>
                    <a:pt x="6437842" y="3116972"/>
                  </a:lnTo>
                  <a:lnTo>
                    <a:pt x="6436986" y="3116972"/>
                  </a:lnTo>
                  <a:lnTo>
                    <a:pt x="6436131" y="3116972"/>
                  </a:lnTo>
                  <a:lnTo>
                    <a:pt x="6435275" y="3116972"/>
                  </a:lnTo>
                  <a:lnTo>
                    <a:pt x="6434420" y="3116972"/>
                  </a:lnTo>
                  <a:lnTo>
                    <a:pt x="6433564" y="3116972"/>
                  </a:lnTo>
                  <a:lnTo>
                    <a:pt x="6432709" y="3116972"/>
                  </a:lnTo>
                  <a:lnTo>
                    <a:pt x="6431853" y="3116972"/>
                  </a:lnTo>
                  <a:lnTo>
                    <a:pt x="6430997" y="3116972"/>
                  </a:lnTo>
                  <a:lnTo>
                    <a:pt x="6430142" y="3116972"/>
                  </a:lnTo>
                  <a:lnTo>
                    <a:pt x="6429286" y="3116972"/>
                  </a:lnTo>
                  <a:lnTo>
                    <a:pt x="6428431" y="3116972"/>
                  </a:lnTo>
                  <a:lnTo>
                    <a:pt x="6427575" y="3116972"/>
                  </a:lnTo>
                  <a:lnTo>
                    <a:pt x="6426720" y="3116972"/>
                  </a:lnTo>
                  <a:lnTo>
                    <a:pt x="6425864" y="3116972"/>
                  </a:lnTo>
                  <a:lnTo>
                    <a:pt x="6425009" y="3116972"/>
                  </a:lnTo>
                  <a:lnTo>
                    <a:pt x="6424153" y="3116972"/>
                  </a:lnTo>
                  <a:lnTo>
                    <a:pt x="6423298" y="3116972"/>
                  </a:lnTo>
                  <a:lnTo>
                    <a:pt x="6422442" y="3116972"/>
                  </a:lnTo>
                  <a:lnTo>
                    <a:pt x="6421587" y="3116972"/>
                  </a:lnTo>
                  <a:lnTo>
                    <a:pt x="6420731" y="3116972"/>
                  </a:lnTo>
                  <a:lnTo>
                    <a:pt x="6419876" y="3116972"/>
                  </a:lnTo>
                  <a:lnTo>
                    <a:pt x="6419020" y="3116972"/>
                  </a:lnTo>
                  <a:lnTo>
                    <a:pt x="6418165" y="3116972"/>
                  </a:lnTo>
                  <a:lnTo>
                    <a:pt x="6417309" y="3116972"/>
                  </a:lnTo>
                  <a:lnTo>
                    <a:pt x="6416454" y="3116972"/>
                  </a:lnTo>
                  <a:lnTo>
                    <a:pt x="6415598" y="3116972"/>
                  </a:lnTo>
                  <a:lnTo>
                    <a:pt x="6414742" y="3116972"/>
                  </a:lnTo>
                  <a:lnTo>
                    <a:pt x="6413887" y="3116972"/>
                  </a:lnTo>
                  <a:lnTo>
                    <a:pt x="6413031" y="3116972"/>
                  </a:lnTo>
                  <a:lnTo>
                    <a:pt x="6412176" y="3116972"/>
                  </a:lnTo>
                  <a:lnTo>
                    <a:pt x="6411320" y="3116972"/>
                  </a:lnTo>
                  <a:lnTo>
                    <a:pt x="6410465" y="3116972"/>
                  </a:lnTo>
                  <a:lnTo>
                    <a:pt x="6409609" y="3116972"/>
                  </a:lnTo>
                  <a:lnTo>
                    <a:pt x="6408754" y="3116972"/>
                  </a:lnTo>
                  <a:lnTo>
                    <a:pt x="6407898" y="3116972"/>
                  </a:lnTo>
                  <a:lnTo>
                    <a:pt x="6407043" y="3116972"/>
                  </a:lnTo>
                  <a:lnTo>
                    <a:pt x="6406187" y="3116972"/>
                  </a:lnTo>
                  <a:lnTo>
                    <a:pt x="6405332" y="3116972"/>
                  </a:lnTo>
                  <a:lnTo>
                    <a:pt x="6404476" y="3116972"/>
                  </a:lnTo>
                  <a:lnTo>
                    <a:pt x="6403621" y="3116972"/>
                  </a:lnTo>
                  <a:lnTo>
                    <a:pt x="6402765" y="3116972"/>
                  </a:lnTo>
                  <a:lnTo>
                    <a:pt x="6401910" y="3116972"/>
                  </a:lnTo>
                  <a:lnTo>
                    <a:pt x="6401054" y="3116972"/>
                  </a:lnTo>
                  <a:lnTo>
                    <a:pt x="6400199" y="3116972"/>
                  </a:lnTo>
                  <a:lnTo>
                    <a:pt x="6399343" y="3116972"/>
                  </a:lnTo>
                  <a:lnTo>
                    <a:pt x="6398487" y="3116972"/>
                  </a:lnTo>
                  <a:lnTo>
                    <a:pt x="6397632" y="3116972"/>
                  </a:lnTo>
                  <a:lnTo>
                    <a:pt x="6396776" y="3116972"/>
                  </a:lnTo>
                  <a:lnTo>
                    <a:pt x="6395921" y="3116972"/>
                  </a:lnTo>
                  <a:lnTo>
                    <a:pt x="6395065" y="3116972"/>
                  </a:lnTo>
                  <a:lnTo>
                    <a:pt x="6394210" y="3116972"/>
                  </a:lnTo>
                  <a:lnTo>
                    <a:pt x="6393354" y="3116972"/>
                  </a:lnTo>
                  <a:lnTo>
                    <a:pt x="6392499" y="3116972"/>
                  </a:lnTo>
                  <a:lnTo>
                    <a:pt x="6391643" y="3116972"/>
                  </a:lnTo>
                  <a:lnTo>
                    <a:pt x="6390788" y="3116972"/>
                  </a:lnTo>
                  <a:lnTo>
                    <a:pt x="6389932" y="3116972"/>
                  </a:lnTo>
                  <a:lnTo>
                    <a:pt x="6389077" y="3116972"/>
                  </a:lnTo>
                  <a:lnTo>
                    <a:pt x="6388221" y="3116972"/>
                  </a:lnTo>
                  <a:lnTo>
                    <a:pt x="6387366" y="3116972"/>
                  </a:lnTo>
                  <a:lnTo>
                    <a:pt x="6386510" y="3116972"/>
                  </a:lnTo>
                  <a:lnTo>
                    <a:pt x="6385655" y="3116972"/>
                  </a:lnTo>
                  <a:lnTo>
                    <a:pt x="6384799" y="3116972"/>
                  </a:lnTo>
                  <a:lnTo>
                    <a:pt x="6383943" y="3116972"/>
                  </a:lnTo>
                  <a:lnTo>
                    <a:pt x="6383088" y="3116972"/>
                  </a:lnTo>
                  <a:lnTo>
                    <a:pt x="6382232" y="3116972"/>
                  </a:lnTo>
                  <a:lnTo>
                    <a:pt x="6381377" y="3116972"/>
                  </a:lnTo>
                  <a:lnTo>
                    <a:pt x="6380521" y="3116972"/>
                  </a:lnTo>
                  <a:lnTo>
                    <a:pt x="6379666" y="3116972"/>
                  </a:lnTo>
                  <a:lnTo>
                    <a:pt x="6378810" y="3116972"/>
                  </a:lnTo>
                  <a:lnTo>
                    <a:pt x="6377955" y="3116972"/>
                  </a:lnTo>
                  <a:lnTo>
                    <a:pt x="6377099" y="3116972"/>
                  </a:lnTo>
                  <a:lnTo>
                    <a:pt x="6376244" y="3116972"/>
                  </a:lnTo>
                  <a:lnTo>
                    <a:pt x="6375388" y="3116972"/>
                  </a:lnTo>
                  <a:lnTo>
                    <a:pt x="6374533" y="3116972"/>
                  </a:lnTo>
                  <a:lnTo>
                    <a:pt x="6373677" y="3116972"/>
                  </a:lnTo>
                  <a:lnTo>
                    <a:pt x="6372822" y="3116972"/>
                  </a:lnTo>
                  <a:lnTo>
                    <a:pt x="6371966" y="3116972"/>
                  </a:lnTo>
                  <a:lnTo>
                    <a:pt x="6371111" y="3116972"/>
                  </a:lnTo>
                  <a:lnTo>
                    <a:pt x="6370255" y="3116972"/>
                  </a:lnTo>
                  <a:lnTo>
                    <a:pt x="6369400" y="3116972"/>
                  </a:lnTo>
                  <a:lnTo>
                    <a:pt x="6368544" y="3116972"/>
                  </a:lnTo>
                  <a:lnTo>
                    <a:pt x="6367688" y="3116972"/>
                  </a:lnTo>
                  <a:lnTo>
                    <a:pt x="6366833" y="3116972"/>
                  </a:lnTo>
                  <a:lnTo>
                    <a:pt x="6365977" y="3116972"/>
                  </a:lnTo>
                  <a:lnTo>
                    <a:pt x="6365122" y="3116972"/>
                  </a:lnTo>
                  <a:lnTo>
                    <a:pt x="6364266" y="3116972"/>
                  </a:lnTo>
                  <a:lnTo>
                    <a:pt x="6363411" y="3116972"/>
                  </a:lnTo>
                  <a:lnTo>
                    <a:pt x="6362555" y="3116972"/>
                  </a:lnTo>
                  <a:lnTo>
                    <a:pt x="6361700" y="3116972"/>
                  </a:lnTo>
                  <a:lnTo>
                    <a:pt x="6360844" y="3116972"/>
                  </a:lnTo>
                  <a:lnTo>
                    <a:pt x="6359989" y="3116972"/>
                  </a:lnTo>
                  <a:lnTo>
                    <a:pt x="6359133" y="3116972"/>
                  </a:lnTo>
                  <a:lnTo>
                    <a:pt x="6358278" y="3116972"/>
                  </a:lnTo>
                  <a:lnTo>
                    <a:pt x="6357422" y="3116972"/>
                  </a:lnTo>
                  <a:lnTo>
                    <a:pt x="6356567" y="3116972"/>
                  </a:lnTo>
                  <a:lnTo>
                    <a:pt x="6355711" y="3116972"/>
                  </a:lnTo>
                  <a:lnTo>
                    <a:pt x="6354856" y="3116972"/>
                  </a:lnTo>
                  <a:lnTo>
                    <a:pt x="6354000" y="3116972"/>
                  </a:lnTo>
                  <a:lnTo>
                    <a:pt x="6353145" y="3116972"/>
                  </a:lnTo>
                  <a:lnTo>
                    <a:pt x="6352289" y="3116972"/>
                  </a:lnTo>
                  <a:lnTo>
                    <a:pt x="6351433" y="3116972"/>
                  </a:lnTo>
                  <a:lnTo>
                    <a:pt x="6350578" y="3116972"/>
                  </a:lnTo>
                  <a:lnTo>
                    <a:pt x="6349722" y="3116972"/>
                  </a:lnTo>
                  <a:lnTo>
                    <a:pt x="6348867" y="3116972"/>
                  </a:lnTo>
                  <a:lnTo>
                    <a:pt x="6348011" y="3116972"/>
                  </a:lnTo>
                  <a:lnTo>
                    <a:pt x="6347156" y="3116972"/>
                  </a:lnTo>
                  <a:lnTo>
                    <a:pt x="6346300" y="3116972"/>
                  </a:lnTo>
                  <a:lnTo>
                    <a:pt x="6345445" y="3116972"/>
                  </a:lnTo>
                  <a:lnTo>
                    <a:pt x="6344589" y="3116972"/>
                  </a:lnTo>
                  <a:lnTo>
                    <a:pt x="6343734" y="3116972"/>
                  </a:lnTo>
                  <a:lnTo>
                    <a:pt x="6342878" y="3116972"/>
                  </a:lnTo>
                  <a:lnTo>
                    <a:pt x="6342023" y="3116972"/>
                  </a:lnTo>
                  <a:lnTo>
                    <a:pt x="6341167" y="3116972"/>
                  </a:lnTo>
                  <a:lnTo>
                    <a:pt x="6340312" y="3116972"/>
                  </a:lnTo>
                  <a:lnTo>
                    <a:pt x="6339456" y="3116972"/>
                  </a:lnTo>
                  <a:lnTo>
                    <a:pt x="6338601" y="3116972"/>
                  </a:lnTo>
                  <a:lnTo>
                    <a:pt x="6337745" y="3116972"/>
                  </a:lnTo>
                  <a:lnTo>
                    <a:pt x="6336889" y="3116972"/>
                  </a:lnTo>
                  <a:lnTo>
                    <a:pt x="6336034" y="3116972"/>
                  </a:lnTo>
                  <a:lnTo>
                    <a:pt x="6335178" y="3116972"/>
                  </a:lnTo>
                  <a:lnTo>
                    <a:pt x="6334323" y="3116972"/>
                  </a:lnTo>
                  <a:lnTo>
                    <a:pt x="6333467" y="3116972"/>
                  </a:lnTo>
                  <a:lnTo>
                    <a:pt x="6332612" y="3116972"/>
                  </a:lnTo>
                  <a:lnTo>
                    <a:pt x="6331756" y="3116972"/>
                  </a:lnTo>
                  <a:lnTo>
                    <a:pt x="6330901" y="3116972"/>
                  </a:lnTo>
                  <a:lnTo>
                    <a:pt x="6330045" y="3116972"/>
                  </a:lnTo>
                  <a:lnTo>
                    <a:pt x="6329190" y="3116972"/>
                  </a:lnTo>
                  <a:lnTo>
                    <a:pt x="6328334" y="3116972"/>
                  </a:lnTo>
                  <a:lnTo>
                    <a:pt x="6327479" y="3116972"/>
                  </a:lnTo>
                  <a:lnTo>
                    <a:pt x="6326623" y="3116972"/>
                  </a:lnTo>
                  <a:lnTo>
                    <a:pt x="6325768" y="3116972"/>
                  </a:lnTo>
                  <a:lnTo>
                    <a:pt x="6324912" y="3116972"/>
                  </a:lnTo>
                  <a:lnTo>
                    <a:pt x="6324057" y="3116972"/>
                  </a:lnTo>
                  <a:lnTo>
                    <a:pt x="6323201" y="3116972"/>
                  </a:lnTo>
                  <a:lnTo>
                    <a:pt x="6322346" y="3116972"/>
                  </a:lnTo>
                  <a:lnTo>
                    <a:pt x="6321490" y="3116972"/>
                  </a:lnTo>
                  <a:lnTo>
                    <a:pt x="6320634" y="3116972"/>
                  </a:lnTo>
                  <a:lnTo>
                    <a:pt x="6319779" y="3116972"/>
                  </a:lnTo>
                  <a:lnTo>
                    <a:pt x="6318923" y="3116972"/>
                  </a:lnTo>
                  <a:lnTo>
                    <a:pt x="6318068" y="3116972"/>
                  </a:lnTo>
                  <a:lnTo>
                    <a:pt x="6317212" y="3116972"/>
                  </a:lnTo>
                  <a:lnTo>
                    <a:pt x="6316357" y="3116972"/>
                  </a:lnTo>
                  <a:lnTo>
                    <a:pt x="6315501" y="3116972"/>
                  </a:lnTo>
                  <a:lnTo>
                    <a:pt x="6314646" y="3116972"/>
                  </a:lnTo>
                  <a:lnTo>
                    <a:pt x="6313790" y="3116972"/>
                  </a:lnTo>
                  <a:lnTo>
                    <a:pt x="6312935" y="3116972"/>
                  </a:lnTo>
                  <a:lnTo>
                    <a:pt x="6312079" y="3116972"/>
                  </a:lnTo>
                  <a:lnTo>
                    <a:pt x="6311224" y="3116972"/>
                  </a:lnTo>
                  <a:lnTo>
                    <a:pt x="6310368" y="3116972"/>
                  </a:lnTo>
                  <a:lnTo>
                    <a:pt x="6309513" y="3116972"/>
                  </a:lnTo>
                  <a:lnTo>
                    <a:pt x="6308657" y="3116972"/>
                  </a:lnTo>
                  <a:lnTo>
                    <a:pt x="6307802" y="3116972"/>
                  </a:lnTo>
                  <a:lnTo>
                    <a:pt x="6306946" y="3116972"/>
                  </a:lnTo>
                  <a:lnTo>
                    <a:pt x="6306091" y="3116972"/>
                  </a:lnTo>
                  <a:lnTo>
                    <a:pt x="6305235" y="3116972"/>
                  </a:lnTo>
                  <a:lnTo>
                    <a:pt x="6304379" y="3116972"/>
                  </a:lnTo>
                  <a:lnTo>
                    <a:pt x="6303524" y="3116972"/>
                  </a:lnTo>
                  <a:lnTo>
                    <a:pt x="6302668" y="3116972"/>
                  </a:lnTo>
                  <a:lnTo>
                    <a:pt x="6301813" y="3116972"/>
                  </a:lnTo>
                  <a:lnTo>
                    <a:pt x="6300957" y="3116972"/>
                  </a:lnTo>
                  <a:lnTo>
                    <a:pt x="6300102" y="3116972"/>
                  </a:lnTo>
                  <a:lnTo>
                    <a:pt x="6299246" y="3116972"/>
                  </a:lnTo>
                  <a:lnTo>
                    <a:pt x="6298391" y="3116972"/>
                  </a:lnTo>
                  <a:lnTo>
                    <a:pt x="6297535" y="3116972"/>
                  </a:lnTo>
                  <a:lnTo>
                    <a:pt x="6296680" y="3116972"/>
                  </a:lnTo>
                  <a:lnTo>
                    <a:pt x="6295824" y="3116972"/>
                  </a:lnTo>
                  <a:lnTo>
                    <a:pt x="6294969" y="3116972"/>
                  </a:lnTo>
                  <a:lnTo>
                    <a:pt x="6294113" y="3116972"/>
                  </a:lnTo>
                  <a:lnTo>
                    <a:pt x="6293258" y="3116972"/>
                  </a:lnTo>
                  <a:lnTo>
                    <a:pt x="6292402" y="3116972"/>
                  </a:lnTo>
                  <a:lnTo>
                    <a:pt x="6291547" y="3116972"/>
                  </a:lnTo>
                  <a:lnTo>
                    <a:pt x="6290691" y="3116972"/>
                  </a:lnTo>
                  <a:lnTo>
                    <a:pt x="6289835" y="3116972"/>
                  </a:lnTo>
                  <a:lnTo>
                    <a:pt x="6288980" y="3116972"/>
                  </a:lnTo>
                  <a:lnTo>
                    <a:pt x="6288124" y="3116972"/>
                  </a:lnTo>
                  <a:lnTo>
                    <a:pt x="6287269" y="3116972"/>
                  </a:lnTo>
                  <a:lnTo>
                    <a:pt x="6286413" y="3116972"/>
                  </a:lnTo>
                  <a:lnTo>
                    <a:pt x="6285558" y="3116972"/>
                  </a:lnTo>
                  <a:lnTo>
                    <a:pt x="6284702" y="3116972"/>
                  </a:lnTo>
                  <a:lnTo>
                    <a:pt x="6283847" y="3116972"/>
                  </a:lnTo>
                  <a:lnTo>
                    <a:pt x="6282991" y="3116972"/>
                  </a:lnTo>
                  <a:lnTo>
                    <a:pt x="6282136" y="3116972"/>
                  </a:lnTo>
                  <a:lnTo>
                    <a:pt x="6281280" y="3116972"/>
                  </a:lnTo>
                  <a:lnTo>
                    <a:pt x="6280425" y="3116972"/>
                  </a:lnTo>
                  <a:lnTo>
                    <a:pt x="6279569" y="3116972"/>
                  </a:lnTo>
                  <a:lnTo>
                    <a:pt x="6278714" y="3116972"/>
                  </a:lnTo>
                  <a:lnTo>
                    <a:pt x="6277858" y="3116972"/>
                  </a:lnTo>
                  <a:lnTo>
                    <a:pt x="6277003" y="3116972"/>
                  </a:lnTo>
                  <a:lnTo>
                    <a:pt x="6276147" y="3116972"/>
                  </a:lnTo>
                  <a:lnTo>
                    <a:pt x="6275292" y="3116972"/>
                  </a:lnTo>
                  <a:lnTo>
                    <a:pt x="6274436" y="3116972"/>
                  </a:lnTo>
                  <a:lnTo>
                    <a:pt x="6273580" y="3116972"/>
                  </a:lnTo>
                  <a:lnTo>
                    <a:pt x="6272725" y="3116972"/>
                  </a:lnTo>
                  <a:lnTo>
                    <a:pt x="6271869" y="3116972"/>
                  </a:lnTo>
                  <a:lnTo>
                    <a:pt x="6271014" y="3116972"/>
                  </a:lnTo>
                  <a:lnTo>
                    <a:pt x="6270158" y="3116972"/>
                  </a:lnTo>
                  <a:lnTo>
                    <a:pt x="6269303" y="3116972"/>
                  </a:lnTo>
                  <a:lnTo>
                    <a:pt x="6268447" y="3116972"/>
                  </a:lnTo>
                  <a:lnTo>
                    <a:pt x="6267592" y="3116972"/>
                  </a:lnTo>
                  <a:lnTo>
                    <a:pt x="6266736" y="3116972"/>
                  </a:lnTo>
                  <a:lnTo>
                    <a:pt x="6265881" y="3116972"/>
                  </a:lnTo>
                  <a:lnTo>
                    <a:pt x="6265025" y="3116972"/>
                  </a:lnTo>
                  <a:lnTo>
                    <a:pt x="6264170" y="3116972"/>
                  </a:lnTo>
                  <a:lnTo>
                    <a:pt x="6263314" y="3116972"/>
                  </a:lnTo>
                  <a:lnTo>
                    <a:pt x="6262459" y="3116972"/>
                  </a:lnTo>
                  <a:lnTo>
                    <a:pt x="6261603" y="3116972"/>
                  </a:lnTo>
                  <a:lnTo>
                    <a:pt x="6260748" y="3116972"/>
                  </a:lnTo>
                  <a:lnTo>
                    <a:pt x="6259892" y="3116972"/>
                  </a:lnTo>
                  <a:lnTo>
                    <a:pt x="6259037" y="3116972"/>
                  </a:lnTo>
                  <a:lnTo>
                    <a:pt x="6258181" y="3116972"/>
                  </a:lnTo>
                  <a:lnTo>
                    <a:pt x="6257325" y="3116972"/>
                  </a:lnTo>
                  <a:lnTo>
                    <a:pt x="6256470" y="3116972"/>
                  </a:lnTo>
                  <a:lnTo>
                    <a:pt x="6255614" y="3116972"/>
                  </a:lnTo>
                  <a:lnTo>
                    <a:pt x="6254759" y="3116972"/>
                  </a:lnTo>
                  <a:lnTo>
                    <a:pt x="6253903" y="3116972"/>
                  </a:lnTo>
                  <a:lnTo>
                    <a:pt x="6253048" y="3116972"/>
                  </a:lnTo>
                  <a:lnTo>
                    <a:pt x="6252192" y="3116972"/>
                  </a:lnTo>
                  <a:lnTo>
                    <a:pt x="6251337" y="3116972"/>
                  </a:lnTo>
                  <a:lnTo>
                    <a:pt x="6250481" y="3116972"/>
                  </a:lnTo>
                  <a:lnTo>
                    <a:pt x="6249626" y="3116972"/>
                  </a:lnTo>
                  <a:lnTo>
                    <a:pt x="6248770" y="3116972"/>
                  </a:lnTo>
                  <a:lnTo>
                    <a:pt x="6247915" y="3116972"/>
                  </a:lnTo>
                  <a:lnTo>
                    <a:pt x="6247059" y="3116972"/>
                  </a:lnTo>
                  <a:lnTo>
                    <a:pt x="6246204" y="3116972"/>
                  </a:lnTo>
                  <a:lnTo>
                    <a:pt x="6245348" y="3116972"/>
                  </a:lnTo>
                  <a:lnTo>
                    <a:pt x="6244493" y="3116972"/>
                  </a:lnTo>
                  <a:lnTo>
                    <a:pt x="6243637" y="3116972"/>
                  </a:lnTo>
                  <a:lnTo>
                    <a:pt x="6242781" y="3116972"/>
                  </a:lnTo>
                  <a:lnTo>
                    <a:pt x="6241926" y="3116972"/>
                  </a:lnTo>
                  <a:lnTo>
                    <a:pt x="6241070" y="3116972"/>
                  </a:lnTo>
                  <a:lnTo>
                    <a:pt x="6240215" y="3116972"/>
                  </a:lnTo>
                  <a:lnTo>
                    <a:pt x="6239359" y="3116972"/>
                  </a:lnTo>
                  <a:lnTo>
                    <a:pt x="6238504" y="3116972"/>
                  </a:lnTo>
                  <a:lnTo>
                    <a:pt x="6237648" y="3116972"/>
                  </a:lnTo>
                  <a:lnTo>
                    <a:pt x="6236793" y="3116972"/>
                  </a:lnTo>
                  <a:lnTo>
                    <a:pt x="6235937" y="3116972"/>
                  </a:lnTo>
                  <a:lnTo>
                    <a:pt x="6235082" y="3116972"/>
                  </a:lnTo>
                  <a:lnTo>
                    <a:pt x="6234226" y="3116972"/>
                  </a:lnTo>
                  <a:lnTo>
                    <a:pt x="6233371" y="3116972"/>
                  </a:lnTo>
                  <a:lnTo>
                    <a:pt x="6232515" y="3116972"/>
                  </a:lnTo>
                  <a:lnTo>
                    <a:pt x="6231660" y="3116972"/>
                  </a:lnTo>
                  <a:lnTo>
                    <a:pt x="6230804" y="3116972"/>
                  </a:lnTo>
                  <a:lnTo>
                    <a:pt x="6229949" y="3116972"/>
                  </a:lnTo>
                  <a:lnTo>
                    <a:pt x="6229093" y="3116972"/>
                  </a:lnTo>
                  <a:lnTo>
                    <a:pt x="6228238" y="3116972"/>
                  </a:lnTo>
                  <a:lnTo>
                    <a:pt x="6227382" y="3116972"/>
                  </a:lnTo>
                  <a:lnTo>
                    <a:pt x="6226526" y="3116972"/>
                  </a:lnTo>
                  <a:lnTo>
                    <a:pt x="6225671" y="3116972"/>
                  </a:lnTo>
                  <a:lnTo>
                    <a:pt x="6224815" y="3116972"/>
                  </a:lnTo>
                  <a:lnTo>
                    <a:pt x="6223960" y="3116972"/>
                  </a:lnTo>
                  <a:lnTo>
                    <a:pt x="6223104" y="3116972"/>
                  </a:lnTo>
                  <a:lnTo>
                    <a:pt x="6222249" y="3116972"/>
                  </a:lnTo>
                  <a:lnTo>
                    <a:pt x="6221393" y="3116972"/>
                  </a:lnTo>
                  <a:lnTo>
                    <a:pt x="6220538" y="3116972"/>
                  </a:lnTo>
                  <a:lnTo>
                    <a:pt x="6219682" y="3116972"/>
                  </a:lnTo>
                  <a:lnTo>
                    <a:pt x="6218827" y="3116972"/>
                  </a:lnTo>
                  <a:lnTo>
                    <a:pt x="6217971" y="3116972"/>
                  </a:lnTo>
                  <a:lnTo>
                    <a:pt x="6217116" y="3116972"/>
                  </a:lnTo>
                  <a:lnTo>
                    <a:pt x="6216260" y="3116972"/>
                  </a:lnTo>
                  <a:lnTo>
                    <a:pt x="6215405" y="3116972"/>
                  </a:lnTo>
                  <a:lnTo>
                    <a:pt x="6214549" y="3116972"/>
                  </a:lnTo>
                  <a:lnTo>
                    <a:pt x="6213694" y="3116972"/>
                  </a:lnTo>
                  <a:lnTo>
                    <a:pt x="6212838" y="3116972"/>
                  </a:lnTo>
                  <a:lnTo>
                    <a:pt x="6211983" y="3116972"/>
                  </a:lnTo>
                  <a:lnTo>
                    <a:pt x="6211127" y="3116972"/>
                  </a:lnTo>
                  <a:lnTo>
                    <a:pt x="6210271" y="3116972"/>
                  </a:lnTo>
                  <a:lnTo>
                    <a:pt x="6209416" y="3116972"/>
                  </a:lnTo>
                  <a:lnTo>
                    <a:pt x="6208560" y="3116972"/>
                  </a:lnTo>
                  <a:lnTo>
                    <a:pt x="6207705" y="3116972"/>
                  </a:lnTo>
                  <a:lnTo>
                    <a:pt x="6206849" y="3116972"/>
                  </a:lnTo>
                  <a:lnTo>
                    <a:pt x="6205994" y="3116972"/>
                  </a:lnTo>
                  <a:lnTo>
                    <a:pt x="6205138" y="3116972"/>
                  </a:lnTo>
                  <a:lnTo>
                    <a:pt x="6204283" y="3116972"/>
                  </a:lnTo>
                  <a:lnTo>
                    <a:pt x="6203427" y="3116972"/>
                  </a:lnTo>
                  <a:lnTo>
                    <a:pt x="6202572" y="3116972"/>
                  </a:lnTo>
                  <a:lnTo>
                    <a:pt x="6201716" y="3116972"/>
                  </a:lnTo>
                  <a:lnTo>
                    <a:pt x="6200861" y="3116972"/>
                  </a:lnTo>
                  <a:lnTo>
                    <a:pt x="6200005" y="3116972"/>
                  </a:lnTo>
                  <a:lnTo>
                    <a:pt x="6199150" y="3116972"/>
                  </a:lnTo>
                  <a:lnTo>
                    <a:pt x="6198294" y="3116972"/>
                  </a:lnTo>
                  <a:lnTo>
                    <a:pt x="6197439" y="3116972"/>
                  </a:lnTo>
                  <a:lnTo>
                    <a:pt x="6196583" y="3116972"/>
                  </a:lnTo>
                  <a:lnTo>
                    <a:pt x="6195728" y="3116972"/>
                  </a:lnTo>
                  <a:lnTo>
                    <a:pt x="6194872" y="3116972"/>
                  </a:lnTo>
                  <a:lnTo>
                    <a:pt x="6194016" y="3116972"/>
                  </a:lnTo>
                  <a:lnTo>
                    <a:pt x="6193161" y="3116972"/>
                  </a:lnTo>
                  <a:lnTo>
                    <a:pt x="6192305" y="3116972"/>
                  </a:lnTo>
                  <a:lnTo>
                    <a:pt x="6191450" y="3116972"/>
                  </a:lnTo>
                  <a:lnTo>
                    <a:pt x="6190594" y="3116972"/>
                  </a:lnTo>
                  <a:lnTo>
                    <a:pt x="6189739" y="3116972"/>
                  </a:lnTo>
                  <a:lnTo>
                    <a:pt x="6188883" y="3116972"/>
                  </a:lnTo>
                  <a:lnTo>
                    <a:pt x="6188028" y="3116972"/>
                  </a:lnTo>
                  <a:lnTo>
                    <a:pt x="6187172" y="3116972"/>
                  </a:lnTo>
                  <a:lnTo>
                    <a:pt x="6186317" y="3116972"/>
                  </a:lnTo>
                  <a:lnTo>
                    <a:pt x="6185461" y="3116972"/>
                  </a:lnTo>
                  <a:lnTo>
                    <a:pt x="6184606" y="3116972"/>
                  </a:lnTo>
                  <a:lnTo>
                    <a:pt x="6183750" y="3116972"/>
                  </a:lnTo>
                  <a:lnTo>
                    <a:pt x="6182895" y="3116972"/>
                  </a:lnTo>
                  <a:lnTo>
                    <a:pt x="6182039" y="3116972"/>
                  </a:lnTo>
                  <a:lnTo>
                    <a:pt x="6181184" y="3116972"/>
                  </a:lnTo>
                  <a:lnTo>
                    <a:pt x="6180328" y="3116972"/>
                  </a:lnTo>
                  <a:lnTo>
                    <a:pt x="6179472" y="3116972"/>
                  </a:lnTo>
                  <a:lnTo>
                    <a:pt x="6178617" y="3116972"/>
                  </a:lnTo>
                  <a:lnTo>
                    <a:pt x="6177761" y="3116972"/>
                  </a:lnTo>
                  <a:lnTo>
                    <a:pt x="6176906" y="3116972"/>
                  </a:lnTo>
                  <a:lnTo>
                    <a:pt x="6176050" y="3116972"/>
                  </a:lnTo>
                  <a:lnTo>
                    <a:pt x="6175195" y="3116972"/>
                  </a:lnTo>
                  <a:lnTo>
                    <a:pt x="6174339" y="3116972"/>
                  </a:lnTo>
                  <a:lnTo>
                    <a:pt x="6173484" y="3116972"/>
                  </a:lnTo>
                  <a:lnTo>
                    <a:pt x="6172628" y="3116972"/>
                  </a:lnTo>
                  <a:lnTo>
                    <a:pt x="6171773" y="3116972"/>
                  </a:lnTo>
                  <a:lnTo>
                    <a:pt x="6170917" y="3116972"/>
                  </a:lnTo>
                  <a:lnTo>
                    <a:pt x="6170062" y="3116972"/>
                  </a:lnTo>
                  <a:lnTo>
                    <a:pt x="6169206" y="3116972"/>
                  </a:lnTo>
                  <a:lnTo>
                    <a:pt x="6168351" y="3116972"/>
                  </a:lnTo>
                  <a:lnTo>
                    <a:pt x="6167495" y="3116972"/>
                  </a:lnTo>
                  <a:lnTo>
                    <a:pt x="6166640" y="3116972"/>
                  </a:lnTo>
                  <a:lnTo>
                    <a:pt x="6165784" y="3116972"/>
                  </a:lnTo>
                  <a:lnTo>
                    <a:pt x="6164929" y="3116972"/>
                  </a:lnTo>
                  <a:lnTo>
                    <a:pt x="6164073" y="3116972"/>
                  </a:lnTo>
                  <a:lnTo>
                    <a:pt x="6163217" y="3116972"/>
                  </a:lnTo>
                  <a:lnTo>
                    <a:pt x="6162362" y="3116972"/>
                  </a:lnTo>
                  <a:lnTo>
                    <a:pt x="6161506" y="3116972"/>
                  </a:lnTo>
                  <a:lnTo>
                    <a:pt x="6160651" y="3116972"/>
                  </a:lnTo>
                  <a:lnTo>
                    <a:pt x="6159795" y="3116972"/>
                  </a:lnTo>
                  <a:lnTo>
                    <a:pt x="6158940" y="3116972"/>
                  </a:lnTo>
                  <a:lnTo>
                    <a:pt x="6158084" y="3116972"/>
                  </a:lnTo>
                  <a:lnTo>
                    <a:pt x="6157229" y="3116972"/>
                  </a:lnTo>
                  <a:lnTo>
                    <a:pt x="6156373" y="3116972"/>
                  </a:lnTo>
                  <a:lnTo>
                    <a:pt x="6155518" y="3116972"/>
                  </a:lnTo>
                  <a:lnTo>
                    <a:pt x="6154662" y="3116972"/>
                  </a:lnTo>
                  <a:lnTo>
                    <a:pt x="6153807" y="3116972"/>
                  </a:lnTo>
                  <a:lnTo>
                    <a:pt x="6152951" y="3116972"/>
                  </a:lnTo>
                  <a:lnTo>
                    <a:pt x="6152096" y="3116972"/>
                  </a:lnTo>
                  <a:lnTo>
                    <a:pt x="6151240" y="3116972"/>
                  </a:lnTo>
                  <a:lnTo>
                    <a:pt x="6150385" y="3116972"/>
                  </a:lnTo>
                  <a:lnTo>
                    <a:pt x="6149529" y="3116972"/>
                  </a:lnTo>
                  <a:lnTo>
                    <a:pt x="6148674" y="3116972"/>
                  </a:lnTo>
                  <a:lnTo>
                    <a:pt x="6147818" y="3116972"/>
                  </a:lnTo>
                  <a:lnTo>
                    <a:pt x="6146962" y="3116972"/>
                  </a:lnTo>
                  <a:lnTo>
                    <a:pt x="6146107" y="3116972"/>
                  </a:lnTo>
                  <a:lnTo>
                    <a:pt x="6145251" y="3116972"/>
                  </a:lnTo>
                  <a:lnTo>
                    <a:pt x="6144396" y="3116972"/>
                  </a:lnTo>
                  <a:lnTo>
                    <a:pt x="6143540" y="3116972"/>
                  </a:lnTo>
                  <a:lnTo>
                    <a:pt x="6142685" y="3116972"/>
                  </a:lnTo>
                  <a:lnTo>
                    <a:pt x="6141829" y="3116972"/>
                  </a:lnTo>
                  <a:lnTo>
                    <a:pt x="6140974" y="3116972"/>
                  </a:lnTo>
                  <a:lnTo>
                    <a:pt x="6140118" y="3116972"/>
                  </a:lnTo>
                  <a:lnTo>
                    <a:pt x="6139263" y="3116972"/>
                  </a:lnTo>
                  <a:lnTo>
                    <a:pt x="6138407" y="3116972"/>
                  </a:lnTo>
                  <a:lnTo>
                    <a:pt x="6137552" y="3116972"/>
                  </a:lnTo>
                  <a:lnTo>
                    <a:pt x="6136696" y="3116972"/>
                  </a:lnTo>
                  <a:lnTo>
                    <a:pt x="6135841" y="3116972"/>
                  </a:lnTo>
                  <a:lnTo>
                    <a:pt x="6134985" y="3116972"/>
                  </a:lnTo>
                  <a:lnTo>
                    <a:pt x="6134130" y="3116972"/>
                  </a:lnTo>
                  <a:lnTo>
                    <a:pt x="6133274" y="3116972"/>
                  </a:lnTo>
                  <a:lnTo>
                    <a:pt x="6132418" y="3116972"/>
                  </a:lnTo>
                  <a:lnTo>
                    <a:pt x="6131563" y="3116972"/>
                  </a:lnTo>
                  <a:lnTo>
                    <a:pt x="6130707" y="3116972"/>
                  </a:lnTo>
                  <a:lnTo>
                    <a:pt x="6129852" y="3116972"/>
                  </a:lnTo>
                  <a:lnTo>
                    <a:pt x="6128996" y="3116972"/>
                  </a:lnTo>
                  <a:lnTo>
                    <a:pt x="6128141" y="3116972"/>
                  </a:lnTo>
                  <a:lnTo>
                    <a:pt x="6127285" y="3116972"/>
                  </a:lnTo>
                  <a:lnTo>
                    <a:pt x="6126430" y="3116972"/>
                  </a:lnTo>
                  <a:lnTo>
                    <a:pt x="6125574" y="3116972"/>
                  </a:lnTo>
                  <a:lnTo>
                    <a:pt x="6124719" y="3116972"/>
                  </a:lnTo>
                  <a:lnTo>
                    <a:pt x="6123863" y="3116972"/>
                  </a:lnTo>
                  <a:lnTo>
                    <a:pt x="6123008" y="3116972"/>
                  </a:lnTo>
                  <a:lnTo>
                    <a:pt x="6122152" y="3116972"/>
                  </a:lnTo>
                  <a:lnTo>
                    <a:pt x="6121297" y="3116972"/>
                  </a:lnTo>
                  <a:lnTo>
                    <a:pt x="6120441" y="3116972"/>
                  </a:lnTo>
                  <a:lnTo>
                    <a:pt x="6119586" y="3116972"/>
                  </a:lnTo>
                  <a:lnTo>
                    <a:pt x="6118730" y="3116972"/>
                  </a:lnTo>
                  <a:lnTo>
                    <a:pt x="6117875" y="3116972"/>
                  </a:lnTo>
                  <a:lnTo>
                    <a:pt x="6117019" y="3116972"/>
                  </a:lnTo>
                  <a:lnTo>
                    <a:pt x="6116163" y="3116972"/>
                  </a:lnTo>
                  <a:lnTo>
                    <a:pt x="6115308" y="3116972"/>
                  </a:lnTo>
                  <a:lnTo>
                    <a:pt x="6114452" y="3116972"/>
                  </a:lnTo>
                  <a:lnTo>
                    <a:pt x="6113597" y="3116972"/>
                  </a:lnTo>
                  <a:lnTo>
                    <a:pt x="6112741" y="3116972"/>
                  </a:lnTo>
                  <a:lnTo>
                    <a:pt x="6111886" y="3116972"/>
                  </a:lnTo>
                  <a:lnTo>
                    <a:pt x="6111030" y="3116972"/>
                  </a:lnTo>
                  <a:lnTo>
                    <a:pt x="6110175" y="3116972"/>
                  </a:lnTo>
                  <a:lnTo>
                    <a:pt x="6109319" y="3116972"/>
                  </a:lnTo>
                  <a:lnTo>
                    <a:pt x="6108464" y="3116972"/>
                  </a:lnTo>
                  <a:lnTo>
                    <a:pt x="6107608" y="3116972"/>
                  </a:lnTo>
                  <a:lnTo>
                    <a:pt x="6106753" y="3116972"/>
                  </a:lnTo>
                  <a:lnTo>
                    <a:pt x="6105897" y="3116972"/>
                  </a:lnTo>
                  <a:lnTo>
                    <a:pt x="6105042" y="3116972"/>
                  </a:lnTo>
                  <a:lnTo>
                    <a:pt x="6104186" y="3116972"/>
                  </a:lnTo>
                  <a:lnTo>
                    <a:pt x="6103331" y="3116972"/>
                  </a:lnTo>
                  <a:lnTo>
                    <a:pt x="6102475" y="3116972"/>
                  </a:lnTo>
                  <a:lnTo>
                    <a:pt x="6101620" y="3116972"/>
                  </a:lnTo>
                  <a:lnTo>
                    <a:pt x="6100764" y="3116972"/>
                  </a:lnTo>
                  <a:lnTo>
                    <a:pt x="6099908" y="3116972"/>
                  </a:lnTo>
                  <a:lnTo>
                    <a:pt x="6099053" y="3116972"/>
                  </a:lnTo>
                  <a:lnTo>
                    <a:pt x="6098197" y="3116972"/>
                  </a:lnTo>
                  <a:lnTo>
                    <a:pt x="6097342" y="3116972"/>
                  </a:lnTo>
                  <a:lnTo>
                    <a:pt x="6096486" y="3116972"/>
                  </a:lnTo>
                  <a:lnTo>
                    <a:pt x="6095631" y="3116972"/>
                  </a:lnTo>
                  <a:lnTo>
                    <a:pt x="6094775" y="3116972"/>
                  </a:lnTo>
                  <a:lnTo>
                    <a:pt x="6093920" y="3116972"/>
                  </a:lnTo>
                  <a:lnTo>
                    <a:pt x="6093064" y="3116972"/>
                  </a:lnTo>
                  <a:lnTo>
                    <a:pt x="6092209" y="3116972"/>
                  </a:lnTo>
                  <a:lnTo>
                    <a:pt x="6091353" y="3116972"/>
                  </a:lnTo>
                  <a:lnTo>
                    <a:pt x="6090498" y="3116972"/>
                  </a:lnTo>
                  <a:lnTo>
                    <a:pt x="6089642" y="3116972"/>
                  </a:lnTo>
                  <a:lnTo>
                    <a:pt x="6088787" y="3116972"/>
                  </a:lnTo>
                  <a:lnTo>
                    <a:pt x="6087931" y="3116972"/>
                  </a:lnTo>
                  <a:lnTo>
                    <a:pt x="6087076" y="3116972"/>
                  </a:lnTo>
                  <a:lnTo>
                    <a:pt x="6086220" y="3116972"/>
                  </a:lnTo>
                  <a:lnTo>
                    <a:pt x="6085364" y="3116972"/>
                  </a:lnTo>
                  <a:lnTo>
                    <a:pt x="6084509" y="3116972"/>
                  </a:lnTo>
                  <a:lnTo>
                    <a:pt x="6083653" y="3116972"/>
                  </a:lnTo>
                  <a:lnTo>
                    <a:pt x="6082798" y="3116972"/>
                  </a:lnTo>
                  <a:lnTo>
                    <a:pt x="6081942" y="3116972"/>
                  </a:lnTo>
                  <a:lnTo>
                    <a:pt x="6081087" y="3116972"/>
                  </a:lnTo>
                  <a:lnTo>
                    <a:pt x="6080231" y="3116972"/>
                  </a:lnTo>
                  <a:lnTo>
                    <a:pt x="6079376" y="3116972"/>
                  </a:lnTo>
                  <a:lnTo>
                    <a:pt x="6078520" y="3116972"/>
                  </a:lnTo>
                  <a:lnTo>
                    <a:pt x="6077665" y="3116972"/>
                  </a:lnTo>
                  <a:lnTo>
                    <a:pt x="6076809" y="3116972"/>
                  </a:lnTo>
                  <a:lnTo>
                    <a:pt x="6075954" y="3116972"/>
                  </a:lnTo>
                  <a:lnTo>
                    <a:pt x="6075098" y="3116972"/>
                  </a:lnTo>
                  <a:lnTo>
                    <a:pt x="6074243" y="3116972"/>
                  </a:lnTo>
                  <a:lnTo>
                    <a:pt x="6073387" y="3116972"/>
                  </a:lnTo>
                  <a:lnTo>
                    <a:pt x="6072532" y="3116972"/>
                  </a:lnTo>
                  <a:lnTo>
                    <a:pt x="6071676" y="3116972"/>
                  </a:lnTo>
                  <a:lnTo>
                    <a:pt x="6070821" y="3116972"/>
                  </a:lnTo>
                  <a:lnTo>
                    <a:pt x="6069965" y="3116972"/>
                  </a:lnTo>
                  <a:lnTo>
                    <a:pt x="6069109" y="3116972"/>
                  </a:lnTo>
                  <a:lnTo>
                    <a:pt x="6068254" y="3116972"/>
                  </a:lnTo>
                  <a:lnTo>
                    <a:pt x="6067398" y="3116972"/>
                  </a:lnTo>
                  <a:lnTo>
                    <a:pt x="6066543" y="3116972"/>
                  </a:lnTo>
                  <a:lnTo>
                    <a:pt x="6065687" y="3116972"/>
                  </a:lnTo>
                  <a:lnTo>
                    <a:pt x="6064832" y="3116972"/>
                  </a:lnTo>
                  <a:lnTo>
                    <a:pt x="6063976" y="3116972"/>
                  </a:lnTo>
                  <a:lnTo>
                    <a:pt x="6063121" y="3116972"/>
                  </a:lnTo>
                  <a:lnTo>
                    <a:pt x="6062265" y="3116972"/>
                  </a:lnTo>
                  <a:lnTo>
                    <a:pt x="6061410" y="3116972"/>
                  </a:lnTo>
                  <a:lnTo>
                    <a:pt x="6060554" y="3116972"/>
                  </a:lnTo>
                  <a:lnTo>
                    <a:pt x="6059699" y="3116972"/>
                  </a:lnTo>
                  <a:lnTo>
                    <a:pt x="6058843" y="3116972"/>
                  </a:lnTo>
                  <a:lnTo>
                    <a:pt x="6057988" y="3116972"/>
                  </a:lnTo>
                  <a:lnTo>
                    <a:pt x="6057132" y="3116972"/>
                  </a:lnTo>
                  <a:lnTo>
                    <a:pt x="6056277" y="3116972"/>
                  </a:lnTo>
                  <a:lnTo>
                    <a:pt x="6055421" y="3116972"/>
                  </a:lnTo>
                  <a:lnTo>
                    <a:pt x="6054566" y="3116972"/>
                  </a:lnTo>
                  <a:lnTo>
                    <a:pt x="6053710" y="3116972"/>
                  </a:lnTo>
                  <a:lnTo>
                    <a:pt x="6052854" y="3116972"/>
                  </a:lnTo>
                  <a:lnTo>
                    <a:pt x="6051999" y="3116972"/>
                  </a:lnTo>
                  <a:lnTo>
                    <a:pt x="6051143" y="3116972"/>
                  </a:lnTo>
                  <a:lnTo>
                    <a:pt x="6050288" y="3116972"/>
                  </a:lnTo>
                  <a:lnTo>
                    <a:pt x="6049432" y="3116972"/>
                  </a:lnTo>
                  <a:lnTo>
                    <a:pt x="6048577" y="3116972"/>
                  </a:lnTo>
                  <a:lnTo>
                    <a:pt x="6047721" y="3116972"/>
                  </a:lnTo>
                  <a:lnTo>
                    <a:pt x="6046866" y="3116972"/>
                  </a:lnTo>
                  <a:lnTo>
                    <a:pt x="6046010" y="3116972"/>
                  </a:lnTo>
                  <a:lnTo>
                    <a:pt x="6045155" y="3116972"/>
                  </a:lnTo>
                  <a:lnTo>
                    <a:pt x="6044299" y="3116972"/>
                  </a:lnTo>
                  <a:lnTo>
                    <a:pt x="6043444" y="3116972"/>
                  </a:lnTo>
                  <a:lnTo>
                    <a:pt x="6042588" y="3116972"/>
                  </a:lnTo>
                  <a:lnTo>
                    <a:pt x="6041733" y="3116972"/>
                  </a:lnTo>
                  <a:lnTo>
                    <a:pt x="6040877" y="3116972"/>
                  </a:lnTo>
                  <a:lnTo>
                    <a:pt x="6040022" y="3116972"/>
                  </a:lnTo>
                  <a:lnTo>
                    <a:pt x="6039166" y="3116972"/>
                  </a:lnTo>
                  <a:lnTo>
                    <a:pt x="6038310" y="3116972"/>
                  </a:lnTo>
                  <a:lnTo>
                    <a:pt x="6037455" y="3116972"/>
                  </a:lnTo>
                  <a:lnTo>
                    <a:pt x="6036599" y="3116972"/>
                  </a:lnTo>
                  <a:lnTo>
                    <a:pt x="6035744" y="3116972"/>
                  </a:lnTo>
                  <a:lnTo>
                    <a:pt x="6034888" y="3116972"/>
                  </a:lnTo>
                  <a:lnTo>
                    <a:pt x="6034033" y="3116972"/>
                  </a:lnTo>
                  <a:lnTo>
                    <a:pt x="6033177" y="3116972"/>
                  </a:lnTo>
                  <a:lnTo>
                    <a:pt x="6032322" y="3116972"/>
                  </a:lnTo>
                  <a:lnTo>
                    <a:pt x="6031466" y="3116972"/>
                  </a:lnTo>
                  <a:lnTo>
                    <a:pt x="6030611" y="3116972"/>
                  </a:lnTo>
                  <a:lnTo>
                    <a:pt x="6029755" y="3116972"/>
                  </a:lnTo>
                  <a:lnTo>
                    <a:pt x="6028900" y="3116972"/>
                  </a:lnTo>
                  <a:lnTo>
                    <a:pt x="6028044" y="3116972"/>
                  </a:lnTo>
                  <a:lnTo>
                    <a:pt x="6027189" y="3116972"/>
                  </a:lnTo>
                  <a:lnTo>
                    <a:pt x="6026333" y="3116972"/>
                  </a:lnTo>
                  <a:lnTo>
                    <a:pt x="6025478" y="3116972"/>
                  </a:lnTo>
                  <a:lnTo>
                    <a:pt x="6024622" y="3116972"/>
                  </a:lnTo>
                  <a:lnTo>
                    <a:pt x="6023767" y="3116972"/>
                  </a:lnTo>
                  <a:lnTo>
                    <a:pt x="6022911" y="3116972"/>
                  </a:lnTo>
                  <a:lnTo>
                    <a:pt x="6022055" y="3116972"/>
                  </a:lnTo>
                  <a:lnTo>
                    <a:pt x="6021200" y="3116972"/>
                  </a:lnTo>
                  <a:lnTo>
                    <a:pt x="6020344" y="3116972"/>
                  </a:lnTo>
                  <a:lnTo>
                    <a:pt x="6019489" y="3116972"/>
                  </a:lnTo>
                  <a:lnTo>
                    <a:pt x="6018633" y="3116972"/>
                  </a:lnTo>
                  <a:lnTo>
                    <a:pt x="6017778" y="3116972"/>
                  </a:lnTo>
                  <a:lnTo>
                    <a:pt x="6016922" y="3116972"/>
                  </a:lnTo>
                  <a:lnTo>
                    <a:pt x="6016067" y="3116972"/>
                  </a:lnTo>
                  <a:lnTo>
                    <a:pt x="6015211" y="3116972"/>
                  </a:lnTo>
                  <a:lnTo>
                    <a:pt x="6014356" y="3116972"/>
                  </a:lnTo>
                  <a:lnTo>
                    <a:pt x="6013500" y="3116972"/>
                  </a:lnTo>
                  <a:lnTo>
                    <a:pt x="6012645" y="3116972"/>
                  </a:lnTo>
                  <a:lnTo>
                    <a:pt x="6011789" y="3116972"/>
                  </a:lnTo>
                  <a:lnTo>
                    <a:pt x="6010934" y="3116972"/>
                  </a:lnTo>
                  <a:lnTo>
                    <a:pt x="6010078" y="3116972"/>
                  </a:lnTo>
                  <a:lnTo>
                    <a:pt x="6009223" y="3116972"/>
                  </a:lnTo>
                  <a:lnTo>
                    <a:pt x="6008367" y="3116972"/>
                  </a:lnTo>
                  <a:lnTo>
                    <a:pt x="6007512" y="3116972"/>
                  </a:lnTo>
                  <a:lnTo>
                    <a:pt x="6006656" y="3116972"/>
                  </a:lnTo>
                  <a:lnTo>
                    <a:pt x="6005800" y="3116972"/>
                  </a:lnTo>
                  <a:lnTo>
                    <a:pt x="6004945" y="3116972"/>
                  </a:lnTo>
                  <a:lnTo>
                    <a:pt x="6004089" y="3116972"/>
                  </a:lnTo>
                  <a:lnTo>
                    <a:pt x="6003234" y="3116972"/>
                  </a:lnTo>
                  <a:lnTo>
                    <a:pt x="6002378" y="3116972"/>
                  </a:lnTo>
                  <a:lnTo>
                    <a:pt x="6001523" y="3116972"/>
                  </a:lnTo>
                  <a:lnTo>
                    <a:pt x="6000667" y="3116972"/>
                  </a:lnTo>
                  <a:lnTo>
                    <a:pt x="5999812" y="3116972"/>
                  </a:lnTo>
                  <a:lnTo>
                    <a:pt x="5998956" y="3116972"/>
                  </a:lnTo>
                  <a:lnTo>
                    <a:pt x="5998101" y="3116972"/>
                  </a:lnTo>
                  <a:lnTo>
                    <a:pt x="5997245" y="3116972"/>
                  </a:lnTo>
                  <a:lnTo>
                    <a:pt x="5996390" y="3116972"/>
                  </a:lnTo>
                  <a:lnTo>
                    <a:pt x="5995534" y="3116972"/>
                  </a:lnTo>
                  <a:lnTo>
                    <a:pt x="5994679" y="3116972"/>
                  </a:lnTo>
                  <a:lnTo>
                    <a:pt x="5993823" y="3116972"/>
                  </a:lnTo>
                  <a:lnTo>
                    <a:pt x="5992968" y="3116972"/>
                  </a:lnTo>
                  <a:lnTo>
                    <a:pt x="5992112" y="3116972"/>
                  </a:lnTo>
                  <a:lnTo>
                    <a:pt x="5991256" y="3116972"/>
                  </a:lnTo>
                  <a:lnTo>
                    <a:pt x="5990401" y="3116972"/>
                  </a:lnTo>
                  <a:lnTo>
                    <a:pt x="5989545" y="3116972"/>
                  </a:lnTo>
                  <a:lnTo>
                    <a:pt x="5988690" y="3116972"/>
                  </a:lnTo>
                  <a:lnTo>
                    <a:pt x="5987834" y="3116972"/>
                  </a:lnTo>
                  <a:lnTo>
                    <a:pt x="5986979" y="3116972"/>
                  </a:lnTo>
                  <a:lnTo>
                    <a:pt x="5986123" y="3116972"/>
                  </a:lnTo>
                  <a:lnTo>
                    <a:pt x="5985268" y="3116972"/>
                  </a:lnTo>
                  <a:lnTo>
                    <a:pt x="5984412" y="3116972"/>
                  </a:lnTo>
                  <a:lnTo>
                    <a:pt x="5983557" y="3116972"/>
                  </a:lnTo>
                  <a:lnTo>
                    <a:pt x="5982701" y="3116972"/>
                  </a:lnTo>
                  <a:lnTo>
                    <a:pt x="5981846" y="3116972"/>
                  </a:lnTo>
                  <a:lnTo>
                    <a:pt x="5980990" y="3116972"/>
                  </a:lnTo>
                  <a:lnTo>
                    <a:pt x="5980135" y="3116972"/>
                  </a:lnTo>
                  <a:lnTo>
                    <a:pt x="5979279" y="3116972"/>
                  </a:lnTo>
                  <a:lnTo>
                    <a:pt x="5978424" y="3116972"/>
                  </a:lnTo>
                  <a:lnTo>
                    <a:pt x="5977568" y="3116972"/>
                  </a:lnTo>
                  <a:lnTo>
                    <a:pt x="5976713" y="3116972"/>
                  </a:lnTo>
                  <a:lnTo>
                    <a:pt x="5975857" y="3116972"/>
                  </a:lnTo>
                  <a:lnTo>
                    <a:pt x="5975001" y="3116972"/>
                  </a:lnTo>
                  <a:lnTo>
                    <a:pt x="5974146" y="3116972"/>
                  </a:lnTo>
                  <a:lnTo>
                    <a:pt x="5973290" y="3116972"/>
                  </a:lnTo>
                  <a:lnTo>
                    <a:pt x="5972435" y="3116972"/>
                  </a:lnTo>
                  <a:lnTo>
                    <a:pt x="5971579" y="3116972"/>
                  </a:lnTo>
                  <a:lnTo>
                    <a:pt x="5970724" y="3116972"/>
                  </a:lnTo>
                  <a:lnTo>
                    <a:pt x="5969868" y="3116972"/>
                  </a:lnTo>
                  <a:lnTo>
                    <a:pt x="5969013" y="3116972"/>
                  </a:lnTo>
                  <a:lnTo>
                    <a:pt x="5968157" y="3116972"/>
                  </a:lnTo>
                  <a:lnTo>
                    <a:pt x="5967302" y="3116972"/>
                  </a:lnTo>
                  <a:lnTo>
                    <a:pt x="5966446" y="3116972"/>
                  </a:lnTo>
                  <a:lnTo>
                    <a:pt x="5965591" y="3116972"/>
                  </a:lnTo>
                  <a:lnTo>
                    <a:pt x="5964735" y="3116972"/>
                  </a:lnTo>
                  <a:lnTo>
                    <a:pt x="5963880" y="3116972"/>
                  </a:lnTo>
                  <a:lnTo>
                    <a:pt x="5963024" y="3116972"/>
                  </a:lnTo>
                  <a:lnTo>
                    <a:pt x="5962169" y="3116972"/>
                  </a:lnTo>
                  <a:lnTo>
                    <a:pt x="5961313" y="3116972"/>
                  </a:lnTo>
                  <a:lnTo>
                    <a:pt x="5960458" y="3116972"/>
                  </a:lnTo>
                  <a:lnTo>
                    <a:pt x="5959602" y="3116972"/>
                  </a:lnTo>
                  <a:lnTo>
                    <a:pt x="5958746" y="3116972"/>
                  </a:lnTo>
                  <a:lnTo>
                    <a:pt x="5957891" y="3116972"/>
                  </a:lnTo>
                  <a:lnTo>
                    <a:pt x="5957035" y="3116972"/>
                  </a:lnTo>
                  <a:lnTo>
                    <a:pt x="5956180" y="3116972"/>
                  </a:lnTo>
                  <a:lnTo>
                    <a:pt x="5955324" y="3116972"/>
                  </a:lnTo>
                  <a:lnTo>
                    <a:pt x="5954469" y="3116972"/>
                  </a:lnTo>
                  <a:lnTo>
                    <a:pt x="5953613" y="3116972"/>
                  </a:lnTo>
                  <a:lnTo>
                    <a:pt x="5952758" y="3116972"/>
                  </a:lnTo>
                  <a:lnTo>
                    <a:pt x="5951902" y="3116972"/>
                  </a:lnTo>
                  <a:lnTo>
                    <a:pt x="5951047" y="3116972"/>
                  </a:lnTo>
                  <a:lnTo>
                    <a:pt x="5950191" y="3116972"/>
                  </a:lnTo>
                  <a:lnTo>
                    <a:pt x="5949336" y="3116972"/>
                  </a:lnTo>
                  <a:lnTo>
                    <a:pt x="5948480" y="3116972"/>
                  </a:lnTo>
                  <a:lnTo>
                    <a:pt x="5947625" y="3116972"/>
                  </a:lnTo>
                  <a:lnTo>
                    <a:pt x="5946769" y="3116972"/>
                  </a:lnTo>
                  <a:lnTo>
                    <a:pt x="5945914" y="3116972"/>
                  </a:lnTo>
                  <a:lnTo>
                    <a:pt x="5945058" y="3116972"/>
                  </a:lnTo>
                  <a:lnTo>
                    <a:pt x="5944203" y="3116972"/>
                  </a:lnTo>
                  <a:lnTo>
                    <a:pt x="5943347" y="3116972"/>
                  </a:lnTo>
                  <a:lnTo>
                    <a:pt x="5942491" y="3116972"/>
                  </a:lnTo>
                  <a:lnTo>
                    <a:pt x="5941636" y="3116972"/>
                  </a:lnTo>
                  <a:lnTo>
                    <a:pt x="5940780" y="3116972"/>
                  </a:lnTo>
                  <a:lnTo>
                    <a:pt x="5939925" y="3116972"/>
                  </a:lnTo>
                  <a:lnTo>
                    <a:pt x="5939069" y="3116972"/>
                  </a:lnTo>
                  <a:lnTo>
                    <a:pt x="5938214" y="3116972"/>
                  </a:lnTo>
                  <a:lnTo>
                    <a:pt x="5937358" y="3116972"/>
                  </a:lnTo>
                  <a:lnTo>
                    <a:pt x="5936503" y="3116972"/>
                  </a:lnTo>
                  <a:lnTo>
                    <a:pt x="5935647" y="3116972"/>
                  </a:lnTo>
                  <a:lnTo>
                    <a:pt x="5934792" y="3116972"/>
                  </a:lnTo>
                  <a:lnTo>
                    <a:pt x="5933936" y="3116972"/>
                  </a:lnTo>
                  <a:lnTo>
                    <a:pt x="5933081" y="3116972"/>
                  </a:lnTo>
                  <a:lnTo>
                    <a:pt x="5932225" y="3116972"/>
                  </a:lnTo>
                  <a:lnTo>
                    <a:pt x="5931370" y="3116972"/>
                  </a:lnTo>
                  <a:lnTo>
                    <a:pt x="5930514" y="3116972"/>
                  </a:lnTo>
                  <a:lnTo>
                    <a:pt x="5929659" y="3116972"/>
                  </a:lnTo>
                  <a:lnTo>
                    <a:pt x="5928803" y="3116972"/>
                  </a:lnTo>
                  <a:lnTo>
                    <a:pt x="5927947" y="3116972"/>
                  </a:lnTo>
                  <a:lnTo>
                    <a:pt x="5927092" y="3116972"/>
                  </a:lnTo>
                  <a:lnTo>
                    <a:pt x="5926236" y="3116972"/>
                  </a:lnTo>
                  <a:lnTo>
                    <a:pt x="5925381" y="3116972"/>
                  </a:lnTo>
                  <a:lnTo>
                    <a:pt x="5924525" y="3116972"/>
                  </a:lnTo>
                  <a:lnTo>
                    <a:pt x="5923670" y="3116972"/>
                  </a:lnTo>
                  <a:lnTo>
                    <a:pt x="5922814" y="3116972"/>
                  </a:lnTo>
                  <a:lnTo>
                    <a:pt x="5921959" y="3116972"/>
                  </a:lnTo>
                  <a:lnTo>
                    <a:pt x="5921103" y="3116972"/>
                  </a:lnTo>
                  <a:lnTo>
                    <a:pt x="5920248" y="3116972"/>
                  </a:lnTo>
                  <a:lnTo>
                    <a:pt x="5919392" y="3116972"/>
                  </a:lnTo>
                  <a:lnTo>
                    <a:pt x="5918537" y="3116972"/>
                  </a:lnTo>
                  <a:lnTo>
                    <a:pt x="5917681" y="3116972"/>
                  </a:lnTo>
                  <a:lnTo>
                    <a:pt x="5916826" y="3116972"/>
                  </a:lnTo>
                  <a:lnTo>
                    <a:pt x="5915970" y="3116972"/>
                  </a:lnTo>
                  <a:lnTo>
                    <a:pt x="5915115" y="3116972"/>
                  </a:lnTo>
                  <a:lnTo>
                    <a:pt x="5914259" y="3116972"/>
                  </a:lnTo>
                  <a:lnTo>
                    <a:pt x="5913404" y="3116972"/>
                  </a:lnTo>
                  <a:lnTo>
                    <a:pt x="5912548" y="3116972"/>
                  </a:lnTo>
                  <a:lnTo>
                    <a:pt x="5911692" y="3116972"/>
                  </a:lnTo>
                  <a:lnTo>
                    <a:pt x="5910837" y="3116972"/>
                  </a:lnTo>
                  <a:lnTo>
                    <a:pt x="5909981" y="3116972"/>
                  </a:lnTo>
                  <a:lnTo>
                    <a:pt x="5909126" y="3116972"/>
                  </a:lnTo>
                  <a:lnTo>
                    <a:pt x="5908270" y="3116972"/>
                  </a:lnTo>
                  <a:lnTo>
                    <a:pt x="5907415" y="3116972"/>
                  </a:lnTo>
                  <a:lnTo>
                    <a:pt x="5906559" y="3116972"/>
                  </a:lnTo>
                  <a:lnTo>
                    <a:pt x="5905704" y="3116972"/>
                  </a:lnTo>
                  <a:lnTo>
                    <a:pt x="5904848" y="3116972"/>
                  </a:lnTo>
                  <a:lnTo>
                    <a:pt x="5903993" y="3116972"/>
                  </a:lnTo>
                  <a:lnTo>
                    <a:pt x="5903137" y="3116972"/>
                  </a:lnTo>
                  <a:lnTo>
                    <a:pt x="5902282" y="3116972"/>
                  </a:lnTo>
                  <a:lnTo>
                    <a:pt x="5901426" y="3116972"/>
                  </a:lnTo>
                  <a:lnTo>
                    <a:pt x="5900571" y="3116972"/>
                  </a:lnTo>
                  <a:lnTo>
                    <a:pt x="5899715" y="3116972"/>
                  </a:lnTo>
                  <a:lnTo>
                    <a:pt x="5898860" y="3116972"/>
                  </a:lnTo>
                  <a:lnTo>
                    <a:pt x="5898004" y="3116972"/>
                  </a:lnTo>
                  <a:lnTo>
                    <a:pt x="5897149" y="3116972"/>
                  </a:lnTo>
                  <a:lnTo>
                    <a:pt x="5896293" y="3116972"/>
                  </a:lnTo>
                  <a:lnTo>
                    <a:pt x="5895437" y="3116972"/>
                  </a:lnTo>
                  <a:lnTo>
                    <a:pt x="5894582" y="3116972"/>
                  </a:lnTo>
                  <a:lnTo>
                    <a:pt x="5893726" y="3116972"/>
                  </a:lnTo>
                  <a:lnTo>
                    <a:pt x="5892871" y="3116972"/>
                  </a:lnTo>
                  <a:lnTo>
                    <a:pt x="5892015" y="3116972"/>
                  </a:lnTo>
                  <a:lnTo>
                    <a:pt x="5891160" y="3116972"/>
                  </a:lnTo>
                  <a:lnTo>
                    <a:pt x="5890304" y="3116972"/>
                  </a:lnTo>
                  <a:lnTo>
                    <a:pt x="5889449" y="3116972"/>
                  </a:lnTo>
                  <a:lnTo>
                    <a:pt x="5888593" y="3116972"/>
                  </a:lnTo>
                  <a:lnTo>
                    <a:pt x="5887738" y="3116972"/>
                  </a:lnTo>
                  <a:lnTo>
                    <a:pt x="5886882" y="3116972"/>
                  </a:lnTo>
                  <a:lnTo>
                    <a:pt x="5886027" y="3116972"/>
                  </a:lnTo>
                  <a:lnTo>
                    <a:pt x="5885171" y="3116972"/>
                  </a:lnTo>
                  <a:lnTo>
                    <a:pt x="5884316" y="3116972"/>
                  </a:lnTo>
                  <a:lnTo>
                    <a:pt x="5883460" y="3116972"/>
                  </a:lnTo>
                  <a:lnTo>
                    <a:pt x="5882605" y="3116972"/>
                  </a:lnTo>
                  <a:lnTo>
                    <a:pt x="5881749" y="3116972"/>
                  </a:lnTo>
                  <a:lnTo>
                    <a:pt x="5880893" y="3116972"/>
                  </a:lnTo>
                  <a:lnTo>
                    <a:pt x="5880038" y="3116972"/>
                  </a:lnTo>
                  <a:lnTo>
                    <a:pt x="5879182" y="3116972"/>
                  </a:lnTo>
                  <a:lnTo>
                    <a:pt x="5878327" y="3116972"/>
                  </a:lnTo>
                  <a:lnTo>
                    <a:pt x="5877471" y="3116972"/>
                  </a:lnTo>
                  <a:lnTo>
                    <a:pt x="5876616" y="3116972"/>
                  </a:lnTo>
                  <a:lnTo>
                    <a:pt x="5875760" y="3116972"/>
                  </a:lnTo>
                  <a:lnTo>
                    <a:pt x="5874905" y="3116972"/>
                  </a:lnTo>
                  <a:lnTo>
                    <a:pt x="5874049" y="3116972"/>
                  </a:lnTo>
                  <a:lnTo>
                    <a:pt x="5873194" y="3116972"/>
                  </a:lnTo>
                  <a:lnTo>
                    <a:pt x="5872338" y="3116972"/>
                  </a:lnTo>
                  <a:lnTo>
                    <a:pt x="5871483" y="3116972"/>
                  </a:lnTo>
                  <a:lnTo>
                    <a:pt x="5870627" y="3116972"/>
                  </a:lnTo>
                  <a:lnTo>
                    <a:pt x="5869772" y="3116972"/>
                  </a:lnTo>
                  <a:lnTo>
                    <a:pt x="5868916" y="3116972"/>
                  </a:lnTo>
                  <a:lnTo>
                    <a:pt x="5868061" y="3116972"/>
                  </a:lnTo>
                  <a:lnTo>
                    <a:pt x="5867205" y="3116972"/>
                  </a:lnTo>
                  <a:lnTo>
                    <a:pt x="5866350" y="3116972"/>
                  </a:lnTo>
                  <a:lnTo>
                    <a:pt x="5865494" y="3116972"/>
                  </a:lnTo>
                  <a:lnTo>
                    <a:pt x="5864638" y="3116972"/>
                  </a:lnTo>
                  <a:lnTo>
                    <a:pt x="5863783" y="3116972"/>
                  </a:lnTo>
                  <a:lnTo>
                    <a:pt x="5862927" y="3116972"/>
                  </a:lnTo>
                  <a:lnTo>
                    <a:pt x="5862072" y="3116972"/>
                  </a:lnTo>
                  <a:lnTo>
                    <a:pt x="5861216" y="3116972"/>
                  </a:lnTo>
                  <a:lnTo>
                    <a:pt x="5860361" y="3116972"/>
                  </a:lnTo>
                  <a:lnTo>
                    <a:pt x="5859505" y="3116972"/>
                  </a:lnTo>
                  <a:lnTo>
                    <a:pt x="5858650" y="3116972"/>
                  </a:lnTo>
                  <a:lnTo>
                    <a:pt x="5857794" y="3116972"/>
                  </a:lnTo>
                  <a:lnTo>
                    <a:pt x="5856939" y="3116972"/>
                  </a:lnTo>
                  <a:lnTo>
                    <a:pt x="5856083" y="3116972"/>
                  </a:lnTo>
                  <a:lnTo>
                    <a:pt x="5855228" y="3116972"/>
                  </a:lnTo>
                  <a:lnTo>
                    <a:pt x="5854372" y="3116972"/>
                  </a:lnTo>
                  <a:lnTo>
                    <a:pt x="5853517" y="3116972"/>
                  </a:lnTo>
                  <a:lnTo>
                    <a:pt x="5852661" y="3116972"/>
                  </a:lnTo>
                  <a:lnTo>
                    <a:pt x="5851806" y="3116972"/>
                  </a:lnTo>
                  <a:lnTo>
                    <a:pt x="5850950" y="3116972"/>
                  </a:lnTo>
                  <a:lnTo>
                    <a:pt x="5850095" y="3116972"/>
                  </a:lnTo>
                  <a:lnTo>
                    <a:pt x="5849239" y="3116972"/>
                  </a:lnTo>
                  <a:lnTo>
                    <a:pt x="5848383" y="3116972"/>
                  </a:lnTo>
                  <a:lnTo>
                    <a:pt x="5847528" y="3116972"/>
                  </a:lnTo>
                  <a:lnTo>
                    <a:pt x="5846672" y="3116972"/>
                  </a:lnTo>
                  <a:lnTo>
                    <a:pt x="5845817" y="3116972"/>
                  </a:lnTo>
                  <a:lnTo>
                    <a:pt x="5844961" y="3116972"/>
                  </a:lnTo>
                  <a:lnTo>
                    <a:pt x="5844106" y="3116972"/>
                  </a:lnTo>
                  <a:lnTo>
                    <a:pt x="5843250" y="3116972"/>
                  </a:lnTo>
                  <a:lnTo>
                    <a:pt x="5842395" y="3116972"/>
                  </a:lnTo>
                  <a:lnTo>
                    <a:pt x="5841539" y="3116972"/>
                  </a:lnTo>
                  <a:lnTo>
                    <a:pt x="5840684" y="3116972"/>
                  </a:lnTo>
                  <a:lnTo>
                    <a:pt x="5839828" y="3116972"/>
                  </a:lnTo>
                  <a:lnTo>
                    <a:pt x="5838973" y="3116972"/>
                  </a:lnTo>
                  <a:lnTo>
                    <a:pt x="5838117" y="3116972"/>
                  </a:lnTo>
                  <a:lnTo>
                    <a:pt x="5837262" y="3116972"/>
                  </a:lnTo>
                  <a:lnTo>
                    <a:pt x="5836406" y="3116972"/>
                  </a:lnTo>
                  <a:lnTo>
                    <a:pt x="5835551" y="3116972"/>
                  </a:lnTo>
                  <a:lnTo>
                    <a:pt x="5834695" y="3116972"/>
                  </a:lnTo>
                  <a:lnTo>
                    <a:pt x="5833839" y="3116972"/>
                  </a:lnTo>
                  <a:lnTo>
                    <a:pt x="5832984" y="3116972"/>
                  </a:lnTo>
                  <a:lnTo>
                    <a:pt x="5832128" y="3116972"/>
                  </a:lnTo>
                  <a:lnTo>
                    <a:pt x="5831273" y="3116972"/>
                  </a:lnTo>
                  <a:lnTo>
                    <a:pt x="5830417" y="3116972"/>
                  </a:lnTo>
                  <a:lnTo>
                    <a:pt x="5829562" y="3116972"/>
                  </a:lnTo>
                  <a:lnTo>
                    <a:pt x="5828706" y="3116972"/>
                  </a:lnTo>
                  <a:lnTo>
                    <a:pt x="5827851" y="3116972"/>
                  </a:lnTo>
                  <a:lnTo>
                    <a:pt x="5826995" y="3116972"/>
                  </a:lnTo>
                  <a:lnTo>
                    <a:pt x="5826140" y="3116972"/>
                  </a:lnTo>
                  <a:lnTo>
                    <a:pt x="5825284" y="3116972"/>
                  </a:lnTo>
                  <a:lnTo>
                    <a:pt x="5824429" y="3116972"/>
                  </a:lnTo>
                  <a:lnTo>
                    <a:pt x="5823573" y="3116972"/>
                  </a:lnTo>
                  <a:lnTo>
                    <a:pt x="5822718" y="3116972"/>
                  </a:lnTo>
                  <a:lnTo>
                    <a:pt x="5821862" y="3116972"/>
                  </a:lnTo>
                  <a:lnTo>
                    <a:pt x="5821007" y="3116972"/>
                  </a:lnTo>
                  <a:lnTo>
                    <a:pt x="5820151" y="3116972"/>
                  </a:lnTo>
                  <a:lnTo>
                    <a:pt x="5819296" y="3116972"/>
                  </a:lnTo>
                  <a:lnTo>
                    <a:pt x="5818440" y="3116972"/>
                  </a:lnTo>
                  <a:lnTo>
                    <a:pt x="5817584" y="3116972"/>
                  </a:lnTo>
                  <a:lnTo>
                    <a:pt x="5816729" y="3116972"/>
                  </a:lnTo>
                  <a:lnTo>
                    <a:pt x="5815873" y="3116972"/>
                  </a:lnTo>
                  <a:lnTo>
                    <a:pt x="5815018" y="3116972"/>
                  </a:lnTo>
                  <a:lnTo>
                    <a:pt x="5814162" y="3116972"/>
                  </a:lnTo>
                  <a:lnTo>
                    <a:pt x="5813307" y="3116972"/>
                  </a:lnTo>
                  <a:lnTo>
                    <a:pt x="5812451" y="3116972"/>
                  </a:lnTo>
                  <a:lnTo>
                    <a:pt x="5811596" y="3116972"/>
                  </a:lnTo>
                  <a:lnTo>
                    <a:pt x="5810740" y="3116972"/>
                  </a:lnTo>
                  <a:lnTo>
                    <a:pt x="5809885" y="3116972"/>
                  </a:lnTo>
                  <a:lnTo>
                    <a:pt x="5809029" y="3116972"/>
                  </a:lnTo>
                  <a:lnTo>
                    <a:pt x="5808174" y="3116972"/>
                  </a:lnTo>
                  <a:lnTo>
                    <a:pt x="5807318" y="3116972"/>
                  </a:lnTo>
                  <a:lnTo>
                    <a:pt x="5806463" y="3116972"/>
                  </a:lnTo>
                  <a:lnTo>
                    <a:pt x="5805607" y="3116972"/>
                  </a:lnTo>
                  <a:lnTo>
                    <a:pt x="5804752" y="3116972"/>
                  </a:lnTo>
                  <a:lnTo>
                    <a:pt x="5803896" y="3116972"/>
                  </a:lnTo>
                  <a:lnTo>
                    <a:pt x="5803041" y="3116972"/>
                  </a:lnTo>
                  <a:lnTo>
                    <a:pt x="5802185" y="3116972"/>
                  </a:lnTo>
                  <a:lnTo>
                    <a:pt x="5801329" y="3116972"/>
                  </a:lnTo>
                  <a:lnTo>
                    <a:pt x="5800474" y="3116972"/>
                  </a:lnTo>
                  <a:lnTo>
                    <a:pt x="5799618" y="3116972"/>
                  </a:lnTo>
                  <a:lnTo>
                    <a:pt x="5798763" y="3116972"/>
                  </a:lnTo>
                  <a:lnTo>
                    <a:pt x="5797907" y="3116972"/>
                  </a:lnTo>
                  <a:lnTo>
                    <a:pt x="5797052" y="3116972"/>
                  </a:lnTo>
                  <a:lnTo>
                    <a:pt x="5796196" y="3116972"/>
                  </a:lnTo>
                  <a:lnTo>
                    <a:pt x="5795341" y="3116972"/>
                  </a:lnTo>
                  <a:lnTo>
                    <a:pt x="5794485" y="3116972"/>
                  </a:lnTo>
                  <a:lnTo>
                    <a:pt x="5793630" y="3116972"/>
                  </a:lnTo>
                  <a:lnTo>
                    <a:pt x="5792774" y="3116972"/>
                  </a:lnTo>
                  <a:lnTo>
                    <a:pt x="5791919" y="3116972"/>
                  </a:lnTo>
                  <a:lnTo>
                    <a:pt x="5791063" y="3116972"/>
                  </a:lnTo>
                  <a:lnTo>
                    <a:pt x="5790208" y="3116972"/>
                  </a:lnTo>
                  <a:lnTo>
                    <a:pt x="5789352" y="3116972"/>
                  </a:lnTo>
                  <a:lnTo>
                    <a:pt x="5788497" y="3116972"/>
                  </a:lnTo>
                  <a:lnTo>
                    <a:pt x="5787641" y="3116972"/>
                  </a:lnTo>
                  <a:lnTo>
                    <a:pt x="5786785" y="3116972"/>
                  </a:lnTo>
                  <a:lnTo>
                    <a:pt x="5785930" y="3116972"/>
                  </a:lnTo>
                  <a:lnTo>
                    <a:pt x="5785074" y="3116972"/>
                  </a:lnTo>
                  <a:lnTo>
                    <a:pt x="5784219" y="3116972"/>
                  </a:lnTo>
                  <a:lnTo>
                    <a:pt x="5783363" y="3116972"/>
                  </a:lnTo>
                  <a:lnTo>
                    <a:pt x="5782508" y="3116972"/>
                  </a:lnTo>
                  <a:lnTo>
                    <a:pt x="5781652" y="3116972"/>
                  </a:lnTo>
                  <a:lnTo>
                    <a:pt x="5780797" y="3116972"/>
                  </a:lnTo>
                  <a:lnTo>
                    <a:pt x="5779941" y="3116972"/>
                  </a:lnTo>
                  <a:lnTo>
                    <a:pt x="5779086" y="3116972"/>
                  </a:lnTo>
                  <a:lnTo>
                    <a:pt x="5778230" y="3116972"/>
                  </a:lnTo>
                  <a:lnTo>
                    <a:pt x="5777375" y="3116972"/>
                  </a:lnTo>
                  <a:lnTo>
                    <a:pt x="5776519" y="3116972"/>
                  </a:lnTo>
                  <a:lnTo>
                    <a:pt x="5775664" y="3116972"/>
                  </a:lnTo>
                  <a:lnTo>
                    <a:pt x="5774808" y="3116972"/>
                  </a:lnTo>
                  <a:lnTo>
                    <a:pt x="5773953" y="3116972"/>
                  </a:lnTo>
                  <a:lnTo>
                    <a:pt x="5773097" y="3116972"/>
                  </a:lnTo>
                  <a:lnTo>
                    <a:pt x="5772242" y="3116972"/>
                  </a:lnTo>
                  <a:lnTo>
                    <a:pt x="5771386" y="3116972"/>
                  </a:lnTo>
                  <a:lnTo>
                    <a:pt x="5770530" y="3116972"/>
                  </a:lnTo>
                  <a:lnTo>
                    <a:pt x="5769675" y="3116972"/>
                  </a:lnTo>
                  <a:lnTo>
                    <a:pt x="5768819" y="3116972"/>
                  </a:lnTo>
                  <a:lnTo>
                    <a:pt x="5767964" y="3116972"/>
                  </a:lnTo>
                  <a:lnTo>
                    <a:pt x="5767108" y="3116972"/>
                  </a:lnTo>
                  <a:lnTo>
                    <a:pt x="5766253" y="3116972"/>
                  </a:lnTo>
                  <a:lnTo>
                    <a:pt x="5765397" y="3116972"/>
                  </a:lnTo>
                  <a:lnTo>
                    <a:pt x="5764542" y="3116972"/>
                  </a:lnTo>
                  <a:lnTo>
                    <a:pt x="5763686" y="3116972"/>
                  </a:lnTo>
                  <a:lnTo>
                    <a:pt x="5762831" y="3116972"/>
                  </a:lnTo>
                  <a:lnTo>
                    <a:pt x="5761975" y="3116972"/>
                  </a:lnTo>
                  <a:lnTo>
                    <a:pt x="5761120" y="3116972"/>
                  </a:lnTo>
                  <a:lnTo>
                    <a:pt x="5760264" y="3116972"/>
                  </a:lnTo>
                  <a:lnTo>
                    <a:pt x="5759409" y="3116972"/>
                  </a:lnTo>
                  <a:lnTo>
                    <a:pt x="5758553" y="3116972"/>
                  </a:lnTo>
                  <a:lnTo>
                    <a:pt x="5757698" y="3116972"/>
                  </a:lnTo>
                  <a:lnTo>
                    <a:pt x="5756842" y="3116972"/>
                  </a:lnTo>
                  <a:lnTo>
                    <a:pt x="5755987" y="3116972"/>
                  </a:lnTo>
                  <a:lnTo>
                    <a:pt x="5755131" y="3116972"/>
                  </a:lnTo>
                  <a:lnTo>
                    <a:pt x="5754275" y="3116972"/>
                  </a:lnTo>
                  <a:lnTo>
                    <a:pt x="5753420" y="3116972"/>
                  </a:lnTo>
                  <a:lnTo>
                    <a:pt x="5752564" y="3116972"/>
                  </a:lnTo>
                  <a:lnTo>
                    <a:pt x="5751709" y="3116972"/>
                  </a:lnTo>
                  <a:lnTo>
                    <a:pt x="5750853" y="3116972"/>
                  </a:lnTo>
                  <a:lnTo>
                    <a:pt x="5749998" y="3116972"/>
                  </a:lnTo>
                  <a:lnTo>
                    <a:pt x="5749142" y="3116972"/>
                  </a:lnTo>
                  <a:lnTo>
                    <a:pt x="5748287" y="3116972"/>
                  </a:lnTo>
                  <a:lnTo>
                    <a:pt x="5747431" y="3116972"/>
                  </a:lnTo>
                  <a:lnTo>
                    <a:pt x="5746576" y="3116972"/>
                  </a:lnTo>
                  <a:lnTo>
                    <a:pt x="5745720" y="3116972"/>
                  </a:lnTo>
                  <a:lnTo>
                    <a:pt x="5744865" y="3116972"/>
                  </a:lnTo>
                  <a:lnTo>
                    <a:pt x="5744009" y="3116972"/>
                  </a:lnTo>
                  <a:lnTo>
                    <a:pt x="5743154" y="3116972"/>
                  </a:lnTo>
                  <a:lnTo>
                    <a:pt x="5742298" y="3116972"/>
                  </a:lnTo>
                  <a:lnTo>
                    <a:pt x="5741443" y="3116972"/>
                  </a:lnTo>
                  <a:lnTo>
                    <a:pt x="5740587" y="3116972"/>
                  </a:lnTo>
                  <a:lnTo>
                    <a:pt x="5739732" y="3116972"/>
                  </a:lnTo>
                  <a:lnTo>
                    <a:pt x="5738876" y="3116972"/>
                  </a:lnTo>
                  <a:lnTo>
                    <a:pt x="5738020" y="3116972"/>
                  </a:lnTo>
                  <a:lnTo>
                    <a:pt x="5737165" y="3116972"/>
                  </a:lnTo>
                  <a:lnTo>
                    <a:pt x="5736309" y="3116972"/>
                  </a:lnTo>
                  <a:lnTo>
                    <a:pt x="5735454" y="3116972"/>
                  </a:lnTo>
                  <a:lnTo>
                    <a:pt x="5734598" y="3116972"/>
                  </a:lnTo>
                  <a:lnTo>
                    <a:pt x="5733743" y="3116972"/>
                  </a:lnTo>
                  <a:lnTo>
                    <a:pt x="5732887" y="3116972"/>
                  </a:lnTo>
                  <a:lnTo>
                    <a:pt x="5732032" y="3116972"/>
                  </a:lnTo>
                  <a:lnTo>
                    <a:pt x="5731176" y="3116972"/>
                  </a:lnTo>
                  <a:lnTo>
                    <a:pt x="5730321" y="3116972"/>
                  </a:lnTo>
                  <a:lnTo>
                    <a:pt x="5729465" y="3116972"/>
                  </a:lnTo>
                  <a:lnTo>
                    <a:pt x="5728610" y="3116972"/>
                  </a:lnTo>
                  <a:lnTo>
                    <a:pt x="5727754" y="3116972"/>
                  </a:lnTo>
                  <a:lnTo>
                    <a:pt x="5726899" y="3116972"/>
                  </a:lnTo>
                  <a:lnTo>
                    <a:pt x="5726043" y="3116972"/>
                  </a:lnTo>
                  <a:lnTo>
                    <a:pt x="5725188" y="3116972"/>
                  </a:lnTo>
                  <a:lnTo>
                    <a:pt x="5724332" y="3116972"/>
                  </a:lnTo>
                  <a:lnTo>
                    <a:pt x="5723476" y="3116972"/>
                  </a:lnTo>
                  <a:lnTo>
                    <a:pt x="5722621" y="3116972"/>
                  </a:lnTo>
                  <a:lnTo>
                    <a:pt x="5721765" y="3116972"/>
                  </a:lnTo>
                  <a:lnTo>
                    <a:pt x="5720910" y="3116972"/>
                  </a:lnTo>
                  <a:lnTo>
                    <a:pt x="5720054" y="3116972"/>
                  </a:lnTo>
                  <a:lnTo>
                    <a:pt x="5719199" y="3116972"/>
                  </a:lnTo>
                  <a:lnTo>
                    <a:pt x="5718343" y="3116972"/>
                  </a:lnTo>
                  <a:lnTo>
                    <a:pt x="5717488" y="3116972"/>
                  </a:lnTo>
                  <a:lnTo>
                    <a:pt x="5716632" y="3116972"/>
                  </a:lnTo>
                  <a:lnTo>
                    <a:pt x="5715777" y="3116972"/>
                  </a:lnTo>
                  <a:lnTo>
                    <a:pt x="5714921" y="3116972"/>
                  </a:lnTo>
                  <a:lnTo>
                    <a:pt x="5714066" y="3116972"/>
                  </a:lnTo>
                  <a:lnTo>
                    <a:pt x="5713210" y="3116972"/>
                  </a:lnTo>
                  <a:lnTo>
                    <a:pt x="5712355" y="3116972"/>
                  </a:lnTo>
                  <a:lnTo>
                    <a:pt x="5711499" y="3116972"/>
                  </a:lnTo>
                  <a:lnTo>
                    <a:pt x="5710644" y="3116972"/>
                  </a:lnTo>
                  <a:lnTo>
                    <a:pt x="5709788" y="3116972"/>
                  </a:lnTo>
                  <a:lnTo>
                    <a:pt x="5708933" y="3116972"/>
                  </a:lnTo>
                  <a:lnTo>
                    <a:pt x="5708077" y="3116972"/>
                  </a:lnTo>
                  <a:lnTo>
                    <a:pt x="5707221" y="3116972"/>
                  </a:lnTo>
                  <a:lnTo>
                    <a:pt x="5706366" y="3116972"/>
                  </a:lnTo>
                  <a:lnTo>
                    <a:pt x="5705510" y="3116972"/>
                  </a:lnTo>
                  <a:lnTo>
                    <a:pt x="5704655" y="3116972"/>
                  </a:lnTo>
                  <a:lnTo>
                    <a:pt x="5703799" y="3116972"/>
                  </a:lnTo>
                  <a:lnTo>
                    <a:pt x="5702944" y="3116972"/>
                  </a:lnTo>
                  <a:lnTo>
                    <a:pt x="5702088" y="3116972"/>
                  </a:lnTo>
                  <a:lnTo>
                    <a:pt x="5701233" y="3116972"/>
                  </a:lnTo>
                  <a:lnTo>
                    <a:pt x="5700377" y="3116972"/>
                  </a:lnTo>
                  <a:lnTo>
                    <a:pt x="5699522" y="3116972"/>
                  </a:lnTo>
                  <a:lnTo>
                    <a:pt x="5698666" y="3116972"/>
                  </a:lnTo>
                  <a:lnTo>
                    <a:pt x="5697811" y="3116972"/>
                  </a:lnTo>
                  <a:lnTo>
                    <a:pt x="5696955" y="3116972"/>
                  </a:lnTo>
                  <a:lnTo>
                    <a:pt x="5696100" y="3116972"/>
                  </a:lnTo>
                  <a:lnTo>
                    <a:pt x="5695244" y="3116972"/>
                  </a:lnTo>
                  <a:lnTo>
                    <a:pt x="5694389" y="3116972"/>
                  </a:lnTo>
                  <a:lnTo>
                    <a:pt x="5693533" y="3116972"/>
                  </a:lnTo>
                  <a:lnTo>
                    <a:pt x="5692678" y="3116972"/>
                  </a:lnTo>
                  <a:lnTo>
                    <a:pt x="5691822" y="3116972"/>
                  </a:lnTo>
                  <a:lnTo>
                    <a:pt x="5690966" y="3116972"/>
                  </a:lnTo>
                  <a:lnTo>
                    <a:pt x="5690111" y="3116972"/>
                  </a:lnTo>
                  <a:lnTo>
                    <a:pt x="5689255" y="3116972"/>
                  </a:lnTo>
                  <a:lnTo>
                    <a:pt x="5688400" y="3116972"/>
                  </a:lnTo>
                  <a:lnTo>
                    <a:pt x="5687544" y="3116972"/>
                  </a:lnTo>
                  <a:lnTo>
                    <a:pt x="5686689" y="3116972"/>
                  </a:lnTo>
                  <a:lnTo>
                    <a:pt x="5685833" y="3116972"/>
                  </a:lnTo>
                  <a:lnTo>
                    <a:pt x="5684978" y="3116972"/>
                  </a:lnTo>
                  <a:lnTo>
                    <a:pt x="5684122" y="3116972"/>
                  </a:lnTo>
                  <a:lnTo>
                    <a:pt x="5683267" y="3116972"/>
                  </a:lnTo>
                  <a:lnTo>
                    <a:pt x="5682411" y="3116972"/>
                  </a:lnTo>
                  <a:lnTo>
                    <a:pt x="5681556" y="3116972"/>
                  </a:lnTo>
                  <a:lnTo>
                    <a:pt x="5680700" y="3116972"/>
                  </a:lnTo>
                  <a:lnTo>
                    <a:pt x="5679845" y="3116972"/>
                  </a:lnTo>
                  <a:lnTo>
                    <a:pt x="5678989" y="3116972"/>
                  </a:lnTo>
                  <a:lnTo>
                    <a:pt x="5678134" y="3116972"/>
                  </a:lnTo>
                  <a:lnTo>
                    <a:pt x="5677278" y="3116972"/>
                  </a:lnTo>
                  <a:lnTo>
                    <a:pt x="5676422" y="3116972"/>
                  </a:lnTo>
                  <a:lnTo>
                    <a:pt x="5675567" y="3116972"/>
                  </a:lnTo>
                  <a:lnTo>
                    <a:pt x="5674711" y="3116972"/>
                  </a:lnTo>
                  <a:lnTo>
                    <a:pt x="5673856" y="3116972"/>
                  </a:lnTo>
                  <a:lnTo>
                    <a:pt x="5673000" y="3116972"/>
                  </a:lnTo>
                  <a:lnTo>
                    <a:pt x="5672145" y="3116972"/>
                  </a:lnTo>
                  <a:lnTo>
                    <a:pt x="5671289" y="3116972"/>
                  </a:lnTo>
                  <a:lnTo>
                    <a:pt x="5670434" y="3116972"/>
                  </a:lnTo>
                  <a:lnTo>
                    <a:pt x="5669578" y="3116972"/>
                  </a:lnTo>
                  <a:lnTo>
                    <a:pt x="5668723" y="3116972"/>
                  </a:lnTo>
                  <a:lnTo>
                    <a:pt x="5667867" y="3116972"/>
                  </a:lnTo>
                  <a:lnTo>
                    <a:pt x="5667012" y="3116972"/>
                  </a:lnTo>
                  <a:lnTo>
                    <a:pt x="5666156" y="3116972"/>
                  </a:lnTo>
                  <a:lnTo>
                    <a:pt x="5665301" y="3116972"/>
                  </a:lnTo>
                  <a:lnTo>
                    <a:pt x="5664445" y="3116972"/>
                  </a:lnTo>
                  <a:lnTo>
                    <a:pt x="5663590" y="3116972"/>
                  </a:lnTo>
                  <a:lnTo>
                    <a:pt x="5662734" y="3116972"/>
                  </a:lnTo>
                  <a:lnTo>
                    <a:pt x="5661879" y="3116972"/>
                  </a:lnTo>
                  <a:lnTo>
                    <a:pt x="5661023" y="3116972"/>
                  </a:lnTo>
                  <a:lnTo>
                    <a:pt x="5660167" y="3116972"/>
                  </a:lnTo>
                  <a:lnTo>
                    <a:pt x="5659312" y="3116972"/>
                  </a:lnTo>
                  <a:lnTo>
                    <a:pt x="5658456" y="3116972"/>
                  </a:lnTo>
                  <a:lnTo>
                    <a:pt x="5657601" y="3116972"/>
                  </a:lnTo>
                  <a:lnTo>
                    <a:pt x="5656745" y="3116972"/>
                  </a:lnTo>
                  <a:lnTo>
                    <a:pt x="5655890" y="3116972"/>
                  </a:lnTo>
                  <a:lnTo>
                    <a:pt x="5655034" y="3116972"/>
                  </a:lnTo>
                  <a:lnTo>
                    <a:pt x="5654179" y="3116972"/>
                  </a:lnTo>
                  <a:lnTo>
                    <a:pt x="5653323" y="3116972"/>
                  </a:lnTo>
                  <a:lnTo>
                    <a:pt x="5652468" y="3116972"/>
                  </a:lnTo>
                  <a:lnTo>
                    <a:pt x="5651612" y="3116972"/>
                  </a:lnTo>
                  <a:lnTo>
                    <a:pt x="5650757" y="3116972"/>
                  </a:lnTo>
                  <a:lnTo>
                    <a:pt x="5649901" y="3116972"/>
                  </a:lnTo>
                  <a:lnTo>
                    <a:pt x="5649046" y="3116972"/>
                  </a:lnTo>
                  <a:lnTo>
                    <a:pt x="5648190" y="3116972"/>
                  </a:lnTo>
                  <a:lnTo>
                    <a:pt x="5647335" y="3116972"/>
                  </a:lnTo>
                  <a:lnTo>
                    <a:pt x="5646479" y="3116972"/>
                  </a:lnTo>
                  <a:lnTo>
                    <a:pt x="5645624" y="3116972"/>
                  </a:lnTo>
                  <a:lnTo>
                    <a:pt x="5644768" y="3116972"/>
                  </a:lnTo>
                  <a:lnTo>
                    <a:pt x="5643912" y="3116972"/>
                  </a:lnTo>
                  <a:lnTo>
                    <a:pt x="5643057" y="3116972"/>
                  </a:lnTo>
                  <a:lnTo>
                    <a:pt x="5642201" y="3116972"/>
                  </a:lnTo>
                  <a:lnTo>
                    <a:pt x="5641346" y="3116972"/>
                  </a:lnTo>
                  <a:lnTo>
                    <a:pt x="5640490" y="3116972"/>
                  </a:lnTo>
                  <a:lnTo>
                    <a:pt x="5639635" y="3116972"/>
                  </a:lnTo>
                  <a:lnTo>
                    <a:pt x="5638779" y="3116972"/>
                  </a:lnTo>
                  <a:lnTo>
                    <a:pt x="5637924" y="3116972"/>
                  </a:lnTo>
                  <a:lnTo>
                    <a:pt x="5637068" y="3116972"/>
                  </a:lnTo>
                  <a:lnTo>
                    <a:pt x="5636213" y="3116972"/>
                  </a:lnTo>
                  <a:lnTo>
                    <a:pt x="5635357" y="3116972"/>
                  </a:lnTo>
                  <a:lnTo>
                    <a:pt x="5634502" y="3116972"/>
                  </a:lnTo>
                  <a:lnTo>
                    <a:pt x="5633646" y="3116972"/>
                  </a:lnTo>
                  <a:lnTo>
                    <a:pt x="5632791" y="3116972"/>
                  </a:lnTo>
                  <a:lnTo>
                    <a:pt x="5631935" y="3116972"/>
                  </a:lnTo>
                  <a:lnTo>
                    <a:pt x="5631080" y="3116972"/>
                  </a:lnTo>
                  <a:lnTo>
                    <a:pt x="5630224" y="3116972"/>
                  </a:lnTo>
                  <a:lnTo>
                    <a:pt x="5629368" y="3116972"/>
                  </a:lnTo>
                  <a:lnTo>
                    <a:pt x="5628513" y="3116972"/>
                  </a:lnTo>
                  <a:lnTo>
                    <a:pt x="5627657" y="3116972"/>
                  </a:lnTo>
                  <a:lnTo>
                    <a:pt x="5626802" y="3116972"/>
                  </a:lnTo>
                  <a:lnTo>
                    <a:pt x="5625946" y="3116972"/>
                  </a:lnTo>
                  <a:lnTo>
                    <a:pt x="5625091" y="3116972"/>
                  </a:lnTo>
                  <a:lnTo>
                    <a:pt x="5624235" y="3116972"/>
                  </a:lnTo>
                  <a:lnTo>
                    <a:pt x="5623380" y="3116972"/>
                  </a:lnTo>
                  <a:lnTo>
                    <a:pt x="5622524" y="3116972"/>
                  </a:lnTo>
                  <a:lnTo>
                    <a:pt x="5621669" y="3116972"/>
                  </a:lnTo>
                  <a:lnTo>
                    <a:pt x="5620813" y="3116972"/>
                  </a:lnTo>
                  <a:lnTo>
                    <a:pt x="5619958" y="3116972"/>
                  </a:lnTo>
                  <a:lnTo>
                    <a:pt x="5619102" y="3116972"/>
                  </a:lnTo>
                  <a:lnTo>
                    <a:pt x="5618247" y="3116972"/>
                  </a:lnTo>
                  <a:lnTo>
                    <a:pt x="5617391" y="3116972"/>
                  </a:lnTo>
                  <a:lnTo>
                    <a:pt x="5616536" y="3116972"/>
                  </a:lnTo>
                  <a:lnTo>
                    <a:pt x="5615680" y="3116972"/>
                  </a:lnTo>
                  <a:lnTo>
                    <a:pt x="5614825" y="3116972"/>
                  </a:lnTo>
                  <a:lnTo>
                    <a:pt x="5613969" y="3116972"/>
                  </a:lnTo>
                  <a:lnTo>
                    <a:pt x="5613113" y="3116972"/>
                  </a:lnTo>
                  <a:lnTo>
                    <a:pt x="5612258" y="3116972"/>
                  </a:lnTo>
                  <a:lnTo>
                    <a:pt x="5611402" y="3116972"/>
                  </a:lnTo>
                  <a:lnTo>
                    <a:pt x="5610547" y="3116972"/>
                  </a:lnTo>
                  <a:lnTo>
                    <a:pt x="5609691" y="3116972"/>
                  </a:lnTo>
                  <a:lnTo>
                    <a:pt x="5608836" y="3116972"/>
                  </a:lnTo>
                  <a:lnTo>
                    <a:pt x="5607980" y="3116972"/>
                  </a:lnTo>
                  <a:lnTo>
                    <a:pt x="5607125" y="3116972"/>
                  </a:lnTo>
                  <a:lnTo>
                    <a:pt x="5606269" y="3116972"/>
                  </a:lnTo>
                  <a:lnTo>
                    <a:pt x="5605414" y="3116972"/>
                  </a:lnTo>
                  <a:lnTo>
                    <a:pt x="5604558" y="3116972"/>
                  </a:lnTo>
                  <a:lnTo>
                    <a:pt x="5603703" y="3116972"/>
                  </a:lnTo>
                  <a:lnTo>
                    <a:pt x="5602847" y="3116972"/>
                  </a:lnTo>
                  <a:lnTo>
                    <a:pt x="5601992" y="3116972"/>
                  </a:lnTo>
                  <a:lnTo>
                    <a:pt x="5601136" y="3116972"/>
                  </a:lnTo>
                  <a:lnTo>
                    <a:pt x="5600281" y="3116972"/>
                  </a:lnTo>
                  <a:lnTo>
                    <a:pt x="5599425" y="3116972"/>
                  </a:lnTo>
                  <a:lnTo>
                    <a:pt x="5598570" y="3116972"/>
                  </a:lnTo>
                  <a:lnTo>
                    <a:pt x="5597714" y="3116972"/>
                  </a:lnTo>
                  <a:lnTo>
                    <a:pt x="5596858" y="3116972"/>
                  </a:lnTo>
                  <a:lnTo>
                    <a:pt x="5596003" y="3116972"/>
                  </a:lnTo>
                  <a:lnTo>
                    <a:pt x="5595147" y="3116972"/>
                  </a:lnTo>
                  <a:lnTo>
                    <a:pt x="5594292" y="3116972"/>
                  </a:lnTo>
                  <a:lnTo>
                    <a:pt x="5593436" y="3116972"/>
                  </a:lnTo>
                  <a:lnTo>
                    <a:pt x="5592581" y="3116972"/>
                  </a:lnTo>
                  <a:lnTo>
                    <a:pt x="5591725" y="3116972"/>
                  </a:lnTo>
                  <a:lnTo>
                    <a:pt x="5590870" y="3116972"/>
                  </a:lnTo>
                  <a:lnTo>
                    <a:pt x="5590014" y="3116972"/>
                  </a:lnTo>
                  <a:lnTo>
                    <a:pt x="5589159" y="3116972"/>
                  </a:lnTo>
                  <a:lnTo>
                    <a:pt x="5588303" y="3116972"/>
                  </a:lnTo>
                  <a:lnTo>
                    <a:pt x="5587448" y="3116972"/>
                  </a:lnTo>
                  <a:lnTo>
                    <a:pt x="5586592" y="3116972"/>
                  </a:lnTo>
                  <a:lnTo>
                    <a:pt x="5585737" y="3116972"/>
                  </a:lnTo>
                  <a:lnTo>
                    <a:pt x="5584881" y="3116972"/>
                  </a:lnTo>
                  <a:lnTo>
                    <a:pt x="5584026" y="3116972"/>
                  </a:lnTo>
                  <a:lnTo>
                    <a:pt x="5583170" y="3116972"/>
                  </a:lnTo>
                  <a:lnTo>
                    <a:pt x="5582314" y="3116972"/>
                  </a:lnTo>
                  <a:lnTo>
                    <a:pt x="5581459" y="3116972"/>
                  </a:lnTo>
                  <a:lnTo>
                    <a:pt x="5580603" y="3116972"/>
                  </a:lnTo>
                  <a:lnTo>
                    <a:pt x="5579748" y="3116972"/>
                  </a:lnTo>
                  <a:lnTo>
                    <a:pt x="5578892" y="3116972"/>
                  </a:lnTo>
                  <a:lnTo>
                    <a:pt x="5578037" y="3116972"/>
                  </a:lnTo>
                  <a:lnTo>
                    <a:pt x="5577181" y="3116972"/>
                  </a:lnTo>
                  <a:lnTo>
                    <a:pt x="5576326" y="3116972"/>
                  </a:lnTo>
                  <a:lnTo>
                    <a:pt x="5575470" y="3116972"/>
                  </a:lnTo>
                  <a:lnTo>
                    <a:pt x="5574615" y="3116972"/>
                  </a:lnTo>
                  <a:lnTo>
                    <a:pt x="5573759" y="3116972"/>
                  </a:lnTo>
                  <a:lnTo>
                    <a:pt x="5572904" y="3116972"/>
                  </a:lnTo>
                  <a:lnTo>
                    <a:pt x="5572048" y="3116972"/>
                  </a:lnTo>
                  <a:lnTo>
                    <a:pt x="5571193" y="3116972"/>
                  </a:lnTo>
                  <a:lnTo>
                    <a:pt x="5570337" y="3116972"/>
                  </a:lnTo>
                  <a:lnTo>
                    <a:pt x="5569482" y="3116972"/>
                  </a:lnTo>
                  <a:lnTo>
                    <a:pt x="5568626" y="3116972"/>
                  </a:lnTo>
                  <a:lnTo>
                    <a:pt x="5567771" y="3116972"/>
                  </a:lnTo>
                  <a:lnTo>
                    <a:pt x="5566915" y="3116972"/>
                  </a:lnTo>
                  <a:lnTo>
                    <a:pt x="5566059" y="3116972"/>
                  </a:lnTo>
                  <a:lnTo>
                    <a:pt x="5565204" y="3116972"/>
                  </a:lnTo>
                  <a:lnTo>
                    <a:pt x="5564348" y="3116972"/>
                  </a:lnTo>
                  <a:lnTo>
                    <a:pt x="5563493" y="3116972"/>
                  </a:lnTo>
                  <a:lnTo>
                    <a:pt x="5562637" y="3116972"/>
                  </a:lnTo>
                  <a:lnTo>
                    <a:pt x="5561782" y="3116972"/>
                  </a:lnTo>
                  <a:lnTo>
                    <a:pt x="5560926" y="3116972"/>
                  </a:lnTo>
                  <a:lnTo>
                    <a:pt x="5560071" y="3116972"/>
                  </a:lnTo>
                  <a:lnTo>
                    <a:pt x="5559215" y="3116972"/>
                  </a:lnTo>
                  <a:lnTo>
                    <a:pt x="5558360" y="3116972"/>
                  </a:lnTo>
                  <a:lnTo>
                    <a:pt x="5557504" y="3116972"/>
                  </a:lnTo>
                  <a:lnTo>
                    <a:pt x="5556649" y="3116972"/>
                  </a:lnTo>
                  <a:lnTo>
                    <a:pt x="5555793" y="3116972"/>
                  </a:lnTo>
                  <a:lnTo>
                    <a:pt x="5554938" y="3116972"/>
                  </a:lnTo>
                  <a:lnTo>
                    <a:pt x="5554082" y="3116972"/>
                  </a:lnTo>
                  <a:lnTo>
                    <a:pt x="5553227" y="3116972"/>
                  </a:lnTo>
                  <a:lnTo>
                    <a:pt x="5552371" y="3116972"/>
                  </a:lnTo>
                  <a:lnTo>
                    <a:pt x="5551516" y="3116972"/>
                  </a:lnTo>
                  <a:lnTo>
                    <a:pt x="5550660" y="3116972"/>
                  </a:lnTo>
                  <a:lnTo>
                    <a:pt x="5549804" y="3116972"/>
                  </a:lnTo>
                  <a:lnTo>
                    <a:pt x="5548949" y="3116972"/>
                  </a:lnTo>
                  <a:lnTo>
                    <a:pt x="5548093" y="3116972"/>
                  </a:lnTo>
                  <a:lnTo>
                    <a:pt x="5547238" y="3116972"/>
                  </a:lnTo>
                  <a:lnTo>
                    <a:pt x="5546382" y="3116972"/>
                  </a:lnTo>
                  <a:lnTo>
                    <a:pt x="5545527" y="3116972"/>
                  </a:lnTo>
                  <a:lnTo>
                    <a:pt x="5544671" y="3116972"/>
                  </a:lnTo>
                  <a:lnTo>
                    <a:pt x="5543816" y="3116972"/>
                  </a:lnTo>
                  <a:lnTo>
                    <a:pt x="5542960" y="3116972"/>
                  </a:lnTo>
                  <a:lnTo>
                    <a:pt x="5542105" y="3116972"/>
                  </a:lnTo>
                  <a:lnTo>
                    <a:pt x="5541249" y="3116972"/>
                  </a:lnTo>
                  <a:lnTo>
                    <a:pt x="5540394" y="3116972"/>
                  </a:lnTo>
                  <a:lnTo>
                    <a:pt x="5539538" y="3116972"/>
                  </a:lnTo>
                  <a:lnTo>
                    <a:pt x="5538683" y="3116972"/>
                  </a:lnTo>
                  <a:lnTo>
                    <a:pt x="5537827" y="3116972"/>
                  </a:lnTo>
                  <a:lnTo>
                    <a:pt x="5536972" y="3116972"/>
                  </a:lnTo>
                  <a:lnTo>
                    <a:pt x="5536116" y="3116972"/>
                  </a:lnTo>
                  <a:lnTo>
                    <a:pt x="5535261" y="3116972"/>
                  </a:lnTo>
                  <a:lnTo>
                    <a:pt x="5534405" y="3116972"/>
                  </a:lnTo>
                  <a:lnTo>
                    <a:pt x="5533549" y="3116972"/>
                  </a:lnTo>
                  <a:lnTo>
                    <a:pt x="5532694" y="3116972"/>
                  </a:lnTo>
                  <a:lnTo>
                    <a:pt x="5531838" y="3116972"/>
                  </a:lnTo>
                  <a:lnTo>
                    <a:pt x="5530983" y="3116972"/>
                  </a:lnTo>
                  <a:lnTo>
                    <a:pt x="5530127" y="3116972"/>
                  </a:lnTo>
                  <a:lnTo>
                    <a:pt x="5529272" y="3116972"/>
                  </a:lnTo>
                  <a:lnTo>
                    <a:pt x="5528416" y="3116972"/>
                  </a:lnTo>
                  <a:lnTo>
                    <a:pt x="5527561" y="3116972"/>
                  </a:lnTo>
                  <a:lnTo>
                    <a:pt x="5526705" y="3116972"/>
                  </a:lnTo>
                  <a:lnTo>
                    <a:pt x="5525850" y="3116972"/>
                  </a:lnTo>
                  <a:lnTo>
                    <a:pt x="5524994" y="3116972"/>
                  </a:lnTo>
                  <a:lnTo>
                    <a:pt x="5524139" y="3116972"/>
                  </a:lnTo>
                  <a:lnTo>
                    <a:pt x="5523283" y="3116972"/>
                  </a:lnTo>
                  <a:lnTo>
                    <a:pt x="5522428" y="3116972"/>
                  </a:lnTo>
                  <a:lnTo>
                    <a:pt x="5521572" y="3116972"/>
                  </a:lnTo>
                  <a:lnTo>
                    <a:pt x="5520717" y="3116972"/>
                  </a:lnTo>
                  <a:lnTo>
                    <a:pt x="5519861" y="3116972"/>
                  </a:lnTo>
                  <a:lnTo>
                    <a:pt x="5519005" y="3116972"/>
                  </a:lnTo>
                  <a:lnTo>
                    <a:pt x="5518150" y="3116972"/>
                  </a:lnTo>
                  <a:lnTo>
                    <a:pt x="5517294" y="3116972"/>
                  </a:lnTo>
                  <a:lnTo>
                    <a:pt x="5516439" y="3116972"/>
                  </a:lnTo>
                  <a:lnTo>
                    <a:pt x="5515583" y="3116972"/>
                  </a:lnTo>
                  <a:lnTo>
                    <a:pt x="5514728" y="3116972"/>
                  </a:lnTo>
                  <a:lnTo>
                    <a:pt x="5513872" y="3116972"/>
                  </a:lnTo>
                  <a:lnTo>
                    <a:pt x="5513017" y="3116972"/>
                  </a:lnTo>
                  <a:lnTo>
                    <a:pt x="5512161" y="3116972"/>
                  </a:lnTo>
                  <a:lnTo>
                    <a:pt x="5511306" y="3116972"/>
                  </a:lnTo>
                  <a:lnTo>
                    <a:pt x="5510450" y="3116972"/>
                  </a:lnTo>
                  <a:lnTo>
                    <a:pt x="5509595" y="3116972"/>
                  </a:lnTo>
                  <a:lnTo>
                    <a:pt x="5508739" y="3116972"/>
                  </a:lnTo>
                  <a:lnTo>
                    <a:pt x="5507884" y="3116972"/>
                  </a:lnTo>
                  <a:lnTo>
                    <a:pt x="5507028" y="3116972"/>
                  </a:lnTo>
                  <a:lnTo>
                    <a:pt x="5506173" y="3116972"/>
                  </a:lnTo>
                  <a:lnTo>
                    <a:pt x="5505317" y="3116972"/>
                  </a:lnTo>
                  <a:lnTo>
                    <a:pt x="5504462" y="3116972"/>
                  </a:lnTo>
                  <a:lnTo>
                    <a:pt x="5503606" y="3116972"/>
                  </a:lnTo>
                  <a:lnTo>
                    <a:pt x="5502750" y="3116972"/>
                  </a:lnTo>
                  <a:lnTo>
                    <a:pt x="5501895" y="3116972"/>
                  </a:lnTo>
                  <a:lnTo>
                    <a:pt x="5501039" y="3116972"/>
                  </a:lnTo>
                  <a:lnTo>
                    <a:pt x="5500184" y="3116972"/>
                  </a:lnTo>
                  <a:lnTo>
                    <a:pt x="5499328" y="3116972"/>
                  </a:lnTo>
                  <a:lnTo>
                    <a:pt x="5498473" y="3116972"/>
                  </a:lnTo>
                  <a:lnTo>
                    <a:pt x="5497617" y="3116972"/>
                  </a:lnTo>
                  <a:lnTo>
                    <a:pt x="5496762" y="3116972"/>
                  </a:lnTo>
                  <a:lnTo>
                    <a:pt x="5495906" y="3116972"/>
                  </a:lnTo>
                  <a:lnTo>
                    <a:pt x="5495051" y="3116972"/>
                  </a:lnTo>
                  <a:lnTo>
                    <a:pt x="5494195" y="3116972"/>
                  </a:lnTo>
                  <a:lnTo>
                    <a:pt x="5493340" y="3116972"/>
                  </a:lnTo>
                  <a:lnTo>
                    <a:pt x="5492484" y="3116972"/>
                  </a:lnTo>
                  <a:lnTo>
                    <a:pt x="5491629" y="3116972"/>
                  </a:lnTo>
                  <a:lnTo>
                    <a:pt x="5490773" y="3116972"/>
                  </a:lnTo>
                  <a:lnTo>
                    <a:pt x="5489918" y="3116972"/>
                  </a:lnTo>
                  <a:lnTo>
                    <a:pt x="5489062" y="3116972"/>
                  </a:lnTo>
                  <a:lnTo>
                    <a:pt x="5488207" y="3116972"/>
                  </a:lnTo>
                  <a:lnTo>
                    <a:pt x="5487351" y="3116972"/>
                  </a:lnTo>
                  <a:lnTo>
                    <a:pt x="5486495" y="3116972"/>
                  </a:lnTo>
                  <a:lnTo>
                    <a:pt x="5485640" y="3116972"/>
                  </a:lnTo>
                  <a:lnTo>
                    <a:pt x="5484784" y="3116972"/>
                  </a:lnTo>
                  <a:lnTo>
                    <a:pt x="5483929" y="3116972"/>
                  </a:lnTo>
                  <a:lnTo>
                    <a:pt x="5483073" y="3116972"/>
                  </a:lnTo>
                  <a:lnTo>
                    <a:pt x="5482218" y="3116972"/>
                  </a:lnTo>
                  <a:lnTo>
                    <a:pt x="5481362" y="3116972"/>
                  </a:lnTo>
                  <a:lnTo>
                    <a:pt x="5480507" y="3116972"/>
                  </a:lnTo>
                  <a:lnTo>
                    <a:pt x="5479651" y="3116972"/>
                  </a:lnTo>
                  <a:lnTo>
                    <a:pt x="5478796" y="3116972"/>
                  </a:lnTo>
                  <a:lnTo>
                    <a:pt x="5477940" y="3116972"/>
                  </a:lnTo>
                  <a:lnTo>
                    <a:pt x="5477085" y="3116972"/>
                  </a:lnTo>
                  <a:lnTo>
                    <a:pt x="5476229" y="3116972"/>
                  </a:lnTo>
                  <a:lnTo>
                    <a:pt x="5475374" y="3116972"/>
                  </a:lnTo>
                  <a:lnTo>
                    <a:pt x="5474518" y="3116972"/>
                  </a:lnTo>
                  <a:lnTo>
                    <a:pt x="5473663" y="3116972"/>
                  </a:lnTo>
                  <a:lnTo>
                    <a:pt x="5472807" y="3116972"/>
                  </a:lnTo>
                  <a:lnTo>
                    <a:pt x="5471951" y="3116972"/>
                  </a:lnTo>
                  <a:lnTo>
                    <a:pt x="5471096" y="3116972"/>
                  </a:lnTo>
                  <a:lnTo>
                    <a:pt x="5470240" y="3116972"/>
                  </a:lnTo>
                  <a:lnTo>
                    <a:pt x="5469385" y="3116972"/>
                  </a:lnTo>
                  <a:lnTo>
                    <a:pt x="5468529" y="3116972"/>
                  </a:lnTo>
                  <a:lnTo>
                    <a:pt x="5467674" y="3116972"/>
                  </a:lnTo>
                  <a:lnTo>
                    <a:pt x="5466818" y="3116972"/>
                  </a:lnTo>
                  <a:lnTo>
                    <a:pt x="5465963" y="3116972"/>
                  </a:lnTo>
                  <a:lnTo>
                    <a:pt x="5465107" y="3116972"/>
                  </a:lnTo>
                  <a:lnTo>
                    <a:pt x="5464252" y="3116972"/>
                  </a:lnTo>
                  <a:lnTo>
                    <a:pt x="5463396" y="3116972"/>
                  </a:lnTo>
                  <a:lnTo>
                    <a:pt x="5462541" y="3116972"/>
                  </a:lnTo>
                  <a:lnTo>
                    <a:pt x="5461685" y="3116972"/>
                  </a:lnTo>
                  <a:lnTo>
                    <a:pt x="5460830" y="3116972"/>
                  </a:lnTo>
                  <a:lnTo>
                    <a:pt x="5459974" y="3116972"/>
                  </a:lnTo>
                  <a:lnTo>
                    <a:pt x="5459119" y="3116972"/>
                  </a:lnTo>
                  <a:lnTo>
                    <a:pt x="5458263" y="3116972"/>
                  </a:lnTo>
                  <a:lnTo>
                    <a:pt x="5457408" y="3116972"/>
                  </a:lnTo>
                  <a:lnTo>
                    <a:pt x="5456552" y="3116972"/>
                  </a:lnTo>
                  <a:lnTo>
                    <a:pt x="5455696" y="3116972"/>
                  </a:lnTo>
                  <a:lnTo>
                    <a:pt x="5454841" y="3116972"/>
                  </a:lnTo>
                  <a:lnTo>
                    <a:pt x="5453985" y="3116972"/>
                  </a:lnTo>
                  <a:lnTo>
                    <a:pt x="5453130" y="3116972"/>
                  </a:lnTo>
                  <a:lnTo>
                    <a:pt x="5452274" y="3116972"/>
                  </a:lnTo>
                  <a:lnTo>
                    <a:pt x="5451419" y="3116972"/>
                  </a:lnTo>
                  <a:lnTo>
                    <a:pt x="5450563" y="3116972"/>
                  </a:lnTo>
                  <a:lnTo>
                    <a:pt x="5449708" y="3116972"/>
                  </a:lnTo>
                  <a:lnTo>
                    <a:pt x="5448852" y="3116972"/>
                  </a:lnTo>
                  <a:lnTo>
                    <a:pt x="5447997" y="3116972"/>
                  </a:lnTo>
                  <a:lnTo>
                    <a:pt x="5447141" y="3116972"/>
                  </a:lnTo>
                  <a:lnTo>
                    <a:pt x="5446286" y="3116972"/>
                  </a:lnTo>
                  <a:lnTo>
                    <a:pt x="5445430" y="3116972"/>
                  </a:lnTo>
                  <a:lnTo>
                    <a:pt x="5444575" y="3116972"/>
                  </a:lnTo>
                  <a:lnTo>
                    <a:pt x="5443719" y="3116972"/>
                  </a:lnTo>
                  <a:lnTo>
                    <a:pt x="5442864" y="3116972"/>
                  </a:lnTo>
                  <a:lnTo>
                    <a:pt x="5442008" y="3116972"/>
                  </a:lnTo>
                  <a:lnTo>
                    <a:pt x="5441153" y="3116972"/>
                  </a:lnTo>
                  <a:lnTo>
                    <a:pt x="5440297" y="3116972"/>
                  </a:lnTo>
                  <a:lnTo>
                    <a:pt x="5439441" y="3116972"/>
                  </a:lnTo>
                  <a:lnTo>
                    <a:pt x="5438586" y="3116972"/>
                  </a:lnTo>
                  <a:lnTo>
                    <a:pt x="5437730" y="3116972"/>
                  </a:lnTo>
                  <a:lnTo>
                    <a:pt x="5436875" y="3116972"/>
                  </a:lnTo>
                  <a:lnTo>
                    <a:pt x="5436019" y="3116972"/>
                  </a:lnTo>
                  <a:lnTo>
                    <a:pt x="5435164" y="3116972"/>
                  </a:lnTo>
                  <a:lnTo>
                    <a:pt x="5434308" y="3116972"/>
                  </a:lnTo>
                  <a:lnTo>
                    <a:pt x="5433453" y="3116972"/>
                  </a:lnTo>
                  <a:lnTo>
                    <a:pt x="5432597" y="3116972"/>
                  </a:lnTo>
                  <a:lnTo>
                    <a:pt x="5431742" y="3116972"/>
                  </a:lnTo>
                  <a:lnTo>
                    <a:pt x="5430886" y="3116972"/>
                  </a:lnTo>
                  <a:lnTo>
                    <a:pt x="5430031" y="3116972"/>
                  </a:lnTo>
                  <a:lnTo>
                    <a:pt x="5429175" y="3116972"/>
                  </a:lnTo>
                  <a:lnTo>
                    <a:pt x="5428320" y="3116972"/>
                  </a:lnTo>
                  <a:lnTo>
                    <a:pt x="5427464" y="3116972"/>
                  </a:lnTo>
                  <a:lnTo>
                    <a:pt x="5426609" y="3116972"/>
                  </a:lnTo>
                  <a:lnTo>
                    <a:pt x="5425753" y="3116972"/>
                  </a:lnTo>
                  <a:lnTo>
                    <a:pt x="5424897" y="3116972"/>
                  </a:lnTo>
                  <a:lnTo>
                    <a:pt x="5424042" y="3116972"/>
                  </a:lnTo>
                  <a:lnTo>
                    <a:pt x="5423186" y="3116972"/>
                  </a:lnTo>
                  <a:lnTo>
                    <a:pt x="5422331" y="3116972"/>
                  </a:lnTo>
                  <a:lnTo>
                    <a:pt x="5421475" y="3116972"/>
                  </a:lnTo>
                  <a:lnTo>
                    <a:pt x="5420620" y="3116972"/>
                  </a:lnTo>
                  <a:lnTo>
                    <a:pt x="5419764" y="3116972"/>
                  </a:lnTo>
                  <a:lnTo>
                    <a:pt x="5418909" y="3116972"/>
                  </a:lnTo>
                  <a:lnTo>
                    <a:pt x="5418053" y="3116972"/>
                  </a:lnTo>
                  <a:lnTo>
                    <a:pt x="5417198" y="3116972"/>
                  </a:lnTo>
                  <a:lnTo>
                    <a:pt x="5416342" y="3116972"/>
                  </a:lnTo>
                  <a:lnTo>
                    <a:pt x="5415487" y="3116972"/>
                  </a:lnTo>
                  <a:lnTo>
                    <a:pt x="5414631" y="3116972"/>
                  </a:lnTo>
                  <a:lnTo>
                    <a:pt x="5413776" y="3116972"/>
                  </a:lnTo>
                  <a:lnTo>
                    <a:pt x="5412920" y="3116972"/>
                  </a:lnTo>
                  <a:lnTo>
                    <a:pt x="5412065" y="3116972"/>
                  </a:lnTo>
                  <a:lnTo>
                    <a:pt x="5411209" y="3116972"/>
                  </a:lnTo>
                  <a:lnTo>
                    <a:pt x="5410354" y="3116972"/>
                  </a:lnTo>
                  <a:lnTo>
                    <a:pt x="5409498" y="3116972"/>
                  </a:lnTo>
                  <a:lnTo>
                    <a:pt x="5408642" y="3116972"/>
                  </a:lnTo>
                  <a:lnTo>
                    <a:pt x="5407787" y="3116972"/>
                  </a:lnTo>
                  <a:lnTo>
                    <a:pt x="5406931" y="3116972"/>
                  </a:lnTo>
                  <a:lnTo>
                    <a:pt x="5406076" y="3116972"/>
                  </a:lnTo>
                  <a:lnTo>
                    <a:pt x="5405220" y="3116972"/>
                  </a:lnTo>
                  <a:lnTo>
                    <a:pt x="5404365" y="3116972"/>
                  </a:lnTo>
                  <a:lnTo>
                    <a:pt x="5403509" y="3116972"/>
                  </a:lnTo>
                  <a:lnTo>
                    <a:pt x="5402654" y="3116972"/>
                  </a:lnTo>
                  <a:lnTo>
                    <a:pt x="5401798" y="3116972"/>
                  </a:lnTo>
                  <a:lnTo>
                    <a:pt x="5400943" y="3116972"/>
                  </a:lnTo>
                  <a:lnTo>
                    <a:pt x="5400087" y="3116972"/>
                  </a:lnTo>
                  <a:lnTo>
                    <a:pt x="5399232" y="3116972"/>
                  </a:lnTo>
                  <a:lnTo>
                    <a:pt x="5398376" y="3116972"/>
                  </a:lnTo>
                  <a:lnTo>
                    <a:pt x="5397521" y="3116972"/>
                  </a:lnTo>
                  <a:lnTo>
                    <a:pt x="5396665" y="3116972"/>
                  </a:lnTo>
                  <a:lnTo>
                    <a:pt x="5395810" y="3116972"/>
                  </a:lnTo>
                  <a:lnTo>
                    <a:pt x="5394954" y="3116972"/>
                  </a:lnTo>
                  <a:lnTo>
                    <a:pt x="5394099" y="3116972"/>
                  </a:lnTo>
                  <a:lnTo>
                    <a:pt x="5393243" y="3116972"/>
                  </a:lnTo>
                  <a:lnTo>
                    <a:pt x="5392387" y="3116972"/>
                  </a:lnTo>
                  <a:lnTo>
                    <a:pt x="5391532" y="3116972"/>
                  </a:lnTo>
                  <a:lnTo>
                    <a:pt x="5390676" y="3116972"/>
                  </a:lnTo>
                  <a:lnTo>
                    <a:pt x="5389821" y="3116972"/>
                  </a:lnTo>
                  <a:lnTo>
                    <a:pt x="5388965" y="3116972"/>
                  </a:lnTo>
                  <a:lnTo>
                    <a:pt x="5388110" y="3116972"/>
                  </a:lnTo>
                  <a:lnTo>
                    <a:pt x="5387254" y="3116972"/>
                  </a:lnTo>
                  <a:lnTo>
                    <a:pt x="5386399" y="3116972"/>
                  </a:lnTo>
                  <a:lnTo>
                    <a:pt x="5385543" y="3116972"/>
                  </a:lnTo>
                  <a:lnTo>
                    <a:pt x="5384688" y="3116972"/>
                  </a:lnTo>
                  <a:lnTo>
                    <a:pt x="5383832" y="3116972"/>
                  </a:lnTo>
                  <a:lnTo>
                    <a:pt x="5382977" y="3116972"/>
                  </a:lnTo>
                  <a:lnTo>
                    <a:pt x="5382121" y="3116972"/>
                  </a:lnTo>
                  <a:lnTo>
                    <a:pt x="5381266" y="3116972"/>
                  </a:lnTo>
                  <a:lnTo>
                    <a:pt x="5380410" y="3116972"/>
                  </a:lnTo>
                  <a:lnTo>
                    <a:pt x="5379555" y="3116972"/>
                  </a:lnTo>
                  <a:lnTo>
                    <a:pt x="5378699" y="3116972"/>
                  </a:lnTo>
                  <a:lnTo>
                    <a:pt x="5377843" y="3116972"/>
                  </a:lnTo>
                  <a:lnTo>
                    <a:pt x="5376988" y="3116972"/>
                  </a:lnTo>
                  <a:lnTo>
                    <a:pt x="5376132" y="3116972"/>
                  </a:lnTo>
                  <a:lnTo>
                    <a:pt x="5375277" y="3116972"/>
                  </a:lnTo>
                  <a:lnTo>
                    <a:pt x="5374421" y="3116972"/>
                  </a:lnTo>
                  <a:lnTo>
                    <a:pt x="5373566" y="3116972"/>
                  </a:lnTo>
                  <a:lnTo>
                    <a:pt x="5372710" y="3116972"/>
                  </a:lnTo>
                  <a:lnTo>
                    <a:pt x="5371855" y="3116972"/>
                  </a:lnTo>
                  <a:lnTo>
                    <a:pt x="5370999" y="3116972"/>
                  </a:lnTo>
                  <a:lnTo>
                    <a:pt x="5370144" y="3116972"/>
                  </a:lnTo>
                  <a:lnTo>
                    <a:pt x="5369288" y="3116972"/>
                  </a:lnTo>
                  <a:lnTo>
                    <a:pt x="5368433" y="3116972"/>
                  </a:lnTo>
                  <a:lnTo>
                    <a:pt x="5367577" y="3116972"/>
                  </a:lnTo>
                  <a:lnTo>
                    <a:pt x="5366722" y="3116972"/>
                  </a:lnTo>
                  <a:lnTo>
                    <a:pt x="5365866" y="3116972"/>
                  </a:lnTo>
                  <a:lnTo>
                    <a:pt x="5365011" y="3116972"/>
                  </a:lnTo>
                  <a:lnTo>
                    <a:pt x="5364155" y="3116972"/>
                  </a:lnTo>
                  <a:lnTo>
                    <a:pt x="5363300" y="3116972"/>
                  </a:lnTo>
                  <a:lnTo>
                    <a:pt x="5362444" y="3116972"/>
                  </a:lnTo>
                  <a:lnTo>
                    <a:pt x="5361588" y="3116972"/>
                  </a:lnTo>
                  <a:lnTo>
                    <a:pt x="5360733" y="3116972"/>
                  </a:lnTo>
                  <a:lnTo>
                    <a:pt x="5359877" y="3116972"/>
                  </a:lnTo>
                  <a:lnTo>
                    <a:pt x="5359022" y="3116972"/>
                  </a:lnTo>
                  <a:lnTo>
                    <a:pt x="5358166" y="3116972"/>
                  </a:lnTo>
                  <a:lnTo>
                    <a:pt x="5357311" y="3116972"/>
                  </a:lnTo>
                  <a:lnTo>
                    <a:pt x="5356455" y="3116972"/>
                  </a:lnTo>
                  <a:lnTo>
                    <a:pt x="5355600" y="3116972"/>
                  </a:lnTo>
                  <a:lnTo>
                    <a:pt x="5354744" y="3116972"/>
                  </a:lnTo>
                  <a:lnTo>
                    <a:pt x="5353889" y="3116972"/>
                  </a:lnTo>
                  <a:lnTo>
                    <a:pt x="5353033" y="3116972"/>
                  </a:lnTo>
                  <a:lnTo>
                    <a:pt x="5352178" y="3116972"/>
                  </a:lnTo>
                  <a:lnTo>
                    <a:pt x="5351322" y="3116972"/>
                  </a:lnTo>
                  <a:lnTo>
                    <a:pt x="5350467" y="3116972"/>
                  </a:lnTo>
                  <a:lnTo>
                    <a:pt x="5349611" y="3116972"/>
                  </a:lnTo>
                  <a:lnTo>
                    <a:pt x="5348756" y="3116972"/>
                  </a:lnTo>
                  <a:lnTo>
                    <a:pt x="5347900" y="3116972"/>
                  </a:lnTo>
                  <a:lnTo>
                    <a:pt x="5347045" y="3116972"/>
                  </a:lnTo>
                  <a:lnTo>
                    <a:pt x="5346189" y="3116972"/>
                  </a:lnTo>
                  <a:lnTo>
                    <a:pt x="5345333" y="3116972"/>
                  </a:lnTo>
                  <a:lnTo>
                    <a:pt x="5344478" y="3116972"/>
                  </a:lnTo>
                  <a:lnTo>
                    <a:pt x="5343622" y="3116972"/>
                  </a:lnTo>
                  <a:lnTo>
                    <a:pt x="5342767" y="3116972"/>
                  </a:lnTo>
                  <a:lnTo>
                    <a:pt x="5341911" y="3116972"/>
                  </a:lnTo>
                  <a:lnTo>
                    <a:pt x="5341056" y="3116972"/>
                  </a:lnTo>
                  <a:lnTo>
                    <a:pt x="5340200" y="3116972"/>
                  </a:lnTo>
                  <a:lnTo>
                    <a:pt x="5339345" y="3116972"/>
                  </a:lnTo>
                  <a:lnTo>
                    <a:pt x="5338489" y="3116972"/>
                  </a:lnTo>
                  <a:lnTo>
                    <a:pt x="5337634" y="3116972"/>
                  </a:lnTo>
                  <a:lnTo>
                    <a:pt x="5336778" y="3116972"/>
                  </a:lnTo>
                  <a:lnTo>
                    <a:pt x="5335923" y="3116972"/>
                  </a:lnTo>
                  <a:lnTo>
                    <a:pt x="5335067" y="3116972"/>
                  </a:lnTo>
                  <a:lnTo>
                    <a:pt x="5334212" y="3116972"/>
                  </a:lnTo>
                  <a:lnTo>
                    <a:pt x="5333356" y="3116972"/>
                  </a:lnTo>
                  <a:lnTo>
                    <a:pt x="5332501" y="3116972"/>
                  </a:lnTo>
                  <a:lnTo>
                    <a:pt x="5331645" y="3116972"/>
                  </a:lnTo>
                  <a:lnTo>
                    <a:pt x="5330789" y="3116972"/>
                  </a:lnTo>
                  <a:lnTo>
                    <a:pt x="5329934" y="3116972"/>
                  </a:lnTo>
                  <a:lnTo>
                    <a:pt x="5329078" y="3116972"/>
                  </a:lnTo>
                  <a:lnTo>
                    <a:pt x="5328223" y="3116972"/>
                  </a:lnTo>
                  <a:lnTo>
                    <a:pt x="5327367" y="3116972"/>
                  </a:lnTo>
                  <a:lnTo>
                    <a:pt x="5326512" y="3116972"/>
                  </a:lnTo>
                  <a:lnTo>
                    <a:pt x="5325656" y="3116972"/>
                  </a:lnTo>
                  <a:lnTo>
                    <a:pt x="5324801" y="3116972"/>
                  </a:lnTo>
                  <a:lnTo>
                    <a:pt x="5323945" y="3116972"/>
                  </a:lnTo>
                  <a:lnTo>
                    <a:pt x="5323090" y="3116972"/>
                  </a:lnTo>
                  <a:lnTo>
                    <a:pt x="5322234" y="3116972"/>
                  </a:lnTo>
                  <a:lnTo>
                    <a:pt x="5321379" y="3116972"/>
                  </a:lnTo>
                  <a:lnTo>
                    <a:pt x="5320523" y="3116972"/>
                  </a:lnTo>
                  <a:lnTo>
                    <a:pt x="5319668" y="3116972"/>
                  </a:lnTo>
                  <a:lnTo>
                    <a:pt x="5318812" y="3116972"/>
                  </a:lnTo>
                  <a:lnTo>
                    <a:pt x="5317957" y="3116972"/>
                  </a:lnTo>
                  <a:lnTo>
                    <a:pt x="5317101" y="3116972"/>
                  </a:lnTo>
                  <a:lnTo>
                    <a:pt x="5316246" y="3116972"/>
                  </a:lnTo>
                  <a:lnTo>
                    <a:pt x="5315390" y="3116972"/>
                  </a:lnTo>
                  <a:lnTo>
                    <a:pt x="5314534" y="3116972"/>
                  </a:lnTo>
                  <a:lnTo>
                    <a:pt x="5313679" y="3116972"/>
                  </a:lnTo>
                  <a:lnTo>
                    <a:pt x="5312823" y="3116972"/>
                  </a:lnTo>
                  <a:lnTo>
                    <a:pt x="5311968" y="3116972"/>
                  </a:lnTo>
                  <a:lnTo>
                    <a:pt x="5311112" y="3116972"/>
                  </a:lnTo>
                  <a:lnTo>
                    <a:pt x="5310257" y="3116972"/>
                  </a:lnTo>
                  <a:lnTo>
                    <a:pt x="5309401" y="3116972"/>
                  </a:lnTo>
                  <a:lnTo>
                    <a:pt x="5308546" y="3116972"/>
                  </a:lnTo>
                  <a:lnTo>
                    <a:pt x="5307690" y="3116972"/>
                  </a:lnTo>
                  <a:lnTo>
                    <a:pt x="5306835" y="3116972"/>
                  </a:lnTo>
                  <a:lnTo>
                    <a:pt x="5305979" y="3116972"/>
                  </a:lnTo>
                  <a:lnTo>
                    <a:pt x="5305124" y="3116972"/>
                  </a:lnTo>
                  <a:lnTo>
                    <a:pt x="5304268" y="3116972"/>
                  </a:lnTo>
                  <a:lnTo>
                    <a:pt x="5303413" y="3116972"/>
                  </a:lnTo>
                  <a:lnTo>
                    <a:pt x="5302557" y="3116972"/>
                  </a:lnTo>
                  <a:lnTo>
                    <a:pt x="5301702" y="3116972"/>
                  </a:lnTo>
                  <a:lnTo>
                    <a:pt x="5300846" y="3116972"/>
                  </a:lnTo>
                  <a:lnTo>
                    <a:pt x="5299991" y="3116972"/>
                  </a:lnTo>
                  <a:lnTo>
                    <a:pt x="5299135" y="3116972"/>
                  </a:lnTo>
                  <a:lnTo>
                    <a:pt x="5298279" y="3116972"/>
                  </a:lnTo>
                  <a:lnTo>
                    <a:pt x="5297424" y="3116972"/>
                  </a:lnTo>
                  <a:lnTo>
                    <a:pt x="5296568" y="3116972"/>
                  </a:lnTo>
                  <a:lnTo>
                    <a:pt x="5295713" y="3116972"/>
                  </a:lnTo>
                  <a:lnTo>
                    <a:pt x="5294857" y="3116972"/>
                  </a:lnTo>
                  <a:lnTo>
                    <a:pt x="5294002" y="3116972"/>
                  </a:lnTo>
                  <a:lnTo>
                    <a:pt x="5293146" y="3116972"/>
                  </a:lnTo>
                  <a:lnTo>
                    <a:pt x="5292291" y="3116972"/>
                  </a:lnTo>
                  <a:lnTo>
                    <a:pt x="5291435" y="3116972"/>
                  </a:lnTo>
                  <a:lnTo>
                    <a:pt x="5290580" y="3116972"/>
                  </a:lnTo>
                  <a:lnTo>
                    <a:pt x="5289724" y="3116972"/>
                  </a:lnTo>
                  <a:lnTo>
                    <a:pt x="5288869" y="3116972"/>
                  </a:lnTo>
                  <a:lnTo>
                    <a:pt x="5288013" y="3116972"/>
                  </a:lnTo>
                  <a:lnTo>
                    <a:pt x="5287158" y="3116972"/>
                  </a:lnTo>
                  <a:lnTo>
                    <a:pt x="5286302" y="3116972"/>
                  </a:lnTo>
                  <a:lnTo>
                    <a:pt x="5285447" y="3116972"/>
                  </a:lnTo>
                  <a:lnTo>
                    <a:pt x="5284591" y="3116972"/>
                  </a:lnTo>
                  <a:lnTo>
                    <a:pt x="5283736" y="3116972"/>
                  </a:lnTo>
                  <a:lnTo>
                    <a:pt x="5282880" y="3116972"/>
                  </a:lnTo>
                  <a:lnTo>
                    <a:pt x="5282024" y="3116972"/>
                  </a:lnTo>
                  <a:lnTo>
                    <a:pt x="5281169" y="3116972"/>
                  </a:lnTo>
                  <a:lnTo>
                    <a:pt x="5280313" y="3116972"/>
                  </a:lnTo>
                  <a:lnTo>
                    <a:pt x="5279458" y="3116972"/>
                  </a:lnTo>
                  <a:lnTo>
                    <a:pt x="5278602" y="3116972"/>
                  </a:lnTo>
                  <a:lnTo>
                    <a:pt x="5277747" y="3116972"/>
                  </a:lnTo>
                  <a:lnTo>
                    <a:pt x="5276891" y="3116972"/>
                  </a:lnTo>
                  <a:lnTo>
                    <a:pt x="5276036" y="3116972"/>
                  </a:lnTo>
                  <a:lnTo>
                    <a:pt x="5275180" y="3116972"/>
                  </a:lnTo>
                  <a:lnTo>
                    <a:pt x="5274325" y="3116972"/>
                  </a:lnTo>
                  <a:lnTo>
                    <a:pt x="5273469" y="3116972"/>
                  </a:lnTo>
                  <a:lnTo>
                    <a:pt x="5272614" y="3116972"/>
                  </a:lnTo>
                  <a:lnTo>
                    <a:pt x="5271758" y="3116972"/>
                  </a:lnTo>
                  <a:lnTo>
                    <a:pt x="5270903" y="3116972"/>
                  </a:lnTo>
                  <a:lnTo>
                    <a:pt x="5270047" y="3116972"/>
                  </a:lnTo>
                  <a:lnTo>
                    <a:pt x="5269192" y="3116972"/>
                  </a:lnTo>
                  <a:lnTo>
                    <a:pt x="5268336" y="3116972"/>
                  </a:lnTo>
                  <a:lnTo>
                    <a:pt x="5267480" y="3116972"/>
                  </a:lnTo>
                  <a:lnTo>
                    <a:pt x="5266625" y="3116972"/>
                  </a:lnTo>
                  <a:lnTo>
                    <a:pt x="5265769" y="3116972"/>
                  </a:lnTo>
                  <a:lnTo>
                    <a:pt x="5264914" y="3116972"/>
                  </a:lnTo>
                  <a:lnTo>
                    <a:pt x="5264058" y="3116972"/>
                  </a:lnTo>
                  <a:lnTo>
                    <a:pt x="5263203" y="3116972"/>
                  </a:lnTo>
                  <a:lnTo>
                    <a:pt x="5262347" y="3116972"/>
                  </a:lnTo>
                  <a:lnTo>
                    <a:pt x="5261492" y="3116972"/>
                  </a:lnTo>
                  <a:lnTo>
                    <a:pt x="5260636" y="3116972"/>
                  </a:lnTo>
                  <a:lnTo>
                    <a:pt x="5259781" y="3116972"/>
                  </a:lnTo>
                  <a:lnTo>
                    <a:pt x="5258925" y="3116972"/>
                  </a:lnTo>
                  <a:lnTo>
                    <a:pt x="5258070" y="3116972"/>
                  </a:lnTo>
                  <a:lnTo>
                    <a:pt x="5257214" y="3116972"/>
                  </a:lnTo>
                  <a:lnTo>
                    <a:pt x="5256359" y="3116972"/>
                  </a:lnTo>
                  <a:lnTo>
                    <a:pt x="5255503" y="3116972"/>
                  </a:lnTo>
                  <a:lnTo>
                    <a:pt x="5254648" y="3116972"/>
                  </a:lnTo>
                  <a:lnTo>
                    <a:pt x="5253792" y="3116972"/>
                  </a:lnTo>
                  <a:lnTo>
                    <a:pt x="5252937" y="3116972"/>
                  </a:lnTo>
                  <a:lnTo>
                    <a:pt x="5252081" y="3116972"/>
                  </a:lnTo>
                  <a:lnTo>
                    <a:pt x="5251225" y="3116972"/>
                  </a:lnTo>
                  <a:lnTo>
                    <a:pt x="5250370" y="3116972"/>
                  </a:lnTo>
                  <a:lnTo>
                    <a:pt x="5249514" y="3116972"/>
                  </a:lnTo>
                  <a:lnTo>
                    <a:pt x="5248659" y="3116972"/>
                  </a:lnTo>
                  <a:lnTo>
                    <a:pt x="5247803" y="3116972"/>
                  </a:lnTo>
                  <a:lnTo>
                    <a:pt x="5246948" y="3116972"/>
                  </a:lnTo>
                  <a:lnTo>
                    <a:pt x="5246092" y="3116972"/>
                  </a:lnTo>
                  <a:lnTo>
                    <a:pt x="5245237" y="3116972"/>
                  </a:lnTo>
                  <a:lnTo>
                    <a:pt x="5244381" y="3116972"/>
                  </a:lnTo>
                  <a:lnTo>
                    <a:pt x="5243526" y="3116972"/>
                  </a:lnTo>
                  <a:lnTo>
                    <a:pt x="5242670" y="3116972"/>
                  </a:lnTo>
                  <a:lnTo>
                    <a:pt x="5241815" y="3116972"/>
                  </a:lnTo>
                  <a:lnTo>
                    <a:pt x="5240959" y="3116972"/>
                  </a:lnTo>
                  <a:lnTo>
                    <a:pt x="5240104" y="3116972"/>
                  </a:lnTo>
                  <a:lnTo>
                    <a:pt x="5239248" y="3116972"/>
                  </a:lnTo>
                  <a:lnTo>
                    <a:pt x="5238393" y="3116972"/>
                  </a:lnTo>
                  <a:lnTo>
                    <a:pt x="5237537" y="3116972"/>
                  </a:lnTo>
                  <a:lnTo>
                    <a:pt x="5236682" y="3116972"/>
                  </a:lnTo>
                  <a:lnTo>
                    <a:pt x="5235826" y="3116972"/>
                  </a:lnTo>
                  <a:lnTo>
                    <a:pt x="5234970" y="3116972"/>
                  </a:lnTo>
                  <a:lnTo>
                    <a:pt x="5234115" y="3116972"/>
                  </a:lnTo>
                  <a:lnTo>
                    <a:pt x="5233259" y="3116972"/>
                  </a:lnTo>
                  <a:lnTo>
                    <a:pt x="5232404" y="3116972"/>
                  </a:lnTo>
                  <a:lnTo>
                    <a:pt x="5231548" y="3116972"/>
                  </a:lnTo>
                  <a:lnTo>
                    <a:pt x="5230693" y="3116972"/>
                  </a:lnTo>
                  <a:lnTo>
                    <a:pt x="5229837" y="3116972"/>
                  </a:lnTo>
                  <a:lnTo>
                    <a:pt x="5228982" y="3116972"/>
                  </a:lnTo>
                  <a:lnTo>
                    <a:pt x="5228126" y="3116972"/>
                  </a:lnTo>
                  <a:lnTo>
                    <a:pt x="5227271" y="3116972"/>
                  </a:lnTo>
                  <a:lnTo>
                    <a:pt x="5226415" y="3116972"/>
                  </a:lnTo>
                  <a:lnTo>
                    <a:pt x="5225560" y="3116972"/>
                  </a:lnTo>
                  <a:lnTo>
                    <a:pt x="5224704" y="3116972"/>
                  </a:lnTo>
                  <a:lnTo>
                    <a:pt x="5223849" y="3116972"/>
                  </a:lnTo>
                  <a:lnTo>
                    <a:pt x="5222993" y="3116972"/>
                  </a:lnTo>
                  <a:lnTo>
                    <a:pt x="5222138" y="3116972"/>
                  </a:lnTo>
                  <a:lnTo>
                    <a:pt x="5221282" y="3116972"/>
                  </a:lnTo>
                  <a:lnTo>
                    <a:pt x="5220426" y="3116972"/>
                  </a:lnTo>
                  <a:lnTo>
                    <a:pt x="5219571" y="3116972"/>
                  </a:lnTo>
                  <a:lnTo>
                    <a:pt x="5218715" y="3116972"/>
                  </a:lnTo>
                  <a:lnTo>
                    <a:pt x="5217860" y="3116972"/>
                  </a:lnTo>
                  <a:lnTo>
                    <a:pt x="5217004" y="3116972"/>
                  </a:lnTo>
                  <a:lnTo>
                    <a:pt x="5216149" y="3116972"/>
                  </a:lnTo>
                  <a:lnTo>
                    <a:pt x="5215293" y="3116972"/>
                  </a:lnTo>
                  <a:lnTo>
                    <a:pt x="5214438" y="3116972"/>
                  </a:lnTo>
                  <a:lnTo>
                    <a:pt x="5213582" y="3116972"/>
                  </a:lnTo>
                  <a:lnTo>
                    <a:pt x="5212727" y="3116972"/>
                  </a:lnTo>
                  <a:lnTo>
                    <a:pt x="5211871" y="3116972"/>
                  </a:lnTo>
                  <a:lnTo>
                    <a:pt x="5211016" y="3116972"/>
                  </a:lnTo>
                  <a:lnTo>
                    <a:pt x="5210160" y="3116972"/>
                  </a:lnTo>
                  <a:lnTo>
                    <a:pt x="5209305" y="3116972"/>
                  </a:lnTo>
                  <a:lnTo>
                    <a:pt x="5208449" y="3116972"/>
                  </a:lnTo>
                  <a:lnTo>
                    <a:pt x="5207594" y="3116972"/>
                  </a:lnTo>
                  <a:lnTo>
                    <a:pt x="5206738" y="3116972"/>
                  </a:lnTo>
                  <a:lnTo>
                    <a:pt x="5205883" y="3116972"/>
                  </a:lnTo>
                  <a:lnTo>
                    <a:pt x="5205027" y="3116972"/>
                  </a:lnTo>
                  <a:lnTo>
                    <a:pt x="5204171" y="3116972"/>
                  </a:lnTo>
                  <a:lnTo>
                    <a:pt x="5203316" y="3116972"/>
                  </a:lnTo>
                  <a:lnTo>
                    <a:pt x="5202460" y="3116972"/>
                  </a:lnTo>
                  <a:lnTo>
                    <a:pt x="5201605" y="3116972"/>
                  </a:lnTo>
                  <a:lnTo>
                    <a:pt x="5200749" y="3116972"/>
                  </a:lnTo>
                  <a:lnTo>
                    <a:pt x="5199894" y="3116972"/>
                  </a:lnTo>
                  <a:lnTo>
                    <a:pt x="5199038" y="3116972"/>
                  </a:lnTo>
                  <a:lnTo>
                    <a:pt x="5198183" y="3116972"/>
                  </a:lnTo>
                  <a:lnTo>
                    <a:pt x="5197327" y="3116972"/>
                  </a:lnTo>
                  <a:lnTo>
                    <a:pt x="5196472" y="3116972"/>
                  </a:lnTo>
                  <a:lnTo>
                    <a:pt x="5195616" y="3116972"/>
                  </a:lnTo>
                  <a:lnTo>
                    <a:pt x="5194761" y="3116972"/>
                  </a:lnTo>
                  <a:lnTo>
                    <a:pt x="5193905" y="3116972"/>
                  </a:lnTo>
                  <a:lnTo>
                    <a:pt x="5193050" y="3116972"/>
                  </a:lnTo>
                  <a:lnTo>
                    <a:pt x="5192194" y="3116972"/>
                  </a:lnTo>
                  <a:lnTo>
                    <a:pt x="5191339" y="3116972"/>
                  </a:lnTo>
                  <a:lnTo>
                    <a:pt x="5190483" y="3116972"/>
                  </a:lnTo>
                  <a:lnTo>
                    <a:pt x="5189628" y="3116972"/>
                  </a:lnTo>
                  <a:lnTo>
                    <a:pt x="5188772" y="3116972"/>
                  </a:lnTo>
                  <a:lnTo>
                    <a:pt x="5187916" y="3116972"/>
                  </a:lnTo>
                  <a:lnTo>
                    <a:pt x="5187061" y="3116972"/>
                  </a:lnTo>
                  <a:lnTo>
                    <a:pt x="5186205" y="3116972"/>
                  </a:lnTo>
                  <a:lnTo>
                    <a:pt x="5185350" y="3116972"/>
                  </a:lnTo>
                  <a:lnTo>
                    <a:pt x="5184494" y="3116972"/>
                  </a:lnTo>
                  <a:lnTo>
                    <a:pt x="5183639" y="3116972"/>
                  </a:lnTo>
                  <a:lnTo>
                    <a:pt x="5182783" y="3116972"/>
                  </a:lnTo>
                  <a:lnTo>
                    <a:pt x="5181928" y="3116972"/>
                  </a:lnTo>
                  <a:lnTo>
                    <a:pt x="5181072" y="3116972"/>
                  </a:lnTo>
                  <a:lnTo>
                    <a:pt x="5180217" y="3116972"/>
                  </a:lnTo>
                  <a:lnTo>
                    <a:pt x="5179361" y="3116972"/>
                  </a:lnTo>
                  <a:lnTo>
                    <a:pt x="5178506" y="3116972"/>
                  </a:lnTo>
                  <a:lnTo>
                    <a:pt x="5177650" y="3116972"/>
                  </a:lnTo>
                  <a:lnTo>
                    <a:pt x="5176795" y="3116972"/>
                  </a:lnTo>
                  <a:lnTo>
                    <a:pt x="5175939" y="3116972"/>
                  </a:lnTo>
                  <a:lnTo>
                    <a:pt x="5175084" y="3116972"/>
                  </a:lnTo>
                  <a:lnTo>
                    <a:pt x="5174228" y="3116972"/>
                  </a:lnTo>
                  <a:lnTo>
                    <a:pt x="5173372" y="3116972"/>
                  </a:lnTo>
                  <a:lnTo>
                    <a:pt x="5172517" y="3116972"/>
                  </a:lnTo>
                  <a:lnTo>
                    <a:pt x="5171661" y="3116972"/>
                  </a:lnTo>
                  <a:lnTo>
                    <a:pt x="5170806" y="3116972"/>
                  </a:lnTo>
                  <a:lnTo>
                    <a:pt x="5169950" y="3116972"/>
                  </a:lnTo>
                  <a:lnTo>
                    <a:pt x="5169095" y="3116972"/>
                  </a:lnTo>
                  <a:lnTo>
                    <a:pt x="5168239" y="3116972"/>
                  </a:lnTo>
                  <a:lnTo>
                    <a:pt x="5167384" y="3116972"/>
                  </a:lnTo>
                  <a:lnTo>
                    <a:pt x="5166528" y="3116972"/>
                  </a:lnTo>
                  <a:lnTo>
                    <a:pt x="5165673" y="3116972"/>
                  </a:lnTo>
                  <a:lnTo>
                    <a:pt x="5164817" y="3116972"/>
                  </a:lnTo>
                  <a:lnTo>
                    <a:pt x="5163962" y="3116972"/>
                  </a:lnTo>
                  <a:lnTo>
                    <a:pt x="5163106" y="3116972"/>
                  </a:lnTo>
                  <a:lnTo>
                    <a:pt x="5162251" y="3116972"/>
                  </a:lnTo>
                  <a:lnTo>
                    <a:pt x="5161395" y="3116972"/>
                  </a:lnTo>
                  <a:lnTo>
                    <a:pt x="5160540" y="3116972"/>
                  </a:lnTo>
                  <a:lnTo>
                    <a:pt x="5159684" y="3116972"/>
                  </a:lnTo>
                  <a:lnTo>
                    <a:pt x="5158829" y="3116972"/>
                  </a:lnTo>
                  <a:lnTo>
                    <a:pt x="5157973" y="3116972"/>
                  </a:lnTo>
                  <a:lnTo>
                    <a:pt x="5157117" y="3116972"/>
                  </a:lnTo>
                  <a:lnTo>
                    <a:pt x="5156262" y="3116972"/>
                  </a:lnTo>
                  <a:lnTo>
                    <a:pt x="5155406" y="3116972"/>
                  </a:lnTo>
                  <a:lnTo>
                    <a:pt x="5154551" y="3116972"/>
                  </a:lnTo>
                  <a:lnTo>
                    <a:pt x="5153695" y="3116972"/>
                  </a:lnTo>
                  <a:lnTo>
                    <a:pt x="5152840" y="3116972"/>
                  </a:lnTo>
                  <a:lnTo>
                    <a:pt x="5151984" y="3116972"/>
                  </a:lnTo>
                  <a:lnTo>
                    <a:pt x="5151129" y="3116972"/>
                  </a:lnTo>
                  <a:lnTo>
                    <a:pt x="5150273" y="3116972"/>
                  </a:lnTo>
                  <a:lnTo>
                    <a:pt x="5149418" y="3116972"/>
                  </a:lnTo>
                  <a:lnTo>
                    <a:pt x="5148562" y="3116972"/>
                  </a:lnTo>
                  <a:lnTo>
                    <a:pt x="5147707" y="3116972"/>
                  </a:lnTo>
                  <a:lnTo>
                    <a:pt x="5146851" y="3116972"/>
                  </a:lnTo>
                  <a:lnTo>
                    <a:pt x="5145996" y="3116972"/>
                  </a:lnTo>
                  <a:lnTo>
                    <a:pt x="5145140" y="3116972"/>
                  </a:lnTo>
                  <a:lnTo>
                    <a:pt x="5144285" y="3116972"/>
                  </a:lnTo>
                  <a:lnTo>
                    <a:pt x="5143429" y="3116972"/>
                  </a:lnTo>
                  <a:lnTo>
                    <a:pt x="5142574" y="3116972"/>
                  </a:lnTo>
                  <a:lnTo>
                    <a:pt x="5141718" y="3116972"/>
                  </a:lnTo>
                  <a:lnTo>
                    <a:pt x="5140862" y="3116972"/>
                  </a:lnTo>
                  <a:lnTo>
                    <a:pt x="5140007" y="3116972"/>
                  </a:lnTo>
                  <a:lnTo>
                    <a:pt x="5139151" y="3116972"/>
                  </a:lnTo>
                  <a:lnTo>
                    <a:pt x="5138296" y="3116972"/>
                  </a:lnTo>
                  <a:lnTo>
                    <a:pt x="5137440" y="3116972"/>
                  </a:lnTo>
                  <a:lnTo>
                    <a:pt x="5136585" y="3116972"/>
                  </a:lnTo>
                  <a:lnTo>
                    <a:pt x="5135729" y="3116972"/>
                  </a:lnTo>
                  <a:lnTo>
                    <a:pt x="5134874" y="3116972"/>
                  </a:lnTo>
                  <a:lnTo>
                    <a:pt x="5134018" y="3116972"/>
                  </a:lnTo>
                  <a:lnTo>
                    <a:pt x="5133163" y="3116972"/>
                  </a:lnTo>
                  <a:lnTo>
                    <a:pt x="5132307" y="3116972"/>
                  </a:lnTo>
                  <a:lnTo>
                    <a:pt x="5131452" y="3116972"/>
                  </a:lnTo>
                  <a:lnTo>
                    <a:pt x="5130596" y="3116972"/>
                  </a:lnTo>
                  <a:lnTo>
                    <a:pt x="5129741" y="3116972"/>
                  </a:lnTo>
                  <a:lnTo>
                    <a:pt x="5128885" y="3116972"/>
                  </a:lnTo>
                  <a:lnTo>
                    <a:pt x="5128030" y="3116972"/>
                  </a:lnTo>
                  <a:lnTo>
                    <a:pt x="5127174" y="3116972"/>
                  </a:lnTo>
                  <a:lnTo>
                    <a:pt x="5126318" y="3116972"/>
                  </a:lnTo>
                  <a:lnTo>
                    <a:pt x="5125463" y="3116972"/>
                  </a:lnTo>
                  <a:lnTo>
                    <a:pt x="5124607" y="3116972"/>
                  </a:lnTo>
                  <a:lnTo>
                    <a:pt x="5123752" y="3116972"/>
                  </a:lnTo>
                  <a:lnTo>
                    <a:pt x="5122896" y="3116972"/>
                  </a:lnTo>
                  <a:lnTo>
                    <a:pt x="5122041" y="3116972"/>
                  </a:lnTo>
                  <a:lnTo>
                    <a:pt x="5121185" y="3116972"/>
                  </a:lnTo>
                  <a:lnTo>
                    <a:pt x="5120330" y="3116972"/>
                  </a:lnTo>
                  <a:lnTo>
                    <a:pt x="5119474" y="3116972"/>
                  </a:lnTo>
                  <a:lnTo>
                    <a:pt x="5118619" y="3116972"/>
                  </a:lnTo>
                  <a:lnTo>
                    <a:pt x="5117763" y="3116972"/>
                  </a:lnTo>
                  <a:lnTo>
                    <a:pt x="5116908" y="3116972"/>
                  </a:lnTo>
                  <a:lnTo>
                    <a:pt x="5116052" y="3116972"/>
                  </a:lnTo>
                  <a:lnTo>
                    <a:pt x="5115197" y="3116972"/>
                  </a:lnTo>
                  <a:lnTo>
                    <a:pt x="5114341" y="3116972"/>
                  </a:lnTo>
                  <a:lnTo>
                    <a:pt x="5113486" y="3116972"/>
                  </a:lnTo>
                  <a:lnTo>
                    <a:pt x="5112630" y="3116972"/>
                  </a:lnTo>
                  <a:lnTo>
                    <a:pt x="5111775" y="3116972"/>
                  </a:lnTo>
                  <a:lnTo>
                    <a:pt x="5110919" y="3116972"/>
                  </a:lnTo>
                  <a:lnTo>
                    <a:pt x="5110063" y="3116972"/>
                  </a:lnTo>
                  <a:lnTo>
                    <a:pt x="5109208" y="3116972"/>
                  </a:lnTo>
                  <a:lnTo>
                    <a:pt x="5108352" y="3116972"/>
                  </a:lnTo>
                  <a:lnTo>
                    <a:pt x="5107497" y="3116972"/>
                  </a:lnTo>
                  <a:lnTo>
                    <a:pt x="5106641" y="3116972"/>
                  </a:lnTo>
                  <a:lnTo>
                    <a:pt x="5105786" y="3116972"/>
                  </a:lnTo>
                  <a:lnTo>
                    <a:pt x="5104930" y="3116972"/>
                  </a:lnTo>
                  <a:lnTo>
                    <a:pt x="5104075" y="3116972"/>
                  </a:lnTo>
                  <a:lnTo>
                    <a:pt x="5103219" y="3116972"/>
                  </a:lnTo>
                  <a:lnTo>
                    <a:pt x="5102364" y="3116972"/>
                  </a:lnTo>
                  <a:lnTo>
                    <a:pt x="5101508" y="3116972"/>
                  </a:lnTo>
                  <a:lnTo>
                    <a:pt x="5100653" y="3116972"/>
                  </a:lnTo>
                  <a:lnTo>
                    <a:pt x="5099797" y="3116972"/>
                  </a:lnTo>
                  <a:lnTo>
                    <a:pt x="5098942" y="3116972"/>
                  </a:lnTo>
                  <a:lnTo>
                    <a:pt x="5098086" y="3116972"/>
                  </a:lnTo>
                  <a:lnTo>
                    <a:pt x="5097231" y="3116972"/>
                  </a:lnTo>
                  <a:lnTo>
                    <a:pt x="5096375" y="3116972"/>
                  </a:lnTo>
                  <a:lnTo>
                    <a:pt x="5095520" y="3116972"/>
                  </a:lnTo>
                  <a:lnTo>
                    <a:pt x="5094664" y="3116972"/>
                  </a:lnTo>
                  <a:lnTo>
                    <a:pt x="5093808" y="3116972"/>
                  </a:lnTo>
                  <a:lnTo>
                    <a:pt x="5092953" y="3116972"/>
                  </a:lnTo>
                  <a:lnTo>
                    <a:pt x="5092097" y="3116972"/>
                  </a:lnTo>
                  <a:lnTo>
                    <a:pt x="5091242" y="3116972"/>
                  </a:lnTo>
                  <a:lnTo>
                    <a:pt x="5090386" y="3116972"/>
                  </a:lnTo>
                  <a:lnTo>
                    <a:pt x="5089531" y="3116972"/>
                  </a:lnTo>
                  <a:lnTo>
                    <a:pt x="5088675" y="3116972"/>
                  </a:lnTo>
                  <a:lnTo>
                    <a:pt x="5087820" y="3116972"/>
                  </a:lnTo>
                  <a:lnTo>
                    <a:pt x="5086964" y="3116972"/>
                  </a:lnTo>
                  <a:lnTo>
                    <a:pt x="5086109" y="3116972"/>
                  </a:lnTo>
                  <a:lnTo>
                    <a:pt x="5085253" y="3116972"/>
                  </a:lnTo>
                  <a:lnTo>
                    <a:pt x="5084398" y="3116972"/>
                  </a:lnTo>
                  <a:lnTo>
                    <a:pt x="5083542" y="3116972"/>
                  </a:lnTo>
                  <a:lnTo>
                    <a:pt x="5082687" y="3116972"/>
                  </a:lnTo>
                  <a:lnTo>
                    <a:pt x="5081831" y="3116972"/>
                  </a:lnTo>
                  <a:lnTo>
                    <a:pt x="5080976" y="3116972"/>
                  </a:lnTo>
                  <a:lnTo>
                    <a:pt x="5080120" y="3116972"/>
                  </a:lnTo>
                  <a:lnTo>
                    <a:pt x="5079265" y="3116972"/>
                  </a:lnTo>
                  <a:lnTo>
                    <a:pt x="5078409" y="3116972"/>
                  </a:lnTo>
                  <a:lnTo>
                    <a:pt x="5077553" y="3116972"/>
                  </a:lnTo>
                  <a:lnTo>
                    <a:pt x="5076698" y="3116972"/>
                  </a:lnTo>
                  <a:lnTo>
                    <a:pt x="5075842" y="3116972"/>
                  </a:lnTo>
                  <a:lnTo>
                    <a:pt x="5074987" y="3116972"/>
                  </a:lnTo>
                  <a:lnTo>
                    <a:pt x="5074131" y="3116972"/>
                  </a:lnTo>
                  <a:lnTo>
                    <a:pt x="5073276" y="3116972"/>
                  </a:lnTo>
                  <a:lnTo>
                    <a:pt x="5072420" y="3116972"/>
                  </a:lnTo>
                  <a:lnTo>
                    <a:pt x="5071565" y="3116972"/>
                  </a:lnTo>
                  <a:lnTo>
                    <a:pt x="5070709" y="3116972"/>
                  </a:lnTo>
                  <a:lnTo>
                    <a:pt x="5069854" y="3116972"/>
                  </a:lnTo>
                  <a:lnTo>
                    <a:pt x="5068998" y="3116972"/>
                  </a:lnTo>
                  <a:lnTo>
                    <a:pt x="5068143" y="3116972"/>
                  </a:lnTo>
                  <a:lnTo>
                    <a:pt x="5067287" y="3116972"/>
                  </a:lnTo>
                  <a:lnTo>
                    <a:pt x="5066432" y="3116972"/>
                  </a:lnTo>
                  <a:lnTo>
                    <a:pt x="5065576" y="3116972"/>
                  </a:lnTo>
                  <a:lnTo>
                    <a:pt x="5064721" y="3116972"/>
                  </a:lnTo>
                  <a:lnTo>
                    <a:pt x="5063865" y="3116972"/>
                  </a:lnTo>
                  <a:lnTo>
                    <a:pt x="5063009" y="3116972"/>
                  </a:lnTo>
                  <a:lnTo>
                    <a:pt x="5062154" y="3116972"/>
                  </a:lnTo>
                  <a:lnTo>
                    <a:pt x="5061298" y="3116972"/>
                  </a:lnTo>
                  <a:lnTo>
                    <a:pt x="5060443" y="3116972"/>
                  </a:lnTo>
                  <a:lnTo>
                    <a:pt x="5059587" y="3116972"/>
                  </a:lnTo>
                  <a:lnTo>
                    <a:pt x="5058732" y="3116972"/>
                  </a:lnTo>
                  <a:lnTo>
                    <a:pt x="5057876" y="3116972"/>
                  </a:lnTo>
                  <a:lnTo>
                    <a:pt x="5057021" y="3116972"/>
                  </a:lnTo>
                  <a:lnTo>
                    <a:pt x="5056165" y="3116972"/>
                  </a:lnTo>
                  <a:lnTo>
                    <a:pt x="5055310" y="3116972"/>
                  </a:lnTo>
                  <a:lnTo>
                    <a:pt x="5054454" y="3116972"/>
                  </a:lnTo>
                  <a:lnTo>
                    <a:pt x="5053599" y="3116972"/>
                  </a:lnTo>
                  <a:lnTo>
                    <a:pt x="5052743" y="3116972"/>
                  </a:lnTo>
                  <a:lnTo>
                    <a:pt x="5051888" y="3116972"/>
                  </a:lnTo>
                  <a:lnTo>
                    <a:pt x="5051032" y="3116972"/>
                  </a:lnTo>
                  <a:lnTo>
                    <a:pt x="5050177" y="3116972"/>
                  </a:lnTo>
                  <a:lnTo>
                    <a:pt x="5049321" y="3116972"/>
                  </a:lnTo>
                  <a:lnTo>
                    <a:pt x="5048466" y="3116972"/>
                  </a:lnTo>
                  <a:lnTo>
                    <a:pt x="5047610" y="3116972"/>
                  </a:lnTo>
                  <a:lnTo>
                    <a:pt x="5046754" y="3116972"/>
                  </a:lnTo>
                  <a:lnTo>
                    <a:pt x="5045899" y="3116972"/>
                  </a:lnTo>
                  <a:lnTo>
                    <a:pt x="5045043" y="3116972"/>
                  </a:lnTo>
                  <a:lnTo>
                    <a:pt x="5044188" y="3116972"/>
                  </a:lnTo>
                  <a:lnTo>
                    <a:pt x="5043332" y="3116972"/>
                  </a:lnTo>
                  <a:lnTo>
                    <a:pt x="5042477" y="3116972"/>
                  </a:lnTo>
                  <a:lnTo>
                    <a:pt x="5041621" y="3116972"/>
                  </a:lnTo>
                  <a:lnTo>
                    <a:pt x="5040766" y="3116972"/>
                  </a:lnTo>
                  <a:lnTo>
                    <a:pt x="5039910" y="3116972"/>
                  </a:lnTo>
                  <a:lnTo>
                    <a:pt x="5039055" y="3116972"/>
                  </a:lnTo>
                  <a:lnTo>
                    <a:pt x="5038199" y="3116972"/>
                  </a:lnTo>
                  <a:lnTo>
                    <a:pt x="5037344" y="3116972"/>
                  </a:lnTo>
                  <a:lnTo>
                    <a:pt x="5036488" y="3116972"/>
                  </a:lnTo>
                  <a:lnTo>
                    <a:pt x="5035633" y="3116972"/>
                  </a:lnTo>
                  <a:lnTo>
                    <a:pt x="5034777" y="3116972"/>
                  </a:lnTo>
                  <a:lnTo>
                    <a:pt x="5033922" y="3116972"/>
                  </a:lnTo>
                  <a:lnTo>
                    <a:pt x="5033066" y="3116972"/>
                  </a:lnTo>
                  <a:lnTo>
                    <a:pt x="5032211" y="3116972"/>
                  </a:lnTo>
                  <a:lnTo>
                    <a:pt x="5031355" y="3116972"/>
                  </a:lnTo>
                  <a:lnTo>
                    <a:pt x="5030499" y="3116972"/>
                  </a:lnTo>
                  <a:lnTo>
                    <a:pt x="5029644" y="3116972"/>
                  </a:lnTo>
                  <a:lnTo>
                    <a:pt x="5028788" y="3116972"/>
                  </a:lnTo>
                  <a:lnTo>
                    <a:pt x="5027933" y="3116972"/>
                  </a:lnTo>
                  <a:lnTo>
                    <a:pt x="5027077" y="3116972"/>
                  </a:lnTo>
                  <a:lnTo>
                    <a:pt x="5026222" y="3116972"/>
                  </a:lnTo>
                  <a:lnTo>
                    <a:pt x="5025366" y="3116972"/>
                  </a:lnTo>
                  <a:lnTo>
                    <a:pt x="5024511" y="3116972"/>
                  </a:lnTo>
                  <a:lnTo>
                    <a:pt x="5023655" y="3116972"/>
                  </a:lnTo>
                  <a:lnTo>
                    <a:pt x="5022800" y="3116972"/>
                  </a:lnTo>
                  <a:lnTo>
                    <a:pt x="5021944" y="3116972"/>
                  </a:lnTo>
                  <a:lnTo>
                    <a:pt x="5021089" y="3116972"/>
                  </a:lnTo>
                  <a:lnTo>
                    <a:pt x="5020233" y="3116972"/>
                  </a:lnTo>
                  <a:lnTo>
                    <a:pt x="5019378" y="3116972"/>
                  </a:lnTo>
                  <a:lnTo>
                    <a:pt x="5018522" y="3116972"/>
                  </a:lnTo>
                  <a:lnTo>
                    <a:pt x="5017667" y="3116972"/>
                  </a:lnTo>
                  <a:lnTo>
                    <a:pt x="5016811" y="3116972"/>
                  </a:lnTo>
                  <a:lnTo>
                    <a:pt x="5015955" y="3116972"/>
                  </a:lnTo>
                  <a:lnTo>
                    <a:pt x="5015100" y="3116972"/>
                  </a:lnTo>
                  <a:lnTo>
                    <a:pt x="5014244" y="3116972"/>
                  </a:lnTo>
                  <a:lnTo>
                    <a:pt x="5013389" y="3116972"/>
                  </a:lnTo>
                  <a:lnTo>
                    <a:pt x="5012533" y="3116972"/>
                  </a:lnTo>
                  <a:lnTo>
                    <a:pt x="5011678" y="3116972"/>
                  </a:lnTo>
                  <a:lnTo>
                    <a:pt x="5010822" y="3116972"/>
                  </a:lnTo>
                  <a:lnTo>
                    <a:pt x="5009967" y="3116972"/>
                  </a:lnTo>
                  <a:lnTo>
                    <a:pt x="5009111" y="3116972"/>
                  </a:lnTo>
                  <a:lnTo>
                    <a:pt x="5008256" y="3116972"/>
                  </a:lnTo>
                  <a:lnTo>
                    <a:pt x="5007400" y="3116972"/>
                  </a:lnTo>
                  <a:lnTo>
                    <a:pt x="5006545" y="3116972"/>
                  </a:lnTo>
                  <a:lnTo>
                    <a:pt x="5005689" y="3116972"/>
                  </a:lnTo>
                  <a:lnTo>
                    <a:pt x="5004834" y="3116972"/>
                  </a:lnTo>
                  <a:lnTo>
                    <a:pt x="5003978" y="3116972"/>
                  </a:lnTo>
                  <a:lnTo>
                    <a:pt x="5003123" y="3116972"/>
                  </a:lnTo>
                  <a:lnTo>
                    <a:pt x="5002267" y="3116972"/>
                  </a:lnTo>
                  <a:lnTo>
                    <a:pt x="5001412" y="3116972"/>
                  </a:lnTo>
                  <a:lnTo>
                    <a:pt x="5000556" y="3116972"/>
                  </a:lnTo>
                  <a:lnTo>
                    <a:pt x="4999700" y="3116972"/>
                  </a:lnTo>
                  <a:lnTo>
                    <a:pt x="4998845" y="3116972"/>
                  </a:lnTo>
                  <a:lnTo>
                    <a:pt x="4997989" y="3116972"/>
                  </a:lnTo>
                  <a:lnTo>
                    <a:pt x="4997134" y="3116972"/>
                  </a:lnTo>
                  <a:lnTo>
                    <a:pt x="4996278" y="3116972"/>
                  </a:lnTo>
                  <a:lnTo>
                    <a:pt x="4995423" y="3116972"/>
                  </a:lnTo>
                  <a:lnTo>
                    <a:pt x="4994567" y="3116972"/>
                  </a:lnTo>
                  <a:lnTo>
                    <a:pt x="4993712" y="3116972"/>
                  </a:lnTo>
                  <a:lnTo>
                    <a:pt x="4992856" y="3116972"/>
                  </a:lnTo>
                  <a:lnTo>
                    <a:pt x="4992001" y="3116972"/>
                  </a:lnTo>
                  <a:lnTo>
                    <a:pt x="4991145" y="3116972"/>
                  </a:lnTo>
                  <a:lnTo>
                    <a:pt x="4990290" y="3116972"/>
                  </a:lnTo>
                  <a:lnTo>
                    <a:pt x="4989434" y="3116972"/>
                  </a:lnTo>
                  <a:lnTo>
                    <a:pt x="4988579" y="3116972"/>
                  </a:lnTo>
                  <a:lnTo>
                    <a:pt x="4987723" y="3116972"/>
                  </a:lnTo>
                  <a:lnTo>
                    <a:pt x="4986868" y="3116972"/>
                  </a:lnTo>
                  <a:lnTo>
                    <a:pt x="4986012" y="3116972"/>
                  </a:lnTo>
                  <a:lnTo>
                    <a:pt x="4985157" y="3116972"/>
                  </a:lnTo>
                  <a:lnTo>
                    <a:pt x="4984301" y="3116972"/>
                  </a:lnTo>
                  <a:lnTo>
                    <a:pt x="4983445" y="3116972"/>
                  </a:lnTo>
                  <a:lnTo>
                    <a:pt x="4982590" y="3116972"/>
                  </a:lnTo>
                  <a:lnTo>
                    <a:pt x="4981734" y="3116972"/>
                  </a:lnTo>
                  <a:lnTo>
                    <a:pt x="4980879" y="3116972"/>
                  </a:lnTo>
                  <a:lnTo>
                    <a:pt x="4980023" y="3116972"/>
                  </a:lnTo>
                  <a:lnTo>
                    <a:pt x="4979168" y="3116972"/>
                  </a:lnTo>
                  <a:lnTo>
                    <a:pt x="4978312" y="3116972"/>
                  </a:lnTo>
                  <a:lnTo>
                    <a:pt x="4977457" y="3116972"/>
                  </a:lnTo>
                  <a:lnTo>
                    <a:pt x="4976601" y="3116972"/>
                  </a:lnTo>
                  <a:lnTo>
                    <a:pt x="4975746" y="3116972"/>
                  </a:lnTo>
                  <a:lnTo>
                    <a:pt x="4974890" y="3116972"/>
                  </a:lnTo>
                  <a:lnTo>
                    <a:pt x="4974035" y="3116972"/>
                  </a:lnTo>
                  <a:lnTo>
                    <a:pt x="4973179" y="3116972"/>
                  </a:lnTo>
                  <a:lnTo>
                    <a:pt x="4972324" y="3116972"/>
                  </a:lnTo>
                  <a:lnTo>
                    <a:pt x="4971468" y="3116972"/>
                  </a:lnTo>
                  <a:lnTo>
                    <a:pt x="4970613" y="3116972"/>
                  </a:lnTo>
                  <a:lnTo>
                    <a:pt x="4969757" y="3116972"/>
                  </a:lnTo>
                  <a:lnTo>
                    <a:pt x="4968901" y="3116972"/>
                  </a:lnTo>
                  <a:lnTo>
                    <a:pt x="4968046" y="3116972"/>
                  </a:lnTo>
                  <a:lnTo>
                    <a:pt x="4967190" y="3116972"/>
                  </a:lnTo>
                  <a:lnTo>
                    <a:pt x="4966335" y="3116972"/>
                  </a:lnTo>
                  <a:lnTo>
                    <a:pt x="4965479" y="3116972"/>
                  </a:lnTo>
                  <a:lnTo>
                    <a:pt x="4964624" y="3116972"/>
                  </a:lnTo>
                  <a:lnTo>
                    <a:pt x="4963768" y="3116972"/>
                  </a:lnTo>
                  <a:lnTo>
                    <a:pt x="4962913" y="3116972"/>
                  </a:lnTo>
                  <a:lnTo>
                    <a:pt x="4962057" y="3116972"/>
                  </a:lnTo>
                  <a:lnTo>
                    <a:pt x="4961202" y="3116972"/>
                  </a:lnTo>
                  <a:lnTo>
                    <a:pt x="4960346" y="3116972"/>
                  </a:lnTo>
                  <a:lnTo>
                    <a:pt x="4959491" y="3116972"/>
                  </a:lnTo>
                  <a:lnTo>
                    <a:pt x="4958635" y="3116972"/>
                  </a:lnTo>
                  <a:lnTo>
                    <a:pt x="4957780" y="3116972"/>
                  </a:lnTo>
                  <a:lnTo>
                    <a:pt x="4956924" y="3116972"/>
                  </a:lnTo>
                  <a:lnTo>
                    <a:pt x="4956069" y="3116972"/>
                  </a:lnTo>
                  <a:lnTo>
                    <a:pt x="4955213" y="3116972"/>
                  </a:lnTo>
                  <a:lnTo>
                    <a:pt x="4954358" y="3116972"/>
                  </a:lnTo>
                  <a:lnTo>
                    <a:pt x="4953502" y="3116972"/>
                  </a:lnTo>
                  <a:lnTo>
                    <a:pt x="4952646" y="3116972"/>
                  </a:lnTo>
                  <a:lnTo>
                    <a:pt x="4951791" y="3116972"/>
                  </a:lnTo>
                  <a:lnTo>
                    <a:pt x="4950935" y="3116972"/>
                  </a:lnTo>
                  <a:lnTo>
                    <a:pt x="4950080" y="3116972"/>
                  </a:lnTo>
                  <a:lnTo>
                    <a:pt x="4949224" y="3116972"/>
                  </a:lnTo>
                  <a:lnTo>
                    <a:pt x="4948369" y="3116972"/>
                  </a:lnTo>
                  <a:lnTo>
                    <a:pt x="4947513" y="3116972"/>
                  </a:lnTo>
                  <a:lnTo>
                    <a:pt x="4946658" y="3116972"/>
                  </a:lnTo>
                  <a:lnTo>
                    <a:pt x="4945802" y="3116972"/>
                  </a:lnTo>
                  <a:lnTo>
                    <a:pt x="4944947" y="3116972"/>
                  </a:lnTo>
                  <a:lnTo>
                    <a:pt x="4944091" y="3116972"/>
                  </a:lnTo>
                  <a:lnTo>
                    <a:pt x="4943236" y="3116972"/>
                  </a:lnTo>
                  <a:lnTo>
                    <a:pt x="4942380" y="3116972"/>
                  </a:lnTo>
                  <a:lnTo>
                    <a:pt x="4941525" y="3116972"/>
                  </a:lnTo>
                  <a:lnTo>
                    <a:pt x="4940669" y="3116972"/>
                  </a:lnTo>
                  <a:lnTo>
                    <a:pt x="4939814" y="3116972"/>
                  </a:lnTo>
                  <a:lnTo>
                    <a:pt x="4938958" y="3116972"/>
                  </a:lnTo>
                  <a:lnTo>
                    <a:pt x="4938103" y="3116972"/>
                  </a:lnTo>
                  <a:lnTo>
                    <a:pt x="4937247" y="3116972"/>
                  </a:lnTo>
                  <a:lnTo>
                    <a:pt x="4936391" y="3116972"/>
                  </a:lnTo>
                  <a:lnTo>
                    <a:pt x="4935536" y="3116972"/>
                  </a:lnTo>
                  <a:lnTo>
                    <a:pt x="4934680" y="3116972"/>
                  </a:lnTo>
                  <a:lnTo>
                    <a:pt x="4933825" y="3116972"/>
                  </a:lnTo>
                  <a:lnTo>
                    <a:pt x="4932969" y="3116972"/>
                  </a:lnTo>
                  <a:lnTo>
                    <a:pt x="4932114" y="3116972"/>
                  </a:lnTo>
                  <a:lnTo>
                    <a:pt x="4931258" y="3116972"/>
                  </a:lnTo>
                  <a:lnTo>
                    <a:pt x="4930403" y="3116972"/>
                  </a:lnTo>
                  <a:lnTo>
                    <a:pt x="4929547" y="3116972"/>
                  </a:lnTo>
                  <a:lnTo>
                    <a:pt x="4928692" y="3116972"/>
                  </a:lnTo>
                  <a:lnTo>
                    <a:pt x="4927836" y="3116972"/>
                  </a:lnTo>
                  <a:lnTo>
                    <a:pt x="4926981" y="3116972"/>
                  </a:lnTo>
                  <a:lnTo>
                    <a:pt x="4926125" y="3116972"/>
                  </a:lnTo>
                  <a:lnTo>
                    <a:pt x="4925270" y="3116972"/>
                  </a:lnTo>
                  <a:lnTo>
                    <a:pt x="4924414" y="3116972"/>
                  </a:lnTo>
                  <a:lnTo>
                    <a:pt x="4923559" y="3116972"/>
                  </a:lnTo>
                  <a:lnTo>
                    <a:pt x="4922703" y="3116972"/>
                  </a:lnTo>
                  <a:lnTo>
                    <a:pt x="4921847" y="3116972"/>
                  </a:lnTo>
                  <a:lnTo>
                    <a:pt x="4920992" y="3116972"/>
                  </a:lnTo>
                  <a:lnTo>
                    <a:pt x="4920136" y="3116972"/>
                  </a:lnTo>
                  <a:lnTo>
                    <a:pt x="4919281" y="3116972"/>
                  </a:lnTo>
                  <a:lnTo>
                    <a:pt x="4918425" y="3116972"/>
                  </a:lnTo>
                  <a:lnTo>
                    <a:pt x="4917570" y="3116972"/>
                  </a:lnTo>
                  <a:lnTo>
                    <a:pt x="4916714" y="3116972"/>
                  </a:lnTo>
                  <a:lnTo>
                    <a:pt x="4915859" y="3116972"/>
                  </a:lnTo>
                  <a:lnTo>
                    <a:pt x="4915003" y="3116972"/>
                  </a:lnTo>
                  <a:lnTo>
                    <a:pt x="4914148" y="3116972"/>
                  </a:lnTo>
                  <a:lnTo>
                    <a:pt x="4913292" y="3116972"/>
                  </a:lnTo>
                  <a:lnTo>
                    <a:pt x="4912437" y="3116972"/>
                  </a:lnTo>
                  <a:lnTo>
                    <a:pt x="4911581" y="3116972"/>
                  </a:lnTo>
                  <a:lnTo>
                    <a:pt x="4910726" y="3116972"/>
                  </a:lnTo>
                  <a:lnTo>
                    <a:pt x="4909870" y="3116972"/>
                  </a:lnTo>
                  <a:lnTo>
                    <a:pt x="4909015" y="3116972"/>
                  </a:lnTo>
                  <a:lnTo>
                    <a:pt x="4908159" y="3116972"/>
                  </a:lnTo>
                  <a:lnTo>
                    <a:pt x="4907304" y="3116972"/>
                  </a:lnTo>
                  <a:lnTo>
                    <a:pt x="4906448" y="3116972"/>
                  </a:lnTo>
                  <a:lnTo>
                    <a:pt x="4905592" y="3116972"/>
                  </a:lnTo>
                  <a:lnTo>
                    <a:pt x="4904737" y="3116972"/>
                  </a:lnTo>
                  <a:lnTo>
                    <a:pt x="4903881" y="3116972"/>
                  </a:lnTo>
                  <a:lnTo>
                    <a:pt x="4903026" y="3116972"/>
                  </a:lnTo>
                  <a:lnTo>
                    <a:pt x="4902170" y="3116972"/>
                  </a:lnTo>
                  <a:lnTo>
                    <a:pt x="4901315" y="3116972"/>
                  </a:lnTo>
                  <a:lnTo>
                    <a:pt x="4900459" y="3116972"/>
                  </a:lnTo>
                  <a:lnTo>
                    <a:pt x="4899604" y="3116972"/>
                  </a:lnTo>
                  <a:lnTo>
                    <a:pt x="4898748" y="3116972"/>
                  </a:lnTo>
                  <a:lnTo>
                    <a:pt x="4897893" y="3116972"/>
                  </a:lnTo>
                  <a:lnTo>
                    <a:pt x="4897037" y="3116972"/>
                  </a:lnTo>
                  <a:lnTo>
                    <a:pt x="4896182" y="3116972"/>
                  </a:lnTo>
                  <a:lnTo>
                    <a:pt x="4895326" y="3116972"/>
                  </a:lnTo>
                  <a:lnTo>
                    <a:pt x="4894471" y="3116972"/>
                  </a:lnTo>
                  <a:lnTo>
                    <a:pt x="4893615" y="3116972"/>
                  </a:lnTo>
                  <a:lnTo>
                    <a:pt x="4892760" y="3116972"/>
                  </a:lnTo>
                  <a:lnTo>
                    <a:pt x="4891904" y="3116972"/>
                  </a:lnTo>
                  <a:lnTo>
                    <a:pt x="4891049" y="3116972"/>
                  </a:lnTo>
                  <a:lnTo>
                    <a:pt x="4890193" y="3116972"/>
                  </a:lnTo>
                  <a:lnTo>
                    <a:pt x="4889337" y="3116972"/>
                  </a:lnTo>
                  <a:lnTo>
                    <a:pt x="4888482" y="3116972"/>
                  </a:lnTo>
                  <a:lnTo>
                    <a:pt x="4887626" y="3116972"/>
                  </a:lnTo>
                  <a:lnTo>
                    <a:pt x="4886771" y="3116972"/>
                  </a:lnTo>
                  <a:lnTo>
                    <a:pt x="4885915" y="3116972"/>
                  </a:lnTo>
                  <a:lnTo>
                    <a:pt x="4885060" y="3116972"/>
                  </a:lnTo>
                  <a:lnTo>
                    <a:pt x="4884204" y="3116972"/>
                  </a:lnTo>
                  <a:lnTo>
                    <a:pt x="4883349" y="3116972"/>
                  </a:lnTo>
                  <a:lnTo>
                    <a:pt x="4882493" y="3116972"/>
                  </a:lnTo>
                  <a:lnTo>
                    <a:pt x="4881638" y="3116972"/>
                  </a:lnTo>
                  <a:lnTo>
                    <a:pt x="4880782" y="3116972"/>
                  </a:lnTo>
                  <a:lnTo>
                    <a:pt x="4879927" y="3116972"/>
                  </a:lnTo>
                  <a:lnTo>
                    <a:pt x="4879071" y="3116972"/>
                  </a:lnTo>
                  <a:lnTo>
                    <a:pt x="4878216" y="3116972"/>
                  </a:lnTo>
                  <a:lnTo>
                    <a:pt x="4877360" y="3116972"/>
                  </a:lnTo>
                  <a:lnTo>
                    <a:pt x="4876505" y="3116972"/>
                  </a:lnTo>
                  <a:lnTo>
                    <a:pt x="4875649" y="3116972"/>
                  </a:lnTo>
                  <a:lnTo>
                    <a:pt x="4874793" y="3116972"/>
                  </a:lnTo>
                  <a:lnTo>
                    <a:pt x="4873938" y="3116972"/>
                  </a:lnTo>
                  <a:lnTo>
                    <a:pt x="4873082" y="3116972"/>
                  </a:lnTo>
                  <a:lnTo>
                    <a:pt x="4872227" y="3116972"/>
                  </a:lnTo>
                  <a:lnTo>
                    <a:pt x="4871371" y="3116972"/>
                  </a:lnTo>
                  <a:lnTo>
                    <a:pt x="4870516" y="3116972"/>
                  </a:lnTo>
                  <a:lnTo>
                    <a:pt x="4869660" y="3116972"/>
                  </a:lnTo>
                  <a:lnTo>
                    <a:pt x="4868805" y="3116972"/>
                  </a:lnTo>
                  <a:lnTo>
                    <a:pt x="4867949" y="3116972"/>
                  </a:lnTo>
                  <a:lnTo>
                    <a:pt x="4867094" y="3116972"/>
                  </a:lnTo>
                  <a:lnTo>
                    <a:pt x="4866238" y="3116972"/>
                  </a:lnTo>
                  <a:lnTo>
                    <a:pt x="4865383" y="3116972"/>
                  </a:lnTo>
                  <a:lnTo>
                    <a:pt x="4864527" y="3116972"/>
                  </a:lnTo>
                  <a:lnTo>
                    <a:pt x="4863672" y="3116972"/>
                  </a:lnTo>
                  <a:lnTo>
                    <a:pt x="4862816" y="3116972"/>
                  </a:lnTo>
                  <a:lnTo>
                    <a:pt x="4861961" y="3116972"/>
                  </a:lnTo>
                  <a:lnTo>
                    <a:pt x="4861105" y="3116972"/>
                  </a:lnTo>
                  <a:lnTo>
                    <a:pt x="4860250" y="3116972"/>
                  </a:lnTo>
                  <a:lnTo>
                    <a:pt x="4859394" y="3116972"/>
                  </a:lnTo>
                  <a:lnTo>
                    <a:pt x="4858538" y="3116972"/>
                  </a:lnTo>
                  <a:lnTo>
                    <a:pt x="4857683" y="3116972"/>
                  </a:lnTo>
                  <a:lnTo>
                    <a:pt x="4856827" y="3116972"/>
                  </a:lnTo>
                  <a:lnTo>
                    <a:pt x="4855972" y="3116972"/>
                  </a:lnTo>
                  <a:lnTo>
                    <a:pt x="4855116" y="3116972"/>
                  </a:lnTo>
                  <a:lnTo>
                    <a:pt x="4854261" y="3116972"/>
                  </a:lnTo>
                  <a:lnTo>
                    <a:pt x="4853405" y="3116972"/>
                  </a:lnTo>
                  <a:lnTo>
                    <a:pt x="4852550" y="3116972"/>
                  </a:lnTo>
                  <a:lnTo>
                    <a:pt x="4851694" y="3116972"/>
                  </a:lnTo>
                  <a:lnTo>
                    <a:pt x="4850839" y="3116972"/>
                  </a:lnTo>
                  <a:lnTo>
                    <a:pt x="4849983" y="3116972"/>
                  </a:lnTo>
                  <a:lnTo>
                    <a:pt x="4849128" y="3116972"/>
                  </a:lnTo>
                  <a:lnTo>
                    <a:pt x="4848272" y="3116972"/>
                  </a:lnTo>
                  <a:lnTo>
                    <a:pt x="4847417" y="3116972"/>
                  </a:lnTo>
                  <a:lnTo>
                    <a:pt x="4846561" y="3116972"/>
                  </a:lnTo>
                  <a:lnTo>
                    <a:pt x="4845706" y="3116972"/>
                  </a:lnTo>
                  <a:lnTo>
                    <a:pt x="4844850" y="3116972"/>
                  </a:lnTo>
                  <a:lnTo>
                    <a:pt x="4843995" y="3116972"/>
                  </a:lnTo>
                  <a:lnTo>
                    <a:pt x="4843139" y="3116972"/>
                  </a:lnTo>
                  <a:lnTo>
                    <a:pt x="4842283" y="3116972"/>
                  </a:lnTo>
                  <a:lnTo>
                    <a:pt x="4841428" y="3116972"/>
                  </a:lnTo>
                  <a:lnTo>
                    <a:pt x="4840572" y="3116972"/>
                  </a:lnTo>
                  <a:lnTo>
                    <a:pt x="4839717" y="3116972"/>
                  </a:lnTo>
                  <a:lnTo>
                    <a:pt x="4838861" y="3116972"/>
                  </a:lnTo>
                  <a:lnTo>
                    <a:pt x="4838006" y="3116972"/>
                  </a:lnTo>
                  <a:lnTo>
                    <a:pt x="4837150" y="3116972"/>
                  </a:lnTo>
                  <a:lnTo>
                    <a:pt x="4836295" y="3116972"/>
                  </a:lnTo>
                  <a:lnTo>
                    <a:pt x="4835439" y="3116972"/>
                  </a:lnTo>
                  <a:lnTo>
                    <a:pt x="4834584" y="3116972"/>
                  </a:lnTo>
                  <a:lnTo>
                    <a:pt x="4833728" y="3116972"/>
                  </a:lnTo>
                  <a:lnTo>
                    <a:pt x="4832873" y="3116972"/>
                  </a:lnTo>
                  <a:lnTo>
                    <a:pt x="4832017" y="3116972"/>
                  </a:lnTo>
                  <a:lnTo>
                    <a:pt x="4831162" y="3116972"/>
                  </a:lnTo>
                  <a:lnTo>
                    <a:pt x="4830306" y="3116972"/>
                  </a:lnTo>
                  <a:lnTo>
                    <a:pt x="4829451" y="3116972"/>
                  </a:lnTo>
                  <a:lnTo>
                    <a:pt x="4828595" y="3116972"/>
                  </a:lnTo>
                  <a:lnTo>
                    <a:pt x="4827740" y="3116972"/>
                  </a:lnTo>
                  <a:lnTo>
                    <a:pt x="4826884" y="3116972"/>
                  </a:lnTo>
                  <a:lnTo>
                    <a:pt x="4826028" y="3116972"/>
                  </a:lnTo>
                  <a:lnTo>
                    <a:pt x="4825173" y="3116972"/>
                  </a:lnTo>
                  <a:lnTo>
                    <a:pt x="4824317" y="3116972"/>
                  </a:lnTo>
                  <a:lnTo>
                    <a:pt x="4823462" y="3116972"/>
                  </a:lnTo>
                  <a:lnTo>
                    <a:pt x="4822606" y="3116972"/>
                  </a:lnTo>
                  <a:lnTo>
                    <a:pt x="4821751" y="3116972"/>
                  </a:lnTo>
                  <a:lnTo>
                    <a:pt x="4820895" y="3116972"/>
                  </a:lnTo>
                  <a:lnTo>
                    <a:pt x="4820040" y="3116972"/>
                  </a:lnTo>
                  <a:lnTo>
                    <a:pt x="4819184" y="3116972"/>
                  </a:lnTo>
                  <a:lnTo>
                    <a:pt x="4818329" y="3116972"/>
                  </a:lnTo>
                  <a:lnTo>
                    <a:pt x="4817473" y="3116972"/>
                  </a:lnTo>
                  <a:lnTo>
                    <a:pt x="4816618" y="3116972"/>
                  </a:lnTo>
                  <a:lnTo>
                    <a:pt x="4815762" y="3116972"/>
                  </a:lnTo>
                  <a:lnTo>
                    <a:pt x="4814907" y="3116972"/>
                  </a:lnTo>
                  <a:lnTo>
                    <a:pt x="4814051" y="3116972"/>
                  </a:lnTo>
                  <a:lnTo>
                    <a:pt x="4813196" y="3116972"/>
                  </a:lnTo>
                  <a:lnTo>
                    <a:pt x="4812340" y="3116972"/>
                  </a:lnTo>
                  <a:lnTo>
                    <a:pt x="4811484" y="3116972"/>
                  </a:lnTo>
                  <a:lnTo>
                    <a:pt x="4810629" y="3116972"/>
                  </a:lnTo>
                  <a:lnTo>
                    <a:pt x="4809773" y="3116972"/>
                  </a:lnTo>
                  <a:lnTo>
                    <a:pt x="4808918" y="3116972"/>
                  </a:lnTo>
                  <a:lnTo>
                    <a:pt x="4808062" y="3116972"/>
                  </a:lnTo>
                  <a:lnTo>
                    <a:pt x="4807207" y="3116972"/>
                  </a:lnTo>
                  <a:lnTo>
                    <a:pt x="4806351" y="3116972"/>
                  </a:lnTo>
                  <a:lnTo>
                    <a:pt x="4805496" y="3116972"/>
                  </a:lnTo>
                  <a:lnTo>
                    <a:pt x="4804640" y="3116972"/>
                  </a:lnTo>
                  <a:lnTo>
                    <a:pt x="4803785" y="3116972"/>
                  </a:lnTo>
                  <a:lnTo>
                    <a:pt x="4802929" y="3116972"/>
                  </a:lnTo>
                  <a:lnTo>
                    <a:pt x="4802074" y="3116972"/>
                  </a:lnTo>
                  <a:lnTo>
                    <a:pt x="4801218" y="3116972"/>
                  </a:lnTo>
                  <a:lnTo>
                    <a:pt x="4800363" y="3116972"/>
                  </a:lnTo>
                  <a:lnTo>
                    <a:pt x="4799507" y="3116972"/>
                  </a:lnTo>
                  <a:lnTo>
                    <a:pt x="4798652" y="3116972"/>
                  </a:lnTo>
                  <a:lnTo>
                    <a:pt x="4797796" y="3116972"/>
                  </a:lnTo>
                  <a:lnTo>
                    <a:pt x="4796941" y="3116972"/>
                  </a:lnTo>
                  <a:lnTo>
                    <a:pt x="4796085" y="3116972"/>
                  </a:lnTo>
                  <a:lnTo>
                    <a:pt x="4795229" y="3116972"/>
                  </a:lnTo>
                  <a:lnTo>
                    <a:pt x="4794374" y="3116972"/>
                  </a:lnTo>
                  <a:lnTo>
                    <a:pt x="4793518" y="3116972"/>
                  </a:lnTo>
                  <a:lnTo>
                    <a:pt x="4792663" y="3116972"/>
                  </a:lnTo>
                  <a:lnTo>
                    <a:pt x="4791807" y="3116972"/>
                  </a:lnTo>
                  <a:lnTo>
                    <a:pt x="4790952" y="3116972"/>
                  </a:lnTo>
                  <a:lnTo>
                    <a:pt x="4790096" y="3116972"/>
                  </a:lnTo>
                  <a:lnTo>
                    <a:pt x="4789241" y="3116972"/>
                  </a:lnTo>
                  <a:lnTo>
                    <a:pt x="4788385" y="3116972"/>
                  </a:lnTo>
                  <a:lnTo>
                    <a:pt x="4787530" y="3116972"/>
                  </a:lnTo>
                  <a:lnTo>
                    <a:pt x="4786674" y="3116972"/>
                  </a:lnTo>
                  <a:lnTo>
                    <a:pt x="4785819" y="3116972"/>
                  </a:lnTo>
                  <a:lnTo>
                    <a:pt x="4784963" y="3116972"/>
                  </a:lnTo>
                  <a:lnTo>
                    <a:pt x="4784108" y="3116972"/>
                  </a:lnTo>
                  <a:lnTo>
                    <a:pt x="4783252" y="3116972"/>
                  </a:lnTo>
                  <a:lnTo>
                    <a:pt x="4782397" y="3116972"/>
                  </a:lnTo>
                  <a:lnTo>
                    <a:pt x="4781541" y="3116972"/>
                  </a:lnTo>
                  <a:lnTo>
                    <a:pt x="4780686" y="3116972"/>
                  </a:lnTo>
                  <a:lnTo>
                    <a:pt x="4779830" y="3116972"/>
                  </a:lnTo>
                  <a:lnTo>
                    <a:pt x="4778974" y="3116972"/>
                  </a:lnTo>
                  <a:lnTo>
                    <a:pt x="4778119" y="3116972"/>
                  </a:lnTo>
                  <a:lnTo>
                    <a:pt x="4777263" y="3116972"/>
                  </a:lnTo>
                  <a:lnTo>
                    <a:pt x="4776408" y="3116972"/>
                  </a:lnTo>
                  <a:lnTo>
                    <a:pt x="4775552" y="3116972"/>
                  </a:lnTo>
                  <a:lnTo>
                    <a:pt x="4774697" y="3116972"/>
                  </a:lnTo>
                  <a:lnTo>
                    <a:pt x="4773841" y="3116972"/>
                  </a:lnTo>
                  <a:lnTo>
                    <a:pt x="4772986" y="3116972"/>
                  </a:lnTo>
                  <a:lnTo>
                    <a:pt x="4772130" y="3116972"/>
                  </a:lnTo>
                  <a:lnTo>
                    <a:pt x="4771275" y="3116972"/>
                  </a:lnTo>
                  <a:lnTo>
                    <a:pt x="4770419" y="3116972"/>
                  </a:lnTo>
                  <a:lnTo>
                    <a:pt x="4769564" y="3116972"/>
                  </a:lnTo>
                  <a:lnTo>
                    <a:pt x="4768708" y="3116972"/>
                  </a:lnTo>
                  <a:lnTo>
                    <a:pt x="4767853" y="3116972"/>
                  </a:lnTo>
                  <a:lnTo>
                    <a:pt x="4766997" y="3116972"/>
                  </a:lnTo>
                  <a:lnTo>
                    <a:pt x="4766142" y="3116972"/>
                  </a:lnTo>
                  <a:lnTo>
                    <a:pt x="4765286" y="3116972"/>
                  </a:lnTo>
                  <a:lnTo>
                    <a:pt x="4764430" y="3116972"/>
                  </a:lnTo>
                  <a:lnTo>
                    <a:pt x="4763575" y="3116972"/>
                  </a:lnTo>
                  <a:lnTo>
                    <a:pt x="4762719" y="3116972"/>
                  </a:lnTo>
                  <a:lnTo>
                    <a:pt x="4761864" y="3116972"/>
                  </a:lnTo>
                  <a:lnTo>
                    <a:pt x="4761008" y="3116972"/>
                  </a:lnTo>
                  <a:lnTo>
                    <a:pt x="4760153" y="3116972"/>
                  </a:lnTo>
                  <a:lnTo>
                    <a:pt x="4759297" y="3116972"/>
                  </a:lnTo>
                  <a:lnTo>
                    <a:pt x="4758442" y="3116972"/>
                  </a:lnTo>
                  <a:lnTo>
                    <a:pt x="4757586" y="3116972"/>
                  </a:lnTo>
                  <a:lnTo>
                    <a:pt x="4756731" y="3116972"/>
                  </a:lnTo>
                  <a:lnTo>
                    <a:pt x="4755875" y="3116972"/>
                  </a:lnTo>
                  <a:lnTo>
                    <a:pt x="4755020" y="3116972"/>
                  </a:lnTo>
                  <a:lnTo>
                    <a:pt x="4754164" y="3116972"/>
                  </a:lnTo>
                  <a:lnTo>
                    <a:pt x="4753309" y="3116972"/>
                  </a:lnTo>
                  <a:lnTo>
                    <a:pt x="4752453" y="3116972"/>
                  </a:lnTo>
                  <a:lnTo>
                    <a:pt x="4751598" y="3116972"/>
                  </a:lnTo>
                  <a:lnTo>
                    <a:pt x="4750742" y="3116972"/>
                  </a:lnTo>
                  <a:lnTo>
                    <a:pt x="4749887" y="3116972"/>
                  </a:lnTo>
                  <a:lnTo>
                    <a:pt x="4749031" y="3116972"/>
                  </a:lnTo>
                  <a:lnTo>
                    <a:pt x="4748175" y="3116972"/>
                  </a:lnTo>
                  <a:lnTo>
                    <a:pt x="4747320" y="3116972"/>
                  </a:lnTo>
                  <a:lnTo>
                    <a:pt x="4746464" y="3116972"/>
                  </a:lnTo>
                  <a:lnTo>
                    <a:pt x="4745609" y="3116972"/>
                  </a:lnTo>
                  <a:lnTo>
                    <a:pt x="4744753" y="3116972"/>
                  </a:lnTo>
                  <a:lnTo>
                    <a:pt x="4743898" y="3116972"/>
                  </a:lnTo>
                  <a:lnTo>
                    <a:pt x="4743042" y="3116972"/>
                  </a:lnTo>
                  <a:lnTo>
                    <a:pt x="4742187" y="3116972"/>
                  </a:lnTo>
                  <a:lnTo>
                    <a:pt x="4741331" y="3116972"/>
                  </a:lnTo>
                  <a:lnTo>
                    <a:pt x="4740476" y="3116972"/>
                  </a:lnTo>
                  <a:lnTo>
                    <a:pt x="4739620" y="3116972"/>
                  </a:lnTo>
                  <a:lnTo>
                    <a:pt x="4738765" y="3116972"/>
                  </a:lnTo>
                  <a:lnTo>
                    <a:pt x="4737909" y="3116972"/>
                  </a:lnTo>
                  <a:lnTo>
                    <a:pt x="4737054" y="3116972"/>
                  </a:lnTo>
                  <a:lnTo>
                    <a:pt x="4736198" y="3116972"/>
                  </a:lnTo>
                  <a:lnTo>
                    <a:pt x="4735343" y="3116972"/>
                  </a:lnTo>
                  <a:lnTo>
                    <a:pt x="4734487" y="3116972"/>
                  </a:lnTo>
                  <a:lnTo>
                    <a:pt x="4733632" y="3116972"/>
                  </a:lnTo>
                  <a:lnTo>
                    <a:pt x="4732776" y="3116972"/>
                  </a:lnTo>
                  <a:lnTo>
                    <a:pt x="4731920" y="3116972"/>
                  </a:lnTo>
                  <a:lnTo>
                    <a:pt x="4731065" y="3116972"/>
                  </a:lnTo>
                  <a:lnTo>
                    <a:pt x="4730209" y="3116972"/>
                  </a:lnTo>
                  <a:lnTo>
                    <a:pt x="4729354" y="3116972"/>
                  </a:lnTo>
                  <a:lnTo>
                    <a:pt x="4728498" y="3116972"/>
                  </a:lnTo>
                  <a:lnTo>
                    <a:pt x="4727643" y="3116972"/>
                  </a:lnTo>
                  <a:lnTo>
                    <a:pt x="4726787" y="3116972"/>
                  </a:lnTo>
                  <a:lnTo>
                    <a:pt x="4725932" y="3116972"/>
                  </a:lnTo>
                  <a:lnTo>
                    <a:pt x="4725076" y="3116972"/>
                  </a:lnTo>
                  <a:lnTo>
                    <a:pt x="4724221" y="3116972"/>
                  </a:lnTo>
                  <a:lnTo>
                    <a:pt x="4723365" y="3116972"/>
                  </a:lnTo>
                  <a:lnTo>
                    <a:pt x="4722510" y="3116972"/>
                  </a:lnTo>
                  <a:lnTo>
                    <a:pt x="4721654" y="3116972"/>
                  </a:lnTo>
                  <a:lnTo>
                    <a:pt x="4720799" y="3116972"/>
                  </a:lnTo>
                  <a:lnTo>
                    <a:pt x="4719943" y="3116972"/>
                  </a:lnTo>
                  <a:lnTo>
                    <a:pt x="4719088" y="3116972"/>
                  </a:lnTo>
                  <a:lnTo>
                    <a:pt x="4718232" y="3116972"/>
                  </a:lnTo>
                  <a:lnTo>
                    <a:pt x="4717376" y="3116972"/>
                  </a:lnTo>
                  <a:lnTo>
                    <a:pt x="4716521" y="3116972"/>
                  </a:lnTo>
                  <a:lnTo>
                    <a:pt x="4715665" y="3116972"/>
                  </a:lnTo>
                  <a:lnTo>
                    <a:pt x="4714810" y="3116972"/>
                  </a:lnTo>
                  <a:lnTo>
                    <a:pt x="4713954" y="3116972"/>
                  </a:lnTo>
                  <a:lnTo>
                    <a:pt x="4713099" y="3116972"/>
                  </a:lnTo>
                  <a:lnTo>
                    <a:pt x="4712243" y="3116972"/>
                  </a:lnTo>
                  <a:lnTo>
                    <a:pt x="4711388" y="3116972"/>
                  </a:lnTo>
                  <a:lnTo>
                    <a:pt x="4710532" y="3116972"/>
                  </a:lnTo>
                  <a:lnTo>
                    <a:pt x="4709677" y="3116972"/>
                  </a:lnTo>
                  <a:lnTo>
                    <a:pt x="4708821" y="3116972"/>
                  </a:lnTo>
                  <a:lnTo>
                    <a:pt x="4707966" y="3116972"/>
                  </a:lnTo>
                  <a:lnTo>
                    <a:pt x="4707110" y="3116972"/>
                  </a:lnTo>
                  <a:lnTo>
                    <a:pt x="4706255" y="3116972"/>
                  </a:lnTo>
                  <a:lnTo>
                    <a:pt x="4705399" y="3116972"/>
                  </a:lnTo>
                  <a:lnTo>
                    <a:pt x="4704544" y="3116972"/>
                  </a:lnTo>
                  <a:lnTo>
                    <a:pt x="4703688" y="3116972"/>
                  </a:lnTo>
                  <a:lnTo>
                    <a:pt x="4702833" y="3116972"/>
                  </a:lnTo>
                  <a:lnTo>
                    <a:pt x="4701977" y="3116972"/>
                  </a:lnTo>
                  <a:lnTo>
                    <a:pt x="4701121" y="3116972"/>
                  </a:lnTo>
                  <a:lnTo>
                    <a:pt x="4700266" y="3116972"/>
                  </a:lnTo>
                  <a:lnTo>
                    <a:pt x="4699410" y="3116972"/>
                  </a:lnTo>
                  <a:lnTo>
                    <a:pt x="4698555" y="3116972"/>
                  </a:lnTo>
                  <a:lnTo>
                    <a:pt x="4697699" y="3116972"/>
                  </a:lnTo>
                  <a:lnTo>
                    <a:pt x="4696844" y="3116972"/>
                  </a:lnTo>
                  <a:lnTo>
                    <a:pt x="4695988" y="3116972"/>
                  </a:lnTo>
                  <a:lnTo>
                    <a:pt x="4695133" y="3116972"/>
                  </a:lnTo>
                  <a:lnTo>
                    <a:pt x="4694277" y="3116972"/>
                  </a:lnTo>
                  <a:lnTo>
                    <a:pt x="4693422" y="3116972"/>
                  </a:lnTo>
                  <a:lnTo>
                    <a:pt x="4692566" y="3116972"/>
                  </a:lnTo>
                  <a:lnTo>
                    <a:pt x="4691711" y="3116972"/>
                  </a:lnTo>
                  <a:lnTo>
                    <a:pt x="4690855" y="3116972"/>
                  </a:lnTo>
                  <a:lnTo>
                    <a:pt x="4690000" y="3116972"/>
                  </a:lnTo>
                  <a:lnTo>
                    <a:pt x="4689144" y="3116972"/>
                  </a:lnTo>
                  <a:lnTo>
                    <a:pt x="4688289" y="3116972"/>
                  </a:lnTo>
                  <a:lnTo>
                    <a:pt x="4687433" y="3116972"/>
                  </a:lnTo>
                  <a:lnTo>
                    <a:pt x="4686578" y="3116972"/>
                  </a:lnTo>
                  <a:lnTo>
                    <a:pt x="4685722" y="3116972"/>
                  </a:lnTo>
                  <a:lnTo>
                    <a:pt x="4684866" y="3116972"/>
                  </a:lnTo>
                  <a:lnTo>
                    <a:pt x="4684011" y="3116972"/>
                  </a:lnTo>
                  <a:lnTo>
                    <a:pt x="4683155" y="3116972"/>
                  </a:lnTo>
                  <a:lnTo>
                    <a:pt x="4682300" y="3116972"/>
                  </a:lnTo>
                  <a:lnTo>
                    <a:pt x="4681444" y="3116972"/>
                  </a:lnTo>
                  <a:lnTo>
                    <a:pt x="4680589" y="3116972"/>
                  </a:lnTo>
                  <a:lnTo>
                    <a:pt x="4679733" y="3116972"/>
                  </a:lnTo>
                  <a:lnTo>
                    <a:pt x="4678878" y="3116972"/>
                  </a:lnTo>
                  <a:lnTo>
                    <a:pt x="4678022" y="3116972"/>
                  </a:lnTo>
                  <a:lnTo>
                    <a:pt x="4677167" y="3116972"/>
                  </a:lnTo>
                  <a:lnTo>
                    <a:pt x="4676311" y="3116972"/>
                  </a:lnTo>
                  <a:lnTo>
                    <a:pt x="4675456" y="3116972"/>
                  </a:lnTo>
                  <a:lnTo>
                    <a:pt x="4674600" y="3116972"/>
                  </a:lnTo>
                  <a:lnTo>
                    <a:pt x="4673745" y="3116972"/>
                  </a:lnTo>
                  <a:lnTo>
                    <a:pt x="4672889" y="3116972"/>
                  </a:lnTo>
                  <a:lnTo>
                    <a:pt x="4672034" y="3116972"/>
                  </a:lnTo>
                  <a:lnTo>
                    <a:pt x="4671178" y="3116972"/>
                  </a:lnTo>
                  <a:lnTo>
                    <a:pt x="4670322" y="3116972"/>
                  </a:lnTo>
                  <a:lnTo>
                    <a:pt x="4669467" y="3116972"/>
                  </a:lnTo>
                  <a:lnTo>
                    <a:pt x="4668611" y="3116972"/>
                  </a:lnTo>
                  <a:lnTo>
                    <a:pt x="4667756" y="3116972"/>
                  </a:lnTo>
                  <a:lnTo>
                    <a:pt x="4666900" y="3116972"/>
                  </a:lnTo>
                  <a:lnTo>
                    <a:pt x="4666045" y="3116972"/>
                  </a:lnTo>
                  <a:lnTo>
                    <a:pt x="4665189" y="3116972"/>
                  </a:lnTo>
                  <a:lnTo>
                    <a:pt x="4664334" y="3116972"/>
                  </a:lnTo>
                  <a:lnTo>
                    <a:pt x="4663478" y="3116972"/>
                  </a:lnTo>
                  <a:lnTo>
                    <a:pt x="4662623" y="3116972"/>
                  </a:lnTo>
                  <a:lnTo>
                    <a:pt x="4661767" y="3116972"/>
                  </a:lnTo>
                  <a:lnTo>
                    <a:pt x="4660912" y="3116972"/>
                  </a:lnTo>
                  <a:lnTo>
                    <a:pt x="4660056" y="3116972"/>
                  </a:lnTo>
                  <a:lnTo>
                    <a:pt x="4659201" y="3116972"/>
                  </a:lnTo>
                  <a:lnTo>
                    <a:pt x="4658345" y="3116972"/>
                  </a:lnTo>
                  <a:lnTo>
                    <a:pt x="4657490" y="3116972"/>
                  </a:lnTo>
                  <a:lnTo>
                    <a:pt x="4656634" y="3116972"/>
                  </a:lnTo>
                  <a:lnTo>
                    <a:pt x="4655779" y="3116972"/>
                  </a:lnTo>
                  <a:lnTo>
                    <a:pt x="4654923" y="3116972"/>
                  </a:lnTo>
                  <a:lnTo>
                    <a:pt x="4654067" y="3116972"/>
                  </a:lnTo>
                  <a:lnTo>
                    <a:pt x="4653212" y="3116972"/>
                  </a:lnTo>
                  <a:lnTo>
                    <a:pt x="4652356" y="3116972"/>
                  </a:lnTo>
                  <a:lnTo>
                    <a:pt x="4651501" y="3116972"/>
                  </a:lnTo>
                  <a:lnTo>
                    <a:pt x="4650645" y="3116972"/>
                  </a:lnTo>
                  <a:lnTo>
                    <a:pt x="4649790" y="3116972"/>
                  </a:lnTo>
                  <a:lnTo>
                    <a:pt x="4648934" y="3116972"/>
                  </a:lnTo>
                  <a:lnTo>
                    <a:pt x="4648079" y="3116972"/>
                  </a:lnTo>
                  <a:lnTo>
                    <a:pt x="4647223" y="3116972"/>
                  </a:lnTo>
                  <a:lnTo>
                    <a:pt x="4646368" y="3116972"/>
                  </a:lnTo>
                  <a:lnTo>
                    <a:pt x="4645512" y="3116972"/>
                  </a:lnTo>
                  <a:lnTo>
                    <a:pt x="4644657" y="3116972"/>
                  </a:lnTo>
                  <a:lnTo>
                    <a:pt x="4643801" y="3116972"/>
                  </a:lnTo>
                  <a:lnTo>
                    <a:pt x="4642946" y="3116972"/>
                  </a:lnTo>
                  <a:lnTo>
                    <a:pt x="4642090" y="3116972"/>
                  </a:lnTo>
                  <a:lnTo>
                    <a:pt x="4641235" y="3116972"/>
                  </a:lnTo>
                  <a:lnTo>
                    <a:pt x="4640379" y="3116972"/>
                  </a:lnTo>
                  <a:lnTo>
                    <a:pt x="4639524" y="3116972"/>
                  </a:lnTo>
                  <a:lnTo>
                    <a:pt x="4638668" y="3116972"/>
                  </a:lnTo>
                  <a:lnTo>
                    <a:pt x="4637812" y="3116972"/>
                  </a:lnTo>
                  <a:lnTo>
                    <a:pt x="4636957" y="3116972"/>
                  </a:lnTo>
                  <a:lnTo>
                    <a:pt x="4636101" y="3116972"/>
                  </a:lnTo>
                  <a:lnTo>
                    <a:pt x="4635246" y="3116972"/>
                  </a:lnTo>
                  <a:lnTo>
                    <a:pt x="4634390" y="3116972"/>
                  </a:lnTo>
                  <a:lnTo>
                    <a:pt x="4633535" y="3116972"/>
                  </a:lnTo>
                  <a:lnTo>
                    <a:pt x="4632679" y="3116972"/>
                  </a:lnTo>
                  <a:lnTo>
                    <a:pt x="4631824" y="3116972"/>
                  </a:lnTo>
                  <a:lnTo>
                    <a:pt x="4630968" y="3116972"/>
                  </a:lnTo>
                  <a:lnTo>
                    <a:pt x="4630113" y="3116972"/>
                  </a:lnTo>
                  <a:lnTo>
                    <a:pt x="4629257" y="3116972"/>
                  </a:lnTo>
                  <a:lnTo>
                    <a:pt x="4628402" y="3116972"/>
                  </a:lnTo>
                  <a:lnTo>
                    <a:pt x="4627546" y="3116972"/>
                  </a:lnTo>
                  <a:lnTo>
                    <a:pt x="4626691" y="3116972"/>
                  </a:lnTo>
                  <a:lnTo>
                    <a:pt x="4625835" y="3116972"/>
                  </a:lnTo>
                  <a:lnTo>
                    <a:pt x="4624980" y="3116972"/>
                  </a:lnTo>
                  <a:lnTo>
                    <a:pt x="4624124" y="3116972"/>
                  </a:lnTo>
                  <a:lnTo>
                    <a:pt x="4623269" y="3116972"/>
                  </a:lnTo>
                  <a:lnTo>
                    <a:pt x="4622413" y="3116972"/>
                  </a:lnTo>
                  <a:lnTo>
                    <a:pt x="4621557" y="3116972"/>
                  </a:lnTo>
                  <a:lnTo>
                    <a:pt x="4620702" y="3116972"/>
                  </a:lnTo>
                  <a:lnTo>
                    <a:pt x="4619846" y="3116972"/>
                  </a:lnTo>
                  <a:lnTo>
                    <a:pt x="4618991" y="3116972"/>
                  </a:lnTo>
                  <a:lnTo>
                    <a:pt x="4618135" y="3116972"/>
                  </a:lnTo>
                  <a:lnTo>
                    <a:pt x="4617280" y="3116972"/>
                  </a:lnTo>
                  <a:lnTo>
                    <a:pt x="4616424" y="3116972"/>
                  </a:lnTo>
                  <a:lnTo>
                    <a:pt x="4615569" y="3116972"/>
                  </a:lnTo>
                  <a:lnTo>
                    <a:pt x="4614713" y="3116972"/>
                  </a:lnTo>
                  <a:lnTo>
                    <a:pt x="4613858" y="3116972"/>
                  </a:lnTo>
                  <a:lnTo>
                    <a:pt x="4613002" y="3116972"/>
                  </a:lnTo>
                  <a:lnTo>
                    <a:pt x="4612147" y="3116972"/>
                  </a:lnTo>
                  <a:lnTo>
                    <a:pt x="4611291" y="3116972"/>
                  </a:lnTo>
                  <a:lnTo>
                    <a:pt x="4610436" y="3116972"/>
                  </a:lnTo>
                  <a:lnTo>
                    <a:pt x="4609580" y="3116972"/>
                  </a:lnTo>
                  <a:lnTo>
                    <a:pt x="4608725" y="3116972"/>
                  </a:lnTo>
                  <a:lnTo>
                    <a:pt x="4607869" y="3116972"/>
                  </a:lnTo>
                  <a:lnTo>
                    <a:pt x="4607013" y="3116972"/>
                  </a:lnTo>
                  <a:lnTo>
                    <a:pt x="4606158" y="3116972"/>
                  </a:lnTo>
                  <a:lnTo>
                    <a:pt x="4605302" y="3116972"/>
                  </a:lnTo>
                  <a:lnTo>
                    <a:pt x="4604447" y="3116972"/>
                  </a:lnTo>
                  <a:lnTo>
                    <a:pt x="4603591" y="3116972"/>
                  </a:lnTo>
                  <a:lnTo>
                    <a:pt x="4602736" y="3116972"/>
                  </a:lnTo>
                  <a:lnTo>
                    <a:pt x="4601880" y="3116972"/>
                  </a:lnTo>
                  <a:lnTo>
                    <a:pt x="4601025" y="3116972"/>
                  </a:lnTo>
                  <a:lnTo>
                    <a:pt x="4600169" y="3116972"/>
                  </a:lnTo>
                  <a:lnTo>
                    <a:pt x="4599314" y="3116972"/>
                  </a:lnTo>
                  <a:lnTo>
                    <a:pt x="4598458" y="3116972"/>
                  </a:lnTo>
                  <a:lnTo>
                    <a:pt x="4597603" y="3116972"/>
                  </a:lnTo>
                  <a:lnTo>
                    <a:pt x="4596747" y="3116972"/>
                  </a:lnTo>
                  <a:lnTo>
                    <a:pt x="4595892" y="3116972"/>
                  </a:lnTo>
                  <a:lnTo>
                    <a:pt x="4595036" y="3116972"/>
                  </a:lnTo>
                  <a:lnTo>
                    <a:pt x="4594181" y="3116972"/>
                  </a:lnTo>
                  <a:lnTo>
                    <a:pt x="4593325" y="3116972"/>
                  </a:lnTo>
                  <a:lnTo>
                    <a:pt x="4592470" y="3116972"/>
                  </a:lnTo>
                  <a:lnTo>
                    <a:pt x="4591614" y="3116972"/>
                  </a:lnTo>
                  <a:lnTo>
                    <a:pt x="4590758" y="3116972"/>
                  </a:lnTo>
                  <a:lnTo>
                    <a:pt x="4589903" y="3116972"/>
                  </a:lnTo>
                  <a:lnTo>
                    <a:pt x="4589047" y="3116972"/>
                  </a:lnTo>
                  <a:lnTo>
                    <a:pt x="4588192" y="3116972"/>
                  </a:lnTo>
                  <a:lnTo>
                    <a:pt x="4587336" y="3116972"/>
                  </a:lnTo>
                  <a:lnTo>
                    <a:pt x="4586481" y="3116972"/>
                  </a:lnTo>
                  <a:lnTo>
                    <a:pt x="4585625" y="3116972"/>
                  </a:lnTo>
                  <a:lnTo>
                    <a:pt x="4584770" y="3116972"/>
                  </a:lnTo>
                  <a:lnTo>
                    <a:pt x="4583914" y="3116972"/>
                  </a:lnTo>
                  <a:lnTo>
                    <a:pt x="4583059" y="3116972"/>
                  </a:lnTo>
                  <a:lnTo>
                    <a:pt x="4582203" y="3116972"/>
                  </a:lnTo>
                  <a:lnTo>
                    <a:pt x="4581348" y="3116972"/>
                  </a:lnTo>
                  <a:lnTo>
                    <a:pt x="4580492" y="3116972"/>
                  </a:lnTo>
                  <a:lnTo>
                    <a:pt x="4579637" y="3116972"/>
                  </a:lnTo>
                  <a:lnTo>
                    <a:pt x="4578781" y="3116972"/>
                  </a:lnTo>
                  <a:lnTo>
                    <a:pt x="4577926" y="3116972"/>
                  </a:lnTo>
                  <a:lnTo>
                    <a:pt x="4577070" y="3116972"/>
                  </a:lnTo>
                  <a:lnTo>
                    <a:pt x="4576215" y="3116972"/>
                  </a:lnTo>
                  <a:lnTo>
                    <a:pt x="4575359" y="3116972"/>
                  </a:lnTo>
                  <a:lnTo>
                    <a:pt x="4574503" y="3116972"/>
                  </a:lnTo>
                  <a:lnTo>
                    <a:pt x="4573648" y="3116972"/>
                  </a:lnTo>
                  <a:lnTo>
                    <a:pt x="4572792" y="3116972"/>
                  </a:lnTo>
                  <a:lnTo>
                    <a:pt x="4571937" y="3116972"/>
                  </a:lnTo>
                  <a:lnTo>
                    <a:pt x="4571081" y="3116972"/>
                  </a:lnTo>
                  <a:lnTo>
                    <a:pt x="4570226" y="3116972"/>
                  </a:lnTo>
                  <a:lnTo>
                    <a:pt x="4569370" y="3116972"/>
                  </a:lnTo>
                  <a:lnTo>
                    <a:pt x="4568515" y="3116972"/>
                  </a:lnTo>
                  <a:lnTo>
                    <a:pt x="4567659" y="3116972"/>
                  </a:lnTo>
                  <a:lnTo>
                    <a:pt x="4566804" y="3116972"/>
                  </a:lnTo>
                  <a:lnTo>
                    <a:pt x="4565948" y="3116972"/>
                  </a:lnTo>
                  <a:lnTo>
                    <a:pt x="4565093" y="3116972"/>
                  </a:lnTo>
                  <a:lnTo>
                    <a:pt x="4564237" y="3116972"/>
                  </a:lnTo>
                  <a:lnTo>
                    <a:pt x="4563382" y="3116972"/>
                  </a:lnTo>
                  <a:lnTo>
                    <a:pt x="4562526" y="3116972"/>
                  </a:lnTo>
                  <a:lnTo>
                    <a:pt x="4561671" y="3116972"/>
                  </a:lnTo>
                  <a:lnTo>
                    <a:pt x="4560815" y="3116972"/>
                  </a:lnTo>
                  <a:lnTo>
                    <a:pt x="4559959" y="3116972"/>
                  </a:lnTo>
                  <a:lnTo>
                    <a:pt x="4559104" y="3116972"/>
                  </a:lnTo>
                  <a:lnTo>
                    <a:pt x="4558248" y="3116972"/>
                  </a:lnTo>
                  <a:lnTo>
                    <a:pt x="4557393" y="3116972"/>
                  </a:lnTo>
                  <a:lnTo>
                    <a:pt x="4556537" y="3116972"/>
                  </a:lnTo>
                  <a:lnTo>
                    <a:pt x="4555682" y="3116972"/>
                  </a:lnTo>
                  <a:lnTo>
                    <a:pt x="4554826" y="3116972"/>
                  </a:lnTo>
                  <a:lnTo>
                    <a:pt x="4553971" y="3116972"/>
                  </a:lnTo>
                  <a:lnTo>
                    <a:pt x="4553115" y="3116972"/>
                  </a:lnTo>
                  <a:lnTo>
                    <a:pt x="4552260" y="3116972"/>
                  </a:lnTo>
                  <a:lnTo>
                    <a:pt x="4551404" y="3116972"/>
                  </a:lnTo>
                  <a:lnTo>
                    <a:pt x="4550549" y="3116972"/>
                  </a:lnTo>
                  <a:lnTo>
                    <a:pt x="4549693" y="3116972"/>
                  </a:lnTo>
                  <a:lnTo>
                    <a:pt x="4548838" y="3116972"/>
                  </a:lnTo>
                  <a:lnTo>
                    <a:pt x="4547982" y="3116972"/>
                  </a:lnTo>
                  <a:lnTo>
                    <a:pt x="4547127" y="3116972"/>
                  </a:lnTo>
                  <a:lnTo>
                    <a:pt x="4546271" y="3116972"/>
                  </a:lnTo>
                  <a:lnTo>
                    <a:pt x="4545416" y="3116972"/>
                  </a:lnTo>
                  <a:lnTo>
                    <a:pt x="4544560" y="3116972"/>
                  </a:lnTo>
                  <a:lnTo>
                    <a:pt x="4543704" y="3116972"/>
                  </a:lnTo>
                  <a:lnTo>
                    <a:pt x="4542849" y="3116972"/>
                  </a:lnTo>
                  <a:lnTo>
                    <a:pt x="4541993" y="3116972"/>
                  </a:lnTo>
                  <a:lnTo>
                    <a:pt x="4541138" y="3116972"/>
                  </a:lnTo>
                  <a:lnTo>
                    <a:pt x="4540282" y="3116972"/>
                  </a:lnTo>
                  <a:lnTo>
                    <a:pt x="4539427" y="3116972"/>
                  </a:lnTo>
                  <a:lnTo>
                    <a:pt x="4538571" y="3116972"/>
                  </a:lnTo>
                  <a:lnTo>
                    <a:pt x="4537716" y="3116972"/>
                  </a:lnTo>
                  <a:lnTo>
                    <a:pt x="4536860" y="3116972"/>
                  </a:lnTo>
                  <a:lnTo>
                    <a:pt x="4536005" y="3116972"/>
                  </a:lnTo>
                  <a:lnTo>
                    <a:pt x="4535149" y="3116972"/>
                  </a:lnTo>
                  <a:lnTo>
                    <a:pt x="4534294" y="3116972"/>
                  </a:lnTo>
                  <a:lnTo>
                    <a:pt x="4533438" y="3116972"/>
                  </a:lnTo>
                  <a:lnTo>
                    <a:pt x="4532583" y="3116972"/>
                  </a:lnTo>
                  <a:lnTo>
                    <a:pt x="4531727" y="3116972"/>
                  </a:lnTo>
                  <a:lnTo>
                    <a:pt x="4530872" y="3116972"/>
                  </a:lnTo>
                  <a:lnTo>
                    <a:pt x="4530016" y="3116972"/>
                  </a:lnTo>
                  <a:lnTo>
                    <a:pt x="4529161" y="3116972"/>
                  </a:lnTo>
                  <a:lnTo>
                    <a:pt x="4528305" y="3116972"/>
                  </a:lnTo>
                  <a:lnTo>
                    <a:pt x="4527449" y="3116972"/>
                  </a:lnTo>
                  <a:lnTo>
                    <a:pt x="4526594" y="3116972"/>
                  </a:lnTo>
                  <a:lnTo>
                    <a:pt x="4525738" y="3116972"/>
                  </a:lnTo>
                  <a:lnTo>
                    <a:pt x="4524883" y="3116972"/>
                  </a:lnTo>
                  <a:lnTo>
                    <a:pt x="4524027" y="3116972"/>
                  </a:lnTo>
                  <a:lnTo>
                    <a:pt x="4523172" y="3116972"/>
                  </a:lnTo>
                  <a:lnTo>
                    <a:pt x="4522316" y="3116972"/>
                  </a:lnTo>
                  <a:lnTo>
                    <a:pt x="4521461" y="3116972"/>
                  </a:lnTo>
                  <a:lnTo>
                    <a:pt x="4520605" y="3116972"/>
                  </a:lnTo>
                  <a:lnTo>
                    <a:pt x="4519750" y="3116972"/>
                  </a:lnTo>
                  <a:lnTo>
                    <a:pt x="4518894" y="3116972"/>
                  </a:lnTo>
                  <a:lnTo>
                    <a:pt x="4518039" y="3116972"/>
                  </a:lnTo>
                  <a:lnTo>
                    <a:pt x="4517183" y="3116972"/>
                  </a:lnTo>
                  <a:lnTo>
                    <a:pt x="4516328" y="3116972"/>
                  </a:lnTo>
                  <a:lnTo>
                    <a:pt x="4515472" y="3116972"/>
                  </a:lnTo>
                  <a:lnTo>
                    <a:pt x="4514617" y="3116972"/>
                  </a:lnTo>
                  <a:lnTo>
                    <a:pt x="4513761" y="3116972"/>
                  </a:lnTo>
                  <a:lnTo>
                    <a:pt x="4512905" y="3116972"/>
                  </a:lnTo>
                  <a:lnTo>
                    <a:pt x="4512050" y="3116972"/>
                  </a:lnTo>
                  <a:lnTo>
                    <a:pt x="4511194" y="3116972"/>
                  </a:lnTo>
                  <a:lnTo>
                    <a:pt x="4510339" y="3116972"/>
                  </a:lnTo>
                  <a:lnTo>
                    <a:pt x="4509483" y="3116972"/>
                  </a:lnTo>
                  <a:lnTo>
                    <a:pt x="4508628" y="3116972"/>
                  </a:lnTo>
                  <a:lnTo>
                    <a:pt x="4507772" y="3116972"/>
                  </a:lnTo>
                  <a:lnTo>
                    <a:pt x="4506917" y="3116972"/>
                  </a:lnTo>
                  <a:lnTo>
                    <a:pt x="4506061" y="3116972"/>
                  </a:lnTo>
                  <a:lnTo>
                    <a:pt x="4505206" y="3116972"/>
                  </a:lnTo>
                  <a:lnTo>
                    <a:pt x="4504350" y="3116972"/>
                  </a:lnTo>
                  <a:lnTo>
                    <a:pt x="4503495" y="3116972"/>
                  </a:lnTo>
                  <a:lnTo>
                    <a:pt x="4502639" y="3116972"/>
                  </a:lnTo>
                  <a:lnTo>
                    <a:pt x="4501784" y="3116972"/>
                  </a:lnTo>
                  <a:lnTo>
                    <a:pt x="4500928" y="3116972"/>
                  </a:lnTo>
                  <a:lnTo>
                    <a:pt x="4500073" y="3116972"/>
                  </a:lnTo>
                  <a:lnTo>
                    <a:pt x="4499217" y="3116972"/>
                  </a:lnTo>
                  <a:lnTo>
                    <a:pt x="4498362" y="3116972"/>
                  </a:lnTo>
                  <a:lnTo>
                    <a:pt x="4497506" y="3116972"/>
                  </a:lnTo>
                  <a:lnTo>
                    <a:pt x="4496650" y="3116972"/>
                  </a:lnTo>
                  <a:lnTo>
                    <a:pt x="4495795" y="3116972"/>
                  </a:lnTo>
                  <a:lnTo>
                    <a:pt x="4494939" y="3116972"/>
                  </a:lnTo>
                  <a:lnTo>
                    <a:pt x="4494084" y="3116972"/>
                  </a:lnTo>
                  <a:lnTo>
                    <a:pt x="4493228" y="3116972"/>
                  </a:lnTo>
                  <a:lnTo>
                    <a:pt x="4492373" y="3116972"/>
                  </a:lnTo>
                  <a:lnTo>
                    <a:pt x="4491517" y="3116972"/>
                  </a:lnTo>
                  <a:lnTo>
                    <a:pt x="4490662" y="3116972"/>
                  </a:lnTo>
                  <a:lnTo>
                    <a:pt x="4489806" y="3116972"/>
                  </a:lnTo>
                  <a:lnTo>
                    <a:pt x="4488951" y="3116972"/>
                  </a:lnTo>
                  <a:lnTo>
                    <a:pt x="4488095" y="3116972"/>
                  </a:lnTo>
                  <a:lnTo>
                    <a:pt x="4487240" y="3116972"/>
                  </a:lnTo>
                  <a:lnTo>
                    <a:pt x="4486384" y="3116972"/>
                  </a:lnTo>
                  <a:lnTo>
                    <a:pt x="4485529" y="3116972"/>
                  </a:lnTo>
                  <a:lnTo>
                    <a:pt x="4484673" y="3116972"/>
                  </a:lnTo>
                  <a:lnTo>
                    <a:pt x="4483818" y="3116972"/>
                  </a:lnTo>
                  <a:lnTo>
                    <a:pt x="4482962" y="3116972"/>
                  </a:lnTo>
                  <a:lnTo>
                    <a:pt x="4482107" y="3116972"/>
                  </a:lnTo>
                  <a:lnTo>
                    <a:pt x="4481251" y="3116972"/>
                  </a:lnTo>
                  <a:lnTo>
                    <a:pt x="4480395" y="3116972"/>
                  </a:lnTo>
                  <a:lnTo>
                    <a:pt x="4479540" y="3116972"/>
                  </a:lnTo>
                  <a:lnTo>
                    <a:pt x="4478684" y="3116972"/>
                  </a:lnTo>
                  <a:lnTo>
                    <a:pt x="4477829" y="3116972"/>
                  </a:lnTo>
                  <a:lnTo>
                    <a:pt x="4476973" y="3116972"/>
                  </a:lnTo>
                  <a:lnTo>
                    <a:pt x="4476118" y="3116972"/>
                  </a:lnTo>
                  <a:lnTo>
                    <a:pt x="4475262" y="3116972"/>
                  </a:lnTo>
                  <a:lnTo>
                    <a:pt x="4474407" y="3116972"/>
                  </a:lnTo>
                  <a:lnTo>
                    <a:pt x="4473551" y="3116972"/>
                  </a:lnTo>
                  <a:lnTo>
                    <a:pt x="4472696" y="3116972"/>
                  </a:lnTo>
                  <a:lnTo>
                    <a:pt x="4471840" y="3116972"/>
                  </a:lnTo>
                  <a:lnTo>
                    <a:pt x="4470985" y="3116972"/>
                  </a:lnTo>
                  <a:lnTo>
                    <a:pt x="4470129" y="3116972"/>
                  </a:lnTo>
                  <a:lnTo>
                    <a:pt x="4469274" y="3116972"/>
                  </a:lnTo>
                  <a:lnTo>
                    <a:pt x="4468418" y="3116972"/>
                  </a:lnTo>
                  <a:lnTo>
                    <a:pt x="4467563" y="3116972"/>
                  </a:lnTo>
                  <a:lnTo>
                    <a:pt x="4466707" y="3116972"/>
                  </a:lnTo>
                  <a:lnTo>
                    <a:pt x="4465851" y="3116972"/>
                  </a:lnTo>
                  <a:lnTo>
                    <a:pt x="4464996" y="3116972"/>
                  </a:lnTo>
                  <a:lnTo>
                    <a:pt x="4464140" y="3116972"/>
                  </a:lnTo>
                  <a:lnTo>
                    <a:pt x="4463285" y="3116972"/>
                  </a:lnTo>
                  <a:lnTo>
                    <a:pt x="4462429" y="3116972"/>
                  </a:lnTo>
                  <a:lnTo>
                    <a:pt x="4461574" y="3116972"/>
                  </a:lnTo>
                  <a:lnTo>
                    <a:pt x="4460718" y="3116972"/>
                  </a:lnTo>
                  <a:lnTo>
                    <a:pt x="4459863" y="3116972"/>
                  </a:lnTo>
                  <a:lnTo>
                    <a:pt x="4459007" y="3116972"/>
                  </a:lnTo>
                  <a:lnTo>
                    <a:pt x="4458152" y="3116972"/>
                  </a:lnTo>
                  <a:lnTo>
                    <a:pt x="4457296" y="3116972"/>
                  </a:lnTo>
                  <a:lnTo>
                    <a:pt x="4456441" y="3116972"/>
                  </a:lnTo>
                  <a:lnTo>
                    <a:pt x="4455585" y="3116972"/>
                  </a:lnTo>
                  <a:lnTo>
                    <a:pt x="4454730" y="3116972"/>
                  </a:lnTo>
                  <a:lnTo>
                    <a:pt x="4453874" y="3116972"/>
                  </a:lnTo>
                  <a:lnTo>
                    <a:pt x="4453019" y="3116972"/>
                  </a:lnTo>
                  <a:lnTo>
                    <a:pt x="4452163" y="3116972"/>
                  </a:lnTo>
                  <a:lnTo>
                    <a:pt x="4451308" y="3116972"/>
                  </a:lnTo>
                  <a:lnTo>
                    <a:pt x="4450452" y="3116972"/>
                  </a:lnTo>
                  <a:lnTo>
                    <a:pt x="4449596" y="3116972"/>
                  </a:lnTo>
                  <a:lnTo>
                    <a:pt x="4448741" y="3116972"/>
                  </a:lnTo>
                  <a:lnTo>
                    <a:pt x="4447885" y="3116972"/>
                  </a:lnTo>
                  <a:lnTo>
                    <a:pt x="4447030" y="3116972"/>
                  </a:lnTo>
                  <a:lnTo>
                    <a:pt x="4446174" y="3116972"/>
                  </a:lnTo>
                  <a:lnTo>
                    <a:pt x="4445319" y="3116972"/>
                  </a:lnTo>
                  <a:lnTo>
                    <a:pt x="4444463" y="3116972"/>
                  </a:lnTo>
                  <a:lnTo>
                    <a:pt x="4443608" y="3116972"/>
                  </a:lnTo>
                  <a:lnTo>
                    <a:pt x="4442752" y="3116972"/>
                  </a:lnTo>
                  <a:lnTo>
                    <a:pt x="4441897" y="3116972"/>
                  </a:lnTo>
                  <a:lnTo>
                    <a:pt x="4441041" y="3116972"/>
                  </a:lnTo>
                  <a:lnTo>
                    <a:pt x="4440186" y="3116972"/>
                  </a:lnTo>
                  <a:lnTo>
                    <a:pt x="4439330" y="3116972"/>
                  </a:lnTo>
                  <a:lnTo>
                    <a:pt x="4438475" y="3116972"/>
                  </a:lnTo>
                  <a:lnTo>
                    <a:pt x="4437619" y="3116972"/>
                  </a:lnTo>
                  <a:lnTo>
                    <a:pt x="4436764" y="3116972"/>
                  </a:lnTo>
                  <a:lnTo>
                    <a:pt x="4435908" y="3116972"/>
                  </a:lnTo>
                  <a:lnTo>
                    <a:pt x="4435053" y="3116972"/>
                  </a:lnTo>
                  <a:lnTo>
                    <a:pt x="4434197" y="3116972"/>
                  </a:lnTo>
                  <a:lnTo>
                    <a:pt x="4433341" y="3116972"/>
                  </a:lnTo>
                  <a:lnTo>
                    <a:pt x="4432486" y="3116972"/>
                  </a:lnTo>
                  <a:lnTo>
                    <a:pt x="4431630" y="3116972"/>
                  </a:lnTo>
                  <a:lnTo>
                    <a:pt x="4430775" y="3116972"/>
                  </a:lnTo>
                  <a:lnTo>
                    <a:pt x="4429919" y="3116972"/>
                  </a:lnTo>
                  <a:lnTo>
                    <a:pt x="4429064" y="3116972"/>
                  </a:lnTo>
                  <a:lnTo>
                    <a:pt x="4428208" y="3116972"/>
                  </a:lnTo>
                  <a:lnTo>
                    <a:pt x="4427353" y="3116972"/>
                  </a:lnTo>
                  <a:lnTo>
                    <a:pt x="4426497" y="3116972"/>
                  </a:lnTo>
                  <a:lnTo>
                    <a:pt x="4425642" y="3116972"/>
                  </a:lnTo>
                  <a:lnTo>
                    <a:pt x="4424786" y="3116972"/>
                  </a:lnTo>
                  <a:lnTo>
                    <a:pt x="4423931" y="3116972"/>
                  </a:lnTo>
                  <a:lnTo>
                    <a:pt x="4423075" y="3116972"/>
                  </a:lnTo>
                  <a:lnTo>
                    <a:pt x="4422220" y="3116972"/>
                  </a:lnTo>
                  <a:lnTo>
                    <a:pt x="4421364" y="3116972"/>
                  </a:lnTo>
                  <a:lnTo>
                    <a:pt x="4420509" y="3116972"/>
                  </a:lnTo>
                  <a:lnTo>
                    <a:pt x="4419653" y="3116972"/>
                  </a:lnTo>
                  <a:lnTo>
                    <a:pt x="4418798" y="3116972"/>
                  </a:lnTo>
                  <a:lnTo>
                    <a:pt x="4417942" y="3116972"/>
                  </a:lnTo>
                  <a:lnTo>
                    <a:pt x="4417086" y="3116972"/>
                  </a:lnTo>
                  <a:lnTo>
                    <a:pt x="4416231" y="3116972"/>
                  </a:lnTo>
                  <a:lnTo>
                    <a:pt x="4415375" y="3116972"/>
                  </a:lnTo>
                  <a:lnTo>
                    <a:pt x="4414520" y="3116972"/>
                  </a:lnTo>
                  <a:lnTo>
                    <a:pt x="4413664" y="3116972"/>
                  </a:lnTo>
                  <a:lnTo>
                    <a:pt x="4412809" y="3116972"/>
                  </a:lnTo>
                  <a:lnTo>
                    <a:pt x="4411953" y="3116972"/>
                  </a:lnTo>
                  <a:lnTo>
                    <a:pt x="4411098" y="3116972"/>
                  </a:lnTo>
                  <a:lnTo>
                    <a:pt x="4410242" y="3116972"/>
                  </a:lnTo>
                  <a:lnTo>
                    <a:pt x="4409387" y="3116972"/>
                  </a:lnTo>
                  <a:lnTo>
                    <a:pt x="4408531" y="3116972"/>
                  </a:lnTo>
                  <a:lnTo>
                    <a:pt x="4407676" y="3116972"/>
                  </a:lnTo>
                  <a:lnTo>
                    <a:pt x="4406820" y="3116972"/>
                  </a:lnTo>
                  <a:lnTo>
                    <a:pt x="4405965" y="3116972"/>
                  </a:lnTo>
                  <a:lnTo>
                    <a:pt x="4405109" y="3116972"/>
                  </a:lnTo>
                  <a:lnTo>
                    <a:pt x="4404254" y="3116972"/>
                  </a:lnTo>
                  <a:lnTo>
                    <a:pt x="4403398" y="3116972"/>
                  </a:lnTo>
                  <a:lnTo>
                    <a:pt x="4402542" y="3116972"/>
                  </a:lnTo>
                  <a:lnTo>
                    <a:pt x="4401687" y="3116972"/>
                  </a:lnTo>
                  <a:lnTo>
                    <a:pt x="4400831" y="3116972"/>
                  </a:lnTo>
                  <a:lnTo>
                    <a:pt x="4399976" y="3116972"/>
                  </a:lnTo>
                  <a:lnTo>
                    <a:pt x="4399120" y="3116972"/>
                  </a:lnTo>
                  <a:lnTo>
                    <a:pt x="4398265" y="3116972"/>
                  </a:lnTo>
                  <a:lnTo>
                    <a:pt x="4397409" y="3116972"/>
                  </a:lnTo>
                  <a:lnTo>
                    <a:pt x="4396554" y="3116972"/>
                  </a:lnTo>
                  <a:lnTo>
                    <a:pt x="4395698" y="3116972"/>
                  </a:lnTo>
                  <a:lnTo>
                    <a:pt x="4394843" y="3116972"/>
                  </a:lnTo>
                  <a:lnTo>
                    <a:pt x="4393987" y="3116972"/>
                  </a:lnTo>
                  <a:lnTo>
                    <a:pt x="4393132" y="3116972"/>
                  </a:lnTo>
                  <a:lnTo>
                    <a:pt x="4392276" y="3116972"/>
                  </a:lnTo>
                  <a:lnTo>
                    <a:pt x="4391421" y="3116972"/>
                  </a:lnTo>
                  <a:lnTo>
                    <a:pt x="4390565" y="3116972"/>
                  </a:lnTo>
                  <a:lnTo>
                    <a:pt x="4389710" y="3116972"/>
                  </a:lnTo>
                  <a:lnTo>
                    <a:pt x="4388854" y="3116972"/>
                  </a:lnTo>
                  <a:lnTo>
                    <a:pt x="4387999" y="3116972"/>
                  </a:lnTo>
                  <a:lnTo>
                    <a:pt x="4387143" y="3116972"/>
                  </a:lnTo>
                  <a:lnTo>
                    <a:pt x="4386287" y="3116972"/>
                  </a:lnTo>
                  <a:lnTo>
                    <a:pt x="4385432" y="3116972"/>
                  </a:lnTo>
                  <a:lnTo>
                    <a:pt x="4384576" y="3116972"/>
                  </a:lnTo>
                  <a:lnTo>
                    <a:pt x="4383721" y="3116972"/>
                  </a:lnTo>
                  <a:lnTo>
                    <a:pt x="4382865" y="3116972"/>
                  </a:lnTo>
                  <a:lnTo>
                    <a:pt x="4382010" y="3116972"/>
                  </a:lnTo>
                  <a:lnTo>
                    <a:pt x="4381154" y="3116972"/>
                  </a:lnTo>
                  <a:lnTo>
                    <a:pt x="4380299" y="3116972"/>
                  </a:lnTo>
                  <a:lnTo>
                    <a:pt x="4379443" y="3116972"/>
                  </a:lnTo>
                  <a:lnTo>
                    <a:pt x="4378588" y="3116972"/>
                  </a:lnTo>
                  <a:lnTo>
                    <a:pt x="4377732" y="3116972"/>
                  </a:lnTo>
                  <a:lnTo>
                    <a:pt x="4376877" y="3116972"/>
                  </a:lnTo>
                  <a:lnTo>
                    <a:pt x="4376021" y="3116972"/>
                  </a:lnTo>
                  <a:lnTo>
                    <a:pt x="4375166" y="3116972"/>
                  </a:lnTo>
                  <a:lnTo>
                    <a:pt x="4374310" y="3116972"/>
                  </a:lnTo>
                  <a:lnTo>
                    <a:pt x="4373455" y="3116972"/>
                  </a:lnTo>
                  <a:lnTo>
                    <a:pt x="4372599" y="3116972"/>
                  </a:lnTo>
                  <a:lnTo>
                    <a:pt x="4371744" y="3116972"/>
                  </a:lnTo>
                  <a:lnTo>
                    <a:pt x="4370888" y="3116972"/>
                  </a:lnTo>
                  <a:lnTo>
                    <a:pt x="4370032" y="3116972"/>
                  </a:lnTo>
                  <a:lnTo>
                    <a:pt x="4369177" y="3116972"/>
                  </a:lnTo>
                  <a:lnTo>
                    <a:pt x="4368321" y="3116972"/>
                  </a:lnTo>
                  <a:lnTo>
                    <a:pt x="4367466" y="3116972"/>
                  </a:lnTo>
                  <a:lnTo>
                    <a:pt x="4366610" y="3116972"/>
                  </a:lnTo>
                  <a:lnTo>
                    <a:pt x="4365755" y="3116972"/>
                  </a:lnTo>
                  <a:lnTo>
                    <a:pt x="4364899" y="3116972"/>
                  </a:lnTo>
                  <a:lnTo>
                    <a:pt x="4364044" y="3116972"/>
                  </a:lnTo>
                  <a:lnTo>
                    <a:pt x="4363188" y="3116972"/>
                  </a:lnTo>
                  <a:lnTo>
                    <a:pt x="4362333" y="3116972"/>
                  </a:lnTo>
                  <a:lnTo>
                    <a:pt x="4361477" y="3116972"/>
                  </a:lnTo>
                  <a:lnTo>
                    <a:pt x="4360622" y="3116972"/>
                  </a:lnTo>
                  <a:lnTo>
                    <a:pt x="4359766" y="3116972"/>
                  </a:lnTo>
                  <a:lnTo>
                    <a:pt x="4358911" y="3116972"/>
                  </a:lnTo>
                  <a:lnTo>
                    <a:pt x="4358055" y="3116972"/>
                  </a:lnTo>
                  <a:lnTo>
                    <a:pt x="4357200" y="3116972"/>
                  </a:lnTo>
                  <a:lnTo>
                    <a:pt x="4356344" y="3116972"/>
                  </a:lnTo>
                  <a:lnTo>
                    <a:pt x="4355488" y="3116972"/>
                  </a:lnTo>
                  <a:lnTo>
                    <a:pt x="4354633" y="3116972"/>
                  </a:lnTo>
                  <a:lnTo>
                    <a:pt x="4353777" y="3116972"/>
                  </a:lnTo>
                  <a:lnTo>
                    <a:pt x="4352922" y="3116972"/>
                  </a:lnTo>
                  <a:lnTo>
                    <a:pt x="4352066" y="3116972"/>
                  </a:lnTo>
                  <a:lnTo>
                    <a:pt x="4351211" y="3116972"/>
                  </a:lnTo>
                  <a:lnTo>
                    <a:pt x="4350355" y="3116972"/>
                  </a:lnTo>
                  <a:lnTo>
                    <a:pt x="4349500" y="3116972"/>
                  </a:lnTo>
                  <a:lnTo>
                    <a:pt x="4348644" y="3116972"/>
                  </a:lnTo>
                  <a:lnTo>
                    <a:pt x="4347789" y="3116972"/>
                  </a:lnTo>
                  <a:lnTo>
                    <a:pt x="4346933" y="3116972"/>
                  </a:lnTo>
                  <a:lnTo>
                    <a:pt x="4346078" y="3116972"/>
                  </a:lnTo>
                  <a:lnTo>
                    <a:pt x="4345222" y="3116972"/>
                  </a:lnTo>
                  <a:lnTo>
                    <a:pt x="4344367" y="3116972"/>
                  </a:lnTo>
                  <a:lnTo>
                    <a:pt x="4343511" y="3116972"/>
                  </a:lnTo>
                  <a:lnTo>
                    <a:pt x="4342656" y="3116972"/>
                  </a:lnTo>
                  <a:lnTo>
                    <a:pt x="4341800" y="3116972"/>
                  </a:lnTo>
                  <a:lnTo>
                    <a:pt x="4340945" y="3116972"/>
                  </a:lnTo>
                  <a:lnTo>
                    <a:pt x="4340089" y="3116972"/>
                  </a:lnTo>
                  <a:lnTo>
                    <a:pt x="4339233" y="3116972"/>
                  </a:lnTo>
                  <a:lnTo>
                    <a:pt x="4338378" y="3116972"/>
                  </a:lnTo>
                  <a:lnTo>
                    <a:pt x="4337522" y="3116972"/>
                  </a:lnTo>
                  <a:lnTo>
                    <a:pt x="4336667" y="3116972"/>
                  </a:lnTo>
                  <a:lnTo>
                    <a:pt x="4335811" y="3116972"/>
                  </a:lnTo>
                  <a:lnTo>
                    <a:pt x="4334956" y="3116972"/>
                  </a:lnTo>
                  <a:lnTo>
                    <a:pt x="4334100" y="3116972"/>
                  </a:lnTo>
                  <a:lnTo>
                    <a:pt x="4333245" y="3116972"/>
                  </a:lnTo>
                  <a:lnTo>
                    <a:pt x="4332389" y="3116972"/>
                  </a:lnTo>
                  <a:lnTo>
                    <a:pt x="4331534" y="3116972"/>
                  </a:lnTo>
                  <a:lnTo>
                    <a:pt x="4330678" y="3116972"/>
                  </a:lnTo>
                  <a:lnTo>
                    <a:pt x="4329823" y="3116972"/>
                  </a:lnTo>
                  <a:lnTo>
                    <a:pt x="4328967" y="3116972"/>
                  </a:lnTo>
                  <a:lnTo>
                    <a:pt x="4328112" y="3116972"/>
                  </a:lnTo>
                  <a:lnTo>
                    <a:pt x="4327256" y="3116972"/>
                  </a:lnTo>
                  <a:lnTo>
                    <a:pt x="4326401" y="3116972"/>
                  </a:lnTo>
                  <a:lnTo>
                    <a:pt x="4325545" y="3116972"/>
                  </a:lnTo>
                  <a:lnTo>
                    <a:pt x="4324690" y="3116972"/>
                  </a:lnTo>
                  <a:lnTo>
                    <a:pt x="4323834" y="3116972"/>
                  </a:lnTo>
                  <a:lnTo>
                    <a:pt x="4322978" y="3116972"/>
                  </a:lnTo>
                  <a:lnTo>
                    <a:pt x="4322123" y="3116972"/>
                  </a:lnTo>
                  <a:lnTo>
                    <a:pt x="4321267" y="3116972"/>
                  </a:lnTo>
                  <a:lnTo>
                    <a:pt x="4320412" y="3116972"/>
                  </a:lnTo>
                  <a:lnTo>
                    <a:pt x="4319556" y="3116972"/>
                  </a:lnTo>
                  <a:lnTo>
                    <a:pt x="4318701" y="3116972"/>
                  </a:lnTo>
                  <a:lnTo>
                    <a:pt x="4317845" y="3116972"/>
                  </a:lnTo>
                  <a:lnTo>
                    <a:pt x="4316990" y="3116972"/>
                  </a:lnTo>
                  <a:lnTo>
                    <a:pt x="4316134" y="3116972"/>
                  </a:lnTo>
                  <a:lnTo>
                    <a:pt x="4315279" y="3116972"/>
                  </a:lnTo>
                  <a:lnTo>
                    <a:pt x="4314423" y="3116972"/>
                  </a:lnTo>
                  <a:lnTo>
                    <a:pt x="4313568" y="3116972"/>
                  </a:lnTo>
                  <a:lnTo>
                    <a:pt x="4312712" y="3116972"/>
                  </a:lnTo>
                  <a:lnTo>
                    <a:pt x="4311857" y="3116972"/>
                  </a:lnTo>
                  <a:lnTo>
                    <a:pt x="4311001" y="3116972"/>
                  </a:lnTo>
                  <a:lnTo>
                    <a:pt x="4310146" y="3116972"/>
                  </a:lnTo>
                  <a:lnTo>
                    <a:pt x="4309290" y="3116972"/>
                  </a:lnTo>
                  <a:lnTo>
                    <a:pt x="4308434" y="3116972"/>
                  </a:lnTo>
                  <a:lnTo>
                    <a:pt x="4307579" y="3116972"/>
                  </a:lnTo>
                  <a:lnTo>
                    <a:pt x="4306723" y="3116972"/>
                  </a:lnTo>
                  <a:lnTo>
                    <a:pt x="4305868" y="3116972"/>
                  </a:lnTo>
                  <a:lnTo>
                    <a:pt x="4305012" y="3116972"/>
                  </a:lnTo>
                  <a:lnTo>
                    <a:pt x="4304157" y="3116972"/>
                  </a:lnTo>
                  <a:lnTo>
                    <a:pt x="4303301" y="3116972"/>
                  </a:lnTo>
                  <a:lnTo>
                    <a:pt x="4302446" y="3116972"/>
                  </a:lnTo>
                  <a:lnTo>
                    <a:pt x="4301590" y="3116972"/>
                  </a:lnTo>
                  <a:lnTo>
                    <a:pt x="4300735" y="3116972"/>
                  </a:lnTo>
                  <a:lnTo>
                    <a:pt x="4299879" y="3116972"/>
                  </a:lnTo>
                  <a:lnTo>
                    <a:pt x="4299024" y="3116972"/>
                  </a:lnTo>
                  <a:lnTo>
                    <a:pt x="4298168" y="3116972"/>
                  </a:lnTo>
                  <a:lnTo>
                    <a:pt x="4297313" y="3116972"/>
                  </a:lnTo>
                  <a:lnTo>
                    <a:pt x="4296457" y="3116972"/>
                  </a:lnTo>
                  <a:lnTo>
                    <a:pt x="4295602" y="3116972"/>
                  </a:lnTo>
                  <a:lnTo>
                    <a:pt x="4294746" y="3116972"/>
                  </a:lnTo>
                  <a:lnTo>
                    <a:pt x="4293891" y="3116972"/>
                  </a:lnTo>
                  <a:lnTo>
                    <a:pt x="4293035" y="3116972"/>
                  </a:lnTo>
                  <a:lnTo>
                    <a:pt x="4292179" y="3116972"/>
                  </a:lnTo>
                  <a:lnTo>
                    <a:pt x="4291324" y="3116972"/>
                  </a:lnTo>
                  <a:lnTo>
                    <a:pt x="4290468" y="3116972"/>
                  </a:lnTo>
                  <a:lnTo>
                    <a:pt x="4289613" y="3116972"/>
                  </a:lnTo>
                  <a:lnTo>
                    <a:pt x="4288757" y="3116972"/>
                  </a:lnTo>
                  <a:lnTo>
                    <a:pt x="4287902" y="3116972"/>
                  </a:lnTo>
                  <a:lnTo>
                    <a:pt x="4287046" y="3116972"/>
                  </a:lnTo>
                  <a:lnTo>
                    <a:pt x="4286191" y="3116972"/>
                  </a:lnTo>
                  <a:lnTo>
                    <a:pt x="4285335" y="3116972"/>
                  </a:lnTo>
                  <a:lnTo>
                    <a:pt x="4284480" y="3116972"/>
                  </a:lnTo>
                  <a:lnTo>
                    <a:pt x="4283624" y="3116972"/>
                  </a:lnTo>
                  <a:lnTo>
                    <a:pt x="4282769" y="3116972"/>
                  </a:lnTo>
                  <a:lnTo>
                    <a:pt x="4281913" y="3116972"/>
                  </a:lnTo>
                  <a:lnTo>
                    <a:pt x="4281058" y="3116972"/>
                  </a:lnTo>
                  <a:lnTo>
                    <a:pt x="4280202" y="3116972"/>
                  </a:lnTo>
                  <a:lnTo>
                    <a:pt x="4279347" y="3116972"/>
                  </a:lnTo>
                  <a:lnTo>
                    <a:pt x="4278491" y="3116972"/>
                  </a:lnTo>
                  <a:lnTo>
                    <a:pt x="4277636" y="3116972"/>
                  </a:lnTo>
                  <a:lnTo>
                    <a:pt x="4276780" y="3116972"/>
                  </a:lnTo>
                  <a:lnTo>
                    <a:pt x="4275924" y="3116972"/>
                  </a:lnTo>
                  <a:lnTo>
                    <a:pt x="4275069" y="3116972"/>
                  </a:lnTo>
                  <a:lnTo>
                    <a:pt x="4274213" y="3116972"/>
                  </a:lnTo>
                  <a:lnTo>
                    <a:pt x="4273358" y="3116972"/>
                  </a:lnTo>
                  <a:lnTo>
                    <a:pt x="4272502" y="3116972"/>
                  </a:lnTo>
                  <a:lnTo>
                    <a:pt x="4271647" y="3116972"/>
                  </a:lnTo>
                  <a:lnTo>
                    <a:pt x="4270791" y="3116972"/>
                  </a:lnTo>
                  <a:lnTo>
                    <a:pt x="4269936" y="3116972"/>
                  </a:lnTo>
                  <a:lnTo>
                    <a:pt x="4269080" y="3116972"/>
                  </a:lnTo>
                  <a:lnTo>
                    <a:pt x="4268225" y="3116972"/>
                  </a:lnTo>
                  <a:lnTo>
                    <a:pt x="4267369" y="3116972"/>
                  </a:lnTo>
                  <a:lnTo>
                    <a:pt x="4266514" y="3116972"/>
                  </a:lnTo>
                  <a:lnTo>
                    <a:pt x="4265658" y="3116972"/>
                  </a:lnTo>
                  <a:lnTo>
                    <a:pt x="4264803" y="3116972"/>
                  </a:lnTo>
                  <a:lnTo>
                    <a:pt x="4263947" y="3116972"/>
                  </a:lnTo>
                  <a:lnTo>
                    <a:pt x="4263092" y="3116972"/>
                  </a:lnTo>
                  <a:lnTo>
                    <a:pt x="4262236" y="3116972"/>
                  </a:lnTo>
                  <a:lnTo>
                    <a:pt x="4261380" y="3116972"/>
                  </a:lnTo>
                  <a:lnTo>
                    <a:pt x="4260525" y="3116972"/>
                  </a:lnTo>
                  <a:lnTo>
                    <a:pt x="4259669" y="3116972"/>
                  </a:lnTo>
                  <a:lnTo>
                    <a:pt x="4258814" y="3116972"/>
                  </a:lnTo>
                  <a:lnTo>
                    <a:pt x="4257958" y="3116972"/>
                  </a:lnTo>
                  <a:lnTo>
                    <a:pt x="4257103" y="3116972"/>
                  </a:lnTo>
                  <a:lnTo>
                    <a:pt x="4256247" y="3116972"/>
                  </a:lnTo>
                  <a:lnTo>
                    <a:pt x="4255392" y="3116972"/>
                  </a:lnTo>
                  <a:lnTo>
                    <a:pt x="4254536" y="3116972"/>
                  </a:lnTo>
                  <a:lnTo>
                    <a:pt x="4253681" y="3116972"/>
                  </a:lnTo>
                  <a:lnTo>
                    <a:pt x="4252825" y="3116972"/>
                  </a:lnTo>
                  <a:lnTo>
                    <a:pt x="4251970" y="3116972"/>
                  </a:lnTo>
                  <a:lnTo>
                    <a:pt x="4251114" y="3116972"/>
                  </a:lnTo>
                  <a:lnTo>
                    <a:pt x="4250259" y="3116972"/>
                  </a:lnTo>
                  <a:lnTo>
                    <a:pt x="4249403" y="3116972"/>
                  </a:lnTo>
                  <a:lnTo>
                    <a:pt x="4248548" y="3116972"/>
                  </a:lnTo>
                  <a:lnTo>
                    <a:pt x="4247692" y="3116972"/>
                  </a:lnTo>
                  <a:lnTo>
                    <a:pt x="4246837" y="3116972"/>
                  </a:lnTo>
                  <a:lnTo>
                    <a:pt x="4245981" y="3116972"/>
                  </a:lnTo>
                  <a:lnTo>
                    <a:pt x="4245125" y="3116972"/>
                  </a:lnTo>
                  <a:lnTo>
                    <a:pt x="4244270" y="3116972"/>
                  </a:lnTo>
                  <a:lnTo>
                    <a:pt x="4243414" y="3116972"/>
                  </a:lnTo>
                  <a:lnTo>
                    <a:pt x="4242559" y="3116972"/>
                  </a:lnTo>
                  <a:lnTo>
                    <a:pt x="4241703" y="3116972"/>
                  </a:lnTo>
                  <a:lnTo>
                    <a:pt x="4240848" y="3116972"/>
                  </a:lnTo>
                  <a:lnTo>
                    <a:pt x="4239992" y="3116972"/>
                  </a:lnTo>
                  <a:lnTo>
                    <a:pt x="4239137" y="3116972"/>
                  </a:lnTo>
                  <a:lnTo>
                    <a:pt x="4238281" y="3116972"/>
                  </a:lnTo>
                  <a:lnTo>
                    <a:pt x="4237426" y="3116972"/>
                  </a:lnTo>
                  <a:lnTo>
                    <a:pt x="4236570" y="3116972"/>
                  </a:lnTo>
                  <a:lnTo>
                    <a:pt x="4235715" y="3116972"/>
                  </a:lnTo>
                  <a:lnTo>
                    <a:pt x="4234859" y="3116972"/>
                  </a:lnTo>
                  <a:lnTo>
                    <a:pt x="4234004" y="3116972"/>
                  </a:lnTo>
                  <a:lnTo>
                    <a:pt x="4233148" y="3116972"/>
                  </a:lnTo>
                  <a:lnTo>
                    <a:pt x="4232293" y="3116972"/>
                  </a:lnTo>
                  <a:lnTo>
                    <a:pt x="4231437" y="3116972"/>
                  </a:lnTo>
                  <a:lnTo>
                    <a:pt x="4230582" y="3116972"/>
                  </a:lnTo>
                  <a:lnTo>
                    <a:pt x="4229726" y="3116972"/>
                  </a:lnTo>
                  <a:lnTo>
                    <a:pt x="4228870" y="3116972"/>
                  </a:lnTo>
                  <a:lnTo>
                    <a:pt x="4228015" y="3116972"/>
                  </a:lnTo>
                  <a:lnTo>
                    <a:pt x="4227159" y="3116972"/>
                  </a:lnTo>
                  <a:lnTo>
                    <a:pt x="4226304" y="3116972"/>
                  </a:lnTo>
                  <a:lnTo>
                    <a:pt x="4225448" y="3116972"/>
                  </a:lnTo>
                  <a:lnTo>
                    <a:pt x="4224593" y="3116972"/>
                  </a:lnTo>
                  <a:lnTo>
                    <a:pt x="4223737" y="3116972"/>
                  </a:lnTo>
                  <a:lnTo>
                    <a:pt x="4222882" y="3116972"/>
                  </a:lnTo>
                  <a:lnTo>
                    <a:pt x="4222026" y="3116972"/>
                  </a:lnTo>
                  <a:lnTo>
                    <a:pt x="4221171" y="3116972"/>
                  </a:lnTo>
                  <a:lnTo>
                    <a:pt x="4220315" y="3116972"/>
                  </a:lnTo>
                  <a:lnTo>
                    <a:pt x="4219460" y="3116972"/>
                  </a:lnTo>
                  <a:lnTo>
                    <a:pt x="4218604" y="3116972"/>
                  </a:lnTo>
                  <a:lnTo>
                    <a:pt x="4217749" y="3116972"/>
                  </a:lnTo>
                  <a:lnTo>
                    <a:pt x="4216893" y="3116972"/>
                  </a:lnTo>
                  <a:lnTo>
                    <a:pt x="4216038" y="3116972"/>
                  </a:lnTo>
                  <a:lnTo>
                    <a:pt x="4215182" y="3116972"/>
                  </a:lnTo>
                  <a:lnTo>
                    <a:pt x="4214326" y="3116972"/>
                  </a:lnTo>
                  <a:lnTo>
                    <a:pt x="4213471" y="3116972"/>
                  </a:lnTo>
                  <a:lnTo>
                    <a:pt x="4212615" y="3116972"/>
                  </a:lnTo>
                  <a:lnTo>
                    <a:pt x="4211760" y="3116972"/>
                  </a:lnTo>
                  <a:lnTo>
                    <a:pt x="4210904" y="3116972"/>
                  </a:lnTo>
                  <a:lnTo>
                    <a:pt x="4210049" y="3116972"/>
                  </a:lnTo>
                  <a:lnTo>
                    <a:pt x="4209193" y="3116972"/>
                  </a:lnTo>
                  <a:lnTo>
                    <a:pt x="4208338" y="3116972"/>
                  </a:lnTo>
                  <a:lnTo>
                    <a:pt x="4207482" y="3116972"/>
                  </a:lnTo>
                  <a:lnTo>
                    <a:pt x="4206627" y="3116972"/>
                  </a:lnTo>
                  <a:lnTo>
                    <a:pt x="4205771" y="3116972"/>
                  </a:lnTo>
                  <a:lnTo>
                    <a:pt x="4204916" y="3116972"/>
                  </a:lnTo>
                  <a:lnTo>
                    <a:pt x="4204060" y="3116972"/>
                  </a:lnTo>
                  <a:lnTo>
                    <a:pt x="4203205" y="3116972"/>
                  </a:lnTo>
                  <a:lnTo>
                    <a:pt x="4202349" y="3116972"/>
                  </a:lnTo>
                  <a:lnTo>
                    <a:pt x="4201494" y="3116972"/>
                  </a:lnTo>
                  <a:lnTo>
                    <a:pt x="4200638" y="3116972"/>
                  </a:lnTo>
                  <a:lnTo>
                    <a:pt x="4199783" y="3116972"/>
                  </a:lnTo>
                  <a:lnTo>
                    <a:pt x="4198927" y="3116972"/>
                  </a:lnTo>
                  <a:lnTo>
                    <a:pt x="4198071" y="3116972"/>
                  </a:lnTo>
                  <a:lnTo>
                    <a:pt x="4197216" y="3116972"/>
                  </a:lnTo>
                  <a:lnTo>
                    <a:pt x="4196360" y="3116972"/>
                  </a:lnTo>
                  <a:lnTo>
                    <a:pt x="4195505" y="3116972"/>
                  </a:lnTo>
                  <a:lnTo>
                    <a:pt x="4194649" y="3116972"/>
                  </a:lnTo>
                  <a:lnTo>
                    <a:pt x="4193794" y="3116972"/>
                  </a:lnTo>
                  <a:lnTo>
                    <a:pt x="4192938" y="3116972"/>
                  </a:lnTo>
                  <a:lnTo>
                    <a:pt x="4192083" y="3116972"/>
                  </a:lnTo>
                  <a:lnTo>
                    <a:pt x="4191227" y="3116972"/>
                  </a:lnTo>
                  <a:lnTo>
                    <a:pt x="4190372" y="3116972"/>
                  </a:lnTo>
                  <a:lnTo>
                    <a:pt x="4189516" y="3116972"/>
                  </a:lnTo>
                  <a:lnTo>
                    <a:pt x="4188661" y="3116972"/>
                  </a:lnTo>
                  <a:lnTo>
                    <a:pt x="4187805" y="3116972"/>
                  </a:lnTo>
                  <a:lnTo>
                    <a:pt x="4186950" y="3116972"/>
                  </a:lnTo>
                  <a:lnTo>
                    <a:pt x="4186094" y="3116972"/>
                  </a:lnTo>
                  <a:lnTo>
                    <a:pt x="4185239" y="3116972"/>
                  </a:lnTo>
                  <a:lnTo>
                    <a:pt x="4184383" y="3116972"/>
                  </a:lnTo>
                  <a:lnTo>
                    <a:pt x="4183528" y="3116972"/>
                  </a:lnTo>
                  <a:lnTo>
                    <a:pt x="4182672" y="3116972"/>
                  </a:lnTo>
                  <a:lnTo>
                    <a:pt x="4181816" y="3116972"/>
                  </a:lnTo>
                  <a:lnTo>
                    <a:pt x="4180961" y="3116972"/>
                  </a:lnTo>
                  <a:lnTo>
                    <a:pt x="4180105" y="3116972"/>
                  </a:lnTo>
                  <a:lnTo>
                    <a:pt x="4179250" y="3116972"/>
                  </a:lnTo>
                  <a:lnTo>
                    <a:pt x="4178394" y="3116972"/>
                  </a:lnTo>
                  <a:lnTo>
                    <a:pt x="4177539" y="3116972"/>
                  </a:lnTo>
                  <a:lnTo>
                    <a:pt x="4176683" y="3116972"/>
                  </a:lnTo>
                  <a:lnTo>
                    <a:pt x="4175828" y="3116972"/>
                  </a:lnTo>
                  <a:lnTo>
                    <a:pt x="4174972" y="3116972"/>
                  </a:lnTo>
                  <a:lnTo>
                    <a:pt x="4174117" y="3116972"/>
                  </a:lnTo>
                  <a:lnTo>
                    <a:pt x="4173261" y="3116972"/>
                  </a:lnTo>
                  <a:lnTo>
                    <a:pt x="4172406" y="3116972"/>
                  </a:lnTo>
                  <a:lnTo>
                    <a:pt x="4171550" y="3116972"/>
                  </a:lnTo>
                  <a:lnTo>
                    <a:pt x="4170695" y="3116972"/>
                  </a:lnTo>
                  <a:lnTo>
                    <a:pt x="4169839" y="3116972"/>
                  </a:lnTo>
                  <a:lnTo>
                    <a:pt x="4168984" y="3116972"/>
                  </a:lnTo>
                  <a:lnTo>
                    <a:pt x="4168128" y="3116972"/>
                  </a:lnTo>
                  <a:lnTo>
                    <a:pt x="4167273" y="3116972"/>
                  </a:lnTo>
                  <a:lnTo>
                    <a:pt x="4166417" y="3116972"/>
                  </a:lnTo>
                  <a:lnTo>
                    <a:pt x="4165561" y="3116972"/>
                  </a:lnTo>
                  <a:lnTo>
                    <a:pt x="4164706" y="3116972"/>
                  </a:lnTo>
                  <a:lnTo>
                    <a:pt x="4163850" y="3116972"/>
                  </a:lnTo>
                  <a:lnTo>
                    <a:pt x="4162995" y="3116972"/>
                  </a:lnTo>
                  <a:lnTo>
                    <a:pt x="4162139" y="3116972"/>
                  </a:lnTo>
                  <a:lnTo>
                    <a:pt x="4161284" y="3116972"/>
                  </a:lnTo>
                  <a:lnTo>
                    <a:pt x="4160428" y="3116972"/>
                  </a:lnTo>
                  <a:lnTo>
                    <a:pt x="4159573" y="3116972"/>
                  </a:lnTo>
                  <a:lnTo>
                    <a:pt x="4158717" y="3116972"/>
                  </a:lnTo>
                  <a:lnTo>
                    <a:pt x="4157862" y="3116972"/>
                  </a:lnTo>
                  <a:lnTo>
                    <a:pt x="4157006" y="3116972"/>
                  </a:lnTo>
                  <a:lnTo>
                    <a:pt x="4156151" y="3116972"/>
                  </a:lnTo>
                  <a:lnTo>
                    <a:pt x="4155295" y="3116972"/>
                  </a:lnTo>
                  <a:lnTo>
                    <a:pt x="4154440" y="3116972"/>
                  </a:lnTo>
                  <a:lnTo>
                    <a:pt x="4153584" y="3116972"/>
                  </a:lnTo>
                  <a:lnTo>
                    <a:pt x="4152729" y="3116972"/>
                  </a:lnTo>
                  <a:lnTo>
                    <a:pt x="4151873" y="3116972"/>
                  </a:lnTo>
                  <a:lnTo>
                    <a:pt x="4151017" y="3116972"/>
                  </a:lnTo>
                  <a:lnTo>
                    <a:pt x="4150162" y="3116972"/>
                  </a:lnTo>
                  <a:lnTo>
                    <a:pt x="4149306" y="3116972"/>
                  </a:lnTo>
                  <a:lnTo>
                    <a:pt x="4148451" y="3116972"/>
                  </a:lnTo>
                  <a:lnTo>
                    <a:pt x="4147595" y="3116972"/>
                  </a:lnTo>
                  <a:lnTo>
                    <a:pt x="4146740" y="3116972"/>
                  </a:lnTo>
                  <a:lnTo>
                    <a:pt x="4145884" y="3116972"/>
                  </a:lnTo>
                  <a:lnTo>
                    <a:pt x="4145029" y="3116972"/>
                  </a:lnTo>
                  <a:lnTo>
                    <a:pt x="4144173" y="3116972"/>
                  </a:lnTo>
                  <a:lnTo>
                    <a:pt x="4143318" y="3116972"/>
                  </a:lnTo>
                  <a:lnTo>
                    <a:pt x="4142462" y="3116972"/>
                  </a:lnTo>
                  <a:lnTo>
                    <a:pt x="4141607" y="3116972"/>
                  </a:lnTo>
                  <a:lnTo>
                    <a:pt x="4140751" y="3116972"/>
                  </a:lnTo>
                  <a:lnTo>
                    <a:pt x="4139896" y="3116972"/>
                  </a:lnTo>
                  <a:lnTo>
                    <a:pt x="4139040" y="3116972"/>
                  </a:lnTo>
                  <a:lnTo>
                    <a:pt x="4138185" y="3116972"/>
                  </a:lnTo>
                  <a:lnTo>
                    <a:pt x="4137329" y="3116972"/>
                  </a:lnTo>
                  <a:lnTo>
                    <a:pt x="4136474" y="3116972"/>
                  </a:lnTo>
                  <a:lnTo>
                    <a:pt x="4135618" y="3116972"/>
                  </a:lnTo>
                  <a:lnTo>
                    <a:pt x="4134762" y="3116972"/>
                  </a:lnTo>
                  <a:lnTo>
                    <a:pt x="4133907" y="3116972"/>
                  </a:lnTo>
                  <a:lnTo>
                    <a:pt x="4133051" y="3116972"/>
                  </a:lnTo>
                  <a:lnTo>
                    <a:pt x="4132196" y="3116972"/>
                  </a:lnTo>
                  <a:lnTo>
                    <a:pt x="4131340" y="3116972"/>
                  </a:lnTo>
                  <a:lnTo>
                    <a:pt x="4130485" y="3116972"/>
                  </a:lnTo>
                  <a:lnTo>
                    <a:pt x="4129629" y="3116972"/>
                  </a:lnTo>
                  <a:lnTo>
                    <a:pt x="4128774" y="3116972"/>
                  </a:lnTo>
                  <a:lnTo>
                    <a:pt x="4127918" y="3116972"/>
                  </a:lnTo>
                  <a:lnTo>
                    <a:pt x="4127063" y="3116972"/>
                  </a:lnTo>
                  <a:lnTo>
                    <a:pt x="4126207" y="3116972"/>
                  </a:lnTo>
                  <a:lnTo>
                    <a:pt x="4125352" y="3116972"/>
                  </a:lnTo>
                  <a:lnTo>
                    <a:pt x="4124496" y="3116972"/>
                  </a:lnTo>
                  <a:lnTo>
                    <a:pt x="4123641" y="3116972"/>
                  </a:lnTo>
                  <a:lnTo>
                    <a:pt x="4122785" y="3116972"/>
                  </a:lnTo>
                  <a:lnTo>
                    <a:pt x="4121930" y="3116972"/>
                  </a:lnTo>
                  <a:lnTo>
                    <a:pt x="4121074" y="3116972"/>
                  </a:lnTo>
                  <a:lnTo>
                    <a:pt x="4120219" y="3116972"/>
                  </a:lnTo>
                  <a:lnTo>
                    <a:pt x="4119363" y="3116972"/>
                  </a:lnTo>
                  <a:lnTo>
                    <a:pt x="4118507" y="3116972"/>
                  </a:lnTo>
                  <a:lnTo>
                    <a:pt x="4117652" y="3116972"/>
                  </a:lnTo>
                  <a:lnTo>
                    <a:pt x="4116796" y="3116972"/>
                  </a:lnTo>
                  <a:lnTo>
                    <a:pt x="4115941" y="3116972"/>
                  </a:lnTo>
                  <a:lnTo>
                    <a:pt x="4115085" y="3116972"/>
                  </a:lnTo>
                  <a:lnTo>
                    <a:pt x="4114230" y="3116972"/>
                  </a:lnTo>
                  <a:lnTo>
                    <a:pt x="4113374" y="3116972"/>
                  </a:lnTo>
                  <a:lnTo>
                    <a:pt x="4112519" y="3116972"/>
                  </a:lnTo>
                  <a:lnTo>
                    <a:pt x="4111663" y="3116972"/>
                  </a:lnTo>
                  <a:lnTo>
                    <a:pt x="4110808" y="3116972"/>
                  </a:lnTo>
                  <a:lnTo>
                    <a:pt x="4109952" y="3116972"/>
                  </a:lnTo>
                  <a:lnTo>
                    <a:pt x="4109097" y="3116972"/>
                  </a:lnTo>
                  <a:lnTo>
                    <a:pt x="4108241" y="3116972"/>
                  </a:lnTo>
                  <a:lnTo>
                    <a:pt x="4107386" y="3116972"/>
                  </a:lnTo>
                  <a:lnTo>
                    <a:pt x="4106530" y="3116972"/>
                  </a:lnTo>
                  <a:lnTo>
                    <a:pt x="4105675" y="3116972"/>
                  </a:lnTo>
                  <a:lnTo>
                    <a:pt x="4104819" y="3116972"/>
                  </a:lnTo>
                  <a:lnTo>
                    <a:pt x="4103963" y="3116972"/>
                  </a:lnTo>
                  <a:lnTo>
                    <a:pt x="4103108" y="3116972"/>
                  </a:lnTo>
                  <a:lnTo>
                    <a:pt x="4102252" y="3116972"/>
                  </a:lnTo>
                  <a:lnTo>
                    <a:pt x="4101397" y="3116972"/>
                  </a:lnTo>
                  <a:lnTo>
                    <a:pt x="4100541" y="3116972"/>
                  </a:lnTo>
                  <a:lnTo>
                    <a:pt x="4099686" y="3116972"/>
                  </a:lnTo>
                  <a:lnTo>
                    <a:pt x="4098830" y="3116972"/>
                  </a:lnTo>
                  <a:lnTo>
                    <a:pt x="4097975" y="3116972"/>
                  </a:lnTo>
                  <a:lnTo>
                    <a:pt x="4097119" y="3116972"/>
                  </a:lnTo>
                  <a:lnTo>
                    <a:pt x="4096264" y="3116972"/>
                  </a:lnTo>
                  <a:lnTo>
                    <a:pt x="4095408" y="3116972"/>
                  </a:lnTo>
                  <a:lnTo>
                    <a:pt x="4094553" y="3116972"/>
                  </a:lnTo>
                  <a:lnTo>
                    <a:pt x="4093697" y="3116972"/>
                  </a:lnTo>
                  <a:lnTo>
                    <a:pt x="4092842" y="3116972"/>
                  </a:lnTo>
                  <a:lnTo>
                    <a:pt x="4091986" y="3116972"/>
                  </a:lnTo>
                  <a:lnTo>
                    <a:pt x="4091131" y="3116972"/>
                  </a:lnTo>
                  <a:lnTo>
                    <a:pt x="4090275" y="3116972"/>
                  </a:lnTo>
                  <a:lnTo>
                    <a:pt x="4089420" y="3116972"/>
                  </a:lnTo>
                  <a:lnTo>
                    <a:pt x="4088564" y="3116972"/>
                  </a:lnTo>
                  <a:lnTo>
                    <a:pt x="4087708" y="3116972"/>
                  </a:lnTo>
                  <a:lnTo>
                    <a:pt x="4086853" y="3116972"/>
                  </a:lnTo>
                  <a:lnTo>
                    <a:pt x="4085997" y="3116972"/>
                  </a:lnTo>
                  <a:lnTo>
                    <a:pt x="4085142" y="3116972"/>
                  </a:lnTo>
                  <a:lnTo>
                    <a:pt x="4084286" y="3116972"/>
                  </a:lnTo>
                  <a:lnTo>
                    <a:pt x="4083431" y="3116972"/>
                  </a:lnTo>
                  <a:lnTo>
                    <a:pt x="4082575" y="3116972"/>
                  </a:lnTo>
                  <a:lnTo>
                    <a:pt x="4081720" y="3116972"/>
                  </a:lnTo>
                  <a:lnTo>
                    <a:pt x="4080864" y="3116972"/>
                  </a:lnTo>
                  <a:lnTo>
                    <a:pt x="4080009" y="3116972"/>
                  </a:lnTo>
                  <a:lnTo>
                    <a:pt x="4079153" y="3116972"/>
                  </a:lnTo>
                  <a:lnTo>
                    <a:pt x="4078298" y="3116972"/>
                  </a:lnTo>
                  <a:lnTo>
                    <a:pt x="4077442" y="3116972"/>
                  </a:lnTo>
                  <a:lnTo>
                    <a:pt x="4076587" y="3116972"/>
                  </a:lnTo>
                  <a:lnTo>
                    <a:pt x="4075731" y="3116972"/>
                  </a:lnTo>
                  <a:lnTo>
                    <a:pt x="4074876" y="3116972"/>
                  </a:lnTo>
                  <a:lnTo>
                    <a:pt x="4074020" y="3116972"/>
                  </a:lnTo>
                  <a:lnTo>
                    <a:pt x="4073165" y="3116972"/>
                  </a:lnTo>
                  <a:lnTo>
                    <a:pt x="4072309" y="3116972"/>
                  </a:lnTo>
                  <a:lnTo>
                    <a:pt x="4071453" y="3116972"/>
                  </a:lnTo>
                  <a:lnTo>
                    <a:pt x="4070598" y="3116972"/>
                  </a:lnTo>
                  <a:lnTo>
                    <a:pt x="4069742" y="3116972"/>
                  </a:lnTo>
                  <a:lnTo>
                    <a:pt x="4068887" y="3116972"/>
                  </a:lnTo>
                  <a:lnTo>
                    <a:pt x="4068031" y="3116972"/>
                  </a:lnTo>
                  <a:lnTo>
                    <a:pt x="4067176" y="3116972"/>
                  </a:lnTo>
                  <a:lnTo>
                    <a:pt x="4066320" y="3116972"/>
                  </a:lnTo>
                  <a:lnTo>
                    <a:pt x="4065465" y="3116972"/>
                  </a:lnTo>
                  <a:lnTo>
                    <a:pt x="4064609" y="3116972"/>
                  </a:lnTo>
                  <a:lnTo>
                    <a:pt x="4063754" y="3116972"/>
                  </a:lnTo>
                  <a:lnTo>
                    <a:pt x="4062898" y="3116972"/>
                  </a:lnTo>
                  <a:lnTo>
                    <a:pt x="4062043" y="3116972"/>
                  </a:lnTo>
                  <a:lnTo>
                    <a:pt x="4061187" y="3116972"/>
                  </a:lnTo>
                  <a:lnTo>
                    <a:pt x="4060332" y="3116972"/>
                  </a:lnTo>
                  <a:lnTo>
                    <a:pt x="4059476" y="3116972"/>
                  </a:lnTo>
                  <a:lnTo>
                    <a:pt x="4058621" y="3116972"/>
                  </a:lnTo>
                  <a:lnTo>
                    <a:pt x="4057765" y="3116972"/>
                  </a:lnTo>
                  <a:lnTo>
                    <a:pt x="4056909" y="3116972"/>
                  </a:lnTo>
                  <a:lnTo>
                    <a:pt x="4056054" y="3116972"/>
                  </a:lnTo>
                  <a:lnTo>
                    <a:pt x="4055198" y="3116972"/>
                  </a:lnTo>
                  <a:lnTo>
                    <a:pt x="4054343" y="3116972"/>
                  </a:lnTo>
                  <a:lnTo>
                    <a:pt x="4053487" y="3116972"/>
                  </a:lnTo>
                  <a:lnTo>
                    <a:pt x="4052632" y="3116972"/>
                  </a:lnTo>
                  <a:lnTo>
                    <a:pt x="4051776" y="3116972"/>
                  </a:lnTo>
                  <a:lnTo>
                    <a:pt x="4050921" y="3116972"/>
                  </a:lnTo>
                  <a:lnTo>
                    <a:pt x="4050065" y="3116972"/>
                  </a:lnTo>
                  <a:lnTo>
                    <a:pt x="4049210" y="3116972"/>
                  </a:lnTo>
                  <a:lnTo>
                    <a:pt x="4048354" y="3116972"/>
                  </a:lnTo>
                  <a:lnTo>
                    <a:pt x="4047499" y="3116972"/>
                  </a:lnTo>
                  <a:lnTo>
                    <a:pt x="4046643" y="3116972"/>
                  </a:lnTo>
                  <a:lnTo>
                    <a:pt x="4045788" y="3116972"/>
                  </a:lnTo>
                  <a:lnTo>
                    <a:pt x="4044932" y="3116972"/>
                  </a:lnTo>
                  <a:lnTo>
                    <a:pt x="4044077" y="3116972"/>
                  </a:lnTo>
                  <a:lnTo>
                    <a:pt x="4043221" y="3116972"/>
                  </a:lnTo>
                  <a:lnTo>
                    <a:pt x="4042366" y="3116972"/>
                  </a:lnTo>
                  <a:lnTo>
                    <a:pt x="4041510" y="3116972"/>
                  </a:lnTo>
                  <a:lnTo>
                    <a:pt x="4040654" y="3116972"/>
                  </a:lnTo>
                  <a:lnTo>
                    <a:pt x="4039799" y="3116972"/>
                  </a:lnTo>
                  <a:lnTo>
                    <a:pt x="4038943" y="3116972"/>
                  </a:lnTo>
                  <a:lnTo>
                    <a:pt x="4038088" y="3116972"/>
                  </a:lnTo>
                  <a:lnTo>
                    <a:pt x="4037232" y="3116972"/>
                  </a:lnTo>
                  <a:lnTo>
                    <a:pt x="4036377" y="3116972"/>
                  </a:lnTo>
                  <a:lnTo>
                    <a:pt x="4035521" y="3116972"/>
                  </a:lnTo>
                  <a:lnTo>
                    <a:pt x="4034666" y="3116972"/>
                  </a:lnTo>
                  <a:lnTo>
                    <a:pt x="4033810" y="3116972"/>
                  </a:lnTo>
                  <a:lnTo>
                    <a:pt x="4032955" y="3116972"/>
                  </a:lnTo>
                  <a:lnTo>
                    <a:pt x="4032099" y="3116972"/>
                  </a:lnTo>
                  <a:lnTo>
                    <a:pt x="4031244" y="3116972"/>
                  </a:lnTo>
                  <a:lnTo>
                    <a:pt x="4030388" y="3116972"/>
                  </a:lnTo>
                  <a:lnTo>
                    <a:pt x="4029533" y="3116972"/>
                  </a:lnTo>
                  <a:lnTo>
                    <a:pt x="4028677" y="3116972"/>
                  </a:lnTo>
                  <a:lnTo>
                    <a:pt x="4027822" y="3116972"/>
                  </a:lnTo>
                  <a:lnTo>
                    <a:pt x="4026966" y="3116972"/>
                  </a:lnTo>
                  <a:lnTo>
                    <a:pt x="4026111" y="3116972"/>
                  </a:lnTo>
                  <a:lnTo>
                    <a:pt x="4025255" y="3116972"/>
                  </a:lnTo>
                  <a:lnTo>
                    <a:pt x="4024399" y="3116972"/>
                  </a:lnTo>
                  <a:lnTo>
                    <a:pt x="4023544" y="3116972"/>
                  </a:lnTo>
                  <a:lnTo>
                    <a:pt x="4022688" y="3116972"/>
                  </a:lnTo>
                  <a:lnTo>
                    <a:pt x="4021833" y="3116972"/>
                  </a:lnTo>
                  <a:lnTo>
                    <a:pt x="4020977" y="3116972"/>
                  </a:lnTo>
                  <a:lnTo>
                    <a:pt x="4020122" y="3116972"/>
                  </a:lnTo>
                  <a:lnTo>
                    <a:pt x="4019266" y="3116972"/>
                  </a:lnTo>
                  <a:lnTo>
                    <a:pt x="4018411" y="3116972"/>
                  </a:lnTo>
                  <a:lnTo>
                    <a:pt x="4017555" y="3116972"/>
                  </a:lnTo>
                  <a:lnTo>
                    <a:pt x="4016700" y="3116972"/>
                  </a:lnTo>
                  <a:lnTo>
                    <a:pt x="4015844" y="3116972"/>
                  </a:lnTo>
                  <a:lnTo>
                    <a:pt x="4014989" y="3116972"/>
                  </a:lnTo>
                  <a:lnTo>
                    <a:pt x="4014133" y="3116972"/>
                  </a:lnTo>
                  <a:lnTo>
                    <a:pt x="4013278" y="3116972"/>
                  </a:lnTo>
                  <a:lnTo>
                    <a:pt x="4012422" y="3116972"/>
                  </a:lnTo>
                  <a:lnTo>
                    <a:pt x="4011567" y="3116972"/>
                  </a:lnTo>
                  <a:lnTo>
                    <a:pt x="4010711" y="3116972"/>
                  </a:lnTo>
                  <a:lnTo>
                    <a:pt x="4009855" y="3116972"/>
                  </a:lnTo>
                  <a:lnTo>
                    <a:pt x="4009000" y="3116972"/>
                  </a:lnTo>
                  <a:lnTo>
                    <a:pt x="4008144" y="3116972"/>
                  </a:lnTo>
                  <a:lnTo>
                    <a:pt x="4007289" y="3116972"/>
                  </a:lnTo>
                  <a:lnTo>
                    <a:pt x="4006433" y="3116972"/>
                  </a:lnTo>
                  <a:lnTo>
                    <a:pt x="4005578" y="3116972"/>
                  </a:lnTo>
                  <a:lnTo>
                    <a:pt x="4004722" y="3116972"/>
                  </a:lnTo>
                  <a:lnTo>
                    <a:pt x="4003867" y="3116972"/>
                  </a:lnTo>
                  <a:lnTo>
                    <a:pt x="4003011" y="3116972"/>
                  </a:lnTo>
                  <a:lnTo>
                    <a:pt x="4002156" y="3116972"/>
                  </a:lnTo>
                  <a:lnTo>
                    <a:pt x="4001300" y="3116972"/>
                  </a:lnTo>
                  <a:lnTo>
                    <a:pt x="4000445" y="3116972"/>
                  </a:lnTo>
                  <a:lnTo>
                    <a:pt x="3999589" y="3116972"/>
                  </a:lnTo>
                  <a:lnTo>
                    <a:pt x="3998734" y="3116972"/>
                  </a:lnTo>
                  <a:lnTo>
                    <a:pt x="3997878" y="3116972"/>
                  </a:lnTo>
                  <a:lnTo>
                    <a:pt x="3997023" y="3116972"/>
                  </a:lnTo>
                  <a:lnTo>
                    <a:pt x="3996167" y="3116972"/>
                  </a:lnTo>
                  <a:lnTo>
                    <a:pt x="3995312" y="3116972"/>
                  </a:lnTo>
                  <a:lnTo>
                    <a:pt x="3994456" y="3116972"/>
                  </a:lnTo>
                  <a:lnTo>
                    <a:pt x="3993600" y="3116972"/>
                  </a:lnTo>
                  <a:lnTo>
                    <a:pt x="3992745" y="3116972"/>
                  </a:lnTo>
                  <a:lnTo>
                    <a:pt x="3991889" y="3116972"/>
                  </a:lnTo>
                  <a:lnTo>
                    <a:pt x="3991034" y="3116972"/>
                  </a:lnTo>
                  <a:lnTo>
                    <a:pt x="3990178" y="3116972"/>
                  </a:lnTo>
                  <a:lnTo>
                    <a:pt x="3989323" y="3116972"/>
                  </a:lnTo>
                  <a:lnTo>
                    <a:pt x="3988467" y="3116972"/>
                  </a:lnTo>
                  <a:lnTo>
                    <a:pt x="3987612" y="3116972"/>
                  </a:lnTo>
                  <a:lnTo>
                    <a:pt x="3986756" y="3116972"/>
                  </a:lnTo>
                  <a:lnTo>
                    <a:pt x="3985901" y="3116972"/>
                  </a:lnTo>
                  <a:lnTo>
                    <a:pt x="3985045" y="3116972"/>
                  </a:lnTo>
                  <a:lnTo>
                    <a:pt x="3984190" y="3116972"/>
                  </a:lnTo>
                  <a:lnTo>
                    <a:pt x="3983334" y="3116972"/>
                  </a:lnTo>
                  <a:lnTo>
                    <a:pt x="3982479" y="3116972"/>
                  </a:lnTo>
                  <a:lnTo>
                    <a:pt x="3981623" y="3116972"/>
                  </a:lnTo>
                  <a:lnTo>
                    <a:pt x="3980768" y="3116972"/>
                  </a:lnTo>
                  <a:lnTo>
                    <a:pt x="3979912" y="3116972"/>
                  </a:lnTo>
                  <a:lnTo>
                    <a:pt x="3979057" y="3116972"/>
                  </a:lnTo>
                  <a:lnTo>
                    <a:pt x="3978201" y="3116972"/>
                  </a:lnTo>
                  <a:lnTo>
                    <a:pt x="3977345" y="3116972"/>
                  </a:lnTo>
                  <a:lnTo>
                    <a:pt x="3976490" y="3116972"/>
                  </a:lnTo>
                  <a:lnTo>
                    <a:pt x="3975634" y="3116972"/>
                  </a:lnTo>
                  <a:lnTo>
                    <a:pt x="3974779" y="3116972"/>
                  </a:lnTo>
                  <a:lnTo>
                    <a:pt x="3973923" y="3116972"/>
                  </a:lnTo>
                  <a:lnTo>
                    <a:pt x="3973068" y="3116972"/>
                  </a:lnTo>
                  <a:lnTo>
                    <a:pt x="3972212" y="3116972"/>
                  </a:lnTo>
                  <a:lnTo>
                    <a:pt x="3971357" y="3116972"/>
                  </a:lnTo>
                  <a:lnTo>
                    <a:pt x="3970501" y="3116972"/>
                  </a:lnTo>
                  <a:lnTo>
                    <a:pt x="3969646" y="3116972"/>
                  </a:lnTo>
                  <a:lnTo>
                    <a:pt x="3968790" y="3116972"/>
                  </a:lnTo>
                  <a:lnTo>
                    <a:pt x="3967935" y="3116972"/>
                  </a:lnTo>
                  <a:lnTo>
                    <a:pt x="3967079" y="3116972"/>
                  </a:lnTo>
                  <a:lnTo>
                    <a:pt x="3966224" y="3116972"/>
                  </a:lnTo>
                  <a:lnTo>
                    <a:pt x="3965368" y="3116972"/>
                  </a:lnTo>
                  <a:lnTo>
                    <a:pt x="3964513" y="3116972"/>
                  </a:lnTo>
                  <a:lnTo>
                    <a:pt x="3963657" y="3116972"/>
                  </a:lnTo>
                  <a:lnTo>
                    <a:pt x="3962802" y="3116972"/>
                  </a:lnTo>
                  <a:lnTo>
                    <a:pt x="3961946" y="3116972"/>
                  </a:lnTo>
                  <a:lnTo>
                    <a:pt x="3961090" y="3116972"/>
                  </a:lnTo>
                  <a:lnTo>
                    <a:pt x="3960235" y="3116972"/>
                  </a:lnTo>
                  <a:lnTo>
                    <a:pt x="3959379" y="3116972"/>
                  </a:lnTo>
                  <a:lnTo>
                    <a:pt x="3958524" y="3116972"/>
                  </a:lnTo>
                  <a:lnTo>
                    <a:pt x="3957668" y="3116972"/>
                  </a:lnTo>
                  <a:lnTo>
                    <a:pt x="3956813" y="3116972"/>
                  </a:lnTo>
                  <a:lnTo>
                    <a:pt x="3955957" y="3116972"/>
                  </a:lnTo>
                  <a:lnTo>
                    <a:pt x="3955102" y="3116972"/>
                  </a:lnTo>
                  <a:lnTo>
                    <a:pt x="3954246" y="3116972"/>
                  </a:lnTo>
                  <a:lnTo>
                    <a:pt x="3953391" y="3116972"/>
                  </a:lnTo>
                  <a:lnTo>
                    <a:pt x="3952535" y="3116972"/>
                  </a:lnTo>
                  <a:lnTo>
                    <a:pt x="3951680" y="3116972"/>
                  </a:lnTo>
                  <a:lnTo>
                    <a:pt x="3950824" y="3116972"/>
                  </a:lnTo>
                  <a:lnTo>
                    <a:pt x="3949969" y="3116972"/>
                  </a:lnTo>
                  <a:lnTo>
                    <a:pt x="3949113" y="3116972"/>
                  </a:lnTo>
                  <a:lnTo>
                    <a:pt x="3948258" y="3116972"/>
                  </a:lnTo>
                  <a:lnTo>
                    <a:pt x="3947402" y="3116972"/>
                  </a:lnTo>
                  <a:lnTo>
                    <a:pt x="3946546" y="3116972"/>
                  </a:lnTo>
                  <a:lnTo>
                    <a:pt x="3945691" y="3116972"/>
                  </a:lnTo>
                  <a:lnTo>
                    <a:pt x="3944835" y="3116972"/>
                  </a:lnTo>
                  <a:lnTo>
                    <a:pt x="3943980" y="3116972"/>
                  </a:lnTo>
                  <a:lnTo>
                    <a:pt x="3943124" y="3116972"/>
                  </a:lnTo>
                  <a:lnTo>
                    <a:pt x="3942269" y="3116972"/>
                  </a:lnTo>
                  <a:lnTo>
                    <a:pt x="3941413" y="3116972"/>
                  </a:lnTo>
                  <a:lnTo>
                    <a:pt x="3940558" y="3116972"/>
                  </a:lnTo>
                  <a:lnTo>
                    <a:pt x="3939702" y="3116972"/>
                  </a:lnTo>
                  <a:lnTo>
                    <a:pt x="3938847" y="3116972"/>
                  </a:lnTo>
                  <a:lnTo>
                    <a:pt x="3937991" y="3116972"/>
                  </a:lnTo>
                  <a:lnTo>
                    <a:pt x="3937136" y="3116972"/>
                  </a:lnTo>
                  <a:lnTo>
                    <a:pt x="3936280" y="3116972"/>
                  </a:lnTo>
                  <a:lnTo>
                    <a:pt x="3935425" y="3116972"/>
                  </a:lnTo>
                  <a:lnTo>
                    <a:pt x="3934569" y="3116972"/>
                  </a:lnTo>
                  <a:lnTo>
                    <a:pt x="3933714" y="3116972"/>
                  </a:lnTo>
                  <a:lnTo>
                    <a:pt x="3932858" y="3116972"/>
                  </a:lnTo>
                  <a:lnTo>
                    <a:pt x="3932003" y="3116972"/>
                  </a:lnTo>
                  <a:lnTo>
                    <a:pt x="3931147" y="3116972"/>
                  </a:lnTo>
                  <a:lnTo>
                    <a:pt x="3930291" y="3116972"/>
                  </a:lnTo>
                  <a:lnTo>
                    <a:pt x="3929436" y="3116972"/>
                  </a:lnTo>
                  <a:lnTo>
                    <a:pt x="3928580" y="3116972"/>
                  </a:lnTo>
                  <a:lnTo>
                    <a:pt x="3927725" y="3116972"/>
                  </a:lnTo>
                  <a:lnTo>
                    <a:pt x="3926869" y="3116972"/>
                  </a:lnTo>
                  <a:lnTo>
                    <a:pt x="3926014" y="3116972"/>
                  </a:lnTo>
                  <a:lnTo>
                    <a:pt x="3925158" y="3116972"/>
                  </a:lnTo>
                  <a:lnTo>
                    <a:pt x="3924303" y="3116972"/>
                  </a:lnTo>
                  <a:lnTo>
                    <a:pt x="3923447" y="3116972"/>
                  </a:lnTo>
                  <a:lnTo>
                    <a:pt x="3922592" y="3116972"/>
                  </a:lnTo>
                  <a:lnTo>
                    <a:pt x="3921736" y="3116972"/>
                  </a:lnTo>
                  <a:lnTo>
                    <a:pt x="3920881" y="3116972"/>
                  </a:lnTo>
                  <a:lnTo>
                    <a:pt x="3920025" y="3116972"/>
                  </a:lnTo>
                  <a:lnTo>
                    <a:pt x="3919170" y="3116972"/>
                  </a:lnTo>
                  <a:lnTo>
                    <a:pt x="3918314" y="3116972"/>
                  </a:lnTo>
                  <a:lnTo>
                    <a:pt x="3917459" y="3116972"/>
                  </a:lnTo>
                  <a:lnTo>
                    <a:pt x="3916603" y="3116972"/>
                  </a:lnTo>
                  <a:lnTo>
                    <a:pt x="3915748" y="3116972"/>
                  </a:lnTo>
                  <a:lnTo>
                    <a:pt x="3914892" y="3116972"/>
                  </a:lnTo>
                  <a:lnTo>
                    <a:pt x="3914036" y="3116972"/>
                  </a:lnTo>
                  <a:lnTo>
                    <a:pt x="3913181" y="3116972"/>
                  </a:lnTo>
                  <a:lnTo>
                    <a:pt x="3912325" y="3116972"/>
                  </a:lnTo>
                  <a:lnTo>
                    <a:pt x="3911470" y="3116972"/>
                  </a:lnTo>
                  <a:lnTo>
                    <a:pt x="3910614" y="3116972"/>
                  </a:lnTo>
                  <a:lnTo>
                    <a:pt x="3909759" y="3116972"/>
                  </a:lnTo>
                  <a:lnTo>
                    <a:pt x="3908903" y="3116972"/>
                  </a:lnTo>
                  <a:lnTo>
                    <a:pt x="3908048" y="3116972"/>
                  </a:lnTo>
                  <a:lnTo>
                    <a:pt x="3907192" y="3116972"/>
                  </a:lnTo>
                  <a:lnTo>
                    <a:pt x="3906337" y="3116972"/>
                  </a:lnTo>
                  <a:lnTo>
                    <a:pt x="3905481" y="3116972"/>
                  </a:lnTo>
                  <a:lnTo>
                    <a:pt x="3904626" y="3116972"/>
                  </a:lnTo>
                  <a:lnTo>
                    <a:pt x="3903770" y="3116972"/>
                  </a:lnTo>
                  <a:lnTo>
                    <a:pt x="3902915" y="3116972"/>
                  </a:lnTo>
                  <a:lnTo>
                    <a:pt x="3902059" y="3116972"/>
                  </a:lnTo>
                  <a:lnTo>
                    <a:pt x="3901204" y="3116972"/>
                  </a:lnTo>
                  <a:lnTo>
                    <a:pt x="3900348" y="3116972"/>
                  </a:lnTo>
                  <a:lnTo>
                    <a:pt x="3899492" y="3116972"/>
                  </a:lnTo>
                  <a:lnTo>
                    <a:pt x="3898637" y="3116972"/>
                  </a:lnTo>
                  <a:lnTo>
                    <a:pt x="3897781" y="3116972"/>
                  </a:lnTo>
                  <a:lnTo>
                    <a:pt x="3896926" y="3116972"/>
                  </a:lnTo>
                  <a:lnTo>
                    <a:pt x="3896070" y="3116972"/>
                  </a:lnTo>
                  <a:lnTo>
                    <a:pt x="3895215" y="3116972"/>
                  </a:lnTo>
                  <a:lnTo>
                    <a:pt x="3894359" y="3116972"/>
                  </a:lnTo>
                  <a:lnTo>
                    <a:pt x="3893504" y="3116972"/>
                  </a:lnTo>
                  <a:lnTo>
                    <a:pt x="3892648" y="3116972"/>
                  </a:lnTo>
                  <a:lnTo>
                    <a:pt x="3891793" y="3116972"/>
                  </a:lnTo>
                  <a:lnTo>
                    <a:pt x="3890937" y="3116972"/>
                  </a:lnTo>
                  <a:lnTo>
                    <a:pt x="3890082" y="3116972"/>
                  </a:lnTo>
                  <a:lnTo>
                    <a:pt x="3889226" y="3116972"/>
                  </a:lnTo>
                  <a:lnTo>
                    <a:pt x="3888371" y="3116972"/>
                  </a:lnTo>
                  <a:lnTo>
                    <a:pt x="3887515" y="3116972"/>
                  </a:lnTo>
                  <a:lnTo>
                    <a:pt x="3886660" y="3116972"/>
                  </a:lnTo>
                  <a:lnTo>
                    <a:pt x="3885804" y="3116972"/>
                  </a:lnTo>
                  <a:lnTo>
                    <a:pt x="3884949" y="3116972"/>
                  </a:lnTo>
                  <a:lnTo>
                    <a:pt x="3884093" y="3116972"/>
                  </a:lnTo>
                  <a:lnTo>
                    <a:pt x="3883237" y="3116972"/>
                  </a:lnTo>
                  <a:lnTo>
                    <a:pt x="3882382" y="3116972"/>
                  </a:lnTo>
                  <a:lnTo>
                    <a:pt x="3881526" y="3116972"/>
                  </a:lnTo>
                  <a:lnTo>
                    <a:pt x="3880671" y="3116972"/>
                  </a:lnTo>
                  <a:lnTo>
                    <a:pt x="3879815" y="3116972"/>
                  </a:lnTo>
                  <a:lnTo>
                    <a:pt x="3878960" y="3116972"/>
                  </a:lnTo>
                  <a:lnTo>
                    <a:pt x="3878104" y="3116972"/>
                  </a:lnTo>
                  <a:lnTo>
                    <a:pt x="3877249" y="3116972"/>
                  </a:lnTo>
                  <a:lnTo>
                    <a:pt x="3876393" y="3116972"/>
                  </a:lnTo>
                  <a:lnTo>
                    <a:pt x="3875538" y="3116972"/>
                  </a:lnTo>
                  <a:lnTo>
                    <a:pt x="3874682" y="3116972"/>
                  </a:lnTo>
                  <a:lnTo>
                    <a:pt x="3873827" y="3116972"/>
                  </a:lnTo>
                  <a:lnTo>
                    <a:pt x="3872971" y="3116972"/>
                  </a:lnTo>
                  <a:lnTo>
                    <a:pt x="3872116" y="3116972"/>
                  </a:lnTo>
                  <a:lnTo>
                    <a:pt x="3871260" y="3116972"/>
                  </a:lnTo>
                  <a:lnTo>
                    <a:pt x="3870405" y="3116972"/>
                  </a:lnTo>
                  <a:lnTo>
                    <a:pt x="3869549" y="3116972"/>
                  </a:lnTo>
                  <a:lnTo>
                    <a:pt x="3868694" y="3116972"/>
                  </a:lnTo>
                  <a:lnTo>
                    <a:pt x="3867838" y="3116972"/>
                  </a:lnTo>
                  <a:lnTo>
                    <a:pt x="3866982" y="3116972"/>
                  </a:lnTo>
                  <a:lnTo>
                    <a:pt x="3866127" y="3116972"/>
                  </a:lnTo>
                  <a:lnTo>
                    <a:pt x="3865271" y="3116972"/>
                  </a:lnTo>
                  <a:lnTo>
                    <a:pt x="3864416" y="3116972"/>
                  </a:lnTo>
                  <a:lnTo>
                    <a:pt x="3863560" y="3116972"/>
                  </a:lnTo>
                  <a:lnTo>
                    <a:pt x="3862705" y="3116972"/>
                  </a:lnTo>
                  <a:lnTo>
                    <a:pt x="3861849" y="3116972"/>
                  </a:lnTo>
                  <a:lnTo>
                    <a:pt x="3860994" y="3116972"/>
                  </a:lnTo>
                  <a:lnTo>
                    <a:pt x="3860138" y="3116972"/>
                  </a:lnTo>
                  <a:lnTo>
                    <a:pt x="3859283" y="3116972"/>
                  </a:lnTo>
                  <a:lnTo>
                    <a:pt x="3858427" y="3116972"/>
                  </a:lnTo>
                  <a:lnTo>
                    <a:pt x="3857572" y="3116972"/>
                  </a:lnTo>
                  <a:lnTo>
                    <a:pt x="3856716" y="3116972"/>
                  </a:lnTo>
                  <a:lnTo>
                    <a:pt x="3855861" y="3116972"/>
                  </a:lnTo>
                  <a:lnTo>
                    <a:pt x="3855005" y="3116972"/>
                  </a:lnTo>
                  <a:lnTo>
                    <a:pt x="3854150" y="3116972"/>
                  </a:lnTo>
                  <a:lnTo>
                    <a:pt x="3853294" y="3116972"/>
                  </a:lnTo>
                  <a:lnTo>
                    <a:pt x="3852438" y="3116972"/>
                  </a:lnTo>
                  <a:lnTo>
                    <a:pt x="3851583" y="3116972"/>
                  </a:lnTo>
                  <a:lnTo>
                    <a:pt x="3850727" y="3116972"/>
                  </a:lnTo>
                  <a:lnTo>
                    <a:pt x="3849872" y="3116972"/>
                  </a:lnTo>
                  <a:lnTo>
                    <a:pt x="3849016" y="3116972"/>
                  </a:lnTo>
                  <a:lnTo>
                    <a:pt x="3848161" y="3116972"/>
                  </a:lnTo>
                  <a:lnTo>
                    <a:pt x="3847305" y="3116972"/>
                  </a:lnTo>
                  <a:lnTo>
                    <a:pt x="3846450" y="3116972"/>
                  </a:lnTo>
                  <a:lnTo>
                    <a:pt x="3845594" y="3116972"/>
                  </a:lnTo>
                  <a:lnTo>
                    <a:pt x="3844739" y="3116972"/>
                  </a:lnTo>
                  <a:lnTo>
                    <a:pt x="3843883" y="3116972"/>
                  </a:lnTo>
                  <a:lnTo>
                    <a:pt x="3843028" y="3116972"/>
                  </a:lnTo>
                  <a:lnTo>
                    <a:pt x="3842172" y="3116972"/>
                  </a:lnTo>
                  <a:lnTo>
                    <a:pt x="3841317" y="3116972"/>
                  </a:lnTo>
                  <a:lnTo>
                    <a:pt x="3840461" y="3116972"/>
                  </a:lnTo>
                  <a:lnTo>
                    <a:pt x="3839606" y="3116972"/>
                  </a:lnTo>
                  <a:lnTo>
                    <a:pt x="3838750" y="3116972"/>
                  </a:lnTo>
                  <a:lnTo>
                    <a:pt x="3837895" y="3116972"/>
                  </a:lnTo>
                  <a:lnTo>
                    <a:pt x="3837039" y="3116972"/>
                  </a:lnTo>
                  <a:lnTo>
                    <a:pt x="3836183" y="3116972"/>
                  </a:lnTo>
                  <a:lnTo>
                    <a:pt x="3835328" y="3116972"/>
                  </a:lnTo>
                  <a:lnTo>
                    <a:pt x="3834472" y="3116972"/>
                  </a:lnTo>
                  <a:lnTo>
                    <a:pt x="3833617" y="3116972"/>
                  </a:lnTo>
                  <a:lnTo>
                    <a:pt x="3832761" y="3116972"/>
                  </a:lnTo>
                  <a:lnTo>
                    <a:pt x="3831906" y="3116972"/>
                  </a:lnTo>
                  <a:lnTo>
                    <a:pt x="3831050" y="3116972"/>
                  </a:lnTo>
                  <a:lnTo>
                    <a:pt x="3830195" y="3116972"/>
                  </a:lnTo>
                  <a:lnTo>
                    <a:pt x="3829339" y="3116972"/>
                  </a:lnTo>
                  <a:lnTo>
                    <a:pt x="3828484" y="3116972"/>
                  </a:lnTo>
                  <a:lnTo>
                    <a:pt x="3827628" y="3116972"/>
                  </a:lnTo>
                  <a:lnTo>
                    <a:pt x="3826773" y="3116972"/>
                  </a:lnTo>
                  <a:lnTo>
                    <a:pt x="3825917" y="3116972"/>
                  </a:lnTo>
                  <a:lnTo>
                    <a:pt x="3825062" y="3116972"/>
                  </a:lnTo>
                  <a:lnTo>
                    <a:pt x="3824206" y="3116972"/>
                  </a:lnTo>
                  <a:lnTo>
                    <a:pt x="3823351" y="3116972"/>
                  </a:lnTo>
                  <a:lnTo>
                    <a:pt x="3822495" y="3116972"/>
                  </a:lnTo>
                  <a:lnTo>
                    <a:pt x="3821640" y="3116972"/>
                  </a:lnTo>
                  <a:lnTo>
                    <a:pt x="3820784" y="3116972"/>
                  </a:lnTo>
                  <a:lnTo>
                    <a:pt x="3819928" y="3116972"/>
                  </a:lnTo>
                  <a:lnTo>
                    <a:pt x="3819073" y="3116972"/>
                  </a:lnTo>
                  <a:lnTo>
                    <a:pt x="3818217" y="3116972"/>
                  </a:lnTo>
                  <a:lnTo>
                    <a:pt x="3817362" y="3116972"/>
                  </a:lnTo>
                  <a:lnTo>
                    <a:pt x="3816506" y="3116972"/>
                  </a:lnTo>
                  <a:lnTo>
                    <a:pt x="3815651" y="3116972"/>
                  </a:lnTo>
                  <a:lnTo>
                    <a:pt x="3814795" y="3116972"/>
                  </a:lnTo>
                  <a:lnTo>
                    <a:pt x="3813940" y="3116972"/>
                  </a:lnTo>
                  <a:lnTo>
                    <a:pt x="3813084" y="3116972"/>
                  </a:lnTo>
                  <a:lnTo>
                    <a:pt x="3812229" y="3116972"/>
                  </a:lnTo>
                  <a:lnTo>
                    <a:pt x="3811373" y="3116972"/>
                  </a:lnTo>
                  <a:lnTo>
                    <a:pt x="3810518" y="3116972"/>
                  </a:lnTo>
                  <a:lnTo>
                    <a:pt x="3809662" y="3116972"/>
                  </a:lnTo>
                  <a:lnTo>
                    <a:pt x="3808807" y="3116972"/>
                  </a:lnTo>
                  <a:lnTo>
                    <a:pt x="3807951" y="3116972"/>
                  </a:lnTo>
                  <a:lnTo>
                    <a:pt x="3807096" y="3116972"/>
                  </a:lnTo>
                  <a:lnTo>
                    <a:pt x="3806240" y="3116972"/>
                  </a:lnTo>
                  <a:lnTo>
                    <a:pt x="3805384" y="3116972"/>
                  </a:lnTo>
                  <a:lnTo>
                    <a:pt x="3804529" y="3116972"/>
                  </a:lnTo>
                  <a:lnTo>
                    <a:pt x="3803673" y="3116972"/>
                  </a:lnTo>
                  <a:lnTo>
                    <a:pt x="3802818" y="3116972"/>
                  </a:lnTo>
                  <a:lnTo>
                    <a:pt x="3801962" y="3116972"/>
                  </a:lnTo>
                  <a:lnTo>
                    <a:pt x="3801107" y="3116972"/>
                  </a:lnTo>
                  <a:lnTo>
                    <a:pt x="3800251" y="3116972"/>
                  </a:lnTo>
                  <a:lnTo>
                    <a:pt x="3799396" y="3116972"/>
                  </a:lnTo>
                  <a:lnTo>
                    <a:pt x="3798540" y="3116972"/>
                  </a:lnTo>
                  <a:lnTo>
                    <a:pt x="3797685" y="3116972"/>
                  </a:lnTo>
                  <a:lnTo>
                    <a:pt x="3796829" y="3116972"/>
                  </a:lnTo>
                  <a:lnTo>
                    <a:pt x="3795974" y="3116972"/>
                  </a:lnTo>
                  <a:lnTo>
                    <a:pt x="3795118" y="3116972"/>
                  </a:lnTo>
                  <a:lnTo>
                    <a:pt x="3794263" y="3116972"/>
                  </a:lnTo>
                  <a:lnTo>
                    <a:pt x="3793407" y="3116972"/>
                  </a:lnTo>
                  <a:lnTo>
                    <a:pt x="3792552" y="3116972"/>
                  </a:lnTo>
                  <a:lnTo>
                    <a:pt x="3791696" y="3116972"/>
                  </a:lnTo>
                  <a:lnTo>
                    <a:pt x="3790841" y="3116972"/>
                  </a:lnTo>
                  <a:lnTo>
                    <a:pt x="3789985" y="3116972"/>
                  </a:lnTo>
                  <a:lnTo>
                    <a:pt x="3789129" y="3116972"/>
                  </a:lnTo>
                  <a:lnTo>
                    <a:pt x="3788274" y="3116972"/>
                  </a:lnTo>
                  <a:lnTo>
                    <a:pt x="3787418" y="3116972"/>
                  </a:lnTo>
                  <a:lnTo>
                    <a:pt x="3786563" y="3116972"/>
                  </a:lnTo>
                  <a:lnTo>
                    <a:pt x="3785707" y="3116972"/>
                  </a:lnTo>
                  <a:lnTo>
                    <a:pt x="3784852" y="3116972"/>
                  </a:lnTo>
                  <a:lnTo>
                    <a:pt x="3783996" y="3116972"/>
                  </a:lnTo>
                  <a:lnTo>
                    <a:pt x="3783141" y="3116972"/>
                  </a:lnTo>
                  <a:lnTo>
                    <a:pt x="3782285" y="3116972"/>
                  </a:lnTo>
                  <a:lnTo>
                    <a:pt x="3781430" y="3116972"/>
                  </a:lnTo>
                  <a:lnTo>
                    <a:pt x="3780574" y="3116972"/>
                  </a:lnTo>
                  <a:lnTo>
                    <a:pt x="3779719" y="3116972"/>
                  </a:lnTo>
                  <a:lnTo>
                    <a:pt x="3778863" y="3116972"/>
                  </a:lnTo>
                  <a:lnTo>
                    <a:pt x="3778008" y="3116972"/>
                  </a:lnTo>
                  <a:lnTo>
                    <a:pt x="3777152" y="3116972"/>
                  </a:lnTo>
                  <a:lnTo>
                    <a:pt x="3776297" y="3116972"/>
                  </a:lnTo>
                  <a:lnTo>
                    <a:pt x="3775441" y="3116972"/>
                  </a:lnTo>
                  <a:lnTo>
                    <a:pt x="3774586" y="3116972"/>
                  </a:lnTo>
                  <a:lnTo>
                    <a:pt x="3773730" y="3116972"/>
                  </a:lnTo>
                  <a:lnTo>
                    <a:pt x="3772874" y="3116972"/>
                  </a:lnTo>
                  <a:lnTo>
                    <a:pt x="3772019" y="3116972"/>
                  </a:lnTo>
                  <a:lnTo>
                    <a:pt x="3771163" y="3116972"/>
                  </a:lnTo>
                  <a:lnTo>
                    <a:pt x="3770308" y="3116972"/>
                  </a:lnTo>
                  <a:lnTo>
                    <a:pt x="3769452" y="3116972"/>
                  </a:lnTo>
                  <a:lnTo>
                    <a:pt x="3768597" y="3116972"/>
                  </a:lnTo>
                  <a:lnTo>
                    <a:pt x="3767741" y="3116972"/>
                  </a:lnTo>
                  <a:lnTo>
                    <a:pt x="3766886" y="3116972"/>
                  </a:lnTo>
                  <a:lnTo>
                    <a:pt x="3766030" y="3116972"/>
                  </a:lnTo>
                  <a:lnTo>
                    <a:pt x="3765175" y="3116972"/>
                  </a:lnTo>
                  <a:lnTo>
                    <a:pt x="3764319" y="3116972"/>
                  </a:lnTo>
                  <a:lnTo>
                    <a:pt x="3763464" y="3116972"/>
                  </a:lnTo>
                  <a:lnTo>
                    <a:pt x="3762608" y="3116972"/>
                  </a:lnTo>
                  <a:lnTo>
                    <a:pt x="3761753" y="3116972"/>
                  </a:lnTo>
                  <a:lnTo>
                    <a:pt x="3760897" y="3116972"/>
                  </a:lnTo>
                  <a:lnTo>
                    <a:pt x="3760042" y="3116972"/>
                  </a:lnTo>
                  <a:lnTo>
                    <a:pt x="3759186" y="3116972"/>
                  </a:lnTo>
                  <a:lnTo>
                    <a:pt x="3758331" y="3116972"/>
                  </a:lnTo>
                  <a:lnTo>
                    <a:pt x="3757475" y="3116972"/>
                  </a:lnTo>
                  <a:lnTo>
                    <a:pt x="3756619" y="3116972"/>
                  </a:lnTo>
                  <a:lnTo>
                    <a:pt x="3755764" y="3116972"/>
                  </a:lnTo>
                  <a:lnTo>
                    <a:pt x="3754908" y="3116972"/>
                  </a:lnTo>
                  <a:lnTo>
                    <a:pt x="3754053" y="3116972"/>
                  </a:lnTo>
                  <a:lnTo>
                    <a:pt x="3753197" y="3116972"/>
                  </a:lnTo>
                  <a:lnTo>
                    <a:pt x="3752342" y="3116972"/>
                  </a:lnTo>
                  <a:lnTo>
                    <a:pt x="3751486" y="3116972"/>
                  </a:lnTo>
                  <a:lnTo>
                    <a:pt x="3750631" y="3116972"/>
                  </a:lnTo>
                  <a:lnTo>
                    <a:pt x="3749775" y="3116972"/>
                  </a:lnTo>
                  <a:lnTo>
                    <a:pt x="3748920" y="3116972"/>
                  </a:lnTo>
                  <a:lnTo>
                    <a:pt x="3748064" y="3116972"/>
                  </a:lnTo>
                  <a:lnTo>
                    <a:pt x="3747209" y="3116972"/>
                  </a:lnTo>
                  <a:lnTo>
                    <a:pt x="3746353" y="3116972"/>
                  </a:lnTo>
                  <a:lnTo>
                    <a:pt x="3745498" y="3116972"/>
                  </a:lnTo>
                  <a:lnTo>
                    <a:pt x="3744642" y="3116972"/>
                  </a:lnTo>
                  <a:lnTo>
                    <a:pt x="3743787" y="3116972"/>
                  </a:lnTo>
                  <a:lnTo>
                    <a:pt x="3742931" y="3116972"/>
                  </a:lnTo>
                  <a:lnTo>
                    <a:pt x="3742075" y="3116972"/>
                  </a:lnTo>
                  <a:lnTo>
                    <a:pt x="3741220" y="3116972"/>
                  </a:lnTo>
                  <a:lnTo>
                    <a:pt x="3740364" y="3116972"/>
                  </a:lnTo>
                  <a:lnTo>
                    <a:pt x="3739509" y="3116972"/>
                  </a:lnTo>
                  <a:lnTo>
                    <a:pt x="3738653" y="3116972"/>
                  </a:lnTo>
                  <a:lnTo>
                    <a:pt x="3737798" y="3116972"/>
                  </a:lnTo>
                  <a:lnTo>
                    <a:pt x="3736942" y="3116972"/>
                  </a:lnTo>
                  <a:lnTo>
                    <a:pt x="3736087" y="3116972"/>
                  </a:lnTo>
                  <a:lnTo>
                    <a:pt x="3735231" y="3116972"/>
                  </a:lnTo>
                  <a:lnTo>
                    <a:pt x="3734376" y="3116972"/>
                  </a:lnTo>
                  <a:lnTo>
                    <a:pt x="3733520" y="3116972"/>
                  </a:lnTo>
                  <a:lnTo>
                    <a:pt x="3732665" y="3116972"/>
                  </a:lnTo>
                  <a:lnTo>
                    <a:pt x="3731809" y="3116972"/>
                  </a:lnTo>
                  <a:lnTo>
                    <a:pt x="3730954" y="3116972"/>
                  </a:lnTo>
                  <a:lnTo>
                    <a:pt x="3730098" y="3116972"/>
                  </a:lnTo>
                  <a:lnTo>
                    <a:pt x="3729243" y="3116972"/>
                  </a:lnTo>
                  <a:lnTo>
                    <a:pt x="3728387" y="3116972"/>
                  </a:lnTo>
                  <a:lnTo>
                    <a:pt x="3727532" y="3116972"/>
                  </a:lnTo>
                  <a:lnTo>
                    <a:pt x="3726676" y="3116972"/>
                  </a:lnTo>
                  <a:lnTo>
                    <a:pt x="3725820" y="3116972"/>
                  </a:lnTo>
                  <a:lnTo>
                    <a:pt x="3724965" y="3116972"/>
                  </a:lnTo>
                  <a:lnTo>
                    <a:pt x="3724109" y="3116972"/>
                  </a:lnTo>
                  <a:lnTo>
                    <a:pt x="3723254" y="3116972"/>
                  </a:lnTo>
                  <a:lnTo>
                    <a:pt x="3722398" y="3116972"/>
                  </a:lnTo>
                  <a:lnTo>
                    <a:pt x="3721543" y="3116972"/>
                  </a:lnTo>
                  <a:lnTo>
                    <a:pt x="3720687" y="3116972"/>
                  </a:lnTo>
                  <a:lnTo>
                    <a:pt x="3719832" y="3116972"/>
                  </a:lnTo>
                  <a:lnTo>
                    <a:pt x="3718976" y="3116972"/>
                  </a:lnTo>
                  <a:lnTo>
                    <a:pt x="3718121" y="3116972"/>
                  </a:lnTo>
                  <a:lnTo>
                    <a:pt x="3717265" y="3116972"/>
                  </a:lnTo>
                  <a:lnTo>
                    <a:pt x="3716410" y="3116972"/>
                  </a:lnTo>
                  <a:lnTo>
                    <a:pt x="3715554" y="3116972"/>
                  </a:lnTo>
                  <a:lnTo>
                    <a:pt x="3714699" y="3116972"/>
                  </a:lnTo>
                  <a:lnTo>
                    <a:pt x="3713843" y="3116972"/>
                  </a:lnTo>
                  <a:lnTo>
                    <a:pt x="3712988" y="3116972"/>
                  </a:lnTo>
                  <a:lnTo>
                    <a:pt x="3712132" y="3116972"/>
                  </a:lnTo>
                  <a:lnTo>
                    <a:pt x="3711277" y="3116972"/>
                  </a:lnTo>
                  <a:lnTo>
                    <a:pt x="3710421" y="3116972"/>
                  </a:lnTo>
                  <a:lnTo>
                    <a:pt x="3709565" y="3116972"/>
                  </a:lnTo>
                  <a:lnTo>
                    <a:pt x="3708710" y="3116972"/>
                  </a:lnTo>
                  <a:lnTo>
                    <a:pt x="3707854" y="3116972"/>
                  </a:lnTo>
                  <a:lnTo>
                    <a:pt x="3706999" y="3116972"/>
                  </a:lnTo>
                  <a:lnTo>
                    <a:pt x="3706143" y="3116972"/>
                  </a:lnTo>
                  <a:lnTo>
                    <a:pt x="3705288" y="3116972"/>
                  </a:lnTo>
                  <a:lnTo>
                    <a:pt x="3704432" y="3116972"/>
                  </a:lnTo>
                  <a:lnTo>
                    <a:pt x="3703577" y="3116972"/>
                  </a:lnTo>
                  <a:lnTo>
                    <a:pt x="3702721" y="3116972"/>
                  </a:lnTo>
                  <a:lnTo>
                    <a:pt x="3701866" y="3116972"/>
                  </a:lnTo>
                  <a:lnTo>
                    <a:pt x="3701010" y="3116972"/>
                  </a:lnTo>
                  <a:lnTo>
                    <a:pt x="3700155" y="3116972"/>
                  </a:lnTo>
                  <a:lnTo>
                    <a:pt x="3699299" y="3116972"/>
                  </a:lnTo>
                  <a:lnTo>
                    <a:pt x="3698444" y="3116972"/>
                  </a:lnTo>
                  <a:lnTo>
                    <a:pt x="3697588" y="3116972"/>
                  </a:lnTo>
                  <a:lnTo>
                    <a:pt x="3696733" y="3116972"/>
                  </a:lnTo>
                  <a:lnTo>
                    <a:pt x="3695877" y="3116972"/>
                  </a:lnTo>
                  <a:lnTo>
                    <a:pt x="3695021" y="3116972"/>
                  </a:lnTo>
                  <a:lnTo>
                    <a:pt x="3694166" y="3116972"/>
                  </a:lnTo>
                  <a:lnTo>
                    <a:pt x="3693310" y="3116972"/>
                  </a:lnTo>
                  <a:lnTo>
                    <a:pt x="3692455" y="3116972"/>
                  </a:lnTo>
                  <a:lnTo>
                    <a:pt x="3691599" y="3116972"/>
                  </a:lnTo>
                  <a:lnTo>
                    <a:pt x="3690744" y="3116972"/>
                  </a:lnTo>
                  <a:lnTo>
                    <a:pt x="3689888" y="3116972"/>
                  </a:lnTo>
                  <a:lnTo>
                    <a:pt x="3689033" y="3116972"/>
                  </a:lnTo>
                  <a:lnTo>
                    <a:pt x="3688177" y="3116972"/>
                  </a:lnTo>
                  <a:lnTo>
                    <a:pt x="3687322" y="3116972"/>
                  </a:lnTo>
                  <a:lnTo>
                    <a:pt x="3686466" y="3116972"/>
                  </a:lnTo>
                  <a:lnTo>
                    <a:pt x="3685611" y="3116972"/>
                  </a:lnTo>
                  <a:lnTo>
                    <a:pt x="3684755" y="3116972"/>
                  </a:lnTo>
                  <a:lnTo>
                    <a:pt x="3683900" y="3116972"/>
                  </a:lnTo>
                  <a:lnTo>
                    <a:pt x="3683044" y="3116972"/>
                  </a:lnTo>
                  <a:lnTo>
                    <a:pt x="3682189" y="3116972"/>
                  </a:lnTo>
                  <a:lnTo>
                    <a:pt x="3681333" y="3116972"/>
                  </a:lnTo>
                  <a:lnTo>
                    <a:pt x="3680478" y="3116972"/>
                  </a:lnTo>
                  <a:lnTo>
                    <a:pt x="3679622" y="3116972"/>
                  </a:lnTo>
                  <a:lnTo>
                    <a:pt x="3678766" y="3116972"/>
                  </a:lnTo>
                  <a:lnTo>
                    <a:pt x="3677911" y="3116972"/>
                  </a:lnTo>
                  <a:lnTo>
                    <a:pt x="3677055" y="3116972"/>
                  </a:lnTo>
                  <a:lnTo>
                    <a:pt x="3676200" y="3116972"/>
                  </a:lnTo>
                  <a:lnTo>
                    <a:pt x="3675344" y="3116972"/>
                  </a:lnTo>
                  <a:lnTo>
                    <a:pt x="3674489" y="3116972"/>
                  </a:lnTo>
                  <a:lnTo>
                    <a:pt x="3673633" y="3116972"/>
                  </a:lnTo>
                  <a:lnTo>
                    <a:pt x="3672778" y="3116972"/>
                  </a:lnTo>
                  <a:lnTo>
                    <a:pt x="3671922" y="3116972"/>
                  </a:lnTo>
                  <a:lnTo>
                    <a:pt x="3671067" y="3116972"/>
                  </a:lnTo>
                  <a:lnTo>
                    <a:pt x="3670211" y="3116972"/>
                  </a:lnTo>
                  <a:lnTo>
                    <a:pt x="3669356" y="3116972"/>
                  </a:lnTo>
                  <a:lnTo>
                    <a:pt x="3668500" y="3116972"/>
                  </a:lnTo>
                  <a:lnTo>
                    <a:pt x="3667645" y="3116972"/>
                  </a:lnTo>
                  <a:lnTo>
                    <a:pt x="3666789" y="3116972"/>
                  </a:lnTo>
                  <a:lnTo>
                    <a:pt x="3665934" y="3116972"/>
                  </a:lnTo>
                  <a:lnTo>
                    <a:pt x="3665078" y="3116972"/>
                  </a:lnTo>
                  <a:lnTo>
                    <a:pt x="3664223" y="3116972"/>
                  </a:lnTo>
                  <a:lnTo>
                    <a:pt x="3663367" y="3116972"/>
                  </a:lnTo>
                  <a:lnTo>
                    <a:pt x="3662511" y="3116972"/>
                  </a:lnTo>
                  <a:lnTo>
                    <a:pt x="3661656" y="3116972"/>
                  </a:lnTo>
                  <a:lnTo>
                    <a:pt x="3660800" y="3116972"/>
                  </a:lnTo>
                  <a:lnTo>
                    <a:pt x="3659945" y="3116972"/>
                  </a:lnTo>
                  <a:lnTo>
                    <a:pt x="3659089" y="3116972"/>
                  </a:lnTo>
                  <a:lnTo>
                    <a:pt x="3658234" y="3116972"/>
                  </a:lnTo>
                  <a:lnTo>
                    <a:pt x="3657378" y="3116972"/>
                  </a:lnTo>
                  <a:lnTo>
                    <a:pt x="3656523" y="3116972"/>
                  </a:lnTo>
                  <a:lnTo>
                    <a:pt x="3655667" y="3116972"/>
                  </a:lnTo>
                  <a:lnTo>
                    <a:pt x="3654812" y="3116972"/>
                  </a:lnTo>
                  <a:lnTo>
                    <a:pt x="3653956" y="3116972"/>
                  </a:lnTo>
                  <a:lnTo>
                    <a:pt x="3653101" y="3116972"/>
                  </a:lnTo>
                  <a:lnTo>
                    <a:pt x="3652245" y="3116972"/>
                  </a:lnTo>
                  <a:lnTo>
                    <a:pt x="3651390" y="3116972"/>
                  </a:lnTo>
                  <a:lnTo>
                    <a:pt x="3650534" y="3116972"/>
                  </a:lnTo>
                  <a:lnTo>
                    <a:pt x="3649679" y="3116972"/>
                  </a:lnTo>
                  <a:lnTo>
                    <a:pt x="3648823" y="3116972"/>
                  </a:lnTo>
                  <a:lnTo>
                    <a:pt x="3647967" y="3116972"/>
                  </a:lnTo>
                  <a:lnTo>
                    <a:pt x="3647112" y="3116972"/>
                  </a:lnTo>
                  <a:lnTo>
                    <a:pt x="3646256" y="3116972"/>
                  </a:lnTo>
                  <a:lnTo>
                    <a:pt x="3645401" y="3116972"/>
                  </a:lnTo>
                  <a:lnTo>
                    <a:pt x="3644545" y="3116972"/>
                  </a:lnTo>
                  <a:lnTo>
                    <a:pt x="3643690" y="3116972"/>
                  </a:lnTo>
                  <a:lnTo>
                    <a:pt x="3642834" y="3116972"/>
                  </a:lnTo>
                  <a:lnTo>
                    <a:pt x="3641979" y="3116972"/>
                  </a:lnTo>
                  <a:lnTo>
                    <a:pt x="3641123" y="3116972"/>
                  </a:lnTo>
                  <a:lnTo>
                    <a:pt x="3640268" y="3116972"/>
                  </a:lnTo>
                  <a:lnTo>
                    <a:pt x="3639412" y="3116972"/>
                  </a:lnTo>
                  <a:lnTo>
                    <a:pt x="3638557" y="3116972"/>
                  </a:lnTo>
                  <a:lnTo>
                    <a:pt x="3637701" y="3116972"/>
                  </a:lnTo>
                  <a:lnTo>
                    <a:pt x="3636846" y="3116972"/>
                  </a:lnTo>
                  <a:lnTo>
                    <a:pt x="3635990" y="3116972"/>
                  </a:lnTo>
                  <a:lnTo>
                    <a:pt x="3635135" y="3116972"/>
                  </a:lnTo>
                  <a:lnTo>
                    <a:pt x="3634279" y="3116972"/>
                  </a:lnTo>
                  <a:lnTo>
                    <a:pt x="3633424" y="3116972"/>
                  </a:lnTo>
                  <a:lnTo>
                    <a:pt x="3632568" y="3116972"/>
                  </a:lnTo>
                  <a:lnTo>
                    <a:pt x="3631712" y="3116972"/>
                  </a:lnTo>
                  <a:lnTo>
                    <a:pt x="3630857" y="3116972"/>
                  </a:lnTo>
                  <a:lnTo>
                    <a:pt x="3630001" y="3116972"/>
                  </a:lnTo>
                  <a:lnTo>
                    <a:pt x="3629146" y="3116972"/>
                  </a:lnTo>
                  <a:lnTo>
                    <a:pt x="3628290" y="3116972"/>
                  </a:lnTo>
                  <a:lnTo>
                    <a:pt x="3627435" y="3116972"/>
                  </a:lnTo>
                  <a:lnTo>
                    <a:pt x="3626579" y="3116972"/>
                  </a:lnTo>
                  <a:lnTo>
                    <a:pt x="3625724" y="3116972"/>
                  </a:lnTo>
                  <a:lnTo>
                    <a:pt x="3624868" y="3116972"/>
                  </a:lnTo>
                  <a:lnTo>
                    <a:pt x="3624013" y="3116972"/>
                  </a:lnTo>
                  <a:lnTo>
                    <a:pt x="3623157" y="3116972"/>
                  </a:lnTo>
                  <a:lnTo>
                    <a:pt x="3622302" y="3116972"/>
                  </a:lnTo>
                  <a:lnTo>
                    <a:pt x="3621446" y="3116972"/>
                  </a:lnTo>
                  <a:lnTo>
                    <a:pt x="3620591" y="3116972"/>
                  </a:lnTo>
                  <a:lnTo>
                    <a:pt x="3619735" y="3116972"/>
                  </a:lnTo>
                  <a:lnTo>
                    <a:pt x="3618880" y="3116972"/>
                  </a:lnTo>
                  <a:lnTo>
                    <a:pt x="3618024" y="3116972"/>
                  </a:lnTo>
                  <a:lnTo>
                    <a:pt x="3617169" y="3116972"/>
                  </a:lnTo>
                  <a:lnTo>
                    <a:pt x="3616313" y="3116972"/>
                  </a:lnTo>
                  <a:lnTo>
                    <a:pt x="3615457" y="3116972"/>
                  </a:lnTo>
                  <a:lnTo>
                    <a:pt x="3614602" y="3116972"/>
                  </a:lnTo>
                  <a:lnTo>
                    <a:pt x="3613746" y="3116972"/>
                  </a:lnTo>
                  <a:lnTo>
                    <a:pt x="3612891" y="3116972"/>
                  </a:lnTo>
                  <a:lnTo>
                    <a:pt x="3612035" y="3116972"/>
                  </a:lnTo>
                  <a:lnTo>
                    <a:pt x="3611180" y="3116972"/>
                  </a:lnTo>
                  <a:lnTo>
                    <a:pt x="3610324" y="3116972"/>
                  </a:lnTo>
                  <a:lnTo>
                    <a:pt x="3609469" y="3116972"/>
                  </a:lnTo>
                  <a:lnTo>
                    <a:pt x="3608613" y="3116972"/>
                  </a:lnTo>
                  <a:lnTo>
                    <a:pt x="3607758" y="3116972"/>
                  </a:lnTo>
                  <a:lnTo>
                    <a:pt x="3606902" y="3116972"/>
                  </a:lnTo>
                  <a:lnTo>
                    <a:pt x="3606047" y="3116972"/>
                  </a:lnTo>
                  <a:lnTo>
                    <a:pt x="3605191" y="3116972"/>
                  </a:lnTo>
                  <a:lnTo>
                    <a:pt x="3604336" y="3116972"/>
                  </a:lnTo>
                  <a:lnTo>
                    <a:pt x="3603480" y="3116972"/>
                  </a:lnTo>
                  <a:lnTo>
                    <a:pt x="3602625" y="3116972"/>
                  </a:lnTo>
                  <a:lnTo>
                    <a:pt x="3601769" y="3116972"/>
                  </a:lnTo>
                  <a:lnTo>
                    <a:pt x="3600913" y="3116972"/>
                  </a:lnTo>
                  <a:lnTo>
                    <a:pt x="3600058" y="3116972"/>
                  </a:lnTo>
                  <a:lnTo>
                    <a:pt x="3599202" y="3116972"/>
                  </a:lnTo>
                  <a:lnTo>
                    <a:pt x="3598347" y="3116972"/>
                  </a:lnTo>
                  <a:lnTo>
                    <a:pt x="3597491" y="3116972"/>
                  </a:lnTo>
                  <a:lnTo>
                    <a:pt x="3596636" y="3116972"/>
                  </a:lnTo>
                  <a:lnTo>
                    <a:pt x="3595780" y="3116972"/>
                  </a:lnTo>
                  <a:lnTo>
                    <a:pt x="3594925" y="3116972"/>
                  </a:lnTo>
                  <a:lnTo>
                    <a:pt x="3594069" y="3116972"/>
                  </a:lnTo>
                  <a:lnTo>
                    <a:pt x="3593214" y="3116972"/>
                  </a:lnTo>
                  <a:lnTo>
                    <a:pt x="3592358" y="3116972"/>
                  </a:lnTo>
                  <a:lnTo>
                    <a:pt x="3591503" y="3116972"/>
                  </a:lnTo>
                  <a:lnTo>
                    <a:pt x="3590647" y="3116972"/>
                  </a:lnTo>
                  <a:lnTo>
                    <a:pt x="3589792" y="3116972"/>
                  </a:lnTo>
                  <a:lnTo>
                    <a:pt x="3588936" y="3116972"/>
                  </a:lnTo>
                  <a:lnTo>
                    <a:pt x="3588081" y="3116972"/>
                  </a:lnTo>
                  <a:lnTo>
                    <a:pt x="3587225" y="3116972"/>
                  </a:lnTo>
                  <a:lnTo>
                    <a:pt x="3586370" y="3116972"/>
                  </a:lnTo>
                  <a:lnTo>
                    <a:pt x="3585514" y="3116972"/>
                  </a:lnTo>
                  <a:lnTo>
                    <a:pt x="3584658" y="3116972"/>
                  </a:lnTo>
                  <a:lnTo>
                    <a:pt x="3583803" y="3116972"/>
                  </a:lnTo>
                  <a:lnTo>
                    <a:pt x="3582947" y="3116972"/>
                  </a:lnTo>
                  <a:lnTo>
                    <a:pt x="3582092" y="3116972"/>
                  </a:lnTo>
                  <a:lnTo>
                    <a:pt x="3581236" y="3116972"/>
                  </a:lnTo>
                  <a:lnTo>
                    <a:pt x="3580381" y="3116972"/>
                  </a:lnTo>
                  <a:lnTo>
                    <a:pt x="3579525" y="3116972"/>
                  </a:lnTo>
                  <a:lnTo>
                    <a:pt x="3578670" y="3116972"/>
                  </a:lnTo>
                  <a:lnTo>
                    <a:pt x="3577814" y="3116972"/>
                  </a:lnTo>
                  <a:lnTo>
                    <a:pt x="3576959" y="3116972"/>
                  </a:lnTo>
                  <a:lnTo>
                    <a:pt x="3576103" y="3116972"/>
                  </a:lnTo>
                  <a:lnTo>
                    <a:pt x="3575248" y="3116972"/>
                  </a:lnTo>
                  <a:lnTo>
                    <a:pt x="3574392" y="3116972"/>
                  </a:lnTo>
                  <a:lnTo>
                    <a:pt x="3573537" y="3116972"/>
                  </a:lnTo>
                  <a:lnTo>
                    <a:pt x="3572681" y="3116972"/>
                  </a:lnTo>
                  <a:lnTo>
                    <a:pt x="3571826" y="3116972"/>
                  </a:lnTo>
                  <a:lnTo>
                    <a:pt x="3570970" y="3116972"/>
                  </a:lnTo>
                  <a:lnTo>
                    <a:pt x="3570115" y="3116972"/>
                  </a:lnTo>
                  <a:lnTo>
                    <a:pt x="3569259" y="3116972"/>
                  </a:lnTo>
                  <a:lnTo>
                    <a:pt x="3568403" y="3116972"/>
                  </a:lnTo>
                  <a:lnTo>
                    <a:pt x="3567548" y="3116972"/>
                  </a:lnTo>
                  <a:lnTo>
                    <a:pt x="3566692" y="3116972"/>
                  </a:lnTo>
                  <a:lnTo>
                    <a:pt x="3565837" y="3116972"/>
                  </a:lnTo>
                  <a:lnTo>
                    <a:pt x="3564981" y="3116972"/>
                  </a:lnTo>
                  <a:lnTo>
                    <a:pt x="3564126" y="3116972"/>
                  </a:lnTo>
                  <a:lnTo>
                    <a:pt x="3563270" y="3116972"/>
                  </a:lnTo>
                  <a:lnTo>
                    <a:pt x="3562415" y="3116972"/>
                  </a:lnTo>
                  <a:lnTo>
                    <a:pt x="3561559" y="3116972"/>
                  </a:lnTo>
                  <a:lnTo>
                    <a:pt x="3560704" y="3116972"/>
                  </a:lnTo>
                  <a:lnTo>
                    <a:pt x="3559848" y="3116972"/>
                  </a:lnTo>
                  <a:lnTo>
                    <a:pt x="3558993" y="3116972"/>
                  </a:lnTo>
                  <a:lnTo>
                    <a:pt x="3558137" y="3116972"/>
                  </a:lnTo>
                  <a:lnTo>
                    <a:pt x="3557282" y="3116972"/>
                  </a:lnTo>
                  <a:lnTo>
                    <a:pt x="3556426" y="3116972"/>
                  </a:lnTo>
                  <a:lnTo>
                    <a:pt x="3555571" y="3116972"/>
                  </a:lnTo>
                  <a:lnTo>
                    <a:pt x="3554715" y="3116972"/>
                  </a:lnTo>
                  <a:lnTo>
                    <a:pt x="3553859" y="3116972"/>
                  </a:lnTo>
                  <a:lnTo>
                    <a:pt x="3553004" y="3116972"/>
                  </a:lnTo>
                  <a:lnTo>
                    <a:pt x="3552148" y="3116972"/>
                  </a:lnTo>
                  <a:lnTo>
                    <a:pt x="3551293" y="3116972"/>
                  </a:lnTo>
                  <a:lnTo>
                    <a:pt x="3550437" y="3116972"/>
                  </a:lnTo>
                  <a:lnTo>
                    <a:pt x="3549582" y="3116972"/>
                  </a:lnTo>
                  <a:lnTo>
                    <a:pt x="3548726" y="3116972"/>
                  </a:lnTo>
                  <a:lnTo>
                    <a:pt x="3547871" y="3116972"/>
                  </a:lnTo>
                  <a:lnTo>
                    <a:pt x="3547015" y="3116972"/>
                  </a:lnTo>
                  <a:lnTo>
                    <a:pt x="3546160" y="3116972"/>
                  </a:lnTo>
                  <a:lnTo>
                    <a:pt x="3545304" y="3116972"/>
                  </a:lnTo>
                  <a:lnTo>
                    <a:pt x="3544449" y="3116972"/>
                  </a:lnTo>
                  <a:lnTo>
                    <a:pt x="3543593" y="3116972"/>
                  </a:lnTo>
                  <a:lnTo>
                    <a:pt x="3542738" y="3116972"/>
                  </a:lnTo>
                  <a:lnTo>
                    <a:pt x="3541882" y="3116972"/>
                  </a:lnTo>
                  <a:lnTo>
                    <a:pt x="3541027" y="3116972"/>
                  </a:lnTo>
                  <a:lnTo>
                    <a:pt x="3540171" y="3116972"/>
                  </a:lnTo>
                  <a:lnTo>
                    <a:pt x="3539316" y="3116972"/>
                  </a:lnTo>
                  <a:lnTo>
                    <a:pt x="3538460" y="3116972"/>
                  </a:lnTo>
                  <a:lnTo>
                    <a:pt x="3537604" y="3116972"/>
                  </a:lnTo>
                  <a:lnTo>
                    <a:pt x="3536749" y="3116972"/>
                  </a:lnTo>
                  <a:lnTo>
                    <a:pt x="3535893" y="3116972"/>
                  </a:lnTo>
                  <a:lnTo>
                    <a:pt x="3535038" y="3116972"/>
                  </a:lnTo>
                  <a:lnTo>
                    <a:pt x="3534182" y="3116972"/>
                  </a:lnTo>
                  <a:lnTo>
                    <a:pt x="3533327" y="3116972"/>
                  </a:lnTo>
                  <a:lnTo>
                    <a:pt x="3532471" y="3116972"/>
                  </a:lnTo>
                  <a:lnTo>
                    <a:pt x="3531616" y="3116972"/>
                  </a:lnTo>
                  <a:lnTo>
                    <a:pt x="3530760" y="3116972"/>
                  </a:lnTo>
                  <a:lnTo>
                    <a:pt x="3529905" y="3116972"/>
                  </a:lnTo>
                  <a:lnTo>
                    <a:pt x="3529049" y="3116972"/>
                  </a:lnTo>
                  <a:lnTo>
                    <a:pt x="3528194" y="3116972"/>
                  </a:lnTo>
                  <a:lnTo>
                    <a:pt x="3527338" y="3116972"/>
                  </a:lnTo>
                  <a:lnTo>
                    <a:pt x="3526483" y="3116972"/>
                  </a:lnTo>
                  <a:lnTo>
                    <a:pt x="3525627" y="3116972"/>
                  </a:lnTo>
                  <a:lnTo>
                    <a:pt x="3524772" y="3116972"/>
                  </a:lnTo>
                  <a:lnTo>
                    <a:pt x="3523916" y="3116972"/>
                  </a:lnTo>
                  <a:lnTo>
                    <a:pt x="3523061" y="3116972"/>
                  </a:lnTo>
                  <a:lnTo>
                    <a:pt x="3522205" y="3116972"/>
                  </a:lnTo>
                  <a:lnTo>
                    <a:pt x="3521349" y="3116972"/>
                  </a:lnTo>
                  <a:lnTo>
                    <a:pt x="3520494" y="3116972"/>
                  </a:lnTo>
                  <a:lnTo>
                    <a:pt x="3519638" y="3116972"/>
                  </a:lnTo>
                  <a:lnTo>
                    <a:pt x="3518783" y="3116972"/>
                  </a:lnTo>
                  <a:lnTo>
                    <a:pt x="3517927" y="3116972"/>
                  </a:lnTo>
                  <a:lnTo>
                    <a:pt x="3517072" y="3116972"/>
                  </a:lnTo>
                  <a:lnTo>
                    <a:pt x="3516216" y="3116972"/>
                  </a:lnTo>
                  <a:lnTo>
                    <a:pt x="3515361" y="3116972"/>
                  </a:lnTo>
                  <a:lnTo>
                    <a:pt x="3514505" y="3116972"/>
                  </a:lnTo>
                  <a:lnTo>
                    <a:pt x="3513650" y="3116972"/>
                  </a:lnTo>
                  <a:lnTo>
                    <a:pt x="3512794" y="3116972"/>
                  </a:lnTo>
                  <a:lnTo>
                    <a:pt x="3511939" y="3116972"/>
                  </a:lnTo>
                  <a:lnTo>
                    <a:pt x="3511083" y="3116972"/>
                  </a:lnTo>
                  <a:lnTo>
                    <a:pt x="3510228" y="3116972"/>
                  </a:lnTo>
                  <a:lnTo>
                    <a:pt x="3509372" y="3116972"/>
                  </a:lnTo>
                  <a:lnTo>
                    <a:pt x="3508517" y="3116972"/>
                  </a:lnTo>
                  <a:lnTo>
                    <a:pt x="3507661" y="3116972"/>
                  </a:lnTo>
                  <a:lnTo>
                    <a:pt x="3506806" y="3116972"/>
                  </a:lnTo>
                  <a:lnTo>
                    <a:pt x="3505950" y="3116972"/>
                  </a:lnTo>
                  <a:lnTo>
                    <a:pt x="3505094" y="3116972"/>
                  </a:lnTo>
                  <a:lnTo>
                    <a:pt x="3504239" y="3116972"/>
                  </a:lnTo>
                  <a:lnTo>
                    <a:pt x="3503383" y="3116972"/>
                  </a:lnTo>
                  <a:lnTo>
                    <a:pt x="3502528" y="3116972"/>
                  </a:lnTo>
                  <a:lnTo>
                    <a:pt x="3501672" y="3116972"/>
                  </a:lnTo>
                  <a:lnTo>
                    <a:pt x="3500817" y="3116972"/>
                  </a:lnTo>
                  <a:lnTo>
                    <a:pt x="3499961" y="3116972"/>
                  </a:lnTo>
                  <a:lnTo>
                    <a:pt x="3499106" y="3116972"/>
                  </a:lnTo>
                  <a:lnTo>
                    <a:pt x="3498250" y="3116972"/>
                  </a:lnTo>
                  <a:lnTo>
                    <a:pt x="3497395" y="3116972"/>
                  </a:lnTo>
                  <a:lnTo>
                    <a:pt x="3496539" y="3116972"/>
                  </a:lnTo>
                  <a:lnTo>
                    <a:pt x="3495684" y="3116972"/>
                  </a:lnTo>
                  <a:lnTo>
                    <a:pt x="3494828" y="3116972"/>
                  </a:lnTo>
                  <a:lnTo>
                    <a:pt x="3493973" y="3116972"/>
                  </a:lnTo>
                  <a:lnTo>
                    <a:pt x="3493117" y="3116972"/>
                  </a:lnTo>
                  <a:lnTo>
                    <a:pt x="3492262" y="3116972"/>
                  </a:lnTo>
                  <a:lnTo>
                    <a:pt x="3491406" y="3116972"/>
                  </a:lnTo>
                  <a:lnTo>
                    <a:pt x="3490550" y="3116972"/>
                  </a:lnTo>
                  <a:lnTo>
                    <a:pt x="3489695" y="3116972"/>
                  </a:lnTo>
                  <a:lnTo>
                    <a:pt x="3488839" y="3116972"/>
                  </a:lnTo>
                  <a:lnTo>
                    <a:pt x="3487984" y="3116972"/>
                  </a:lnTo>
                  <a:lnTo>
                    <a:pt x="3487128" y="3116972"/>
                  </a:lnTo>
                  <a:lnTo>
                    <a:pt x="3486273" y="3116972"/>
                  </a:lnTo>
                  <a:lnTo>
                    <a:pt x="3485417" y="3116972"/>
                  </a:lnTo>
                  <a:lnTo>
                    <a:pt x="3484562" y="3116972"/>
                  </a:lnTo>
                  <a:lnTo>
                    <a:pt x="3483706" y="3116972"/>
                  </a:lnTo>
                  <a:lnTo>
                    <a:pt x="3482851" y="3116972"/>
                  </a:lnTo>
                  <a:lnTo>
                    <a:pt x="3481995" y="3116972"/>
                  </a:lnTo>
                  <a:lnTo>
                    <a:pt x="3481140" y="3116972"/>
                  </a:lnTo>
                  <a:lnTo>
                    <a:pt x="3480284" y="3116972"/>
                  </a:lnTo>
                  <a:lnTo>
                    <a:pt x="3479429" y="3116972"/>
                  </a:lnTo>
                  <a:lnTo>
                    <a:pt x="3478573" y="3116972"/>
                  </a:lnTo>
                  <a:lnTo>
                    <a:pt x="3477718" y="3116972"/>
                  </a:lnTo>
                  <a:lnTo>
                    <a:pt x="3476862" y="3116972"/>
                  </a:lnTo>
                  <a:lnTo>
                    <a:pt x="3476007" y="3116972"/>
                  </a:lnTo>
                  <a:lnTo>
                    <a:pt x="3475151" y="3116972"/>
                  </a:lnTo>
                  <a:lnTo>
                    <a:pt x="3474295" y="3116972"/>
                  </a:lnTo>
                  <a:lnTo>
                    <a:pt x="3473440" y="3116972"/>
                  </a:lnTo>
                  <a:lnTo>
                    <a:pt x="3472584" y="3116972"/>
                  </a:lnTo>
                  <a:lnTo>
                    <a:pt x="3471729" y="3116972"/>
                  </a:lnTo>
                  <a:lnTo>
                    <a:pt x="3470873" y="3116972"/>
                  </a:lnTo>
                  <a:lnTo>
                    <a:pt x="3470018" y="3116972"/>
                  </a:lnTo>
                  <a:lnTo>
                    <a:pt x="3469162" y="3116972"/>
                  </a:lnTo>
                  <a:lnTo>
                    <a:pt x="3468307" y="3116972"/>
                  </a:lnTo>
                  <a:lnTo>
                    <a:pt x="3467451" y="3116972"/>
                  </a:lnTo>
                  <a:lnTo>
                    <a:pt x="3466596" y="3116972"/>
                  </a:lnTo>
                  <a:lnTo>
                    <a:pt x="3465740" y="3116972"/>
                  </a:lnTo>
                  <a:lnTo>
                    <a:pt x="3464885" y="3116972"/>
                  </a:lnTo>
                  <a:lnTo>
                    <a:pt x="3464029" y="3116972"/>
                  </a:lnTo>
                  <a:lnTo>
                    <a:pt x="3463174" y="3116972"/>
                  </a:lnTo>
                  <a:lnTo>
                    <a:pt x="3462318" y="3116972"/>
                  </a:lnTo>
                  <a:lnTo>
                    <a:pt x="3461463" y="3116972"/>
                  </a:lnTo>
                  <a:lnTo>
                    <a:pt x="3460607" y="3116972"/>
                  </a:lnTo>
                  <a:lnTo>
                    <a:pt x="3459752" y="3116972"/>
                  </a:lnTo>
                  <a:lnTo>
                    <a:pt x="3458896" y="3116972"/>
                  </a:lnTo>
                  <a:lnTo>
                    <a:pt x="3458040" y="3116972"/>
                  </a:lnTo>
                  <a:lnTo>
                    <a:pt x="3457185" y="3116972"/>
                  </a:lnTo>
                  <a:lnTo>
                    <a:pt x="3456329" y="3116972"/>
                  </a:lnTo>
                  <a:lnTo>
                    <a:pt x="3455474" y="3116972"/>
                  </a:lnTo>
                  <a:lnTo>
                    <a:pt x="3454618" y="3116972"/>
                  </a:lnTo>
                  <a:lnTo>
                    <a:pt x="3453763" y="3116972"/>
                  </a:lnTo>
                  <a:lnTo>
                    <a:pt x="3452907" y="3116972"/>
                  </a:lnTo>
                  <a:lnTo>
                    <a:pt x="3452052" y="3116972"/>
                  </a:lnTo>
                  <a:lnTo>
                    <a:pt x="3451196" y="3116972"/>
                  </a:lnTo>
                  <a:lnTo>
                    <a:pt x="3450341" y="3116972"/>
                  </a:lnTo>
                  <a:lnTo>
                    <a:pt x="3449485" y="3116972"/>
                  </a:lnTo>
                  <a:lnTo>
                    <a:pt x="3448630" y="3116972"/>
                  </a:lnTo>
                  <a:lnTo>
                    <a:pt x="3447774" y="3116972"/>
                  </a:lnTo>
                  <a:lnTo>
                    <a:pt x="3446919" y="3116972"/>
                  </a:lnTo>
                  <a:lnTo>
                    <a:pt x="3446063" y="3116972"/>
                  </a:lnTo>
                  <a:lnTo>
                    <a:pt x="3445208" y="3116972"/>
                  </a:lnTo>
                  <a:lnTo>
                    <a:pt x="3444352" y="3116972"/>
                  </a:lnTo>
                  <a:lnTo>
                    <a:pt x="3443496" y="3116972"/>
                  </a:lnTo>
                  <a:lnTo>
                    <a:pt x="3442641" y="3116972"/>
                  </a:lnTo>
                  <a:lnTo>
                    <a:pt x="3441785" y="3116972"/>
                  </a:lnTo>
                  <a:lnTo>
                    <a:pt x="3440930" y="3116972"/>
                  </a:lnTo>
                  <a:lnTo>
                    <a:pt x="3440074" y="3116972"/>
                  </a:lnTo>
                  <a:lnTo>
                    <a:pt x="3439219" y="3116972"/>
                  </a:lnTo>
                  <a:lnTo>
                    <a:pt x="3438363" y="3116972"/>
                  </a:lnTo>
                  <a:lnTo>
                    <a:pt x="3437508" y="3116972"/>
                  </a:lnTo>
                  <a:lnTo>
                    <a:pt x="3436652" y="3116972"/>
                  </a:lnTo>
                  <a:lnTo>
                    <a:pt x="3435797" y="3116972"/>
                  </a:lnTo>
                  <a:lnTo>
                    <a:pt x="3434941" y="3116972"/>
                  </a:lnTo>
                  <a:lnTo>
                    <a:pt x="3434086" y="3116972"/>
                  </a:lnTo>
                  <a:lnTo>
                    <a:pt x="3433230" y="3116972"/>
                  </a:lnTo>
                  <a:lnTo>
                    <a:pt x="3432375" y="3116972"/>
                  </a:lnTo>
                  <a:lnTo>
                    <a:pt x="3431519" y="3116972"/>
                  </a:lnTo>
                  <a:lnTo>
                    <a:pt x="3430664" y="3116972"/>
                  </a:lnTo>
                  <a:lnTo>
                    <a:pt x="3429808" y="3116972"/>
                  </a:lnTo>
                  <a:lnTo>
                    <a:pt x="3428953" y="3116972"/>
                  </a:lnTo>
                  <a:lnTo>
                    <a:pt x="3428097" y="3116972"/>
                  </a:lnTo>
                  <a:lnTo>
                    <a:pt x="3427241" y="3116972"/>
                  </a:lnTo>
                  <a:lnTo>
                    <a:pt x="3426386" y="3116972"/>
                  </a:lnTo>
                  <a:lnTo>
                    <a:pt x="3425530" y="3116972"/>
                  </a:lnTo>
                  <a:lnTo>
                    <a:pt x="3424675" y="3116972"/>
                  </a:lnTo>
                  <a:lnTo>
                    <a:pt x="3423819" y="3116972"/>
                  </a:lnTo>
                  <a:lnTo>
                    <a:pt x="3422964" y="3116972"/>
                  </a:lnTo>
                  <a:lnTo>
                    <a:pt x="3422108" y="3116972"/>
                  </a:lnTo>
                  <a:lnTo>
                    <a:pt x="3421253" y="3116972"/>
                  </a:lnTo>
                  <a:lnTo>
                    <a:pt x="3420397" y="3116972"/>
                  </a:lnTo>
                  <a:lnTo>
                    <a:pt x="3419542" y="3116972"/>
                  </a:lnTo>
                  <a:lnTo>
                    <a:pt x="3418686" y="3116972"/>
                  </a:lnTo>
                  <a:lnTo>
                    <a:pt x="3417831" y="3116972"/>
                  </a:lnTo>
                  <a:lnTo>
                    <a:pt x="3416975" y="3116972"/>
                  </a:lnTo>
                  <a:lnTo>
                    <a:pt x="3416120" y="3116972"/>
                  </a:lnTo>
                  <a:lnTo>
                    <a:pt x="3415264" y="3116972"/>
                  </a:lnTo>
                  <a:lnTo>
                    <a:pt x="3414409" y="3116972"/>
                  </a:lnTo>
                  <a:lnTo>
                    <a:pt x="3413553" y="3116972"/>
                  </a:lnTo>
                  <a:lnTo>
                    <a:pt x="3412698" y="3116972"/>
                  </a:lnTo>
                  <a:lnTo>
                    <a:pt x="3411842" y="3116972"/>
                  </a:lnTo>
                  <a:lnTo>
                    <a:pt x="3410986" y="3116972"/>
                  </a:lnTo>
                  <a:lnTo>
                    <a:pt x="3410131" y="3116972"/>
                  </a:lnTo>
                  <a:lnTo>
                    <a:pt x="3409275" y="3116972"/>
                  </a:lnTo>
                  <a:lnTo>
                    <a:pt x="3408420" y="3116972"/>
                  </a:lnTo>
                  <a:lnTo>
                    <a:pt x="3407564" y="3116972"/>
                  </a:lnTo>
                  <a:lnTo>
                    <a:pt x="3406709" y="3116972"/>
                  </a:lnTo>
                  <a:lnTo>
                    <a:pt x="3405853" y="3116972"/>
                  </a:lnTo>
                  <a:lnTo>
                    <a:pt x="3404998" y="3116972"/>
                  </a:lnTo>
                  <a:lnTo>
                    <a:pt x="3404142" y="3116972"/>
                  </a:lnTo>
                  <a:lnTo>
                    <a:pt x="3403287" y="3116972"/>
                  </a:lnTo>
                  <a:lnTo>
                    <a:pt x="3402431" y="3116972"/>
                  </a:lnTo>
                  <a:lnTo>
                    <a:pt x="3401576" y="3116972"/>
                  </a:lnTo>
                  <a:lnTo>
                    <a:pt x="3400720" y="3116972"/>
                  </a:lnTo>
                  <a:lnTo>
                    <a:pt x="3399865" y="3116972"/>
                  </a:lnTo>
                  <a:lnTo>
                    <a:pt x="3399009" y="3116972"/>
                  </a:lnTo>
                  <a:lnTo>
                    <a:pt x="3398154" y="3116972"/>
                  </a:lnTo>
                  <a:lnTo>
                    <a:pt x="3397298" y="3116972"/>
                  </a:lnTo>
                  <a:lnTo>
                    <a:pt x="3396442" y="3116972"/>
                  </a:lnTo>
                  <a:lnTo>
                    <a:pt x="3395587" y="3116972"/>
                  </a:lnTo>
                  <a:lnTo>
                    <a:pt x="3394731" y="3116972"/>
                  </a:lnTo>
                  <a:lnTo>
                    <a:pt x="3393876" y="3116972"/>
                  </a:lnTo>
                  <a:lnTo>
                    <a:pt x="3393020" y="3116972"/>
                  </a:lnTo>
                  <a:lnTo>
                    <a:pt x="3392165" y="3116972"/>
                  </a:lnTo>
                  <a:lnTo>
                    <a:pt x="3391309" y="3116972"/>
                  </a:lnTo>
                  <a:lnTo>
                    <a:pt x="3390454" y="3116972"/>
                  </a:lnTo>
                  <a:lnTo>
                    <a:pt x="3389598" y="3116972"/>
                  </a:lnTo>
                  <a:lnTo>
                    <a:pt x="3388743" y="3116972"/>
                  </a:lnTo>
                  <a:lnTo>
                    <a:pt x="3387887" y="3116972"/>
                  </a:lnTo>
                  <a:lnTo>
                    <a:pt x="3387032" y="3116972"/>
                  </a:lnTo>
                  <a:lnTo>
                    <a:pt x="3386176" y="3116972"/>
                  </a:lnTo>
                  <a:lnTo>
                    <a:pt x="3385321" y="3116972"/>
                  </a:lnTo>
                  <a:lnTo>
                    <a:pt x="3384465" y="3116972"/>
                  </a:lnTo>
                  <a:lnTo>
                    <a:pt x="3383610" y="3116972"/>
                  </a:lnTo>
                  <a:lnTo>
                    <a:pt x="3382754" y="3116972"/>
                  </a:lnTo>
                  <a:lnTo>
                    <a:pt x="3381899" y="3116972"/>
                  </a:lnTo>
                  <a:lnTo>
                    <a:pt x="3381043" y="3116972"/>
                  </a:lnTo>
                  <a:lnTo>
                    <a:pt x="3380187" y="3116972"/>
                  </a:lnTo>
                  <a:lnTo>
                    <a:pt x="3379332" y="3116972"/>
                  </a:lnTo>
                  <a:lnTo>
                    <a:pt x="3378476" y="3116972"/>
                  </a:lnTo>
                  <a:lnTo>
                    <a:pt x="3377621" y="3116972"/>
                  </a:lnTo>
                  <a:lnTo>
                    <a:pt x="3376765" y="3116972"/>
                  </a:lnTo>
                  <a:lnTo>
                    <a:pt x="3375910" y="3116972"/>
                  </a:lnTo>
                  <a:lnTo>
                    <a:pt x="3375054" y="3116972"/>
                  </a:lnTo>
                  <a:lnTo>
                    <a:pt x="3374199" y="3116972"/>
                  </a:lnTo>
                  <a:lnTo>
                    <a:pt x="3373343" y="3116972"/>
                  </a:lnTo>
                  <a:lnTo>
                    <a:pt x="3372488" y="3116972"/>
                  </a:lnTo>
                  <a:lnTo>
                    <a:pt x="3371632" y="3116972"/>
                  </a:lnTo>
                  <a:lnTo>
                    <a:pt x="3370777" y="3116972"/>
                  </a:lnTo>
                  <a:lnTo>
                    <a:pt x="3369921" y="3116972"/>
                  </a:lnTo>
                  <a:lnTo>
                    <a:pt x="3369066" y="3116972"/>
                  </a:lnTo>
                  <a:lnTo>
                    <a:pt x="3368210" y="3116972"/>
                  </a:lnTo>
                  <a:lnTo>
                    <a:pt x="3367355" y="3116972"/>
                  </a:lnTo>
                  <a:lnTo>
                    <a:pt x="3366499" y="3116972"/>
                  </a:lnTo>
                  <a:lnTo>
                    <a:pt x="3365644" y="3116972"/>
                  </a:lnTo>
                  <a:lnTo>
                    <a:pt x="3364788" y="3116972"/>
                  </a:lnTo>
                  <a:lnTo>
                    <a:pt x="3363932" y="3116972"/>
                  </a:lnTo>
                  <a:lnTo>
                    <a:pt x="3363077" y="3116972"/>
                  </a:lnTo>
                  <a:lnTo>
                    <a:pt x="3362221" y="3116972"/>
                  </a:lnTo>
                  <a:lnTo>
                    <a:pt x="3361366" y="3116972"/>
                  </a:lnTo>
                  <a:lnTo>
                    <a:pt x="3360510" y="3116972"/>
                  </a:lnTo>
                  <a:lnTo>
                    <a:pt x="3359655" y="3116972"/>
                  </a:lnTo>
                  <a:lnTo>
                    <a:pt x="3358799" y="3116972"/>
                  </a:lnTo>
                  <a:lnTo>
                    <a:pt x="3357944" y="3116972"/>
                  </a:lnTo>
                  <a:lnTo>
                    <a:pt x="3357088" y="3116972"/>
                  </a:lnTo>
                  <a:lnTo>
                    <a:pt x="3356233" y="3116972"/>
                  </a:lnTo>
                  <a:lnTo>
                    <a:pt x="3355377" y="3116972"/>
                  </a:lnTo>
                  <a:lnTo>
                    <a:pt x="3354522" y="3116972"/>
                  </a:lnTo>
                  <a:lnTo>
                    <a:pt x="3353666" y="3116972"/>
                  </a:lnTo>
                  <a:lnTo>
                    <a:pt x="3352811" y="3116972"/>
                  </a:lnTo>
                  <a:lnTo>
                    <a:pt x="3351955" y="3116972"/>
                  </a:lnTo>
                  <a:lnTo>
                    <a:pt x="3351100" y="3116972"/>
                  </a:lnTo>
                  <a:lnTo>
                    <a:pt x="3350244" y="3116972"/>
                  </a:lnTo>
                  <a:lnTo>
                    <a:pt x="3349388" y="3116972"/>
                  </a:lnTo>
                  <a:lnTo>
                    <a:pt x="3348533" y="3116972"/>
                  </a:lnTo>
                  <a:lnTo>
                    <a:pt x="3347677" y="3116972"/>
                  </a:lnTo>
                  <a:lnTo>
                    <a:pt x="3346822" y="3116972"/>
                  </a:lnTo>
                  <a:lnTo>
                    <a:pt x="3345966" y="3116972"/>
                  </a:lnTo>
                  <a:lnTo>
                    <a:pt x="3345111" y="3116972"/>
                  </a:lnTo>
                  <a:lnTo>
                    <a:pt x="3344255" y="3116972"/>
                  </a:lnTo>
                  <a:lnTo>
                    <a:pt x="3343400" y="3116972"/>
                  </a:lnTo>
                  <a:lnTo>
                    <a:pt x="3342544" y="3116972"/>
                  </a:lnTo>
                  <a:lnTo>
                    <a:pt x="3341689" y="3116972"/>
                  </a:lnTo>
                  <a:lnTo>
                    <a:pt x="3340833" y="3116972"/>
                  </a:lnTo>
                  <a:lnTo>
                    <a:pt x="3339978" y="3116972"/>
                  </a:lnTo>
                  <a:lnTo>
                    <a:pt x="3339122" y="3116972"/>
                  </a:lnTo>
                  <a:lnTo>
                    <a:pt x="3338267" y="3116972"/>
                  </a:lnTo>
                  <a:lnTo>
                    <a:pt x="3337411" y="3116972"/>
                  </a:lnTo>
                  <a:lnTo>
                    <a:pt x="3336556" y="3116972"/>
                  </a:lnTo>
                  <a:lnTo>
                    <a:pt x="3335700" y="3116972"/>
                  </a:lnTo>
                  <a:lnTo>
                    <a:pt x="3334845" y="3116972"/>
                  </a:lnTo>
                  <a:lnTo>
                    <a:pt x="3333989" y="3116972"/>
                  </a:lnTo>
                  <a:lnTo>
                    <a:pt x="3333133" y="3116972"/>
                  </a:lnTo>
                  <a:lnTo>
                    <a:pt x="3332278" y="3116972"/>
                  </a:lnTo>
                  <a:lnTo>
                    <a:pt x="3331422" y="3116972"/>
                  </a:lnTo>
                  <a:lnTo>
                    <a:pt x="3330567" y="3116972"/>
                  </a:lnTo>
                  <a:lnTo>
                    <a:pt x="3329711" y="3116972"/>
                  </a:lnTo>
                  <a:lnTo>
                    <a:pt x="3328856" y="3116972"/>
                  </a:lnTo>
                  <a:lnTo>
                    <a:pt x="3328000" y="3116972"/>
                  </a:lnTo>
                  <a:lnTo>
                    <a:pt x="3327145" y="3116972"/>
                  </a:lnTo>
                  <a:lnTo>
                    <a:pt x="3326289" y="3116972"/>
                  </a:lnTo>
                  <a:lnTo>
                    <a:pt x="3325434" y="3116972"/>
                  </a:lnTo>
                  <a:lnTo>
                    <a:pt x="3324578" y="3116972"/>
                  </a:lnTo>
                  <a:lnTo>
                    <a:pt x="3323723" y="3116972"/>
                  </a:lnTo>
                  <a:lnTo>
                    <a:pt x="3322867" y="3116972"/>
                  </a:lnTo>
                  <a:lnTo>
                    <a:pt x="3322012" y="3116972"/>
                  </a:lnTo>
                  <a:lnTo>
                    <a:pt x="3321156" y="3116972"/>
                  </a:lnTo>
                  <a:lnTo>
                    <a:pt x="3320301" y="3116972"/>
                  </a:lnTo>
                  <a:lnTo>
                    <a:pt x="3319445" y="3116972"/>
                  </a:lnTo>
                  <a:lnTo>
                    <a:pt x="3318590" y="3116972"/>
                  </a:lnTo>
                  <a:lnTo>
                    <a:pt x="3317734" y="3116972"/>
                  </a:lnTo>
                  <a:lnTo>
                    <a:pt x="3316878" y="3116972"/>
                  </a:lnTo>
                  <a:lnTo>
                    <a:pt x="3316023" y="3116972"/>
                  </a:lnTo>
                  <a:lnTo>
                    <a:pt x="3315167" y="3116972"/>
                  </a:lnTo>
                  <a:lnTo>
                    <a:pt x="3314312" y="3116972"/>
                  </a:lnTo>
                  <a:lnTo>
                    <a:pt x="3313456" y="3116972"/>
                  </a:lnTo>
                  <a:lnTo>
                    <a:pt x="3312601" y="3116972"/>
                  </a:lnTo>
                  <a:lnTo>
                    <a:pt x="3311745" y="3116972"/>
                  </a:lnTo>
                  <a:lnTo>
                    <a:pt x="3310890" y="3116972"/>
                  </a:lnTo>
                  <a:lnTo>
                    <a:pt x="3310034" y="3116972"/>
                  </a:lnTo>
                  <a:lnTo>
                    <a:pt x="3309179" y="3116972"/>
                  </a:lnTo>
                  <a:lnTo>
                    <a:pt x="3308323" y="3116972"/>
                  </a:lnTo>
                  <a:lnTo>
                    <a:pt x="3307468" y="3116972"/>
                  </a:lnTo>
                  <a:lnTo>
                    <a:pt x="3306612" y="3116972"/>
                  </a:lnTo>
                  <a:lnTo>
                    <a:pt x="3305757" y="3116972"/>
                  </a:lnTo>
                  <a:lnTo>
                    <a:pt x="3304901" y="3116972"/>
                  </a:lnTo>
                  <a:lnTo>
                    <a:pt x="3304046" y="3116972"/>
                  </a:lnTo>
                  <a:lnTo>
                    <a:pt x="3303190" y="3116972"/>
                  </a:lnTo>
                  <a:lnTo>
                    <a:pt x="3302335" y="3116972"/>
                  </a:lnTo>
                  <a:lnTo>
                    <a:pt x="3301479" y="3116972"/>
                  </a:lnTo>
                  <a:lnTo>
                    <a:pt x="3300623" y="3116972"/>
                  </a:lnTo>
                  <a:lnTo>
                    <a:pt x="3299768" y="3116972"/>
                  </a:lnTo>
                  <a:lnTo>
                    <a:pt x="3298912" y="3116972"/>
                  </a:lnTo>
                  <a:lnTo>
                    <a:pt x="3298057" y="3116972"/>
                  </a:lnTo>
                  <a:lnTo>
                    <a:pt x="3297201" y="3116972"/>
                  </a:lnTo>
                  <a:lnTo>
                    <a:pt x="3296346" y="3116972"/>
                  </a:lnTo>
                  <a:lnTo>
                    <a:pt x="3295490" y="3116972"/>
                  </a:lnTo>
                  <a:lnTo>
                    <a:pt x="3294635" y="3116972"/>
                  </a:lnTo>
                  <a:lnTo>
                    <a:pt x="3293779" y="3116972"/>
                  </a:lnTo>
                  <a:lnTo>
                    <a:pt x="3292924" y="3116972"/>
                  </a:lnTo>
                  <a:lnTo>
                    <a:pt x="3292068" y="3116972"/>
                  </a:lnTo>
                  <a:lnTo>
                    <a:pt x="3291213" y="3116972"/>
                  </a:lnTo>
                  <a:lnTo>
                    <a:pt x="3290357" y="3116972"/>
                  </a:lnTo>
                  <a:lnTo>
                    <a:pt x="3289502" y="3116972"/>
                  </a:lnTo>
                  <a:lnTo>
                    <a:pt x="3288646" y="3116972"/>
                  </a:lnTo>
                  <a:lnTo>
                    <a:pt x="3287791" y="3116972"/>
                  </a:lnTo>
                  <a:lnTo>
                    <a:pt x="3286935" y="3116972"/>
                  </a:lnTo>
                  <a:lnTo>
                    <a:pt x="3286079" y="3116972"/>
                  </a:lnTo>
                  <a:lnTo>
                    <a:pt x="3285224" y="3116972"/>
                  </a:lnTo>
                  <a:lnTo>
                    <a:pt x="3284368" y="3116972"/>
                  </a:lnTo>
                  <a:lnTo>
                    <a:pt x="3283513" y="3116972"/>
                  </a:lnTo>
                  <a:lnTo>
                    <a:pt x="3282657" y="3116972"/>
                  </a:lnTo>
                  <a:lnTo>
                    <a:pt x="3281802" y="3116972"/>
                  </a:lnTo>
                  <a:lnTo>
                    <a:pt x="3280946" y="3116972"/>
                  </a:lnTo>
                  <a:lnTo>
                    <a:pt x="3280091" y="3116972"/>
                  </a:lnTo>
                  <a:lnTo>
                    <a:pt x="3279235" y="3116972"/>
                  </a:lnTo>
                  <a:lnTo>
                    <a:pt x="3278380" y="3116972"/>
                  </a:lnTo>
                  <a:lnTo>
                    <a:pt x="3277524" y="3116972"/>
                  </a:lnTo>
                  <a:lnTo>
                    <a:pt x="3276669" y="3116972"/>
                  </a:lnTo>
                  <a:lnTo>
                    <a:pt x="3275813" y="3116972"/>
                  </a:lnTo>
                  <a:lnTo>
                    <a:pt x="3274958" y="3116972"/>
                  </a:lnTo>
                  <a:lnTo>
                    <a:pt x="3274102" y="3116972"/>
                  </a:lnTo>
                  <a:lnTo>
                    <a:pt x="3273247" y="3116972"/>
                  </a:lnTo>
                  <a:lnTo>
                    <a:pt x="3272391" y="3116972"/>
                  </a:lnTo>
                  <a:lnTo>
                    <a:pt x="3271536" y="3116972"/>
                  </a:lnTo>
                  <a:lnTo>
                    <a:pt x="3270680" y="3116972"/>
                  </a:lnTo>
                  <a:lnTo>
                    <a:pt x="3269824" y="3116972"/>
                  </a:lnTo>
                  <a:lnTo>
                    <a:pt x="3268969" y="3116972"/>
                  </a:lnTo>
                  <a:lnTo>
                    <a:pt x="3268113" y="3116972"/>
                  </a:lnTo>
                  <a:lnTo>
                    <a:pt x="3267258" y="3116972"/>
                  </a:lnTo>
                  <a:lnTo>
                    <a:pt x="3266402" y="3116972"/>
                  </a:lnTo>
                  <a:lnTo>
                    <a:pt x="3265547" y="3116972"/>
                  </a:lnTo>
                  <a:lnTo>
                    <a:pt x="3264691" y="3116972"/>
                  </a:lnTo>
                  <a:lnTo>
                    <a:pt x="3263836" y="3116972"/>
                  </a:lnTo>
                  <a:lnTo>
                    <a:pt x="3262980" y="3116972"/>
                  </a:lnTo>
                  <a:lnTo>
                    <a:pt x="3262125" y="3116972"/>
                  </a:lnTo>
                  <a:lnTo>
                    <a:pt x="3261269" y="3116972"/>
                  </a:lnTo>
                  <a:lnTo>
                    <a:pt x="3260414" y="3116972"/>
                  </a:lnTo>
                  <a:lnTo>
                    <a:pt x="3259558" y="3116972"/>
                  </a:lnTo>
                  <a:lnTo>
                    <a:pt x="3258703" y="3116972"/>
                  </a:lnTo>
                  <a:lnTo>
                    <a:pt x="3257847" y="3116972"/>
                  </a:lnTo>
                  <a:lnTo>
                    <a:pt x="3256992" y="3116972"/>
                  </a:lnTo>
                  <a:lnTo>
                    <a:pt x="3256136" y="3116972"/>
                  </a:lnTo>
                  <a:lnTo>
                    <a:pt x="3255281" y="3116972"/>
                  </a:lnTo>
                  <a:lnTo>
                    <a:pt x="3254425" y="3116972"/>
                  </a:lnTo>
                  <a:lnTo>
                    <a:pt x="3253569" y="3116972"/>
                  </a:lnTo>
                  <a:lnTo>
                    <a:pt x="3252714" y="3116972"/>
                  </a:lnTo>
                  <a:lnTo>
                    <a:pt x="3251858" y="3116972"/>
                  </a:lnTo>
                  <a:lnTo>
                    <a:pt x="3251003" y="3116972"/>
                  </a:lnTo>
                  <a:lnTo>
                    <a:pt x="3250147" y="3116972"/>
                  </a:lnTo>
                  <a:lnTo>
                    <a:pt x="3249292" y="3116972"/>
                  </a:lnTo>
                  <a:lnTo>
                    <a:pt x="3248436" y="3116972"/>
                  </a:lnTo>
                  <a:lnTo>
                    <a:pt x="3247581" y="3116972"/>
                  </a:lnTo>
                  <a:lnTo>
                    <a:pt x="3246725" y="3116972"/>
                  </a:lnTo>
                  <a:lnTo>
                    <a:pt x="3245870" y="3116972"/>
                  </a:lnTo>
                  <a:lnTo>
                    <a:pt x="3245014" y="3116972"/>
                  </a:lnTo>
                  <a:lnTo>
                    <a:pt x="3244159" y="3116972"/>
                  </a:lnTo>
                  <a:lnTo>
                    <a:pt x="3243303" y="3116972"/>
                  </a:lnTo>
                  <a:lnTo>
                    <a:pt x="3242448" y="3116972"/>
                  </a:lnTo>
                  <a:lnTo>
                    <a:pt x="3241592" y="3116972"/>
                  </a:lnTo>
                  <a:lnTo>
                    <a:pt x="3240737" y="3116972"/>
                  </a:lnTo>
                  <a:lnTo>
                    <a:pt x="3239881" y="3116972"/>
                  </a:lnTo>
                  <a:lnTo>
                    <a:pt x="3239025" y="3116972"/>
                  </a:lnTo>
                  <a:lnTo>
                    <a:pt x="3238170" y="3116972"/>
                  </a:lnTo>
                  <a:lnTo>
                    <a:pt x="3237314" y="3116972"/>
                  </a:lnTo>
                  <a:lnTo>
                    <a:pt x="3236459" y="3116972"/>
                  </a:lnTo>
                  <a:lnTo>
                    <a:pt x="3235603" y="3116972"/>
                  </a:lnTo>
                  <a:lnTo>
                    <a:pt x="3234748" y="3116972"/>
                  </a:lnTo>
                  <a:lnTo>
                    <a:pt x="3233892" y="3116972"/>
                  </a:lnTo>
                  <a:lnTo>
                    <a:pt x="3233037" y="3116972"/>
                  </a:lnTo>
                  <a:lnTo>
                    <a:pt x="3232181" y="3116972"/>
                  </a:lnTo>
                  <a:lnTo>
                    <a:pt x="3231326" y="3116972"/>
                  </a:lnTo>
                  <a:lnTo>
                    <a:pt x="3230470" y="3116972"/>
                  </a:lnTo>
                  <a:lnTo>
                    <a:pt x="3229615" y="3116972"/>
                  </a:lnTo>
                  <a:lnTo>
                    <a:pt x="3228759" y="3116972"/>
                  </a:lnTo>
                  <a:lnTo>
                    <a:pt x="3227904" y="3116972"/>
                  </a:lnTo>
                  <a:lnTo>
                    <a:pt x="3227048" y="3116972"/>
                  </a:lnTo>
                  <a:lnTo>
                    <a:pt x="3226193" y="3116972"/>
                  </a:lnTo>
                  <a:lnTo>
                    <a:pt x="3225337" y="3116972"/>
                  </a:lnTo>
                  <a:lnTo>
                    <a:pt x="3224482" y="3116972"/>
                  </a:lnTo>
                  <a:lnTo>
                    <a:pt x="3223626" y="3116972"/>
                  </a:lnTo>
                  <a:lnTo>
                    <a:pt x="3222770" y="3116972"/>
                  </a:lnTo>
                  <a:lnTo>
                    <a:pt x="3221915" y="3116972"/>
                  </a:lnTo>
                  <a:lnTo>
                    <a:pt x="3221059" y="3116972"/>
                  </a:lnTo>
                  <a:lnTo>
                    <a:pt x="3220204" y="3116972"/>
                  </a:lnTo>
                  <a:lnTo>
                    <a:pt x="3219348" y="3116972"/>
                  </a:lnTo>
                  <a:lnTo>
                    <a:pt x="3218493" y="3116972"/>
                  </a:lnTo>
                  <a:lnTo>
                    <a:pt x="3217637" y="3116972"/>
                  </a:lnTo>
                  <a:lnTo>
                    <a:pt x="3216782" y="3116972"/>
                  </a:lnTo>
                  <a:lnTo>
                    <a:pt x="3215926" y="3116972"/>
                  </a:lnTo>
                  <a:lnTo>
                    <a:pt x="3215071" y="3116972"/>
                  </a:lnTo>
                  <a:lnTo>
                    <a:pt x="3214215" y="3116972"/>
                  </a:lnTo>
                  <a:lnTo>
                    <a:pt x="3213360" y="3116972"/>
                  </a:lnTo>
                  <a:lnTo>
                    <a:pt x="3212504" y="3116972"/>
                  </a:lnTo>
                  <a:lnTo>
                    <a:pt x="3211649" y="3116972"/>
                  </a:lnTo>
                  <a:lnTo>
                    <a:pt x="3210793" y="3116972"/>
                  </a:lnTo>
                  <a:lnTo>
                    <a:pt x="3209938" y="3116972"/>
                  </a:lnTo>
                  <a:lnTo>
                    <a:pt x="3209082" y="3116972"/>
                  </a:lnTo>
                  <a:lnTo>
                    <a:pt x="3208227" y="3116972"/>
                  </a:lnTo>
                  <a:lnTo>
                    <a:pt x="3207371" y="3116972"/>
                  </a:lnTo>
                  <a:lnTo>
                    <a:pt x="3206515" y="3116972"/>
                  </a:lnTo>
                  <a:lnTo>
                    <a:pt x="3205660" y="3116972"/>
                  </a:lnTo>
                  <a:lnTo>
                    <a:pt x="3204804" y="3116972"/>
                  </a:lnTo>
                  <a:lnTo>
                    <a:pt x="3203949" y="3116972"/>
                  </a:lnTo>
                  <a:lnTo>
                    <a:pt x="3203093" y="3116972"/>
                  </a:lnTo>
                  <a:lnTo>
                    <a:pt x="3202238" y="3116972"/>
                  </a:lnTo>
                  <a:lnTo>
                    <a:pt x="3201382" y="3116972"/>
                  </a:lnTo>
                  <a:lnTo>
                    <a:pt x="3200527" y="3116972"/>
                  </a:lnTo>
                  <a:lnTo>
                    <a:pt x="3199671" y="3116972"/>
                  </a:lnTo>
                  <a:lnTo>
                    <a:pt x="3198816" y="3116972"/>
                  </a:lnTo>
                  <a:lnTo>
                    <a:pt x="3197960" y="3116972"/>
                  </a:lnTo>
                  <a:lnTo>
                    <a:pt x="3197105" y="3116972"/>
                  </a:lnTo>
                  <a:lnTo>
                    <a:pt x="3196249" y="3116972"/>
                  </a:lnTo>
                  <a:lnTo>
                    <a:pt x="3195394" y="3116972"/>
                  </a:lnTo>
                  <a:lnTo>
                    <a:pt x="3194538" y="3116972"/>
                  </a:lnTo>
                  <a:lnTo>
                    <a:pt x="3193683" y="3116972"/>
                  </a:lnTo>
                  <a:lnTo>
                    <a:pt x="3192827" y="3116972"/>
                  </a:lnTo>
                  <a:lnTo>
                    <a:pt x="3191971" y="3116972"/>
                  </a:lnTo>
                  <a:lnTo>
                    <a:pt x="3191116" y="3116972"/>
                  </a:lnTo>
                  <a:lnTo>
                    <a:pt x="3190260" y="3116972"/>
                  </a:lnTo>
                  <a:lnTo>
                    <a:pt x="3189405" y="3116972"/>
                  </a:lnTo>
                  <a:lnTo>
                    <a:pt x="3188549" y="3116972"/>
                  </a:lnTo>
                  <a:lnTo>
                    <a:pt x="3187694" y="3116972"/>
                  </a:lnTo>
                  <a:lnTo>
                    <a:pt x="3186838" y="3116972"/>
                  </a:lnTo>
                  <a:lnTo>
                    <a:pt x="3185983" y="3116972"/>
                  </a:lnTo>
                  <a:lnTo>
                    <a:pt x="3185127" y="3116972"/>
                  </a:lnTo>
                  <a:lnTo>
                    <a:pt x="3184272" y="3116972"/>
                  </a:lnTo>
                  <a:lnTo>
                    <a:pt x="3183416" y="3116972"/>
                  </a:lnTo>
                  <a:lnTo>
                    <a:pt x="3182561" y="3116972"/>
                  </a:lnTo>
                  <a:lnTo>
                    <a:pt x="3181705" y="3116972"/>
                  </a:lnTo>
                  <a:lnTo>
                    <a:pt x="3180850" y="3116972"/>
                  </a:lnTo>
                  <a:lnTo>
                    <a:pt x="3179994" y="3116972"/>
                  </a:lnTo>
                  <a:lnTo>
                    <a:pt x="3179139" y="3116972"/>
                  </a:lnTo>
                  <a:lnTo>
                    <a:pt x="3178283" y="3116972"/>
                  </a:lnTo>
                  <a:lnTo>
                    <a:pt x="3177428" y="3116972"/>
                  </a:lnTo>
                  <a:lnTo>
                    <a:pt x="3176572" y="3116972"/>
                  </a:lnTo>
                  <a:lnTo>
                    <a:pt x="3175716" y="3116972"/>
                  </a:lnTo>
                  <a:lnTo>
                    <a:pt x="3174861" y="3116972"/>
                  </a:lnTo>
                  <a:lnTo>
                    <a:pt x="3174005" y="3116972"/>
                  </a:lnTo>
                  <a:lnTo>
                    <a:pt x="3173150" y="3116972"/>
                  </a:lnTo>
                  <a:lnTo>
                    <a:pt x="3172294" y="3116972"/>
                  </a:lnTo>
                  <a:lnTo>
                    <a:pt x="3171439" y="3116972"/>
                  </a:lnTo>
                  <a:lnTo>
                    <a:pt x="3170583" y="3116972"/>
                  </a:lnTo>
                  <a:lnTo>
                    <a:pt x="3169728" y="3116972"/>
                  </a:lnTo>
                  <a:lnTo>
                    <a:pt x="3168872" y="3116972"/>
                  </a:lnTo>
                  <a:lnTo>
                    <a:pt x="3168017" y="3116972"/>
                  </a:lnTo>
                  <a:lnTo>
                    <a:pt x="3167161" y="3116972"/>
                  </a:lnTo>
                  <a:lnTo>
                    <a:pt x="3166306" y="3116972"/>
                  </a:lnTo>
                  <a:lnTo>
                    <a:pt x="3165450" y="3116972"/>
                  </a:lnTo>
                  <a:lnTo>
                    <a:pt x="3164595" y="3116972"/>
                  </a:lnTo>
                  <a:lnTo>
                    <a:pt x="3163739" y="3116972"/>
                  </a:lnTo>
                  <a:lnTo>
                    <a:pt x="3162884" y="3116972"/>
                  </a:lnTo>
                  <a:lnTo>
                    <a:pt x="3162028" y="3116972"/>
                  </a:lnTo>
                  <a:lnTo>
                    <a:pt x="3161173" y="3116972"/>
                  </a:lnTo>
                  <a:lnTo>
                    <a:pt x="3160317" y="3116972"/>
                  </a:lnTo>
                  <a:lnTo>
                    <a:pt x="3159461" y="3116972"/>
                  </a:lnTo>
                  <a:lnTo>
                    <a:pt x="3158606" y="3116972"/>
                  </a:lnTo>
                  <a:lnTo>
                    <a:pt x="3157750" y="3116972"/>
                  </a:lnTo>
                  <a:lnTo>
                    <a:pt x="3156895" y="3116972"/>
                  </a:lnTo>
                  <a:lnTo>
                    <a:pt x="3156039" y="3116972"/>
                  </a:lnTo>
                  <a:lnTo>
                    <a:pt x="3155184" y="3116972"/>
                  </a:lnTo>
                  <a:lnTo>
                    <a:pt x="3154328" y="3116972"/>
                  </a:lnTo>
                  <a:lnTo>
                    <a:pt x="3153473" y="3116972"/>
                  </a:lnTo>
                  <a:lnTo>
                    <a:pt x="3152617" y="3116972"/>
                  </a:lnTo>
                  <a:lnTo>
                    <a:pt x="3151762" y="3116972"/>
                  </a:lnTo>
                  <a:lnTo>
                    <a:pt x="3150906" y="3116972"/>
                  </a:lnTo>
                  <a:lnTo>
                    <a:pt x="3150051" y="3116972"/>
                  </a:lnTo>
                  <a:lnTo>
                    <a:pt x="3149195" y="3116972"/>
                  </a:lnTo>
                  <a:lnTo>
                    <a:pt x="3148340" y="3116972"/>
                  </a:lnTo>
                  <a:lnTo>
                    <a:pt x="3147484" y="3116972"/>
                  </a:lnTo>
                  <a:lnTo>
                    <a:pt x="3146629" y="3116972"/>
                  </a:lnTo>
                  <a:lnTo>
                    <a:pt x="3145773" y="3116972"/>
                  </a:lnTo>
                  <a:lnTo>
                    <a:pt x="3144917" y="3116972"/>
                  </a:lnTo>
                  <a:lnTo>
                    <a:pt x="3144062" y="3116972"/>
                  </a:lnTo>
                  <a:lnTo>
                    <a:pt x="3143206" y="3116972"/>
                  </a:lnTo>
                  <a:lnTo>
                    <a:pt x="3142351" y="3116972"/>
                  </a:lnTo>
                  <a:lnTo>
                    <a:pt x="3141495" y="3116972"/>
                  </a:lnTo>
                  <a:lnTo>
                    <a:pt x="3140640" y="3116972"/>
                  </a:lnTo>
                  <a:lnTo>
                    <a:pt x="3139784" y="3116972"/>
                  </a:lnTo>
                  <a:lnTo>
                    <a:pt x="3138929" y="3116972"/>
                  </a:lnTo>
                  <a:lnTo>
                    <a:pt x="3138073" y="3116972"/>
                  </a:lnTo>
                  <a:lnTo>
                    <a:pt x="3137218" y="3116972"/>
                  </a:lnTo>
                  <a:lnTo>
                    <a:pt x="3136362" y="3116972"/>
                  </a:lnTo>
                  <a:lnTo>
                    <a:pt x="3135507" y="3116972"/>
                  </a:lnTo>
                  <a:lnTo>
                    <a:pt x="3134651" y="3116972"/>
                  </a:lnTo>
                  <a:lnTo>
                    <a:pt x="3133796" y="3116972"/>
                  </a:lnTo>
                  <a:lnTo>
                    <a:pt x="3132940" y="3116972"/>
                  </a:lnTo>
                  <a:lnTo>
                    <a:pt x="3132085" y="3116972"/>
                  </a:lnTo>
                  <a:lnTo>
                    <a:pt x="3131229" y="3116972"/>
                  </a:lnTo>
                  <a:lnTo>
                    <a:pt x="3130374" y="3116972"/>
                  </a:lnTo>
                  <a:lnTo>
                    <a:pt x="3129518" y="3116972"/>
                  </a:lnTo>
                  <a:lnTo>
                    <a:pt x="3128662" y="3116972"/>
                  </a:lnTo>
                  <a:lnTo>
                    <a:pt x="3127807" y="3116972"/>
                  </a:lnTo>
                  <a:lnTo>
                    <a:pt x="3126951" y="3116972"/>
                  </a:lnTo>
                  <a:lnTo>
                    <a:pt x="3126096" y="3116972"/>
                  </a:lnTo>
                  <a:lnTo>
                    <a:pt x="3125240" y="3116972"/>
                  </a:lnTo>
                  <a:lnTo>
                    <a:pt x="3124385" y="3116972"/>
                  </a:lnTo>
                  <a:lnTo>
                    <a:pt x="3123529" y="3116972"/>
                  </a:lnTo>
                  <a:lnTo>
                    <a:pt x="3122674" y="3116972"/>
                  </a:lnTo>
                  <a:lnTo>
                    <a:pt x="3121818" y="3116972"/>
                  </a:lnTo>
                  <a:lnTo>
                    <a:pt x="3120963" y="3116972"/>
                  </a:lnTo>
                  <a:lnTo>
                    <a:pt x="3120107" y="3116972"/>
                  </a:lnTo>
                  <a:lnTo>
                    <a:pt x="3119252" y="3116972"/>
                  </a:lnTo>
                  <a:lnTo>
                    <a:pt x="3118396" y="3116972"/>
                  </a:lnTo>
                  <a:lnTo>
                    <a:pt x="3117541" y="3116972"/>
                  </a:lnTo>
                  <a:lnTo>
                    <a:pt x="3116685" y="3116972"/>
                  </a:lnTo>
                  <a:lnTo>
                    <a:pt x="3115830" y="3116972"/>
                  </a:lnTo>
                  <a:lnTo>
                    <a:pt x="3114974" y="3116972"/>
                  </a:lnTo>
                  <a:lnTo>
                    <a:pt x="3114119" y="3116972"/>
                  </a:lnTo>
                  <a:lnTo>
                    <a:pt x="3113263" y="3116972"/>
                  </a:lnTo>
                  <a:lnTo>
                    <a:pt x="3112407" y="3116972"/>
                  </a:lnTo>
                  <a:lnTo>
                    <a:pt x="3111552" y="3116972"/>
                  </a:lnTo>
                  <a:lnTo>
                    <a:pt x="3110696" y="3116972"/>
                  </a:lnTo>
                  <a:lnTo>
                    <a:pt x="3109841" y="3116972"/>
                  </a:lnTo>
                  <a:lnTo>
                    <a:pt x="3108985" y="3116972"/>
                  </a:lnTo>
                  <a:lnTo>
                    <a:pt x="3108130" y="3116972"/>
                  </a:lnTo>
                  <a:lnTo>
                    <a:pt x="3107274" y="3116972"/>
                  </a:lnTo>
                  <a:lnTo>
                    <a:pt x="3106419" y="3116972"/>
                  </a:lnTo>
                  <a:lnTo>
                    <a:pt x="3105563" y="3116972"/>
                  </a:lnTo>
                  <a:lnTo>
                    <a:pt x="3104708" y="3116972"/>
                  </a:lnTo>
                  <a:lnTo>
                    <a:pt x="3103852" y="3116972"/>
                  </a:lnTo>
                  <a:lnTo>
                    <a:pt x="3102997" y="3116972"/>
                  </a:lnTo>
                  <a:lnTo>
                    <a:pt x="3102141" y="3116972"/>
                  </a:lnTo>
                  <a:lnTo>
                    <a:pt x="3101286" y="3116972"/>
                  </a:lnTo>
                  <a:lnTo>
                    <a:pt x="3100430" y="3116972"/>
                  </a:lnTo>
                  <a:lnTo>
                    <a:pt x="3099575" y="3116972"/>
                  </a:lnTo>
                  <a:lnTo>
                    <a:pt x="3098719" y="3116972"/>
                  </a:lnTo>
                  <a:lnTo>
                    <a:pt x="3097864" y="3116972"/>
                  </a:lnTo>
                  <a:lnTo>
                    <a:pt x="3097008" y="3116972"/>
                  </a:lnTo>
                  <a:lnTo>
                    <a:pt x="3096152" y="3116972"/>
                  </a:lnTo>
                  <a:lnTo>
                    <a:pt x="3095297" y="3116972"/>
                  </a:lnTo>
                  <a:lnTo>
                    <a:pt x="3094441" y="3116972"/>
                  </a:lnTo>
                  <a:lnTo>
                    <a:pt x="3093586" y="3116972"/>
                  </a:lnTo>
                  <a:lnTo>
                    <a:pt x="3092730" y="3116972"/>
                  </a:lnTo>
                  <a:lnTo>
                    <a:pt x="3091875" y="3116972"/>
                  </a:lnTo>
                  <a:lnTo>
                    <a:pt x="3091019" y="3116972"/>
                  </a:lnTo>
                  <a:lnTo>
                    <a:pt x="3090164" y="3116972"/>
                  </a:lnTo>
                  <a:lnTo>
                    <a:pt x="3089308" y="3116972"/>
                  </a:lnTo>
                  <a:lnTo>
                    <a:pt x="3088453" y="3116972"/>
                  </a:lnTo>
                  <a:lnTo>
                    <a:pt x="3087597" y="3116972"/>
                  </a:lnTo>
                  <a:lnTo>
                    <a:pt x="3086742" y="3116972"/>
                  </a:lnTo>
                  <a:lnTo>
                    <a:pt x="3085886" y="3116972"/>
                  </a:lnTo>
                  <a:lnTo>
                    <a:pt x="3085031" y="3116972"/>
                  </a:lnTo>
                  <a:lnTo>
                    <a:pt x="3084175" y="3116972"/>
                  </a:lnTo>
                  <a:lnTo>
                    <a:pt x="3083320" y="3116972"/>
                  </a:lnTo>
                  <a:lnTo>
                    <a:pt x="3082464" y="3116972"/>
                  </a:lnTo>
                  <a:lnTo>
                    <a:pt x="3081608" y="3116972"/>
                  </a:lnTo>
                  <a:lnTo>
                    <a:pt x="3080753" y="3116972"/>
                  </a:lnTo>
                  <a:lnTo>
                    <a:pt x="3079897" y="3116972"/>
                  </a:lnTo>
                  <a:lnTo>
                    <a:pt x="3079042" y="3116972"/>
                  </a:lnTo>
                  <a:lnTo>
                    <a:pt x="3078186" y="3116972"/>
                  </a:lnTo>
                  <a:lnTo>
                    <a:pt x="3077331" y="3116972"/>
                  </a:lnTo>
                  <a:lnTo>
                    <a:pt x="3076475" y="3116972"/>
                  </a:lnTo>
                  <a:lnTo>
                    <a:pt x="3075620" y="3116972"/>
                  </a:lnTo>
                  <a:lnTo>
                    <a:pt x="3074764" y="3116972"/>
                  </a:lnTo>
                  <a:lnTo>
                    <a:pt x="3073909" y="3116972"/>
                  </a:lnTo>
                  <a:lnTo>
                    <a:pt x="3073053" y="3116972"/>
                  </a:lnTo>
                  <a:lnTo>
                    <a:pt x="3072198" y="3116972"/>
                  </a:lnTo>
                  <a:lnTo>
                    <a:pt x="3071342" y="3116972"/>
                  </a:lnTo>
                  <a:lnTo>
                    <a:pt x="3070487" y="3116972"/>
                  </a:lnTo>
                  <a:lnTo>
                    <a:pt x="3069631" y="3116972"/>
                  </a:lnTo>
                  <a:lnTo>
                    <a:pt x="3068776" y="3116972"/>
                  </a:lnTo>
                  <a:lnTo>
                    <a:pt x="3067920" y="3116972"/>
                  </a:lnTo>
                  <a:lnTo>
                    <a:pt x="3067065" y="3116972"/>
                  </a:lnTo>
                  <a:lnTo>
                    <a:pt x="3066209" y="3116972"/>
                  </a:lnTo>
                  <a:lnTo>
                    <a:pt x="3065353" y="3116972"/>
                  </a:lnTo>
                  <a:lnTo>
                    <a:pt x="3064498" y="3116972"/>
                  </a:lnTo>
                  <a:lnTo>
                    <a:pt x="3063642" y="3116972"/>
                  </a:lnTo>
                  <a:lnTo>
                    <a:pt x="3062787" y="3116972"/>
                  </a:lnTo>
                  <a:lnTo>
                    <a:pt x="3061931" y="3116972"/>
                  </a:lnTo>
                  <a:lnTo>
                    <a:pt x="3061076" y="3116972"/>
                  </a:lnTo>
                  <a:lnTo>
                    <a:pt x="3060220" y="3116972"/>
                  </a:lnTo>
                  <a:lnTo>
                    <a:pt x="3059365" y="3116972"/>
                  </a:lnTo>
                  <a:lnTo>
                    <a:pt x="3058509" y="3116972"/>
                  </a:lnTo>
                  <a:lnTo>
                    <a:pt x="3057654" y="3116972"/>
                  </a:lnTo>
                  <a:lnTo>
                    <a:pt x="3056798" y="3116972"/>
                  </a:lnTo>
                  <a:lnTo>
                    <a:pt x="3055943" y="3116972"/>
                  </a:lnTo>
                  <a:lnTo>
                    <a:pt x="3055087" y="3116972"/>
                  </a:lnTo>
                  <a:lnTo>
                    <a:pt x="3054232" y="3116972"/>
                  </a:lnTo>
                  <a:lnTo>
                    <a:pt x="3053376" y="3116972"/>
                  </a:lnTo>
                  <a:lnTo>
                    <a:pt x="3052521" y="3116972"/>
                  </a:lnTo>
                  <a:lnTo>
                    <a:pt x="3051665" y="3116972"/>
                  </a:lnTo>
                  <a:lnTo>
                    <a:pt x="3050810" y="3116972"/>
                  </a:lnTo>
                  <a:lnTo>
                    <a:pt x="3049954" y="3116972"/>
                  </a:lnTo>
                  <a:lnTo>
                    <a:pt x="3049098" y="3116972"/>
                  </a:lnTo>
                  <a:lnTo>
                    <a:pt x="3048243" y="3116972"/>
                  </a:lnTo>
                  <a:lnTo>
                    <a:pt x="3047387" y="3116972"/>
                  </a:lnTo>
                  <a:lnTo>
                    <a:pt x="3046532" y="3116972"/>
                  </a:lnTo>
                  <a:lnTo>
                    <a:pt x="3045676" y="3116972"/>
                  </a:lnTo>
                  <a:lnTo>
                    <a:pt x="3044821" y="3116972"/>
                  </a:lnTo>
                  <a:lnTo>
                    <a:pt x="3043965" y="3116972"/>
                  </a:lnTo>
                  <a:lnTo>
                    <a:pt x="3043110" y="3116972"/>
                  </a:lnTo>
                  <a:lnTo>
                    <a:pt x="3042254" y="3116972"/>
                  </a:lnTo>
                  <a:lnTo>
                    <a:pt x="3041399" y="3116972"/>
                  </a:lnTo>
                  <a:lnTo>
                    <a:pt x="3040543" y="3116972"/>
                  </a:lnTo>
                  <a:lnTo>
                    <a:pt x="3039688" y="3116972"/>
                  </a:lnTo>
                  <a:lnTo>
                    <a:pt x="3038832" y="3116972"/>
                  </a:lnTo>
                  <a:lnTo>
                    <a:pt x="3037977" y="3116972"/>
                  </a:lnTo>
                  <a:lnTo>
                    <a:pt x="3037121" y="3116972"/>
                  </a:lnTo>
                  <a:lnTo>
                    <a:pt x="3036266" y="3116972"/>
                  </a:lnTo>
                  <a:lnTo>
                    <a:pt x="3035410" y="3116972"/>
                  </a:lnTo>
                  <a:lnTo>
                    <a:pt x="3034554" y="3116972"/>
                  </a:lnTo>
                  <a:lnTo>
                    <a:pt x="3033699" y="3116972"/>
                  </a:lnTo>
                  <a:lnTo>
                    <a:pt x="3032843" y="3116972"/>
                  </a:lnTo>
                  <a:lnTo>
                    <a:pt x="3031988" y="3116972"/>
                  </a:lnTo>
                  <a:lnTo>
                    <a:pt x="3031132" y="3116972"/>
                  </a:lnTo>
                  <a:lnTo>
                    <a:pt x="3030277" y="3116972"/>
                  </a:lnTo>
                  <a:lnTo>
                    <a:pt x="3029421" y="3116972"/>
                  </a:lnTo>
                  <a:lnTo>
                    <a:pt x="3028566" y="3116972"/>
                  </a:lnTo>
                  <a:lnTo>
                    <a:pt x="3027710" y="3116972"/>
                  </a:lnTo>
                  <a:lnTo>
                    <a:pt x="3026855" y="3116972"/>
                  </a:lnTo>
                  <a:lnTo>
                    <a:pt x="3025999" y="3116972"/>
                  </a:lnTo>
                  <a:lnTo>
                    <a:pt x="3025144" y="3116972"/>
                  </a:lnTo>
                  <a:lnTo>
                    <a:pt x="3024288" y="3116972"/>
                  </a:lnTo>
                  <a:lnTo>
                    <a:pt x="3023433" y="3116972"/>
                  </a:lnTo>
                  <a:lnTo>
                    <a:pt x="3022577" y="3116972"/>
                  </a:lnTo>
                  <a:lnTo>
                    <a:pt x="3021722" y="3116972"/>
                  </a:lnTo>
                  <a:lnTo>
                    <a:pt x="3020866" y="3116972"/>
                  </a:lnTo>
                  <a:lnTo>
                    <a:pt x="3020011" y="3116972"/>
                  </a:lnTo>
                  <a:lnTo>
                    <a:pt x="3019155" y="3116972"/>
                  </a:lnTo>
                  <a:lnTo>
                    <a:pt x="3018299" y="3116972"/>
                  </a:lnTo>
                  <a:lnTo>
                    <a:pt x="3017444" y="3116972"/>
                  </a:lnTo>
                  <a:lnTo>
                    <a:pt x="3016588" y="3116972"/>
                  </a:lnTo>
                  <a:lnTo>
                    <a:pt x="3015733" y="3116972"/>
                  </a:lnTo>
                  <a:lnTo>
                    <a:pt x="3014877" y="3116972"/>
                  </a:lnTo>
                  <a:lnTo>
                    <a:pt x="3014022" y="3116972"/>
                  </a:lnTo>
                  <a:lnTo>
                    <a:pt x="3013166" y="3116972"/>
                  </a:lnTo>
                  <a:lnTo>
                    <a:pt x="3012311" y="3116972"/>
                  </a:lnTo>
                  <a:lnTo>
                    <a:pt x="3011455" y="3116972"/>
                  </a:lnTo>
                  <a:lnTo>
                    <a:pt x="3010600" y="3116972"/>
                  </a:lnTo>
                  <a:lnTo>
                    <a:pt x="3009744" y="3116972"/>
                  </a:lnTo>
                  <a:lnTo>
                    <a:pt x="3008889" y="3116972"/>
                  </a:lnTo>
                  <a:lnTo>
                    <a:pt x="3008033" y="3116972"/>
                  </a:lnTo>
                  <a:lnTo>
                    <a:pt x="3007178" y="3116972"/>
                  </a:lnTo>
                  <a:lnTo>
                    <a:pt x="3006322" y="3116972"/>
                  </a:lnTo>
                  <a:lnTo>
                    <a:pt x="3005467" y="3116972"/>
                  </a:lnTo>
                  <a:lnTo>
                    <a:pt x="3004611" y="3116972"/>
                  </a:lnTo>
                  <a:lnTo>
                    <a:pt x="3003756" y="3116972"/>
                  </a:lnTo>
                  <a:lnTo>
                    <a:pt x="3002900" y="3116972"/>
                  </a:lnTo>
                  <a:lnTo>
                    <a:pt x="3002044" y="3116972"/>
                  </a:lnTo>
                  <a:lnTo>
                    <a:pt x="3001189" y="3116972"/>
                  </a:lnTo>
                  <a:lnTo>
                    <a:pt x="3000333" y="3116972"/>
                  </a:lnTo>
                  <a:lnTo>
                    <a:pt x="2999478" y="3116972"/>
                  </a:lnTo>
                  <a:lnTo>
                    <a:pt x="2998622" y="3116972"/>
                  </a:lnTo>
                  <a:lnTo>
                    <a:pt x="2997767" y="3116972"/>
                  </a:lnTo>
                  <a:lnTo>
                    <a:pt x="2996911" y="3116972"/>
                  </a:lnTo>
                  <a:lnTo>
                    <a:pt x="2996056" y="3116972"/>
                  </a:lnTo>
                  <a:lnTo>
                    <a:pt x="2995200" y="3116972"/>
                  </a:lnTo>
                  <a:lnTo>
                    <a:pt x="2994345" y="3116972"/>
                  </a:lnTo>
                  <a:lnTo>
                    <a:pt x="2993489" y="3116972"/>
                  </a:lnTo>
                  <a:lnTo>
                    <a:pt x="2992634" y="3116972"/>
                  </a:lnTo>
                  <a:lnTo>
                    <a:pt x="2991778" y="3116972"/>
                  </a:lnTo>
                  <a:lnTo>
                    <a:pt x="2990923" y="3116972"/>
                  </a:lnTo>
                  <a:lnTo>
                    <a:pt x="2990067" y="3116972"/>
                  </a:lnTo>
                  <a:lnTo>
                    <a:pt x="2989212" y="3116972"/>
                  </a:lnTo>
                  <a:lnTo>
                    <a:pt x="2988356" y="3116972"/>
                  </a:lnTo>
                  <a:lnTo>
                    <a:pt x="2987500" y="3116972"/>
                  </a:lnTo>
                  <a:lnTo>
                    <a:pt x="2986645" y="3116972"/>
                  </a:lnTo>
                  <a:lnTo>
                    <a:pt x="2985789" y="3116972"/>
                  </a:lnTo>
                  <a:lnTo>
                    <a:pt x="2984934" y="3116972"/>
                  </a:lnTo>
                  <a:lnTo>
                    <a:pt x="2984078" y="3116972"/>
                  </a:lnTo>
                  <a:lnTo>
                    <a:pt x="2983223" y="3116972"/>
                  </a:lnTo>
                  <a:lnTo>
                    <a:pt x="2982367" y="3116972"/>
                  </a:lnTo>
                  <a:lnTo>
                    <a:pt x="2981512" y="3116972"/>
                  </a:lnTo>
                  <a:lnTo>
                    <a:pt x="2980656" y="3116972"/>
                  </a:lnTo>
                  <a:lnTo>
                    <a:pt x="2979801" y="3116972"/>
                  </a:lnTo>
                  <a:lnTo>
                    <a:pt x="2978945" y="3116972"/>
                  </a:lnTo>
                  <a:lnTo>
                    <a:pt x="2978090" y="3116972"/>
                  </a:lnTo>
                  <a:lnTo>
                    <a:pt x="2977234" y="3116972"/>
                  </a:lnTo>
                  <a:lnTo>
                    <a:pt x="2976379" y="3116972"/>
                  </a:lnTo>
                  <a:lnTo>
                    <a:pt x="2975523" y="3116972"/>
                  </a:lnTo>
                  <a:lnTo>
                    <a:pt x="2974668" y="3116972"/>
                  </a:lnTo>
                  <a:lnTo>
                    <a:pt x="2973812" y="3116972"/>
                  </a:lnTo>
                  <a:lnTo>
                    <a:pt x="2972957" y="3116972"/>
                  </a:lnTo>
                  <a:lnTo>
                    <a:pt x="2972101" y="3116972"/>
                  </a:lnTo>
                  <a:lnTo>
                    <a:pt x="2971245" y="3116972"/>
                  </a:lnTo>
                  <a:lnTo>
                    <a:pt x="2970390" y="3116972"/>
                  </a:lnTo>
                  <a:lnTo>
                    <a:pt x="2969534" y="3116972"/>
                  </a:lnTo>
                  <a:lnTo>
                    <a:pt x="2968679" y="3116972"/>
                  </a:lnTo>
                  <a:lnTo>
                    <a:pt x="2967823" y="3116972"/>
                  </a:lnTo>
                  <a:lnTo>
                    <a:pt x="2966968" y="3116972"/>
                  </a:lnTo>
                  <a:lnTo>
                    <a:pt x="2966112" y="3116972"/>
                  </a:lnTo>
                  <a:lnTo>
                    <a:pt x="2965257" y="3116972"/>
                  </a:lnTo>
                  <a:lnTo>
                    <a:pt x="2964401" y="3116972"/>
                  </a:lnTo>
                  <a:lnTo>
                    <a:pt x="2963546" y="3116972"/>
                  </a:lnTo>
                  <a:lnTo>
                    <a:pt x="2962690" y="3116972"/>
                  </a:lnTo>
                  <a:lnTo>
                    <a:pt x="2961835" y="3116972"/>
                  </a:lnTo>
                  <a:lnTo>
                    <a:pt x="2960979" y="3116972"/>
                  </a:lnTo>
                  <a:lnTo>
                    <a:pt x="2960124" y="3116972"/>
                  </a:lnTo>
                  <a:lnTo>
                    <a:pt x="2959268" y="3116972"/>
                  </a:lnTo>
                  <a:lnTo>
                    <a:pt x="2958413" y="3116972"/>
                  </a:lnTo>
                  <a:lnTo>
                    <a:pt x="2957557" y="3116972"/>
                  </a:lnTo>
                  <a:lnTo>
                    <a:pt x="2956702" y="3116972"/>
                  </a:lnTo>
                  <a:lnTo>
                    <a:pt x="2955846" y="3116972"/>
                  </a:lnTo>
                  <a:lnTo>
                    <a:pt x="2954990" y="3116972"/>
                  </a:lnTo>
                  <a:lnTo>
                    <a:pt x="2954135" y="3116972"/>
                  </a:lnTo>
                  <a:lnTo>
                    <a:pt x="2953279" y="3116972"/>
                  </a:lnTo>
                  <a:lnTo>
                    <a:pt x="2952424" y="3116972"/>
                  </a:lnTo>
                  <a:lnTo>
                    <a:pt x="2951568" y="3116972"/>
                  </a:lnTo>
                  <a:lnTo>
                    <a:pt x="2950713" y="3116972"/>
                  </a:lnTo>
                  <a:lnTo>
                    <a:pt x="2949857" y="3116972"/>
                  </a:lnTo>
                  <a:lnTo>
                    <a:pt x="2949002" y="3116972"/>
                  </a:lnTo>
                  <a:lnTo>
                    <a:pt x="2948146" y="3116972"/>
                  </a:lnTo>
                  <a:lnTo>
                    <a:pt x="2947291" y="3116972"/>
                  </a:lnTo>
                  <a:lnTo>
                    <a:pt x="2946435" y="3116972"/>
                  </a:lnTo>
                  <a:lnTo>
                    <a:pt x="2945580" y="3116972"/>
                  </a:lnTo>
                  <a:lnTo>
                    <a:pt x="2944724" y="3116972"/>
                  </a:lnTo>
                  <a:lnTo>
                    <a:pt x="2943869" y="3116972"/>
                  </a:lnTo>
                  <a:lnTo>
                    <a:pt x="2943013" y="3116972"/>
                  </a:lnTo>
                  <a:lnTo>
                    <a:pt x="2942158" y="3116972"/>
                  </a:lnTo>
                  <a:lnTo>
                    <a:pt x="2941302" y="3116972"/>
                  </a:lnTo>
                  <a:lnTo>
                    <a:pt x="2940446" y="3116972"/>
                  </a:lnTo>
                  <a:lnTo>
                    <a:pt x="2939591" y="3116972"/>
                  </a:lnTo>
                  <a:lnTo>
                    <a:pt x="2938735" y="3116972"/>
                  </a:lnTo>
                  <a:lnTo>
                    <a:pt x="2937880" y="3116972"/>
                  </a:lnTo>
                  <a:lnTo>
                    <a:pt x="2937024" y="3116972"/>
                  </a:lnTo>
                  <a:lnTo>
                    <a:pt x="2936169" y="3116972"/>
                  </a:lnTo>
                  <a:lnTo>
                    <a:pt x="2935313" y="3116972"/>
                  </a:lnTo>
                  <a:lnTo>
                    <a:pt x="2934458" y="3116972"/>
                  </a:lnTo>
                  <a:lnTo>
                    <a:pt x="2933602" y="3116972"/>
                  </a:lnTo>
                  <a:lnTo>
                    <a:pt x="2932747" y="3116972"/>
                  </a:lnTo>
                  <a:lnTo>
                    <a:pt x="2931891" y="3116972"/>
                  </a:lnTo>
                  <a:lnTo>
                    <a:pt x="2931036" y="3116972"/>
                  </a:lnTo>
                  <a:lnTo>
                    <a:pt x="2930180" y="3116972"/>
                  </a:lnTo>
                  <a:lnTo>
                    <a:pt x="2929325" y="3116972"/>
                  </a:lnTo>
                  <a:lnTo>
                    <a:pt x="2928469" y="3116972"/>
                  </a:lnTo>
                  <a:lnTo>
                    <a:pt x="2927614" y="3116972"/>
                  </a:lnTo>
                  <a:lnTo>
                    <a:pt x="2926758" y="3116972"/>
                  </a:lnTo>
                  <a:lnTo>
                    <a:pt x="2925903" y="3116972"/>
                  </a:lnTo>
                  <a:lnTo>
                    <a:pt x="2925047" y="3116972"/>
                  </a:lnTo>
                  <a:lnTo>
                    <a:pt x="2924191" y="3116972"/>
                  </a:lnTo>
                  <a:lnTo>
                    <a:pt x="2923336" y="3116972"/>
                  </a:lnTo>
                  <a:lnTo>
                    <a:pt x="2922480" y="3116972"/>
                  </a:lnTo>
                  <a:lnTo>
                    <a:pt x="2921625" y="3116972"/>
                  </a:lnTo>
                  <a:lnTo>
                    <a:pt x="2920769" y="3116972"/>
                  </a:lnTo>
                  <a:lnTo>
                    <a:pt x="2919914" y="3116972"/>
                  </a:lnTo>
                  <a:lnTo>
                    <a:pt x="2919058" y="3116972"/>
                  </a:lnTo>
                  <a:lnTo>
                    <a:pt x="2918203" y="3116972"/>
                  </a:lnTo>
                  <a:lnTo>
                    <a:pt x="2917347" y="3116972"/>
                  </a:lnTo>
                  <a:lnTo>
                    <a:pt x="2916492" y="3116972"/>
                  </a:lnTo>
                  <a:lnTo>
                    <a:pt x="2915636" y="3116972"/>
                  </a:lnTo>
                  <a:lnTo>
                    <a:pt x="2914781" y="3116972"/>
                  </a:lnTo>
                  <a:lnTo>
                    <a:pt x="2913925" y="3116972"/>
                  </a:lnTo>
                  <a:lnTo>
                    <a:pt x="2913070" y="3116972"/>
                  </a:lnTo>
                  <a:lnTo>
                    <a:pt x="2912214" y="3116972"/>
                  </a:lnTo>
                  <a:lnTo>
                    <a:pt x="2911359" y="3116972"/>
                  </a:lnTo>
                  <a:lnTo>
                    <a:pt x="2910503" y="3116972"/>
                  </a:lnTo>
                  <a:lnTo>
                    <a:pt x="2909648" y="3116972"/>
                  </a:lnTo>
                  <a:lnTo>
                    <a:pt x="2908792" y="3116972"/>
                  </a:lnTo>
                  <a:lnTo>
                    <a:pt x="2907936" y="3116972"/>
                  </a:lnTo>
                  <a:lnTo>
                    <a:pt x="2907081" y="3116972"/>
                  </a:lnTo>
                  <a:lnTo>
                    <a:pt x="2906225" y="3116972"/>
                  </a:lnTo>
                  <a:lnTo>
                    <a:pt x="2905370" y="3116972"/>
                  </a:lnTo>
                  <a:lnTo>
                    <a:pt x="2904514" y="3116972"/>
                  </a:lnTo>
                  <a:lnTo>
                    <a:pt x="2903659" y="3116972"/>
                  </a:lnTo>
                  <a:lnTo>
                    <a:pt x="2902803" y="3116972"/>
                  </a:lnTo>
                  <a:lnTo>
                    <a:pt x="2901948" y="3116972"/>
                  </a:lnTo>
                  <a:lnTo>
                    <a:pt x="2901092" y="3116972"/>
                  </a:lnTo>
                  <a:lnTo>
                    <a:pt x="2900237" y="3116972"/>
                  </a:lnTo>
                  <a:lnTo>
                    <a:pt x="2899381" y="3116972"/>
                  </a:lnTo>
                  <a:lnTo>
                    <a:pt x="2898526" y="3116972"/>
                  </a:lnTo>
                  <a:lnTo>
                    <a:pt x="2897670" y="3116972"/>
                  </a:lnTo>
                  <a:lnTo>
                    <a:pt x="2896815" y="3116972"/>
                  </a:lnTo>
                  <a:lnTo>
                    <a:pt x="2895959" y="3116972"/>
                  </a:lnTo>
                  <a:lnTo>
                    <a:pt x="2895104" y="3116972"/>
                  </a:lnTo>
                  <a:lnTo>
                    <a:pt x="2894248" y="3116972"/>
                  </a:lnTo>
                  <a:lnTo>
                    <a:pt x="2893392" y="3116972"/>
                  </a:lnTo>
                  <a:lnTo>
                    <a:pt x="2892537" y="3116972"/>
                  </a:lnTo>
                  <a:lnTo>
                    <a:pt x="2891681" y="3116972"/>
                  </a:lnTo>
                  <a:lnTo>
                    <a:pt x="2890826" y="3116972"/>
                  </a:lnTo>
                  <a:lnTo>
                    <a:pt x="2889970" y="3116972"/>
                  </a:lnTo>
                  <a:lnTo>
                    <a:pt x="2889115" y="3116972"/>
                  </a:lnTo>
                  <a:lnTo>
                    <a:pt x="2888259" y="3116972"/>
                  </a:lnTo>
                  <a:lnTo>
                    <a:pt x="2887404" y="3116972"/>
                  </a:lnTo>
                  <a:lnTo>
                    <a:pt x="2886548" y="3116972"/>
                  </a:lnTo>
                  <a:lnTo>
                    <a:pt x="2885693" y="3116972"/>
                  </a:lnTo>
                  <a:lnTo>
                    <a:pt x="2884837" y="3116972"/>
                  </a:lnTo>
                  <a:lnTo>
                    <a:pt x="2883982" y="3116972"/>
                  </a:lnTo>
                  <a:lnTo>
                    <a:pt x="2883126" y="3116972"/>
                  </a:lnTo>
                  <a:lnTo>
                    <a:pt x="2882271" y="3116972"/>
                  </a:lnTo>
                  <a:lnTo>
                    <a:pt x="2881415" y="3116972"/>
                  </a:lnTo>
                  <a:lnTo>
                    <a:pt x="2880560" y="3116972"/>
                  </a:lnTo>
                  <a:lnTo>
                    <a:pt x="2879704" y="3116972"/>
                  </a:lnTo>
                  <a:lnTo>
                    <a:pt x="2878849" y="3116972"/>
                  </a:lnTo>
                  <a:lnTo>
                    <a:pt x="2877993" y="3116972"/>
                  </a:lnTo>
                  <a:lnTo>
                    <a:pt x="2877137" y="3116972"/>
                  </a:lnTo>
                  <a:lnTo>
                    <a:pt x="2876282" y="3116972"/>
                  </a:lnTo>
                  <a:lnTo>
                    <a:pt x="2875426" y="3116972"/>
                  </a:lnTo>
                  <a:lnTo>
                    <a:pt x="2874571" y="3116972"/>
                  </a:lnTo>
                  <a:lnTo>
                    <a:pt x="2873715" y="3116972"/>
                  </a:lnTo>
                  <a:lnTo>
                    <a:pt x="2872860" y="3116972"/>
                  </a:lnTo>
                  <a:lnTo>
                    <a:pt x="2872004" y="3116972"/>
                  </a:lnTo>
                  <a:lnTo>
                    <a:pt x="2871149" y="3116972"/>
                  </a:lnTo>
                  <a:lnTo>
                    <a:pt x="2870293" y="3116972"/>
                  </a:lnTo>
                  <a:lnTo>
                    <a:pt x="2869438" y="3116972"/>
                  </a:lnTo>
                  <a:lnTo>
                    <a:pt x="2868582" y="3116972"/>
                  </a:lnTo>
                  <a:lnTo>
                    <a:pt x="2867727" y="3116972"/>
                  </a:lnTo>
                  <a:lnTo>
                    <a:pt x="2866871" y="3116972"/>
                  </a:lnTo>
                  <a:lnTo>
                    <a:pt x="2866016" y="3116972"/>
                  </a:lnTo>
                  <a:lnTo>
                    <a:pt x="2865160" y="3116972"/>
                  </a:lnTo>
                  <a:lnTo>
                    <a:pt x="2864305" y="3116972"/>
                  </a:lnTo>
                  <a:lnTo>
                    <a:pt x="2863449" y="3116972"/>
                  </a:lnTo>
                  <a:lnTo>
                    <a:pt x="2862594" y="3116972"/>
                  </a:lnTo>
                  <a:lnTo>
                    <a:pt x="2861738" y="3116972"/>
                  </a:lnTo>
                  <a:lnTo>
                    <a:pt x="2860882" y="3116972"/>
                  </a:lnTo>
                  <a:lnTo>
                    <a:pt x="2860027" y="3116972"/>
                  </a:lnTo>
                  <a:lnTo>
                    <a:pt x="2859171" y="3116972"/>
                  </a:lnTo>
                  <a:lnTo>
                    <a:pt x="2858316" y="3116972"/>
                  </a:lnTo>
                  <a:lnTo>
                    <a:pt x="2857460" y="3116972"/>
                  </a:lnTo>
                  <a:lnTo>
                    <a:pt x="2856605" y="3116972"/>
                  </a:lnTo>
                  <a:lnTo>
                    <a:pt x="2855749" y="3116972"/>
                  </a:lnTo>
                  <a:lnTo>
                    <a:pt x="2854894" y="3116972"/>
                  </a:lnTo>
                  <a:lnTo>
                    <a:pt x="2854038" y="3116972"/>
                  </a:lnTo>
                  <a:lnTo>
                    <a:pt x="2853183" y="3116972"/>
                  </a:lnTo>
                  <a:lnTo>
                    <a:pt x="2852327" y="3116972"/>
                  </a:lnTo>
                  <a:lnTo>
                    <a:pt x="2851472" y="3116972"/>
                  </a:lnTo>
                  <a:lnTo>
                    <a:pt x="2850616" y="3116972"/>
                  </a:lnTo>
                  <a:lnTo>
                    <a:pt x="2849761" y="3116972"/>
                  </a:lnTo>
                  <a:lnTo>
                    <a:pt x="2848905" y="3116972"/>
                  </a:lnTo>
                  <a:lnTo>
                    <a:pt x="2848050" y="3116972"/>
                  </a:lnTo>
                  <a:lnTo>
                    <a:pt x="2847194" y="3116972"/>
                  </a:lnTo>
                  <a:lnTo>
                    <a:pt x="2846339" y="3116972"/>
                  </a:lnTo>
                  <a:lnTo>
                    <a:pt x="2845483" y="3116972"/>
                  </a:lnTo>
                  <a:lnTo>
                    <a:pt x="2844627" y="3116972"/>
                  </a:lnTo>
                  <a:lnTo>
                    <a:pt x="2843772" y="3116972"/>
                  </a:lnTo>
                  <a:lnTo>
                    <a:pt x="2842916" y="3116972"/>
                  </a:lnTo>
                  <a:lnTo>
                    <a:pt x="2842061" y="3116972"/>
                  </a:lnTo>
                  <a:lnTo>
                    <a:pt x="2841205" y="3116972"/>
                  </a:lnTo>
                  <a:lnTo>
                    <a:pt x="2840350" y="3116972"/>
                  </a:lnTo>
                  <a:lnTo>
                    <a:pt x="2839494" y="3116972"/>
                  </a:lnTo>
                  <a:lnTo>
                    <a:pt x="2838639" y="3116972"/>
                  </a:lnTo>
                  <a:lnTo>
                    <a:pt x="2837783" y="3116972"/>
                  </a:lnTo>
                  <a:lnTo>
                    <a:pt x="2836928" y="3116972"/>
                  </a:lnTo>
                  <a:lnTo>
                    <a:pt x="2836072" y="3116972"/>
                  </a:lnTo>
                  <a:lnTo>
                    <a:pt x="2835217" y="3116972"/>
                  </a:lnTo>
                  <a:lnTo>
                    <a:pt x="2834361" y="3116972"/>
                  </a:lnTo>
                  <a:lnTo>
                    <a:pt x="2833506" y="3116972"/>
                  </a:lnTo>
                  <a:lnTo>
                    <a:pt x="2832650" y="3116972"/>
                  </a:lnTo>
                  <a:lnTo>
                    <a:pt x="2831795" y="3116972"/>
                  </a:lnTo>
                  <a:lnTo>
                    <a:pt x="2830939" y="3116972"/>
                  </a:lnTo>
                  <a:lnTo>
                    <a:pt x="2830083" y="3116972"/>
                  </a:lnTo>
                  <a:lnTo>
                    <a:pt x="2829228" y="3116972"/>
                  </a:lnTo>
                  <a:lnTo>
                    <a:pt x="2828372" y="3116972"/>
                  </a:lnTo>
                  <a:lnTo>
                    <a:pt x="2827517" y="3116972"/>
                  </a:lnTo>
                  <a:lnTo>
                    <a:pt x="2826661" y="3116972"/>
                  </a:lnTo>
                  <a:lnTo>
                    <a:pt x="2825806" y="3116972"/>
                  </a:lnTo>
                  <a:lnTo>
                    <a:pt x="2824950" y="3116972"/>
                  </a:lnTo>
                  <a:lnTo>
                    <a:pt x="2824095" y="3116972"/>
                  </a:lnTo>
                  <a:lnTo>
                    <a:pt x="2823239" y="3116972"/>
                  </a:lnTo>
                  <a:lnTo>
                    <a:pt x="2822384" y="3116972"/>
                  </a:lnTo>
                  <a:lnTo>
                    <a:pt x="2821528" y="3116972"/>
                  </a:lnTo>
                  <a:lnTo>
                    <a:pt x="2820673" y="3116972"/>
                  </a:lnTo>
                  <a:lnTo>
                    <a:pt x="2819817" y="3116972"/>
                  </a:lnTo>
                  <a:lnTo>
                    <a:pt x="2818962" y="3116972"/>
                  </a:lnTo>
                  <a:lnTo>
                    <a:pt x="2818106" y="3116972"/>
                  </a:lnTo>
                  <a:lnTo>
                    <a:pt x="2817251" y="3116972"/>
                  </a:lnTo>
                  <a:lnTo>
                    <a:pt x="2816395" y="3116972"/>
                  </a:lnTo>
                  <a:lnTo>
                    <a:pt x="2815540" y="3116972"/>
                  </a:lnTo>
                  <a:lnTo>
                    <a:pt x="2814684" y="3116972"/>
                  </a:lnTo>
                  <a:lnTo>
                    <a:pt x="2813828" y="3116972"/>
                  </a:lnTo>
                  <a:lnTo>
                    <a:pt x="2812973" y="3116972"/>
                  </a:lnTo>
                  <a:lnTo>
                    <a:pt x="2812117" y="3116972"/>
                  </a:lnTo>
                  <a:lnTo>
                    <a:pt x="2811262" y="3116972"/>
                  </a:lnTo>
                  <a:lnTo>
                    <a:pt x="2810406" y="3116972"/>
                  </a:lnTo>
                  <a:lnTo>
                    <a:pt x="2809551" y="3116972"/>
                  </a:lnTo>
                  <a:lnTo>
                    <a:pt x="2808695" y="3116972"/>
                  </a:lnTo>
                  <a:lnTo>
                    <a:pt x="2807840" y="3116972"/>
                  </a:lnTo>
                  <a:lnTo>
                    <a:pt x="2806984" y="3116972"/>
                  </a:lnTo>
                  <a:lnTo>
                    <a:pt x="2806129" y="3116972"/>
                  </a:lnTo>
                  <a:lnTo>
                    <a:pt x="2805273" y="3116972"/>
                  </a:lnTo>
                  <a:lnTo>
                    <a:pt x="2804418" y="3116972"/>
                  </a:lnTo>
                  <a:lnTo>
                    <a:pt x="2803562" y="3116972"/>
                  </a:lnTo>
                  <a:lnTo>
                    <a:pt x="2802707" y="3116972"/>
                  </a:lnTo>
                  <a:lnTo>
                    <a:pt x="2801851" y="3116972"/>
                  </a:lnTo>
                  <a:lnTo>
                    <a:pt x="2800996" y="3116972"/>
                  </a:lnTo>
                  <a:lnTo>
                    <a:pt x="2800140" y="3116972"/>
                  </a:lnTo>
                  <a:lnTo>
                    <a:pt x="2799285" y="3116972"/>
                  </a:lnTo>
                  <a:lnTo>
                    <a:pt x="2798429" y="3116972"/>
                  </a:lnTo>
                  <a:lnTo>
                    <a:pt x="2797573" y="3116972"/>
                  </a:lnTo>
                  <a:lnTo>
                    <a:pt x="2796718" y="3116972"/>
                  </a:lnTo>
                  <a:lnTo>
                    <a:pt x="2795862" y="3116972"/>
                  </a:lnTo>
                  <a:lnTo>
                    <a:pt x="2795007" y="3116972"/>
                  </a:lnTo>
                  <a:lnTo>
                    <a:pt x="2794151" y="3116972"/>
                  </a:lnTo>
                  <a:lnTo>
                    <a:pt x="2793296" y="3116972"/>
                  </a:lnTo>
                  <a:lnTo>
                    <a:pt x="2792440" y="3116972"/>
                  </a:lnTo>
                  <a:lnTo>
                    <a:pt x="2791585" y="3116972"/>
                  </a:lnTo>
                  <a:lnTo>
                    <a:pt x="2790729" y="3116972"/>
                  </a:lnTo>
                  <a:lnTo>
                    <a:pt x="2789874" y="3116972"/>
                  </a:lnTo>
                  <a:lnTo>
                    <a:pt x="2789018" y="3116972"/>
                  </a:lnTo>
                  <a:lnTo>
                    <a:pt x="2788163" y="3116972"/>
                  </a:lnTo>
                  <a:lnTo>
                    <a:pt x="2787307" y="3116972"/>
                  </a:lnTo>
                  <a:lnTo>
                    <a:pt x="2786452" y="3116972"/>
                  </a:lnTo>
                  <a:lnTo>
                    <a:pt x="2785596" y="3116972"/>
                  </a:lnTo>
                  <a:lnTo>
                    <a:pt x="2784741" y="3116972"/>
                  </a:lnTo>
                  <a:lnTo>
                    <a:pt x="2783885" y="3116972"/>
                  </a:lnTo>
                  <a:lnTo>
                    <a:pt x="2783029" y="3116972"/>
                  </a:lnTo>
                  <a:lnTo>
                    <a:pt x="2782174" y="3116972"/>
                  </a:lnTo>
                  <a:lnTo>
                    <a:pt x="2781318" y="3116972"/>
                  </a:lnTo>
                  <a:lnTo>
                    <a:pt x="2780463" y="3116972"/>
                  </a:lnTo>
                  <a:lnTo>
                    <a:pt x="2779607" y="3116972"/>
                  </a:lnTo>
                  <a:lnTo>
                    <a:pt x="2778752" y="3116972"/>
                  </a:lnTo>
                  <a:lnTo>
                    <a:pt x="2777896" y="3116972"/>
                  </a:lnTo>
                  <a:lnTo>
                    <a:pt x="2777041" y="3116972"/>
                  </a:lnTo>
                  <a:lnTo>
                    <a:pt x="2776185" y="3116972"/>
                  </a:lnTo>
                  <a:lnTo>
                    <a:pt x="2775330" y="3116972"/>
                  </a:lnTo>
                  <a:lnTo>
                    <a:pt x="2774474" y="3116972"/>
                  </a:lnTo>
                  <a:lnTo>
                    <a:pt x="2773619" y="3116972"/>
                  </a:lnTo>
                  <a:lnTo>
                    <a:pt x="2772763" y="3116972"/>
                  </a:lnTo>
                  <a:lnTo>
                    <a:pt x="2771908" y="3116972"/>
                  </a:lnTo>
                  <a:lnTo>
                    <a:pt x="2771052" y="3116972"/>
                  </a:lnTo>
                  <a:lnTo>
                    <a:pt x="2770197" y="3116972"/>
                  </a:lnTo>
                  <a:lnTo>
                    <a:pt x="2769341" y="3116972"/>
                  </a:lnTo>
                  <a:lnTo>
                    <a:pt x="2768486" y="3116972"/>
                  </a:lnTo>
                  <a:lnTo>
                    <a:pt x="2767630" y="3116972"/>
                  </a:lnTo>
                  <a:lnTo>
                    <a:pt x="2766774" y="3116972"/>
                  </a:lnTo>
                  <a:lnTo>
                    <a:pt x="2765919" y="3116972"/>
                  </a:lnTo>
                  <a:lnTo>
                    <a:pt x="2765063" y="3116972"/>
                  </a:lnTo>
                  <a:lnTo>
                    <a:pt x="2764208" y="3116972"/>
                  </a:lnTo>
                  <a:lnTo>
                    <a:pt x="2763352" y="3116972"/>
                  </a:lnTo>
                  <a:lnTo>
                    <a:pt x="2762497" y="3116972"/>
                  </a:lnTo>
                  <a:lnTo>
                    <a:pt x="2761641" y="3116972"/>
                  </a:lnTo>
                  <a:lnTo>
                    <a:pt x="2760786" y="3116972"/>
                  </a:lnTo>
                  <a:lnTo>
                    <a:pt x="2759930" y="3116972"/>
                  </a:lnTo>
                  <a:lnTo>
                    <a:pt x="2759075" y="3116972"/>
                  </a:lnTo>
                  <a:lnTo>
                    <a:pt x="2758219" y="3116972"/>
                  </a:lnTo>
                  <a:lnTo>
                    <a:pt x="2757364" y="3116972"/>
                  </a:lnTo>
                  <a:lnTo>
                    <a:pt x="2756508" y="3116972"/>
                  </a:lnTo>
                  <a:lnTo>
                    <a:pt x="2755653" y="3116972"/>
                  </a:lnTo>
                  <a:lnTo>
                    <a:pt x="2754797" y="3116972"/>
                  </a:lnTo>
                  <a:lnTo>
                    <a:pt x="2753942" y="3116972"/>
                  </a:lnTo>
                  <a:lnTo>
                    <a:pt x="2753086" y="3116972"/>
                  </a:lnTo>
                  <a:lnTo>
                    <a:pt x="2752231" y="3116972"/>
                  </a:lnTo>
                  <a:lnTo>
                    <a:pt x="2751375" y="3116972"/>
                  </a:lnTo>
                  <a:lnTo>
                    <a:pt x="2750519" y="3116972"/>
                  </a:lnTo>
                  <a:lnTo>
                    <a:pt x="2749664" y="3116972"/>
                  </a:lnTo>
                  <a:lnTo>
                    <a:pt x="2748808" y="3116972"/>
                  </a:lnTo>
                  <a:lnTo>
                    <a:pt x="2747953" y="3116972"/>
                  </a:lnTo>
                  <a:lnTo>
                    <a:pt x="2747097" y="3116972"/>
                  </a:lnTo>
                  <a:lnTo>
                    <a:pt x="2746242" y="3116972"/>
                  </a:lnTo>
                  <a:lnTo>
                    <a:pt x="2745386" y="3116972"/>
                  </a:lnTo>
                  <a:lnTo>
                    <a:pt x="2744531" y="3116972"/>
                  </a:lnTo>
                  <a:lnTo>
                    <a:pt x="2743675" y="3116972"/>
                  </a:lnTo>
                  <a:lnTo>
                    <a:pt x="2742820" y="3116972"/>
                  </a:lnTo>
                  <a:lnTo>
                    <a:pt x="2741964" y="3116972"/>
                  </a:lnTo>
                  <a:lnTo>
                    <a:pt x="2741109" y="3116972"/>
                  </a:lnTo>
                  <a:lnTo>
                    <a:pt x="2740253" y="3116972"/>
                  </a:lnTo>
                  <a:lnTo>
                    <a:pt x="2739398" y="3116972"/>
                  </a:lnTo>
                  <a:lnTo>
                    <a:pt x="2738542" y="3116972"/>
                  </a:lnTo>
                  <a:lnTo>
                    <a:pt x="2737687" y="3116972"/>
                  </a:lnTo>
                  <a:lnTo>
                    <a:pt x="2736831" y="3116972"/>
                  </a:lnTo>
                  <a:lnTo>
                    <a:pt x="2735975" y="3116972"/>
                  </a:lnTo>
                  <a:lnTo>
                    <a:pt x="2735120" y="3116972"/>
                  </a:lnTo>
                  <a:lnTo>
                    <a:pt x="2734264" y="3116972"/>
                  </a:lnTo>
                  <a:lnTo>
                    <a:pt x="2733409" y="3116972"/>
                  </a:lnTo>
                  <a:lnTo>
                    <a:pt x="2732553" y="3116972"/>
                  </a:lnTo>
                  <a:lnTo>
                    <a:pt x="2731698" y="3116972"/>
                  </a:lnTo>
                  <a:lnTo>
                    <a:pt x="2730842" y="3116972"/>
                  </a:lnTo>
                  <a:lnTo>
                    <a:pt x="2729987" y="3116972"/>
                  </a:lnTo>
                  <a:lnTo>
                    <a:pt x="2729131" y="3116972"/>
                  </a:lnTo>
                  <a:lnTo>
                    <a:pt x="2728276" y="3116972"/>
                  </a:lnTo>
                  <a:lnTo>
                    <a:pt x="2727420" y="3116972"/>
                  </a:lnTo>
                  <a:lnTo>
                    <a:pt x="2726565" y="3116972"/>
                  </a:lnTo>
                  <a:lnTo>
                    <a:pt x="2725709" y="3116972"/>
                  </a:lnTo>
                  <a:lnTo>
                    <a:pt x="2724854" y="3116972"/>
                  </a:lnTo>
                  <a:lnTo>
                    <a:pt x="2723998" y="3116972"/>
                  </a:lnTo>
                  <a:lnTo>
                    <a:pt x="2723143" y="3116972"/>
                  </a:lnTo>
                  <a:lnTo>
                    <a:pt x="2722287" y="3116972"/>
                  </a:lnTo>
                  <a:lnTo>
                    <a:pt x="2721432" y="3116972"/>
                  </a:lnTo>
                  <a:lnTo>
                    <a:pt x="2720576" y="3116972"/>
                  </a:lnTo>
                  <a:lnTo>
                    <a:pt x="2719720" y="3116972"/>
                  </a:lnTo>
                  <a:lnTo>
                    <a:pt x="2718865" y="3116972"/>
                  </a:lnTo>
                  <a:lnTo>
                    <a:pt x="2718009" y="3116972"/>
                  </a:lnTo>
                  <a:lnTo>
                    <a:pt x="2717154" y="3116972"/>
                  </a:lnTo>
                  <a:lnTo>
                    <a:pt x="2716298" y="3116972"/>
                  </a:lnTo>
                  <a:lnTo>
                    <a:pt x="2715443" y="3116972"/>
                  </a:lnTo>
                  <a:lnTo>
                    <a:pt x="2714587" y="3116972"/>
                  </a:lnTo>
                  <a:lnTo>
                    <a:pt x="2713732" y="3116972"/>
                  </a:lnTo>
                  <a:lnTo>
                    <a:pt x="2712876" y="3116972"/>
                  </a:lnTo>
                  <a:lnTo>
                    <a:pt x="2712021" y="3116972"/>
                  </a:lnTo>
                  <a:lnTo>
                    <a:pt x="2711165" y="3116972"/>
                  </a:lnTo>
                  <a:lnTo>
                    <a:pt x="2710310" y="3116972"/>
                  </a:lnTo>
                  <a:lnTo>
                    <a:pt x="2709454" y="3116972"/>
                  </a:lnTo>
                  <a:lnTo>
                    <a:pt x="2708599" y="3116972"/>
                  </a:lnTo>
                  <a:lnTo>
                    <a:pt x="2707743" y="3116972"/>
                  </a:lnTo>
                  <a:lnTo>
                    <a:pt x="2706888" y="3116972"/>
                  </a:lnTo>
                  <a:lnTo>
                    <a:pt x="2706032" y="3116972"/>
                  </a:lnTo>
                  <a:lnTo>
                    <a:pt x="2705177" y="3116972"/>
                  </a:lnTo>
                  <a:lnTo>
                    <a:pt x="2704321" y="3116972"/>
                  </a:lnTo>
                  <a:lnTo>
                    <a:pt x="2703465" y="3116972"/>
                  </a:lnTo>
                  <a:lnTo>
                    <a:pt x="2702610" y="3116972"/>
                  </a:lnTo>
                  <a:lnTo>
                    <a:pt x="2701754" y="3116972"/>
                  </a:lnTo>
                  <a:lnTo>
                    <a:pt x="2700899" y="3116972"/>
                  </a:lnTo>
                  <a:lnTo>
                    <a:pt x="2700043" y="3116972"/>
                  </a:lnTo>
                  <a:lnTo>
                    <a:pt x="2699188" y="3116972"/>
                  </a:lnTo>
                  <a:lnTo>
                    <a:pt x="2698332" y="3116972"/>
                  </a:lnTo>
                  <a:lnTo>
                    <a:pt x="2697477" y="3116972"/>
                  </a:lnTo>
                  <a:lnTo>
                    <a:pt x="2696621" y="3116972"/>
                  </a:lnTo>
                  <a:lnTo>
                    <a:pt x="2695766" y="3116972"/>
                  </a:lnTo>
                  <a:lnTo>
                    <a:pt x="2694910" y="3116972"/>
                  </a:lnTo>
                  <a:lnTo>
                    <a:pt x="2694055" y="3116972"/>
                  </a:lnTo>
                  <a:lnTo>
                    <a:pt x="2693199" y="3116972"/>
                  </a:lnTo>
                  <a:lnTo>
                    <a:pt x="2692344" y="3116972"/>
                  </a:lnTo>
                  <a:lnTo>
                    <a:pt x="2691488" y="3116972"/>
                  </a:lnTo>
                  <a:lnTo>
                    <a:pt x="2690633" y="3116972"/>
                  </a:lnTo>
                  <a:lnTo>
                    <a:pt x="2689777" y="3116972"/>
                  </a:lnTo>
                  <a:lnTo>
                    <a:pt x="2688921" y="3116972"/>
                  </a:lnTo>
                  <a:lnTo>
                    <a:pt x="2688066" y="3116972"/>
                  </a:lnTo>
                  <a:lnTo>
                    <a:pt x="2687210" y="3116972"/>
                  </a:lnTo>
                  <a:lnTo>
                    <a:pt x="2686355" y="3116972"/>
                  </a:lnTo>
                  <a:lnTo>
                    <a:pt x="2685499" y="3116972"/>
                  </a:lnTo>
                  <a:lnTo>
                    <a:pt x="2684644" y="3116972"/>
                  </a:lnTo>
                  <a:lnTo>
                    <a:pt x="2683788" y="3116972"/>
                  </a:lnTo>
                  <a:lnTo>
                    <a:pt x="2682933" y="3116972"/>
                  </a:lnTo>
                  <a:lnTo>
                    <a:pt x="2682077" y="3116972"/>
                  </a:lnTo>
                  <a:lnTo>
                    <a:pt x="2681222" y="3116972"/>
                  </a:lnTo>
                  <a:lnTo>
                    <a:pt x="2680366" y="3116972"/>
                  </a:lnTo>
                  <a:lnTo>
                    <a:pt x="2679511" y="3116972"/>
                  </a:lnTo>
                  <a:lnTo>
                    <a:pt x="2678655" y="3116972"/>
                  </a:lnTo>
                  <a:lnTo>
                    <a:pt x="2677800" y="3116972"/>
                  </a:lnTo>
                  <a:lnTo>
                    <a:pt x="2676944" y="3116972"/>
                  </a:lnTo>
                  <a:lnTo>
                    <a:pt x="2676089" y="3116972"/>
                  </a:lnTo>
                  <a:lnTo>
                    <a:pt x="2675233" y="3116972"/>
                  </a:lnTo>
                  <a:lnTo>
                    <a:pt x="2674378" y="3116972"/>
                  </a:lnTo>
                  <a:lnTo>
                    <a:pt x="2673522" y="3116972"/>
                  </a:lnTo>
                  <a:lnTo>
                    <a:pt x="2672666" y="3116972"/>
                  </a:lnTo>
                  <a:lnTo>
                    <a:pt x="2671811" y="3116972"/>
                  </a:lnTo>
                  <a:lnTo>
                    <a:pt x="2670955" y="3116972"/>
                  </a:lnTo>
                  <a:lnTo>
                    <a:pt x="2670100" y="3116972"/>
                  </a:lnTo>
                  <a:lnTo>
                    <a:pt x="2669244" y="3116972"/>
                  </a:lnTo>
                  <a:lnTo>
                    <a:pt x="2668389" y="3116972"/>
                  </a:lnTo>
                  <a:lnTo>
                    <a:pt x="2667533" y="3116972"/>
                  </a:lnTo>
                  <a:lnTo>
                    <a:pt x="2666678" y="3116972"/>
                  </a:lnTo>
                  <a:lnTo>
                    <a:pt x="2665822" y="3116972"/>
                  </a:lnTo>
                  <a:lnTo>
                    <a:pt x="2664967" y="3116972"/>
                  </a:lnTo>
                  <a:lnTo>
                    <a:pt x="2664111" y="3116972"/>
                  </a:lnTo>
                  <a:lnTo>
                    <a:pt x="2663256" y="3116972"/>
                  </a:lnTo>
                  <a:lnTo>
                    <a:pt x="2662400" y="3116972"/>
                  </a:lnTo>
                  <a:lnTo>
                    <a:pt x="2661545" y="3116972"/>
                  </a:lnTo>
                  <a:lnTo>
                    <a:pt x="2660689" y="3116972"/>
                  </a:lnTo>
                  <a:lnTo>
                    <a:pt x="2659834" y="3116972"/>
                  </a:lnTo>
                  <a:lnTo>
                    <a:pt x="2658978" y="3116972"/>
                  </a:lnTo>
                  <a:lnTo>
                    <a:pt x="2658123" y="3116972"/>
                  </a:lnTo>
                  <a:lnTo>
                    <a:pt x="2657267" y="3116972"/>
                  </a:lnTo>
                  <a:lnTo>
                    <a:pt x="2656411" y="3116972"/>
                  </a:lnTo>
                  <a:lnTo>
                    <a:pt x="2655556" y="3116972"/>
                  </a:lnTo>
                  <a:lnTo>
                    <a:pt x="2654700" y="3116972"/>
                  </a:lnTo>
                  <a:lnTo>
                    <a:pt x="2653845" y="3116972"/>
                  </a:lnTo>
                  <a:lnTo>
                    <a:pt x="2652989" y="3116972"/>
                  </a:lnTo>
                  <a:lnTo>
                    <a:pt x="2652134" y="3116972"/>
                  </a:lnTo>
                  <a:lnTo>
                    <a:pt x="2651278" y="3116972"/>
                  </a:lnTo>
                  <a:lnTo>
                    <a:pt x="2650423" y="3116972"/>
                  </a:lnTo>
                  <a:lnTo>
                    <a:pt x="2649567" y="3116972"/>
                  </a:lnTo>
                  <a:lnTo>
                    <a:pt x="2648712" y="3116972"/>
                  </a:lnTo>
                  <a:lnTo>
                    <a:pt x="2647856" y="3116972"/>
                  </a:lnTo>
                  <a:lnTo>
                    <a:pt x="2647001" y="3116972"/>
                  </a:lnTo>
                  <a:lnTo>
                    <a:pt x="2646145" y="3116972"/>
                  </a:lnTo>
                  <a:lnTo>
                    <a:pt x="2645290" y="3116972"/>
                  </a:lnTo>
                  <a:lnTo>
                    <a:pt x="2644434" y="3116972"/>
                  </a:lnTo>
                  <a:lnTo>
                    <a:pt x="2643579" y="3116972"/>
                  </a:lnTo>
                  <a:lnTo>
                    <a:pt x="2642723" y="3116972"/>
                  </a:lnTo>
                  <a:lnTo>
                    <a:pt x="2641868" y="3116972"/>
                  </a:lnTo>
                  <a:lnTo>
                    <a:pt x="2641012" y="3116972"/>
                  </a:lnTo>
                  <a:lnTo>
                    <a:pt x="2640156" y="3116972"/>
                  </a:lnTo>
                  <a:lnTo>
                    <a:pt x="2639301" y="3116972"/>
                  </a:lnTo>
                  <a:lnTo>
                    <a:pt x="2638445" y="3116972"/>
                  </a:lnTo>
                  <a:lnTo>
                    <a:pt x="2637590" y="3116972"/>
                  </a:lnTo>
                  <a:lnTo>
                    <a:pt x="2636734" y="3116972"/>
                  </a:lnTo>
                  <a:lnTo>
                    <a:pt x="2635879" y="3116972"/>
                  </a:lnTo>
                  <a:lnTo>
                    <a:pt x="2635023" y="3116972"/>
                  </a:lnTo>
                  <a:lnTo>
                    <a:pt x="2634168" y="3116972"/>
                  </a:lnTo>
                  <a:lnTo>
                    <a:pt x="2633312" y="3116972"/>
                  </a:lnTo>
                  <a:lnTo>
                    <a:pt x="2632457" y="3116972"/>
                  </a:lnTo>
                  <a:lnTo>
                    <a:pt x="2631601" y="3116972"/>
                  </a:lnTo>
                  <a:lnTo>
                    <a:pt x="2630746" y="3116972"/>
                  </a:lnTo>
                  <a:lnTo>
                    <a:pt x="2629890" y="3116972"/>
                  </a:lnTo>
                  <a:lnTo>
                    <a:pt x="2629035" y="3116972"/>
                  </a:lnTo>
                  <a:lnTo>
                    <a:pt x="2628179" y="3116972"/>
                  </a:lnTo>
                  <a:lnTo>
                    <a:pt x="2627324" y="3116972"/>
                  </a:lnTo>
                  <a:lnTo>
                    <a:pt x="2626468" y="3116972"/>
                  </a:lnTo>
                  <a:lnTo>
                    <a:pt x="2625612" y="3116972"/>
                  </a:lnTo>
                  <a:lnTo>
                    <a:pt x="2624757" y="3116972"/>
                  </a:lnTo>
                  <a:lnTo>
                    <a:pt x="2623901" y="3116972"/>
                  </a:lnTo>
                  <a:lnTo>
                    <a:pt x="2623046" y="3116972"/>
                  </a:lnTo>
                  <a:lnTo>
                    <a:pt x="2622190" y="3116972"/>
                  </a:lnTo>
                  <a:lnTo>
                    <a:pt x="2621335" y="3116972"/>
                  </a:lnTo>
                  <a:lnTo>
                    <a:pt x="2620479" y="3116972"/>
                  </a:lnTo>
                  <a:lnTo>
                    <a:pt x="2619624" y="3116972"/>
                  </a:lnTo>
                  <a:lnTo>
                    <a:pt x="2618768" y="3116972"/>
                  </a:lnTo>
                  <a:lnTo>
                    <a:pt x="2617913" y="3116972"/>
                  </a:lnTo>
                  <a:lnTo>
                    <a:pt x="2617057" y="3116972"/>
                  </a:lnTo>
                  <a:lnTo>
                    <a:pt x="2616202" y="3116972"/>
                  </a:lnTo>
                  <a:lnTo>
                    <a:pt x="2615346" y="3116972"/>
                  </a:lnTo>
                  <a:lnTo>
                    <a:pt x="2614491" y="3116972"/>
                  </a:lnTo>
                  <a:lnTo>
                    <a:pt x="2613635" y="3116972"/>
                  </a:lnTo>
                  <a:lnTo>
                    <a:pt x="2612780" y="3116972"/>
                  </a:lnTo>
                  <a:lnTo>
                    <a:pt x="2611924" y="3116972"/>
                  </a:lnTo>
                  <a:lnTo>
                    <a:pt x="2611069" y="3116972"/>
                  </a:lnTo>
                  <a:lnTo>
                    <a:pt x="2610213" y="3116972"/>
                  </a:lnTo>
                  <a:lnTo>
                    <a:pt x="2609357" y="3116972"/>
                  </a:lnTo>
                  <a:lnTo>
                    <a:pt x="2608502" y="3116972"/>
                  </a:lnTo>
                  <a:lnTo>
                    <a:pt x="2607646" y="3116972"/>
                  </a:lnTo>
                  <a:lnTo>
                    <a:pt x="2606791" y="3116972"/>
                  </a:lnTo>
                  <a:lnTo>
                    <a:pt x="2605935" y="3116972"/>
                  </a:lnTo>
                  <a:lnTo>
                    <a:pt x="2605080" y="3116972"/>
                  </a:lnTo>
                  <a:lnTo>
                    <a:pt x="2604224" y="3116972"/>
                  </a:lnTo>
                  <a:lnTo>
                    <a:pt x="2603369" y="3116972"/>
                  </a:lnTo>
                  <a:lnTo>
                    <a:pt x="2602513" y="3116972"/>
                  </a:lnTo>
                  <a:lnTo>
                    <a:pt x="2601658" y="3116972"/>
                  </a:lnTo>
                  <a:lnTo>
                    <a:pt x="2600802" y="3116972"/>
                  </a:lnTo>
                  <a:lnTo>
                    <a:pt x="2599947" y="3116972"/>
                  </a:lnTo>
                  <a:lnTo>
                    <a:pt x="2599091" y="3116972"/>
                  </a:lnTo>
                  <a:lnTo>
                    <a:pt x="2598236" y="3116972"/>
                  </a:lnTo>
                  <a:lnTo>
                    <a:pt x="2597380" y="3116972"/>
                  </a:lnTo>
                  <a:lnTo>
                    <a:pt x="2596525" y="3116972"/>
                  </a:lnTo>
                  <a:lnTo>
                    <a:pt x="2595669" y="3116972"/>
                  </a:lnTo>
                  <a:lnTo>
                    <a:pt x="2594814" y="3116972"/>
                  </a:lnTo>
                  <a:lnTo>
                    <a:pt x="2593958" y="3116972"/>
                  </a:lnTo>
                  <a:lnTo>
                    <a:pt x="2593102" y="3116972"/>
                  </a:lnTo>
                  <a:lnTo>
                    <a:pt x="2592247" y="3116972"/>
                  </a:lnTo>
                  <a:lnTo>
                    <a:pt x="2591391" y="3116972"/>
                  </a:lnTo>
                  <a:lnTo>
                    <a:pt x="2590536" y="3116972"/>
                  </a:lnTo>
                  <a:lnTo>
                    <a:pt x="2589680" y="3116972"/>
                  </a:lnTo>
                  <a:lnTo>
                    <a:pt x="2588825" y="3116972"/>
                  </a:lnTo>
                  <a:lnTo>
                    <a:pt x="2587969" y="3116972"/>
                  </a:lnTo>
                  <a:lnTo>
                    <a:pt x="2587114" y="3116972"/>
                  </a:lnTo>
                  <a:lnTo>
                    <a:pt x="2586258" y="3116972"/>
                  </a:lnTo>
                  <a:lnTo>
                    <a:pt x="2585403" y="3116972"/>
                  </a:lnTo>
                  <a:lnTo>
                    <a:pt x="2584547" y="3116972"/>
                  </a:lnTo>
                  <a:lnTo>
                    <a:pt x="2583692" y="3116972"/>
                  </a:lnTo>
                  <a:lnTo>
                    <a:pt x="2582836" y="3116972"/>
                  </a:lnTo>
                  <a:lnTo>
                    <a:pt x="2581981" y="3116972"/>
                  </a:lnTo>
                  <a:lnTo>
                    <a:pt x="2581125" y="3116972"/>
                  </a:lnTo>
                  <a:lnTo>
                    <a:pt x="2580270" y="3116972"/>
                  </a:lnTo>
                  <a:lnTo>
                    <a:pt x="2579414" y="3116972"/>
                  </a:lnTo>
                  <a:lnTo>
                    <a:pt x="2578558" y="3116972"/>
                  </a:lnTo>
                  <a:lnTo>
                    <a:pt x="2577703" y="3116972"/>
                  </a:lnTo>
                  <a:lnTo>
                    <a:pt x="2576847" y="3116972"/>
                  </a:lnTo>
                  <a:lnTo>
                    <a:pt x="2575992" y="3116972"/>
                  </a:lnTo>
                  <a:lnTo>
                    <a:pt x="2575136" y="3116972"/>
                  </a:lnTo>
                  <a:lnTo>
                    <a:pt x="2574281" y="3116972"/>
                  </a:lnTo>
                  <a:lnTo>
                    <a:pt x="2573425" y="3116972"/>
                  </a:lnTo>
                  <a:lnTo>
                    <a:pt x="2572570" y="3116972"/>
                  </a:lnTo>
                  <a:lnTo>
                    <a:pt x="2571714" y="3116972"/>
                  </a:lnTo>
                  <a:lnTo>
                    <a:pt x="2570859" y="3116972"/>
                  </a:lnTo>
                  <a:lnTo>
                    <a:pt x="2570003" y="3116972"/>
                  </a:lnTo>
                  <a:lnTo>
                    <a:pt x="2569148" y="3116972"/>
                  </a:lnTo>
                  <a:lnTo>
                    <a:pt x="2568292" y="3116972"/>
                  </a:lnTo>
                  <a:lnTo>
                    <a:pt x="2567437" y="3116972"/>
                  </a:lnTo>
                  <a:lnTo>
                    <a:pt x="2566581" y="3116972"/>
                  </a:lnTo>
                  <a:lnTo>
                    <a:pt x="2565726" y="3116972"/>
                  </a:lnTo>
                  <a:lnTo>
                    <a:pt x="2564870" y="3116972"/>
                  </a:lnTo>
                  <a:lnTo>
                    <a:pt x="2564015" y="3116972"/>
                  </a:lnTo>
                  <a:lnTo>
                    <a:pt x="2563159" y="3116972"/>
                  </a:lnTo>
                  <a:lnTo>
                    <a:pt x="2562303" y="3116972"/>
                  </a:lnTo>
                  <a:lnTo>
                    <a:pt x="2561448" y="3116972"/>
                  </a:lnTo>
                  <a:lnTo>
                    <a:pt x="2560592" y="3116972"/>
                  </a:lnTo>
                  <a:lnTo>
                    <a:pt x="2559737" y="3116972"/>
                  </a:lnTo>
                  <a:lnTo>
                    <a:pt x="2558881" y="3116972"/>
                  </a:lnTo>
                  <a:lnTo>
                    <a:pt x="2558026" y="3116972"/>
                  </a:lnTo>
                  <a:lnTo>
                    <a:pt x="2557170" y="3116972"/>
                  </a:lnTo>
                  <a:lnTo>
                    <a:pt x="2556315" y="3116972"/>
                  </a:lnTo>
                  <a:lnTo>
                    <a:pt x="2555459" y="3116972"/>
                  </a:lnTo>
                  <a:lnTo>
                    <a:pt x="2554604" y="3116972"/>
                  </a:lnTo>
                  <a:lnTo>
                    <a:pt x="2553748" y="3116972"/>
                  </a:lnTo>
                  <a:lnTo>
                    <a:pt x="2552893" y="3116972"/>
                  </a:lnTo>
                  <a:lnTo>
                    <a:pt x="2552037" y="3116972"/>
                  </a:lnTo>
                  <a:lnTo>
                    <a:pt x="2551182" y="3116972"/>
                  </a:lnTo>
                  <a:lnTo>
                    <a:pt x="2550326" y="3116972"/>
                  </a:lnTo>
                  <a:lnTo>
                    <a:pt x="2549471" y="3116972"/>
                  </a:lnTo>
                  <a:lnTo>
                    <a:pt x="2548615" y="3116972"/>
                  </a:lnTo>
                  <a:lnTo>
                    <a:pt x="2547760" y="3116972"/>
                  </a:lnTo>
                  <a:lnTo>
                    <a:pt x="2546904" y="3116972"/>
                  </a:lnTo>
                  <a:lnTo>
                    <a:pt x="2546048" y="3116972"/>
                  </a:lnTo>
                  <a:lnTo>
                    <a:pt x="2545193" y="3116972"/>
                  </a:lnTo>
                  <a:lnTo>
                    <a:pt x="2544337" y="3116972"/>
                  </a:lnTo>
                  <a:lnTo>
                    <a:pt x="2543482" y="3116972"/>
                  </a:lnTo>
                  <a:lnTo>
                    <a:pt x="2542626" y="3116972"/>
                  </a:lnTo>
                  <a:lnTo>
                    <a:pt x="2541771" y="3116972"/>
                  </a:lnTo>
                  <a:lnTo>
                    <a:pt x="2540915" y="3116972"/>
                  </a:lnTo>
                  <a:lnTo>
                    <a:pt x="2540060" y="3116972"/>
                  </a:lnTo>
                  <a:lnTo>
                    <a:pt x="2539204" y="3116972"/>
                  </a:lnTo>
                  <a:lnTo>
                    <a:pt x="2538349" y="3116972"/>
                  </a:lnTo>
                  <a:lnTo>
                    <a:pt x="2537493" y="3116972"/>
                  </a:lnTo>
                  <a:lnTo>
                    <a:pt x="2536638" y="3116972"/>
                  </a:lnTo>
                  <a:lnTo>
                    <a:pt x="2535782" y="3116972"/>
                  </a:lnTo>
                  <a:lnTo>
                    <a:pt x="2534927" y="3116972"/>
                  </a:lnTo>
                  <a:lnTo>
                    <a:pt x="2534071" y="3116972"/>
                  </a:lnTo>
                  <a:lnTo>
                    <a:pt x="2533216" y="3116972"/>
                  </a:lnTo>
                  <a:lnTo>
                    <a:pt x="2532360" y="3116972"/>
                  </a:lnTo>
                  <a:lnTo>
                    <a:pt x="2531504" y="3116972"/>
                  </a:lnTo>
                  <a:lnTo>
                    <a:pt x="2530649" y="3116972"/>
                  </a:lnTo>
                  <a:lnTo>
                    <a:pt x="2529793" y="3116972"/>
                  </a:lnTo>
                  <a:lnTo>
                    <a:pt x="2528938" y="3116972"/>
                  </a:lnTo>
                  <a:lnTo>
                    <a:pt x="2528082" y="3116972"/>
                  </a:lnTo>
                  <a:lnTo>
                    <a:pt x="2527227" y="3116972"/>
                  </a:lnTo>
                  <a:lnTo>
                    <a:pt x="2526371" y="3116972"/>
                  </a:lnTo>
                  <a:lnTo>
                    <a:pt x="2525516" y="3116972"/>
                  </a:lnTo>
                  <a:lnTo>
                    <a:pt x="2524660" y="3116972"/>
                  </a:lnTo>
                  <a:lnTo>
                    <a:pt x="2523805" y="3116972"/>
                  </a:lnTo>
                  <a:lnTo>
                    <a:pt x="2522949" y="3116972"/>
                  </a:lnTo>
                  <a:lnTo>
                    <a:pt x="2522094" y="3116972"/>
                  </a:lnTo>
                  <a:lnTo>
                    <a:pt x="2521238" y="3116972"/>
                  </a:lnTo>
                  <a:lnTo>
                    <a:pt x="2520383" y="3116972"/>
                  </a:lnTo>
                  <a:lnTo>
                    <a:pt x="2519527" y="3116972"/>
                  </a:lnTo>
                  <a:lnTo>
                    <a:pt x="2518672" y="3116972"/>
                  </a:lnTo>
                  <a:lnTo>
                    <a:pt x="2517816" y="3116972"/>
                  </a:lnTo>
                  <a:lnTo>
                    <a:pt x="2516961" y="3116972"/>
                  </a:lnTo>
                  <a:lnTo>
                    <a:pt x="2516105" y="3116972"/>
                  </a:lnTo>
                  <a:lnTo>
                    <a:pt x="2515249" y="3116972"/>
                  </a:lnTo>
                  <a:lnTo>
                    <a:pt x="2514394" y="3116972"/>
                  </a:lnTo>
                  <a:lnTo>
                    <a:pt x="2513538" y="3116972"/>
                  </a:lnTo>
                  <a:lnTo>
                    <a:pt x="2512683" y="3116972"/>
                  </a:lnTo>
                  <a:lnTo>
                    <a:pt x="2511827" y="3116972"/>
                  </a:lnTo>
                  <a:lnTo>
                    <a:pt x="2510972" y="3116972"/>
                  </a:lnTo>
                  <a:lnTo>
                    <a:pt x="2510116" y="3116972"/>
                  </a:lnTo>
                  <a:lnTo>
                    <a:pt x="2509261" y="3116972"/>
                  </a:lnTo>
                  <a:lnTo>
                    <a:pt x="2508405" y="3116972"/>
                  </a:lnTo>
                  <a:lnTo>
                    <a:pt x="2507550" y="3116972"/>
                  </a:lnTo>
                  <a:lnTo>
                    <a:pt x="2506694" y="3116972"/>
                  </a:lnTo>
                  <a:lnTo>
                    <a:pt x="2505839" y="3116972"/>
                  </a:lnTo>
                  <a:lnTo>
                    <a:pt x="2504983" y="3116972"/>
                  </a:lnTo>
                  <a:lnTo>
                    <a:pt x="2504128" y="3116972"/>
                  </a:lnTo>
                  <a:lnTo>
                    <a:pt x="2503272" y="3116972"/>
                  </a:lnTo>
                  <a:lnTo>
                    <a:pt x="2502417" y="3116972"/>
                  </a:lnTo>
                  <a:lnTo>
                    <a:pt x="2501561" y="3116972"/>
                  </a:lnTo>
                  <a:lnTo>
                    <a:pt x="2500706" y="3116972"/>
                  </a:lnTo>
                  <a:lnTo>
                    <a:pt x="2499850" y="3116972"/>
                  </a:lnTo>
                  <a:lnTo>
                    <a:pt x="2498994" y="3116972"/>
                  </a:lnTo>
                  <a:lnTo>
                    <a:pt x="2498139" y="3116972"/>
                  </a:lnTo>
                  <a:lnTo>
                    <a:pt x="2497283" y="3116972"/>
                  </a:lnTo>
                  <a:lnTo>
                    <a:pt x="2496428" y="3116972"/>
                  </a:lnTo>
                  <a:lnTo>
                    <a:pt x="2495572" y="3116972"/>
                  </a:lnTo>
                  <a:lnTo>
                    <a:pt x="2494717" y="3116972"/>
                  </a:lnTo>
                  <a:lnTo>
                    <a:pt x="2493861" y="3116972"/>
                  </a:lnTo>
                  <a:lnTo>
                    <a:pt x="2493006" y="3116972"/>
                  </a:lnTo>
                  <a:lnTo>
                    <a:pt x="2492150" y="3116972"/>
                  </a:lnTo>
                  <a:lnTo>
                    <a:pt x="2491295" y="3116972"/>
                  </a:lnTo>
                  <a:lnTo>
                    <a:pt x="2490439" y="3116972"/>
                  </a:lnTo>
                  <a:lnTo>
                    <a:pt x="2489584" y="3116972"/>
                  </a:lnTo>
                  <a:lnTo>
                    <a:pt x="2488728" y="3116972"/>
                  </a:lnTo>
                  <a:lnTo>
                    <a:pt x="2487873" y="3116972"/>
                  </a:lnTo>
                  <a:lnTo>
                    <a:pt x="2487017" y="3116972"/>
                  </a:lnTo>
                  <a:lnTo>
                    <a:pt x="2486162" y="3116972"/>
                  </a:lnTo>
                  <a:lnTo>
                    <a:pt x="2485306" y="3116972"/>
                  </a:lnTo>
                  <a:lnTo>
                    <a:pt x="2484450" y="3116972"/>
                  </a:lnTo>
                  <a:lnTo>
                    <a:pt x="2483595" y="3116972"/>
                  </a:lnTo>
                  <a:lnTo>
                    <a:pt x="2482739" y="3116972"/>
                  </a:lnTo>
                  <a:lnTo>
                    <a:pt x="2481884" y="3116972"/>
                  </a:lnTo>
                  <a:lnTo>
                    <a:pt x="2481028" y="3116972"/>
                  </a:lnTo>
                  <a:lnTo>
                    <a:pt x="2480173" y="3116972"/>
                  </a:lnTo>
                  <a:lnTo>
                    <a:pt x="2479317" y="3116972"/>
                  </a:lnTo>
                  <a:lnTo>
                    <a:pt x="2478462" y="3116972"/>
                  </a:lnTo>
                  <a:lnTo>
                    <a:pt x="2477606" y="3116972"/>
                  </a:lnTo>
                  <a:lnTo>
                    <a:pt x="2476751" y="3116972"/>
                  </a:lnTo>
                  <a:lnTo>
                    <a:pt x="2475895" y="3116972"/>
                  </a:lnTo>
                  <a:lnTo>
                    <a:pt x="2475040" y="3116972"/>
                  </a:lnTo>
                  <a:lnTo>
                    <a:pt x="2474184" y="3116972"/>
                  </a:lnTo>
                  <a:lnTo>
                    <a:pt x="2473329" y="3116972"/>
                  </a:lnTo>
                  <a:lnTo>
                    <a:pt x="2472473" y="3116972"/>
                  </a:lnTo>
                  <a:lnTo>
                    <a:pt x="2471618" y="3116972"/>
                  </a:lnTo>
                  <a:lnTo>
                    <a:pt x="2470762" y="3116972"/>
                  </a:lnTo>
                  <a:lnTo>
                    <a:pt x="2469907" y="3116972"/>
                  </a:lnTo>
                  <a:lnTo>
                    <a:pt x="2469051" y="3116972"/>
                  </a:lnTo>
                  <a:lnTo>
                    <a:pt x="2468195" y="3116972"/>
                  </a:lnTo>
                  <a:lnTo>
                    <a:pt x="2467340" y="3116972"/>
                  </a:lnTo>
                  <a:lnTo>
                    <a:pt x="2466484" y="3116972"/>
                  </a:lnTo>
                  <a:lnTo>
                    <a:pt x="2465629" y="3116972"/>
                  </a:lnTo>
                  <a:lnTo>
                    <a:pt x="2464773" y="3116972"/>
                  </a:lnTo>
                  <a:lnTo>
                    <a:pt x="2463918" y="3116972"/>
                  </a:lnTo>
                  <a:lnTo>
                    <a:pt x="2463062" y="3116972"/>
                  </a:lnTo>
                  <a:lnTo>
                    <a:pt x="2462207" y="3116972"/>
                  </a:lnTo>
                  <a:lnTo>
                    <a:pt x="2461351" y="3116972"/>
                  </a:lnTo>
                  <a:lnTo>
                    <a:pt x="2460496" y="3116972"/>
                  </a:lnTo>
                  <a:lnTo>
                    <a:pt x="2459640" y="3116972"/>
                  </a:lnTo>
                  <a:lnTo>
                    <a:pt x="2458785" y="3116972"/>
                  </a:lnTo>
                  <a:lnTo>
                    <a:pt x="2457929" y="3116972"/>
                  </a:lnTo>
                  <a:lnTo>
                    <a:pt x="2457074" y="3116972"/>
                  </a:lnTo>
                  <a:lnTo>
                    <a:pt x="2456218" y="3116972"/>
                  </a:lnTo>
                  <a:lnTo>
                    <a:pt x="2455363" y="3116972"/>
                  </a:lnTo>
                  <a:lnTo>
                    <a:pt x="2454507" y="3116972"/>
                  </a:lnTo>
                  <a:lnTo>
                    <a:pt x="2453652" y="3116972"/>
                  </a:lnTo>
                  <a:lnTo>
                    <a:pt x="2452796" y="3116972"/>
                  </a:lnTo>
                  <a:lnTo>
                    <a:pt x="2451940" y="3116972"/>
                  </a:lnTo>
                  <a:lnTo>
                    <a:pt x="2451085" y="3116972"/>
                  </a:lnTo>
                  <a:lnTo>
                    <a:pt x="2450229" y="3116972"/>
                  </a:lnTo>
                  <a:lnTo>
                    <a:pt x="2449374" y="3116972"/>
                  </a:lnTo>
                  <a:lnTo>
                    <a:pt x="2448518" y="3116972"/>
                  </a:lnTo>
                  <a:lnTo>
                    <a:pt x="2447663" y="3116972"/>
                  </a:lnTo>
                  <a:lnTo>
                    <a:pt x="2446807" y="3116972"/>
                  </a:lnTo>
                  <a:lnTo>
                    <a:pt x="2445952" y="3116972"/>
                  </a:lnTo>
                  <a:lnTo>
                    <a:pt x="2445096" y="3116972"/>
                  </a:lnTo>
                  <a:lnTo>
                    <a:pt x="2444241" y="3116972"/>
                  </a:lnTo>
                  <a:lnTo>
                    <a:pt x="2443385" y="3116972"/>
                  </a:lnTo>
                  <a:lnTo>
                    <a:pt x="2442530" y="3116972"/>
                  </a:lnTo>
                  <a:lnTo>
                    <a:pt x="2441674" y="3116972"/>
                  </a:lnTo>
                  <a:lnTo>
                    <a:pt x="2440819" y="3116972"/>
                  </a:lnTo>
                  <a:lnTo>
                    <a:pt x="2439963" y="3116972"/>
                  </a:lnTo>
                  <a:lnTo>
                    <a:pt x="2439108" y="3116972"/>
                  </a:lnTo>
                  <a:lnTo>
                    <a:pt x="2438252" y="3116972"/>
                  </a:lnTo>
                  <a:lnTo>
                    <a:pt x="2437396" y="3116972"/>
                  </a:lnTo>
                  <a:lnTo>
                    <a:pt x="2436541" y="3116972"/>
                  </a:lnTo>
                  <a:lnTo>
                    <a:pt x="2435685" y="3116972"/>
                  </a:lnTo>
                  <a:lnTo>
                    <a:pt x="2434830" y="3116972"/>
                  </a:lnTo>
                  <a:lnTo>
                    <a:pt x="2433974" y="3116972"/>
                  </a:lnTo>
                  <a:lnTo>
                    <a:pt x="2433119" y="3116972"/>
                  </a:lnTo>
                  <a:lnTo>
                    <a:pt x="2432263" y="3116972"/>
                  </a:lnTo>
                  <a:lnTo>
                    <a:pt x="2431408" y="3116972"/>
                  </a:lnTo>
                  <a:lnTo>
                    <a:pt x="2430552" y="3116972"/>
                  </a:lnTo>
                  <a:lnTo>
                    <a:pt x="2429697" y="3116972"/>
                  </a:lnTo>
                  <a:lnTo>
                    <a:pt x="2428841" y="3116972"/>
                  </a:lnTo>
                  <a:lnTo>
                    <a:pt x="2427986" y="3116972"/>
                  </a:lnTo>
                  <a:lnTo>
                    <a:pt x="2427130" y="3116972"/>
                  </a:lnTo>
                  <a:lnTo>
                    <a:pt x="2426275" y="3116972"/>
                  </a:lnTo>
                  <a:lnTo>
                    <a:pt x="2425419" y="3116972"/>
                  </a:lnTo>
                  <a:lnTo>
                    <a:pt x="2424564" y="3116972"/>
                  </a:lnTo>
                  <a:lnTo>
                    <a:pt x="2423708" y="3116972"/>
                  </a:lnTo>
                  <a:lnTo>
                    <a:pt x="2422853" y="3116972"/>
                  </a:lnTo>
                  <a:lnTo>
                    <a:pt x="2421997" y="3116972"/>
                  </a:lnTo>
                  <a:lnTo>
                    <a:pt x="2421141" y="3116972"/>
                  </a:lnTo>
                  <a:lnTo>
                    <a:pt x="2420286" y="3116972"/>
                  </a:lnTo>
                  <a:lnTo>
                    <a:pt x="2419430" y="3116972"/>
                  </a:lnTo>
                  <a:lnTo>
                    <a:pt x="2418575" y="3116972"/>
                  </a:lnTo>
                  <a:lnTo>
                    <a:pt x="2417719" y="3116972"/>
                  </a:lnTo>
                  <a:lnTo>
                    <a:pt x="2416864" y="3116972"/>
                  </a:lnTo>
                  <a:lnTo>
                    <a:pt x="2416008" y="3116972"/>
                  </a:lnTo>
                  <a:lnTo>
                    <a:pt x="2415153" y="3116972"/>
                  </a:lnTo>
                  <a:lnTo>
                    <a:pt x="2414297" y="3116972"/>
                  </a:lnTo>
                  <a:lnTo>
                    <a:pt x="2413442" y="3116972"/>
                  </a:lnTo>
                  <a:lnTo>
                    <a:pt x="2412586" y="3116972"/>
                  </a:lnTo>
                  <a:lnTo>
                    <a:pt x="2411731" y="3116972"/>
                  </a:lnTo>
                  <a:lnTo>
                    <a:pt x="2410875" y="3116972"/>
                  </a:lnTo>
                  <a:lnTo>
                    <a:pt x="2410020" y="3116972"/>
                  </a:lnTo>
                  <a:lnTo>
                    <a:pt x="2409164" y="3116972"/>
                  </a:lnTo>
                  <a:lnTo>
                    <a:pt x="2408309" y="3116972"/>
                  </a:lnTo>
                  <a:lnTo>
                    <a:pt x="2407453" y="3116972"/>
                  </a:lnTo>
                  <a:lnTo>
                    <a:pt x="2406598" y="3116972"/>
                  </a:lnTo>
                  <a:lnTo>
                    <a:pt x="2405742" y="3116972"/>
                  </a:lnTo>
                  <a:lnTo>
                    <a:pt x="2404886" y="3116972"/>
                  </a:lnTo>
                  <a:lnTo>
                    <a:pt x="2404031" y="3116972"/>
                  </a:lnTo>
                  <a:lnTo>
                    <a:pt x="2403175" y="3116972"/>
                  </a:lnTo>
                  <a:lnTo>
                    <a:pt x="2402320" y="3116972"/>
                  </a:lnTo>
                  <a:lnTo>
                    <a:pt x="2401464" y="3116972"/>
                  </a:lnTo>
                  <a:lnTo>
                    <a:pt x="2400609" y="3116972"/>
                  </a:lnTo>
                  <a:lnTo>
                    <a:pt x="2399753" y="3116972"/>
                  </a:lnTo>
                  <a:lnTo>
                    <a:pt x="2398898" y="3116972"/>
                  </a:lnTo>
                  <a:lnTo>
                    <a:pt x="2398042" y="3116972"/>
                  </a:lnTo>
                  <a:lnTo>
                    <a:pt x="2397187" y="3116972"/>
                  </a:lnTo>
                  <a:lnTo>
                    <a:pt x="2396331" y="3116972"/>
                  </a:lnTo>
                  <a:lnTo>
                    <a:pt x="2395476" y="3116972"/>
                  </a:lnTo>
                  <a:lnTo>
                    <a:pt x="2394620" y="3116972"/>
                  </a:lnTo>
                  <a:lnTo>
                    <a:pt x="2393765" y="3116972"/>
                  </a:lnTo>
                  <a:lnTo>
                    <a:pt x="2392909" y="3116972"/>
                  </a:lnTo>
                  <a:lnTo>
                    <a:pt x="2392054" y="3116972"/>
                  </a:lnTo>
                  <a:lnTo>
                    <a:pt x="2391198" y="3116972"/>
                  </a:lnTo>
                  <a:lnTo>
                    <a:pt x="2390343" y="3116972"/>
                  </a:lnTo>
                  <a:lnTo>
                    <a:pt x="2389487" y="3116972"/>
                  </a:lnTo>
                  <a:lnTo>
                    <a:pt x="2388631" y="3116972"/>
                  </a:lnTo>
                  <a:lnTo>
                    <a:pt x="2387776" y="3116972"/>
                  </a:lnTo>
                  <a:lnTo>
                    <a:pt x="2386920" y="3116972"/>
                  </a:lnTo>
                  <a:lnTo>
                    <a:pt x="2386065" y="3116972"/>
                  </a:lnTo>
                  <a:lnTo>
                    <a:pt x="2385209" y="3116972"/>
                  </a:lnTo>
                  <a:lnTo>
                    <a:pt x="2384354" y="3116972"/>
                  </a:lnTo>
                  <a:lnTo>
                    <a:pt x="2383498" y="3116972"/>
                  </a:lnTo>
                  <a:lnTo>
                    <a:pt x="2382643" y="3116972"/>
                  </a:lnTo>
                  <a:lnTo>
                    <a:pt x="2381787" y="3116972"/>
                  </a:lnTo>
                  <a:lnTo>
                    <a:pt x="2380932" y="3116972"/>
                  </a:lnTo>
                  <a:lnTo>
                    <a:pt x="2380076" y="3116972"/>
                  </a:lnTo>
                  <a:lnTo>
                    <a:pt x="2379221" y="3116972"/>
                  </a:lnTo>
                  <a:lnTo>
                    <a:pt x="2378365" y="3116972"/>
                  </a:lnTo>
                  <a:lnTo>
                    <a:pt x="2377510" y="3116972"/>
                  </a:lnTo>
                  <a:lnTo>
                    <a:pt x="2376654" y="3116972"/>
                  </a:lnTo>
                  <a:lnTo>
                    <a:pt x="2375799" y="3116972"/>
                  </a:lnTo>
                  <a:lnTo>
                    <a:pt x="2374943" y="3116972"/>
                  </a:lnTo>
                  <a:lnTo>
                    <a:pt x="2374087" y="3116972"/>
                  </a:lnTo>
                  <a:lnTo>
                    <a:pt x="2373232" y="3116972"/>
                  </a:lnTo>
                  <a:lnTo>
                    <a:pt x="2372376" y="3116972"/>
                  </a:lnTo>
                  <a:lnTo>
                    <a:pt x="2371521" y="3116972"/>
                  </a:lnTo>
                  <a:lnTo>
                    <a:pt x="2370665" y="3116972"/>
                  </a:lnTo>
                  <a:lnTo>
                    <a:pt x="2369810" y="3116972"/>
                  </a:lnTo>
                  <a:lnTo>
                    <a:pt x="2368954" y="3116972"/>
                  </a:lnTo>
                  <a:lnTo>
                    <a:pt x="2368099" y="3116972"/>
                  </a:lnTo>
                  <a:lnTo>
                    <a:pt x="2367243" y="3116972"/>
                  </a:lnTo>
                  <a:lnTo>
                    <a:pt x="2366388" y="3116972"/>
                  </a:lnTo>
                  <a:lnTo>
                    <a:pt x="2365532" y="3116972"/>
                  </a:lnTo>
                  <a:lnTo>
                    <a:pt x="2364677" y="3116972"/>
                  </a:lnTo>
                  <a:lnTo>
                    <a:pt x="2363821" y="3116972"/>
                  </a:lnTo>
                  <a:lnTo>
                    <a:pt x="2362966" y="3116972"/>
                  </a:lnTo>
                  <a:lnTo>
                    <a:pt x="2362110" y="3116972"/>
                  </a:lnTo>
                  <a:lnTo>
                    <a:pt x="2361255" y="3116972"/>
                  </a:lnTo>
                  <a:lnTo>
                    <a:pt x="2360399" y="3116972"/>
                  </a:lnTo>
                  <a:lnTo>
                    <a:pt x="2359544" y="3116972"/>
                  </a:lnTo>
                  <a:lnTo>
                    <a:pt x="2358688" y="3116972"/>
                  </a:lnTo>
                  <a:lnTo>
                    <a:pt x="2357832" y="3116972"/>
                  </a:lnTo>
                  <a:lnTo>
                    <a:pt x="2356977" y="3116972"/>
                  </a:lnTo>
                  <a:lnTo>
                    <a:pt x="2356121" y="3116972"/>
                  </a:lnTo>
                  <a:lnTo>
                    <a:pt x="2355266" y="3116972"/>
                  </a:lnTo>
                  <a:lnTo>
                    <a:pt x="2354410" y="3116972"/>
                  </a:lnTo>
                  <a:lnTo>
                    <a:pt x="2353555" y="3116972"/>
                  </a:lnTo>
                  <a:lnTo>
                    <a:pt x="2352699" y="3116972"/>
                  </a:lnTo>
                  <a:lnTo>
                    <a:pt x="2351844" y="3116972"/>
                  </a:lnTo>
                  <a:lnTo>
                    <a:pt x="2350988" y="3116972"/>
                  </a:lnTo>
                  <a:lnTo>
                    <a:pt x="2350133" y="3116972"/>
                  </a:lnTo>
                  <a:lnTo>
                    <a:pt x="2349277" y="3116972"/>
                  </a:lnTo>
                  <a:lnTo>
                    <a:pt x="2348422" y="3116972"/>
                  </a:lnTo>
                  <a:lnTo>
                    <a:pt x="2347566" y="3116972"/>
                  </a:lnTo>
                  <a:lnTo>
                    <a:pt x="2346711" y="3116972"/>
                  </a:lnTo>
                  <a:lnTo>
                    <a:pt x="2345855" y="3116972"/>
                  </a:lnTo>
                  <a:lnTo>
                    <a:pt x="2345000" y="3116972"/>
                  </a:lnTo>
                  <a:lnTo>
                    <a:pt x="2344144" y="3116972"/>
                  </a:lnTo>
                  <a:lnTo>
                    <a:pt x="2343289" y="3116972"/>
                  </a:lnTo>
                  <a:lnTo>
                    <a:pt x="2342433" y="3116972"/>
                  </a:lnTo>
                  <a:lnTo>
                    <a:pt x="2341577" y="3116972"/>
                  </a:lnTo>
                  <a:lnTo>
                    <a:pt x="2340722" y="3116972"/>
                  </a:lnTo>
                  <a:lnTo>
                    <a:pt x="2339866" y="3116972"/>
                  </a:lnTo>
                  <a:lnTo>
                    <a:pt x="2339011" y="3116972"/>
                  </a:lnTo>
                  <a:lnTo>
                    <a:pt x="2338155" y="3116972"/>
                  </a:lnTo>
                  <a:lnTo>
                    <a:pt x="2337300" y="3116972"/>
                  </a:lnTo>
                  <a:lnTo>
                    <a:pt x="2336444" y="3116972"/>
                  </a:lnTo>
                  <a:lnTo>
                    <a:pt x="2335589" y="3116972"/>
                  </a:lnTo>
                  <a:lnTo>
                    <a:pt x="2334733" y="3116972"/>
                  </a:lnTo>
                  <a:lnTo>
                    <a:pt x="2333878" y="3116972"/>
                  </a:lnTo>
                  <a:lnTo>
                    <a:pt x="2333022" y="3116972"/>
                  </a:lnTo>
                  <a:lnTo>
                    <a:pt x="2332167" y="3116972"/>
                  </a:lnTo>
                  <a:lnTo>
                    <a:pt x="2331311" y="3116972"/>
                  </a:lnTo>
                  <a:lnTo>
                    <a:pt x="2330456" y="3116972"/>
                  </a:lnTo>
                  <a:lnTo>
                    <a:pt x="2329600" y="3116972"/>
                  </a:lnTo>
                  <a:lnTo>
                    <a:pt x="2328745" y="3116972"/>
                  </a:lnTo>
                  <a:lnTo>
                    <a:pt x="2327889" y="3116972"/>
                  </a:lnTo>
                  <a:lnTo>
                    <a:pt x="2327033" y="3116972"/>
                  </a:lnTo>
                  <a:lnTo>
                    <a:pt x="2326178" y="3116972"/>
                  </a:lnTo>
                  <a:lnTo>
                    <a:pt x="2325322" y="3116972"/>
                  </a:lnTo>
                  <a:lnTo>
                    <a:pt x="2324467" y="3116972"/>
                  </a:lnTo>
                  <a:lnTo>
                    <a:pt x="2323611" y="3116972"/>
                  </a:lnTo>
                  <a:lnTo>
                    <a:pt x="2322756" y="3116972"/>
                  </a:lnTo>
                  <a:lnTo>
                    <a:pt x="2321900" y="3116972"/>
                  </a:lnTo>
                  <a:lnTo>
                    <a:pt x="2321045" y="3116972"/>
                  </a:lnTo>
                  <a:lnTo>
                    <a:pt x="2320189" y="3116972"/>
                  </a:lnTo>
                  <a:lnTo>
                    <a:pt x="2319334" y="3116972"/>
                  </a:lnTo>
                  <a:lnTo>
                    <a:pt x="2318478" y="3116972"/>
                  </a:lnTo>
                  <a:lnTo>
                    <a:pt x="2317623" y="3116972"/>
                  </a:lnTo>
                  <a:lnTo>
                    <a:pt x="2316767" y="3116972"/>
                  </a:lnTo>
                  <a:lnTo>
                    <a:pt x="2315912" y="3116972"/>
                  </a:lnTo>
                  <a:lnTo>
                    <a:pt x="2315056" y="3116972"/>
                  </a:lnTo>
                  <a:lnTo>
                    <a:pt x="2314201" y="3116972"/>
                  </a:lnTo>
                  <a:lnTo>
                    <a:pt x="2313345" y="3116972"/>
                  </a:lnTo>
                  <a:lnTo>
                    <a:pt x="2312490" y="3116972"/>
                  </a:lnTo>
                  <a:lnTo>
                    <a:pt x="2311634" y="3116972"/>
                  </a:lnTo>
                  <a:lnTo>
                    <a:pt x="2310778" y="3116972"/>
                  </a:lnTo>
                  <a:lnTo>
                    <a:pt x="2309923" y="3116972"/>
                  </a:lnTo>
                  <a:lnTo>
                    <a:pt x="2309067" y="3116972"/>
                  </a:lnTo>
                  <a:lnTo>
                    <a:pt x="2308212" y="3116972"/>
                  </a:lnTo>
                  <a:lnTo>
                    <a:pt x="2307356" y="3116972"/>
                  </a:lnTo>
                  <a:lnTo>
                    <a:pt x="2306501" y="3116972"/>
                  </a:lnTo>
                  <a:lnTo>
                    <a:pt x="2305645" y="3116972"/>
                  </a:lnTo>
                  <a:lnTo>
                    <a:pt x="2304790" y="3116972"/>
                  </a:lnTo>
                  <a:lnTo>
                    <a:pt x="2303934" y="3116972"/>
                  </a:lnTo>
                  <a:lnTo>
                    <a:pt x="2303079" y="3116972"/>
                  </a:lnTo>
                  <a:lnTo>
                    <a:pt x="2302223" y="3116972"/>
                  </a:lnTo>
                  <a:lnTo>
                    <a:pt x="2301368" y="3116972"/>
                  </a:lnTo>
                  <a:lnTo>
                    <a:pt x="2300512" y="3116972"/>
                  </a:lnTo>
                  <a:lnTo>
                    <a:pt x="2299657" y="3116972"/>
                  </a:lnTo>
                  <a:lnTo>
                    <a:pt x="2298801" y="3116972"/>
                  </a:lnTo>
                  <a:lnTo>
                    <a:pt x="2297946" y="3116972"/>
                  </a:lnTo>
                  <a:lnTo>
                    <a:pt x="2297090" y="3116972"/>
                  </a:lnTo>
                  <a:lnTo>
                    <a:pt x="2296235" y="3116972"/>
                  </a:lnTo>
                  <a:lnTo>
                    <a:pt x="2295379" y="3116972"/>
                  </a:lnTo>
                  <a:lnTo>
                    <a:pt x="2294523" y="3116972"/>
                  </a:lnTo>
                  <a:lnTo>
                    <a:pt x="2293668" y="3116972"/>
                  </a:lnTo>
                  <a:lnTo>
                    <a:pt x="2292812" y="3116972"/>
                  </a:lnTo>
                  <a:lnTo>
                    <a:pt x="2291957" y="3116972"/>
                  </a:lnTo>
                  <a:lnTo>
                    <a:pt x="2291101" y="3116972"/>
                  </a:lnTo>
                  <a:lnTo>
                    <a:pt x="2290246" y="3116972"/>
                  </a:lnTo>
                  <a:lnTo>
                    <a:pt x="2289390" y="3116972"/>
                  </a:lnTo>
                  <a:lnTo>
                    <a:pt x="2288535" y="3116972"/>
                  </a:lnTo>
                  <a:lnTo>
                    <a:pt x="2287679" y="3116972"/>
                  </a:lnTo>
                  <a:lnTo>
                    <a:pt x="2286824" y="3116972"/>
                  </a:lnTo>
                  <a:lnTo>
                    <a:pt x="2285968" y="3116972"/>
                  </a:lnTo>
                  <a:lnTo>
                    <a:pt x="2285113" y="3116972"/>
                  </a:lnTo>
                  <a:lnTo>
                    <a:pt x="2284257" y="3116972"/>
                  </a:lnTo>
                  <a:lnTo>
                    <a:pt x="2283402" y="3116972"/>
                  </a:lnTo>
                  <a:lnTo>
                    <a:pt x="2282546" y="3116972"/>
                  </a:lnTo>
                  <a:lnTo>
                    <a:pt x="2281691" y="3116972"/>
                  </a:lnTo>
                  <a:lnTo>
                    <a:pt x="2280835" y="3116972"/>
                  </a:lnTo>
                  <a:lnTo>
                    <a:pt x="2279979" y="3116972"/>
                  </a:lnTo>
                  <a:lnTo>
                    <a:pt x="2279124" y="3116972"/>
                  </a:lnTo>
                  <a:lnTo>
                    <a:pt x="2278268" y="3116972"/>
                  </a:lnTo>
                  <a:lnTo>
                    <a:pt x="2277413" y="3116972"/>
                  </a:lnTo>
                  <a:lnTo>
                    <a:pt x="2276557" y="3116972"/>
                  </a:lnTo>
                  <a:lnTo>
                    <a:pt x="2275702" y="3116972"/>
                  </a:lnTo>
                  <a:lnTo>
                    <a:pt x="2274846" y="3116972"/>
                  </a:lnTo>
                  <a:lnTo>
                    <a:pt x="2273991" y="3116972"/>
                  </a:lnTo>
                  <a:lnTo>
                    <a:pt x="2273135" y="3116972"/>
                  </a:lnTo>
                  <a:lnTo>
                    <a:pt x="2272280" y="3116972"/>
                  </a:lnTo>
                  <a:lnTo>
                    <a:pt x="2271424" y="3116972"/>
                  </a:lnTo>
                  <a:lnTo>
                    <a:pt x="2270569" y="3116972"/>
                  </a:lnTo>
                  <a:lnTo>
                    <a:pt x="2269713" y="3116972"/>
                  </a:lnTo>
                  <a:lnTo>
                    <a:pt x="2268858" y="3116972"/>
                  </a:lnTo>
                  <a:lnTo>
                    <a:pt x="2268002" y="3116972"/>
                  </a:lnTo>
                  <a:lnTo>
                    <a:pt x="2267147" y="3116972"/>
                  </a:lnTo>
                  <a:lnTo>
                    <a:pt x="2266291" y="3116972"/>
                  </a:lnTo>
                  <a:lnTo>
                    <a:pt x="2265436" y="3116972"/>
                  </a:lnTo>
                  <a:lnTo>
                    <a:pt x="2264580" y="3116972"/>
                  </a:lnTo>
                  <a:lnTo>
                    <a:pt x="2263724" y="3116972"/>
                  </a:lnTo>
                  <a:lnTo>
                    <a:pt x="2262869" y="3116972"/>
                  </a:lnTo>
                  <a:lnTo>
                    <a:pt x="2262013" y="3116972"/>
                  </a:lnTo>
                  <a:lnTo>
                    <a:pt x="2261158" y="3116972"/>
                  </a:lnTo>
                  <a:lnTo>
                    <a:pt x="2260302" y="3116972"/>
                  </a:lnTo>
                  <a:lnTo>
                    <a:pt x="2259447" y="3116972"/>
                  </a:lnTo>
                  <a:lnTo>
                    <a:pt x="2258591" y="3116972"/>
                  </a:lnTo>
                  <a:lnTo>
                    <a:pt x="2257736" y="3116972"/>
                  </a:lnTo>
                  <a:lnTo>
                    <a:pt x="2256880" y="3116972"/>
                  </a:lnTo>
                  <a:lnTo>
                    <a:pt x="2256025" y="3116972"/>
                  </a:lnTo>
                  <a:lnTo>
                    <a:pt x="2255169" y="3116972"/>
                  </a:lnTo>
                  <a:lnTo>
                    <a:pt x="2254314" y="3116972"/>
                  </a:lnTo>
                  <a:lnTo>
                    <a:pt x="2253458" y="3116972"/>
                  </a:lnTo>
                  <a:lnTo>
                    <a:pt x="2252603" y="3116972"/>
                  </a:lnTo>
                  <a:lnTo>
                    <a:pt x="2251747" y="3116972"/>
                  </a:lnTo>
                  <a:lnTo>
                    <a:pt x="2250892" y="3116972"/>
                  </a:lnTo>
                  <a:lnTo>
                    <a:pt x="2250036" y="3116972"/>
                  </a:lnTo>
                  <a:lnTo>
                    <a:pt x="2249181" y="3116972"/>
                  </a:lnTo>
                  <a:lnTo>
                    <a:pt x="2248325" y="3116972"/>
                  </a:lnTo>
                  <a:lnTo>
                    <a:pt x="2247469" y="3116972"/>
                  </a:lnTo>
                  <a:lnTo>
                    <a:pt x="2246614" y="3116972"/>
                  </a:lnTo>
                  <a:lnTo>
                    <a:pt x="2245758" y="3116972"/>
                  </a:lnTo>
                  <a:lnTo>
                    <a:pt x="2244903" y="3116972"/>
                  </a:lnTo>
                  <a:lnTo>
                    <a:pt x="2244047" y="3116972"/>
                  </a:lnTo>
                  <a:lnTo>
                    <a:pt x="2243192" y="3116972"/>
                  </a:lnTo>
                  <a:lnTo>
                    <a:pt x="2242336" y="3116972"/>
                  </a:lnTo>
                  <a:lnTo>
                    <a:pt x="2241481" y="3116972"/>
                  </a:lnTo>
                  <a:lnTo>
                    <a:pt x="2240625" y="3116972"/>
                  </a:lnTo>
                  <a:lnTo>
                    <a:pt x="2239770" y="3116972"/>
                  </a:lnTo>
                  <a:lnTo>
                    <a:pt x="2238914" y="3116972"/>
                  </a:lnTo>
                  <a:lnTo>
                    <a:pt x="2238059" y="3116972"/>
                  </a:lnTo>
                  <a:lnTo>
                    <a:pt x="2237203" y="3116972"/>
                  </a:lnTo>
                  <a:lnTo>
                    <a:pt x="2236348" y="3116972"/>
                  </a:lnTo>
                  <a:lnTo>
                    <a:pt x="2235492" y="3116972"/>
                  </a:lnTo>
                  <a:lnTo>
                    <a:pt x="2234637" y="3116972"/>
                  </a:lnTo>
                  <a:lnTo>
                    <a:pt x="2233781" y="3116972"/>
                  </a:lnTo>
                  <a:lnTo>
                    <a:pt x="2232925" y="3116972"/>
                  </a:lnTo>
                  <a:lnTo>
                    <a:pt x="2232070" y="3116972"/>
                  </a:lnTo>
                  <a:lnTo>
                    <a:pt x="2231214" y="3116972"/>
                  </a:lnTo>
                  <a:lnTo>
                    <a:pt x="2230359" y="3116972"/>
                  </a:lnTo>
                  <a:lnTo>
                    <a:pt x="2229503" y="3116972"/>
                  </a:lnTo>
                  <a:lnTo>
                    <a:pt x="2228648" y="3116972"/>
                  </a:lnTo>
                  <a:lnTo>
                    <a:pt x="2227792" y="3116972"/>
                  </a:lnTo>
                  <a:lnTo>
                    <a:pt x="2226937" y="3116972"/>
                  </a:lnTo>
                  <a:lnTo>
                    <a:pt x="2226081" y="3116972"/>
                  </a:lnTo>
                  <a:lnTo>
                    <a:pt x="2225226" y="3116972"/>
                  </a:lnTo>
                  <a:lnTo>
                    <a:pt x="2224370" y="3116972"/>
                  </a:lnTo>
                  <a:lnTo>
                    <a:pt x="2223515" y="3116972"/>
                  </a:lnTo>
                  <a:lnTo>
                    <a:pt x="2222659" y="3116972"/>
                  </a:lnTo>
                  <a:lnTo>
                    <a:pt x="2221804" y="3116972"/>
                  </a:lnTo>
                  <a:lnTo>
                    <a:pt x="2220948" y="3116972"/>
                  </a:lnTo>
                  <a:lnTo>
                    <a:pt x="2220093" y="3116972"/>
                  </a:lnTo>
                  <a:lnTo>
                    <a:pt x="2219237" y="3116972"/>
                  </a:lnTo>
                  <a:lnTo>
                    <a:pt x="2218382" y="3116972"/>
                  </a:lnTo>
                  <a:lnTo>
                    <a:pt x="2217526" y="3116972"/>
                  </a:lnTo>
                  <a:lnTo>
                    <a:pt x="2216670" y="3116972"/>
                  </a:lnTo>
                  <a:lnTo>
                    <a:pt x="2215815" y="3116972"/>
                  </a:lnTo>
                  <a:lnTo>
                    <a:pt x="2214959" y="3116972"/>
                  </a:lnTo>
                  <a:lnTo>
                    <a:pt x="2214104" y="3116972"/>
                  </a:lnTo>
                  <a:lnTo>
                    <a:pt x="2213248" y="3116972"/>
                  </a:lnTo>
                  <a:lnTo>
                    <a:pt x="2212393" y="3116972"/>
                  </a:lnTo>
                  <a:lnTo>
                    <a:pt x="2211537" y="3116972"/>
                  </a:lnTo>
                  <a:lnTo>
                    <a:pt x="2210682" y="3116972"/>
                  </a:lnTo>
                  <a:lnTo>
                    <a:pt x="2209826" y="3116972"/>
                  </a:lnTo>
                  <a:lnTo>
                    <a:pt x="2208971" y="3116972"/>
                  </a:lnTo>
                  <a:lnTo>
                    <a:pt x="2208115" y="3116972"/>
                  </a:lnTo>
                  <a:lnTo>
                    <a:pt x="2207260" y="3116972"/>
                  </a:lnTo>
                  <a:lnTo>
                    <a:pt x="2206404" y="3116972"/>
                  </a:lnTo>
                  <a:lnTo>
                    <a:pt x="2205549" y="3116972"/>
                  </a:lnTo>
                  <a:lnTo>
                    <a:pt x="2204693" y="3116972"/>
                  </a:lnTo>
                  <a:lnTo>
                    <a:pt x="2203838" y="3116972"/>
                  </a:lnTo>
                  <a:lnTo>
                    <a:pt x="2202982" y="3116972"/>
                  </a:lnTo>
                  <a:lnTo>
                    <a:pt x="2202127" y="3116972"/>
                  </a:lnTo>
                  <a:lnTo>
                    <a:pt x="2201271" y="3116972"/>
                  </a:lnTo>
                  <a:lnTo>
                    <a:pt x="2200415" y="3116972"/>
                  </a:lnTo>
                  <a:lnTo>
                    <a:pt x="2199560" y="3116972"/>
                  </a:lnTo>
                  <a:lnTo>
                    <a:pt x="2198704" y="3116972"/>
                  </a:lnTo>
                  <a:lnTo>
                    <a:pt x="2197849" y="3116972"/>
                  </a:lnTo>
                  <a:lnTo>
                    <a:pt x="2196993" y="3116972"/>
                  </a:lnTo>
                  <a:lnTo>
                    <a:pt x="2196138" y="3116972"/>
                  </a:lnTo>
                  <a:lnTo>
                    <a:pt x="2195282" y="3116972"/>
                  </a:lnTo>
                  <a:lnTo>
                    <a:pt x="2194427" y="3116972"/>
                  </a:lnTo>
                  <a:lnTo>
                    <a:pt x="2193571" y="3116972"/>
                  </a:lnTo>
                  <a:lnTo>
                    <a:pt x="2192716" y="3116972"/>
                  </a:lnTo>
                  <a:lnTo>
                    <a:pt x="2191860" y="3116972"/>
                  </a:lnTo>
                  <a:lnTo>
                    <a:pt x="2191005" y="3116972"/>
                  </a:lnTo>
                  <a:lnTo>
                    <a:pt x="2190149" y="3116972"/>
                  </a:lnTo>
                  <a:lnTo>
                    <a:pt x="2189294" y="3116972"/>
                  </a:lnTo>
                  <a:lnTo>
                    <a:pt x="2188438" y="3116972"/>
                  </a:lnTo>
                  <a:lnTo>
                    <a:pt x="2187583" y="3116972"/>
                  </a:lnTo>
                  <a:lnTo>
                    <a:pt x="2186727" y="3116972"/>
                  </a:lnTo>
                  <a:lnTo>
                    <a:pt x="2185872" y="3116972"/>
                  </a:lnTo>
                  <a:lnTo>
                    <a:pt x="2185016" y="3116972"/>
                  </a:lnTo>
                  <a:lnTo>
                    <a:pt x="2184160" y="3116972"/>
                  </a:lnTo>
                  <a:lnTo>
                    <a:pt x="2183305" y="3116972"/>
                  </a:lnTo>
                  <a:lnTo>
                    <a:pt x="2182449" y="3116972"/>
                  </a:lnTo>
                  <a:lnTo>
                    <a:pt x="2181594" y="3116972"/>
                  </a:lnTo>
                  <a:lnTo>
                    <a:pt x="2180738" y="3116972"/>
                  </a:lnTo>
                  <a:lnTo>
                    <a:pt x="2179883" y="3116972"/>
                  </a:lnTo>
                  <a:lnTo>
                    <a:pt x="2179027" y="3116972"/>
                  </a:lnTo>
                  <a:lnTo>
                    <a:pt x="2178172" y="3116972"/>
                  </a:lnTo>
                  <a:lnTo>
                    <a:pt x="2177316" y="3116972"/>
                  </a:lnTo>
                  <a:lnTo>
                    <a:pt x="2176461" y="3116972"/>
                  </a:lnTo>
                  <a:lnTo>
                    <a:pt x="2175605" y="3116972"/>
                  </a:lnTo>
                  <a:lnTo>
                    <a:pt x="2174750" y="3116972"/>
                  </a:lnTo>
                  <a:lnTo>
                    <a:pt x="2173894" y="3116972"/>
                  </a:lnTo>
                  <a:lnTo>
                    <a:pt x="2173039" y="3116972"/>
                  </a:lnTo>
                  <a:lnTo>
                    <a:pt x="2172183" y="3116972"/>
                  </a:lnTo>
                  <a:lnTo>
                    <a:pt x="2171328" y="3116972"/>
                  </a:lnTo>
                  <a:lnTo>
                    <a:pt x="2170472" y="3116972"/>
                  </a:lnTo>
                  <a:lnTo>
                    <a:pt x="2169616" y="3116972"/>
                  </a:lnTo>
                  <a:lnTo>
                    <a:pt x="2168761" y="3116972"/>
                  </a:lnTo>
                  <a:lnTo>
                    <a:pt x="2167905" y="3116972"/>
                  </a:lnTo>
                  <a:lnTo>
                    <a:pt x="2167050" y="3116972"/>
                  </a:lnTo>
                  <a:lnTo>
                    <a:pt x="2166194" y="3116972"/>
                  </a:lnTo>
                  <a:lnTo>
                    <a:pt x="2165339" y="3116972"/>
                  </a:lnTo>
                  <a:lnTo>
                    <a:pt x="2164483" y="3116972"/>
                  </a:lnTo>
                  <a:lnTo>
                    <a:pt x="2163628" y="3116972"/>
                  </a:lnTo>
                  <a:lnTo>
                    <a:pt x="2162772" y="3116972"/>
                  </a:lnTo>
                  <a:lnTo>
                    <a:pt x="2161917" y="3116972"/>
                  </a:lnTo>
                  <a:lnTo>
                    <a:pt x="2161061" y="3116972"/>
                  </a:lnTo>
                  <a:lnTo>
                    <a:pt x="2160206" y="3116972"/>
                  </a:lnTo>
                  <a:lnTo>
                    <a:pt x="2159350" y="3116972"/>
                  </a:lnTo>
                  <a:lnTo>
                    <a:pt x="2158495" y="3116972"/>
                  </a:lnTo>
                  <a:lnTo>
                    <a:pt x="2157639" y="3116972"/>
                  </a:lnTo>
                  <a:lnTo>
                    <a:pt x="2156784" y="3116972"/>
                  </a:lnTo>
                  <a:lnTo>
                    <a:pt x="2155928" y="3116972"/>
                  </a:lnTo>
                  <a:lnTo>
                    <a:pt x="2155073" y="3116972"/>
                  </a:lnTo>
                  <a:lnTo>
                    <a:pt x="2154217" y="3116972"/>
                  </a:lnTo>
                  <a:lnTo>
                    <a:pt x="2153361" y="3116972"/>
                  </a:lnTo>
                  <a:lnTo>
                    <a:pt x="2152506" y="3116972"/>
                  </a:lnTo>
                  <a:lnTo>
                    <a:pt x="2151650" y="3116972"/>
                  </a:lnTo>
                  <a:lnTo>
                    <a:pt x="2150795" y="3116972"/>
                  </a:lnTo>
                  <a:lnTo>
                    <a:pt x="2149939" y="3116972"/>
                  </a:lnTo>
                  <a:lnTo>
                    <a:pt x="2149084" y="3116972"/>
                  </a:lnTo>
                  <a:lnTo>
                    <a:pt x="2148228" y="3116972"/>
                  </a:lnTo>
                  <a:lnTo>
                    <a:pt x="2147373" y="3116972"/>
                  </a:lnTo>
                  <a:lnTo>
                    <a:pt x="2146517" y="3116972"/>
                  </a:lnTo>
                  <a:lnTo>
                    <a:pt x="2145662" y="3116972"/>
                  </a:lnTo>
                  <a:lnTo>
                    <a:pt x="2144806" y="3116972"/>
                  </a:lnTo>
                  <a:lnTo>
                    <a:pt x="2143951" y="3116972"/>
                  </a:lnTo>
                  <a:lnTo>
                    <a:pt x="2143095" y="3116972"/>
                  </a:lnTo>
                  <a:lnTo>
                    <a:pt x="2142240" y="3116972"/>
                  </a:lnTo>
                  <a:lnTo>
                    <a:pt x="2141384" y="3116972"/>
                  </a:lnTo>
                  <a:lnTo>
                    <a:pt x="2140529" y="3116972"/>
                  </a:lnTo>
                  <a:lnTo>
                    <a:pt x="2139673" y="3116972"/>
                  </a:lnTo>
                  <a:lnTo>
                    <a:pt x="2138818" y="3116972"/>
                  </a:lnTo>
                  <a:lnTo>
                    <a:pt x="2137962" y="3116972"/>
                  </a:lnTo>
                  <a:lnTo>
                    <a:pt x="2137106" y="3116972"/>
                  </a:lnTo>
                  <a:lnTo>
                    <a:pt x="2136251" y="3116972"/>
                  </a:lnTo>
                  <a:lnTo>
                    <a:pt x="2135395" y="3116972"/>
                  </a:lnTo>
                  <a:lnTo>
                    <a:pt x="2134540" y="3116972"/>
                  </a:lnTo>
                  <a:lnTo>
                    <a:pt x="2133684" y="3116972"/>
                  </a:lnTo>
                  <a:lnTo>
                    <a:pt x="2132829" y="3116972"/>
                  </a:lnTo>
                  <a:lnTo>
                    <a:pt x="2131973" y="3116972"/>
                  </a:lnTo>
                  <a:lnTo>
                    <a:pt x="2131118" y="3116972"/>
                  </a:lnTo>
                  <a:lnTo>
                    <a:pt x="2130262" y="3116972"/>
                  </a:lnTo>
                  <a:lnTo>
                    <a:pt x="2129407" y="3116972"/>
                  </a:lnTo>
                  <a:lnTo>
                    <a:pt x="2128551" y="3116972"/>
                  </a:lnTo>
                  <a:lnTo>
                    <a:pt x="2127696" y="3116972"/>
                  </a:lnTo>
                  <a:lnTo>
                    <a:pt x="2126840" y="3116972"/>
                  </a:lnTo>
                  <a:lnTo>
                    <a:pt x="2125985" y="3116972"/>
                  </a:lnTo>
                  <a:lnTo>
                    <a:pt x="2125129" y="3116972"/>
                  </a:lnTo>
                  <a:lnTo>
                    <a:pt x="2124274" y="3116972"/>
                  </a:lnTo>
                  <a:lnTo>
                    <a:pt x="2123418" y="3116972"/>
                  </a:lnTo>
                  <a:lnTo>
                    <a:pt x="2122562" y="3116972"/>
                  </a:lnTo>
                  <a:lnTo>
                    <a:pt x="2121707" y="3116972"/>
                  </a:lnTo>
                  <a:lnTo>
                    <a:pt x="2120851" y="3116972"/>
                  </a:lnTo>
                  <a:lnTo>
                    <a:pt x="2119996" y="3116972"/>
                  </a:lnTo>
                  <a:lnTo>
                    <a:pt x="2119140" y="3116972"/>
                  </a:lnTo>
                  <a:lnTo>
                    <a:pt x="2118285" y="3116972"/>
                  </a:lnTo>
                  <a:lnTo>
                    <a:pt x="2117429" y="3116972"/>
                  </a:lnTo>
                  <a:lnTo>
                    <a:pt x="2116574" y="3116972"/>
                  </a:lnTo>
                  <a:lnTo>
                    <a:pt x="2115718" y="3116972"/>
                  </a:lnTo>
                  <a:lnTo>
                    <a:pt x="2114863" y="3116972"/>
                  </a:lnTo>
                  <a:lnTo>
                    <a:pt x="2114007" y="3116972"/>
                  </a:lnTo>
                  <a:lnTo>
                    <a:pt x="2113152" y="3116972"/>
                  </a:lnTo>
                  <a:lnTo>
                    <a:pt x="2112296" y="3116972"/>
                  </a:lnTo>
                  <a:lnTo>
                    <a:pt x="2111441" y="3116972"/>
                  </a:lnTo>
                  <a:lnTo>
                    <a:pt x="2110585" y="3116972"/>
                  </a:lnTo>
                  <a:lnTo>
                    <a:pt x="2109730" y="3116972"/>
                  </a:lnTo>
                  <a:lnTo>
                    <a:pt x="2108874" y="3116972"/>
                  </a:lnTo>
                  <a:lnTo>
                    <a:pt x="2108019" y="3116972"/>
                  </a:lnTo>
                  <a:lnTo>
                    <a:pt x="2107163" y="3116972"/>
                  </a:lnTo>
                  <a:lnTo>
                    <a:pt x="2106307" y="3116972"/>
                  </a:lnTo>
                  <a:lnTo>
                    <a:pt x="2105452" y="3116972"/>
                  </a:lnTo>
                  <a:lnTo>
                    <a:pt x="2104596" y="3116972"/>
                  </a:lnTo>
                  <a:lnTo>
                    <a:pt x="2103741" y="3116972"/>
                  </a:lnTo>
                  <a:lnTo>
                    <a:pt x="2102885" y="3116972"/>
                  </a:lnTo>
                  <a:lnTo>
                    <a:pt x="2102030" y="3116972"/>
                  </a:lnTo>
                  <a:lnTo>
                    <a:pt x="2101174" y="3116972"/>
                  </a:lnTo>
                  <a:lnTo>
                    <a:pt x="2100319" y="3116972"/>
                  </a:lnTo>
                  <a:lnTo>
                    <a:pt x="2099463" y="3116972"/>
                  </a:lnTo>
                  <a:lnTo>
                    <a:pt x="2098608" y="3116972"/>
                  </a:lnTo>
                  <a:lnTo>
                    <a:pt x="2097752" y="3116972"/>
                  </a:lnTo>
                  <a:lnTo>
                    <a:pt x="2096897" y="3116972"/>
                  </a:lnTo>
                  <a:lnTo>
                    <a:pt x="2096041" y="3116972"/>
                  </a:lnTo>
                  <a:lnTo>
                    <a:pt x="2095186" y="3116972"/>
                  </a:lnTo>
                  <a:lnTo>
                    <a:pt x="2094330" y="3116972"/>
                  </a:lnTo>
                  <a:lnTo>
                    <a:pt x="2093475" y="3116972"/>
                  </a:lnTo>
                  <a:lnTo>
                    <a:pt x="2092619" y="3116972"/>
                  </a:lnTo>
                  <a:lnTo>
                    <a:pt x="2091764" y="3116972"/>
                  </a:lnTo>
                  <a:lnTo>
                    <a:pt x="2090908" y="3116972"/>
                  </a:lnTo>
                  <a:lnTo>
                    <a:pt x="2090052" y="3116972"/>
                  </a:lnTo>
                  <a:lnTo>
                    <a:pt x="2089197" y="3116972"/>
                  </a:lnTo>
                  <a:lnTo>
                    <a:pt x="2088341" y="3116972"/>
                  </a:lnTo>
                  <a:lnTo>
                    <a:pt x="2087486" y="3116972"/>
                  </a:lnTo>
                  <a:lnTo>
                    <a:pt x="2086630" y="3116972"/>
                  </a:lnTo>
                  <a:lnTo>
                    <a:pt x="2085775" y="3116972"/>
                  </a:lnTo>
                  <a:lnTo>
                    <a:pt x="2084919" y="3116972"/>
                  </a:lnTo>
                  <a:lnTo>
                    <a:pt x="2084064" y="3116972"/>
                  </a:lnTo>
                  <a:lnTo>
                    <a:pt x="2083208" y="3116972"/>
                  </a:lnTo>
                  <a:lnTo>
                    <a:pt x="2082353" y="3116972"/>
                  </a:lnTo>
                  <a:lnTo>
                    <a:pt x="2081497" y="3116972"/>
                  </a:lnTo>
                  <a:lnTo>
                    <a:pt x="2080642" y="3116972"/>
                  </a:lnTo>
                  <a:lnTo>
                    <a:pt x="2079786" y="3116972"/>
                  </a:lnTo>
                  <a:lnTo>
                    <a:pt x="2078931" y="3116972"/>
                  </a:lnTo>
                  <a:lnTo>
                    <a:pt x="2078075" y="3116972"/>
                  </a:lnTo>
                  <a:lnTo>
                    <a:pt x="2077220" y="3116972"/>
                  </a:lnTo>
                  <a:lnTo>
                    <a:pt x="2076364" y="3116972"/>
                  </a:lnTo>
                  <a:lnTo>
                    <a:pt x="2075508" y="3116972"/>
                  </a:lnTo>
                  <a:lnTo>
                    <a:pt x="2074653" y="3116972"/>
                  </a:lnTo>
                  <a:lnTo>
                    <a:pt x="2073797" y="3116972"/>
                  </a:lnTo>
                  <a:lnTo>
                    <a:pt x="2072942" y="3116972"/>
                  </a:lnTo>
                  <a:lnTo>
                    <a:pt x="2072086" y="3116972"/>
                  </a:lnTo>
                  <a:lnTo>
                    <a:pt x="2071231" y="3116972"/>
                  </a:lnTo>
                  <a:lnTo>
                    <a:pt x="2070375" y="3116972"/>
                  </a:lnTo>
                  <a:lnTo>
                    <a:pt x="2069520" y="3116972"/>
                  </a:lnTo>
                  <a:lnTo>
                    <a:pt x="2068664" y="3116972"/>
                  </a:lnTo>
                  <a:lnTo>
                    <a:pt x="2067809" y="3116972"/>
                  </a:lnTo>
                  <a:lnTo>
                    <a:pt x="2066953" y="3116972"/>
                  </a:lnTo>
                  <a:lnTo>
                    <a:pt x="2066098" y="3116972"/>
                  </a:lnTo>
                  <a:lnTo>
                    <a:pt x="2065242" y="3116972"/>
                  </a:lnTo>
                  <a:lnTo>
                    <a:pt x="2064387" y="3116972"/>
                  </a:lnTo>
                  <a:lnTo>
                    <a:pt x="2063531" y="3116972"/>
                  </a:lnTo>
                  <a:lnTo>
                    <a:pt x="2062676" y="3116972"/>
                  </a:lnTo>
                  <a:lnTo>
                    <a:pt x="2061820" y="3116972"/>
                  </a:lnTo>
                  <a:lnTo>
                    <a:pt x="2060965" y="3116972"/>
                  </a:lnTo>
                  <a:lnTo>
                    <a:pt x="2060109" y="3116972"/>
                  </a:lnTo>
                  <a:lnTo>
                    <a:pt x="2059253" y="3116972"/>
                  </a:lnTo>
                  <a:lnTo>
                    <a:pt x="2058398" y="3116972"/>
                  </a:lnTo>
                  <a:lnTo>
                    <a:pt x="2057542" y="3116972"/>
                  </a:lnTo>
                  <a:lnTo>
                    <a:pt x="2056687" y="3116972"/>
                  </a:lnTo>
                  <a:lnTo>
                    <a:pt x="2055831" y="3116972"/>
                  </a:lnTo>
                  <a:lnTo>
                    <a:pt x="2054976" y="3116972"/>
                  </a:lnTo>
                  <a:lnTo>
                    <a:pt x="2054120" y="3116972"/>
                  </a:lnTo>
                  <a:lnTo>
                    <a:pt x="2053265" y="3116972"/>
                  </a:lnTo>
                  <a:lnTo>
                    <a:pt x="2052409" y="3116972"/>
                  </a:lnTo>
                  <a:lnTo>
                    <a:pt x="2051554" y="3116972"/>
                  </a:lnTo>
                  <a:lnTo>
                    <a:pt x="2050698" y="3116972"/>
                  </a:lnTo>
                  <a:lnTo>
                    <a:pt x="2049843" y="3116972"/>
                  </a:lnTo>
                  <a:lnTo>
                    <a:pt x="2048987" y="3116972"/>
                  </a:lnTo>
                  <a:lnTo>
                    <a:pt x="2048132" y="3116972"/>
                  </a:lnTo>
                  <a:lnTo>
                    <a:pt x="2047276" y="3116972"/>
                  </a:lnTo>
                  <a:lnTo>
                    <a:pt x="2046421" y="3116972"/>
                  </a:lnTo>
                  <a:lnTo>
                    <a:pt x="2045565" y="3116972"/>
                  </a:lnTo>
                  <a:lnTo>
                    <a:pt x="2044710" y="3116972"/>
                  </a:lnTo>
                  <a:lnTo>
                    <a:pt x="2043854" y="3116972"/>
                  </a:lnTo>
                  <a:lnTo>
                    <a:pt x="2042998" y="3116972"/>
                  </a:lnTo>
                  <a:lnTo>
                    <a:pt x="2042143" y="3116972"/>
                  </a:lnTo>
                  <a:lnTo>
                    <a:pt x="2041287" y="3116972"/>
                  </a:lnTo>
                  <a:lnTo>
                    <a:pt x="2040432" y="3116972"/>
                  </a:lnTo>
                  <a:lnTo>
                    <a:pt x="2039576" y="3116972"/>
                  </a:lnTo>
                  <a:lnTo>
                    <a:pt x="2038721" y="3116972"/>
                  </a:lnTo>
                  <a:lnTo>
                    <a:pt x="2037865" y="3116972"/>
                  </a:lnTo>
                  <a:lnTo>
                    <a:pt x="2037010" y="3116972"/>
                  </a:lnTo>
                  <a:lnTo>
                    <a:pt x="2036154" y="3116972"/>
                  </a:lnTo>
                  <a:lnTo>
                    <a:pt x="2035299" y="3116972"/>
                  </a:lnTo>
                  <a:lnTo>
                    <a:pt x="2034443" y="3116972"/>
                  </a:lnTo>
                  <a:lnTo>
                    <a:pt x="2033588" y="3116972"/>
                  </a:lnTo>
                  <a:lnTo>
                    <a:pt x="2032732" y="3116972"/>
                  </a:lnTo>
                  <a:lnTo>
                    <a:pt x="2031877" y="3116972"/>
                  </a:lnTo>
                  <a:lnTo>
                    <a:pt x="2031021" y="3116972"/>
                  </a:lnTo>
                  <a:lnTo>
                    <a:pt x="2030166" y="3116972"/>
                  </a:lnTo>
                  <a:lnTo>
                    <a:pt x="2029310" y="3116972"/>
                  </a:lnTo>
                  <a:lnTo>
                    <a:pt x="2028454" y="3116972"/>
                  </a:lnTo>
                  <a:lnTo>
                    <a:pt x="2027599" y="3116972"/>
                  </a:lnTo>
                  <a:lnTo>
                    <a:pt x="2026743" y="3116972"/>
                  </a:lnTo>
                  <a:lnTo>
                    <a:pt x="2025888" y="3116972"/>
                  </a:lnTo>
                  <a:lnTo>
                    <a:pt x="2025032" y="3116972"/>
                  </a:lnTo>
                  <a:lnTo>
                    <a:pt x="2024177" y="3116972"/>
                  </a:lnTo>
                  <a:lnTo>
                    <a:pt x="2023321" y="3116972"/>
                  </a:lnTo>
                  <a:lnTo>
                    <a:pt x="2022466" y="3116972"/>
                  </a:lnTo>
                  <a:lnTo>
                    <a:pt x="2021610" y="3116972"/>
                  </a:lnTo>
                  <a:lnTo>
                    <a:pt x="2020755" y="3116972"/>
                  </a:lnTo>
                  <a:lnTo>
                    <a:pt x="2019899" y="3116972"/>
                  </a:lnTo>
                  <a:lnTo>
                    <a:pt x="2019044" y="3116972"/>
                  </a:lnTo>
                  <a:lnTo>
                    <a:pt x="2018188" y="3116972"/>
                  </a:lnTo>
                  <a:lnTo>
                    <a:pt x="2017333" y="3116972"/>
                  </a:lnTo>
                  <a:lnTo>
                    <a:pt x="2016477" y="3116972"/>
                  </a:lnTo>
                  <a:lnTo>
                    <a:pt x="2015622" y="3116972"/>
                  </a:lnTo>
                  <a:lnTo>
                    <a:pt x="2014766" y="3116972"/>
                  </a:lnTo>
                  <a:lnTo>
                    <a:pt x="2013911" y="3116972"/>
                  </a:lnTo>
                  <a:lnTo>
                    <a:pt x="2013055" y="3116972"/>
                  </a:lnTo>
                  <a:lnTo>
                    <a:pt x="2012199" y="3116972"/>
                  </a:lnTo>
                  <a:lnTo>
                    <a:pt x="2011344" y="3116972"/>
                  </a:lnTo>
                  <a:lnTo>
                    <a:pt x="2010488" y="3116972"/>
                  </a:lnTo>
                  <a:lnTo>
                    <a:pt x="2009633" y="3116972"/>
                  </a:lnTo>
                  <a:lnTo>
                    <a:pt x="2008777" y="3116972"/>
                  </a:lnTo>
                  <a:lnTo>
                    <a:pt x="2007922" y="3116972"/>
                  </a:lnTo>
                  <a:lnTo>
                    <a:pt x="2007066" y="3116972"/>
                  </a:lnTo>
                  <a:lnTo>
                    <a:pt x="2006211" y="3116972"/>
                  </a:lnTo>
                  <a:lnTo>
                    <a:pt x="2005355" y="3116972"/>
                  </a:lnTo>
                  <a:lnTo>
                    <a:pt x="2004500" y="3116972"/>
                  </a:lnTo>
                  <a:lnTo>
                    <a:pt x="2003644" y="3116972"/>
                  </a:lnTo>
                  <a:lnTo>
                    <a:pt x="2002789" y="3116972"/>
                  </a:lnTo>
                  <a:lnTo>
                    <a:pt x="2001933" y="3116972"/>
                  </a:lnTo>
                  <a:lnTo>
                    <a:pt x="2001078" y="3116972"/>
                  </a:lnTo>
                  <a:lnTo>
                    <a:pt x="2000222" y="3116972"/>
                  </a:lnTo>
                  <a:lnTo>
                    <a:pt x="1999367" y="3116972"/>
                  </a:lnTo>
                  <a:lnTo>
                    <a:pt x="1998511" y="3116972"/>
                  </a:lnTo>
                  <a:lnTo>
                    <a:pt x="1997656" y="3116972"/>
                  </a:lnTo>
                  <a:lnTo>
                    <a:pt x="1996800" y="3116972"/>
                  </a:lnTo>
                  <a:lnTo>
                    <a:pt x="1995944" y="3116972"/>
                  </a:lnTo>
                  <a:lnTo>
                    <a:pt x="1995089" y="3116972"/>
                  </a:lnTo>
                  <a:lnTo>
                    <a:pt x="1994233" y="3116972"/>
                  </a:lnTo>
                  <a:lnTo>
                    <a:pt x="1993378" y="3116972"/>
                  </a:lnTo>
                  <a:lnTo>
                    <a:pt x="1992522" y="3116972"/>
                  </a:lnTo>
                  <a:lnTo>
                    <a:pt x="1991667" y="3116972"/>
                  </a:lnTo>
                  <a:lnTo>
                    <a:pt x="1990811" y="3116972"/>
                  </a:lnTo>
                  <a:lnTo>
                    <a:pt x="1989956" y="3116972"/>
                  </a:lnTo>
                  <a:lnTo>
                    <a:pt x="1989100" y="3116972"/>
                  </a:lnTo>
                  <a:lnTo>
                    <a:pt x="1988245" y="3116972"/>
                  </a:lnTo>
                  <a:lnTo>
                    <a:pt x="1987389" y="3116972"/>
                  </a:lnTo>
                  <a:lnTo>
                    <a:pt x="1986534" y="3116972"/>
                  </a:lnTo>
                  <a:lnTo>
                    <a:pt x="1985678" y="3116972"/>
                  </a:lnTo>
                  <a:lnTo>
                    <a:pt x="1984823" y="3116972"/>
                  </a:lnTo>
                  <a:lnTo>
                    <a:pt x="1983967" y="3116972"/>
                  </a:lnTo>
                  <a:lnTo>
                    <a:pt x="1983112" y="3116972"/>
                  </a:lnTo>
                  <a:lnTo>
                    <a:pt x="1982256" y="3116972"/>
                  </a:lnTo>
                  <a:lnTo>
                    <a:pt x="1981401" y="3116972"/>
                  </a:lnTo>
                  <a:lnTo>
                    <a:pt x="1980545" y="3116972"/>
                  </a:lnTo>
                  <a:lnTo>
                    <a:pt x="1979689" y="3116972"/>
                  </a:lnTo>
                  <a:lnTo>
                    <a:pt x="1978834" y="3116972"/>
                  </a:lnTo>
                  <a:lnTo>
                    <a:pt x="1977978" y="3116972"/>
                  </a:lnTo>
                  <a:lnTo>
                    <a:pt x="1977123" y="3116972"/>
                  </a:lnTo>
                  <a:lnTo>
                    <a:pt x="1976267" y="3116972"/>
                  </a:lnTo>
                  <a:lnTo>
                    <a:pt x="1975412" y="3116972"/>
                  </a:lnTo>
                  <a:lnTo>
                    <a:pt x="1974556" y="3116972"/>
                  </a:lnTo>
                  <a:lnTo>
                    <a:pt x="1973701" y="3116972"/>
                  </a:lnTo>
                  <a:lnTo>
                    <a:pt x="1972845" y="3116972"/>
                  </a:lnTo>
                  <a:lnTo>
                    <a:pt x="1971990" y="3116972"/>
                  </a:lnTo>
                  <a:lnTo>
                    <a:pt x="1971134" y="3116972"/>
                  </a:lnTo>
                  <a:lnTo>
                    <a:pt x="1970279" y="3116972"/>
                  </a:lnTo>
                  <a:lnTo>
                    <a:pt x="1969423" y="3116972"/>
                  </a:lnTo>
                  <a:lnTo>
                    <a:pt x="1968568" y="3116972"/>
                  </a:lnTo>
                  <a:lnTo>
                    <a:pt x="1967712" y="3116972"/>
                  </a:lnTo>
                  <a:lnTo>
                    <a:pt x="1966857" y="3116972"/>
                  </a:lnTo>
                  <a:lnTo>
                    <a:pt x="1966001" y="3116972"/>
                  </a:lnTo>
                  <a:lnTo>
                    <a:pt x="1965145" y="3116972"/>
                  </a:lnTo>
                  <a:lnTo>
                    <a:pt x="1964290" y="3116972"/>
                  </a:lnTo>
                  <a:lnTo>
                    <a:pt x="1963434" y="3116972"/>
                  </a:lnTo>
                  <a:lnTo>
                    <a:pt x="1962579" y="3116972"/>
                  </a:lnTo>
                  <a:lnTo>
                    <a:pt x="1961723" y="3116972"/>
                  </a:lnTo>
                  <a:lnTo>
                    <a:pt x="1960868" y="3116972"/>
                  </a:lnTo>
                  <a:lnTo>
                    <a:pt x="1960012" y="3116972"/>
                  </a:lnTo>
                  <a:lnTo>
                    <a:pt x="1959157" y="3116972"/>
                  </a:lnTo>
                  <a:lnTo>
                    <a:pt x="1958301" y="3116972"/>
                  </a:lnTo>
                  <a:lnTo>
                    <a:pt x="1957446" y="3116972"/>
                  </a:lnTo>
                  <a:lnTo>
                    <a:pt x="1956590" y="3116972"/>
                  </a:lnTo>
                  <a:lnTo>
                    <a:pt x="1955735" y="3116972"/>
                  </a:lnTo>
                  <a:lnTo>
                    <a:pt x="1954879" y="3116972"/>
                  </a:lnTo>
                  <a:lnTo>
                    <a:pt x="1954024" y="3116972"/>
                  </a:lnTo>
                  <a:lnTo>
                    <a:pt x="1953168" y="3116972"/>
                  </a:lnTo>
                  <a:lnTo>
                    <a:pt x="1952313" y="3116972"/>
                  </a:lnTo>
                  <a:lnTo>
                    <a:pt x="1951457" y="3116972"/>
                  </a:lnTo>
                  <a:lnTo>
                    <a:pt x="1950602" y="3116972"/>
                  </a:lnTo>
                  <a:lnTo>
                    <a:pt x="1949746" y="3116972"/>
                  </a:lnTo>
                  <a:lnTo>
                    <a:pt x="1948890" y="3116972"/>
                  </a:lnTo>
                  <a:lnTo>
                    <a:pt x="1948035" y="3116972"/>
                  </a:lnTo>
                  <a:lnTo>
                    <a:pt x="1947179" y="3116972"/>
                  </a:lnTo>
                  <a:lnTo>
                    <a:pt x="1946324" y="3116972"/>
                  </a:lnTo>
                  <a:lnTo>
                    <a:pt x="1945468" y="3116972"/>
                  </a:lnTo>
                  <a:lnTo>
                    <a:pt x="1944613" y="3116972"/>
                  </a:lnTo>
                  <a:lnTo>
                    <a:pt x="1943757" y="3116972"/>
                  </a:lnTo>
                  <a:lnTo>
                    <a:pt x="1942902" y="3116972"/>
                  </a:lnTo>
                  <a:lnTo>
                    <a:pt x="1942046" y="3116972"/>
                  </a:lnTo>
                  <a:lnTo>
                    <a:pt x="1941191" y="3116972"/>
                  </a:lnTo>
                  <a:lnTo>
                    <a:pt x="1940335" y="3116972"/>
                  </a:lnTo>
                  <a:lnTo>
                    <a:pt x="1939480" y="3116972"/>
                  </a:lnTo>
                  <a:lnTo>
                    <a:pt x="1938624" y="3116972"/>
                  </a:lnTo>
                  <a:lnTo>
                    <a:pt x="1937769" y="3116972"/>
                  </a:lnTo>
                  <a:lnTo>
                    <a:pt x="1936913" y="3116972"/>
                  </a:lnTo>
                  <a:lnTo>
                    <a:pt x="1936058" y="3116972"/>
                  </a:lnTo>
                  <a:lnTo>
                    <a:pt x="1935202" y="3116972"/>
                  </a:lnTo>
                  <a:lnTo>
                    <a:pt x="1934347" y="3116972"/>
                  </a:lnTo>
                  <a:lnTo>
                    <a:pt x="1933491" y="3116972"/>
                  </a:lnTo>
                  <a:lnTo>
                    <a:pt x="1932635" y="3116972"/>
                  </a:lnTo>
                  <a:lnTo>
                    <a:pt x="1931780" y="3116972"/>
                  </a:lnTo>
                  <a:lnTo>
                    <a:pt x="1930924" y="3116972"/>
                  </a:lnTo>
                  <a:lnTo>
                    <a:pt x="1930069" y="3116972"/>
                  </a:lnTo>
                  <a:lnTo>
                    <a:pt x="1929213" y="3116972"/>
                  </a:lnTo>
                  <a:lnTo>
                    <a:pt x="1928358" y="3116972"/>
                  </a:lnTo>
                  <a:lnTo>
                    <a:pt x="1927502" y="3116972"/>
                  </a:lnTo>
                  <a:lnTo>
                    <a:pt x="1926647" y="3116972"/>
                  </a:lnTo>
                  <a:lnTo>
                    <a:pt x="1925791" y="3116972"/>
                  </a:lnTo>
                  <a:lnTo>
                    <a:pt x="1924936" y="3116972"/>
                  </a:lnTo>
                  <a:lnTo>
                    <a:pt x="1924080" y="3116972"/>
                  </a:lnTo>
                  <a:lnTo>
                    <a:pt x="1923225" y="3116972"/>
                  </a:lnTo>
                  <a:lnTo>
                    <a:pt x="1922369" y="3116972"/>
                  </a:lnTo>
                  <a:lnTo>
                    <a:pt x="1921514" y="3116972"/>
                  </a:lnTo>
                  <a:lnTo>
                    <a:pt x="1920658" y="3116972"/>
                  </a:lnTo>
                  <a:lnTo>
                    <a:pt x="1919803" y="3116972"/>
                  </a:lnTo>
                  <a:lnTo>
                    <a:pt x="1918947" y="3116972"/>
                  </a:lnTo>
                  <a:lnTo>
                    <a:pt x="1918091" y="3116972"/>
                  </a:lnTo>
                  <a:lnTo>
                    <a:pt x="1917236" y="3116972"/>
                  </a:lnTo>
                  <a:lnTo>
                    <a:pt x="1916380" y="3116972"/>
                  </a:lnTo>
                  <a:lnTo>
                    <a:pt x="1915525" y="3116972"/>
                  </a:lnTo>
                  <a:lnTo>
                    <a:pt x="1914669" y="3116972"/>
                  </a:lnTo>
                  <a:lnTo>
                    <a:pt x="1913814" y="3116972"/>
                  </a:lnTo>
                  <a:lnTo>
                    <a:pt x="1912958" y="3116972"/>
                  </a:lnTo>
                  <a:lnTo>
                    <a:pt x="1912103" y="3116972"/>
                  </a:lnTo>
                  <a:lnTo>
                    <a:pt x="1911247" y="3116972"/>
                  </a:lnTo>
                  <a:lnTo>
                    <a:pt x="1910392" y="3116972"/>
                  </a:lnTo>
                  <a:lnTo>
                    <a:pt x="1909536" y="3116972"/>
                  </a:lnTo>
                  <a:lnTo>
                    <a:pt x="1908681" y="3116972"/>
                  </a:lnTo>
                  <a:lnTo>
                    <a:pt x="1907825" y="3116972"/>
                  </a:lnTo>
                  <a:lnTo>
                    <a:pt x="1906970" y="3116972"/>
                  </a:lnTo>
                  <a:lnTo>
                    <a:pt x="1906114" y="3116972"/>
                  </a:lnTo>
                  <a:lnTo>
                    <a:pt x="1905259" y="3116972"/>
                  </a:lnTo>
                  <a:lnTo>
                    <a:pt x="1904403" y="3116972"/>
                  </a:lnTo>
                  <a:lnTo>
                    <a:pt x="1903548" y="3116972"/>
                  </a:lnTo>
                  <a:lnTo>
                    <a:pt x="1902692" y="3116972"/>
                  </a:lnTo>
                  <a:lnTo>
                    <a:pt x="1901836" y="3116972"/>
                  </a:lnTo>
                  <a:lnTo>
                    <a:pt x="1900981" y="3116972"/>
                  </a:lnTo>
                  <a:lnTo>
                    <a:pt x="1900125" y="3116972"/>
                  </a:lnTo>
                  <a:lnTo>
                    <a:pt x="1899270" y="3116972"/>
                  </a:lnTo>
                  <a:lnTo>
                    <a:pt x="1898414" y="3116972"/>
                  </a:lnTo>
                  <a:lnTo>
                    <a:pt x="1897559" y="3116972"/>
                  </a:lnTo>
                  <a:lnTo>
                    <a:pt x="1896703" y="3116972"/>
                  </a:lnTo>
                  <a:lnTo>
                    <a:pt x="1895848" y="3116972"/>
                  </a:lnTo>
                  <a:lnTo>
                    <a:pt x="1894992" y="3116972"/>
                  </a:lnTo>
                  <a:lnTo>
                    <a:pt x="1894137" y="3116972"/>
                  </a:lnTo>
                  <a:lnTo>
                    <a:pt x="1893281" y="3116972"/>
                  </a:lnTo>
                  <a:lnTo>
                    <a:pt x="1892426" y="3116972"/>
                  </a:lnTo>
                  <a:lnTo>
                    <a:pt x="1891570" y="3116972"/>
                  </a:lnTo>
                  <a:lnTo>
                    <a:pt x="1890715" y="3116972"/>
                  </a:lnTo>
                  <a:lnTo>
                    <a:pt x="1889859" y="3116972"/>
                  </a:lnTo>
                  <a:lnTo>
                    <a:pt x="1889004" y="3116972"/>
                  </a:lnTo>
                  <a:lnTo>
                    <a:pt x="1888148" y="3116972"/>
                  </a:lnTo>
                  <a:lnTo>
                    <a:pt x="1887293" y="3116972"/>
                  </a:lnTo>
                  <a:lnTo>
                    <a:pt x="1886437" y="3116972"/>
                  </a:lnTo>
                  <a:lnTo>
                    <a:pt x="1885581" y="3116972"/>
                  </a:lnTo>
                  <a:lnTo>
                    <a:pt x="1884726" y="3116972"/>
                  </a:lnTo>
                  <a:lnTo>
                    <a:pt x="1883870" y="3116972"/>
                  </a:lnTo>
                  <a:lnTo>
                    <a:pt x="1883015" y="3116972"/>
                  </a:lnTo>
                  <a:lnTo>
                    <a:pt x="1882159" y="3116972"/>
                  </a:lnTo>
                  <a:lnTo>
                    <a:pt x="1881304" y="3116972"/>
                  </a:lnTo>
                  <a:lnTo>
                    <a:pt x="1880448" y="3116972"/>
                  </a:lnTo>
                  <a:lnTo>
                    <a:pt x="1879593" y="3116972"/>
                  </a:lnTo>
                  <a:lnTo>
                    <a:pt x="1878737" y="3116972"/>
                  </a:lnTo>
                  <a:lnTo>
                    <a:pt x="1877882" y="3116972"/>
                  </a:lnTo>
                  <a:lnTo>
                    <a:pt x="1877026" y="3116972"/>
                  </a:lnTo>
                  <a:lnTo>
                    <a:pt x="1876171" y="3116972"/>
                  </a:lnTo>
                  <a:lnTo>
                    <a:pt x="1875315" y="3116972"/>
                  </a:lnTo>
                  <a:lnTo>
                    <a:pt x="1874460" y="3116972"/>
                  </a:lnTo>
                  <a:lnTo>
                    <a:pt x="1873604" y="3116972"/>
                  </a:lnTo>
                  <a:lnTo>
                    <a:pt x="1872749" y="3116972"/>
                  </a:lnTo>
                  <a:lnTo>
                    <a:pt x="1871893" y="3116972"/>
                  </a:lnTo>
                  <a:lnTo>
                    <a:pt x="1871037" y="3116972"/>
                  </a:lnTo>
                  <a:lnTo>
                    <a:pt x="1870182" y="3116972"/>
                  </a:lnTo>
                  <a:lnTo>
                    <a:pt x="1869326" y="3116972"/>
                  </a:lnTo>
                  <a:lnTo>
                    <a:pt x="1868471" y="3116972"/>
                  </a:lnTo>
                  <a:lnTo>
                    <a:pt x="1867615" y="3116972"/>
                  </a:lnTo>
                  <a:lnTo>
                    <a:pt x="1866760" y="3116972"/>
                  </a:lnTo>
                  <a:lnTo>
                    <a:pt x="1865904" y="3116972"/>
                  </a:lnTo>
                  <a:lnTo>
                    <a:pt x="1865049" y="3116972"/>
                  </a:lnTo>
                  <a:lnTo>
                    <a:pt x="1864193" y="3116972"/>
                  </a:lnTo>
                  <a:lnTo>
                    <a:pt x="1863338" y="3116972"/>
                  </a:lnTo>
                  <a:lnTo>
                    <a:pt x="1862482" y="3116972"/>
                  </a:lnTo>
                  <a:lnTo>
                    <a:pt x="1861627" y="3116972"/>
                  </a:lnTo>
                  <a:lnTo>
                    <a:pt x="1860771" y="3116972"/>
                  </a:lnTo>
                  <a:lnTo>
                    <a:pt x="1859916" y="3116972"/>
                  </a:lnTo>
                  <a:lnTo>
                    <a:pt x="1859060" y="3116972"/>
                  </a:lnTo>
                  <a:lnTo>
                    <a:pt x="1858205" y="3116972"/>
                  </a:lnTo>
                  <a:lnTo>
                    <a:pt x="1857349" y="3116972"/>
                  </a:lnTo>
                  <a:lnTo>
                    <a:pt x="1856494" y="3116972"/>
                  </a:lnTo>
                  <a:lnTo>
                    <a:pt x="1855638" y="3116972"/>
                  </a:lnTo>
                  <a:lnTo>
                    <a:pt x="1854782" y="3116972"/>
                  </a:lnTo>
                  <a:lnTo>
                    <a:pt x="1853927" y="3116972"/>
                  </a:lnTo>
                  <a:lnTo>
                    <a:pt x="1853071" y="3116972"/>
                  </a:lnTo>
                  <a:lnTo>
                    <a:pt x="1852216" y="3116972"/>
                  </a:lnTo>
                  <a:lnTo>
                    <a:pt x="1851360" y="3116972"/>
                  </a:lnTo>
                  <a:lnTo>
                    <a:pt x="1850505" y="3116972"/>
                  </a:lnTo>
                  <a:lnTo>
                    <a:pt x="1849649" y="3116972"/>
                  </a:lnTo>
                  <a:lnTo>
                    <a:pt x="1848794" y="3116972"/>
                  </a:lnTo>
                  <a:lnTo>
                    <a:pt x="1847938" y="3116972"/>
                  </a:lnTo>
                  <a:lnTo>
                    <a:pt x="1847083" y="3116972"/>
                  </a:lnTo>
                  <a:lnTo>
                    <a:pt x="1846227" y="3116972"/>
                  </a:lnTo>
                  <a:lnTo>
                    <a:pt x="1845372" y="3116972"/>
                  </a:lnTo>
                  <a:lnTo>
                    <a:pt x="1844516" y="3116972"/>
                  </a:lnTo>
                  <a:lnTo>
                    <a:pt x="1843661" y="3116972"/>
                  </a:lnTo>
                  <a:lnTo>
                    <a:pt x="1842805" y="3116972"/>
                  </a:lnTo>
                  <a:lnTo>
                    <a:pt x="1841950" y="3116972"/>
                  </a:lnTo>
                  <a:lnTo>
                    <a:pt x="1841094" y="3116972"/>
                  </a:lnTo>
                  <a:lnTo>
                    <a:pt x="1840239" y="3116972"/>
                  </a:lnTo>
                  <a:lnTo>
                    <a:pt x="1839383" y="3116972"/>
                  </a:lnTo>
                  <a:lnTo>
                    <a:pt x="1838527" y="3116972"/>
                  </a:lnTo>
                  <a:lnTo>
                    <a:pt x="1837672" y="3116972"/>
                  </a:lnTo>
                  <a:lnTo>
                    <a:pt x="1836816" y="3116972"/>
                  </a:lnTo>
                  <a:lnTo>
                    <a:pt x="1835961" y="3116972"/>
                  </a:lnTo>
                  <a:lnTo>
                    <a:pt x="1835105" y="3116972"/>
                  </a:lnTo>
                  <a:lnTo>
                    <a:pt x="1834250" y="3116972"/>
                  </a:lnTo>
                  <a:lnTo>
                    <a:pt x="1833394" y="3116972"/>
                  </a:lnTo>
                  <a:lnTo>
                    <a:pt x="1832539" y="3116972"/>
                  </a:lnTo>
                  <a:lnTo>
                    <a:pt x="1831683" y="3116972"/>
                  </a:lnTo>
                  <a:lnTo>
                    <a:pt x="1830828" y="3116972"/>
                  </a:lnTo>
                  <a:lnTo>
                    <a:pt x="1829972" y="3116972"/>
                  </a:lnTo>
                  <a:lnTo>
                    <a:pt x="1829117" y="3116972"/>
                  </a:lnTo>
                  <a:lnTo>
                    <a:pt x="1828261" y="3116972"/>
                  </a:lnTo>
                  <a:lnTo>
                    <a:pt x="1827406" y="3116972"/>
                  </a:lnTo>
                  <a:lnTo>
                    <a:pt x="1826550" y="3116972"/>
                  </a:lnTo>
                  <a:lnTo>
                    <a:pt x="1825695" y="3116972"/>
                  </a:lnTo>
                  <a:lnTo>
                    <a:pt x="1824839" y="3116972"/>
                  </a:lnTo>
                  <a:lnTo>
                    <a:pt x="1823983" y="3116972"/>
                  </a:lnTo>
                  <a:lnTo>
                    <a:pt x="1823128" y="3116972"/>
                  </a:lnTo>
                  <a:lnTo>
                    <a:pt x="1822272" y="3116972"/>
                  </a:lnTo>
                  <a:lnTo>
                    <a:pt x="1821417" y="3116972"/>
                  </a:lnTo>
                  <a:lnTo>
                    <a:pt x="1820561" y="3116972"/>
                  </a:lnTo>
                  <a:lnTo>
                    <a:pt x="1819706" y="3116972"/>
                  </a:lnTo>
                  <a:lnTo>
                    <a:pt x="1818850" y="3116972"/>
                  </a:lnTo>
                  <a:lnTo>
                    <a:pt x="1817995" y="3116972"/>
                  </a:lnTo>
                  <a:lnTo>
                    <a:pt x="1817139" y="3116972"/>
                  </a:lnTo>
                  <a:lnTo>
                    <a:pt x="1816284" y="3116972"/>
                  </a:lnTo>
                  <a:lnTo>
                    <a:pt x="1815428" y="3116972"/>
                  </a:lnTo>
                  <a:lnTo>
                    <a:pt x="1814573" y="3116972"/>
                  </a:lnTo>
                  <a:lnTo>
                    <a:pt x="1813717" y="3116972"/>
                  </a:lnTo>
                  <a:lnTo>
                    <a:pt x="1812862" y="3116972"/>
                  </a:lnTo>
                  <a:lnTo>
                    <a:pt x="1812006" y="3116972"/>
                  </a:lnTo>
                  <a:lnTo>
                    <a:pt x="1811151" y="3116972"/>
                  </a:lnTo>
                  <a:lnTo>
                    <a:pt x="1810295" y="3116972"/>
                  </a:lnTo>
                  <a:lnTo>
                    <a:pt x="1809440" y="3116972"/>
                  </a:lnTo>
                  <a:lnTo>
                    <a:pt x="1808584" y="3116972"/>
                  </a:lnTo>
                  <a:lnTo>
                    <a:pt x="1807728" y="3116972"/>
                  </a:lnTo>
                  <a:lnTo>
                    <a:pt x="1806873" y="3116972"/>
                  </a:lnTo>
                  <a:lnTo>
                    <a:pt x="1806017" y="3116972"/>
                  </a:lnTo>
                  <a:lnTo>
                    <a:pt x="1805162" y="3116972"/>
                  </a:lnTo>
                  <a:lnTo>
                    <a:pt x="1804306" y="3116972"/>
                  </a:lnTo>
                  <a:lnTo>
                    <a:pt x="1803451" y="3116972"/>
                  </a:lnTo>
                  <a:lnTo>
                    <a:pt x="1802595" y="3116972"/>
                  </a:lnTo>
                  <a:lnTo>
                    <a:pt x="1801740" y="3116972"/>
                  </a:lnTo>
                  <a:lnTo>
                    <a:pt x="1800884" y="3116972"/>
                  </a:lnTo>
                  <a:lnTo>
                    <a:pt x="1800029" y="3116972"/>
                  </a:lnTo>
                  <a:lnTo>
                    <a:pt x="1799173" y="3116972"/>
                  </a:lnTo>
                  <a:lnTo>
                    <a:pt x="1798318" y="3116972"/>
                  </a:lnTo>
                  <a:lnTo>
                    <a:pt x="1797462" y="3116972"/>
                  </a:lnTo>
                  <a:lnTo>
                    <a:pt x="1796607" y="3116972"/>
                  </a:lnTo>
                  <a:lnTo>
                    <a:pt x="1795751" y="3116972"/>
                  </a:lnTo>
                  <a:lnTo>
                    <a:pt x="1794896" y="3116972"/>
                  </a:lnTo>
                  <a:lnTo>
                    <a:pt x="1794040" y="3116972"/>
                  </a:lnTo>
                  <a:lnTo>
                    <a:pt x="1793185" y="3116972"/>
                  </a:lnTo>
                  <a:lnTo>
                    <a:pt x="1792329" y="3116972"/>
                  </a:lnTo>
                  <a:lnTo>
                    <a:pt x="1791473" y="3116972"/>
                  </a:lnTo>
                  <a:lnTo>
                    <a:pt x="1790618" y="3116972"/>
                  </a:lnTo>
                  <a:lnTo>
                    <a:pt x="1789762" y="3116972"/>
                  </a:lnTo>
                  <a:lnTo>
                    <a:pt x="1788907" y="3116972"/>
                  </a:lnTo>
                  <a:lnTo>
                    <a:pt x="1788051" y="3116972"/>
                  </a:lnTo>
                  <a:lnTo>
                    <a:pt x="1787196" y="3116972"/>
                  </a:lnTo>
                  <a:lnTo>
                    <a:pt x="1786340" y="3116972"/>
                  </a:lnTo>
                  <a:lnTo>
                    <a:pt x="1785485" y="3116972"/>
                  </a:lnTo>
                  <a:lnTo>
                    <a:pt x="1784629" y="3116972"/>
                  </a:lnTo>
                  <a:lnTo>
                    <a:pt x="1783774" y="3116972"/>
                  </a:lnTo>
                  <a:lnTo>
                    <a:pt x="1782918" y="3116972"/>
                  </a:lnTo>
                  <a:lnTo>
                    <a:pt x="1782063" y="3116972"/>
                  </a:lnTo>
                  <a:lnTo>
                    <a:pt x="1781207" y="3116972"/>
                  </a:lnTo>
                  <a:lnTo>
                    <a:pt x="1780352" y="3116972"/>
                  </a:lnTo>
                  <a:lnTo>
                    <a:pt x="1779496" y="3116972"/>
                  </a:lnTo>
                  <a:lnTo>
                    <a:pt x="1778641" y="3116972"/>
                  </a:lnTo>
                  <a:lnTo>
                    <a:pt x="1777785" y="3116972"/>
                  </a:lnTo>
                  <a:lnTo>
                    <a:pt x="1776929" y="3116972"/>
                  </a:lnTo>
                  <a:lnTo>
                    <a:pt x="1776074" y="3116972"/>
                  </a:lnTo>
                  <a:lnTo>
                    <a:pt x="1775218" y="3116972"/>
                  </a:lnTo>
                  <a:lnTo>
                    <a:pt x="1774363" y="3116972"/>
                  </a:lnTo>
                  <a:lnTo>
                    <a:pt x="1773507" y="3116972"/>
                  </a:lnTo>
                  <a:lnTo>
                    <a:pt x="1772652" y="3116972"/>
                  </a:lnTo>
                  <a:lnTo>
                    <a:pt x="1771796" y="3116972"/>
                  </a:lnTo>
                  <a:lnTo>
                    <a:pt x="1770941" y="3116972"/>
                  </a:lnTo>
                  <a:lnTo>
                    <a:pt x="1770085" y="3116972"/>
                  </a:lnTo>
                  <a:lnTo>
                    <a:pt x="1769230" y="3116972"/>
                  </a:lnTo>
                  <a:lnTo>
                    <a:pt x="1768374" y="3116972"/>
                  </a:lnTo>
                  <a:lnTo>
                    <a:pt x="1767519" y="3116972"/>
                  </a:lnTo>
                  <a:lnTo>
                    <a:pt x="1766663" y="3116972"/>
                  </a:lnTo>
                  <a:lnTo>
                    <a:pt x="1765808" y="3116972"/>
                  </a:lnTo>
                  <a:lnTo>
                    <a:pt x="1764952" y="3116972"/>
                  </a:lnTo>
                  <a:lnTo>
                    <a:pt x="1764097" y="3116972"/>
                  </a:lnTo>
                  <a:lnTo>
                    <a:pt x="1763241" y="3116972"/>
                  </a:lnTo>
                  <a:lnTo>
                    <a:pt x="1762386" y="3116972"/>
                  </a:lnTo>
                  <a:lnTo>
                    <a:pt x="1761530" y="3116972"/>
                  </a:lnTo>
                  <a:lnTo>
                    <a:pt x="1760674" y="3116972"/>
                  </a:lnTo>
                  <a:lnTo>
                    <a:pt x="1759819" y="3116972"/>
                  </a:lnTo>
                  <a:lnTo>
                    <a:pt x="1758963" y="3116972"/>
                  </a:lnTo>
                  <a:lnTo>
                    <a:pt x="1758108" y="3116972"/>
                  </a:lnTo>
                  <a:lnTo>
                    <a:pt x="1757252" y="3116972"/>
                  </a:lnTo>
                  <a:lnTo>
                    <a:pt x="1756397" y="3116972"/>
                  </a:lnTo>
                  <a:lnTo>
                    <a:pt x="1755541" y="3116972"/>
                  </a:lnTo>
                  <a:lnTo>
                    <a:pt x="1754686" y="3116972"/>
                  </a:lnTo>
                  <a:lnTo>
                    <a:pt x="1753830" y="3116972"/>
                  </a:lnTo>
                  <a:lnTo>
                    <a:pt x="1752975" y="3116972"/>
                  </a:lnTo>
                  <a:lnTo>
                    <a:pt x="1752119" y="3116972"/>
                  </a:lnTo>
                  <a:lnTo>
                    <a:pt x="1751264" y="3116972"/>
                  </a:lnTo>
                  <a:lnTo>
                    <a:pt x="1750408" y="3116972"/>
                  </a:lnTo>
                  <a:lnTo>
                    <a:pt x="1749553" y="3116972"/>
                  </a:lnTo>
                  <a:lnTo>
                    <a:pt x="1748697" y="3116972"/>
                  </a:lnTo>
                  <a:lnTo>
                    <a:pt x="1747842" y="3116972"/>
                  </a:lnTo>
                  <a:lnTo>
                    <a:pt x="1746986" y="3116972"/>
                  </a:lnTo>
                  <a:lnTo>
                    <a:pt x="1746131" y="3116972"/>
                  </a:lnTo>
                  <a:lnTo>
                    <a:pt x="1745275" y="3116972"/>
                  </a:lnTo>
                  <a:lnTo>
                    <a:pt x="1744419" y="3116972"/>
                  </a:lnTo>
                  <a:lnTo>
                    <a:pt x="1743564" y="3116972"/>
                  </a:lnTo>
                  <a:lnTo>
                    <a:pt x="1742708" y="3116972"/>
                  </a:lnTo>
                  <a:lnTo>
                    <a:pt x="1741853" y="3116972"/>
                  </a:lnTo>
                  <a:lnTo>
                    <a:pt x="1740997" y="3116972"/>
                  </a:lnTo>
                  <a:lnTo>
                    <a:pt x="1740142" y="3116972"/>
                  </a:lnTo>
                  <a:lnTo>
                    <a:pt x="1739286" y="3116972"/>
                  </a:lnTo>
                  <a:lnTo>
                    <a:pt x="1738431" y="3116972"/>
                  </a:lnTo>
                  <a:lnTo>
                    <a:pt x="1737575" y="3116972"/>
                  </a:lnTo>
                  <a:lnTo>
                    <a:pt x="1736720" y="3116972"/>
                  </a:lnTo>
                  <a:lnTo>
                    <a:pt x="1735864" y="3116972"/>
                  </a:lnTo>
                  <a:lnTo>
                    <a:pt x="1735009" y="3116972"/>
                  </a:lnTo>
                  <a:lnTo>
                    <a:pt x="1734153" y="3116972"/>
                  </a:lnTo>
                  <a:lnTo>
                    <a:pt x="1733298" y="3116972"/>
                  </a:lnTo>
                  <a:lnTo>
                    <a:pt x="1732442" y="3116972"/>
                  </a:lnTo>
                  <a:lnTo>
                    <a:pt x="1731587" y="3116972"/>
                  </a:lnTo>
                  <a:lnTo>
                    <a:pt x="1730731" y="3116972"/>
                  </a:lnTo>
                  <a:lnTo>
                    <a:pt x="1729876" y="3116972"/>
                  </a:lnTo>
                  <a:lnTo>
                    <a:pt x="1729020" y="3116972"/>
                  </a:lnTo>
                  <a:lnTo>
                    <a:pt x="1728164" y="3116972"/>
                  </a:lnTo>
                  <a:lnTo>
                    <a:pt x="1727309" y="3116972"/>
                  </a:lnTo>
                  <a:lnTo>
                    <a:pt x="1726453" y="3116972"/>
                  </a:lnTo>
                  <a:lnTo>
                    <a:pt x="1725598" y="3116972"/>
                  </a:lnTo>
                  <a:lnTo>
                    <a:pt x="1724742" y="3116972"/>
                  </a:lnTo>
                  <a:lnTo>
                    <a:pt x="1723887" y="3116972"/>
                  </a:lnTo>
                  <a:lnTo>
                    <a:pt x="1723031" y="3116972"/>
                  </a:lnTo>
                  <a:lnTo>
                    <a:pt x="1722176" y="3116972"/>
                  </a:lnTo>
                  <a:lnTo>
                    <a:pt x="1721320" y="3116972"/>
                  </a:lnTo>
                  <a:lnTo>
                    <a:pt x="1720465" y="3116972"/>
                  </a:lnTo>
                  <a:lnTo>
                    <a:pt x="1719609" y="3116972"/>
                  </a:lnTo>
                  <a:lnTo>
                    <a:pt x="1718754" y="3116972"/>
                  </a:lnTo>
                  <a:lnTo>
                    <a:pt x="1717898" y="3116972"/>
                  </a:lnTo>
                  <a:lnTo>
                    <a:pt x="1717043" y="3116972"/>
                  </a:lnTo>
                  <a:lnTo>
                    <a:pt x="1716187" y="3116972"/>
                  </a:lnTo>
                  <a:lnTo>
                    <a:pt x="1715332" y="3116972"/>
                  </a:lnTo>
                  <a:lnTo>
                    <a:pt x="1714476" y="3116972"/>
                  </a:lnTo>
                  <a:lnTo>
                    <a:pt x="1713620" y="3116972"/>
                  </a:lnTo>
                  <a:lnTo>
                    <a:pt x="1712765" y="3116972"/>
                  </a:lnTo>
                  <a:lnTo>
                    <a:pt x="1711909" y="3116972"/>
                  </a:lnTo>
                  <a:lnTo>
                    <a:pt x="1711054" y="3116972"/>
                  </a:lnTo>
                  <a:lnTo>
                    <a:pt x="1710198" y="3116972"/>
                  </a:lnTo>
                  <a:lnTo>
                    <a:pt x="1709343" y="3116972"/>
                  </a:lnTo>
                  <a:lnTo>
                    <a:pt x="1708487" y="3116972"/>
                  </a:lnTo>
                  <a:lnTo>
                    <a:pt x="1707632" y="3116972"/>
                  </a:lnTo>
                  <a:lnTo>
                    <a:pt x="1706776" y="3116972"/>
                  </a:lnTo>
                  <a:lnTo>
                    <a:pt x="1705921" y="3116972"/>
                  </a:lnTo>
                  <a:lnTo>
                    <a:pt x="1705065" y="3116972"/>
                  </a:lnTo>
                  <a:lnTo>
                    <a:pt x="1704210" y="3116972"/>
                  </a:lnTo>
                  <a:lnTo>
                    <a:pt x="1703354" y="3116972"/>
                  </a:lnTo>
                  <a:lnTo>
                    <a:pt x="1702499" y="3116972"/>
                  </a:lnTo>
                  <a:lnTo>
                    <a:pt x="1701643" y="3116972"/>
                  </a:lnTo>
                  <a:lnTo>
                    <a:pt x="1700788" y="3116972"/>
                  </a:lnTo>
                  <a:lnTo>
                    <a:pt x="1699932" y="3116972"/>
                  </a:lnTo>
                  <a:lnTo>
                    <a:pt x="1699077" y="3116972"/>
                  </a:lnTo>
                  <a:lnTo>
                    <a:pt x="1698221" y="3116972"/>
                  </a:lnTo>
                  <a:lnTo>
                    <a:pt x="1697365" y="3116972"/>
                  </a:lnTo>
                  <a:lnTo>
                    <a:pt x="1696510" y="3116972"/>
                  </a:lnTo>
                  <a:lnTo>
                    <a:pt x="1695654" y="3116972"/>
                  </a:lnTo>
                  <a:lnTo>
                    <a:pt x="1694799" y="3116972"/>
                  </a:lnTo>
                  <a:lnTo>
                    <a:pt x="1693943" y="3116972"/>
                  </a:lnTo>
                  <a:lnTo>
                    <a:pt x="1693088" y="3116972"/>
                  </a:lnTo>
                  <a:lnTo>
                    <a:pt x="1692232" y="3116972"/>
                  </a:lnTo>
                  <a:lnTo>
                    <a:pt x="1691377" y="3116972"/>
                  </a:lnTo>
                  <a:lnTo>
                    <a:pt x="1690521" y="3116972"/>
                  </a:lnTo>
                  <a:lnTo>
                    <a:pt x="1689666" y="3116972"/>
                  </a:lnTo>
                  <a:lnTo>
                    <a:pt x="1688810" y="3116972"/>
                  </a:lnTo>
                  <a:lnTo>
                    <a:pt x="1687955" y="3116972"/>
                  </a:lnTo>
                  <a:lnTo>
                    <a:pt x="1687099" y="3116972"/>
                  </a:lnTo>
                  <a:lnTo>
                    <a:pt x="1686244" y="3116972"/>
                  </a:lnTo>
                  <a:lnTo>
                    <a:pt x="1685388" y="3116972"/>
                  </a:lnTo>
                  <a:lnTo>
                    <a:pt x="1684533" y="3116972"/>
                  </a:lnTo>
                  <a:lnTo>
                    <a:pt x="1683677" y="3116972"/>
                  </a:lnTo>
                  <a:lnTo>
                    <a:pt x="1682822" y="3116972"/>
                  </a:lnTo>
                  <a:lnTo>
                    <a:pt x="1681966" y="3116972"/>
                  </a:lnTo>
                  <a:lnTo>
                    <a:pt x="1681110" y="3116972"/>
                  </a:lnTo>
                  <a:lnTo>
                    <a:pt x="1680255" y="3116972"/>
                  </a:lnTo>
                  <a:lnTo>
                    <a:pt x="1679399" y="3116972"/>
                  </a:lnTo>
                  <a:lnTo>
                    <a:pt x="1678544" y="3116972"/>
                  </a:lnTo>
                  <a:lnTo>
                    <a:pt x="1677688" y="3116972"/>
                  </a:lnTo>
                  <a:lnTo>
                    <a:pt x="1676833" y="3116972"/>
                  </a:lnTo>
                  <a:lnTo>
                    <a:pt x="1675977" y="3116972"/>
                  </a:lnTo>
                  <a:lnTo>
                    <a:pt x="1675122" y="3116972"/>
                  </a:lnTo>
                  <a:lnTo>
                    <a:pt x="1674266" y="3116972"/>
                  </a:lnTo>
                  <a:lnTo>
                    <a:pt x="1673411" y="3116972"/>
                  </a:lnTo>
                  <a:lnTo>
                    <a:pt x="1672555" y="3116972"/>
                  </a:lnTo>
                  <a:lnTo>
                    <a:pt x="1671700" y="3116972"/>
                  </a:lnTo>
                  <a:lnTo>
                    <a:pt x="1670844" y="3116972"/>
                  </a:lnTo>
                  <a:lnTo>
                    <a:pt x="1669989" y="3116972"/>
                  </a:lnTo>
                  <a:lnTo>
                    <a:pt x="1669133" y="3116972"/>
                  </a:lnTo>
                  <a:lnTo>
                    <a:pt x="1668278" y="3116972"/>
                  </a:lnTo>
                  <a:lnTo>
                    <a:pt x="1667422" y="3116972"/>
                  </a:lnTo>
                  <a:lnTo>
                    <a:pt x="1666566" y="3116972"/>
                  </a:lnTo>
                  <a:lnTo>
                    <a:pt x="1665711" y="3116972"/>
                  </a:lnTo>
                  <a:lnTo>
                    <a:pt x="1664855" y="3116972"/>
                  </a:lnTo>
                  <a:lnTo>
                    <a:pt x="1664000" y="3116972"/>
                  </a:lnTo>
                  <a:lnTo>
                    <a:pt x="1663144" y="3116972"/>
                  </a:lnTo>
                  <a:lnTo>
                    <a:pt x="1662289" y="3116972"/>
                  </a:lnTo>
                  <a:lnTo>
                    <a:pt x="1661433" y="3116972"/>
                  </a:lnTo>
                  <a:lnTo>
                    <a:pt x="1660578" y="3116972"/>
                  </a:lnTo>
                  <a:lnTo>
                    <a:pt x="1659722" y="3116972"/>
                  </a:lnTo>
                  <a:lnTo>
                    <a:pt x="1658867" y="3116972"/>
                  </a:lnTo>
                  <a:lnTo>
                    <a:pt x="1658011" y="3116972"/>
                  </a:lnTo>
                  <a:lnTo>
                    <a:pt x="1657156" y="3116972"/>
                  </a:lnTo>
                  <a:lnTo>
                    <a:pt x="1656300" y="3116972"/>
                  </a:lnTo>
                  <a:lnTo>
                    <a:pt x="1655445" y="3116972"/>
                  </a:lnTo>
                  <a:lnTo>
                    <a:pt x="1654589" y="3116972"/>
                  </a:lnTo>
                  <a:lnTo>
                    <a:pt x="1653734" y="3116972"/>
                  </a:lnTo>
                  <a:lnTo>
                    <a:pt x="1652878" y="3116972"/>
                  </a:lnTo>
                  <a:lnTo>
                    <a:pt x="1652023" y="3116972"/>
                  </a:lnTo>
                  <a:lnTo>
                    <a:pt x="1651167" y="3116972"/>
                  </a:lnTo>
                  <a:lnTo>
                    <a:pt x="1650311" y="3116972"/>
                  </a:lnTo>
                  <a:lnTo>
                    <a:pt x="1649456" y="3116972"/>
                  </a:lnTo>
                  <a:lnTo>
                    <a:pt x="1648600" y="3116972"/>
                  </a:lnTo>
                  <a:lnTo>
                    <a:pt x="1647745" y="3116972"/>
                  </a:lnTo>
                  <a:lnTo>
                    <a:pt x="1646889" y="3116972"/>
                  </a:lnTo>
                  <a:lnTo>
                    <a:pt x="1646034" y="3116972"/>
                  </a:lnTo>
                  <a:lnTo>
                    <a:pt x="1645178" y="3116972"/>
                  </a:lnTo>
                  <a:lnTo>
                    <a:pt x="1644323" y="3116972"/>
                  </a:lnTo>
                  <a:lnTo>
                    <a:pt x="1643467" y="3116972"/>
                  </a:lnTo>
                  <a:lnTo>
                    <a:pt x="1642612" y="3116972"/>
                  </a:lnTo>
                  <a:lnTo>
                    <a:pt x="1641756" y="3116972"/>
                  </a:lnTo>
                  <a:lnTo>
                    <a:pt x="1640901" y="3116972"/>
                  </a:lnTo>
                  <a:lnTo>
                    <a:pt x="1640045" y="3116972"/>
                  </a:lnTo>
                  <a:lnTo>
                    <a:pt x="1639190" y="3116972"/>
                  </a:lnTo>
                  <a:lnTo>
                    <a:pt x="1638334" y="3116972"/>
                  </a:lnTo>
                  <a:lnTo>
                    <a:pt x="1637479" y="3116972"/>
                  </a:lnTo>
                  <a:lnTo>
                    <a:pt x="1636623" y="3116972"/>
                  </a:lnTo>
                  <a:lnTo>
                    <a:pt x="1635768" y="3116972"/>
                  </a:lnTo>
                  <a:lnTo>
                    <a:pt x="1634912" y="3116972"/>
                  </a:lnTo>
                  <a:lnTo>
                    <a:pt x="1634056" y="3116972"/>
                  </a:lnTo>
                  <a:lnTo>
                    <a:pt x="1633201" y="3116972"/>
                  </a:lnTo>
                  <a:lnTo>
                    <a:pt x="1632345" y="3116972"/>
                  </a:lnTo>
                  <a:lnTo>
                    <a:pt x="1631490" y="3116972"/>
                  </a:lnTo>
                  <a:lnTo>
                    <a:pt x="1630634" y="3116972"/>
                  </a:lnTo>
                  <a:lnTo>
                    <a:pt x="1629779" y="3116972"/>
                  </a:lnTo>
                  <a:lnTo>
                    <a:pt x="1628923" y="3116972"/>
                  </a:lnTo>
                  <a:lnTo>
                    <a:pt x="1628068" y="3116972"/>
                  </a:lnTo>
                  <a:lnTo>
                    <a:pt x="1627212" y="3116972"/>
                  </a:lnTo>
                  <a:lnTo>
                    <a:pt x="1626357" y="3116972"/>
                  </a:lnTo>
                  <a:lnTo>
                    <a:pt x="1625501" y="3116972"/>
                  </a:lnTo>
                  <a:lnTo>
                    <a:pt x="1624646" y="3116972"/>
                  </a:lnTo>
                  <a:lnTo>
                    <a:pt x="1623790" y="3116972"/>
                  </a:lnTo>
                  <a:lnTo>
                    <a:pt x="1622935" y="3116972"/>
                  </a:lnTo>
                  <a:lnTo>
                    <a:pt x="1622079" y="3116972"/>
                  </a:lnTo>
                  <a:lnTo>
                    <a:pt x="1621224" y="3116972"/>
                  </a:lnTo>
                  <a:lnTo>
                    <a:pt x="1620368" y="3116972"/>
                  </a:lnTo>
                  <a:lnTo>
                    <a:pt x="1619512" y="3116972"/>
                  </a:lnTo>
                  <a:lnTo>
                    <a:pt x="1618657" y="3116972"/>
                  </a:lnTo>
                  <a:lnTo>
                    <a:pt x="1617801" y="3116972"/>
                  </a:lnTo>
                  <a:lnTo>
                    <a:pt x="1616946" y="3116972"/>
                  </a:lnTo>
                  <a:lnTo>
                    <a:pt x="1616090" y="3116972"/>
                  </a:lnTo>
                  <a:lnTo>
                    <a:pt x="1615235" y="3116972"/>
                  </a:lnTo>
                  <a:lnTo>
                    <a:pt x="1614379" y="3116972"/>
                  </a:lnTo>
                  <a:lnTo>
                    <a:pt x="1613524" y="3116972"/>
                  </a:lnTo>
                  <a:lnTo>
                    <a:pt x="1612668" y="3116972"/>
                  </a:lnTo>
                  <a:lnTo>
                    <a:pt x="1611813" y="3116972"/>
                  </a:lnTo>
                  <a:lnTo>
                    <a:pt x="1610957" y="3116972"/>
                  </a:lnTo>
                  <a:lnTo>
                    <a:pt x="1610102" y="3116972"/>
                  </a:lnTo>
                  <a:lnTo>
                    <a:pt x="1609246" y="3116972"/>
                  </a:lnTo>
                  <a:lnTo>
                    <a:pt x="1608391" y="3116972"/>
                  </a:lnTo>
                  <a:lnTo>
                    <a:pt x="1607535" y="3116972"/>
                  </a:lnTo>
                  <a:lnTo>
                    <a:pt x="1606680" y="3116972"/>
                  </a:lnTo>
                  <a:lnTo>
                    <a:pt x="1605824" y="3116972"/>
                  </a:lnTo>
                  <a:lnTo>
                    <a:pt x="1604969" y="3116972"/>
                  </a:lnTo>
                  <a:lnTo>
                    <a:pt x="1604113" y="3116972"/>
                  </a:lnTo>
                  <a:lnTo>
                    <a:pt x="1603257" y="3116972"/>
                  </a:lnTo>
                  <a:lnTo>
                    <a:pt x="1602402" y="3116972"/>
                  </a:lnTo>
                  <a:lnTo>
                    <a:pt x="1601546" y="3116972"/>
                  </a:lnTo>
                  <a:lnTo>
                    <a:pt x="1600691" y="3116972"/>
                  </a:lnTo>
                  <a:lnTo>
                    <a:pt x="1599835" y="3116972"/>
                  </a:lnTo>
                  <a:lnTo>
                    <a:pt x="1598980" y="3116972"/>
                  </a:lnTo>
                  <a:lnTo>
                    <a:pt x="1598124" y="3116972"/>
                  </a:lnTo>
                  <a:lnTo>
                    <a:pt x="1597269" y="3116972"/>
                  </a:lnTo>
                  <a:lnTo>
                    <a:pt x="1596413" y="3116972"/>
                  </a:lnTo>
                  <a:lnTo>
                    <a:pt x="1595558" y="3116972"/>
                  </a:lnTo>
                  <a:lnTo>
                    <a:pt x="1594702" y="3116972"/>
                  </a:lnTo>
                  <a:lnTo>
                    <a:pt x="1593847" y="3116972"/>
                  </a:lnTo>
                  <a:lnTo>
                    <a:pt x="1592991" y="3116972"/>
                  </a:lnTo>
                  <a:lnTo>
                    <a:pt x="1592136" y="3116972"/>
                  </a:lnTo>
                  <a:lnTo>
                    <a:pt x="1591280" y="3116972"/>
                  </a:lnTo>
                  <a:lnTo>
                    <a:pt x="1590425" y="3116972"/>
                  </a:lnTo>
                  <a:lnTo>
                    <a:pt x="1589569" y="3116972"/>
                  </a:lnTo>
                  <a:lnTo>
                    <a:pt x="1588714" y="3116972"/>
                  </a:lnTo>
                  <a:lnTo>
                    <a:pt x="1587858" y="3116972"/>
                  </a:lnTo>
                  <a:lnTo>
                    <a:pt x="1587002" y="3116972"/>
                  </a:lnTo>
                  <a:lnTo>
                    <a:pt x="1586147" y="3116972"/>
                  </a:lnTo>
                  <a:lnTo>
                    <a:pt x="1585291" y="3116972"/>
                  </a:lnTo>
                  <a:lnTo>
                    <a:pt x="1584436" y="3116972"/>
                  </a:lnTo>
                  <a:lnTo>
                    <a:pt x="1583580" y="3116972"/>
                  </a:lnTo>
                  <a:lnTo>
                    <a:pt x="1582725" y="3116972"/>
                  </a:lnTo>
                  <a:lnTo>
                    <a:pt x="1581869" y="3116972"/>
                  </a:lnTo>
                  <a:lnTo>
                    <a:pt x="1581014" y="3116972"/>
                  </a:lnTo>
                  <a:lnTo>
                    <a:pt x="1580158" y="3116972"/>
                  </a:lnTo>
                  <a:lnTo>
                    <a:pt x="1579303" y="3116972"/>
                  </a:lnTo>
                  <a:lnTo>
                    <a:pt x="1578447" y="3116972"/>
                  </a:lnTo>
                  <a:lnTo>
                    <a:pt x="1577592" y="3116972"/>
                  </a:lnTo>
                  <a:lnTo>
                    <a:pt x="1576736" y="3116972"/>
                  </a:lnTo>
                  <a:lnTo>
                    <a:pt x="1575881" y="3116972"/>
                  </a:lnTo>
                  <a:lnTo>
                    <a:pt x="1575025" y="3116972"/>
                  </a:lnTo>
                  <a:lnTo>
                    <a:pt x="1574170" y="3116972"/>
                  </a:lnTo>
                  <a:lnTo>
                    <a:pt x="1573314" y="3116972"/>
                  </a:lnTo>
                  <a:lnTo>
                    <a:pt x="1572458" y="3116972"/>
                  </a:lnTo>
                  <a:lnTo>
                    <a:pt x="1571603" y="3116972"/>
                  </a:lnTo>
                  <a:lnTo>
                    <a:pt x="1570747" y="3116972"/>
                  </a:lnTo>
                  <a:lnTo>
                    <a:pt x="1569892" y="3116972"/>
                  </a:lnTo>
                  <a:lnTo>
                    <a:pt x="1569036" y="3116972"/>
                  </a:lnTo>
                  <a:lnTo>
                    <a:pt x="1568181" y="3116972"/>
                  </a:lnTo>
                  <a:lnTo>
                    <a:pt x="1567325" y="3116972"/>
                  </a:lnTo>
                  <a:lnTo>
                    <a:pt x="1566470" y="3116972"/>
                  </a:lnTo>
                  <a:lnTo>
                    <a:pt x="1565614" y="3116972"/>
                  </a:lnTo>
                  <a:lnTo>
                    <a:pt x="1564759" y="3116972"/>
                  </a:lnTo>
                  <a:lnTo>
                    <a:pt x="1563903" y="3116972"/>
                  </a:lnTo>
                  <a:lnTo>
                    <a:pt x="1563048" y="3116972"/>
                  </a:lnTo>
                  <a:lnTo>
                    <a:pt x="1562192" y="3116972"/>
                  </a:lnTo>
                  <a:lnTo>
                    <a:pt x="1561337" y="3116972"/>
                  </a:lnTo>
                  <a:lnTo>
                    <a:pt x="1560481" y="3116972"/>
                  </a:lnTo>
                  <a:lnTo>
                    <a:pt x="1559626" y="3116972"/>
                  </a:lnTo>
                  <a:lnTo>
                    <a:pt x="1558770" y="3116972"/>
                  </a:lnTo>
                  <a:lnTo>
                    <a:pt x="1557915" y="3116972"/>
                  </a:lnTo>
                  <a:lnTo>
                    <a:pt x="1557059" y="3116972"/>
                  </a:lnTo>
                  <a:lnTo>
                    <a:pt x="1556203" y="3116972"/>
                  </a:lnTo>
                  <a:lnTo>
                    <a:pt x="1555348" y="3116972"/>
                  </a:lnTo>
                  <a:lnTo>
                    <a:pt x="1554492" y="3116972"/>
                  </a:lnTo>
                  <a:lnTo>
                    <a:pt x="1553637" y="3116972"/>
                  </a:lnTo>
                  <a:lnTo>
                    <a:pt x="1552781" y="3116972"/>
                  </a:lnTo>
                  <a:lnTo>
                    <a:pt x="1551926" y="3116972"/>
                  </a:lnTo>
                  <a:lnTo>
                    <a:pt x="1551070" y="3116972"/>
                  </a:lnTo>
                  <a:lnTo>
                    <a:pt x="1550215" y="3116972"/>
                  </a:lnTo>
                  <a:lnTo>
                    <a:pt x="1549359" y="3116972"/>
                  </a:lnTo>
                  <a:lnTo>
                    <a:pt x="1548504" y="3116972"/>
                  </a:lnTo>
                  <a:lnTo>
                    <a:pt x="1547648" y="3116972"/>
                  </a:lnTo>
                  <a:lnTo>
                    <a:pt x="1546793" y="3116972"/>
                  </a:lnTo>
                  <a:lnTo>
                    <a:pt x="1545937" y="3116972"/>
                  </a:lnTo>
                  <a:lnTo>
                    <a:pt x="1545082" y="3116972"/>
                  </a:lnTo>
                  <a:lnTo>
                    <a:pt x="1544226" y="3116972"/>
                  </a:lnTo>
                  <a:lnTo>
                    <a:pt x="1543371" y="3116972"/>
                  </a:lnTo>
                  <a:lnTo>
                    <a:pt x="1542515" y="3116972"/>
                  </a:lnTo>
                  <a:lnTo>
                    <a:pt x="1541660" y="3116972"/>
                  </a:lnTo>
                  <a:lnTo>
                    <a:pt x="1540804" y="3116972"/>
                  </a:lnTo>
                  <a:lnTo>
                    <a:pt x="1539948" y="3116972"/>
                  </a:lnTo>
                  <a:lnTo>
                    <a:pt x="1539093" y="3116972"/>
                  </a:lnTo>
                  <a:lnTo>
                    <a:pt x="1538237" y="3116972"/>
                  </a:lnTo>
                  <a:lnTo>
                    <a:pt x="1537382" y="3116972"/>
                  </a:lnTo>
                  <a:lnTo>
                    <a:pt x="1536526" y="3116972"/>
                  </a:lnTo>
                  <a:lnTo>
                    <a:pt x="1535671" y="3116972"/>
                  </a:lnTo>
                  <a:lnTo>
                    <a:pt x="1534815" y="3116972"/>
                  </a:lnTo>
                  <a:lnTo>
                    <a:pt x="1533960" y="3116972"/>
                  </a:lnTo>
                  <a:lnTo>
                    <a:pt x="1533104" y="3116972"/>
                  </a:lnTo>
                  <a:lnTo>
                    <a:pt x="1532249" y="3116972"/>
                  </a:lnTo>
                  <a:lnTo>
                    <a:pt x="1531393" y="3116972"/>
                  </a:lnTo>
                  <a:lnTo>
                    <a:pt x="1530538" y="3116972"/>
                  </a:lnTo>
                  <a:lnTo>
                    <a:pt x="1529682" y="3116972"/>
                  </a:lnTo>
                  <a:lnTo>
                    <a:pt x="1528827" y="3116972"/>
                  </a:lnTo>
                  <a:lnTo>
                    <a:pt x="1527971" y="3116972"/>
                  </a:lnTo>
                  <a:lnTo>
                    <a:pt x="1527116" y="3116972"/>
                  </a:lnTo>
                  <a:lnTo>
                    <a:pt x="1526260" y="3116972"/>
                  </a:lnTo>
                  <a:lnTo>
                    <a:pt x="1525405" y="3116972"/>
                  </a:lnTo>
                  <a:lnTo>
                    <a:pt x="1524549" y="3116972"/>
                  </a:lnTo>
                  <a:lnTo>
                    <a:pt x="1523693" y="3116972"/>
                  </a:lnTo>
                  <a:lnTo>
                    <a:pt x="1522838" y="3116972"/>
                  </a:lnTo>
                  <a:lnTo>
                    <a:pt x="1521982" y="3116972"/>
                  </a:lnTo>
                  <a:lnTo>
                    <a:pt x="1521127" y="3116972"/>
                  </a:lnTo>
                  <a:lnTo>
                    <a:pt x="1520271" y="3116972"/>
                  </a:lnTo>
                  <a:lnTo>
                    <a:pt x="1519416" y="3116972"/>
                  </a:lnTo>
                  <a:lnTo>
                    <a:pt x="1518560" y="3116972"/>
                  </a:lnTo>
                  <a:lnTo>
                    <a:pt x="1517705" y="3116972"/>
                  </a:lnTo>
                  <a:lnTo>
                    <a:pt x="1516849" y="3116972"/>
                  </a:lnTo>
                  <a:lnTo>
                    <a:pt x="1515994" y="3116972"/>
                  </a:lnTo>
                  <a:lnTo>
                    <a:pt x="1515138" y="3116972"/>
                  </a:lnTo>
                  <a:lnTo>
                    <a:pt x="1514283" y="3116972"/>
                  </a:lnTo>
                  <a:lnTo>
                    <a:pt x="1513427" y="3116972"/>
                  </a:lnTo>
                  <a:lnTo>
                    <a:pt x="1512572" y="3116972"/>
                  </a:lnTo>
                  <a:lnTo>
                    <a:pt x="1511716" y="3116972"/>
                  </a:lnTo>
                  <a:lnTo>
                    <a:pt x="1510861" y="3116972"/>
                  </a:lnTo>
                  <a:lnTo>
                    <a:pt x="1510005" y="3116972"/>
                  </a:lnTo>
                  <a:lnTo>
                    <a:pt x="1509149" y="3116972"/>
                  </a:lnTo>
                  <a:lnTo>
                    <a:pt x="1508294" y="3116972"/>
                  </a:lnTo>
                  <a:lnTo>
                    <a:pt x="1507438" y="3116972"/>
                  </a:lnTo>
                  <a:lnTo>
                    <a:pt x="1506583" y="3116972"/>
                  </a:lnTo>
                  <a:lnTo>
                    <a:pt x="1505727" y="3116972"/>
                  </a:lnTo>
                  <a:lnTo>
                    <a:pt x="1504872" y="3116972"/>
                  </a:lnTo>
                  <a:lnTo>
                    <a:pt x="1504016" y="3116972"/>
                  </a:lnTo>
                  <a:lnTo>
                    <a:pt x="1503161" y="3116972"/>
                  </a:lnTo>
                  <a:lnTo>
                    <a:pt x="1502305" y="3116972"/>
                  </a:lnTo>
                  <a:lnTo>
                    <a:pt x="1501450" y="3116972"/>
                  </a:lnTo>
                  <a:lnTo>
                    <a:pt x="1500594" y="3116972"/>
                  </a:lnTo>
                  <a:lnTo>
                    <a:pt x="1499739" y="3116972"/>
                  </a:lnTo>
                  <a:lnTo>
                    <a:pt x="1498883" y="3116972"/>
                  </a:lnTo>
                  <a:lnTo>
                    <a:pt x="1498028" y="3116972"/>
                  </a:lnTo>
                  <a:lnTo>
                    <a:pt x="1497172" y="3116972"/>
                  </a:lnTo>
                  <a:lnTo>
                    <a:pt x="1496317" y="3116972"/>
                  </a:lnTo>
                  <a:lnTo>
                    <a:pt x="1495461" y="3116972"/>
                  </a:lnTo>
                  <a:lnTo>
                    <a:pt x="1494606" y="3116972"/>
                  </a:lnTo>
                  <a:lnTo>
                    <a:pt x="1493750" y="3116972"/>
                  </a:lnTo>
                  <a:lnTo>
                    <a:pt x="1492894" y="3116972"/>
                  </a:lnTo>
                  <a:lnTo>
                    <a:pt x="1492039" y="3116972"/>
                  </a:lnTo>
                  <a:lnTo>
                    <a:pt x="1491183" y="3116972"/>
                  </a:lnTo>
                  <a:lnTo>
                    <a:pt x="1490328" y="3116972"/>
                  </a:lnTo>
                  <a:lnTo>
                    <a:pt x="1489472" y="3116972"/>
                  </a:lnTo>
                  <a:lnTo>
                    <a:pt x="1488617" y="3116972"/>
                  </a:lnTo>
                  <a:lnTo>
                    <a:pt x="1487761" y="3116972"/>
                  </a:lnTo>
                  <a:lnTo>
                    <a:pt x="1486906" y="3116972"/>
                  </a:lnTo>
                  <a:lnTo>
                    <a:pt x="1486050" y="3116972"/>
                  </a:lnTo>
                  <a:lnTo>
                    <a:pt x="1485195" y="3116972"/>
                  </a:lnTo>
                  <a:lnTo>
                    <a:pt x="1484339" y="3116972"/>
                  </a:lnTo>
                  <a:lnTo>
                    <a:pt x="1483484" y="3116972"/>
                  </a:lnTo>
                  <a:lnTo>
                    <a:pt x="1482628" y="3116972"/>
                  </a:lnTo>
                  <a:lnTo>
                    <a:pt x="1481773" y="3116972"/>
                  </a:lnTo>
                  <a:lnTo>
                    <a:pt x="1480917" y="3116972"/>
                  </a:lnTo>
                  <a:lnTo>
                    <a:pt x="1480062" y="3116972"/>
                  </a:lnTo>
                  <a:lnTo>
                    <a:pt x="1479206" y="3116972"/>
                  </a:lnTo>
                  <a:lnTo>
                    <a:pt x="1478351" y="3116972"/>
                  </a:lnTo>
                  <a:lnTo>
                    <a:pt x="1477495" y="3116972"/>
                  </a:lnTo>
                  <a:lnTo>
                    <a:pt x="1476639" y="3116972"/>
                  </a:lnTo>
                  <a:lnTo>
                    <a:pt x="1475784" y="3116972"/>
                  </a:lnTo>
                  <a:lnTo>
                    <a:pt x="1474928" y="3116972"/>
                  </a:lnTo>
                  <a:lnTo>
                    <a:pt x="1474073" y="3116972"/>
                  </a:lnTo>
                  <a:lnTo>
                    <a:pt x="1473217" y="3116972"/>
                  </a:lnTo>
                  <a:lnTo>
                    <a:pt x="1472362" y="3116972"/>
                  </a:lnTo>
                  <a:lnTo>
                    <a:pt x="1471506" y="3116972"/>
                  </a:lnTo>
                  <a:lnTo>
                    <a:pt x="1470651" y="3116972"/>
                  </a:lnTo>
                  <a:lnTo>
                    <a:pt x="1469795" y="3116972"/>
                  </a:lnTo>
                  <a:lnTo>
                    <a:pt x="1468940" y="3116972"/>
                  </a:lnTo>
                  <a:lnTo>
                    <a:pt x="1468084" y="3116972"/>
                  </a:lnTo>
                  <a:lnTo>
                    <a:pt x="1467229" y="3116972"/>
                  </a:lnTo>
                  <a:lnTo>
                    <a:pt x="1466373" y="3116972"/>
                  </a:lnTo>
                  <a:lnTo>
                    <a:pt x="1465518" y="3116972"/>
                  </a:lnTo>
                  <a:lnTo>
                    <a:pt x="1464662" y="3116972"/>
                  </a:lnTo>
                  <a:lnTo>
                    <a:pt x="1463807" y="3116972"/>
                  </a:lnTo>
                  <a:lnTo>
                    <a:pt x="1462951" y="3116972"/>
                  </a:lnTo>
                  <a:lnTo>
                    <a:pt x="1462095" y="3116972"/>
                  </a:lnTo>
                  <a:lnTo>
                    <a:pt x="1461240" y="3116972"/>
                  </a:lnTo>
                  <a:lnTo>
                    <a:pt x="1460384" y="3116972"/>
                  </a:lnTo>
                  <a:lnTo>
                    <a:pt x="1459529" y="3116972"/>
                  </a:lnTo>
                  <a:lnTo>
                    <a:pt x="1458673" y="3116972"/>
                  </a:lnTo>
                  <a:lnTo>
                    <a:pt x="1457818" y="3116972"/>
                  </a:lnTo>
                  <a:lnTo>
                    <a:pt x="1456962" y="3116972"/>
                  </a:lnTo>
                  <a:lnTo>
                    <a:pt x="1456107" y="3116972"/>
                  </a:lnTo>
                  <a:lnTo>
                    <a:pt x="1455251" y="3116972"/>
                  </a:lnTo>
                  <a:lnTo>
                    <a:pt x="1454396" y="3116972"/>
                  </a:lnTo>
                  <a:lnTo>
                    <a:pt x="1453540" y="3116972"/>
                  </a:lnTo>
                  <a:lnTo>
                    <a:pt x="1452685" y="3116972"/>
                  </a:lnTo>
                  <a:lnTo>
                    <a:pt x="1451829" y="3116972"/>
                  </a:lnTo>
                  <a:lnTo>
                    <a:pt x="1450974" y="3116972"/>
                  </a:lnTo>
                  <a:lnTo>
                    <a:pt x="1450118" y="3116972"/>
                  </a:lnTo>
                  <a:lnTo>
                    <a:pt x="1449263" y="3116972"/>
                  </a:lnTo>
                  <a:lnTo>
                    <a:pt x="1448407" y="3116972"/>
                  </a:lnTo>
                  <a:lnTo>
                    <a:pt x="1447552" y="3116972"/>
                  </a:lnTo>
                  <a:lnTo>
                    <a:pt x="1446696" y="3116972"/>
                  </a:lnTo>
                  <a:lnTo>
                    <a:pt x="1445840" y="3116972"/>
                  </a:lnTo>
                  <a:lnTo>
                    <a:pt x="1444985" y="3116972"/>
                  </a:lnTo>
                  <a:lnTo>
                    <a:pt x="1444129" y="3116972"/>
                  </a:lnTo>
                  <a:lnTo>
                    <a:pt x="1443274" y="3116972"/>
                  </a:lnTo>
                  <a:lnTo>
                    <a:pt x="1442418" y="3116972"/>
                  </a:lnTo>
                  <a:lnTo>
                    <a:pt x="1441563" y="3116972"/>
                  </a:lnTo>
                  <a:lnTo>
                    <a:pt x="1440707" y="3116972"/>
                  </a:lnTo>
                  <a:lnTo>
                    <a:pt x="1439852" y="3116972"/>
                  </a:lnTo>
                  <a:lnTo>
                    <a:pt x="1438996" y="3116972"/>
                  </a:lnTo>
                  <a:lnTo>
                    <a:pt x="1438141" y="3116972"/>
                  </a:lnTo>
                  <a:lnTo>
                    <a:pt x="1437285" y="3116972"/>
                  </a:lnTo>
                  <a:lnTo>
                    <a:pt x="1436430" y="3116972"/>
                  </a:lnTo>
                  <a:lnTo>
                    <a:pt x="1435574" y="3116972"/>
                  </a:lnTo>
                  <a:lnTo>
                    <a:pt x="1434719" y="3116972"/>
                  </a:lnTo>
                  <a:lnTo>
                    <a:pt x="1433863" y="3116972"/>
                  </a:lnTo>
                  <a:lnTo>
                    <a:pt x="1433008" y="3116972"/>
                  </a:lnTo>
                  <a:lnTo>
                    <a:pt x="1432152" y="3116972"/>
                  </a:lnTo>
                  <a:lnTo>
                    <a:pt x="1431297" y="3116972"/>
                  </a:lnTo>
                  <a:lnTo>
                    <a:pt x="1430441" y="3116972"/>
                  </a:lnTo>
                  <a:lnTo>
                    <a:pt x="1429585" y="3116972"/>
                  </a:lnTo>
                  <a:lnTo>
                    <a:pt x="1428730" y="3116972"/>
                  </a:lnTo>
                  <a:lnTo>
                    <a:pt x="1427874" y="3116972"/>
                  </a:lnTo>
                  <a:lnTo>
                    <a:pt x="1427019" y="3116972"/>
                  </a:lnTo>
                  <a:lnTo>
                    <a:pt x="1426163" y="3116972"/>
                  </a:lnTo>
                  <a:lnTo>
                    <a:pt x="1425308" y="3116972"/>
                  </a:lnTo>
                  <a:lnTo>
                    <a:pt x="1424452" y="3116972"/>
                  </a:lnTo>
                  <a:lnTo>
                    <a:pt x="1423597" y="3116972"/>
                  </a:lnTo>
                  <a:lnTo>
                    <a:pt x="1422741" y="3116972"/>
                  </a:lnTo>
                  <a:lnTo>
                    <a:pt x="1421886" y="3116972"/>
                  </a:lnTo>
                  <a:lnTo>
                    <a:pt x="1421030" y="3116972"/>
                  </a:lnTo>
                  <a:lnTo>
                    <a:pt x="1420175" y="3116972"/>
                  </a:lnTo>
                  <a:lnTo>
                    <a:pt x="1419319" y="3116972"/>
                  </a:lnTo>
                  <a:lnTo>
                    <a:pt x="1418464" y="3116972"/>
                  </a:lnTo>
                  <a:lnTo>
                    <a:pt x="1417608" y="3116972"/>
                  </a:lnTo>
                  <a:lnTo>
                    <a:pt x="1416753" y="3116972"/>
                  </a:lnTo>
                  <a:lnTo>
                    <a:pt x="1415897" y="3116972"/>
                  </a:lnTo>
                  <a:lnTo>
                    <a:pt x="1415041" y="3116972"/>
                  </a:lnTo>
                  <a:lnTo>
                    <a:pt x="1414186" y="3116972"/>
                  </a:lnTo>
                  <a:lnTo>
                    <a:pt x="1413330" y="3116972"/>
                  </a:lnTo>
                  <a:lnTo>
                    <a:pt x="1412475" y="3116972"/>
                  </a:lnTo>
                  <a:lnTo>
                    <a:pt x="1411619" y="3116972"/>
                  </a:lnTo>
                  <a:lnTo>
                    <a:pt x="1410764" y="3116972"/>
                  </a:lnTo>
                  <a:lnTo>
                    <a:pt x="1409908" y="3116972"/>
                  </a:lnTo>
                  <a:lnTo>
                    <a:pt x="1409053" y="3116972"/>
                  </a:lnTo>
                  <a:lnTo>
                    <a:pt x="1408197" y="3116972"/>
                  </a:lnTo>
                  <a:lnTo>
                    <a:pt x="1407342" y="3116972"/>
                  </a:lnTo>
                  <a:lnTo>
                    <a:pt x="1406486" y="3116972"/>
                  </a:lnTo>
                  <a:lnTo>
                    <a:pt x="1405631" y="3116972"/>
                  </a:lnTo>
                  <a:lnTo>
                    <a:pt x="1404775" y="3116972"/>
                  </a:lnTo>
                  <a:lnTo>
                    <a:pt x="1403920" y="3116972"/>
                  </a:lnTo>
                  <a:lnTo>
                    <a:pt x="1403064" y="3116972"/>
                  </a:lnTo>
                  <a:lnTo>
                    <a:pt x="1402209" y="3116972"/>
                  </a:lnTo>
                  <a:lnTo>
                    <a:pt x="1401353" y="3116972"/>
                  </a:lnTo>
                  <a:lnTo>
                    <a:pt x="1400498" y="3116972"/>
                  </a:lnTo>
                  <a:lnTo>
                    <a:pt x="1399642" y="3116972"/>
                  </a:lnTo>
                  <a:lnTo>
                    <a:pt x="1398786" y="3116972"/>
                  </a:lnTo>
                  <a:lnTo>
                    <a:pt x="1397931" y="3116972"/>
                  </a:lnTo>
                  <a:lnTo>
                    <a:pt x="1397075" y="3116972"/>
                  </a:lnTo>
                  <a:lnTo>
                    <a:pt x="1396220" y="3116972"/>
                  </a:lnTo>
                  <a:lnTo>
                    <a:pt x="1395364" y="3116972"/>
                  </a:lnTo>
                  <a:lnTo>
                    <a:pt x="1394509" y="3116972"/>
                  </a:lnTo>
                  <a:lnTo>
                    <a:pt x="1393653" y="3116972"/>
                  </a:lnTo>
                  <a:lnTo>
                    <a:pt x="1392798" y="3116972"/>
                  </a:lnTo>
                  <a:lnTo>
                    <a:pt x="1391942" y="3116972"/>
                  </a:lnTo>
                  <a:lnTo>
                    <a:pt x="1391087" y="3116972"/>
                  </a:lnTo>
                  <a:lnTo>
                    <a:pt x="1390231" y="3116972"/>
                  </a:lnTo>
                  <a:lnTo>
                    <a:pt x="1389376" y="3116972"/>
                  </a:lnTo>
                  <a:lnTo>
                    <a:pt x="1388520" y="3116972"/>
                  </a:lnTo>
                  <a:lnTo>
                    <a:pt x="1387665" y="3116972"/>
                  </a:lnTo>
                  <a:lnTo>
                    <a:pt x="1386809" y="3116972"/>
                  </a:lnTo>
                  <a:lnTo>
                    <a:pt x="1385954" y="3116972"/>
                  </a:lnTo>
                  <a:lnTo>
                    <a:pt x="1385098" y="3116972"/>
                  </a:lnTo>
                  <a:lnTo>
                    <a:pt x="1384243" y="3116972"/>
                  </a:lnTo>
                  <a:lnTo>
                    <a:pt x="1383387" y="3116972"/>
                  </a:lnTo>
                  <a:lnTo>
                    <a:pt x="1382531" y="3116972"/>
                  </a:lnTo>
                  <a:lnTo>
                    <a:pt x="1381676" y="3116972"/>
                  </a:lnTo>
                  <a:lnTo>
                    <a:pt x="1380820" y="3116972"/>
                  </a:lnTo>
                  <a:lnTo>
                    <a:pt x="1379965" y="3116972"/>
                  </a:lnTo>
                  <a:lnTo>
                    <a:pt x="1379109" y="3116972"/>
                  </a:lnTo>
                  <a:lnTo>
                    <a:pt x="1378254" y="3116972"/>
                  </a:lnTo>
                  <a:lnTo>
                    <a:pt x="1377398" y="3116972"/>
                  </a:lnTo>
                  <a:lnTo>
                    <a:pt x="1376543" y="3116972"/>
                  </a:lnTo>
                  <a:lnTo>
                    <a:pt x="1375687" y="3116972"/>
                  </a:lnTo>
                  <a:lnTo>
                    <a:pt x="1374832" y="3116972"/>
                  </a:lnTo>
                  <a:lnTo>
                    <a:pt x="1373976" y="3116972"/>
                  </a:lnTo>
                  <a:lnTo>
                    <a:pt x="1373121" y="3116972"/>
                  </a:lnTo>
                  <a:lnTo>
                    <a:pt x="1372265" y="3116972"/>
                  </a:lnTo>
                  <a:lnTo>
                    <a:pt x="1371410" y="3116972"/>
                  </a:lnTo>
                  <a:lnTo>
                    <a:pt x="1370554" y="3116972"/>
                  </a:lnTo>
                  <a:lnTo>
                    <a:pt x="1369699" y="3116972"/>
                  </a:lnTo>
                  <a:lnTo>
                    <a:pt x="1368843" y="3116972"/>
                  </a:lnTo>
                  <a:lnTo>
                    <a:pt x="1367987" y="3116972"/>
                  </a:lnTo>
                  <a:lnTo>
                    <a:pt x="1367132" y="3116972"/>
                  </a:lnTo>
                  <a:lnTo>
                    <a:pt x="1366276" y="3116972"/>
                  </a:lnTo>
                  <a:lnTo>
                    <a:pt x="1365421" y="3116972"/>
                  </a:lnTo>
                  <a:lnTo>
                    <a:pt x="1364565" y="3116972"/>
                  </a:lnTo>
                  <a:lnTo>
                    <a:pt x="1363710" y="3116972"/>
                  </a:lnTo>
                  <a:lnTo>
                    <a:pt x="1362854" y="3116972"/>
                  </a:lnTo>
                  <a:lnTo>
                    <a:pt x="1361999" y="3116972"/>
                  </a:lnTo>
                  <a:lnTo>
                    <a:pt x="1361143" y="3116972"/>
                  </a:lnTo>
                  <a:lnTo>
                    <a:pt x="1360288" y="3116972"/>
                  </a:lnTo>
                  <a:lnTo>
                    <a:pt x="1359432" y="3116972"/>
                  </a:lnTo>
                  <a:lnTo>
                    <a:pt x="1358577" y="3116972"/>
                  </a:lnTo>
                  <a:lnTo>
                    <a:pt x="1357721" y="3116972"/>
                  </a:lnTo>
                  <a:lnTo>
                    <a:pt x="1356866" y="3116972"/>
                  </a:lnTo>
                  <a:lnTo>
                    <a:pt x="1356010" y="3116972"/>
                  </a:lnTo>
                  <a:lnTo>
                    <a:pt x="1355155" y="3116972"/>
                  </a:lnTo>
                  <a:lnTo>
                    <a:pt x="1354299" y="3116972"/>
                  </a:lnTo>
                  <a:lnTo>
                    <a:pt x="1353444" y="3116972"/>
                  </a:lnTo>
                  <a:lnTo>
                    <a:pt x="1352588" y="3116972"/>
                  </a:lnTo>
                  <a:lnTo>
                    <a:pt x="1351732" y="3116972"/>
                  </a:lnTo>
                  <a:lnTo>
                    <a:pt x="1350877" y="3116972"/>
                  </a:lnTo>
                  <a:lnTo>
                    <a:pt x="1350021" y="3116972"/>
                  </a:lnTo>
                  <a:lnTo>
                    <a:pt x="1349166" y="3116972"/>
                  </a:lnTo>
                  <a:lnTo>
                    <a:pt x="1348310" y="3116972"/>
                  </a:lnTo>
                  <a:lnTo>
                    <a:pt x="1347455" y="3116972"/>
                  </a:lnTo>
                  <a:lnTo>
                    <a:pt x="1346599" y="3116972"/>
                  </a:lnTo>
                  <a:lnTo>
                    <a:pt x="1345744" y="3116972"/>
                  </a:lnTo>
                  <a:lnTo>
                    <a:pt x="1344888" y="3116972"/>
                  </a:lnTo>
                  <a:lnTo>
                    <a:pt x="1344033" y="3116972"/>
                  </a:lnTo>
                  <a:lnTo>
                    <a:pt x="1343177" y="3116972"/>
                  </a:lnTo>
                  <a:lnTo>
                    <a:pt x="1342322" y="3116972"/>
                  </a:lnTo>
                  <a:lnTo>
                    <a:pt x="1341466" y="3116972"/>
                  </a:lnTo>
                  <a:lnTo>
                    <a:pt x="1340611" y="3116972"/>
                  </a:lnTo>
                  <a:lnTo>
                    <a:pt x="1339755" y="3116972"/>
                  </a:lnTo>
                  <a:lnTo>
                    <a:pt x="1338900" y="3116972"/>
                  </a:lnTo>
                  <a:lnTo>
                    <a:pt x="1338044" y="3116972"/>
                  </a:lnTo>
                  <a:lnTo>
                    <a:pt x="1337189" y="3116972"/>
                  </a:lnTo>
                  <a:lnTo>
                    <a:pt x="1336333" y="3116972"/>
                  </a:lnTo>
                  <a:lnTo>
                    <a:pt x="1335477" y="3116972"/>
                  </a:lnTo>
                  <a:lnTo>
                    <a:pt x="1334622" y="3116972"/>
                  </a:lnTo>
                  <a:lnTo>
                    <a:pt x="1333766" y="3116972"/>
                  </a:lnTo>
                  <a:lnTo>
                    <a:pt x="1332911" y="3116972"/>
                  </a:lnTo>
                  <a:lnTo>
                    <a:pt x="1332055" y="3116972"/>
                  </a:lnTo>
                  <a:lnTo>
                    <a:pt x="1331200" y="3116972"/>
                  </a:lnTo>
                  <a:lnTo>
                    <a:pt x="1330344" y="3116972"/>
                  </a:lnTo>
                  <a:lnTo>
                    <a:pt x="1329489" y="3116972"/>
                  </a:lnTo>
                  <a:lnTo>
                    <a:pt x="1328633" y="3116972"/>
                  </a:lnTo>
                  <a:lnTo>
                    <a:pt x="1327778" y="3116972"/>
                  </a:lnTo>
                  <a:lnTo>
                    <a:pt x="1326922" y="3116972"/>
                  </a:lnTo>
                  <a:lnTo>
                    <a:pt x="1326067" y="3116972"/>
                  </a:lnTo>
                  <a:lnTo>
                    <a:pt x="1325211" y="3116972"/>
                  </a:lnTo>
                  <a:lnTo>
                    <a:pt x="1324356" y="3116972"/>
                  </a:lnTo>
                  <a:lnTo>
                    <a:pt x="1323500" y="3116972"/>
                  </a:lnTo>
                  <a:lnTo>
                    <a:pt x="1322645" y="3116972"/>
                  </a:lnTo>
                  <a:lnTo>
                    <a:pt x="1321789" y="3116972"/>
                  </a:lnTo>
                  <a:lnTo>
                    <a:pt x="1320934" y="3116972"/>
                  </a:lnTo>
                  <a:lnTo>
                    <a:pt x="1320078" y="3116972"/>
                  </a:lnTo>
                  <a:lnTo>
                    <a:pt x="1319222" y="3116972"/>
                  </a:lnTo>
                  <a:lnTo>
                    <a:pt x="1318367" y="3116972"/>
                  </a:lnTo>
                  <a:lnTo>
                    <a:pt x="1317511" y="3116972"/>
                  </a:lnTo>
                  <a:lnTo>
                    <a:pt x="1316656" y="3116972"/>
                  </a:lnTo>
                  <a:lnTo>
                    <a:pt x="1315800" y="3116972"/>
                  </a:lnTo>
                  <a:lnTo>
                    <a:pt x="1314945" y="3116972"/>
                  </a:lnTo>
                  <a:lnTo>
                    <a:pt x="1314089" y="3116972"/>
                  </a:lnTo>
                  <a:lnTo>
                    <a:pt x="1313234" y="3116972"/>
                  </a:lnTo>
                  <a:lnTo>
                    <a:pt x="1312378" y="3116972"/>
                  </a:lnTo>
                  <a:lnTo>
                    <a:pt x="1311523" y="3116972"/>
                  </a:lnTo>
                  <a:lnTo>
                    <a:pt x="1310667" y="3116972"/>
                  </a:lnTo>
                  <a:lnTo>
                    <a:pt x="1309812" y="3116972"/>
                  </a:lnTo>
                  <a:lnTo>
                    <a:pt x="1308956" y="3116972"/>
                  </a:lnTo>
                  <a:lnTo>
                    <a:pt x="1308101" y="3116972"/>
                  </a:lnTo>
                  <a:lnTo>
                    <a:pt x="1307245" y="3116972"/>
                  </a:lnTo>
                  <a:lnTo>
                    <a:pt x="1306390" y="3116972"/>
                  </a:lnTo>
                  <a:lnTo>
                    <a:pt x="1305534" y="3116972"/>
                  </a:lnTo>
                  <a:lnTo>
                    <a:pt x="1304678" y="3116972"/>
                  </a:lnTo>
                  <a:lnTo>
                    <a:pt x="1303823" y="3116972"/>
                  </a:lnTo>
                  <a:lnTo>
                    <a:pt x="1302967" y="3116972"/>
                  </a:lnTo>
                  <a:lnTo>
                    <a:pt x="1302112" y="3116972"/>
                  </a:lnTo>
                  <a:lnTo>
                    <a:pt x="1301256" y="3116972"/>
                  </a:lnTo>
                  <a:lnTo>
                    <a:pt x="1300401" y="3116972"/>
                  </a:lnTo>
                  <a:lnTo>
                    <a:pt x="1299545" y="3116972"/>
                  </a:lnTo>
                  <a:lnTo>
                    <a:pt x="1298690" y="3116972"/>
                  </a:lnTo>
                  <a:lnTo>
                    <a:pt x="1297834" y="3116972"/>
                  </a:lnTo>
                  <a:lnTo>
                    <a:pt x="1296979" y="3116972"/>
                  </a:lnTo>
                  <a:lnTo>
                    <a:pt x="1296123" y="3116972"/>
                  </a:lnTo>
                  <a:lnTo>
                    <a:pt x="1295268" y="3116972"/>
                  </a:lnTo>
                  <a:lnTo>
                    <a:pt x="1294412" y="3116972"/>
                  </a:lnTo>
                  <a:lnTo>
                    <a:pt x="1293557" y="3116972"/>
                  </a:lnTo>
                  <a:lnTo>
                    <a:pt x="1292701" y="3116972"/>
                  </a:lnTo>
                  <a:lnTo>
                    <a:pt x="1291846" y="3116972"/>
                  </a:lnTo>
                  <a:lnTo>
                    <a:pt x="1290990" y="3116972"/>
                  </a:lnTo>
                  <a:lnTo>
                    <a:pt x="1290135" y="3116972"/>
                  </a:lnTo>
                  <a:lnTo>
                    <a:pt x="1289279" y="3116972"/>
                  </a:lnTo>
                  <a:lnTo>
                    <a:pt x="1288423" y="3116972"/>
                  </a:lnTo>
                  <a:lnTo>
                    <a:pt x="1287568" y="3116972"/>
                  </a:lnTo>
                  <a:lnTo>
                    <a:pt x="1286712" y="3116972"/>
                  </a:lnTo>
                  <a:lnTo>
                    <a:pt x="1285857" y="3116972"/>
                  </a:lnTo>
                  <a:lnTo>
                    <a:pt x="1285001" y="3116972"/>
                  </a:lnTo>
                  <a:lnTo>
                    <a:pt x="1284146" y="3116972"/>
                  </a:lnTo>
                  <a:lnTo>
                    <a:pt x="1283290" y="3116972"/>
                  </a:lnTo>
                  <a:lnTo>
                    <a:pt x="1282435" y="3116972"/>
                  </a:lnTo>
                  <a:lnTo>
                    <a:pt x="1281579" y="3116972"/>
                  </a:lnTo>
                  <a:lnTo>
                    <a:pt x="1280724" y="3116972"/>
                  </a:lnTo>
                  <a:lnTo>
                    <a:pt x="1279868" y="3116972"/>
                  </a:lnTo>
                  <a:lnTo>
                    <a:pt x="1279013" y="3116972"/>
                  </a:lnTo>
                  <a:lnTo>
                    <a:pt x="1278157" y="3116972"/>
                  </a:lnTo>
                  <a:lnTo>
                    <a:pt x="1277302" y="3116972"/>
                  </a:lnTo>
                  <a:lnTo>
                    <a:pt x="1276446" y="3116972"/>
                  </a:lnTo>
                  <a:lnTo>
                    <a:pt x="1275591" y="3116972"/>
                  </a:lnTo>
                  <a:lnTo>
                    <a:pt x="1274735" y="3116972"/>
                  </a:lnTo>
                  <a:lnTo>
                    <a:pt x="1273880" y="3116972"/>
                  </a:lnTo>
                  <a:lnTo>
                    <a:pt x="1273024" y="3116972"/>
                  </a:lnTo>
                  <a:lnTo>
                    <a:pt x="1272168" y="3116972"/>
                  </a:lnTo>
                  <a:lnTo>
                    <a:pt x="1271313" y="3116972"/>
                  </a:lnTo>
                  <a:lnTo>
                    <a:pt x="1270457" y="3116972"/>
                  </a:lnTo>
                  <a:lnTo>
                    <a:pt x="1269602" y="3116972"/>
                  </a:lnTo>
                  <a:lnTo>
                    <a:pt x="1268746" y="3116972"/>
                  </a:lnTo>
                  <a:lnTo>
                    <a:pt x="1267891" y="3116972"/>
                  </a:lnTo>
                  <a:lnTo>
                    <a:pt x="1267035" y="3116972"/>
                  </a:lnTo>
                  <a:lnTo>
                    <a:pt x="1266180" y="3116972"/>
                  </a:lnTo>
                  <a:lnTo>
                    <a:pt x="1265324" y="3116972"/>
                  </a:lnTo>
                  <a:lnTo>
                    <a:pt x="1264469" y="3116972"/>
                  </a:lnTo>
                  <a:lnTo>
                    <a:pt x="1263613" y="3116972"/>
                  </a:lnTo>
                  <a:lnTo>
                    <a:pt x="1262758" y="3116972"/>
                  </a:lnTo>
                  <a:lnTo>
                    <a:pt x="1261902" y="3116972"/>
                  </a:lnTo>
                  <a:lnTo>
                    <a:pt x="1261047" y="3116972"/>
                  </a:lnTo>
                  <a:lnTo>
                    <a:pt x="1260191" y="3116972"/>
                  </a:lnTo>
                  <a:lnTo>
                    <a:pt x="1259336" y="3116972"/>
                  </a:lnTo>
                  <a:lnTo>
                    <a:pt x="1258480" y="3116972"/>
                  </a:lnTo>
                  <a:lnTo>
                    <a:pt x="1257624" y="3116972"/>
                  </a:lnTo>
                  <a:lnTo>
                    <a:pt x="1256769" y="3116972"/>
                  </a:lnTo>
                  <a:lnTo>
                    <a:pt x="1255913" y="3116972"/>
                  </a:lnTo>
                  <a:lnTo>
                    <a:pt x="1255058" y="3116972"/>
                  </a:lnTo>
                  <a:lnTo>
                    <a:pt x="1254202" y="3116972"/>
                  </a:lnTo>
                  <a:lnTo>
                    <a:pt x="1253347" y="3116972"/>
                  </a:lnTo>
                  <a:lnTo>
                    <a:pt x="1252491" y="3116972"/>
                  </a:lnTo>
                  <a:lnTo>
                    <a:pt x="1251636" y="3116972"/>
                  </a:lnTo>
                  <a:lnTo>
                    <a:pt x="1250780" y="3116972"/>
                  </a:lnTo>
                  <a:lnTo>
                    <a:pt x="1249925" y="3116972"/>
                  </a:lnTo>
                  <a:lnTo>
                    <a:pt x="1249069" y="3116972"/>
                  </a:lnTo>
                  <a:lnTo>
                    <a:pt x="1248214" y="3116972"/>
                  </a:lnTo>
                  <a:lnTo>
                    <a:pt x="1247358" y="3116972"/>
                  </a:lnTo>
                  <a:lnTo>
                    <a:pt x="1246503" y="3116972"/>
                  </a:lnTo>
                  <a:lnTo>
                    <a:pt x="1245647" y="3116972"/>
                  </a:lnTo>
                  <a:lnTo>
                    <a:pt x="1244792" y="3116972"/>
                  </a:lnTo>
                  <a:lnTo>
                    <a:pt x="1243936" y="3116972"/>
                  </a:lnTo>
                  <a:lnTo>
                    <a:pt x="1243081" y="3116972"/>
                  </a:lnTo>
                  <a:lnTo>
                    <a:pt x="1242225" y="3116972"/>
                  </a:lnTo>
                  <a:lnTo>
                    <a:pt x="1241369" y="3116972"/>
                  </a:lnTo>
                  <a:lnTo>
                    <a:pt x="1240514" y="3116972"/>
                  </a:lnTo>
                  <a:lnTo>
                    <a:pt x="1239658" y="3116972"/>
                  </a:lnTo>
                  <a:lnTo>
                    <a:pt x="1238803" y="3116972"/>
                  </a:lnTo>
                  <a:lnTo>
                    <a:pt x="1237947" y="3116972"/>
                  </a:lnTo>
                  <a:lnTo>
                    <a:pt x="1237092" y="3116972"/>
                  </a:lnTo>
                  <a:lnTo>
                    <a:pt x="1236236" y="3116972"/>
                  </a:lnTo>
                  <a:lnTo>
                    <a:pt x="1235381" y="3116972"/>
                  </a:lnTo>
                  <a:lnTo>
                    <a:pt x="1234525" y="3116972"/>
                  </a:lnTo>
                  <a:lnTo>
                    <a:pt x="1233670" y="3116972"/>
                  </a:lnTo>
                  <a:lnTo>
                    <a:pt x="1232814" y="3116972"/>
                  </a:lnTo>
                  <a:lnTo>
                    <a:pt x="1231959" y="3116972"/>
                  </a:lnTo>
                  <a:lnTo>
                    <a:pt x="1231103" y="3116972"/>
                  </a:lnTo>
                  <a:lnTo>
                    <a:pt x="1230248" y="3116972"/>
                  </a:lnTo>
                  <a:lnTo>
                    <a:pt x="1229392" y="3116972"/>
                  </a:lnTo>
                  <a:lnTo>
                    <a:pt x="1228537" y="3116972"/>
                  </a:lnTo>
                  <a:lnTo>
                    <a:pt x="1227681" y="3116972"/>
                  </a:lnTo>
                  <a:lnTo>
                    <a:pt x="1226826" y="3116972"/>
                  </a:lnTo>
                  <a:lnTo>
                    <a:pt x="1225970" y="3116972"/>
                  </a:lnTo>
                  <a:lnTo>
                    <a:pt x="1225114" y="3116972"/>
                  </a:lnTo>
                  <a:lnTo>
                    <a:pt x="1224259" y="3116972"/>
                  </a:lnTo>
                  <a:lnTo>
                    <a:pt x="1223403" y="3116972"/>
                  </a:lnTo>
                  <a:lnTo>
                    <a:pt x="1222548" y="3116972"/>
                  </a:lnTo>
                  <a:lnTo>
                    <a:pt x="1221692" y="3116972"/>
                  </a:lnTo>
                  <a:lnTo>
                    <a:pt x="1220837" y="3116972"/>
                  </a:lnTo>
                  <a:lnTo>
                    <a:pt x="1219981" y="3116972"/>
                  </a:lnTo>
                  <a:lnTo>
                    <a:pt x="1219126" y="3116972"/>
                  </a:lnTo>
                  <a:lnTo>
                    <a:pt x="1218270" y="3116972"/>
                  </a:lnTo>
                  <a:lnTo>
                    <a:pt x="1217415" y="3116972"/>
                  </a:lnTo>
                  <a:lnTo>
                    <a:pt x="1216559" y="3116972"/>
                  </a:lnTo>
                  <a:lnTo>
                    <a:pt x="1215704" y="3116972"/>
                  </a:lnTo>
                  <a:lnTo>
                    <a:pt x="1214848" y="3116972"/>
                  </a:lnTo>
                  <a:lnTo>
                    <a:pt x="1213993" y="3116972"/>
                  </a:lnTo>
                  <a:lnTo>
                    <a:pt x="1213137" y="3116972"/>
                  </a:lnTo>
                  <a:lnTo>
                    <a:pt x="1212282" y="3116972"/>
                  </a:lnTo>
                  <a:lnTo>
                    <a:pt x="1211426" y="3116972"/>
                  </a:lnTo>
                  <a:lnTo>
                    <a:pt x="1210570" y="3116972"/>
                  </a:lnTo>
                  <a:lnTo>
                    <a:pt x="1209715" y="3116972"/>
                  </a:lnTo>
                  <a:lnTo>
                    <a:pt x="1208859" y="3116972"/>
                  </a:lnTo>
                  <a:lnTo>
                    <a:pt x="1208004" y="3116972"/>
                  </a:lnTo>
                  <a:lnTo>
                    <a:pt x="1207148" y="3116972"/>
                  </a:lnTo>
                  <a:lnTo>
                    <a:pt x="1206293" y="3116972"/>
                  </a:lnTo>
                  <a:lnTo>
                    <a:pt x="1205437" y="3116972"/>
                  </a:lnTo>
                  <a:lnTo>
                    <a:pt x="1204582" y="3116972"/>
                  </a:lnTo>
                  <a:lnTo>
                    <a:pt x="1203726" y="3116972"/>
                  </a:lnTo>
                  <a:lnTo>
                    <a:pt x="1202871" y="3116972"/>
                  </a:lnTo>
                  <a:lnTo>
                    <a:pt x="1202015" y="3116972"/>
                  </a:lnTo>
                  <a:lnTo>
                    <a:pt x="1201160" y="3116972"/>
                  </a:lnTo>
                  <a:lnTo>
                    <a:pt x="1200304" y="3116972"/>
                  </a:lnTo>
                  <a:lnTo>
                    <a:pt x="1199449" y="3116972"/>
                  </a:lnTo>
                  <a:lnTo>
                    <a:pt x="1198593" y="3116972"/>
                  </a:lnTo>
                  <a:lnTo>
                    <a:pt x="1197738" y="3116972"/>
                  </a:lnTo>
                  <a:lnTo>
                    <a:pt x="1196882" y="3116972"/>
                  </a:lnTo>
                  <a:lnTo>
                    <a:pt x="1196027" y="3116972"/>
                  </a:lnTo>
                  <a:lnTo>
                    <a:pt x="1195171" y="3116972"/>
                  </a:lnTo>
                  <a:lnTo>
                    <a:pt x="1194315" y="3116972"/>
                  </a:lnTo>
                  <a:lnTo>
                    <a:pt x="1193460" y="3116972"/>
                  </a:lnTo>
                  <a:lnTo>
                    <a:pt x="1192604" y="3116972"/>
                  </a:lnTo>
                  <a:lnTo>
                    <a:pt x="1191749" y="3116972"/>
                  </a:lnTo>
                  <a:lnTo>
                    <a:pt x="1190893" y="3116972"/>
                  </a:lnTo>
                  <a:lnTo>
                    <a:pt x="1190038" y="3116972"/>
                  </a:lnTo>
                  <a:lnTo>
                    <a:pt x="1189182" y="3116972"/>
                  </a:lnTo>
                  <a:lnTo>
                    <a:pt x="1188327" y="3116972"/>
                  </a:lnTo>
                  <a:lnTo>
                    <a:pt x="1187471" y="3116972"/>
                  </a:lnTo>
                  <a:lnTo>
                    <a:pt x="1186616" y="3116972"/>
                  </a:lnTo>
                  <a:lnTo>
                    <a:pt x="1185760" y="3116972"/>
                  </a:lnTo>
                  <a:lnTo>
                    <a:pt x="1184905" y="3116972"/>
                  </a:lnTo>
                  <a:lnTo>
                    <a:pt x="1184049" y="3116972"/>
                  </a:lnTo>
                  <a:lnTo>
                    <a:pt x="1183194" y="3116972"/>
                  </a:lnTo>
                  <a:lnTo>
                    <a:pt x="1182338" y="3116972"/>
                  </a:lnTo>
                  <a:lnTo>
                    <a:pt x="1181483" y="3116972"/>
                  </a:lnTo>
                  <a:lnTo>
                    <a:pt x="1180627" y="3116972"/>
                  </a:lnTo>
                  <a:lnTo>
                    <a:pt x="1179772" y="3116972"/>
                  </a:lnTo>
                  <a:lnTo>
                    <a:pt x="1178916" y="3116972"/>
                  </a:lnTo>
                  <a:lnTo>
                    <a:pt x="1178060" y="3116972"/>
                  </a:lnTo>
                  <a:lnTo>
                    <a:pt x="1177205" y="3116972"/>
                  </a:lnTo>
                  <a:lnTo>
                    <a:pt x="1176349" y="3116972"/>
                  </a:lnTo>
                  <a:lnTo>
                    <a:pt x="1175494" y="3116972"/>
                  </a:lnTo>
                  <a:lnTo>
                    <a:pt x="1174638" y="3116972"/>
                  </a:lnTo>
                  <a:lnTo>
                    <a:pt x="1173783" y="3116972"/>
                  </a:lnTo>
                  <a:lnTo>
                    <a:pt x="1172927" y="3116972"/>
                  </a:lnTo>
                  <a:lnTo>
                    <a:pt x="1172072" y="3116972"/>
                  </a:lnTo>
                  <a:lnTo>
                    <a:pt x="1171216" y="3116972"/>
                  </a:lnTo>
                  <a:lnTo>
                    <a:pt x="1170361" y="3116972"/>
                  </a:lnTo>
                  <a:lnTo>
                    <a:pt x="1169505" y="3116972"/>
                  </a:lnTo>
                  <a:lnTo>
                    <a:pt x="1168650" y="3116972"/>
                  </a:lnTo>
                  <a:lnTo>
                    <a:pt x="1167794" y="3116972"/>
                  </a:lnTo>
                  <a:lnTo>
                    <a:pt x="1166939" y="3116972"/>
                  </a:lnTo>
                  <a:lnTo>
                    <a:pt x="1166083" y="3116972"/>
                  </a:lnTo>
                  <a:lnTo>
                    <a:pt x="1165228" y="3116972"/>
                  </a:lnTo>
                  <a:lnTo>
                    <a:pt x="1164372" y="3116972"/>
                  </a:lnTo>
                  <a:lnTo>
                    <a:pt x="1163516" y="3116972"/>
                  </a:lnTo>
                  <a:lnTo>
                    <a:pt x="1162661" y="3116972"/>
                  </a:lnTo>
                  <a:lnTo>
                    <a:pt x="1161805" y="3116972"/>
                  </a:lnTo>
                  <a:lnTo>
                    <a:pt x="1160950" y="3116972"/>
                  </a:lnTo>
                  <a:lnTo>
                    <a:pt x="1160094" y="3116972"/>
                  </a:lnTo>
                  <a:lnTo>
                    <a:pt x="1159239" y="3116972"/>
                  </a:lnTo>
                  <a:lnTo>
                    <a:pt x="1158383" y="3116972"/>
                  </a:lnTo>
                  <a:lnTo>
                    <a:pt x="1157528" y="3116972"/>
                  </a:lnTo>
                  <a:lnTo>
                    <a:pt x="1156672" y="3116972"/>
                  </a:lnTo>
                  <a:lnTo>
                    <a:pt x="1155817" y="3116972"/>
                  </a:lnTo>
                  <a:lnTo>
                    <a:pt x="1154961" y="3116972"/>
                  </a:lnTo>
                  <a:lnTo>
                    <a:pt x="1154106" y="3116972"/>
                  </a:lnTo>
                  <a:lnTo>
                    <a:pt x="1153250" y="3116972"/>
                  </a:lnTo>
                  <a:lnTo>
                    <a:pt x="1152395" y="3116972"/>
                  </a:lnTo>
                  <a:lnTo>
                    <a:pt x="1151539" y="3116972"/>
                  </a:lnTo>
                  <a:lnTo>
                    <a:pt x="1150684" y="3116972"/>
                  </a:lnTo>
                  <a:lnTo>
                    <a:pt x="1149828" y="3116972"/>
                  </a:lnTo>
                  <a:lnTo>
                    <a:pt x="1148973" y="3116972"/>
                  </a:lnTo>
                  <a:lnTo>
                    <a:pt x="1148117" y="3116972"/>
                  </a:lnTo>
                  <a:lnTo>
                    <a:pt x="1147261" y="3116972"/>
                  </a:lnTo>
                  <a:lnTo>
                    <a:pt x="1146406" y="3116972"/>
                  </a:lnTo>
                  <a:lnTo>
                    <a:pt x="1145550" y="3116972"/>
                  </a:lnTo>
                  <a:lnTo>
                    <a:pt x="1144695" y="3116972"/>
                  </a:lnTo>
                  <a:lnTo>
                    <a:pt x="1143839" y="3116972"/>
                  </a:lnTo>
                  <a:lnTo>
                    <a:pt x="1142984" y="3116972"/>
                  </a:lnTo>
                  <a:lnTo>
                    <a:pt x="1142128" y="3116972"/>
                  </a:lnTo>
                  <a:lnTo>
                    <a:pt x="1141273" y="3116972"/>
                  </a:lnTo>
                  <a:lnTo>
                    <a:pt x="1140417" y="3116972"/>
                  </a:lnTo>
                  <a:lnTo>
                    <a:pt x="1139562" y="3116972"/>
                  </a:lnTo>
                  <a:lnTo>
                    <a:pt x="1138706" y="3116972"/>
                  </a:lnTo>
                  <a:lnTo>
                    <a:pt x="1137851" y="3116972"/>
                  </a:lnTo>
                  <a:lnTo>
                    <a:pt x="1136995" y="3116972"/>
                  </a:lnTo>
                  <a:lnTo>
                    <a:pt x="1136140" y="3116972"/>
                  </a:lnTo>
                  <a:lnTo>
                    <a:pt x="1135284" y="3116972"/>
                  </a:lnTo>
                  <a:lnTo>
                    <a:pt x="1134429" y="3116972"/>
                  </a:lnTo>
                  <a:lnTo>
                    <a:pt x="1133573" y="3116972"/>
                  </a:lnTo>
                  <a:lnTo>
                    <a:pt x="1132718" y="3116972"/>
                  </a:lnTo>
                  <a:lnTo>
                    <a:pt x="1131862" y="3116972"/>
                  </a:lnTo>
                  <a:lnTo>
                    <a:pt x="1131006" y="3116972"/>
                  </a:lnTo>
                  <a:lnTo>
                    <a:pt x="1130151" y="3116972"/>
                  </a:lnTo>
                  <a:lnTo>
                    <a:pt x="1129295" y="3116972"/>
                  </a:lnTo>
                  <a:lnTo>
                    <a:pt x="1128440" y="3116972"/>
                  </a:lnTo>
                  <a:lnTo>
                    <a:pt x="1127584" y="3116972"/>
                  </a:lnTo>
                  <a:lnTo>
                    <a:pt x="1126729" y="3116972"/>
                  </a:lnTo>
                  <a:lnTo>
                    <a:pt x="1125873" y="3116972"/>
                  </a:lnTo>
                  <a:lnTo>
                    <a:pt x="1125018" y="3116972"/>
                  </a:lnTo>
                  <a:lnTo>
                    <a:pt x="1124162" y="3116972"/>
                  </a:lnTo>
                  <a:lnTo>
                    <a:pt x="1123307" y="3116972"/>
                  </a:lnTo>
                  <a:lnTo>
                    <a:pt x="1122451" y="3116972"/>
                  </a:lnTo>
                  <a:lnTo>
                    <a:pt x="1121596" y="3116972"/>
                  </a:lnTo>
                  <a:lnTo>
                    <a:pt x="1120740" y="3116972"/>
                  </a:lnTo>
                  <a:lnTo>
                    <a:pt x="1119885" y="3116972"/>
                  </a:lnTo>
                  <a:lnTo>
                    <a:pt x="1119029" y="3116972"/>
                  </a:lnTo>
                  <a:lnTo>
                    <a:pt x="1118174" y="3116972"/>
                  </a:lnTo>
                  <a:lnTo>
                    <a:pt x="1117318" y="3116972"/>
                  </a:lnTo>
                  <a:lnTo>
                    <a:pt x="1116462" y="3116972"/>
                  </a:lnTo>
                  <a:lnTo>
                    <a:pt x="1115607" y="3116972"/>
                  </a:lnTo>
                  <a:lnTo>
                    <a:pt x="1114751" y="3116972"/>
                  </a:lnTo>
                  <a:lnTo>
                    <a:pt x="1113896" y="3116972"/>
                  </a:lnTo>
                  <a:lnTo>
                    <a:pt x="1113040" y="3116972"/>
                  </a:lnTo>
                  <a:lnTo>
                    <a:pt x="1112185" y="3116972"/>
                  </a:lnTo>
                  <a:lnTo>
                    <a:pt x="1111329" y="3116972"/>
                  </a:lnTo>
                  <a:lnTo>
                    <a:pt x="1110474" y="3116972"/>
                  </a:lnTo>
                  <a:lnTo>
                    <a:pt x="1109618" y="3116972"/>
                  </a:lnTo>
                  <a:lnTo>
                    <a:pt x="1108763" y="3116972"/>
                  </a:lnTo>
                  <a:lnTo>
                    <a:pt x="1107907" y="3116972"/>
                  </a:lnTo>
                  <a:lnTo>
                    <a:pt x="1107052" y="3116972"/>
                  </a:lnTo>
                  <a:lnTo>
                    <a:pt x="1106196" y="3116972"/>
                  </a:lnTo>
                  <a:lnTo>
                    <a:pt x="1105341" y="3116972"/>
                  </a:lnTo>
                  <a:lnTo>
                    <a:pt x="1104485" y="3116972"/>
                  </a:lnTo>
                  <a:lnTo>
                    <a:pt x="1103630" y="3116972"/>
                  </a:lnTo>
                  <a:lnTo>
                    <a:pt x="1102774" y="3116972"/>
                  </a:lnTo>
                  <a:lnTo>
                    <a:pt x="1101919" y="3116972"/>
                  </a:lnTo>
                  <a:lnTo>
                    <a:pt x="1101063" y="3116972"/>
                  </a:lnTo>
                  <a:lnTo>
                    <a:pt x="1100207" y="3116972"/>
                  </a:lnTo>
                  <a:lnTo>
                    <a:pt x="1099352" y="3116972"/>
                  </a:lnTo>
                  <a:lnTo>
                    <a:pt x="1098496" y="3116972"/>
                  </a:lnTo>
                  <a:lnTo>
                    <a:pt x="1097641" y="3116972"/>
                  </a:lnTo>
                  <a:lnTo>
                    <a:pt x="1096785" y="3116972"/>
                  </a:lnTo>
                  <a:lnTo>
                    <a:pt x="1095930" y="3116972"/>
                  </a:lnTo>
                  <a:lnTo>
                    <a:pt x="1095074" y="3116972"/>
                  </a:lnTo>
                  <a:lnTo>
                    <a:pt x="1094219" y="3116972"/>
                  </a:lnTo>
                  <a:lnTo>
                    <a:pt x="1093363" y="3116972"/>
                  </a:lnTo>
                  <a:lnTo>
                    <a:pt x="1092508" y="3116972"/>
                  </a:lnTo>
                  <a:lnTo>
                    <a:pt x="1091652" y="3116972"/>
                  </a:lnTo>
                  <a:lnTo>
                    <a:pt x="1090797" y="3116972"/>
                  </a:lnTo>
                  <a:lnTo>
                    <a:pt x="1089941" y="3116972"/>
                  </a:lnTo>
                  <a:lnTo>
                    <a:pt x="1089086" y="3116972"/>
                  </a:lnTo>
                  <a:lnTo>
                    <a:pt x="1088230" y="3116972"/>
                  </a:lnTo>
                  <a:lnTo>
                    <a:pt x="1087375" y="3116972"/>
                  </a:lnTo>
                  <a:lnTo>
                    <a:pt x="1086519" y="3116972"/>
                  </a:lnTo>
                  <a:lnTo>
                    <a:pt x="1085664" y="3116972"/>
                  </a:lnTo>
                  <a:lnTo>
                    <a:pt x="1084808" y="3116972"/>
                  </a:lnTo>
                  <a:lnTo>
                    <a:pt x="1083952" y="3116972"/>
                  </a:lnTo>
                  <a:lnTo>
                    <a:pt x="1083097" y="3116972"/>
                  </a:lnTo>
                  <a:lnTo>
                    <a:pt x="1082241" y="3116972"/>
                  </a:lnTo>
                  <a:lnTo>
                    <a:pt x="1081386" y="3116972"/>
                  </a:lnTo>
                  <a:lnTo>
                    <a:pt x="1080530" y="3116972"/>
                  </a:lnTo>
                  <a:lnTo>
                    <a:pt x="1079675" y="3116972"/>
                  </a:lnTo>
                  <a:lnTo>
                    <a:pt x="1078819" y="3116972"/>
                  </a:lnTo>
                  <a:lnTo>
                    <a:pt x="1077964" y="3116972"/>
                  </a:lnTo>
                  <a:lnTo>
                    <a:pt x="1077108" y="3116972"/>
                  </a:lnTo>
                  <a:lnTo>
                    <a:pt x="1076253" y="3116972"/>
                  </a:lnTo>
                  <a:lnTo>
                    <a:pt x="1075397" y="3116972"/>
                  </a:lnTo>
                  <a:lnTo>
                    <a:pt x="1074542" y="3116972"/>
                  </a:lnTo>
                  <a:lnTo>
                    <a:pt x="1073686" y="3116972"/>
                  </a:lnTo>
                  <a:lnTo>
                    <a:pt x="1072831" y="3116972"/>
                  </a:lnTo>
                  <a:lnTo>
                    <a:pt x="1071975" y="3116972"/>
                  </a:lnTo>
                  <a:lnTo>
                    <a:pt x="1071120" y="3116972"/>
                  </a:lnTo>
                  <a:lnTo>
                    <a:pt x="1070264" y="3116972"/>
                  </a:lnTo>
                  <a:lnTo>
                    <a:pt x="1069409" y="3116972"/>
                  </a:lnTo>
                  <a:lnTo>
                    <a:pt x="1068553" y="3116972"/>
                  </a:lnTo>
                  <a:lnTo>
                    <a:pt x="1067697" y="3116972"/>
                  </a:lnTo>
                  <a:lnTo>
                    <a:pt x="1066842" y="3116972"/>
                  </a:lnTo>
                  <a:lnTo>
                    <a:pt x="1065986" y="3116972"/>
                  </a:lnTo>
                  <a:lnTo>
                    <a:pt x="1065131" y="3116972"/>
                  </a:lnTo>
                  <a:lnTo>
                    <a:pt x="1064275" y="3116972"/>
                  </a:lnTo>
                  <a:lnTo>
                    <a:pt x="1063420" y="3116972"/>
                  </a:lnTo>
                  <a:lnTo>
                    <a:pt x="1062564" y="3116972"/>
                  </a:lnTo>
                  <a:lnTo>
                    <a:pt x="1061709" y="3116972"/>
                  </a:lnTo>
                  <a:lnTo>
                    <a:pt x="1060853" y="3116972"/>
                  </a:lnTo>
                  <a:lnTo>
                    <a:pt x="1059998" y="3116972"/>
                  </a:lnTo>
                  <a:lnTo>
                    <a:pt x="1059142" y="3116972"/>
                  </a:lnTo>
                  <a:lnTo>
                    <a:pt x="1058287" y="3116972"/>
                  </a:lnTo>
                  <a:lnTo>
                    <a:pt x="1057431" y="3116972"/>
                  </a:lnTo>
                  <a:lnTo>
                    <a:pt x="1056576" y="3116972"/>
                  </a:lnTo>
                  <a:lnTo>
                    <a:pt x="1055720" y="3116972"/>
                  </a:lnTo>
                  <a:lnTo>
                    <a:pt x="1054865" y="3116972"/>
                  </a:lnTo>
                  <a:lnTo>
                    <a:pt x="1054009" y="3116972"/>
                  </a:lnTo>
                  <a:lnTo>
                    <a:pt x="1053153" y="3116972"/>
                  </a:lnTo>
                  <a:lnTo>
                    <a:pt x="1052298" y="3116972"/>
                  </a:lnTo>
                  <a:lnTo>
                    <a:pt x="1051442" y="3116972"/>
                  </a:lnTo>
                  <a:lnTo>
                    <a:pt x="1050587" y="3116972"/>
                  </a:lnTo>
                  <a:lnTo>
                    <a:pt x="1049731" y="3116972"/>
                  </a:lnTo>
                  <a:lnTo>
                    <a:pt x="1048876" y="3116972"/>
                  </a:lnTo>
                  <a:lnTo>
                    <a:pt x="1048020" y="3116972"/>
                  </a:lnTo>
                  <a:lnTo>
                    <a:pt x="1047165" y="3116972"/>
                  </a:lnTo>
                  <a:lnTo>
                    <a:pt x="1046309" y="3116972"/>
                  </a:lnTo>
                  <a:lnTo>
                    <a:pt x="1045454" y="3116972"/>
                  </a:lnTo>
                  <a:lnTo>
                    <a:pt x="1044598" y="3116972"/>
                  </a:lnTo>
                  <a:lnTo>
                    <a:pt x="1043743" y="3116972"/>
                  </a:lnTo>
                  <a:lnTo>
                    <a:pt x="1042887" y="3116972"/>
                  </a:lnTo>
                  <a:lnTo>
                    <a:pt x="1042032" y="3116972"/>
                  </a:lnTo>
                  <a:lnTo>
                    <a:pt x="1041176" y="3116972"/>
                  </a:lnTo>
                  <a:lnTo>
                    <a:pt x="1040321" y="3116972"/>
                  </a:lnTo>
                  <a:lnTo>
                    <a:pt x="1039465" y="3116972"/>
                  </a:lnTo>
                  <a:lnTo>
                    <a:pt x="1038610" y="3116972"/>
                  </a:lnTo>
                  <a:lnTo>
                    <a:pt x="1037754" y="3116972"/>
                  </a:lnTo>
                  <a:lnTo>
                    <a:pt x="1036898" y="3116972"/>
                  </a:lnTo>
                  <a:lnTo>
                    <a:pt x="1036043" y="3116972"/>
                  </a:lnTo>
                  <a:lnTo>
                    <a:pt x="1035187" y="3116972"/>
                  </a:lnTo>
                  <a:lnTo>
                    <a:pt x="1034332" y="3116972"/>
                  </a:lnTo>
                  <a:lnTo>
                    <a:pt x="1033476" y="3116972"/>
                  </a:lnTo>
                  <a:lnTo>
                    <a:pt x="1032621" y="3116972"/>
                  </a:lnTo>
                  <a:lnTo>
                    <a:pt x="1031765" y="3116972"/>
                  </a:lnTo>
                  <a:lnTo>
                    <a:pt x="1030910" y="3116972"/>
                  </a:lnTo>
                  <a:lnTo>
                    <a:pt x="1030054" y="3116972"/>
                  </a:lnTo>
                  <a:lnTo>
                    <a:pt x="1029199" y="3116972"/>
                  </a:lnTo>
                  <a:lnTo>
                    <a:pt x="1028343" y="3116972"/>
                  </a:lnTo>
                  <a:lnTo>
                    <a:pt x="1027488" y="3116972"/>
                  </a:lnTo>
                  <a:lnTo>
                    <a:pt x="1026632" y="3116972"/>
                  </a:lnTo>
                  <a:lnTo>
                    <a:pt x="1025777" y="3116972"/>
                  </a:lnTo>
                  <a:lnTo>
                    <a:pt x="1024921" y="3116972"/>
                  </a:lnTo>
                  <a:lnTo>
                    <a:pt x="1024066" y="3116972"/>
                  </a:lnTo>
                  <a:lnTo>
                    <a:pt x="1023210" y="3116972"/>
                  </a:lnTo>
                  <a:lnTo>
                    <a:pt x="1022355" y="3116972"/>
                  </a:lnTo>
                  <a:lnTo>
                    <a:pt x="1021499" y="3116972"/>
                  </a:lnTo>
                  <a:lnTo>
                    <a:pt x="1020643" y="3116972"/>
                  </a:lnTo>
                  <a:lnTo>
                    <a:pt x="1019788" y="3116972"/>
                  </a:lnTo>
                  <a:lnTo>
                    <a:pt x="1018932" y="3116972"/>
                  </a:lnTo>
                  <a:lnTo>
                    <a:pt x="1018077" y="3116972"/>
                  </a:lnTo>
                  <a:lnTo>
                    <a:pt x="1017221" y="3116972"/>
                  </a:lnTo>
                  <a:lnTo>
                    <a:pt x="1016366" y="3116972"/>
                  </a:lnTo>
                  <a:lnTo>
                    <a:pt x="1015510" y="3116972"/>
                  </a:lnTo>
                  <a:lnTo>
                    <a:pt x="1014655" y="3116972"/>
                  </a:lnTo>
                  <a:lnTo>
                    <a:pt x="1013799" y="3116972"/>
                  </a:lnTo>
                  <a:lnTo>
                    <a:pt x="1012944" y="3116972"/>
                  </a:lnTo>
                  <a:lnTo>
                    <a:pt x="1012088" y="3116972"/>
                  </a:lnTo>
                  <a:lnTo>
                    <a:pt x="1011233" y="3116972"/>
                  </a:lnTo>
                  <a:lnTo>
                    <a:pt x="1010377" y="3116972"/>
                  </a:lnTo>
                  <a:lnTo>
                    <a:pt x="1009522" y="3116972"/>
                  </a:lnTo>
                  <a:lnTo>
                    <a:pt x="1008666" y="3116972"/>
                  </a:lnTo>
                  <a:lnTo>
                    <a:pt x="1007811" y="3116972"/>
                  </a:lnTo>
                  <a:lnTo>
                    <a:pt x="1006955" y="3116972"/>
                  </a:lnTo>
                  <a:lnTo>
                    <a:pt x="1006099" y="3116972"/>
                  </a:lnTo>
                  <a:lnTo>
                    <a:pt x="1005244" y="3116972"/>
                  </a:lnTo>
                  <a:lnTo>
                    <a:pt x="1004388" y="3116972"/>
                  </a:lnTo>
                  <a:lnTo>
                    <a:pt x="1003533" y="3116972"/>
                  </a:lnTo>
                  <a:lnTo>
                    <a:pt x="1002677" y="3116972"/>
                  </a:lnTo>
                  <a:lnTo>
                    <a:pt x="1001822" y="3116972"/>
                  </a:lnTo>
                  <a:lnTo>
                    <a:pt x="1000966" y="3116972"/>
                  </a:lnTo>
                  <a:lnTo>
                    <a:pt x="1000111" y="3116972"/>
                  </a:lnTo>
                  <a:lnTo>
                    <a:pt x="999255" y="3116972"/>
                  </a:lnTo>
                  <a:lnTo>
                    <a:pt x="998400" y="3116972"/>
                  </a:lnTo>
                  <a:lnTo>
                    <a:pt x="997544" y="3116972"/>
                  </a:lnTo>
                  <a:lnTo>
                    <a:pt x="996689" y="3116972"/>
                  </a:lnTo>
                  <a:lnTo>
                    <a:pt x="995833" y="3116972"/>
                  </a:lnTo>
                  <a:lnTo>
                    <a:pt x="994978" y="3116972"/>
                  </a:lnTo>
                  <a:lnTo>
                    <a:pt x="994122" y="3116972"/>
                  </a:lnTo>
                  <a:lnTo>
                    <a:pt x="993267" y="3116972"/>
                  </a:lnTo>
                  <a:lnTo>
                    <a:pt x="992411" y="3116972"/>
                  </a:lnTo>
                  <a:lnTo>
                    <a:pt x="991556" y="3116972"/>
                  </a:lnTo>
                  <a:lnTo>
                    <a:pt x="990700" y="3116972"/>
                  </a:lnTo>
                  <a:lnTo>
                    <a:pt x="989844" y="3116972"/>
                  </a:lnTo>
                  <a:lnTo>
                    <a:pt x="988989" y="3116972"/>
                  </a:lnTo>
                  <a:lnTo>
                    <a:pt x="988133" y="3116972"/>
                  </a:lnTo>
                  <a:lnTo>
                    <a:pt x="987278" y="3116972"/>
                  </a:lnTo>
                  <a:lnTo>
                    <a:pt x="986422" y="3116972"/>
                  </a:lnTo>
                  <a:lnTo>
                    <a:pt x="985567" y="3116972"/>
                  </a:lnTo>
                  <a:lnTo>
                    <a:pt x="984711" y="3116972"/>
                  </a:lnTo>
                  <a:lnTo>
                    <a:pt x="983856" y="3116972"/>
                  </a:lnTo>
                  <a:lnTo>
                    <a:pt x="983000" y="3116972"/>
                  </a:lnTo>
                  <a:lnTo>
                    <a:pt x="982145" y="3116972"/>
                  </a:lnTo>
                  <a:lnTo>
                    <a:pt x="981289" y="3116972"/>
                  </a:lnTo>
                  <a:lnTo>
                    <a:pt x="980434" y="3116972"/>
                  </a:lnTo>
                  <a:lnTo>
                    <a:pt x="979578" y="3116972"/>
                  </a:lnTo>
                  <a:lnTo>
                    <a:pt x="978723" y="3116972"/>
                  </a:lnTo>
                  <a:lnTo>
                    <a:pt x="977867" y="3116972"/>
                  </a:lnTo>
                  <a:lnTo>
                    <a:pt x="977012" y="3116972"/>
                  </a:lnTo>
                  <a:lnTo>
                    <a:pt x="976156" y="3116972"/>
                  </a:lnTo>
                  <a:lnTo>
                    <a:pt x="975301" y="3116972"/>
                  </a:lnTo>
                  <a:lnTo>
                    <a:pt x="974445" y="3116972"/>
                  </a:lnTo>
                  <a:lnTo>
                    <a:pt x="973589" y="3116972"/>
                  </a:lnTo>
                  <a:lnTo>
                    <a:pt x="972734" y="3116972"/>
                  </a:lnTo>
                  <a:lnTo>
                    <a:pt x="971878" y="3116972"/>
                  </a:lnTo>
                  <a:lnTo>
                    <a:pt x="971023" y="3116972"/>
                  </a:lnTo>
                  <a:lnTo>
                    <a:pt x="970167" y="3116972"/>
                  </a:lnTo>
                  <a:lnTo>
                    <a:pt x="969312" y="3116972"/>
                  </a:lnTo>
                  <a:lnTo>
                    <a:pt x="968456" y="3116972"/>
                  </a:lnTo>
                  <a:lnTo>
                    <a:pt x="967601" y="3116972"/>
                  </a:lnTo>
                  <a:lnTo>
                    <a:pt x="966745" y="3116972"/>
                  </a:lnTo>
                  <a:lnTo>
                    <a:pt x="965890" y="3116972"/>
                  </a:lnTo>
                  <a:lnTo>
                    <a:pt x="965034" y="3116972"/>
                  </a:lnTo>
                  <a:lnTo>
                    <a:pt x="964179" y="3116972"/>
                  </a:lnTo>
                  <a:lnTo>
                    <a:pt x="963323" y="3116972"/>
                  </a:lnTo>
                  <a:lnTo>
                    <a:pt x="962468" y="3116972"/>
                  </a:lnTo>
                  <a:lnTo>
                    <a:pt x="961612" y="3116972"/>
                  </a:lnTo>
                  <a:lnTo>
                    <a:pt x="960757" y="3116972"/>
                  </a:lnTo>
                  <a:lnTo>
                    <a:pt x="959901" y="3116972"/>
                  </a:lnTo>
                  <a:lnTo>
                    <a:pt x="959045" y="3116972"/>
                  </a:lnTo>
                  <a:lnTo>
                    <a:pt x="958190" y="3116972"/>
                  </a:lnTo>
                  <a:lnTo>
                    <a:pt x="957334" y="3116972"/>
                  </a:lnTo>
                  <a:lnTo>
                    <a:pt x="956479" y="3116972"/>
                  </a:lnTo>
                  <a:lnTo>
                    <a:pt x="955623" y="3116972"/>
                  </a:lnTo>
                  <a:lnTo>
                    <a:pt x="954768" y="3116972"/>
                  </a:lnTo>
                  <a:lnTo>
                    <a:pt x="953912" y="3116972"/>
                  </a:lnTo>
                  <a:lnTo>
                    <a:pt x="953057" y="3116972"/>
                  </a:lnTo>
                  <a:lnTo>
                    <a:pt x="952201" y="3116972"/>
                  </a:lnTo>
                  <a:lnTo>
                    <a:pt x="951346" y="3116972"/>
                  </a:lnTo>
                  <a:lnTo>
                    <a:pt x="950490" y="3116972"/>
                  </a:lnTo>
                  <a:lnTo>
                    <a:pt x="949635" y="3116972"/>
                  </a:lnTo>
                  <a:lnTo>
                    <a:pt x="948779" y="3116972"/>
                  </a:lnTo>
                  <a:lnTo>
                    <a:pt x="947924" y="3116972"/>
                  </a:lnTo>
                  <a:lnTo>
                    <a:pt x="947068" y="3116972"/>
                  </a:lnTo>
                  <a:lnTo>
                    <a:pt x="946213" y="3116972"/>
                  </a:lnTo>
                  <a:lnTo>
                    <a:pt x="945357" y="3116972"/>
                  </a:lnTo>
                  <a:lnTo>
                    <a:pt x="944502" y="3116972"/>
                  </a:lnTo>
                  <a:lnTo>
                    <a:pt x="943646" y="3116972"/>
                  </a:lnTo>
                  <a:lnTo>
                    <a:pt x="942790" y="3116972"/>
                  </a:lnTo>
                  <a:lnTo>
                    <a:pt x="941935" y="3116972"/>
                  </a:lnTo>
                  <a:lnTo>
                    <a:pt x="941079" y="3116972"/>
                  </a:lnTo>
                  <a:lnTo>
                    <a:pt x="940224" y="3116972"/>
                  </a:lnTo>
                  <a:lnTo>
                    <a:pt x="939368" y="3116972"/>
                  </a:lnTo>
                  <a:lnTo>
                    <a:pt x="938513" y="3116972"/>
                  </a:lnTo>
                  <a:lnTo>
                    <a:pt x="937657" y="3116972"/>
                  </a:lnTo>
                  <a:lnTo>
                    <a:pt x="936802" y="3116972"/>
                  </a:lnTo>
                  <a:lnTo>
                    <a:pt x="935946" y="3116972"/>
                  </a:lnTo>
                  <a:lnTo>
                    <a:pt x="935091" y="3116972"/>
                  </a:lnTo>
                  <a:lnTo>
                    <a:pt x="934235" y="3116972"/>
                  </a:lnTo>
                  <a:lnTo>
                    <a:pt x="933380" y="3116972"/>
                  </a:lnTo>
                  <a:lnTo>
                    <a:pt x="932524" y="3116972"/>
                  </a:lnTo>
                  <a:lnTo>
                    <a:pt x="931669" y="3116972"/>
                  </a:lnTo>
                  <a:lnTo>
                    <a:pt x="930813" y="3116972"/>
                  </a:lnTo>
                  <a:lnTo>
                    <a:pt x="929958" y="3116972"/>
                  </a:lnTo>
                  <a:lnTo>
                    <a:pt x="929102" y="3116972"/>
                  </a:lnTo>
                  <a:lnTo>
                    <a:pt x="928247" y="3116972"/>
                  </a:lnTo>
                  <a:lnTo>
                    <a:pt x="927391" y="3116972"/>
                  </a:lnTo>
                  <a:lnTo>
                    <a:pt x="926535" y="3116972"/>
                  </a:lnTo>
                  <a:lnTo>
                    <a:pt x="925680" y="3116972"/>
                  </a:lnTo>
                  <a:lnTo>
                    <a:pt x="924824" y="3116972"/>
                  </a:lnTo>
                  <a:lnTo>
                    <a:pt x="923969" y="3116972"/>
                  </a:lnTo>
                  <a:lnTo>
                    <a:pt x="923113" y="3116972"/>
                  </a:lnTo>
                  <a:lnTo>
                    <a:pt x="922258" y="3116972"/>
                  </a:lnTo>
                  <a:lnTo>
                    <a:pt x="921402" y="3116972"/>
                  </a:lnTo>
                  <a:lnTo>
                    <a:pt x="920547" y="3116972"/>
                  </a:lnTo>
                  <a:lnTo>
                    <a:pt x="919691" y="3116972"/>
                  </a:lnTo>
                  <a:lnTo>
                    <a:pt x="918836" y="3116972"/>
                  </a:lnTo>
                  <a:lnTo>
                    <a:pt x="917980" y="3116972"/>
                  </a:lnTo>
                  <a:lnTo>
                    <a:pt x="917125" y="3116972"/>
                  </a:lnTo>
                  <a:lnTo>
                    <a:pt x="916269" y="3116972"/>
                  </a:lnTo>
                  <a:lnTo>
                    <a:pt x="915414" y="3116972"/>
                  </a:lnTo>
                  <a:lnTo>
                    <a:pt x="914558" y="3116972"/>
                  </a:lnTo>
                  <a:lnTo>
                    <a:pt x="913703" y="3116972"/>
                  </a:lnTo>
                  <a:lnTo>
                    <a:pt x="912847" y="3116972"/>
                  </a:lnTo>
                  <a:lnTo>
                    <a:pt x="911991" y="3116972"/>
                  </a:lnTo>
                  <a:lnTo>
                    <a:pt x="911136" y="3116972"/>
                  </a:lnTo>
                  <a:lnTo>
                    <a:pt x="910280" y="3116972"/>
                  </a:lnTo>
                  <a:lnTo>
                    <a:pt x="909425" y="3116972"/>
                  </a:lnTo>
                  <a:lnTo>
                    <a:pt x="908569" y="3116972"/>
                  </a:lnTo>
                  <a:lnTo>
                    <a:pt x="907714" y="3116972"/>
                  </a:lnTo>
                  <a:lnTo>
                    <a:pt x="906858" y="3116972"/>
                  </a:lnTo>
                  <a:lnTo>
                    <a:pt x="906003" y="3116972"/>
                  </a:lnTo>
                  <a:lnTo>
                    <a:pt x="905147" y="3116972"/>
                  </a:lnTo>
                  <a:lnTo>
                    <a:pt x="904292" y="3116972"/>
                  </a:lnTo>
                  <a:lnTo>
                    <a:pt x="903436" y="3116972"/>
                  </a:lnTo>
                  <a:lnTo>
                    <a:pt x="902581" y="3116972"/>
                  </a:lnTo>
                  <a:lnTo>
                    <a:pt x="901725" y="3116972"/>
                  </a:lnTo>
                  <a:lnTo>
                    <a:pt x="900870" y="3116972"/>
                  </a:lnTo>
                  <a:lnTo>
                    <a:pt x="900014" y="3116972"/>
                  </a:lnTo>
                  <a:lnTo>
                    <a:pt x="899159" y="3116972"/>
                  </a:lnTo>
                  <a:lnTo>
                    <a:pt x="898303" y="3116972"/>
                  </a:lnTo>
                  <a:lnTo>
                    <a:pt x="897448" y="3116972"/>
                  </a:lnTo>
                  <a:lnTo>
                    <a:pt x="896592" y="3116972"/>
                  </a:lnTo>
                  <a:lnTo>
                    <a:pt x="895736" y="3116972"/>
                  </a:lnTo>
                  <a:lnTo>
                    <a:pt x="894881" y="3116972"/>
                  </a:lnTo>
                  <a:lnTo>
                    <a:pt x="894025" y="3116972"/>
                  </a:lnTo>
                  <a:lnTo>
                    <a:pt x="893170" y="3116972"/>
                  </a:lnTo>
                  <a:lnTo>
                    <a:pt x="892314" y="3116972"/>
                  </a:lnTo>
                  <a:lnTo>
                    <a:pt x="891459" y="3116972"/>
                  </a:lnTo>
                  <a:lnTo>
                    <a:pt x="890603" y="3116972"/>
                  </a:lnTo>
                  <a:lnTo>
                    <a:pt x="889748" y="3116972"/>
                  </a:lnTo>
                  <a:lnTo>
                    <a:pt x="888892" y="3116972"/>
                  </a:lnTo>
                  <a:lnTo>
                    <a:pt x="888037" y="3116972"/>
                  </a:lnTo>
                  <a:lnTo>
                    <a:pt x="887181" y="3116972"/>
                  </a:lnTo>
                  <a:lnTo>
                    <a:pt x="886326" y="3116972"/>
                  </a:lnTo>
                  <a:lnTo>
                    <a:pt x="885470" y="3116972"/>
                  </a:lnTo>
                  <a:lnTo>
                    <a:pt x="884615" y="3116972"/>
                  </a:lnTo>
                  <a:lnTo>
                    <a:pt x="883759" y="3116972"/>
                  </a:lnTo>
                  <a:lnTo>
                    <a:pt x="882904" y="3116972"/>
                  </a:lnTo>
                  <a:lnTo>
                    <a:pt x="882048" y="3116972"/>
                  </a:lnTo>
                  <a:lnTo>
                    <a:pt x="881193" y="3116972"/>
                  </a:lnTo>
                  <a:lnTo>
                    <a:pt x="880337" y="3116972"/>
                  </a:lnTo>
                  <a:lnTo>
                    <a:pt x="879481" y="3116972"/>
                  </a:lnTo>
                  <a:lnTo>
                    <a:pt x="878626" y="3116972"/>
                  </a:lnTo>
                  <a:lnTo>
                    <a:pt x="877770" y="3116972"/>
                  </a:lnTo>
                  <a:lnTo>
                    <a:pt x="876915" y="3116972"/>
                  </a:lnTo>
                  <a:lnTo>
                    <a:pt x="876059" y="3116972"/>
                  </a:lnTo>
                  <a:lnTo>
                    <a:pt x="875204" y="3116972"/>
                  </a:lnTo>
                  <a:lnTo>
                    <a:pt x="874348" y="3116972"/>
                  </a:lnTo>
                  <a:lnTo>
                    <a:pt x="873493" y="3116972"/>
                  </a:lnTo>
                  <a:lnTo>
                    <a:pt x="872637" y="3116972"/>
                  </a:lnTo>
                  <a:lnTo>
                    <a:pt x="871782" y="3116972"/>
                  </a:lnTo>
                  <a:lnTo>
                    <a:pt x="870926" y="3116972"/>
                  </a:lnTo>
                  <a:lnTo>
                    <a:pt x="870071" y="3116972"/>
                  </a:lnTo>
                  <a:lnTo>
                    <a:pt x="869215" y="3116972"/>
                  </a:lnTo>
                  <a:lnTo>
                    <a:pt x="868360" y="3116972"/>
                  </a:lnTo>
                  <a:lnTo>
                    <a:pt x="867504" y="3116972"/>
                  </a:lnTo>
                  <a:lnTo>
                    <a:pt x="866649" y="3116972"/>
                  </a:lnTo>
                  <a:lnTo>
                    <a:pt x="865793" y="3116972"/>
                  </a:lnTo>
                  <a:lnTo>
                    <a:pt x="864938" y="3116972"/>
                  </a:lnTo>
                  <a:lnTo>
                    <a:pt x="864082" y="3116972"/>
                  </a:lnTo>
                  <a:lnTo>
                    <a:pt x="863226" y="3116972"/>
                  </a:lnTo>
                  <a:lnTo>
                    <a:pt x="862371" y="3116972"/>
                  </a:lnTo>
                  <a:lnTo>
                    <a:pt x="861515" y="3116972"/>
                  </a:lnTo>
                  <a:lnTo>
                    <a:pt x="860660" y="3116972"/>
                  </a:lnTo>
                  <a:lnTo>
                    <a:pt x="859804" y="3116972"/>
                  </a:lnTo>
                  <a:lnTo>
                    <a:pt x="858949" y="3116972"/>
                  </a:lnTo>
                  <a:lnTo>
                    <a:pt x="858093" y="3116972"/>
                  </a:lnTo>
                  <a:lnTo>
                    <a:pt x="857238" y="3116972"/>
                  </a:lnTo>
                  <a:lnTo>
                    <a:pt x="856382" y="3116972"/>
                  </a:lnTo>
                  <a:lnTo>
                    <a:pt x="855527" y="3116972"/>
                  </a:lnTo>
                  <a:lnTo>
                    <a:pt x="854671" y="3116972"/>
                  </a:lnTo>
                  <a:lnTo>
                    <a:pt x="853816" y="3116972"/>
                  </a:lnTo>
                  <a:lnTo>
                    <a:pt x="852960" y="3116972"/>
                  </a:lnTo>
                  <a:lnTo>
                    <a:pt x="852105" y="3116972"/>
                  </a:lnTo>
                  <a:lnTo>
                    <a:pt x="851249" y="3116972"/>
                  </a:lnTo>
                  <a:lnTo>
                    <a:pt x="850394" y="3116972"/>
                  </a:lnTo>
                  <a:lnTo>
                    <a:pt x="849538" y="3116972"/>
                  </a:lnTo>
                  <a:lnTo>
                    <a:pt x="848682" y="3116972"/>
                  </a:lnTo>
                  <a:lnTo>
                    <a:pt x="847827" y="3116972"/>
                  </a:lnTo>
                  <a:lnTo>
                    <a:pt x="846971" y="3116972"/>
                  </a:lnTo>
                  <a:lnTo>
                    <a:pt x="846116" y="3116972"/>
                  </a:lnTo>
                  <a:lnTo>
                    <a:pt x="845260" y="3116972"/>
                  </a:lnTo>
                  <a:lnTo>
                    <a:pt x="844405" y="3116972"/>
                  </a:lnTo>
                  <a:lnTo>
                    <a:pt x="843549" y="3116972"/>
                  </a:lnTo>
                  <a:lnTo>
                    <a:pt x="842694" y="3116972"/>
                  </a:lnTo>
                  <a:lnTo>
                    <a:pt x="841838" y="3116972"/>
                  </a:lnTo>
                  <a:lnTo>
                    <a:pt x="840983" y="3116972"/>
                  </a:lnTo>
                  <a:lnTo>
                    <a:pt x="840127" y="3116972"/>
                  </a:lnTo>
                  <a:lnTo>
                    <a:pt x="839272" y="3116972"/>
                  </a:lnTo>
                  <a:lnTo>
                    <a:pt x="838416" y="3116972"/>
                  </a:lnTo>
                  <a:lnTo>
                    <a:pt x="837561" y="3116972"/>
                  </a:lnTo>
                  <a:lnTo>
                    <a:pt x="836705" y="3116972"/>
                  </a:lnTo>
                  <a:lnTo>
                    <a:pt x="835850" y="3116972"/>
                  </a:lnTo>
                  <a:lnTo>
                    <a:pt x="834994" y="3116972"/>
                  </a:lnTo>
                  <a:lnTo>
                    <a:pt x="834139" y="3116972"/>
                  </a:lnTo>
                  <a:lnTo>
                    <a:pt x="833283" y="3116972"/>
                  </a:lnTo>
                  <a:lnTo>
                    <a:pt x="832427" y="3116972"/>
                  </a:lnTo>
                  <a:lnTo>
                    <a:pt x="831572" y="3116972"/>
                  </a:lnTo>
                  <a:lnTo>
                    <a:pt x="830716" y="3116972"/>
                  </a:lnTo>
                  <a:lnTo>
                    <a:pt x="829861" y="3116972"/>
                  </a:lnTo>
                  <a:lnTo>
                    <a:pt x="829005" y="3116972"/>
                  </a:lnTo>
                  <a:lnTo>
                    <a:pt x="828150" y="3116972"/>
                  </a:lnTo>
                  <a:lnTo>
                    <a:pt x="827294" y="3116972"/>
                  </a:lnTo>
                  <a:lnTo>
                    <a:pt x="826439" y="3116972"/>
                  </a:lnTo>
                  <a:lnTo>
                    <a:pt x="825583" y="3116972"/>
                  </a:lnTo>
                  <a:lnTo>
                    <a:pt x="824728" y="3116972"/>
                  </a:lnTo>
                  <a:lnTo>
                    <a:pt x="823872" y="3116972"/>
                  </a:lnTo>
                  <a:lnTo>
                    <a:pt x="823017" y="3116972"/>
                  </a:lnTo>
                  <a:lnTo>
                    <a:pt x="822161" y="3116972"/>
                  </a:lnTo>
                  <a:lnTo>
                    <a:pt x="821306" y="3116972"/>
                  </a:lnTo>
                  <a:lnTo>
                    <a:pt x="820450" y="3116972"/>
                  </a:lnTo>
                  <a:lnTo>
                    <a:pt x="819595" y="3116972"/>
                  </a:lnTo>
                  <a:lnTo>
                    <a:pt x="818739" y="3116972"/>
                  </a:lnTo>
                  <a:lnTo>
                    <a:pt x="817884" y="3116972"/>
                  </a:lnTo>
                  <a:lnTo>
                    <a:pt x="817028" y="3116972"/>
                  </a:lnTo>
                  <a:lnTo>
                    <a:pt x="816172" y="3116972"/>
                  </a:lnTo>
                  <a:lnTo>
                    <a:pt x="815317" y="3116972"/>
                  </a:lnTo>
                  <a:lnTo>
                    <a:pt x="814461" y="3116972"/>
                  </a:lnTo>
                  <a:lnTo>
                    <a:pt x="813606" y="3116972"/>
                  </a:lnTo>
                  <a:lnTo>
                    <a:pt x="812750" y="3116972"/>
                  </a:lnTo>
                  <a:lnTo>
                    <a:pt x="811895" y="3116972"/>
                  </a:lnTo>
                  <a:lnTo>
                    <a:pt x="811039" y="3116972"/>
                  </a:lnTo>
                  <a:lnTo>
                    <a:pt x="810184" y="3116972"/>
                  </a:lnTo>
                  <a:lnTo>
                    <a:pt x="809328" y="3116972"/>
                  </a:lnTo>
                  <a:lnTo>
                    <a:pt x="808473" y="3116972"/>
                  </a:lnTo>
                  <a:lnTo>
                    <a:pt x="807617" y="3116972"/>
                  </a:lnTo>
                  <a:lnTo>
                    <a:pt x="806762" y="3116972"/>
                  </a:lnTo>
                  <a:lnTo>
                    <a:pt x="805906" y="3116972"/>
                  </a:lnTo>
                  <a:lnTo>
                    <a:pt x="805051" y="3116972"/>
                  </a:lnTo>
                  <a:lnTo>
                    <a:pt x="804195" y="3116972"/>
                  </a:lnTo>
                  <a:lnTo>
                    <a:pt x="803340" y="3116972"/>
                  </a:lnTo>
                  <a:lnTo>
                    <a:pt x="802484" y="3116972"/>
                  </a:lnTo>
                  <a:lnTo>
                    <a:pt x="801628" y="3116972"/>
                  </a:lnTo>
                  <a:lnTo>
                    <a:pt x="800773" y="3116972"/>
                  </a:lnTo>
                  <a:lnTo>
                    <a:pt x="799917" y="3116972"/>
                  </a:lnTo>
                  <a:lnTo>
                    <a:pt x="799062" y="3116972"/>
                  </a:lnTo>
                  <a:lnTo>
                    <a:pt x="798206" y="3116972"/>
                  </a:lnTo>
                  <a:lnTo>
                    <a:pt x="797351" y="3116972"/>
                  </a:lnTo>
                  <a:lnTo>
                    <a:pt x="796495" y="3116972"/>
                  </a:lnTo>
                  <a:lnTo>
                    <a:pt x="795640" y="3116972"/>
                  </a:lnTo>
                  <a:lnTo>
                    <a:pt x="794784" y="3116972"/>
                  </a:lnTo>
                  <a:lnTo>
                    <a:pt x="793929" y="3116972"/>
                  </a:lnTo>
                  <a:lnTo>
                    <a:pt x="793073" y="3116972"/>
                  </a:lnTo>
                  <a:lnTo>
                    <a:pt x="792218" y="3116972"/>
                  </a:lnTo>
                  <a:lnTo>
                    <a:pt x="791362" y="3116972"/>
                  </a:lnTo>
                  <a:lnTo>
                    <a:pt x="790507" y="3116972"/>
                  </a:lnTo>
                  <a:lnTo>
                    <a:pt x="789651" y="3116972"/>
                  </a:lnTo>
                  <a:lnTo>
                    <a:pt x="788796" y="3116972"/>
                  </a:lnTo>
                  <a:lnTo>
                    <a:pt x="787940" y="3116972"/>
                  </a:lnTo>
                  <a:lnTo>
                    <a:pt x="787085" y="3116972"/>
                  </a:lnTo>
                  <a:lnTo>
                    <a:pt x="786229" y="3116972"/>
                  </a:lnTo>
                  <a:lnTo>
                    <a:pt x="785373" y="3116972"/>
                  </a:lnTo>
                  <a:lnTo>
                    <a:pt x="784518" y="3116972"/>
                  </a:lnTo>
                  <a:lnTo>
                    <a:pt x="783662" y="3116972"/>
                  </a:lnTo>
                  <a:lnTo>
                    <a:pt x="782807" y="3116972"/>
                  </a:lnTo>
                  <a:lnTo>
                    <a:pt x="781951" y="3116972"/>
                  </a:lnTo>
                  <a:lnTo>
                    <a:pt x="781096" y="3116972"/>
                  </a:lnTo>
                  <a:lnTo>
                    <a:pt x="780240" y="3116972"/>
                  </a:lnTo>
                  <a:lnTo>
                    <a:pt x="779385" y="3116972"/>
                  </a:lnTo>
                  <a:lnTo>
                    <a:pt x="778529" y="3116972"/>
                  </a:lnTo>
                  <a:lnTo>
                    <a:pt x="777674" y="3116972"/>
                  </a:lnTo>
                  <a:lnTo>
                    <a:pt x="776818" y="3116972"/>
                  </a:lnTo>
                  <a:lnTo>
                    <a:pt x="775963" y="3116972"/>
                  </a:lnTo>
                  <a:lnTo>
                    <a:pt x="775107" y="3116972"/>
                  </a:lnTo>
                  <a:lnTo>
                    <a:pt x="774252" y="3116972"/>
                  </a:lnTo>
                  <a:lnTo>
                    <a:pt x="773396" y="3116972"/>
                  </a:lnTo>
                  <a:lnTo>
                    <a:pt x="772541" y="3116972"/>
                  </a:lnTo>
                  <a:lnTo>
                    <a:pt x="771685" y="3116972"/>
                  </a:lnTo>
                  <a:lnTo>
                    <a:pt x="770830" y="3116972"/>
                  </a:lnTo>
                  <a:lnTo>
                    <a:pt x="769974" y="3116972"/>
                  </a:lnTo>
                  <a:lnTo>
                    <a:pt x="769118" y="3116972"/>
                  </a:lnTo>
                  <a:lnTo>
                    <a:pt x="768263" y="3116972"/>
                  </a:lnTo>
                  <a:lnTo>
                    <a:pt x="767407" y="3116972"/>
                  </a:lnTo>
                  <a:lnTo>
                    <a:pt x="766552" y="3116972"/>
                  </a:lnTo>
                  <a:lnTo>
                    <a:pt x="765696" y="3116972"/>
                  </a:lnTo>
                  <a:lnTo>
                    <a:pt x="764841" y="3116972"/>
                  </a:lnTo>
                  <a:lnTo>
                    <a:pt x="763985" y="3116972"/>
                  </a:lnTo>
                  <a:lnTo>
                    <a:pt x="763130" y="3116972"/>
                  </a:lnTo>
                  <a:lnTo>
                    <a:pt x="762274" y="3116972"/>
                  </a:lnTo>
                  <a:lnTo>
                    <a:pt x="761419" y="3116972"/>
                  </a:lnTo>
                  <a:lnTo>
                    <a:pt x="760563" y="3116972"/>
                  </a:lnTo>
                  <a:lnTo>
                    <a:pt x="759708" y="3116972"/>
                  </a:lnTo>
                  <a:lnTo>
                    <a:pt x="758852" y="3116972"/>
                  </a:lnTo>
                  <a:lnTo>
                    <a:pt x="757997" y="3116972"/>
                  </a:lnTo>
                  <a:lnTo>
                    <a:pt x="757141" y="3116972"/>
                  </a:lnTo>
                  <a:lnTo>
                    <a:pt x="756286" y="3116972"/>
                  </a:lnTo>
                  <a:lnTo>
                    <a:pt x="755430" y="3116972"/>
                  </a:lnTo>
                  <a:lnTo>
                    <a:pt x="754574" y="3116972"/>
                  </a:lnTo>
                  <a:lnTo>
                    <a:pt x="753719" y="3116972"/>
                  </a:lnTo>
                  <a:lnTo>
                    <a:pt x="752863" y="3116972"/>
                  </a:lnTo>
                  <a:lnTo>
                    <a:pt x="752008" y="3116972"/>
                  </a:lnTo>
                  <a:lnTo>
                    <a:pt x="751152" y="3116972"/>
                  </a:lnTo>
                  <a:lnTo>
                    <a:pt x="750297" y="3116972"/>
                  </a:lnTo>
                  <a:lnTo>
                    <a:pt x="749441" y="3116972"/>
                  </a:lnTo>
                  <a:lnTo>
                    <a:pt x="748586" y="3116972"/>
                  </a:lnTo>
                  <a:lnTo>
                    <a:pt x="747730" y="3116972"/>
                  </a:lnTo>
                  <a:lnTo>
                    <a:pt x="746875" y="3116972"/>
                  </a:lnTo>
                  <a:lnTo>
                    <a:pt x="746019" y="3116972"/>
                  </a:lnTo>
                  <a:lnTo>
                    <a:pt x="745164" y="3116972"/>
                  </a:lnTo>
                  <a:lnTo>
                    <a:pt x="744308" y="3116972"/>
                  </a:lnTo>
                  <a:lnTo>
                    <a:pt x="743453" y="3116972"/>
                  </a:lnTo>
                  <a:lnTo>
                    <a:pt x="742597" y="3116972"/>
                  </a:lnTo>
                  <a:lnTo>
                    <a:pt x="741742" y="3116972"/>
                  </a:lnTo>
                  <a:lnTo>
                    <a:pt x="740886" y="3116972"/>
                  </a:lnTo>
                  <a:lnTo>
                    <a:pt x="740031" y="3116972"/>
                  </a:lnTo>
                  <a:lnTo>
                    <a:pt x="739175" y="3116972"/>
                  </a:lnTo>
                  <a:lnTo>
                    <a:pt x="738319" y="3116972"/>
                  </a:lnTo>
                  <a:lnTo>
                    <a:pt x="737464" y="3116972"/>
                  </a:lnTo>
                  <a:lnTo>
                    <a:pt x="736608" y="3116972"/>
                  </a:lnTo>
                  <a:lnTo>
                    <a:pt x="735753" y="3116972"/>
                  </a:lnTo>
                  <a:lnTo>
                    <a:pt x="734897" y="3116972"/>
                  </a:lnTo>
                  <a:lnTo>
                    <a:pt x="734042" y="3116972"/>
                  </a:lnTo>
                  <a:lnTo>
                    <a:pt x="733186" y="3116972"/>
                  </a:lnTo>
                  <a:lnTo>
                    <a:pt x="732331" y="3116972"/>
                  </a:lnTo>
                  <a:lnTo>
                    <a:pt x="731475" y="3116972"/>
                  </a:lnTo>
                  <a:lnTo>
                    <a:pt x="730620" y="3116972"/>
                  </a:lnTo>
                  <a:lnTo>
                    <a:pt x="729764" y="3116972"/>
                  </a:lnTo>
                  <a:lnTo>
                    <a:pt x="728909" y="3116972"/>
                  </a:lnTo>
                  <a:lnTo>
                    <a:pt x="728053" y="3116972"/>
                  </a:lnTo>
                  <a:lnTo>
                    <a:pt x="727198" y="3116972"/>
                  </a:lnTo>
                  <a:lnTo>
                    <a:pt x="726342" y="3116972"/>
                  </a:lnTo>
                  <a:lnTo>
                    <a:pt x="725487" y="3116972"/>
                  </a:lnTo>
                  <a:lnTo>
                    <a:pt x="724631" y="3116972"/>
                  </a:lnTo>
                  <a:lnTo>
                    <a:pt x="723776" y="3116972"/>
                  </a:lnTo>
                  <a:lnTo>
                    <a:pt x="722920" y="3116972"/>
                  </a:lnTo>
                  <a:lnTo>
                    <a:pt x="722064" y="3116972"/>
                  </a:lnTo>
                  <a:lnTo>
                    <a:pt x="721209" y="3116972"/>
                  </a:lnTo>
                  <a:lnTo>
                    <a:pt x="720353" y="3116972"/>
                  </a:lnTo>
                  <a:lnTo>
                    <a:pt x="719498" y="3116972"/>
                  </a:lnTo>
                  <a:lnTo>
                    <a:pt x="718642" y="3116972"/>
                  </a:lnTo>
                  <a:lnTo>
                    <a:pt x="717787" y="3116972"/>
                  </a:lnTo>
                  <a:lnTo>
                    <a:pt x="716931" y="3116972"/>
                  </a:lnTo>
                  <a:lnTo>
                    <a:pt x="716076" y="3116972"/>
                  </a:lnTo>
                  <a:lnTo>
                    <a:pt x="715220" y="3116972"/>
                  </a:lnTo>
                  <a:lnTo>
                    <a:pt x="714365" y="3116972"/>
                  </a:lnTo>
                  <a:lnTo>
                    <a:pt x="713509" y="3116972"/>
                  </a:lnTo>
                  <a:lnTo>
                    <a:pt x="712654" y="3116972"/>
                  </a:lnTo>
                  <a:lnTo>
                    <a:pt x="711798" y="3116972"/>
                  </a:lnTo>
                  <a:lnTo>
                    <a:pt x="710943" y="3116972"/>
                  </a:lnTo>
                  <a:lnTo>
                    <a:pt x="710087" y="3116972"/>
                  </a:lnTo>
                  <a:lnTo>
                    <a:pt x="709232" y="3116972"/>
                  </a:lnTo>
                  <a:lnTo>
                    <a:pt x="708376" y="3116972"/>
                  </a:lnTo>
                  <a:lnTo>
                    <a:pt x="707520" y="3116972"/>
                  </a:lnTo>
                  <a:lnTo>
                    <a:pt x="706665" y="3116972"/>
                  </a:lnTo>
                  <a:lnTo>
                    <a:pt x="705809" y="3116972"/>
                  </a:lnTo>
                  <a:lnTo>
                    <a:pt x="704954" y="3116972"/>
                  </a:lnTo>
                  <a:lnTo>
                    <a:pt x="704098" y="3116972"/>
                  </a:lnTo>
                  <a:lnTo>
                    <a:pt x="703243" y="3116972"/>
                  </a:lnTo>
                  <a:lnTo>
                    <a:pt x="702387" y="3116972"/>
                  </a:lnTo>
                  <a:lnTo>
                    <a:pt x="701532" y="3116972"/>
                  </a:lnTo>
                  <a:lnTo>
                    <a:pt x="700676" y="3116972"/>
                  </a:lnTo>
                  <a:lnTo>
                    <a:pt x="699821" y="3116972"/>
                  </a:lnTo>
                  <a:lnTo>
                    <a:pt x="698965" y="3116972"/>
                  </a:lnTo>
                  <a:lnTo>
                    <a:pt x="698110" y="3116972"/>
                  </a:lnTo>
                  <a:lnTo>
                    <a:pt x="697254" y="3116972"/>
                  </a:lnTo>
                  <a:lnTo>
                    <a:pt x="696399" y="3116972"/>
                  </a:lnTo>
                  <a:lnTo>
                    <a:pt x="695543" y="3116972"/>
                  </a:lnTo>
                  <a:lnTo>
                    <a:pt x="694688" y="3116972"/>
                  </a:lnTo>
                  <a:lnTo>
                    <a:pt x="693832" y="3116972"/>
                  </a:lnTo>
                  <a:lnTo>
                    <a:pt x="692977" y="3116972"/>
                  </a:lnTo>
                  <a:lnTo>
                    <a:pt x="692121" y="3116972"/>
                  </a:lnTo>
                  <a:lnTo>
                    <a:pt x="691265" y="3116972"/>
                  </a:lnTo>
                  <a:lnTo>
                    <a:pt x="690410" y="3116972"/>
                  </a:lnTo>
                  <a:lnTo>
                    <a:pt x="689554" y="3116972"/>
                  </a:lnTo>
                  <a:lnTo>
                    <a:pt x="688699" y="3116972"/>
                  </a:lnTo>
                  <a:lnTo>
                    <a:pt x="687843" y="3116972"/>
                  </a:lnTo>
                  <a:lnTo>
                    <a:pt x="686988" y="3116972"/>
                  </a:lnTo>
                  <a:lnTo>
                    <a:pt x="686132" y="3116972"/>
                  </a:lnTo>
                  <a:lnTo>
                    <a:pt x="685277" y="3116972"/>
                  </a:lnTo>
                  <a:lnTo>
                    <a:pt x="684421" y="3116972"/>
                  </a:lnTo>
                  <a:lnTo>
                    <a:pt x="683566" y="3116972"/>
                  </a:lnTo>
                  <a:lnTo>
                    <a:pt x="682710" y="3116972"/>
                  </a:lnTo>
                  <a:lnTo>
                    <a:pt x="681855" y="3116972"/>
                  </a:lnTo>
                  <a:lnTo>
                    <a:pt x="680999" y="3116972"/>
                  </a:lnTo>
                  <a:lnTo>
                    <a:pt x="680144" y="3116972"/>
                  </a:lnTo>
                  <a:lnTo>
                    <a:pt x="679288" y="3116972"/>
                  </a:lnTo>
                  <a:lnTo>
                    <a:pt x="678433" y="3116972"/>
                  </a:lnTo>
                  <a:lnTo>
                    <a:pt x="677577" y="3116972"/>
                  </a:lnTo>
                  <a:lnTo>
                    <a:pt x="676722" y="3116972"/>
                  </a:lnTo>
                  <a:lnTo>
                    <a:pt x="675866" y="3116972"/>
                  </a:lnTo>
                  <a:lnTo>
                    <a:pt x="675010" y="3116972"/>
                  </a:lnTo>
                  <a:lnTo>
                    <a:pt x="674155" y="3116972"/>
                  </a:lnTo>
                  <a:lnTo>
                    <a:pt x="673299" y="3116972"/>
                  </a:lnTo>
                  <a:lnTo>
                    <a:pt x="672444" y="3116972"/>
                  </a:lnTo>
                  <a:lnTo>
                    <a:pt x="671588" y="3116972"/>
                  </a:lnTo>
                  <a:lnTo>
                    <a:pt x="670733" y="3116972"/>
                  </a:lnTo>
                  <a:lnTo>
                    <a:pt x="669877" y="3116972"/>
                  </a:lnTo>
                  <a:lnTo>
                    <a:pt x="669022" y="3116972"/>
                  </a:lnTo>
                  <a:lnTo>
                    <a:pt x="668166" y="3116972"/>
                  </a:lnTo>
                  <a:lnTo>
                    <a:pt x="667311" y="3116972"/>
                  </a:lnTo>
                  <a:lnTo>
                    <a:pt x="666455" y="3116972"/>
                  </a:lnTo>
                  <a:lnTo>
                    <a:pt x="665600" y="3116972"/>
                  </a:lnTo>
                  <a:lnTo>
                    <a:pt x="664744" y="3116972"/>
                  </a:lnTo>
                  <a:lnTo>
                    <a:pt x="663889" y="3116972"/>
                  </a:lnTo>
                  <a:lnTo>
                    <a:pt x="663033" y="3116972"/>
                  </a:lnTo>
                  <a:lnTo>
                    <a:pt x="662178" y="3116972"/>
                  </a:lnTo>
                  <a:lnTo>
                    <a:pt x="661322" y="3116972"/>
                  </a:lnTo>
                  <a:lnTo>
                    <a:pt x="660467" y="3116972"/>
                  </a:lnTo>
                  <a:lnTo>
                    <a:pt x="659611" y="3116972"/>
                  </a:lnTo>
                  <a:lnTo>
                    <a:pt x="658755" y="3116972"/>
                  </a:lnTo>
                  <a:lnTo>
                    <a:pt x="657900" y="3116972"/>
                  </a:lnTo>
                  <a:lnTo>
                    <a:pt x="657044" y="3116972"/>
                  </a:lnTo>
                  <a:lnTo>
                    <a:pt x="656189" y="3116972"/>
                  </a:lnTo>
                  <a:lnTo>
                    <a:pt x="655333" y="3116972"/>
                  </a:lnTo>
                  <a:lnTo>
                    <a:pt x="654478" y="3116972"/>
                  </a:lnTo>
                  <a:lnTo>
                    <a:pt x="653622" y="3116972"/>
                  </a:lnTo>
                  <a:lnTo>
                    <a:pt x="652767" y="3116972"/>
                  </a:lnTo>
                  <a:lnTo>
                    <a:pt x="651911" y="3116972"/>
                  </a:lnTo>
                  <a:lnTo>
                    <a:pt x="651056" y="3116972"/>
                  </a:lnTo>
                  <a:lnTo>
                    <a:pt x="650200" y="3116972"/>
                  </a:lnTo>
                  <a:lnTo>
                    <a:pt x="649345" y="3116972"/>
                  </a:lnTo>
                  <a:lnTo>
                    <a:pt x="648489" y="3116972"/>
                  </a:lnTo>
                  <a:lnTo>
                    <a:pt x="647634" y="3116972"/>
                  </a:lnTo>
                  <a:lnTo>
                    <a:pt x="646778" y="3116972"/>
                  </a:lnTo>
                  <a:lnTo>
                    <a:pt x="645923" y="3116972"/>
                  </a:lnTo>
                  <a:lnTo>
                    <a:pt x="645067" y="3116972"/>
                  </a:lnTo>
                  <a:lnTo>
                    <a:pt x="644211" y="3116972"/>
                  </a:lnTo>
                  <a:lnTo>
                    <a:pt x="643356" y="3116972"/>
                  </a:lnTo>
                  <a:lnTo>
                    <a:pt x="642500" y="3116972"/>
                  </a:lnTo>
                  <a:lnTo>
                    <a:pt x="641645" y="3116972"/>
                  </a:lnTo>
                  <a:lnTo>
                    <a:pt x="640789" y="3116972"/>
                  </a:lnTo>
                  <a:lnTo>
                    <a:pt x="639934" y="3116972"/>
                  </a:lnTo>
                  <a:lnTo>
                    <a:pt x="639078" y="3116972"/>
                  </a:lnTo>
                  <a:lnTo>
                    <a:pt x="638223" y="3116972"/>
                  </a:lnTo>
                  <a:lnTo>
                    <a:pt x="637367" y="3116972"/>
                  </a:lnTo>
                  <a:lnTo>
                    <a:pt x="636512" y="3116972"/>
                  </a:lnTo>
                  <a:lnTo>
                    <a:pt x="635656" y="3116972"/>
                  </a:lnTo>
                  <a:lnTo>
                    <a:pt x="634801" y="3116972"/>
                  </a:lnTo>
                  <a:lnTo>
                    <a:pt x="633945" y="3116972"/>
                  </a:lnTo>
                  <a:lnTo>
                    <a:pt x="633090" y="3116972"/>
                  </a:lnTo>
                  <a:lnTo>
                    <a:pt x="632234" y="3116972"/>
                  </a:lnTo>
                  <a:lnTo>
                    <a:pt x="631379" y="3116972"/>
                  </a:lnTo>
                  <a:lnTo>
                    <a:pt x="630523" y="3116972"/>
                  </a:lnTo>
                  <a:lnTo>
                    <a:pt x="629668" y="3116972"/>
                  </a:lnTo>
                  <a:lnTo>
                    <a:pt x="628812" y="3116972"/>
                  </a:lnTo>
                  <a:lnTo>
                    <a:pt x="627956" y="3116972"/>
                  </a:lnTo>
                  <a:lnTo>
                    <a:pt x="627101" y="3116972"/>
                  </a:lnTo>
                  <a:lnTo>
                    <a:pt x="626245" y="3116972"/>
                  </a:lnTo>
                  <a:lnTo>
                    <a:pt x="625390" y="3116972"/>
                  </a:lnTo>
                  <a:lnTo>
                    <a:pt x="624534" y="3116972"/>
                  </a:lnTo>
                  <a:lnTo>
                    <a:pt x="623679" y="3116972"/>
                  </a:lnTo>
                  <a:lnTo>
                    <a:pt x="622823" y="3116972"/>
                  </a:lnTo>
                  <a:lnTo>
                    <a:pt x="621968" y="3116972"/>
                  </a:lnTo>
                  <a:lnTo>
                    <a:pt x="621112" y="3116972"/>
                  </a:lnTo>
                  <a:lnTo>
                    <a:pt x="620257" y="3116972"/>
                  </a:lnTo>
                  <a:lnTo>
                    <a:pt x="619401" y="3116972"/>
                  </a:lnTo>
                  <a:lnTo>
                    <a:pt x="618546" y="3116972"/>
                  </a:lnTo>
                  <a:lnTo>
                    <a:pt x="617690" y="3116972"/>
                  </a:lnTo>
                  <a:lnTo>
                    <a:pt x="616835" y="3116972"/>
                  </a:lnTo>
                  <a:lnTo>
                    <a:pt x="615979" y="3116972"/>
                  </a:lnTo>
                  <a:lnTo>
                    <a:pt x="615124" y="3116972"/>
                  </a:lnTo>
                  <a:lnTo>
                    <a:pt x="614268" y="3116972"/>
                  </a:lnTo>
                  <a:lnTo>
                    <a:pt x="613413" y="3116972"/>
                  </a:lnTo>
                  <a:lnTo>
                    <a:pt x="612557" y="3116972"/>
                  </a:lnTo>
                  <a:lnTo>
                    <a:pt x="611701" y="3116972"/>
                  </a:lnTo>
                  <a:lnTo>
                    <a:pt x="610846" y="3116972"/>
                  </a:lnTo>
                  <a:lnTo>
                    <a:pt x="609990" y="3116972"/>
                  </a:lnTo>
                  <a:lnTo>
                    <a:pt x="609135" y="3116972"/>
                  </a:lnTo>
                  <a:lnTo>
                    <a:pt x="608279" y="3116972"/>
                  </a:lnTo>
                  <a:lnTo>
                    <a:pt x="607424" y="3116972"/>
                  </a:lnTo>
                  <a:lnTo>
                    <a:pt x="606568" y="3116972"/>
                  </a:lnTo>
                  <a:lnTo>
                    <a:pt x="605713" y="3116972"/>
                  </a:lnTo>
                  <a:lnTo>
                    <a:pt x="604857" y="3116972"/>
                  </a:lnTo>
                  <a:lnTo>
                    <a:pt x="604002" y="3116972"/>
                  </a:lnTo>
                  <a:lnTo>
                    <a:pt x="603146" y="3116972"/>
                  </a:lnTo>
                  <a:lnTo>
                    <a:pt x="602291" y="3116972"/>
                  </a:lnTo>
                  <a:lnTo>
                    <a:pt x="601435" y="3116972"/>
                  </a:lnTo>
                  <a:lnTo>
                    <a:pt x="600580" y="3116972"/>
                  </a:lnTo>
                  <a:lnTo>
                    <a:pt x="599724" y="3116972"/>
                  </a:lnTo>
                  <a:lnTo>
                    <a:pt x="598869" y="3116972"/>
                  </a:lnTo>
                  <a:lnTo>
                    <a:pt x="598013" y="3116972"/>
                  </a:lnTo>
                  <a:lnTo>
                    <a:pt x="597157" y="3116972"/>
                  </a:lnTo>
                  <a:lnTo>
                    <a:pt x="596302" y="3116972"/>
                  </a:lnTo>
                  <a:lnTo>
                    <a:pt x="595446" y="3116972"/>
                  </a:lnTo>
                  <a:lnTo>
                    <a:pt x="594591" y="3116972"/>
                  </a:lnTo>
                  <a:lnTo>
                    <a:pt x="593735" y="3116972"/>
                  </a:lnTo>
                  <a:lnTo>
                    <a:pt x="592880" y="3116972"/>
                  </a:lnTo>
                  <a:lnTo>
                    <a:pt x="592024" y="3116972"/>
                  </a:lnTo>
                  <a:lnTo>
                    <a:pt x="591169" y="3116972"/>
                  </a:lnTo>
                  <a:lnTo>
                    <a:pt x="590313" y="3116972"/>
                  </a:lnTo>
                  <a:lnTo>
                    <a:pt x="589458" y="3116972"/>
                  </a:lnTo>
                  <a:lnTo>
                    <a:pt x="588602" y="3116972"/>
                  </a:lnTo>
                  <a:lnTo>
                    <a:pt x="587747" y="3116972"/>
                  </a:lnTo>
                  <a:lnTo>
                    <a:pt x="586891" y="3116972"/>
                  </a:lnTo>
                  <a:lnTo>
                    <a:pt x="586036" y="3116972"/>
                  </a:lnTo>
                  <a:lnTo>
                    <a:pt x="585180" y="3116972"/>
                  </a:lnTo>
                  <a:lnTo>
                    <a:pt x="584325" y="3116972"/>
                  </a:lnTo>
                  <a:lnTo>
                    <a:pt x="583469" y="3116972"/>
                  </a:lnTo>
                  <a:lnTo>
                    <a:pt x="582614" y="3116972"/>
                  </a:lnTo>
                  <a:lnTo>
                    <a:pt x="581758" y="3116972"/>
                  </a:lnTo>
                  <a:lnTo>
                    <a:pt x="580902" y="3116972"/>
                  </a:lnTo>
                  <a:lnTo>
                    <a:pt x="580047" y="3116972"/>
                  </a:lnTo>
                  <a:lnTo>
                    <a:pt x="579191" y="3116972"/>
                  </a:lnTo>
                  <a:lnTo>
                    <a:pt x="578336" y="3116972"/>
                  </a:lnTo>
                  <a:lnTo>
                    <a:pt x="577480" y="3116972"/>
                  </a:lnTo>
                  <a:lnTo>
                    <a:pt x="576625" y="3116972"/>
                  </a:lnTo>
                  <a:lnTo>
                    <a:pt x="575769" y="3116972"/>
                  </a:lnTo>
                  <a:lnTo>
                    <a:pt x="574914" y="3116972"/>
                  </a:lnTo>
                  <a:lnTo>
                    <a:pt x="574058" y="3116972"/>
                  </a:lnTo>
                  <a:lnTo>
                    <a:pt x="573203" y="3116972"/>
                  </a:lnTo>
                  <a:lnTo>
                    <a:pt x="572347" y="3116972"/>
                  </a:lnTo>
                  <a:lnTo>
                    <a:pt x="571492" y="3116972"/>
                  </a:lnTo>
                  <a:lnTo>
                    <a:pt x="570636" y="3116972"/>
                  </a:lnTo>
                  <a:lnTo>
                    <a:pt x="569781" y="3116972"/>
                  </a:lnTo>
                  <a:lnTo>
                    <a:pt x="568925" y="3116972"/>
                  </a:lnTo>
                  <a:lnTo>
                    <a:pt x="568070" y="3116972"/>
                  </a:lnTo>
                  <a:lnTo>
                    <a:pt x="567214" y="3116972"/>
                  </a:lnTo>
                  <a:lnTo>
                    <a:pt x="566359" y="3116972"/>
                  </a:lnTo>
                  <a:lnTo>
                    <a:pt x="565503" y="3116972"/>
                  </a:lnTo>
                  <a:lnTo>
                    <a:pt x="564647" y="3116972"/>
                  </a:lnTo>
                  <a:lnTo>
                    <a:pt x="563792" y="3116972"/>
                  </a:lnTo>
                  <a:lnTo>
                    <a:pt x="562936" y="3116972"/>
                  </a:lnTo>
                  <a:lnTo>
                    <a:pt x="562081" y="3116972"/>
                  </a:lnTo>
                  <a:lnTo>
                    <a:pt x="561225" y="3116972"/>
                  </a:lnTo>
                  <a:lnTo>
                    <a:pt x="560370" y="3116972"/>
                  </a:lnTo>
                  <a:lnTo>
                    <a:pt x="559514" y="3116972"/>
                  </a:lnTo>
                  <a:lnTo>
                    <a:pt x="558659" y="3116972"/>
                  </a:lnTo>
                  <a:lnTo>
                    <a:pt x="557803" y="3116972"/>
                  </a:lnTo>
                  <a:lnTo>
                    <a:pt x="556948" y="3116972"/>
                  </a:lnTo>
                  <a:lnTo>
                    <a:pt x="556092" y="3116972"/>
                  </a:lnTo>
                  <a:lnTo>
                    <a:pt x="555237" y="3116972"/>
                  </a:lnTo>
                  <a:lnTo>
                    <a:pt x="554381" y="3116972"/>
                  </a:lnTo>
                  <a:lnTo>
                    <a:pt x="553526" y="3116972"/>
                  </a:lnTo>
                  <a:lnTo>
                    <a:pt x="552670" y="3116972"/>
                  </a:lnTo>
                  <a:lnTo>
                    <a:pt x="551815" y="3116972"/>
                  </a:lnTo>
                  <a:lnTo>
                    <a:pt x="550959" y="3116972"/>
                  </a:lnTo>
                  <a:lnTo>
                    <a:pt x="550103" y="3116972"/>
                  </a:lnTo>
                  <a:lnTo>
                    <a:pt x="549248" y="3116972"/>
                  </a:lnTo>
                  <a:lnTo>
                    <a:pt x="548392" y="3116972"/>
                  </a:lnTo>
                  <a:lnTo>
                    <a:pt x="547537" y="3116972"/>
                  </a:lnTo>
                  <a:lnTo>
                    <a:pt x="546681" y="3116972"/>
                  </a:lnTo>
                  <a:lnTo>
                    <a:pt x="545826" y="3116972"/>
                  </a:lnTo>
                  <a:lnTo>
                    <a:pt x="544970" y="3116972"/>
                  </a:lnTo>
                  <a:lnTo>
                    <a:pt x="544115" y="3116972"/>
                  </a:lnTo>
                  <a:lnTo>
                    <a:pt x="543259" y="3116972"/>
                  </a:lnTo>
                  <a:lnTo>
                    <a:pt x="542404" y="3116972"/>
                  </a:lnTo>
                  <a:lnTo>
                    <a:pt x="541548" y="3116972"/>
                  </a:lnTo>
                  <a:lnTo>
                    <a:pt x="540693" y="3116972"/>
                  </a:lnTo>
                  <a:lnTo>
                    <a:pt x="539837" y="3116972"/>
                  </a:lnTo>
                  <a:lnTo>
                    <a:pt x="538982" y="3116972"/>
                  </a:lnTo>
                  <a:lnTo>
                    <a:pt x="538126" y="3116972"/>
                  </a:lnTo>
                  <a:lnTo>
                    <a:pt x="537271" y="3116972"/>
                  </a:lnTo>
                  <a:lnTo>
                    <a:pt x="536415" y="3116972"/>
                  </a:lnTo>
                  <a:lnTo>
                    <a:pt x="535560" y="3116972"/>
                  </a:lnTo>
                  <a:lnTo>
                    <a:pt x="534704" y="3116972"/>
                  </a:lnTo>
                  <a:lnTo>
                    <a:pt x="533848" y="3116972"/>
                  </a:lnTo>
                  <a:lnTo>
                    <a:pt x="532993" y="3116972"/>
                  </a:lnTo>
                  <a:lnTo>
                    <a:pt x="532137" y="3116972"/>
                  </a:lnTo>
                  <a:lnTo>
                    <a:pt x="531282" y="3116972"/>
                  </a:lnTo>
                  <a:lnTo>
                    <a:pt x="530426" y="3116972"/>
                  </a:lnTo>
                  <a:lnTo>
                    <a:pt x="529571" y="3116972"/>
                  </a:lnTo>
                  <a:lnTo>
                    <a:pt x="528715" y="3116972"/>
                  </a:lnTo>
                  <a:lnTo>
                    <a:pt x="527860" y="3116972"/>
                  </a:lnTo>
                  <a:lnTo>
                    <a:pt x="527004" y="3116972"/>
                  </a:lnTo>
                  <a:lnTo>
                    <a:pt x="526149" y="3116972"/>
                  </a:lnTo>
                  <a:lnTo>
                    <a:pt x="525293" y="3116972"/>
                  </a:lnTo>
                  <a:lnTo>
                    <a:pt x="524438" y="3116972"/>
                  </a:lnTo>
                  <a:lnTo>
                    <a:pt x="523582" y="3116972"/>
                  </a:lnTo>
                  <a:lnTo>
                    <a:pt x="522727" y="3116972"/>
                  </a:lnTo>
                  <a:lnTo>
                    <a:pt x="521871" y="3116972"/>
                  </a:lnTo>
                  <a:lnTo>
                    <a:pt x="521016" y="3116972"/>
                  </a:lnTo>
                  <a:lnTo>
                    <a:pt x="520160" y="3116972"/>
                  </a:lnTo>
                  <a:lnTo>
                    <a:pt x="519305" y="3116972"/>
                  </a:lnTo>
                  <a:lnTo>
                    <a:pt x="518449" y="3116972"/>
                  </a:lnTo>
                  <a:lnTo>
                    <a:pt x="517593" y="3116972"/>
                  </a:lnTo>
                  <a:lnTo>
                    <a:pt x="516738" y="3116972"/>
                  </a:lnTo>
                  <a:lnTo>
                    <a:pt x="515882" y="3116972"/>
                  </a:lnTo>
                  <a:lnTo>
                    <a:pt x="515027" y="3116972"/>
                  </a:lnTo>
                  <a:lnTo>
                    <a:pt x="514171" y="3116972"/>
                  </a:lnTo>
                  <a:lnTo>
                    <a:pt x="513316" y="3116972"/>
                  </a:lnTo>
                  <a:lnTo>
                    <a:pt x="512460" y="3116972"/>
                  </a:lnTo>
                  <a:lnTo>
                    <a:pt x="511605" y="3116972"/>
                  </a:lnTo>
                  <a:lnTo>
                    <a:pt x="510749" y="3116972"/>
                  </a:lnTo>
                  <a:lnTo>
                    <a:pt x="509894" y="3116972"/>
                  </a:lnTo>
                  <a:lnTo>
                    <a:pt x="509038" y="3116972"/>
                  </a:lnTo>
                  <a:lnTo>
                    <a:pt x="508183" y="3116972"/>
                  </a:lnTo>
                  <a:lnTo>
                    <a:pt x="507327" y="3116972"/>
                  </a:lnTo>
                  <a:lnTo>
                    <a:pt x="506472" y="3116972"/>
                  </a:lnTo>
                  <a:lnTo>
                    <a:pt x="505616" y="3116972"/>
                  </a:lnTo>
                  <a:lnTo>
                    <a:pt x="504761" y="3116972"/>
                  </a:lnTo>
                  <a:lnTo>
                    <a:pt x="503905" y="3116972"/>
                  </a:lnTo>
                  <a:lnTo>
                    <a:pt x="503049" y="3116972"/>
                  </a:lnTo>
                  <a:lnTo>
                    <a:pt x="502194" y="3116972"/>
                  </a:lnTo>
                  <a:lnTo>
                    <a:pt x="501338" y="3116972"/>
                  </a:lnTo>
                  <a:lnTo>
                    <a:pt x="500483" y="3116972"/>
                  </a:lnTo>
                  <a:lnTo>
                    <a:pt x="499627" y="3116972"/>
                  </a:lnTo>
                  <a:lnTo>
                    <a:pt x="498772" y="3116972"/>
                  </a:lnTo>
                  <a:lnTo>
                    <a:pt x="497916" y="3116972"/>
                  </a:lnTo>
                  <a:lnTo>
                    <a:pt x="497061" y="3116972"/>
                  </a:lnTo>
                  <a:lnTo>
                    <a:pt x="496205" y="3116972"/>
                  </a:lnTo>
                  <a:lnTo>
                    <a:pt x="495350" y="3116972"/>
                  </a:lnTo>
                  <a:lnTo>
                    <a:pt x="494494" y="3116972"/>
                  </a:lnTo>
                  <a:lnTo>
                    <a:pt x="493639" y="3116972"/>
                  </a:lnTo>
                  <a:lnTo>
                    <a:pt x="492783" y="3116972"/>
                  </a:lnTo>
                  <a:lnTo>
                    <a:pt x="491928" y="3116972"/>
                  </a:lnTo>
                  <a:lnTo>
                    <a:pt x="491072" y="3116972"/>
                  </a:lnTo>
                  <a:lnTo>
                    <a:pt x="490217" y="3116972"/>
                  </a:lnTo>
                  <a:lnTo>
                    <a:pt x="489361" y="3116972"/>
                  </a:lnTo>
                  <a:lnTo>
                    <a:pt x="488506" y="3116972"/>
                  </a:lnTo>
                  <a:lnTo>
                    <a:pt x="487650" y="3116972"/>
                  </a:lnTo>
                  <a:lnTo>
                    <a:pt x="486794" y="3116972"/>
                  </a:lnTo>
                  <a:lnTo>
                    <a:pt x="485939" y="3116972"/>
                  </a:lnTo>
                  <a:lnTo>
                    <a:pt x="485083" y="3116972"/>
                  </a:lnTo>
                  <a:lnTo>
                    <a:pt x="484228" y="3116972"/>
                  </a:lnTo>
                  <a:lnTo>
                    <a:pt x="483372" y="3116972"/>
                  </a:lnTo>
                  <a:lnTo>
                    <a:pt x="482517" y="3116972"/>
                  </a:lnTo>
                  <a:lnTo>
                    <a:pt x="481661" y="3116972"/>
                  </a:lnTo>
                  <a:lnTo>
                    <a:pt x="480806" y="3116972"/>
                  </a:lnTo>
                  <a:lnTo>
                    <a:pt x="479950" y="3116972"/>
                  </a:lnTo>
                  <a:lnTo>
                    <a:pt x="479095" y="3116972"/>
                  </a:lnTo>
                  <a:lnTo>
                    <a:pt x="478239" y="3116972"/>
                  </a:lnTo>
                  <a:lnTo>
                    <a:pt x="477384" y="3116972"/>
                  </a:lnTo>
                  <a:lnTo>
                    <a:pt x="476528" y="3116972"/>
                  </a:lnTo>
                  <a:lnTo>
                    <a:pt x="475673" y="3116972"/>
                  </a:lnTo>
                  <a:lnTo>
                    <a:pt x="474817" y="3116972"/>
                  </a:lnTo>
                  <a:lnTo>
                    <a:pt x="473962" y="3116972"/>
                  </a:lnTo>
                  <a:lnTo>
                    <a:pt x="473106" y="3116972"/>
                  </a:lnTo>
                  <a:lnTo>
                    <a:pt x="472251" y="3116972"/>
                  </a:lnTo>
                  <a:lnTo>
                    <a:pt x="471395" y="3116972"/>
                  </a:lnTo>
                  <a:lnTo>
                    <a:pt x="470539" y="3116972"/>
                  </a:lnTo>
                  <a:lnTo>
                    <a:pt x="469684" y="3116972"/>
                  </a:lnTo>
                  <a:lnTo>
                    <a:pt x="468828" y="3116972"/>
                  </a:lnTo>
                  <a:lnTo>
                    <a:pt x="467973" y="3116972"/>
                  </a:lnTo>
                  <a:lnTo>
                    <a:pt x="467117" y="3116972"/>
                  </a:lnTo>
                  <a:lnTo>
                    <a:pt x="466262" y="3116972"/>
                  </a:lnTo>
                  <a:lnTo>
                    <a:pt x="465406" y="3116972"/>
                  </a:lnTo>
                  <a:lnTo>
                    <a:pt x="464551" y="3116972"/>
                  </a:lnTo>
                  <a:lnTo>
                    <a:pt x="463695" y="3116972"/>
                  </a:lnTo>
                  <a:lnTo>
                    <a:pt x="462840" y="3116972"/>
                  </a:lnTo>
                  <a:lnTo>
                    <a:pt x="461984" y="3116972"/>
                  </a:lnTo>
                  <a:lnTo>
                    <a:pt x="461129" y="3116972"/>
                  </a:lnTo>
                  <a:lnTo>
                    <a:pt x="460273" y="3116972"/>
                  </a:lnTo>
                  <a:lnTo>
                    <a:pt x="459418" y="3116972"/>
                  </a:lnTo>
                  <a:lnTo>
                    <a:pt x="458562" y="3116972"/>
                  </a:lnTo>
                  <a:lnTo>
                    <a:pt x="457707" y="3116972"/>
                  </a:lnTo>
                  <a:lnTo>
                    <a:pt x="456851" y="3116972"/>
                  </a:lnTo>
                  <a:lnTo>
                    <a:pt x="455995" y="3116972"/>
                  </a:lnTo>
                  <a:lnTo>
                    <a:pt x="455140" y="3116972"/>
                  </a:lnTo>
                  <a:lnTo>
                    <a:pt x="454284" y="3116972"/>
                  </a:lnTo>
                  <a:lnTo>
                    <a:pt x="453429" y="3116972"/>
                  </a:lnTo>
                  <a:lnTo>
                    <a:pt x="452573" y="3116972"/>
                  </a:lnTo>
                  <a:lnTo>
                    <a:pt x="451718" y="3116972"/>
                  </a:lnTo>
                  <a:lnTo>
                    <a:pt x="450862" y="3116972"/>
                  </a:lnTo>
                  <a:lnTo>
                    <a:pt x="450007" y="3116972"/>
                  </a:lnTo>
                  <a:lnTo>
                    <a:pt x="449151" y="3116972"/>
                  </a:lnTo>
                  <a:lnTo>
                    <a:pt x="448296" y="3116972"/>
                  </a:lnTo>
                  <a:lnTo>
                    <a:pt x="447440" y="3116972"/>
                  </a:lnTo>
                  <a:lnTo>
                    <a:pt x="446585" y="3116972"/>
                  </a:lnTo>
                  <a:lnTo>
                    <a:pt x="445729" y="3116972"/>
                  </a:lnTo>
                  <a:lnTo>
                    <a:pt x="444874" y="3116972"/>
                  </a:lnTo>
                  <a:lnTo>
                    <a:pt x="444018" y="3116972"/>
                  </a:lnTo>
                  <a:lnTo>
                    <a:pt x="443163" y="3116972"/>
                  </a:lnTo>
                  <a:lnTo>
                    <a:pt x="442307" y="3116972"/>
                  </a:lnTo>
                  <a:lnTo>
                    <a:pt x="441452" y="3116972"/>
                  </a:lnTo>
                  <a:lnTo>
                    <a:pt x="440596" y="3116972"/>
                  </a:lnTo>
                  <a:lnTo>
                    <a:pt x="439740" y="3116972"/>
                  </a:lnTo>
                  <a:lnTo>
                    <a:pt x="438885" y="3116972"/>
                  </a:lnTo>
                  <a:lnTo>
                    <a:pt x="438029" y="3116972"/>
                  </a:lnTo>
                  <a:lnTo>
                    <a:pt x="437174" y="3116972"/>
                  </a:lnTo>
                  <a:lnTo>
                    <a:pt x="436318" y="3116972"/>
                  </a:lnTo>
                  <a:lnTo>
                    <a:pt x="435463" y="3116972"/>
                  </a:lnTo>
                  <a:lnTo>
                    <a:pt x="434607" y="3116972"/>
                  </a:lnTo>
                  <a:lnTo>
                    <a:pt x="433752" y="3116972"/>
                  </a:lnTo>
                  <a:lnTo>
                    <a:pt x="432896" y="3116972"/>
                  </a:lnTo>
                  <a:lnTo>
                    <a:pt x="432041" y="3116972"/>
                  </a:lnTo>
                  <a:lnTo>
                    <a:pt x="431185" y="3116972"/>
                  </a:lnTo>
                  <a:lnTo>
                    <a:pt x="430330" y="3116972"/>
                  </a:lnTo>
                  <a:lnTo>
                    <a:pt x="429474" y="3116972"/>
                  </a:lnTo>
                  <a:lnTo>
                    <a:pt x="428619" y="3116972"/>
                  </a:lnTo>
                  <a:lnTo>
                    <a:pt x="427763" y="3116972"/>
                  </a:lnTo>
                  <a:lnTo>
                    <a:pt x="426908" y="3116972"/>
                  </a:lnTo>
                  <a:lnTo>
                    <a:pt x="426052" y="3116972"/>
                  </a:lnTo>
                  <a:lnTo>
                    <a:pt x="425197" y="3116972"/>
                  </a:lnTo>
                  <a:lnTo>
                    <a:pt x="424341" y="3116972"/>
                  </a:lnTo>
                  <a:lnTo>
                    <a:pt x="423485" y="3116972"/>
                  </a:lnTo>
                  <a:lnTo>
                    <a:pt x="422630" y="3116972"/>
                  </a:lnTo>
                  <a:lnTo>
                    <a:pt x="421774" y="3116972"/>
                  </a:lnTo>
                  <a:lnTo>
                    <a:pt x="420919" y="3116972"/>
                  </a:lnTo>
                  <a:lnTo>
                    <a:pt x="420063" y="3116972"/>
                  </a:lnTo>
                  <a:lnTo>
                    <a:pt x="419208" y="3116972"/>
                  </a:lnTo>
                  <a:lnTo>
                    <a:pt x="418352" y="3116972"/>
                  </a:lnTo>
                  <a:lnTo>
                    <a:pt x="417497" y="3116972"/>
                  </a:lnTo>
                  <a:lnTo>
                    <a:pt x="416641" y="3116972"/>
                  </a:lnTo>
                  <a:lnTo>
                    <a:pt x="415786" y="3116972"/>
                  </a:lnTo>
                  <a:lnTo>
                    <a:pt x="414930" y="3116972"/>
                  </a:lnTo>
                  <a:lnTo>
                    <a:pt x="414075" y="3116972"/>
                  </a:lnTo>
                  <a:lnTo>
                    <a:pt x="413219" y="3116972"/>
                  </a:lnTo>
                  <a:lnTo>
                    <a:pt x="412364" y="3116972"/>
                  </a:lnTo>
                  <a:lnTo>
                    <a:pt x="411508" y="3116972"/>
                  </a:lnTo>
                  <a:lnTo>
                    <a:pt x="410653" y="3116972"/>
                  </a:lnTo>
                  <a:lnTo>
                    <a:pt x="409797" y="3116972"/>
                  </a:lnTo>
                  <a:lnTo>
                    <a:pt x="408942" y="3116972"/>
                  </a:lnTo>
                  <a:lnTo>
                    <a:pt x="408086" y="3116972"/>
                  </a:lnTo>
                  <a:lnTo>
                    <a:pt x="407230" y="3116972"/>
                  </a:lnTo>
                  <a:lnTo>
                    <a:pt x="406375" y="3116972"/>
                  </a:lnTo>
                  <a:lnTo>
                    <a:pt x="405519" y="3116972"/>
                  </a:lnTo>
                  <a:lnTo>
                    <a:pt x="404664" y="3116972"/>
                  </a:lnTo>
                  <a:lnTo>
                    <a:pt x="403808" y="3116972"/>
                  </a:lnTo>
                  <a:lnTo>
                    <a:pt x="402953" y="3116972"/>
                  </a:lnTo>
                  <a:lnTo>
                    <a:pt x="402097" y="3116972"/>
                  </a:lnTo>
                  <a:lnTo>
                    <a:pt x="401242" y="3116972"/>
                  </a:lnTo>
                  <a:lnTo>
                    <a:pt x="400386" y="3116972"/>
                  </a:lnTo>
                  <a:lnTo>
                    <a:pt x="399531" y="3116972"/>
                  </a:lnTo>
                  <a:lnTo>
                    <a:pt x="398675" y="3116972"/>
                  </a:lnTo>
                  <a:lnTo>
                    <a:pt x="397820" y="3116972"/>
                  </a:lnTo>
                  <a:lnTo>
                    <a:pt x="396964" y="3116972"/>
                  </a:lnTo>
                  <a:lnTo>
                    <a:pt x="396109" y="3116972"/>
                  </a:lnTo>
                  <a:lnTo>
                    <a:pt x="395253" y="3116972"/>
                  </a:lnTo>
                  <a:lnTo>
                    <a:pt x="394398" y="3116972"/>
                  </a:lnTo>
                  <a:lnTo>
                    <a:pt x="393542" y="3116972"/>
                  </a:lnTo>
                  <a:lnTo>
                    <a:pt x="392686" y="3116972"/>
                  </a:lnTo>
                  <a:lnTo>
                    <a:pt x="391831" y="3116972"/>
                  </a:lnTo>
                  <a:lnTo>
                    <a:pt x="390975" y="3116972"/>
                  </a:lnTo>
                  <a:lnTo>
                    <a:pt x="390120" y="3116972"/>
                  </a:lnTo>
                  <a:lnTo>
                    <a:pt x="389264" y="3116972"/>
                  </a:lnTo>
                  <a:lnTo>
                    <a:pt x="388409" y="3116972"/>
                  </a:lnTo>
                  <a:lnTo>
                    <a:pt x="387553" y="3116972"/>
                  </a:lnTo>
                  <a:lnTo>
                    <a:pt x="386698" y="3116972"/>
                  </a:lnTo>
                  <a:lnTo>
                    <a:pt x="385842" y="3116972"/>
                  </a:lnTo>
                  <a:lnTo>
                    <a:pt x="384987" y="3116972"/>
                  </a:lnTo>
                  <a:lnTo>
                    <a:pt x="384131" y="3116972"/>
                  </a:lnTo>
                  <a:lnTo>
                    <a:pt x="383276" y="3116972"/>
                  </a:lnTo>
                  <a:lnTo>
                    <a:pt x="382420" y="3116972"/>
                  </a:lnTo>
                  <a:lnTo>
                    <a:pt x="381565" y="3116972"/>
                  </a:lnTo>
                  <a:lnTo>
                    <a:pt x="380709" y="3116972"/>
                  </a:lnTo>
                  <a:lnTo>
                    <a:pt x="379854" y="3116972"/>
                  </a:lnTo>
                  <a:lnTo>
                    <a:pt x="378998" y="3116972"/>
                  </a:lnTo>
                  <a:lnTo>
                    <a:pt x="378143" y="3116972"/>
                  </a:lnTo>
                  <a:lnTo>
                    <a:pt x="377287" y="3116972"/>
                  </a:lnTo>
                  <a:lnTo>
                    <a:pt x="376431" y="3116972"/>
                  </a:lnTo>
                  <a:lnTo>
                    <a:pt x="375576" y="3116972"/>
                  </a:lnTo>
                  <a:lnTo>
                    <a:pt x="374720" y="3116972"/>
                  </a:lnTo>
                  <a:lnTo>
                    <a:pt x="373865" y="3116972"/>
                  </a:lnTo>
                  <a:lnTo>
                    <a:pt x="373009" y="3116972"/>
                  </a:lnTo>
                  <a:lnTo>
                    <a:pt x="372154" y="3116972"/>
                  </a:lnTo>
                  <a:lnTo>
                    <a:pt x="371298" y="3116972"/>
                  </a:lnTo>
                  <a:lnTo>
                    <a:pt x="370443" y="3116972"/>
                  </a:lnTo>
                  <a:lnTo>
                    <a:pt x="369587" y="3116972"/>
                  </a:lnTo>
                  <a:lnTo>
                    <a:pt x="368732" y="3116972"/>
                  </a:lnTo>
                  <a:lnTo>
                    <a:pt x="367876" y="3116972"/>
                  </a:lnTo>
                  <a:lnTo>
                    <a:pt x="367021" y="3116972"/>
                  </a:lnTo>
                  <a:lnTo>
                    <a:pt x="366165" y="3116972"/>
                  </a:lnTo>
                  <a:lnTo>
                    <a:pt x="365310" y="3116972"/>
                  </a:lnTo>
                  <a:lnTo>
                    <a:pt x="364454" y="3116972"/>
                  </a:lnTo>
                  <a:lnTo>
                    <a:pt x="363599" y="3116972"/>
                  </a:lnTo>
                  <a:lnTo>
                    <a:pt x="362743" y="3116972"/>
                  </a:lnTo>
                  <a:lnTo>
                    <a:pt x="361888" y="3116972"/>
                  </a:lnTo>
                  <a:lnTo>
                    <a:pt x="361032" y="3116972"/>
                  </a:lnTo>
                  <a:lnTo>
                    <a:pt x="360176" y="3116972"/>
                  </a:lnTo>
                  <a:lnTo>
                    <a:pt x="359321" y="3116972"/>
                  </a:lnTo>
                  <a:lnTo>
                    <a:pt x="358465" y="3116972"/>
                  </a:lnTo>
                  <a:lnTo>
                    <a:pt x="357610" y="3116972"/>
                  </a:lnTo>
                  <a:lnTo>
                    <a:pt x="356754" y="3116972"/>
                  </a:lnTo>
                  <a:lnTo>
                    <a:pt x="355899" y="3116972"/>
                  </a:lnTo>
                  <a:lnTo>
                    <a:pt x="355043" y="3116972"/>
                  </a:lnTo>
                  <a:lnTo>
                    <a:pt x="354188" y="3116972"/>
                  </a:lnTo>
                  <a:lnTo>
                    <a:pt x="353332" y="3116972"/>
                  </a:lnTo>
                  <a:lnTo>
                    <a:pt x="352477" y="3116972"/>
                  </a:lnTo>
                  <a:lnTo>
                    <a:pt x="351621" y="3116972"/>
                  </a:lnTo>
                  <a:lnTo>
                    <a:pt x="350766" y="3116972"/>
                  </a:lnTo>
                  <a:lnTo>
                    <a:pt x="349910" y="3116972"/>
                  </a:lnTo>
                  <a:lnTo>
                    <a:pt x="349055" y="3116972"/>
                  </a:lnTo>
                  <a:lnTo>
                    <a:pt x="348199" y="3116972"/>
                  </a:lnTo>
                  <a:lnTo>
                    <a:pt x="347344" y="3116972"/>
                  </a:lnTo>
                  <a:lnTo>
                    <a:pt x="346488" y="3116972"/>
                  </a:lnTo>
                  <a:lnTo>
                    <a:pt x="345632" y="3116972"/>
                  </a:lnTo>
                  <a:lnTo>
                    <a:pt x="344777" y="3116972"/>
                  </a:lnTo>
                  <a:lnTo>
                    <a:pt x="343921" y="3116972"/>
                  </a:lnTo>
                  <a:lnTo>
                    <a:pt x="343066" y="3116972"/>
                  </a:lnTo>
                  <a:lnTo>
                    <a:pt x="342210" y="3116972"/>
                  </a:lnTo>
                  <a:lnTo>
                    <a:pt x="341355" y="3116972"/>
                  </a:lnTo>
                  <a:lnTo>
                    <a:pt x="340499" y="3116972"/>
                  </a:lnTo>
                  <a:lnTo>
                    <a:pt x="339644" y="3116972"/>
                  </a:lnTo>
                  <a:lnTo>
                    <a:pt x="338788" y="3116972"/>
                  </a:lnTo>
                  <a:lnTo>
                    <a:pt x="337933" y="3116972"/>
                  </a:lnTo>
                  <a:lnTo>
                    <a:pt x="337077" y="3116972"/>
                  </a:lnTo>
                  <a:lnTo>
                    <a:pt x="336222" y="3116972"/>
                  </a:lnTo>
                  <a:lnTo>
                    <a:pt x="335366" y="3116972"/>
                  </a:lnTo>
                  <a:lnTo>
                    <a:pt x="334511" y="3116972"/>
                  </a:lnTo>
                  <a:lnTo>
                    <a:pt x="333655" y="3116972"/>
                  </a:lnTo>
                  <a:lnTo>
                    <a:pt x="332800" y="3116972"/>
                  </a:lnTo>
                  <a:lnTo>
                    <a:pt x="331944" y="3116972"/>
                  </a:lnTo>
                  <a:lnTo>
                    <a:pt x="331089" y="3116972"/>
                  </a:lnTo>
                  <a:lnTo>
                    <a:pt x="330233" y="3116972"/>
                  </a:lnTo>
                  <a:lnTo>
                    <a:pt x="329377" y="3116972"/>
                  </a:lnTo>
                  <a:lnTo>
                    <a:pt x="328522" y="3116972"/>
                  </a:lnTo>
                  <a:lnTo>
                    <a:pt x="327666" y="3116972"/>
                  </a:lnTo>
                  <a:lnTo>
                    <a:pt x="326811" y="3116972"/>
                  </a:lnTo>
                  <a:lnTo>
                    <a:pt x="325955" y="3116972"/>
                  </a:lnTo>
                  <a:lnTo>
                    <a:pt x="325100" y="3116972"/>
                  </a:lnTo>
                  <a:lnTo>
                    <a:pt x="324244" y="3116972"/>
                  </a:lnTo>
                  <a:lnTo>
                    <a:pt x="323389" y="3116972"/>
                  </a:lnTo>
                  <a:lnTo>
                    <a:pt x="322533" y="3116972"/>
                  </a:lnTo>
                  <a:lnTo>
                    <a:pt x="321678" y="3116972"/>
                  </a:lnTo>
                  <a:lnTo>
                    <a:pt x="320822" y="3116972"/>
                  </a:lnTo>
                  <a:lnTo>
                    <a:pt x="319967" y="3116972"/>
                  </a:lnTo>
                  <a:lnTo>
                    <a:pt x="319111" y="3116972"/>
                  </a:lnTo>
                  <a:lnTo>
                    <a:pt x="318256" y="3116972"/>
                  </a:lnTo>
                  <a:lnTo>
                    <a:pt x="317400" y="3116972"/>
                  </a:lnTo>
                  <a:lnTo>
                    <a:pt x="316545" y="3116972"/>
                  </a:lnTo>
                  <a:lnTo>
                    <a:pt x="315689" y="3116972"/>
                  </a:lnTo>
                  <a:lnTo>
                    <a:pt x="314834" y="3116972"/>
                  </a:lnTo>
                  <a:lnTo>
                    <a:pt x="313978" y="3116972"/>
                  </a:lnTo>
                  <a:lnTo>
                    <a:pt x="313122" y="3116972"/>
                  </a:lnTo>
                  <a:lnTo>
                    <a:pt x="312267" y="3116972"/>
                  </a:lnTo>
                  <a:lnTo>
                    <a:pt x="311411" y="3116972"/>
                  </a:lnTo>
                  <a:lnTo>
                    <a:pt x="310556" y="3116972"/>
                  </a:lnTo>
                  <a:lnTo>
                    <a:pt x="309700" y="3116972"/>
                  </a:lnTo>
                  <a:lnTo>
                    <a:pt x="308845" y="3116972"/>
                  </a:lnTo>
                  <a:lnTo>
                    <a:pt x="307989" y="3116972"/>
                  </a:lnTo>
                  <a:lnTo>
                    <a:pt x="307134" y="3116972"/>
                  </a:lnTo>
                  <a:lnTo>
                    <a:pt x="306278" y="3116972"/>
                  </a:lnTo>
                  <a:lnTo>
                    <a:pt x="305423" y="3116972"/>
                  </a:lnTo>
                  <a:lnTo>
                    <a:pt x="304567" y="3116972"/>
                  </a:lnTo>
                  <a:lnTo>
                    <a:pt x="303712" y="3116972"/>
                  </a:lnTo>
                  <a:lnTo>
                    <a:pt x="302856" y="3116972"/>
                  </a:lnTo>
                  <a:lnTo>
                    <a:pt x="302001" y="3116972"/>
                  </a:lnTo>
                  <a:lnTo>
                    <a:pt x="301145" y="3116972"/>
                  </a:lnTo>
                  <a:lnTo>
                    <a:pt x="300290" y="3116972"/>
                  </a:lnTo>
                  <a:lnTo>
                    <a:pt x="299434" y="3116972"/>
                  </a:lnTo>
                  <a:lnTo>
                    <a:pt x="298578" y="3116972"/>
                  </a:lnTo>
                  <a:lnTo>
                    <a:pt x="297723" y="3116972"/>
                  </a:lnTo>
                  <a:lnTo>
                    <a:pt x="296867" y="3116972"/>
                  </a:lnTo>
                  <a:lnTo>
                    <a:pt x="296012" y="3116972"/>
                  </a:lnTo>
                  <a:lnTo>
                    <a:pt x="295156" y="3116972"/>
                  </a:lnTo>
                  <a:lnTo>
                    <a:pt x="294301" y="3116972"/>
                  </a:lnTo>
                  <a:lnTo>
                    <a:pt x="293445" y="3116972"/>
                  </a:lnTo>
                  <a:lnTo>
                    <a:pt x="292590" y="3116972"/>
                  </a:lnTo>
                  <a:lnTo>
                    <a:pt x="291734" y="3116972"/>
                  </a:lnTo>
                  <a:lnTo>
                    <a:pt x="290879" y="3116972"/>
                  </a:lnTo>
                  <a:lnTo>
                    <a:pt x="290023" y="3116972"/>
                  </a:lnTo>
                  <a:lnTo>
                    <a:pt x="289168" y="3116972"/>
                  </a:lnTo>
                  <a:lnTo>
                    <a:pt x="288312" y="3116972"/>
                  </a:lnTo>
                  <a:lnTo>
                    <a:pt x="287457" y="3116972"/>
                  </a:lnTo>
                  <a:lnTo>
                    <a:pt x="286601" y="3116972"/>
                  </a:lnTo>
                  <a:lnTo>
                    <a:pt x="285746" y="3116972"/>
                  </a:lnTo>
                  <a:lnTo>
                    <a:pt x="284890" y="3116972"/>
                  </a:lnTo>
                  <a:lnTo>
                    <a:pt x="284035" y="3116972"/>
                  </a:lnTo>
                  <a:lnTo>
                    <a:pt x="283179" y="3116972"/>
                  </a:lnTo>
                  <a:lnTo>
                    <a:pt x="282323" y="3116972"/>
                  </a:lnTo>
                  <a:lnTo>
                    <a:pt x="281468" y="3116972"/>
                  </a:lnTo>
                  <a:lnTo>
                    <a:pt x="280612" y="3116972"/>
                  </a:lnTo>
                  <a:lnTo>
                    <a:pt x="279757" y="3116972"/>
                  </a:lnTo>
                  <a:lnTo>
                    <a:pt x="278901" y="3116972"/>
                  </a:lnTo>
                  <a:lnTo>
                    <a:pt x="278046" y="3116972"/>
                  </a:lnTo>
                  <a:lnTo>
                    <a:pt x="277190" y="3116972"/>
                  </a:lnTo>
                  <a:lnTo>
                    <a:pt x="276335" y="3116972"/>
                  </a:lnTo>
                  <a:lnTo>
                    <a:pt x="275479" y="3116972"/>
                  </a:lnTo>
                  <a:lnTo>
                    <a:pt x="274624" y="3116972"/>
                  </a:lnTo>
                  <a:lnTo>
                    <a:pt x="273768" y="3116972"/>
                  </a:lnTo>
                  <a:lnTo>
                    <a:pt x="272913" y="3116972"/>
                  </a:lnTo>
                  <a:lnTo>
                    <a:pt x="272057" y="3116972"/>
                  </a:lnTo>
                  <a:lnTo>
                    <a:pt x="271202" y="3116972"/>
                  </a:lnTo>
                  <a:lnTo>
                    <a:pt x="270346" y="3116972"/>
                  </a:lnTo>
                  <a:lnTo>
                    <a:pt x="269491" y="3116972"/>
                  </a:lnTo>
                  <a:lnTo>
                    <a:pt x="268635" y="3116972"/>
                  </a:lnTo>
                  <a:lnTo>
                    <a:pt x="267780" y="3116972"/>
                  </a:lnTo>
                  <a:lnTo>
                    <a:pt x="266924" y="3116972"/>
                  </a:lnTo>
                  <a:lnTo>
                    <a:pt x="266068" y="3116972"/>
                  </a:lnTo>
                  <a:lnTo>
                    <a:pt x="265213" y="3116972"/>
                  </a:lnTo>
                  <a:lnTo>
                    <a:pt x="264357" y="3116972"/>
                  </a:lnTo>
                  <a:lnTo>
                    <a:pt x="263502" y="3116972"/>
                  </a:lnTo>
                  <a:lnTo>
                    <a:pt x="262646" y="3116972"/>
                  </a:lnTo>
                  <a:lnTo>
                    <a:pt x="261791" y="3116972"/>
                  </a:lnTo>
                  <a:lnTo>
                    <a:pt x="260935" y="3116972"/>
                  </a:lnTo>
                  <a:lnTo>
                    <a:pt x="260080" y="3116972"/>
                  </a:lnTo>
                  <a:lnTo>
                    <a:pt x="259224" y="3116972"/>
                  </a:lnTo>
                  <a:lnTo>
                    <a:pt x="258369" y="3116972"/>
                  </a:lnTo>
                  <a:lnTo>
                    <a:pt x="257513" y="3116972"/>
                  </a:lnTo>
                  <a:lnTo>
                    <a:pt x="256658" y="3116972"/>
                  </a:lnTo>
                  <a:lnTo>
                    <a:pt x="255802" y="3116972"/>
                  </a:lnTo>
                  <a:lnTo>
                    <a:pt x="254947" y="3116972"/>
                  </a:lnTo>
                  <a:lnTo>
                    <a:pt x="254091" y="3116972"/>
                  </a:lnTo>
                  <a:lnTo>
                    <a:pt x="253236" y="3116972"/>
                  </a:lnTo>
                  <a:lnTo>
                    <a:pt x="252380" y="3116972"/>
                  </a:lnTo>
                  <a:lnTo>
                    <a:pt x="251524" y="3116972"/>
                  </a:lnTo>
                  <a:lnTo>
                    <a:pt x="250669" y="3116972"/>
                  </a:lnTo>
                  <a:lnTo>
                    <a:pt x="249813" y="3116972"/>
                  </a:lnTo>
                  <a:lnTo>
                    <a:pt x="248958" y="3116972"/>
                  </a:lnTo>
                  <a:lnTo>
                    <a:pt x="248102" y="3116972"/>
                  </a:lnTo>
                  <a:lnTo>
                    <a:pt x="247247" y="3116972"/>
                  </a:lnTo>
                  <a:lnTo>
                    <a:pt x="246391" y="3116972"/>
                  </a:lnTo>
                  <a:lnTo>
                    <a:pt x="245536" y="3116972"/>
                  </a:lnTo>
                  <a:lnTo>
                    <a:pt x="244680" y="3116972"/>
                  </a:lnTo>
                  <a:lnTo>
                    <a:pt x="243825" y="3116972"/>
                  </a:lnTo>
                  <a:lnTo>
                    <a:pt x="242969" y="3116972"/>
                  </a:lnTo>
                  <a:lnTo>
                    <a:pt x="242114" y="3116972"/>
                  </a:lnTo>
                  <a:lnTo>
                    <a:pt x="241258" y="3116972"/>
                  </a:lnTo>
                  <a:lnTo>
                    <a:pt x="240403" y="3116972"/>
                  </a:lnTo>
                  <a:lnTo>
                    <a:pt x="239547" y="3116972"/>
                  </a:lnTo>
                  <a:lnTo>
                    <a:pt x="238692" y="3116972"/>
                  </a:lnTo>
                  <a:lnTo>
                    <a:pt x="237836" y="3116972"/>
                  </a:lnTo>
                  <a:lnTo>
                    <a:pt x="236981" y="3116972"/>
                  </a:lnTo>
                  <a:lnTo>
                    <a:pt x="236125" y="3116972"/>
                  </a:lnTo>
                  <a:lnTo>
                    <a:pt x="235269" y="3116972"/>
                  </a:lnTo>
                  <a:lnTo>
                    <a:pt x="234414" y="3116972"/>
                  </a:lnTo>
                  <a:lnTo>
                    <a:pt x="233558" y="3116972"/>
                  </a:lnTo>
                  <a:lnTo>
                    <a:pt x="232703" y="3116972"/>
                  </a:lnTo>
                  <a:lnTo>
                    <a:pt x="231847" y="3116972"/>
                  </a:lnTo>
                  <a:lnTo>
                    <a:pt x="230992" y="3116972"/>
                  </a:lnTo>
                  <a:lnTo>
                    <a:pt x="230136" y="3116972"/>
                  </a:lnTo>
                  <a:lnTo>
                    <a:pt x="229281" y="3116972"/>
                  </a:lnTo>
                  <a:lnTo>
                    <a:pt x="228425" y="3116972"/>
                  </a:lnTo>
                  <a:lnTo>
                    <a:pt x="227570" y="3116972"/>
                  </a:lnTo>
                  <a:lnTo>
                    <a:pt x="226714" y="3116972"/>
                  </a:lnTo>
                  <a:lnTo>
                    <a:pt x="225859" y="3116972"/>
                  </a:lnTo>
                  <a:lnTo>
                    <a:pt x="225003" y="3116972"/>
                  </a:lnTo>
                  <a:lnTo>
                    <a:pt x="224148" y="3116972"/>
                  </a:lnTo>
                  <a:lnTo>
                    <a:pt x="223292" y="3116972"/>
                  </a:lnTo>
                  <a:lnTo>
                    <a:pt x="222437" y="3116972"/>
                  </a:lnTo>
                  <a:lnTo>
                    <a:pt x="221581" y="3116972"/>
                  </a:lnTo>
                  <a:lnTo>
                    <a:pt x="220726" y="3116972"/>
                  </a:lnTo>
                  <a:lnTo>
                    <a:pt x="219870" y="3116972"/>
                  </a:lnTo>
                  <a:lnTo>
                    <a:pt x="219014" y="3116972"/>
                  </a:lnTo>
                  <a:lnTo>
                    <a:pt x="218159" y="3116972"/>
                  </a:lnTo>
                  <a:lnTo>
                    <a:pt x="217303" y="3116972"/>
                  </a:lnTo>
                  <a:lnTo>
                    <a:pt x="216448" y="3116972"/>
                  </a:lnTo>
                  <a:lnTo>
                    <a:pt x="215592" y="3116972"/>
                  </a:lnTo>
                  <a:lnTo>
                    <a:pt x="214737" y="3116972"/>
                  </a:lnTo>
                  <a:lnTo>
                    <a:pt x="213881" y="3116972"/>
                  </a:lnTo>
                  <a:lnTo>
                    <a:pt x="213026" y="3116972"/>
                  </a:lnTo>
                  <a:lnTo>
                    <a:pt x="212170" y="3116972"/>
                  </a:lnTo>
                  <a:lnTo>
                    <a:pt x="211315" y="3116972"/>
                  </a:lnTo>
                  <a:lnTo>
                    <a:pt x="210459" y="3116972"/>
                  </a:lnTo>
                  <a:lnTo>
                    <a:pt x="209604" y="3116972"/>
                  </a:lnTo>
                  <a:lnTo>
                    <a:pt x="208748" y="3116972"/>
                  </a:lnTo>
                  <a:lnTo>
                    <a:pt x="207893" y="3116972"/>
                  </a:lnTo>
                  <a:lnTo>
                    <a:pt x="207037" y="3116972"/>
                  </a:lnTo>
                  <a:lnTo>
                    <a:pt x="206182" y="3116972"/>
                  </a:lnTo>
                  <a:lnTo>
                    <a:pt x="205326" y="3116972"/>
                  </a:lnTo>
                  <a:lnTo>
                    <a:pt x="204471" y="3116972"/>
                  </a:lnTo>
                  <a:lnTo>
                    <a:pt x="203615" y="3116972"/>
                  </a:lnTo>
                  <a:lnTo>
                    <a:pt x="202759" y="3116972"/>
                  </a:lnTo>
                  <a:lnTo>
                    <a:pt x="201904" y="3116972"/>
                  </a:lnTo>
                  <a:lnTo>
                    <a:pt x="201048" y="3116972"/>
                  </a:lnTo>
                  <a:lnTo>
                    <a:pt x="200193" y="3116972"/>
                  </a:lnTo>
                  <a:lnTo>
                    <a:pt x="199337" y="3116972"/>
                  </a:lnTo>
                  <a:lnTo>
                    <a:pt x="198482" y="3116972"/>
                  </a:lnTo>
                  <a:lnTo>
                    <a:pt x="197626" y="3116972"/>
                  </a:lnTo>
                  <a:lnTo>
                    <a:pt x="196771" y="3116972"/>
                  </a:lnTo>
                  <a:lnTo>
                    <a:pt x="195915" y="3116972"/>
                  </a:lnTo>
                  <a:lnTo>
                    <a:pt x="195060" y="3116972"/>
                  </a:lnTo>
                  <a:lnTo>
                    <a:pt x="194204" y="3116972"/>
                  </a:lnTo>
                  <a:lnTo>
                    <a:pt x="193349" y="3116972"/>
                  </a:lnTo>
                  <a:lnTo>
                    <a:pt x="192493" y="3116972"/>
                  </a:lnTo>
                  <a:lnTo>
                    <a:pt x="191638" y="3116972"/>
                  </a:lnTo>
                  <a:lnTo>
                    <a:pt x="190782" y="3116972"/>
                  </a:lnTo>
                  <a:lnTo>
                    <a:pt x="189927" y="3116972"/>
                  </a:lnTo>
                  <a:lnTo>
                    <a:pt x="189071" y="3116972"/>
                  </a:lnTo>
                  <a:lnTo>
                    <a:pt x="188215" y="3116972"/>
                  </a:lnTo>
                  <a:lnTo>
                    <a:pt x="187360" y="3116972"/>
                  </a:lnTo>
                  <a:lnTo>
                    <a:pt x="186504" y="3116972"/>
                  </a:lnTo>
                  <a:lnTo>
                    <a:pt x="185649" y="3116972"/>
                  </a:lnTo>
                  <a:lnTo>
                    <a:pt x="184793" y="3116972"/>
                  </a:lnTo>
                  <a:lnTo>
                    <a:pt x="183938" y="3116972"/>
                  </a:lnTo>
                  <a:lnTo>
                    <a:pt x="183082" y="3116972"/>
                  </a:lnTo>
                  <a:lnTo>
                    <a:pt x="182227" y="3116972"/>
                  </a:lnTo>
                  <a:lnTo>
                    <a:pt x="181371" y="3116972"/>
                  </a:lnTo>
                  <a:lnTo>
                    <a:pt x="180516" y="3116972"/>
                  </a:lnTo>
                  <a:lnTo>
                    <a:pt x="179660" y="3116972"/>
                  </a:lnTo>
                  <a:lnTo>
                    <a:pt x="178805" y="3116972"/>
                  </a:lnTo>
                  <a:lnTo>
                    <a:pt x="177949" y="3116972"/>
                  </a:lnTo>
                  <a:lnTo>
                    <a:pt x="177094" y="3116972"/>
                  </a:lnTo>
                  <a:lnTo>
                    <a:pt x="176238" y="3116972"/>
                  </a:lnTo>
                  <a:lnTo>
                    <a:pt x="175383" y="3116972"/>
                  </a:lnTo>
                  <a:lnTo>
                    <a:pt x="174527" y="3116972"/>
                  </a:lnTo>
                  <a:lnTo>
                    <a:pt x="173672" y="3116972"/>
                  </a:lnTo>
                  <a:lnTo>
                    <a:pt x="172816" y="3116972"/>
                  </a:lnTo>
                  <a:lnTo>
                    <a:pt x="171960" y="3116972"/>
                  </a:lnTo>
                  <a:lnTo>
                    <a:pt x="171105" y="3116972"/>
                  </a:lnTo>
                  <a:lnTo>
                    <a:pt x="170249" y="3116972"/>
                  </a:lnTo>
                  <a:lnTo>
                    <a:pt x="169394" y="3116972"/>
                  </a:lnTo>
                  <a:lnTo>
                    <a:pt x="168538" y="3116972"/>
                  </a:lnTo>
                  <a:lnTo>
                    <a:pt x="167683" y="3116972"/>
                  </a:lnTo>
                  <a:lnTo>
                    <a:pt x="166827" y="3116972"/>
                  </a:lnTo>
                  <a:lnTo>
                    <a:pt x="165972" y="3116972"/>
                  </a:lnTo>
                  <a:lnTo>
                    <a:pt x="165116" y="3116972"/>
                  </a:lnTo>
                  <a:lnTo>
                    <a:pt x="164261" y="3116972"/>
                  </a:lnTo>
                  <a:lnTo>
                    <a:pt x="163405" y="3116972"/>
                  </a:lnTo>
                  <a:lnTo>
                    <a:pt x="162550" y="3116972"/>
                  </a:lnTo>
                  <a:lnTo>
                    <a:pt x="161694" y="3116972"/>
                  </a:lnTo>
                  <a:lnTo>
                    <a:pt x="160839" y="3116972"/>
                  </a:lnTo>
                  <a:lnTo>
                    <a:pt x="159983" y="3116972"/>
                  </a:lnTo>
                  <a:lnTo>
                    <a:pt x="159128" y="3116972"/>
                  </a:lnTo>
                  <a:lnTo>
                    <a:pt x="158272" y="3116972"/>
                  </a:lnTo>
                  <a:lnTo>
                    <a:pt x="157417" y="3116972"/>
                  </a:lnTo>
                  <a:lnTo>
                    <a:pt x="156561" y="3116972"/>
                  </a:lnTo>
                  <a:lnTo>
                    <a:pt x="155705" y="3116972"/>
                  </a:lnTo>
                  <a:lnTo>
                    <a:pt x="154850" y="3116972"/>
                  </a:lnTo>
                  <a:lnTo>
                    <a:pt x="153994" y="3116972"/>
                  </a:lnTo>
                  <a:lnTo>
                    <a:pt x="153139" y="3116972"/>
                  </a:lnTo>
                  <a:lnTo>
                    <a:pt x="152283" y="3116972"/>
                  </a:lnTo>
                  <a:lnTo>
                    <a:pt x="151428" y="3116972"/>
                  </a:lnTo>
                  <a:lnTo>
                    <a:pt x="150572" y="3116972"/>
                  </a:lnTo>
                  <a:lnTo>
                    <a:pt x="149717" y="3116972"/>
                  </a:lnTo>
                  <a:lnTo>
                    <a:pt x="148861" y="3116972"/>
                  </a:lnTo>
                  <a:lnTo>
                    <a:pt x="148006" y="3116972"/>
                  </a:lnTo>
                  <a:lnTo>
                    <a:pt x="147150" y="3116972"/>
                  </a:lnTo>
                  <a:lnTo>
                    <a:pt x="146295" y="3116972"/>
                  </a:lnTo>
                  <a:lnTo>
                    <a:pt x="145439" y="3116972"/>
                  </a:lnTo>
                  <a:lnTo>
                    <a:pt x="144584" y="3116972"/>
                  </a:lnTo>
                  <a:lnTo>
                    <a:pt x="143728" y="3116972"/>
                  </a:lnTo>
                  <a:lnTo>
                    <a:pt x="142873" y="3116972"/>
                  </a:lnTo>
                  <a:lnTo>
                    <a:pt x="142017" y="3116972"/>
                  </a:lnTo>
                  <a:lnTo>
                    <a:pt x="141161" y="3116972"/>
                  </a:lnTo>
                  <a:lnTo>
                    <a:pt x="140306" y="3116972"/>
                  </a:lnTo>
                  <a:lnTo>
                    <a:pt x="139450" y="3116972"/>
                  </a:lnTo>
                  <a:lnTo>
                    <a:pt x="138595" y="3116972"/>
                  </a:lnTo>
                  <a:lnTo>
                    <a:pt x="137739" y="3116972"/>
                  </a:lnTo>
                  <a:lnTo>
                    <a:pt x="136884" y="3116972"/>
                  </a:lnTo>
                  <a:lnTo>
                    <a:pt x="136028" y="3116972"/>
                  </a:lnTo>
                  <a:lnTo>
                    <a:pt x="135173" y="3116972"/>
                  </a:lnTo>
                  <a:lnTo>
                    <a:pt x="134317" y="3116972"/>
                  </a:lnTo>
                  <a:lnTo>
                    <a:pt x="133462" y="3116972"/>
                  </a:lnTo>
                  <a:lnTo>
                    <a:pt x="132606" y="3116972"/>
                  </a:lnTo>
                  <a:lnTo>
                    <a:pt x="131751" y="3116972"/>
                  </a:lnTo>
                  <a:lnTo>
                    <a:pt x="130895" y="3116972"/>
                  </a:lnTo>
                  <a:lnTo>
                    <a:pt x="130040" y="3116972"/>
                  </a:lnTo>
                  <a:lnTo>
                    <a:pt x="129184" y="3116972"/>
                  </a:lnTo>
                  <a:lnTo>
                    <a:pt x="128329" y="3116972"/>
                  </a:lnTo>
                  <a:lnTo>
                    <a:pt x="127473" y="3116972"/>
                  </a:lnTo>
                  <a:lnTo>
                    <a:pt x="126618" y="3116972"/>
                  </a:lnTo>
                  <a:lnTo>
                    <a:pt x="125762" y="3116972"/>
                  </a:lnTo>
                  <a:lnTo>
                    <a:pt x="124906" y="3116972"/>
                  </a:lnTo>
                  <a:lnTo>
                    <a:pt x="124051" y="3116972"/>
                  </a:lnTo>
                  <a:lnTo>
                    <a:pt x="123195" y="3116972"/>
                  </a:lnTo>
                  <a:lnTo>
                    <a:pt x="122340" y="3116972"/>
                  </a:lnTo>
                  <a:lnTo>
                    <a:pt x="121484" y="3116972"/>
                  </a:lnTo>
                  <a:lnTo>
                    <a:pt x="120629" y="3116972"/>
                  </a:lnTo>
                  <a:lnTo>
                    <a:pt x="119773" y="3116972"/>
                  </a:lnTo>
                  <a:lnTo>
                    <a:pt x="118918" y="3116972"/>
                  </a:lnTo>
                  <a:lnTo>
                    <a:pt x="118062" y="3116972"/>
                  </a:lnTo>
                  <a:lnTo>
                    <a:pt x="117207" y="3116972"/>
                  </a:lnTo>
                  <a:lnTo>
                    <a:pt x="116351" y="3116972"/>
                  </a:lnTo>
                  <a:lnTo>
                    <a:pt x="115496" y="3116972"/>
                  </a:lnTo>
                  <a:lnTo>
                    <a:pt x="114640" y="3116972"/>
                  </a:lnTo>
                  <a:lnTo>
                    <a:pt x="113785" y="3116972"/>
                  </a:lnTo>
                  <a:lnTo>
                    <a:pt x="112929" y="3116972"/>
                  </a:lnTo>
                  <a:lnTo>
                    <a:pt x="112074" y="3116972"/>
                  </a:lnTo>
                  <a:lnTo>
                    <a:pt x="111218" y="3116972"/>
                  </a:lnTo>
                  <a:lnTo>
                    <a:pt x="110363" y="3116972"/>
                  </a:lnTo>
                  <a:lnTo>
                    <a:pt x="109507" y="3116972"/>
                  </a:lnTo>
                  <a:lnTo>
                    <a:pt x="108651" y="3116972"/>
                  </a:lnTo>
                  <a:lnTo>
                    <a:pt x="107796" y="3116972"/>
                  </a:lnTo>
                  <a:lnTo>
                    <a:pt x="106940" y="3116972"/>
                  </a:lnTo>
                  <a:lnTo>
                    <a:pt x="106085" y="3116972"/>
                  </a:lnTo>
                  <a:lnTo>
                    <a:pt x="105229" y="3116972"/>
                  </a:lnTo>
                  <a:lnTo>
                    <a:pt x="104374" y="3116972"/>
                  </a:lnTo>
                  <a:lnTo>
                    <a:pt x="103518" y="3116972"/>
                  </a:lnTo>
                  <a:lnTo>
                    <a:pt x="102663" y="3116972"/>
                  </a:lnTo>
                  <a:lnTo>
                    <a:pt x="101807" y="3116972"/>
                  </a:lnTo>
                  <a:lnTo>
                    <a:pt x="100952" y="3116972"/>
                  </a:lnTo>
                  <a:lnTo>
                    <a:pt x="100096" y="3116972"/>
                  </a:lnTo>
                  <a:lnTo>
                    <a:pt x="99241" y="3116972"/>
                  </a:lnTo>
                  <a:lnTo>
                    <a:pt x="98385" y="3116972"/>
                  </a:lnTo>
                  <a:lnTo>
                    <a:pt x="97530" y="3116972"/>
                  </a:lnTo>
                  <a:lnTo>
                    <a:pt x="96674" y="3116972"/>
                  </a:lnTo>
                  <a:lnTo>
                    <a:pt x="95819" y="3116972"/>
                  </a:lnTo>
                  <a:lnTo>
                    <a:pt x="94963" y="3116972"/>
                  </a:lnTo>
                  <a:lnTo>
                    <a:pt x="94107" y="3116972"/>
                  </a:lnTo>
                  <a:lnTo>
                    <a:pt x="93252" y="3116972"/>
                  </a:lnTo>
                  <a:lnTo>
                    <a:pt x="92396" y="3116972"/>
                  </a:lnTo>
                  <a:lnTo>
                    <a:pt x="91541" y="3116972"/>
                  </a:lnTo>
                  <a:lnTo>
                    <a:pt x="90685" y="3116972"/>
                  </a:lnTo>
                  <a:lnTo>
                    <a:pt x="89830" y="3116972"/>
                  </a:lnTo>
                  <a:lnTo>
                    <a:pt x="88974" y="3116972"/>
                  </a:lnTo>
                  <a:lnTo>
                    <a:pt x="88119" y="3116972"/>
                  </a:lnTo>
                  <a:lnTo>
                    <a:pt x="87263" y="3116972"/>
                  </a:lnTo>
                  <a:lnTo>
                    <a:pt x="86408" y="3116972"/>
                  </a:lnTo>
                  <a:lnTo>
                    <a:pt x="85552" y="3116972"/>
                  </a:lnTo>
                  <a:lnTo>
                    <a:pt x="84697" y="3116972"/>
                  </a:lnTo>
                  <a:lnTo>
                    <a:pt x="83841" y="3116972"/>
                  </a:lnTo>
                  <a:lnTo>
                    <a:pt x="82986" y="3116972"/>
                  </a:lnTo>
                  <a:lnTo>
                    <a:pt x="82130" y="3116972"/>
                  </a:lnTo>
                  <a:lnTo>
                    <a:pt x="81275" y="3116972"/>
                  </a:lnTo>
                  <a:lnTo>
                    <a:pt x="80419" y="3116972"/>
                  </a:lnTo>
                  <a:lnTo>
                    <a:pt x="79564" y="3116972"/>
                  </a:lnTo>
                  <a:lnTo>
                    <a:pt x="78708" y="3116972"/>
                  </a:lnTo>
                  <a:lnTo>
                    <a:pt x="77852" y="3116972"/>
                  </a:lnTo>
                  <a:lnTo>
                    <a:pt x="76997" y="3116972"/>
                  </a:lnTo>
                  <a:lnTo>
                    <a:pt x="76141" y="3116972"/>
                  </a:lnTo>
                  <a:lnTo>
                    <a:pt x="75286" y="3116972"/>
                  </a:lnTo>
                  <a:lnTo>
                    <a:pt x="74430" y="3116972"/>
                  </a:lnTo>
                  <a:lnTo>
                    <a:pt x="73575" y="3116972"/>
                  </a:lnTo>
                  <a:lnTo>
                    <a:pt x="72719" y="3116972"/>
                  </a:lnTo>
                  <a:lnTo>
                    <a:pt x="71864" y="3116972"/>
                  </a:lnTo>
                  <a:lnTo>
                    <a:pt x="71008" y="3116972"/>
                  </a:lnTo>
                  <a:lnTo>
                    <a:pt x="70153" y="3116972"/>
                  </a:lnTo>
                  <a:lnTo>
                    <a:pt x="69297" y="3116972"/>
                  </a:lnTo>
                  <a:lnTo>
                    <a:pt x="68442" y="3116972"/>
                  </a:lnTo>
                  <a:lnTo>
                    <a:pt x="67586" y="3116972"/>
                  </a:lnTo>
                  <a:lnTo>
                    <a:pt x="66731" y="3116972"/>
                  </a:lnTo>
                  <a:lnTo>
                    <a:pt x="65875" y="3116972"/>
                  </a:lnTo>
                  <a:lnTo>
                    <a:pt x="65020" y="3116972"/>
                  </a:lnTo>
                  <a:lnTo>
                    <a:pt x="64164" y="3116972"/>
                  </a:lnTo>
                  <a:lnTo>
                    <a:pt x="63309" y="3116972"/>
                  </a:lnTo>
                  <a:lnTo>
                    <a:pt x="62453" y="3116972"/>
                  </a:lnTo>
                  <a:lnTo>
                    <a:pt x="61597" y="3116972"/>
                  </a:lnTo>
                  <a:lnTo>
                    <a:pt x="60742" y="3116972"/>
                  </a:lnTo>
                  <a:lnTo>
                    <a:pt x="59886" y="3116972"/>
                  </a:lnTo>
                  <a:lnTo>
                    <a:pt x="59031" y="3116972"/>
                  </a:lnTo>
                  <a:lnTo>
                    <a:pt x="58175" y="3116972"/>
                  </a:lnTo>
                  <a:lnTo>
                    <a:pt x="57320" y="3116972"/>
                  </a:lnTo>
                  <a:lnTo>
                    <a:pt x="56464" y="3116972"/>
                  </a:lnTo>
                  <a:lnTo>
                    <a:pt x="55609" y="3116972"/>
                  </a:lnTo>
                  <a:lnTo>
                    <a:pt x="54753" y="3116972"/>
                  </a:lnTo>
                  <a:lnTo>
                    <a:pt x="53898" y="3116972"/>
                  </a:lnTo>
                  <a:lnTo>
                    <a:pt x="53042" y="3116972"/>
                  </a:lnTo>
                  <a:lnTo>
                    <a:pt x="52187" y="3116972"/>
                  </a:lnTo>
                  <a:lnTo>
                    <a:pt x="51331" y="3116972"/>
                  </a:lnTo>
                  <a:lnTo>
                    <a:pt x="50476" y="3116972"/>
                  </a:lnTo>
                  <a:lnTo>
                    <a:pt x="49620" y="3116972"/>
                  </a:lnTo>
                  <a:lnTo>
                    <a:pt x="48765" y="3116972"/>
                  </a:lnTo>
                  <a:lnTo>
                    <a:pt x="47909" y="3116972"/>
                  </a:lnTo>
                  <a:lnTo>
                    <a:pt x="47053" y="3116972"/>
                  </a:lnTo>
                  <a:lnTo>
                    <a:pt x="46198" y="3116972"/>
                  </a:lnTo>
                  <a:lnTo>
                    <a:pt x="45342" y="3116972"/>
                  </a:lnTo>
                  <a:lnTo>
                    <a:pt x="44487" y="3116972"/>
                  </a:lnTo>
                  <a:lnTo>
                    <a:pt x="43631" y="3116972"/>
                  </a:lnTo>
                  <a:lnTo>
                    <a:pt x="42776" y="3116972"/>
                  </a:lnTo>
                  <a:lnTo>
                    <a:pt x="41920" y="3116972"/>
                  </a:lnTo>
                  <a:lnTo>
                    <a:pt x="41065" y="3116972"/>
                  </a:lnTo>
                  <a:lnTo>
                    <a:pt x="40209" y="3116972"/>
                  </a:lnTo>
                  <a:lnTo>
                    <a:pt x="39354" y="3116972"/>
                  </a:lnTo>
                  <a:lnTo>
                    <a:pt x="38498" y="3116972"/>
                  </a:lnTo>
                  <a:lnTo>
                    <a:pt x="37643" y="3116972"/>
                  </a:lnTo>
                  <a:lnTo>
                    <a:pt x="36787" y="3116972"/>
                  </a:lnTo>
                  <a:lnTo>
                    <a:pt x="35932" y="3116972"/>
                  </a:lnTo>
                  <a:lnTo>
                    <a:pt x="35076" y="3116972"/>
                  </a:lnTo>
                  <a:lnTo>
                    <a:pt x="34221" y="3116972"/>
                  </a:lnTo>
                  <a:lnTo>
                    <a:pt x="33365" y="3116972"/>
                  </a:lnTo>
                  <a:lnTo>
                    <a:pt x="32510" y="3116972"/>
                  </a:lnTo>
                  <a:lnTo>
                    <a:pt x="31654" y="3116972"/>
                  </a:lnTo>
                  <a:lnTo>
                    <a:pt x="30798" y="3116972"/>
                  </a:lnTo>
                  <a:lnTo>
                    <a:pt x="29943" y="3116972"/>
                  </a:lnTo>
                  <a:lnTo>
                    <a:pt x="29087" y="3116972"/>
                  </a:lnTo>
                  <a:lnTo>
                    <a:pt x="28232" y="3116972"/>
                  </a:lnTo>
                  <a:lnTo>
                    <a:pt x="27376" y="3116972"/>
                  </a:lnTo>
                  <a:lnTo>
                    <a:pt x="26521" y="3116972"/>
                  </a:lnTo>
                  <a:lnTo>
                    <a:pt x="25665" y="3116972"/>
                  </a:lnTo>
                  <a:lnTo>
                    <a:pt x="24810" y="3116972"/>
                  </a:lnTo>
                  <a:lnTo>
                    <a:pt x="23954" y="3116972"/>
                  </a:lnTo>
                  <a:lnTo>
                    <a:pt x="23099" y="3116972"/>
                  </a:lnTo>
                  <a:lnTo>
                    <a:pt x="22243" y="3116972"/>
                  </a:lnTo>
                  <a:lnTo>
                    <a:pt x="21388" y="3116972"/>
                  </a:lnTo>
                  <a:lnTo>
                    <a:pt x="20532" y="3116972"/>
                  </a:lnTo>
                  <a:lnTo>
                    <a:pt x="19677" y="3116972"/>
                  </a:lnTo>
                  <a:lnTo>
                    <a:pt x="18821" y="3116972"/>
                  </a:lnTo>
                  <a:lnTo>
                    <a:pt x="17966" y="3116972"/>
                  </a:lnTo>
                  <a:lnTo>
                    <a:pt x="17110" y="3116972"/>
                  </a:lnTo>
                  <a:lnTo>
                    <a:pt x="16255" y="3116972"/>
                  </a:lnTo>
                  <a:lnTo>
                    <a:pt x="15399" y="3116972"/>
                  </a:lnTo>
                  <a:lnTo>
                    <a:pt x="14543" y="3116972"/>
                  </a:lnTo>
                  <a:lnTo>
                    <a:pt x="13688" y="3116972"/>
                  </a:lnTo>
                  <a:lnTo>
                    <a:pt x="12832" y="3116972"/>
                  </a:lnTo>
                  <a:lnTo>
                    <a:pt x="11977" y="3116972"/>
                  </a:lnTo>
                  <a:lnTo>
                    <a:pt x="11121" y="3116972"/>
                  </a:lnTo>
                  <a:lnTo>
                    <a:pt x="10266" y="3116972"/>
                  </a:lnTo>
                  <a:lnTo>
                    <a:pt x="9410" y="3116972"/>
                  </a:lnTo>
                  <a:lnTo>
                    <a:pt x="8555" y="3116972"/>
                  </a:lnTo>
                  <a:lnTo>
                    <a:pt x="7699" y="3116972"/>
                  </a:lnTo>
                  <a:lnTo>
                    <a:pt x="6844" y="3116972"/>
                  </a:lnTo>
                  <a:lnTo>
                    <a:pt x="5988" y="3116972"/>
                  </a:lnTo>
                  <a:lnTo>
                    <a:pt x="5133" y="3116972"/>
                  </a:lnTo>
                  <a:lnTo>
                    <a:pt x="4277" y="3116972"/>
                  </a:lnTo>
                  <a:lnTo>
                    <a:pt x="3422" y="3116972"/>
                  </a:lnTo>
                  <a:lnTo>
                    <a:pt x="2566" y="3116972"/>
                  </a:lnTo>
                  <a:lnTo>
                    <a:pt x="1711" y="3116972"/>
                  </a:lnTo>
                  <a:lnTo>
                    <a:pt x="855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94133"/>
                  </a:moveTo>
                  <a:lnTo>
                    <a:pt x="855" y="2930995"/>
                  </a:lnTo>
                  <a:lnTo>
                    <a:pt x="1711" y="2830212"/>
                  </a:lnTo>
                  <a:lnTo>
                    <a:pt x="2566" y="2831906"/>
                  </a:lnTo>
                  <a:lnTo>
                    <a:pt x="3422" y="2905801"/>
                  </a:lnTo>
                  <a:lnTo>
                    <a:pt x="4277" y="2944968"/>
                  </a:lnTo>
                  <a:lnTo>
                    <a:pt x="5133" y="2914234"/>
                  </a:lnTo>
                  <a:lnTo>
                    <a:pt x="5988" y="2862814"/>
                  </a:lnTo>
                  <a:lnTo>
                    <a:pt x="6844" y="2853603"/>
                  </a:lnTo>
                  <a:lnTo>
                    <a:pt x="7699" y="2897493"/>
                  </a:lnTo>
                  <a:lnTo>
                    <a:pt x="8555" y="2844648"/>
                  </a:lnTo>
                  <a:lnTo>
                    <a:pt x="9410" y="2776940"/>
                  </a:lnTo>
                  <a:lnTo>
                    <a:pt x="10266" y="2809524"/>
                  </a:lnTo>
                  <a:lnTo>
                    <a:pt x="11121" y="2924929"/>
                  </a:lnTo>
                  <a:lnTo>
                    <a:pt x="11977" y="3010838"/>
                  </a:lnTo>
                  <a:lnTo>
                    <a:pt x="12832" y="2964254"/>
                  </a:lnTo>
                  <a:lnTo>
                    <a:pt x="13688" y="2991124"/>
                  </a:lnTo>
                  <a:lnTo>
                    <a:pt x="14543" y="3013074"/>
                  </a:lnTo>
                  <a:lnTo>
                    <a:pt x="15399" y="2965695"/>
                  </a:lnTo>
                  <a:lnTo>
                    <a:pt x="16255" y="2893067"/>
                  </a:lnTo>
                  <a:lnTo>
                    <a:pt x="17110" y="2856099"/>
                  </a:lnTo>
                  <a:lnTo>
                    <a:pt x="17966" y="2865443"/>
                  </a:lnTo>
                  <a:lnTo>
                    <a:pt x="18821" y="2865335"/>
                  </a:lnTo>
                  <a:lnTo>
                    <a:pt x="19677" y="2903947"/>
                  </a:lnTo>
                  <a:lnTo>
                    <a:pt x="20532" y="2949476"/>
                  </a:lnTo>
                  <a:lnTo>
                    <a:pt x="21388" y="2967790"/>
                  </a:lnTo>
                  <a:lnTo>
                    <a:pt x="22243" y="2986970"/>
                  </a:lnTo>
                  <a:lnTo>
                    <a:pt x="23099" y="3002745"/>
                  </a:lnTo>
                  <a:lnTo>
                    <a:pt x="23954" y="2987745"/>
                  </a:lnTo>
                  <a:lnTo>
                    <a:pt x="24810" y="2973696"/>
                  </a:lnTo>
                  <a:lnTo>
                    <a:pt x="25665" y="2973697"/>
                  </a:lnTo>
                  <a:lnTo>
                    <a:pt x="26521" y="2969384"/>
                  </a:lnTo>
                  <a:lnTo>
                    <a:pt x="27376" y="2920170"/>
                  </a:lnTo>
                  <a:lnTo>
                    <a:pt x="28232" y="2909659"/>
                  </a:lnTo>
                  <a:lnTo>
                    <a:pt x="29087" y="2944239"/>
                  </a:lnTo>
                  <a:lnTo>
                    <a:pt x="29943" y="2958291"/>
                  </a:lnTo>
                  <a:lnTo>
                    <a:pt x="30798" y="2958291"/>
                  </a:lnTo>
                  <a:lnTo>
                    <a:pt x="31654" y="2962605"/>
                  </a:lnTo>
                  <a:lnTo>
                    <a:pt x="32510" y="3014263"/>
                  </a:lnTo>
                  <a:lnTo>
                    <a:pt x="33365" y="3055826"/>
                  </a:lnTo>
                  <a:lnTo>
                    <a:pt x="34221" y="3062328"/>
                  </a:lnTo>
                  <a:lnTo>
                    <a:pt x="35076" y="3062328"/>
                  </a:lnTo>
                  <a:lnTo>
                    <a:pt x="35932" y="3035899"/>
                  </a:lnTo>
                  <a:lnTo>
                    <a:pt x="36787" y="2975830"/>
                  </a:lnTo>
                  <a:lnTo>
                    <a:pt x="37643" y="2938823"/>
                  </a:lnTo>
                  <a:lnTo>
                    <a:pt x="38498" y="2911302"/>
                  </a:lnTo>
                  <a:lnTo>
                    <a:pt x="39354" y="2859602"/>
                  </a:lnTo>
                  <a:lnTo>
                    <a:pt x="40209" y="2840613"/>
                  </a:lnTo>
                  <a:lnTo>
                    <a:pt x="41065" y="2942102"/>
                  </a:lnTo>
                  <a:lnTo>
                    <a:pt x="41920" y="3015991"/>
                  </a:lnTo>
                  <a:lnTo>
                    <a:pt x="42776" y="3050355"/>
                  </a:lnTo>
                  <a:lnTo>
                    <a:pt x="43631" y="3116972"/>
                  </a:lnTo>
                  <a:lnTo>
                    <a:pt x="43631" y="3116972"/>
                  </a:lnTo>
                  <a:lnTo>
                    <a:pt x="44487" y="3116972"/>
                  </a:lnTo>
                  <a:lnTo>
                    <a:pt x="45342" y="3116972"/>
                  </a:lnTo>
                  <a:lnTo>
                    <a:pt x="46198" y="3116972"/>
                  </a:lnTo>
                  <a:lnTo>
                    <a:pt x="47053" y="3116972"/>
                  </a:lnTo>
                  <a:lnTo>
                    <a:pt x="47909" y="3116972"/>
                  </a:lnTo>
                  <a:lnTo>
                    <a:pt x="48765" y="3116972"/>
                  </a:lnTo>
                  <a:lnTo>
                    <a:pt x="49620" y="3023597"/>
                  </a:lnTo>
                  <a:lnTo>
                    <a:pt x="50476" y="2957827"/>
                  </a:lnTo>
                  <a:lnTo>
                    <a:pt x="51331" y="2885549"/>
                  </a:lnTo>
                  <a:lnTo>
                    <a:pt x="52187" y="2880373"/>
                  </a:lnTo>
                  <a:lnTo>
                    <a:pt x="53042" y="2872264"/>
                  </a:lnTo>
                  <a:lnTo>
                    <a:pt x="53898" y="2803289"/>
                  </a:lnTo>
                  <a:lnTo>
                    <a:pt x="54753" y="2705957"/>
                  </a:lnTo>
                  <a:lnTo>
                    <a:pt x="55609" y="2629511"/>
                  </a:lnTo>
                  <a:lnTo>
                    <a:pt x="56464" y="2635379"/>
                  </a:lnTo>
                  <a:lnTo>
                    <a:pt x="57320" y="2685598"/>
                  </a:lnTo>
                  <a:lnTo>
                    <a:pt x="58175" y="2771525"/>
                  </a:lnTo>
                  <a:lnTo>
                    <a:pt x="59031" y="2842657"/>
                  </a:lnTo>
                  <a:lnTo>
                    <a:pt x="59886" y="2939989"/>
                  </a:lnTo>
                  <a:lnTo>
                    <a:pt x="60742" y="3032283"/>
                  </a:lnTo>
                  <a:lnTo>
                    <a:pt x="61597" y="3072475"/>
                  </a:lnTo>
                  <a:lnTo>
                    <a:pt x="62453" y="3081211"/>
                  </a:lnTo>
                  <a:lnTo>
                    <a:pt x="63309" y="3095470"/>
                  </a:lnTo>
                  <a:lnTo>
                    <a:pt x="64164" y="3116972"/>
                  </a:lnTo>
                  <a:lnTo>
                    <a:pt x="64164" y="3116972"/>
                  </a:lnTo>
                  <a:lnTo>
                    <a:pt x="65020" y="3116972"/>
                  </a:lnTo>
                  <a:lnTo>
                    <a:pt x="65875" y="3116972"/>
                  </a:lnTo>
                  <a:lnTo>
                    <a:pt x="66731" y="3116972"/>
                  </a:lnTo>
                  <a:lnTo>
                    <a:pt x="67586" y="3116972"/>
                  </a:lnTo>
                  <a:lnTo>
                    <a:pt x="68442" y="3116972"/>
                  </a:lnTo>
                  <a:lnTo>
                    <a:pt x="69297" y="3077863"/>
                  </a:lnTo>
                  <a:lnTo>
                    <a:pt x="70153" y="3039950"/>
                  </a:lnTo>
                  <a:lnTo>
                    <a:pt x="71008" y="3060552"/>
                  </a:lnTo>
                  <a:lnTo>
                    <a:pt x="71864" y="3116972"/>
                  </a:lnTo>
                  <a:lnTo>
                    <a:pt x="71864" y="3116972"/>
                  </a:lnTo>
                  <a:lnTo>
                    <a:pt x="72719" y="3093238"/>
                  </a:lnTo>
                  <a:lnTo>
                    <a:pt x="73575" y="3049647"/>
                  </a:lnTo>
                  <a:lnTo>
                    <a:pt x="74430" y="3071380"/>
                  </a:lnTo>
                  <a:lnTo>
                    <a:pt x="75286" y="3113004"/>
                  </a:lnTo>
                  <a:lnTo>
                    <a:pt x="76141" y="3092401"/>
                  </a:lnTo>
                  <a:lnTo>
                    <a:pt x="76997" y="3035557"/>
                  </a:lnTo>
                  <a:lnTo>
                    <a:pt x="77852" y="3056543"/>
                  </a:lnTo>
                  <a:lnTo>
                    <a:pt x="78708" y="3036377"/>
                  </a:lnTo>
                  <a:lnTo>
                    <a:pt x="79564" y="2981989"/>
                  </a:lnTo>
                  <a:lnTo>
                    <a:pt x="80419" y="2943835"/>
                  </a:lnTo>
                  <a:lnTo>
                    <a:pt x="81275" y="2943836"/>
                  </a:lnTo>
                  <a:lnTo>
                    <a:pt x="82130" y="2943837"/>
                  </a:lnTo>
                  <a:lnTo>
                    <a:pt x="82986" y="2945002"/>
                  </a:lnTo>
                  <a:lnTo>
                    <a:pt x="83841" y="2995112"/>
                  </a:lnTo>
                  <a:lnTo>
                    <a:pt x="84697" y="3026583"/>
                  </a:lnTo>
                  <a:lnTo>
                    <a:pt x="85552" y="3026997"/>
                  </a:lnTo>
                  <a:lnTo>
                    <a:pt x="86408" y="3007846"/>
                  </a:lnTo>
                  <a:lnTo>
                    <a:pt x="87263" y="3001178"/>
                  </a:lnTo>
                  <a:lnTo>
                    <a:pt x="88119" y="3016042"/>
                  </a:lnTo>
                  <a:lnTo>
                    <a:pt x="88974" y="3102939"/>
                  </a:lnTo>
                  <a:lnTo>
                    <a:pt x="89830" y="3116972"/>
                  </a:lnTo>
                  <a:lnTo>
                    <a:pt x="89830" y="3116972"/>
                  </a:lnTo>
                  <a:lnTo>
                    <a:pt x="90685" y="3116972"/>
                  </a:lnTo>
                  <a:lnTo>
                    <a:pt x="91541" y="3116972"/>
                  </a:lnTo>
                  <a:lnTo>
                    <a:pt x="92396" y="3116972"/>
                  </a:lnTo>
                  <a:lnTo>
                    <a:pt x="93252" y="3116972"/>
                  </a:lnTo>
                  <a:lnTo>
                    <a:pt x="94107" y="3116972"/>
                  </a:lnTo>
                  <a:lnTo>
                    <a:pt x="94963" y="3116972"/>
                  </a:lnTo>
                  <a:lnTo>
                    <a:pt x="95819" y="3116972"/>
                  </a:lnTo>
                  <a:lnTo>
                    <a:pt x="96674" y="3040897"/>
                  </a:lnTo>
                  <a:lnTo>
                    <a:pt x="97530" y="2977111"/>
                  </a:lnTo>
                  <a:lnTo>
                    <a:pt x="98385" y="2977111"/>
                  </a:lnTo>
                  <a:lnTo>
                    <a:pt x="99241" y="2977111"/>
                  </a:lnTo>
                  <a:lnTo>
                    <a:pt x="100096" y="2977112"/>
                  </a:lnTo>
                  <a:lnTo>
                    <a:pt x="100952" y="2979982"/>
                  </a:lnTo>
                  <a:lnTo>
                    <a:pt x="101807" y="3038465"/>
                  </a:lnTo>
                  <a:lnTo>
                    <a:pt x="102663" y="3087588"/>
                  </a:lnTo>
                  <a:lnTo>
                    <a:pt x="103518" y="3052856"/>
                  </a:lnTo>
                  <a:lnTo>
                    <a:pt x="104374" y="3032136"/>
                  </a:lnTo>
                  <a:lnTo>
                    <a:pt x="105229" y="3032138"/>
                  </a:lnTo>
                  <a:lnTo>
                    <a:pt x="106085" y="3004563"/>
                  </a:lnTo>
                  <a:lnTo>
                    <a:pt x="106940" y="2922750"/>
                  </a:lnTo>
                  <a:lnTo>
                    <a:pt x="107796" y="2843291"/>
                  </a:lnTo>
                  <a:lnTo>
                    <a:pt x="108651" y="2825952"/>
                  </a:lnTo>
                  <a:lnTo>
                    <a:pt x="109507" y="2840077"/>
                  </a:lnTo>
                  <a:lnTo>
                    <a:pt x="110363" y="2931095"/>
                  </a:lnTo>
                  <a:lnTo>
                    <a:pt x="111218" y="2973660"/>
                  </a:lnTo>
                  <a:lnTo>
                    <a:pt x="112074" y="2953539"/>
                  </a:lnTo>
                  <a:lnTo>
                    <a:pt x="112929" y="2977961"/>
                  </a:lnTo>
                  <a:lnTo>
                    <a:pt x="113785" y="3030034"/>
                  </a:lnTo>
                  <a:lnTo>
                    <a:pt x="114640" y="3019553"/>
                  </a:lnTo>
                  <a:lnTo>
                    <a:pt x="115496" y="2923870"/>
                  </a:lnTo>
                  <a:lnTo>
                    <a:pt x="116351" y="2847562"/>
                  </a:lnTo>
                  <a:lnTo>
                    <a:pt x="117207" y="2887030"/>
                  </a:lnTo>
                  <a:lnTo>
                    <a:pt x="118062" y="2850524"/>
                  </a:lnTo>
                  <a:lnTo>
                    <a:pt x="118918" y="2749212"/>
                  </a:lnTo>
                  <a:lnTo>
                    <a:pt x="119773" y="2745863"/>
                  </a:lnTo>
                  <a:lnTo>
                    <a:pt x="120629" y="2716674"/>
                  </a:lnTo>
                  <a:lnTo>
                    <a:pt x="121484" y="2685806"/>
                  </a:lnTo>
                  <a:lnTo>
                    <a:pt x="122340" y="2605179"/>
                  </a:lnTo>
                  <a:lnTo>
                    <a:pt x="123195" y="2660181"/>
                  </a:lnTo>
                  <a:lnTo>
                    <a:pt x="124051" y="2735600"/>
                  </a:lnTo>
                  <a:lnTo>
                    <a:pt x="124906" y="2829860"/>
                  </a:lnTo>
                  <a:lnTo>
                    <a:pt x="125762" y="2942628"/>
                  </a:lnTo>
                  <a:lnTo>
                    <a:pt x="126618" y="2988352"/>
                  </a:lnTo>
                  <a:lnTo>
                    <a:pt x="127473" y="3080479"/>
                  </a:lnTo>
                  <a:lnTo>
                    <a:pt x="128329" y="3059676"/>
                  </a:lnTo>
                  <a:lnTo>
                    <a:pt x="129184" y="3097731"/>
                  </a:lnTo>
                  <a:lnTo>
                    <a:pt x="130040" y="3039224"/>
                  </a:lnTo>
                  <a:lnTo>
                    <a:pt x="130895" y="2960311"/>
                  </a:lnTo>
                  <a:lnTo>
                    <a:pt x="131751" y="3006771"/>
                  </a:lnTo>
                  <a:lnTo>
                    <a:pt x="132606" y="3049463"/>
                  </a:lnTo>
                  <a:lnTo>
                    <a:pt x="133462" y="3066475"/>
                  </a:lnTo>
                  <a:lnTo>
                    <a:pt x="134317" y="3039109"/>
                  </a:lnTo>
                  <a:lnTo>
                    <a:pt x="135173" y="2980594"/>
                  </a:lnTo>
                  <a:lnTo>
                    <a:pt x="136028" y="2937208"/>
                  </a:lnTo>
                  <a:lnTo>
                    <a:pt x="136884" y="2940376"/>
                  </a:lnTo>
                  <a:lnTo>
                    <a:pt x="137739" y="2948372"/>
                  </a:lnTo>
                  <a:lnTo>
                    <a:pt x="138595" y="2927150"/>
                  </a:lnTo>
                  <a:lnTo>
                    <a:pt x="139450" y="2878344"/>
                  </a:lnTo>
                  <a:lnTo>
                    <a:pt x="140306" y="2852293"/>
                  </a:lnTo>
                  <a:lnTo>
                    <a:pt x="141161" y="2840818"/>
                  </a:lnTo>
                  <a:lnTo>
                    <a:pt x="142017" y="2830830"/>
                  </a:lnTo>
                  <a:lnTo>
                    <a:pt x="142873" y="2788328"/>
                  </a:lnTo>
                  <a:lnTo>
                    <a:pt x="143728" y="2786472"/>
                  </a:lnTo>
                  <a:lnTo>
                    <a:pt x="144584" y="2796098"/>
                  </a:lnTo>
                  <a:lnTo>
                    <a:pt x="145439" y="2781784"/>
                  </a:lnTo>
                  <a:lnTo>
                    <a:pt x="146295" y="2708561"/>
                  </a:lnTo>
                  <a:lnTo>
                    <a:pt x="147150" y="2603706"/>
                  </a:lnTo>
                  <a:lnTo>
                    <a:pt x="148006" y="2612393"/>
                  </a:lnTo>
                  <a:lnTo>
                    <a:pt x="148861" y="2668002"/>
                  </a:lnTo>
                  <a:lnTo>
                    <a:pt x="149717" y="2722386"/>
                  </a:lnTo>
                  <a:lnTo>
                    <a:pt x="150572" y="2801147"/>
                  </a:lnTo>
                  <a:lnTo>
                    <a:pt x="151428" y="2931203"/>
                  </a:lnTo>
                  <a:lnTo>
                    <a:pt x="152283" y="3055858"/>
                  </a:lnTo>
                  <a:lnTo>
                    <a:pt x="153139" y="3065306"/>
                  </a:lnTo>
                  <a:lnTo>
                    <a:pt x="153994" y="3035029"/>
                  </a:lnTo>
                  <a:lnTo>
                    <a:pt x="154850" y="3035030"/>
                  </a:lnTo>
                  <a:lnTo>
                    <a:pt x="155705" y="3047922"/>
                  </a:lnTo>
                  <a:lnTo>
                    <a:pt x="156561" y="3050341"/>
                  </a:lnTo>
                  <a:lnTo>
                    <a:pt x="157417" y="3003633"/>
                  </a:lnTo>
                  <a:lnTo>
                    <a:pt x="158272" y="2958591"/>
                  </a:lnTo>
                  <a:lnTo>
                    <a:pt x="159128" y="2942958"/>
                  </a:lnTo>
                  <a:lnTo>
                    <a:pt x="159983" y="2889955"/>
                  </a:lnTo>
                  <a:lnTo>
                    <a:pt x="160839" y="2833435"/>
                  </a:lnTo>
                  <a:lnTo>
                    <a:pt x="161694" y="2766292"/>
                  </a:lnTo>
                  <a:lnTo>
                    <a:pt x="162550" y="2791899"/>
                  </a:lnTo>
                  <a:lnTo>
                    <a:pt x="163405" y="2856183"/>
                  </a:lnTo>
                  <a:lnTo>
                    <a:pt x="164261" y="2890041"/>
                  </a:lnTo>
                  <a:lnTo>
                    <a:pt x="165116" y="2943043"/>
                  </a:lnTo>
                  <a:lnTo>
                    <a:pt x="165972" y="2991461"/>
                  </a:lnTo>
                  <a:lnTo>
                    <a:pt x="166827" y="3035461"/>
                  </a:lnTo>
                  <a:lnTo>
                    <a:pt x="167683" y="2958924"/>
                  </a:lnTo>
                  <a:lnTo>
                    <a:pt x="168538" y="2878557"/>
                  </a:lnTo>
                  <a:lnTo>
                    <a:pt x="169394" y="2823493"/>
                  </a:lnTo>
                  <a:lnTo>
                    <a:pt x="170249" y="2823495"/>
                  </a:lnTo>
                  <a:lnTo>
                    <a:pt x="171105" y="2820625"/>
                  </a:lnTo>
                  <a:lnTo>
                    <a:pt x="171960" y="2777414"/>
                  </a:lnTo>
                  <a:lnTo>
                    <a:pt x="172816" y="2799545"/>
                  </a:lnTo>
                  <a:lnTo>
                    <a:pt x="173672" y="2863789"/>
                  </a:lnTo>
                  <a:lnTo>
                    <a:pt x="174527" y="2931165"/>
                  </a:lnTo>
                  <a:lnTo>
                    <a:pt x="175383" y="2917986"/>
                  </a:lnTo>
                  <a:lnTo>
                    <a:pt x="176238" y="2925458"/>
                  </a:lnTo>
                  <a:lnTo>
                    <a:pt x="177094" y="2986853"/>
                  </a:lnTo>
                  <a:lnTo>
                    <a:pt x="177949" y="3039148"/>
                  </a:lnTo>
                  <a:lnTo>
                    <a:pt x="178805" y="3055270"/>
                  </a:lnTo>
                  <a:lnTo>
                    <a:pt x="179660" y="3045619"/>
                  </a:lnTo>
                  <a:lnTo>
                    <a:pt x="180516" y="3053954"/>
                  </a:lnTo>
                  <a:lnTo>
                    <a:pt x="181371" y="3084327"/>
                  </a:lnTo>
                  <a:lnTo>
                    <a:pt x="182227" y="3116972"/>
                  </a:lnTo>
                  <a:lnTo>
                    <a:pt x="182227" y="3116972"/>
                  </a:lnTo>
                  <a:lnTo>
                    <a:pt x="183082" y="3116972"/>
                  </a:lnTo>
                  <a:lnTo>
                    <a:pt x="183938" y="3116972"/>
                  </a:lnTo>
                  <a:lnTo>
                    <a:pt x="184793" y="3116972"/>
                  </a:lnTo>
                  <a:lnTo>
                    <a:pt x="185649" y="3074073"/>
                  </a:lnTo>
                  <a:lnTo>
                    <a:pt x="186504" y="3024259"/>
                  </a:lnTo>
                  <a:lnTo>
                    <a:pt x="187360" y="2989353"/>
                  </a:lnTo>
                  <a:lnTo>
                    <a:pt x="188215" y="2989312"/>
                  </a:lnTo>
                  <a:lnTo>
                    <a:pt x="189071" y="3013798"/>
                  </a:lnTo>
                  <a:lnTo>
                    <a:pt x="189927" y="3002334"/>
                  </a:lnTo>
                  <a:lnTo>
                    <a:pt x="190782" y="3027943"/>
                  </a:lnTo>
                  <a:lnTo>
                    <a:pt x="191638" y="3021852"/>
                  </a:lnTo>
                  <a:lnTo>
                    <a:pt x="192493" y="3074204"/>
                  </a:lnTo>
                  <a:lnTo>
                    <a:pt x="193349" y="3078795"/>
                  </a:lnTo>
                  <a:lnTo>
                    <a:pt x="194204" y="3063425"/>
                  </a:lnTo>
                  <a:lnTo>
                    <a:pt x="195060" y="3116972"/>
                  </a:lnTo>
                  <a:lnTo>
                    <a:pt x="195060" y="3116972"/>
                  </a:lnTo>
                  <a:lnTo>
                    <a:pt x="195915" y="3116972"/>
                  </a:lnTo>
                  <a:lnTo>
                    <a:pt x="196771" y="3116972"/>
                  </a:lnTo>
                  <a:lnTo>
                    <a:pt x="197626" y="3116972"/>
                  </a:lnTo>
                  <a:lnTo>
                    <a:pt x="198482" y="3116972"/>
                  </a:lnTo>
                  <a:lnTo>
                    <a:pt x="199337" y="3116972"/>
                  </a:lnTo>
                  <a:lnTo>
                    <a:pt x="200193" y="3116972"/>
                  </a:lnTo>
                  <a:lnTo>
                    <a:pt x="201048" y="3116972"/>
                  </a:lnTo>
                  <a:lnTo>
                    <a:pt x="201904" y="3116972"/>
                  </a:lnTo>
                  <a:lnTo>
                    <a:pt x="202759" y="3079429"/>
                  </a:lnTo>
                  <a:lnTo>
                    <a:pt x="203615" y="3104832"/>
                  </a:lnTo>
                  <a:lnTo>
                    <a:pt x="204471" y="3116972"/>
                  </a:lnTo>
                  <a:lnTo>
                    <a:pt x="204471" y="3116972"/>
                  </a:lnTo>
                  <a:lnTo>
                    <a:pt x="205326" y="3116972"/>
                  </a:lnTo>
                  <a:lnTo>
                    <a:pt x="206182" y="3095708"/>
                  </a:lnTo>
                  <a:lnTo>
                    <a:pt x="207037" y="3067262"/>
                  </a:lnTo>
                  <a:lnTo>
                    <a:pt x="207893" y="3116972"/>
                  </a:lnTo>
                  <a:lnTo>
                    <a:pt x="207893" y="3116972"/>
                  </a:lnTo>
                  <a:lnTo>
                    <a:pt x="208748" y="3116972"/>
                  </a:lnTo>
                  <a:lnTo>
                    <a:pt x="209604" y="3103256"/>
                  </a:lnTo>
                  <a:lnTo>
                    <a:pt x="210459" y="3096292"/>
                  </a:lnTo>
                  <a:lnTo>
                    <a:pt x="211315" y="3099723"/>
                  </a:lnTo>
                  <a:lnTo>
                    <a:pt x="212170" y="3114086"/>
                  </a:lnTo>
                  <a:lnTo>
                    <a:pt x="213026" y="3116972"/>
                  </a:lnTo>
                  <a:lnTo>
                    <a:pt x="213026" y="3116972"/>
                  </a:lnTo>
                  <a:lnTo>
                    <a:pt x="213881" y="3116972"/>
                  </a:lnTo>
                  <a:lnTo>
                    <a:pt x="214737" y="3116972"/>
                  </a:lnTo>
                  <a:lnTo>
                    <a:pt x="215592" y="3116972"/>
                  </a:lnTo>
                  <a:lnTo>
                    <a:pt x="216448" y="3116972"/>
                  </a:lnTo>
                  <a:lnTo>
                    <a:pt x="217303" y="3116972"/>
                  </a:lnTo>
                  <a:lnTo>
                    <a:pt x="218159" y="3116972"/>
                  </a:lnTo>
                  <a:lnTo>
                    <a:pt x="219014" y="3116972"/>
                  </a:lnTo>
                  <a:lnTo>
                    <a:pt x="219870" y="3116972"/>
                  </a:lnTo>
                  <a:lnTo>
                    <a:pt x="220726" y="3116972"/>
                  </a:lnTo>
                  <a:lnTo>
                    <a:pt x="221581" y="3116972"/>
                  </a:lnTo>
                  <a:lnTo>
                    <a:pt x="222437" y="3116972"/>
                  </a:lnTo>
                  <a:lnTo>
                    <a:pt x="223292" y="3116972"/>
                  </a:lnTo>
                  <a:lnTo>
                    <a:pt x="224148" y="3116972"/>
                  </a:lnTo>
                  <a:lnTo>
                    <a:pt x="225003" y="3116972"/>
                  </a:lnTo>
                  <a:lnTo>
                    <a:pt x="225859" y="3057941"/>
                  </a:lnTo>
                  <a:lnTo>
                    <a:pt x="226714" y="3116972"/>
                  </a:lnTo>
                  <a:lnTo>
                    <a:pt x="226714" y="3116972"/>
                  </a:lnTo>
                  <a:lnTo>
                    <a:pt x="227570" y="3116972"/>
                  </a:lnTo>
                  <a:lnTo>
                    <a:pt x="228425" y="3116972"/>
                  </a:lnTo>
                  <a:lnTo>
                    <a:pt x="229281" y="3116972"/>
                  </a:lnTo>
                  <a:lnTo>
                    <a:pt x="230136" y="3116972"/>
                  </a:lnTo>
                  <a:lnTo>
                    <a:pt x="230992" y="3116972"/>
                  </a:lnTo>
                  <a:lnTo>
                    <a:pt x="231847" y="3116972"/>
                  </a:lnTo>
                  <a:lnTo>
                    <a:pt x="232703" y="3116972"/>
                  </a:lnTo>
                  <a:lnTo>
                    <a:pt x="233558" y="3116972"/>
                  </a:lnTo>
                  <a:lnTo>
                    <a:pt x="234414" y="3116972"/>
                  </a:lnTo>
                  <a:lnTo>
                    <a:pt x="235269" y="3116972"/>
                  </a:lnTo>
                  <a:lnTo>
                    <a:pt x="236125" y="3116972"/>
                  </a:lnTo>
                  <a:lnTo>
                    <a:pt x="236981" y="3116389"/>
                  </a:lnTo>
                  <a:lnTo>
                    <a:pt x="237836" y="3093696"/>
                  </a:lnTo>
                  <a:lnTo>
                    <a:pt x="238692" y="3062328"/>
                  </a:lnTo>
                  <a:lnTo>
                    <a:pt x="239547" y="3062328"/>
                  </a:lnTo>
                  <a:lnTo>
                    <a:pt x="240403" y="3074539"/>
                  </a:lnTo>
                  <a:lnTo>
                    <a:pt x="241258" y="3009009"/>
                  </a:lnTo>
                  <a:lnTo>
                    <a:pt x="242114" y="3016376"/>
                  </a:lnTo>
                  <a:lnTo>
                    <a:pt x="242969" y="3056365"/>
                  </a:lnTo>
                  <a:lnTo>
                    <a:pt x="243825" y="3026802"/>
                  </a:lnTo>
                  <a:lnTo>
                    <a:pt x="244680" y="2981426"/>
                  </a:lnTo>
                  <a:lnTo>
                    <a:pt x="245536" y="2956376"/>
                  </a:lnTo>
                  <a:lnTo>
                    <a:pt x="246391" y="3021907"/>
                  </a:lnTo>
                  <a:lnTo>
                    <a:pt x="247247" y="3014540"/>
                  </a:lnTo>
                  <a:lnTo>
                    <a:pt x="248102" y="3003336"/>
                  </a:lnTo>
                  <a:lnTo>
                    <a:pt x="248958" y="3031980"/>
                  </a:lnTo>
                  <a:lnTo>
                    <a:pt x="249813" y="3030924"/>
                  </a:lnTo>
                  <a:lnTo>
                    <a:pt x="250669" y="3050118"/>
                  </a:lnTo>
                  <a:lnTo>
                    <a:pt x="251524" y="3010068"/>
                  </a:lnTo>
                  <a:lnTo>
                    <a:pt x="252380" y="2918630"/>
                  </a:lnTo>
                  <a:lnTo>
                    <a:pt x="253236" y="2861460"/>
                  </a:lnTo>
                  <a:lnTo>
                    <a:pt x="254091" y="2854195"/>
                  </a:lnTo>
                  <a:lnTo>
                    <a:pt x="254947" y="2824806"/>
                  </a:lnTo>
                  <a:lnTo>
                    <a:pt x="255802" y="2831925"/>
                  </a:lnTo>
                  <a:lnTo>
                    <a:pt x="256658" y="2872845"/>
                  </a:lnTo>
                  <a:lnTo>
                    <a:pt x="257513" y="2968517"/>
                  </a:lnTo>
                  <a:lnTo>
                    <a:pt x="258369" y="3043381"/>
                  </a:lnTo>
                  <a:lnTo>
                    <a:pt x="259224" y="3080500"/>
                  </a:lnTo>
                  <a:lnTo>
                    <a:pt x="260080" y="3116972"/>
                  </a:lnTo>
                  <a:lnTo>
                    <a:pt x="260080" y="3116972"/>
                  </a:lnTo>
                  <a:lnTo>
                    <a:pt x="260935" y="3116972"/>
                  </a:lnTo>
                  <a:lnTo>
                    <a:pt x="261791" y="3116972"/>
                  </a:lnTo>
                  <a:lnTo>
                    <a:pt x="262646" y="3088039"/>
                  </a:lnTo>
                  <a:lnTo>
                    <a:pt x="263502" y="2977068"/>
                  </a:lnTo>
                  <a:lnTo>
                    <a:pt x="264357" y="2957798"/>
                  </a:lnTo>
                  <a:lnTo>
                    <a:pt x="265213" y="2910254"/>
                  </a:lnTo>
                  <a:lnTo>
                    <a:pt x="266068" y="2913125"/>
                  </a:lnTo>
                  <a:lnTo>
                    <a:pt x="266924" y="2924564"/>
                  </a:lnTo>
                  <a:lnTo>
                    <a:pt x="267780" y="2973940"/>
                  </a:lnTo>
                  <a:lnTo>
                    <a:pt x="268635" y="3116972"/>
                  </a:lnTo>
                  <a:lnTo>
                    <a:pt x="268635" y="3116972"/>
                  </a:lnTo>
                  <a:lnTo>
                    <a:pt x="269491" y="3116972"/>
                  </a:lnTo>
                  <a:lnTo>
                    <a:pt x="270346" y="3116972"/>
                  </a:lnTo>
                  <a:lnTo>
                    <a:pt x="271202" y="3116972"/>
                  </a:lnTo>
                  <a:lnTo>
                    <a:pt x="272057" y="3116972"/>
                  </a:lnTo>
                  <a:lnTo>
                    <a:pt x="272913" y="3116972"/>
                  </a:lnTo>
                  <a:lnTo>
                    <a:pt x="273768" y="3116972"/>
                  </a:lnTo>
                  <a:lnTo>
                    <a:pt x="274624" y="3116972"/>
                  </a:lnTo>
                  <a:lnTo>
                    <a:pt x="275479" y="3116972"/>
                  </a:lnTo>
                  <a:lnTo>
                    <a:pt x="276335" y="3116972"/>
                  </a:lnTo>
                  <a:lnTo>
                    <a:pt x="277190" y="3116972"/>
                  </a:lnTo>
                  <a:lnTo>
                    <a:pt x="278046" y="3020796"/>
                  </a:lnTo>
                  <a:lnTo>
                    <a:pt x="278901" y="2874492"/>
                  </a:lnTo>
                  <a:lnTo>
                    <a:pt x="279757" y="2917797"/>
                  </a:lnTo>
                  <a:lnTo>
                    <a:pt x="280612" y="3015471"/>
                  </a:lnTo>
                  <a:lnTo>
                    <a:pt x="281468" y="3116972"/>
                  </a:lnTo>
                  <a:lnTo>
                    <a:pt x="281468" y="3116972"/>
                  </a:lnTo>
                  <a:lnTo>
                    <a:pt x="282323" y="3116972"/>
                  </a:lnTo>
                  <a:lnTo>
                    <a:pt x="283179" y="3116972"/>
                  </a:lnTo>
                  <a:lnTo>
                    <a:pt x="284035" y="3116972"/>
                  </a:lnTo>
                  <a:lnTo>
                    <a:pt x="284890" y="3116972"/>
                  </a:lnTo>
                  <a:lnTo>
                    <a:pt x="285746" y="3116972"/>
                  </a:lnTo>
                  <a:lnTo>
                    <a:pt x="286601" y="3116972"/>
                  </a:lnTo>
                  <a:lnTo>
                    <a:pt x="287457" y="3116972"/>
                  </a:lnTo>
                  <a:lnTo>
                    <a:pt x="288312" y="3116972"/>
                  </a:lnTo>
                  <a:lnTo>
                    <a:pt x="289168" y="3084245"/>
                  </a:lnTo>
                  <a:lnTo>
                    <a:pt x="290023" y="3095042"/>
                  </a:lnTo>
                  <a:lnTo>
                    <a:pt x="290879" y="3065207"/>
                  </a:lnTo>
                  <a:lnTo>
                    <a:pt x="291734" y="2937507"/>
                  </a:lnTo>
                  <a:lnTo>
                    <a:pt x="292590" y="2865023"/>
                  </a:lnTo>
                  <a:lnTo>
                    <a:pt x="293445" y="2824427"/>
                  </a:lnTo>
                  <a:lnTo>
                    <a:pt x="294301" y="2845582"/>
                  </a:lnTo>
                  <a:lnTo>
                    <a:pt x="295156" y="2814094"/>
                  </a:lnTo>
                  <a:lnTo>
                    <a:pt x="296012" y="2773170"/>
                  </a:lnTo>
                  <a:lnTo>
                    <a:pt x="296867" y="2804910"/>
                  </a:lnTo>
                  <a:lnTo>
                    <a:pt x="297723" y="2833755"/>
                  </a:lnTo>
                  <a:lnTo>
                    <a:pt x="298578" y="2874349"/>
                  </a:lnTo>
                  <a:lnTo>
                    <a:pt x="299434" y="2876650"/>
                  </a:lnTo>
                  <a:lnTo>
                    <a:pt x="300290" y="2912518"/>
                  </a:lnTo>
                  <a:lnTo>
                    <a:pt x="301145" y="2960228"/>
                  </a:lnTo>
                  <a:lnTo>
                    <a:pt x="302001" y="2938491"/>
                  </a:lnTo>
                  <a:lnTo>
                    <a:pt x="302856" y="2907599"/>
                  </a:lnTo>
                  <a:lnTo>
                    <a:pt x="303712" y="2907599"/>
                  </a:lnTo>
                  <a:lnTo>
                    <a:pt x="304567" y="2907599"/>
                  </a:lnTo>
                  <a:lnTo>
                    <a:pt x="305423" y="2907600"/>
                  </a:lnTo>
                  <a:lnTo>
                    <a:pt x="306278" y="2881853"/>
                  </a:lnTo>
                  <a:lnTo>
                    <a:pt x="307134" y="2908850"/>
                  </a:lnTo>
                  <a:lnTo>
                    <a:pt x="307989" y="2977823"/>
                  </a:lnTo>
                  <a:lnTo>
                    <a:pt x="308845" y="2978414"/>
                  </a:lnTo>
                  <a:lnTo>
                    <a:pt x="309700" y="2999668"/>
                  </a:lnTo>
                  <a:lnTo>
                    <a:pt x="310556" y="3053653"/>
                  </a:lnTo>
                  <a:lnTo>
                    <a:pt x="311411" y="3116972"/>
                  </a:lnTo>
                  <a:lnTo>
                    <a:pt x="311411" y="3116972"/>
                  </a:lnTo>
                  <a:lnTo>
                    <a:pt x="312267" y="3116972"/>
                  </a:lnTo>
                  <a:lnTo>
                    <a:pt x="313122" y="3116972"/>
                  </a:lnTo>
                  <a:lnTo>
                    <a:pt x="313978" y="3116972"/>
                  </a:lnTo>
                  <a:lnTo>
                    <a:pt x="314834" y="3116972"/>
                  </a:lnTo>
                  <a:lnTo>
                    <a:pt x="315689" y="3116972"/>
                  </a:lnTo>
                  <a:lnTo>
                    <a:pt x="316545" y="3112266"/>
                  </a:lnTo>
                  <a:lnTo>
                    <a:pt x="317400" y="2965157"/>
                  </a:lnTo>
                  <a:lnTo>
                    <a:pt x="318256" y="2927607"/>
                  </a:lnTo>
                  <a:lnTo>
                    <a:pt x="319111" y="2888770"/>
                  </a:lnTo>
                  <a:lnTo>
                    <a:pt x="319967" y="2805268"/>
                  </a:lnTo>
                  <a:lnTo>
                    <a:pt x="320822" y="2754199"/>
                  </a:lnTo>
                  <a:lnTo>
                    <a:pt x="321678" y="2769698"/>
                  </a:lnTo>
                  <a:lnTo>
                    <a:pt x="322533" y="2765490"/>
                  </a:lnTo>
                  <a:lnTo>
                    <a:pt x="323389" y="2821952"/>
                  </a:lnTo>
                  <a:lnTo>
                    <a:pt x="324244" y="2891085"/>
                  </a:lnTo>
                  <a:lnTo>
                    <a:pt x="325100" y="2991349"/>
                  </a:lnTo>
                  <a:lnTo>
                    <a:pt x="325955" y="3044959"/>
                  </a:lnTo>
                  <a:lnTo>
                    <a:pt x="326811" y="3033895"/>
                  </a:lnTo>
                  <a:lnTo>
                    <a:pt x="327666" y="3039232"/>
                  </a:lnTo>
                  <a:lnTo>
                    <a:pt x="328522" y="3007090"/>
                  </a:lnTo>
                  <a:lnTo>
                    <a:pt x="329377" y="3027112"/>
                  </a:lnTo>
                  <a:lnTo>
                    <a:pt x="330233" y="3047644"/>
                  </a:lnTo>
                  <a:lnTo>
                    <a:pt x="331089" y="3095119"/>
                  </a:lnTo>
                  <a:lnTo>
                    <a:pt x="331944" y="3116972"/>
                  </a:lnTo>
                  <a:lnTo>
                    <a:pt x="331944" y="3116972"/>
                  </a:lnTo>
                  <a:lnTo>
                    <a:pt x="332800" y="3116972"/>
                  </a:lnTo>
                  <a:lnTo>
                    <a:pt x="333655" y="3116972"/>
                  </a:lnTo>
                  <a:lnTo>
                    <a:pt x="334511" y="3098422"/>
                  </a:lnTo>
                  <a:lnTo>
                    <a:pt x="335366" y="3061064"/>
                  </a:lnTo>
                  <a:lnTo>
                    <a:pt x="336222" y="3021737"/>
                  </a:lnTo>
                  <a:lnTo>
                    <a:pt x="337077" y="2975580"/>
                  </a:lnTo>
                  <a:lnTo>
                    <a:pt x="337933" y="2935492"/>
                  </a:lnTo>
                  <a:lnTo>
                    <a:pt x="338788" y="2994751"/>
                  </a:lnTo>
                  <a:lnTo>
                    <a:pt x="339644" y="3068858"/>
                  </a:lnTo>
                  <a:lnTo>
                    <a:pt x="340499" y="3090190"/>
                  </a:lnTo>
                  <a:lnTo>
                    <a:pt x="341355" y="3096663"/>
                  </a:lnTo>
                  <a:lnTo>
                    <a:pt x="342210" y="3038199"/>
                  </a:lnTo>
                  <a:lnTo>
                    <a:pt x="343066" y="3028679"/>
                  </a:lnTo>
                  <a:lnTo>
                    <a:pt x="343921" y="3052995"/>
                  </a:lnTo>
                  <a:lnTo>
                    <a:pt x="344777" y="2979521"/>
                  </a:lnTo>
                  <a:lnTo>
                    <a:pt x="345632" y="2936565"/>
                  </a:lnTo>
                  <a:lnTo>
                    <a:pt x="346488" y="2901089"/>
                  </a:lnTo>
                  <a:lnTo>
                    <a:pt x="347344" y="2886842"/>
                  </a:lnTo>
                  <a:lnTo>
                    <a:pt x="348199" y="2888687"/>
                  </a:lnTo>
                  <a:lnTo>
                    <a:pt x="349055" y="2860042"/>
                  </a:lnTo>
                  <a:lnTo>
                    <a:pt x="349910" y="2856422"/>
                  </a:lnTo>
                  <a:lnTo>
                    <a:pt x="350766" y="2852874"/>
                  </a:lnTo>
                  <a:lnTo>
                    <a:pt x="351621" y="2868595"/>
                  </a:lnTo>
                  <a:lnTo>
                    <a:pt x="352477" y="2910831"/>
                  </a:lnTo>
                  <a:lnTo>
                    <a:pt x="353332" y="2948577"/>
                  </a:lnTo>
                  <a:lnTo>
                    <a:pt x="354188" y="2990565"/>
                  </a:lnTo>
                  <a:lnTo>
                    <a:pt x="355043" y="3044401"/>
                  </a:lnTo>
                  <a:lnTo>
                    <a:pt x="355899" y="3073533"/>
                  </a:lnTo>
                  <a:lnTo>
                    <a:pt x="356754" y="3051622"/>
                  </a:lnTo>
                  <a:lnTo>
                    <a:pt x="357610" y="3001652"/>
                  </a:lnTo>
                  <a:lnTo>
                    <a:pt x="358465" y="2989390"/>
                  </a:lnTo>
                  <a:lnTo>
                    <a:pt x="359321" y="2988221"/>
                  </a:lnTo>
                  <a:lnTo>
                    <a:pt x="360176" y="2988222"/>
                  </a:lnTo>
                  <a:lnTo>
                    <a:pt x="361032" y="2988223"/>
                  </a:lnTo>
                  <a:lnTo>
                    <a:pt x="361888" y="3006445"/>
                  </a:lnTo>
                  <a:lnTo>
                    <a:pt x="362743" y="3087065"/>
                  </a:lnTo>
                  <a:lnTo>
                    <a:pt x="363599" y="3081942"/>
                  </a:lnTo>
                  <a:lnTo>
                    <a:pt x="364454" y="3039566"/>
                  </a:lnTo>
                  <a:lnTo>
                    <a:pt x="365310" y="3068764"/>
                  </a:lnTo>
                  <a:lnTo>
                    <a:pt x="366165" y="3062185"/>
                  </a:lnTo>
                  <a:lnTo>
                    <a:pt x="367021" y="3009199"/>
                  </a:lnTo>
                  <a:lnTo>
                    <a:pt x="367876" y="2974938"/>
                  </a:lnTo>
                  <a:lnTo>
                    <a:pt x="368732" y="2989523"/>
                  </a:lnTo>
                  <a:lnTo>
                    <a:pt x="369587" y="3033064"/>
                  </a:lnTo>
                  <a:lnTo>
                    <a:pt x="370443" y="2985804"/>
                  </a:lnTo>
                  <a:lnTo>
                    <a:pt x="371298" y="2935551"/>
                  </a:lnTo>
                  <a:lnTo>
                    <a:pt x="372154" y="2914932"/>
                  </a:lnTo>
                  <a:lnTo>
                    <a:pt x="373009" y="2921330"/>
                  </a:lnTo>
                  <a:lnTo>
                    <a:pt x="373865" y="2950291"/>
                  </a:lnTo>
                  <a:lnTo>
                    <a:pt x="374720" y="2939104"/>
                  </a:lnTo>
                  <a:lnTo>
                    <a:pt x="375576" y="2906864"/>
                  </a:lnTo>
                  <a:lnTo>
                    <a:pt x="376431" y="2904505"/>
                  </a:lnTo>
                  <a:lnTo>
                    <a:pt x="377287" y="2933070"/>
                  </a:lnTo>
                  <a:lnTo>
                    <a:pt x="378143" y="2941898"/>
                  </a:lnTo>
                  <a:lnTo>
                    <a:pt x="378998" y="3005451"/>
                  </a:lnTo>
                  <a:lnTo>
                    <a:pt x="379854" y="3077998"/>
                  </a:lnTo>
                  <a:lnTo>
                    <a:pt x="380709" y="3116972"/>
                  </a:lnTo>
                  <a:lnTo>
                    <a:pt x="380709" y="3116972"/>
                  </a:lnTo>
                  <a:lnTo>
                    <a:pt x="381565" y="3116972"/>
                  </a:lnTo>
                  <a:lnTo>
                    <a:pt x="382420" y="3104120"/>
                  </a:lnTo>
                  <a:lnTo>
                    <a:pt x="383276" y="3052839"/>
                  </a:lnTo>
                  <a:lnTo>
                    <a:pt x="384131" y="2988367"/>
                  </a:lnTo>
                  <a:lnTo>
                    <a:pt x="384987" y="2973943"/>
                  </a:lnTo>
                  <a:lnTo>
                    <a:pt x="385842" y="3009832"/>
                  </a:lnTo>
                  <a:lnTo>
                    <a:pt x="386698" y="3063872"/>
                  </a:lnTo>
                  <a:lnTo>
                    <a:pt x="387553" y="3116972"/>
                  </a:lnTo>
                  <a:lnTo>
                    <a:pt x="387553" y="3116972"/>
                  </a:lnTo>
                  <a:lnTo>
                    <a:pt x="388409" y="3116972"/>
                  </a:lnTo>
                  <a:lnTo>
                    <a:pt x="389264" y="3116972"/>
                  </a:lnTo>
                  <a:lnTo>
                    <a:pt x="390120" y="3056782"/>
                  </a:lnTo>
                  <a:lnTo>
                    <a:pt x="390975" y="3007322"/>
                  </a:lnTo>
                  <a:lnTo>
                    <a:pt x="391831" y="2990567"/>
                  </a:lnTo>
                  <a:lnTo>
                    <a:pt x="392686" y="3069365"/>
                  </a:lnTo>
                  <a:lnTo>
                    <a:pt x="393542" y="3082370"/>
                  </a:lnTo>
                  <a:lnTo>
                    <a:pt x="394398" y="2943505"/>
                  </a:lnTo>
                  <a:lnTo>
                    <a:pt x="395253" y="2828813"/>
                  </a:lnTo>
                  <a:lnTo>
                    <a:pt x="396109" y="2796777"/>
                  </a:lnTo>
                  <a:lnTo>
                    <a:pt x="396964" y="2744811"/>
                  </a:lnTo>
                  <a:lnTo>
                    <a:pt x="397820" y="2644443"/>
                  </a:lnTo>
                  <a:lnTo>
                    <a:pt x="398675" y="2655551"/>
                  </a:lnTo>
                  <a:lnTo>
                    <a:pt x="399531" y="2875539"/>
                  </a:lnTo>
                  <a:lnTo>
                    <a:pt x="400386" y="2933880"/>
                  </a:lnTo>
                  <a:lnTo>
                    <a:pt x="401242" y="2917061"/>
                  </a:lnTo>
                  <a:lnTo>
                    <a:pt x="402097" y="2939414"/>
                  </a:lnTo>
                  <a:lnTo>
                    <a:pt x="402953" y="2975310"/>
                  </a:lnTo>
                  <a:lnTo>
                    <a:pt x="403808" y="2994690"/>
                  </a:lnTo>
                  <a:lnTo>
                    <a:pt x="404664" y="2992580"/>
                  </a:lnTo>
                  <a:lnTo>
                    <a:pt x="405519" y="3104571"/>
                  </a:lnTo>
                  <a:lnTo>
                    <a:pt x="406375" y="3116972"/>
                  </a:lnTo>
                  <a:lnTo>
                    <a:pt x="406375" y="3116972"/>
                  </a:lnTo>
                  <a:lnTo>
                    <a:pt x="407230" y="3116972"/>
                  </a:lnTo>
                  <a:lnTo>
                    <a:pt x="408086" y="3103746"/>
                  </a:lnTo>
                  <a:lnTo>
                    <a:pt x="408942" y="3040065"/>
                  </a:lnTo>
                  <a:lnTo>
                    <a:pt x="409797" y="2948229"/>
                  </a:lnTo>
                  <a:lnTo>
                    <a:pt x="410653" y="2841033"/>
                  </a:lnTo>
                  <a:lnTo>
                    <a:pt x="411508" y="2786384"/>
                  </a:lnTo>
                  <a:lnTo>
                    <a:pt x="412364" y="2784869"/>
                  </a:lnTo>
                  <a:lnTo>
                    <a:pt x="413219" y="2797833"/>
                  </a:lnTo>
                  <a:lnTo>
                    <a:pt x="414075" y="2783687"/>
                  </a:lnTo>
                  <a:lnTo>
                    <a:pt x="414930" y="2811621"/>
                  </a:lnTo>
                  <a:lnTo>
                    <a:pt x="415786" y="2914639"/>
                  </a:lnTo>
                  <a:lnTo>
                    <a:pt x="416641" y="3027446"/>
                  </a:lnTo>
                  <a:lnTo>
                    <a:pt x="417497" y="3104322"/>
                  </a:lnTo>
                  <a:lnTo>
                    <a:pt x="418352" y="3113124"/>
                  </a:lnTo>
                  <a:lnTo>
                    <a:pt x="419208" y="3116972"/>
                  </a:lnTo>
                  <a:lnTo>
                    <a:pt x="419208" y="3116972"/>
                  </a:lnTo>
                  <a:lnTo>
                    <a:pt x="420063" y="3116972"/>
                  </a:lnTo>
                  <a:lnTo>
                    <a:pt x="420919" y="3116972"/>
                  </a:lnTo>
                  <a:lnTo>
                    <a:pt x="421774" y="3099298"/>
                  </a:lnTo>
                  <a:lnTo>
                    <a:pt x="422630" y="3045236"/>
                  </a:lnTo>
                  <a:lnTo>
                    <a:pt x="423485" y="3025159"/>
                  </a:lnTo>
                  <a:lnTo>
                    <a:pt x="424341" y="2963544"/>
                  </a:lnTo>
                  <a:lnTo>
                    <a:pt x="425197" y="2918584"/>
                  </a:lnTo>
                  <a:lnTo>
                    <a:pt x="426052" y="2824963"/>
                  </a:lnTo>
                  <a:lnTo>
                    <a:pt x="426908" y="2793497"/>
                  </a:lnTo>
                  <a:lnTo>
                    <a:pt x="427763" y="2820899"/>
                  </a:lnTo>
                  <a:lnTo>
                    <a:pt x="428619" y="2873385"/>
                  </a:lnTo>
                  <a:lnTo>
                    <a:pt x="429474" y="2913828"/>
                  </a:lnTo>
                  <a:lnTo>
                    <a:pt x="430330" y="2903306"/>
                  </a:lnTo>
                  <a:lnTo>
                    <a:pt x="431185" y="2937135"/>
                  </a:lnTo>
                  <a:lnTo>
                    <a:pt x="432041" y="2961739"/>
                  </a:lnTo>
                  <a:lnTo>
                    <a:pt x="432896" y="2961740"/>
                  </a:lnTo>
                  <a:lnTo>
                    <a:pt x="433752" y="2961740"/>
                  </a:lnTo>
                  <a:lnTo>
                    <a:pt x="434607" y="2961742"/>
                  </a:lnTo>
                  <a:lnTo>
                    <a:pt x="435463" y="3001668"/>
                  </a:lnTo>
                  <a:lnTo>
                    <a:pt x="436318" y="3008367"/>
                  </a:lnTo>
                  <a:lnTo>
                    <a:pt x="437174" y="2988519"/>
                  </a:lnTo>
                  <a:lnTo>
                    <a:pt x="438029" y="2978593"/>
                  </a:lnTo>
                  <a:lnTo>
                    <a:pt x="438885" y="2965677"/>
                  </a:lnTo>
                  <a:lnTo>
                    <a:pt x="439740" y="2998969"/>
                  </a:lnTo>
                  <a:lnTo>
                    <a:pt x="440596" y="3017991"/>
                  </a:lnTo>
                  <a:lnTo>
                    <a:pt x="441452" y="3064134"/>
                  </a:lnTo>
                  <a:lnTo>
                    <a:pt x="442307" y="3077591"/>
                  </a:lnTo>
                  <a:lnTo>
                    <a:pt x="443163" y="3116972"/>
                  </a:lnTo>
                  <a:lnTo>
                    <a:pt x="443163" y="3116972"/>
                  </a:lnTo>
                  <a:lnTo>
                    <a:pt x="444018" y="3116972"/>
                  </a:lnTo>
                  <a:lnTo>
                    <a:pt x="444874" y="3116972"/>
                  </a:lnTo>
                  <a:lnTo>
                    <a:pt x="445729" y="3116972"/>
                  </a:lnTo>
                  <a:lnTo>
                    <a:pt x="446585" y="3116972"/>
                  </a:lnTo>
                  <a:lnTo>
                    <a:pt x="447440" y="3116972"/>
                  </a:lnTo>
                  <a:lnTo>
                    <a:pt x="448296" y="3077383"/>
                  </a:lnTo>
                  <a:lnTo>
                    <a:pt x="449151" y="2927419"/>
                  </a:lnTo>
                  <a:lnTo>
                    <a:pt x="450007" y="2868043"/>
                  </a:lnTo>
                  <a:lnTo>
                    <a:pt x="450862" y="2840145"/>
                  </a:lnTo>
                  <a:lnTo>
                    <a:pt x="451718" y="2846368"/>
                  </a:lnTo>
                  <a:lnTo>
                    <a:pt x="452573" y="2851930"/>
                  </a:lnTo>
                  <a:lnTo>
                    <a:pt x="453429" y="2880829"/>
                  </a:lnTo>
                  <a:lnTo>
                    <a:pt x="454284" y="2946456"/>
                  </a:lnTo>
                  <a:lnTo>
                    <a:pt x="455140" y="2906698"/>
                  </a:lnTo>
                  <a:lnTo>
                    <a:pt x="455995" y="2883343"/>
                  </a:lnTo>
                  <a:lnTo>
                    <a:pt x="456851" y="2862453"/>
                  </a:lnTo>
                  <a:lnTo>
                    <a:pt x="457707" y="2841840"/>
                  </a:lnTo>
                  <a:lnTo>
                    <a:pt x="458562" y="2844634"/>
                  </a:lnTo>
                  <a:lnTo>
                    <a:pt x="459418" y="2851781"/>
                  </a:lnTo>
                  <a:lnTo>
                    <a:pt x="460273" y="2931049"/>
                  </a:lnTo>
                  <a:lnTo>
                    <a:pt x="461129" y="2958219"/>
                  </a:lnTo>
                  <a:lnTo>
                    <a:pt x="461984" y="2962094"/>
                  </a:lnTo>
                  <a:lnTo>
                    <a:pt x="462840" y="2947830"/>
                  </a:lnTo>
                  <a:lnTo>
                    <a:pt x="463695" y="2883312"/>
                  </a:lnTo>
                  <a:lnTo>
                    <a:pt x="464551" y="2891926"/>
                  </a:lnTo>
                  <a:lnTo>
                    <a:pt x="465406" y="2894397"/>
                  </a:lnTo>
                  <a:lnTo>
                    <a:pt x="466262" y="2853599"/>
                  </a:lnTo>
                  <a:lnTo>
                    <a:pt x="467117" y="2718529"/>
                  </a:lnTo>
                  <a:lnTo>
                    <a:pt x="467973" y="2659668"/>
                  </a:lnTo>
                  <a:lnTo>
                    <a:pt x="468828" y="2675810"/>
                  </a:lnTo>
                  <a:lnTo>
                    <a:pt x="469684" y="2704987"/>
                  </a:lnTo>
                  <a:lnTo>
                    <a:pt x="470539" y="2685837"/>
                  </a:lnTo>
                  <a:lnTo>
                    <a:pt x="471395" y="2720083"/>
                  </a:lnTo>
                  <a:lnTo>
                    <a:pt x="472251" y="2898966"/>
                  </a:lnTo>
                  <a:lnTo>
                    <a:pt x="473106" y="3019884"/>
                  </a:lnTo>
                  <a:lnTo>
                    <a:pt x="473962" y="3106279"/>
                  </a:lnTo>
                  <a:lnTo>
                    <a:pt x="474817" y="3101058"/>
                  </a:lnTo>
                  <a:lnTo>
                    <a:pt x="475673" y="3039650"/>
                  </a:lnTo>
                  <a:lnTo>
                    <a:pt x="476528" y="2948709"/>
                  </a:lnTo>
                  <a:lnTo>
                    <a:pt x="477384" y="2850418"/>
                  </a:lnTo>
                  <a:lnTo>
                    <a:pt x="478239" y="2766012"/>
                  </a:lnTo>
                  <a:lnTo>
                    <a:pt x="479095" y="2663200"/>
                  </a:lnTo>
                  <a:lnTo>
                    <a:pt x="479950" y="2616045"/>
                  </a:lnTo>
                  <a:lnTo>
                    <a:pt x="480806" y="2708834"/>
                  </a:lnTo>
                  <a:lnTo>
                    <a:pt x="481661" y="2823388"/>
                  </a:lnTo>
                  <a:lnTo>
                    <a:pt x="482517" y="2934792"/>
                  </a:lnTo>
                  <a:lnTo>
                    <a:pt x="483372" y="3024094"/>
                  </a:lnTo>
                  <a:lnTo>
                    <a:pt x="484228" y="3116972"/>
                  </a:lnTo>
                  <a:lnTo>
                    <a:pt x="484228" y="3116972"/>
                  </a:lnTo>
                  <a:lnTo>
                    <a:pt x="485083" y="3116972"/>
                  </a:lnTo>
                  <a:lnTo>
                    <a:pt x="485939" y="3110894"/>
                  </a:lnTo>
                  <a:lnTo>
                    <a:pt x="486794" y="3068054"/>
                  </a:lnTo>
                  <a:lnTo>
                    <a:pt x="487650" y="3016943"/>
                  </a:lnTo>
                  <a:lnTo>
                    <a:pt x="488506" y="2963617"/>
                  </a:lnTo>
                  <a:lnTo>
                    <a:pt x="489361" y="2846433"/>
                  </a:lnTo>
                  <a:lnTo>
                    <a:pt x="490217" y="2735943"/>
                  </a:lnTo>
                  <a:lnTo>
                    <a:pt x="491072" y="2782160"/>
                  </a:lnTo>
                  <a:lnTo>
                    <a:pt x="491928" y="2828841"/>
                  </a:lnTo>
                  <a:lnTo>
                    <a:pt x="492783" y="2811126"/>
                  </a:lnTo>
                  <a:lnTo>
                    <a:pt x="493639" y="2765703"/>
                  </a:lnTo>
                  <a:lnTo>
                    <a:pt x="494494" y="2771383"/>
                  </a:lnTo>
                  <a:lnTo>
                    <a:pt x="495350" y="2813693"/>
                  </a:lnTo>
                  <a:lnTo>
                    <a:pt x="496205" y="2779612"/>
                  </a:lnTo>
                  <a:lnTo>
                    <a:pt x="497061" y="2692581"/>
                  </a:lnTo>
                  <a:lnTo>
                    <a:pt x="497916" y="2608646"/>
                  </a:lnTo>
                  <a:lnTo>
                    <a:pt x="498772" y="2659460"/>
                  </a:lnTo>
                  <a:lnTo>
                    <a:pt x="499627" y="2751387"/>
                  </a:lnTo>
                  <a:lnTo>
                    <a:pt x="500483" y="2828703"/>
                  </a:lnTo>
                  <a:lnTo>
                    <a:pt x="501338" y="2888326"/>
                  </a:lnTo>
                  <a:lnTo>
                    <a:pt x="502194" y="2954456"/>
                  </a:lnTo>
                  <a:lnTo>
                    <a:pt x="503049" y="3050294"/>
                  </a:lnTo>
                  <a:lnTo>
                    <a:pt x="503905" y="3037168"/>
                  </a:lnTo>
                  <a:lnTo>
                    <a:pt x="504761" y="2964056"/>
                  </a:lnTo>
                  <a:lnTo>
                    <a:pt x="505616" y="2906405"/>
                  </a:lnTo>
                  <a:lnTo>
                    <a:pt x="506472" y="2896792"/>
                  </a:lnTo>
                  <a:lnTo>
                    <a:pt x="507327" y="2873359"/>
                  </a:lnTo>
                  <a:lnTo>
                    <a:pt x="508183" y="2867896"/>
                  </a:lnTo>
                  <a:lnTo>
                    <a:pt x="509038" y="2837941"/>
                  </a:lnTo>
                  <a:lnTo>
                    <a:pt x="509894" y="2811301"/>
                  </a:lnTo>
                  <a:lnTo>
                    <a:pt x="510749" y="2868919"/>
                  </a:lnTo>
                  <a:lnTo>
                    <a:pt x="511605" y="2878532"/>
                  </a:lnTo>
                  <a:lnTo>
                    <a:pt x="512460" y="2898632"/>
                  </a:lnTo>
                  <a:lnTo>
                    <a:pt x="513316" y="2873994"/>
                  </a:lnTo>
                  <a:lnTo>
                    <a:pt x="514171" y="2926092"/>
                  </a:lnTo>
                  <a:lnTo>
                    <a:pt x="515027" y="3038426"/>
                  </a:lnTo>
                  <a:lnTo>
                    <a:pt x="515882" y="3006002"/>
                  </a:lnTo>
                  <a:lnTo>
                    <a:pt x="516738" y="2988477"/>
                  </a:lnTo>
                  <a:lnTo>
                    <a:pt x="517593" y="2991810"/>
                  </a:lnTo>
                  <a:lnTo>
                    <a:pt x="518449" y="3021913"/>
                  </a:lnTo>
                  <a:lnTo>
                    <a:pt x="519305" y="3015009"/>
                  </a:lnTo>
                  <a:lnTo>
                    <a:pt x="520160" y="2948624"/>
                  </a:lnTo>
                  <a:lnTo>
                    <a:pt x="521016" y="2912961"/>
                  </a:lnTo>
                  <a:lnTo>
                    <a:pt x="521871" y="2893546"/>
                  </a:lnTo>
                  <a:lnTo>
                    <a:pt x="522727" y="2887045"/>
                  </a:lnTo>
                  <a:lnTo>
                    <a:pt x="523582" y="2887046"/>
                  </a:lnTo>
                  <a:lnTo>
                    <a:pt x="524438" y="2895222"/>
                  </a:lnTo>
                  <a:lnTo>
                    <a:pt x="525293" y="2942919"/>
                  </a:lnTo>
                  <a:lnTo>
                    <a:pt x="526149" y="3027087"/>
                  </a:lnTo>
                  <a:lnTo>
                    <a:pt x="527004" y="3094331"/>
                  </a:lnTo>
                  <a:lnTo>
                    <a:pt x="527860" y="3113555"/>
                  </a:lnTo>
                  <a:lnTo>
                    <a:pt x="528715" y="3070396"/>
                  </a:lnTo>
                  <a:lnTo>
                    <a:pt x="529571" y="3016091"/>
                  </a:lnTo>
                  <a:lnTo>
                    <a:pt x="530426" y="2961312"/>
                  </a:lnTo>
                  <a:lnTo>
                    <a:pt x="531282" y="2940308"/>
                  </a:lnTo>
                  <a:lnTo>
                    <a:pt x="532137" y="2935512"/>
                  </a:lnTo>
                  <a:lnTo>
                    <a:pt x="532993" y="2983579"/>
                  </a:lnTo>
                  <a:lnTo>
                    <a:pt x="533848" y="3021589"/>
                  </a:lnTo>
                  <a:lnTo>
                    <a:pt x="534704" y="3041882"/>
                  </a:lnTo>
                  <a:lnTo>
                    <a:pt x="535560" y="3103450"/>
                  </a:lnTo>
                  <a:lnTo>
                    <a:pt x="536415" y="3068895"/>
                  </a:lnTo>
                  <a:lnTo>
                    <a:pt x="537271" y="2984882"/>
                  </a:lnTo>
                  <a:lnTo>
                    <a:pt x="538126" y="2901864"/>
                  </a:lnTo>
                  <a:lnTo>
                    <a:pt x="538982" y="2907015"/>
                  </a:lnTo>
                  <a:lnTo>
                    <a:pt x="539837" y="2981606"/>
                  </a:lnTo>
                  <a:lnTo>
                    <a:pt x="540693" y="2997985"/>
                  </a:lnTo>
                  <a:lnTo>
                    <a:pt x="541548" y="3027214"/>
                  </a:lnTo>
                  <a:lnTo>
                    <a:pt x="542404" y="3046861"/>
                  </a:lnTo>
                  <a:lnTo>
                    <a:pt x="543259" y="2995389"/>
                  </a:lnTo>
                  <a:lnTo>
                    <a:pt x="544115" y="2986249"/>
                  </a:lnTo>
                  <a:lnTo>
                    <a:pt x="544970" y="2945577"/>
                  </a:lnTo>
                  <a:lnTo>
                    <a:pt x="545826" y="2885447"/>
                  </a:lnTo>
                  <a:lnTo>
                    <a:pt x="546681" y="2842898"/>
                  </a:lnTo>
                  <a:lnTo>
                    <a:pt x="547537" y="2858996"/>
                  </a:lnTo>
                  <a:lnTo>
                    <a:pt x="548392" y="2935361"/>
                  </a:lnTo>
                  <a:lnTo>
                    <a:pt x="549248" y="2926369"/>
                  </a:lnTo>
                  <a:lnTo>
                    <a:pt x="550103" y="2857615"/>
                  </a:lnTo>
                  <a:lnTo>
                    <a:pt x="550959" y="2804703"/>
                  </a:lnTo>
                  <a:lnTo>
                    <a:pt x="551815" y="2859197"/>
                  </a:lnTo>
                  <a:lnTo>
                    <a:pt x="552670" y="2879224"/>
                  </a:lnTo>
                  <a:lnTo>
                    <a:pt x="553526" y="2813360"/>
                  </a:lnTo>
                  <a:lnTo>
                    <a:pt x="554381" y="2778912"/>
                  </a:lnTo>
                  <a:lnTo>
                    <a:pt x="555237" y="2817866"/>
                  </a:lnTo>
                  <a:lnTo>
                    <a:pt x="556092" y="2851440"/>
                  </a:lnTo>
                  <a:lnTo>
                    <a:pt x="556948" y="2794874"/>
                  </a:lnTo>
                  <a:lnTo>
                    <a:pt x="557803" y="2761758"/>
                  </a:lnTo>
                  <a:lnTo>
                    <a:pt x="558659" y="2789891"/>
                  </a:lnTo>
                  <a:lnTo>
                    <a:pt x="559514" y="2829041"/>
                  </a:lnTo>
                  <a:lnTo>
                    <a:pt x="560370" y="2889787"/>
                  </a:lnTo>
                  <a:lnTo>
                    <a:pt x="561225" y="2983320"/>
                  </a:lnTo>
                  <a:lnTo>
                    <a:pt x="562081" y="3038116"/>
                  </a:lnTo>
                  <a:lnTo>
                    <a:pt x="562936" y="3044368"/>
                  </a:lnTo>
                  <a:lnTo>
                    <a:pt x="563792" y="3069225"/>
                  </a:lnTo>
                  <a:lnTo>
                    <a:pt x="564647" y="3063163"/>
                  </a:lnTo>
                  <a:lnTo>
                    <a:pt x="565503" y="3009111"/>
                  </a:lnTo>
                  <a:lnTo>
                    <a:pt x="566359" y="2936990"/>
                  </a:lnTo>
                  <a:lnTo>
                    <a:pt x="567214" y="2925983"/>
                  </a:lnTo>
                  <a:lnTo>
                    <a:pt x="568070" y="2868019"/>
                  </a:lnTo>
                  <a:lnTo>
                    <a:pt x="568925" y="2819253"/>
                  </a:lnTo>
                  <a:lnTo>
                    <a:pt x="569781" y="2838747"/>
                  </a:lnTo>
                  <a:lnTo>
                    <a:pt x="570636" y="2850085"/>
                  </a:lnTo>
                  <a:lnTo>
                    <a:pt x="571492" y="2796714"/>
                  </a:lnTo>
                  <a:lnTo>
                    <a:pt x="572347" y="2759472"/>
                  </a:lnTo>
                  <a:lnTo>
                    <a:pt x="573203" y="2857603"/>
                  </a:lnTo>
                  <a:lnTo>
                    <a:pt x="574058" y="2949975"/>
                  </a:lnTo>
                  <a:lnTo>
                    <a:pt x="574914" y="2958969"/>
                  </a:lnTo>
                  <a:lnTo>
                    <a:pt x="575769" y="2970834"/>
                  </a:lnTo>
                  <a:lnTo>
                    <a:pt x="576625" y="3059092"/>
                  </a:lnTo>
                  <a:lnTo>
                    <a:pt x="577480" y="3116972"/>
                  </a:lnTo>
                  <a:lnTo>
                    <a:pt x="577480" y="3116972"/>
                  </a:lnTo>
                  <a:lnTo>
                    <a:pt x="578336" y="3116972"/>
                  </a:lnTo>
                  <a:lnTo>
                    <a:pt x="579191" y="3116972"/>
                  </a:lnTo>
                  <a:lnTo>
                    <a:pt x="580047" y="3116972"/>
                  </a:lnTo>
                  <a:lnTo>
                    <a:pt x="580902" y="3116972"/>
                  </a:lnTo>
                  <a:lnTo>
                    <a:pt x="581758" y="3116972"/>
                  </a:lnTo>
                  <a:lnTo>
                    <a:pt x="582614" y="3102043"/>
                  </a:lnTo>
                  <a:lnTo>
                    <a:pt x="583469" y="3021815"/>
                  </a:lnTo>
                  <a:lnTo>
                    <a:pt x="584325" y="2986502"/>
                  </a:lnTo>
                  <a:lnTo>
                    <a:pt x="585180" y="2965435"/>
                  </a:lnTo>
                  <a:lnTo>
                    <a:pt x="586036" y="2909277"/>
                  </a:lnTo>
                  <a:lnTo>
                    <a:pt x="586891" y="2844230"/>
                  </a:lnTo>
                  <a:lnTo>
                    <a:pt x="587747" y="2821063"/>
                  </a:lnTo>
                  <a:lnTo>
                    <a:pt x="588602" y="2867896"/>
                  </a:lnTo>
                  <a:lnTo>
                    <a:pt x="589458" y="2894389"/>
                  </a:lnTo>
                  <a:lnTo>
                    <a:pt x="590313" y="2889981"/>
                  </a:lnTo>
                  <a:lnTo>
                    <a:pt x="591169" y="2886437"/>
                  </a:lnTo>
                  <a:lnTo>
                    <a:pt x="592024" y="2889437"/>
                  </a:lnTo>
                  <a:lnTo>
                    <a:pt x="592880" y="2906476"/>
                  </a:lnTo>
                  <a:lnTo>
                    <a:pt x="593735" y="2955216"/>
                  </a:lnTo>
                  <a:lnTo>
                    <a:pt x="594591" y="2972741"/>
                  </a:lnTo>
                  <a:lnTo>
                    <a:pt x="595446" y="2956539"/>
                  </a:lnTo>
                  <a:lnTo>
                    <a:pt x="596302" y="3005276"/>
                  </a:lnTo>
                  <a:lnTo>
                    <a:pt x="597157" y="3116972"/>
                  </a:lnTo>
                  <a:lnTo>
                    <a:pt x="597157" y="3116972"/>
                  </a:lnTo>
                  <a:lnTo>
                    <a:pt x="598013" y="3116972"/>
                  </a:lnTo>
                  <a:lnTo>
                    <a:pt x="598869" y="3097460"/>
                  </a:lnTo>
                  <a:lnTo>
                    <a:pt x="599724" y="3030240"/>
                  </a:lnTo>
                  <a:lnTo>
                    <a:pt x="600580" y="3043935"/>
                  </a:lnTo>
                  <a:lnTo>
                    <a:pt x="601435" y="3025374"/>
                  </a:lnTo>
                  <a:lnTo>
                    <a:pt x="602291" y="2922955"/>
                  </a:lnTo>
                  <a:lnTo>
                    <a:pt x="603146" y="2872244"/>
                  </a:lnTo>
                  <a:lnTo>
                    <a:pt x="604002" y="2897430"/>
                  </a:lnTo>
                  <a:lnTo>
                    <a:pt x="604857" y="2935434"/>
                  </a:lnTo>
                  <a:lnTo>
                    <a:pt x="605713" y="2919202"/>
                  </a:lnTo>
                  <a:lnTo>
                    <a:pt x="606568" y="2940731"/>
                  </a:lnTo>
                  <a:lnTo>
                    <a:pt x="607424" y="2967033"/>
                  </a:lnTo>
                  <a:lnTo>
                    <a:pt x="608279" y="2968542"/>
                  </a:lnTo>
                  <a:lnTo>
                    <a:pt x="609135" y="2985729"/>
                  </a:lnTo>
                  <a:lnTo>
                    <a:pt x="609990" y="2997423"/>
                  </a:lnTo>
                  <a:lnTo>
                    <a:pt x="610846" y="3032248"/>
                  </a:lnTo>
                  <a:lnTo>
                    <a:pt x="611701" y="3040264"/>
                  </a:lnTo>
                  <a:lnTo>
                    <a:pt x="612557" y="3053764"/>
                  </a:lnTo>
                  <a:lnTo>
                    <a:pt x="613413" y="2976219"/>
                  </a:lnTo>
                  <a:lnTo>
                    <a:pt x="614268" y="2908339"/>
                  </a:lnTo>
                  <a:lnTo>
                    <a:pt x="615124" y="2789172"/>
                  </a:lnTo>
                  <a:lnTo>
                    <a:pt x="615979" y="2639681"/>
                  </a:lnTo>
                  <a:lnTo>
                    <a:pt x="616835" y="2533173"/>
                  </a:lnTo>
                  <a:lnTo>
                    <a:pt x="617690" y="2465477"/>
                  </a:lnTo>
                  <a:lnTo>
                    <a:pt x="618546" y="2481116"/>
                  </a:lnTo>
                  <a:lnTo>
                    <a:pt x="619401" y="2546840"/>
                  </a:lnTo>
                  <a:lnTo>
                    <a:pt x="620257" y="2608255"/>
                  </a:lnTo>
                  <a:lnTo>
                    <a:pt x="621112" y="2670890"/>
                  </a:lnTo>
                  <a:lnTo>
                    <a:pt x="621968" y="2745689"/>
                  </a:lnTo>
                  <a:lnTo>
                    <a:pt x="622823" y="2796293"/>
                  </a:lnTo>
                  <a:lnTo>
                    <a:pt x="623679" y="2744573"/>
                  </a:lnTo>
                  <a:lnTo>
                    <a:pt x="624534" y="2611138"/>
                  </a:lnTo>
                  <a:lnTo>
                    <a:pt x="625390" y="2595655"/>
                  </a:lnTo>
                  <a:lnTo>
                    <a:pt x="626245" y="2595842"/>
                  </a:lnTo>
                  <a:lnTo>
                    <a:pt x="627101" y="2563115"/>
                  </a:lnTo>
                  <a:lnTo>
                    <a:pt x="627956" y="2581517"/>
                  </a:lnTo>
                  <a:lnTo>
                    <a:pt x="628812" y="2662852"/>
                  </a:lnTo>
                  <a:lnTo>
                    <a:pt x="629668" y="2671534"/>
                  </a:lnTo>
                  <a:lnTo>
                    <a:pt x="630523" y="2651666"/>
                  </a:lnTo>
                  <a:lnTo>
                    <a:pt x="631379" y="2701179"/>
                  </a:lnTo>
                  <a:lnTo>
                    <a:pt x="632234" y="2694371"/>
                  </a:lnTo>
                  <a:lnTo>
                    <a:pt x="633090" y="2597407"/>
                  </a:lnTo>
                  <a:lnTo>
                    <a:pt x="633945" y="2511725"/>
                  </a:lnTo>
                  <a:lnTo>
                    <a:pt x="634801" y="2514142"/>
                  </a:lnTo>
                  <a:lnTo>
                    <a:pt x="635656" y="2474922"/>
                  </a:lnTo>
                  <a:lnTo>
                    <a:pt x="636512" y="2354431"/>
                  </a:lnTo>
                  <a:lnTo>
                    <a:pt x="637367" y="2347422"/>
                  </a:lnTo>
                  <a:lnTo>
                    <a:pt x="638223" y="2338069"/>
                  </a:lnTo>
                  <a:lnTo>
                    <a:pt x="639078" y="2353678"/>
                  </a:lnTo>
                  <a:lnTo>
                    <a:pt x="639934" y="2395701"/>
                  </a:lnTo>
                  <a:lnTo>
                    <a:pt x="640789" y="2411100"/>
                  </a:lnTo>
                  <a:lnTo>
                    <a:pt x="641645" y="2487932"/>
                  </a:lnTo>
                  <a:lnTo>
                    <a:pt x="642500" y="2542220"/>
                  </a:lnTo>
                  <a:lnTo>
                    <a:pt x="643356" y="2609853"/>
                  </a:lnTo>
                  <a:lnTo>
                    <a:pt x="644211" y="2586739"/>
                  </a:lnTo>
                  <a:lnTo>
                    <a:pt x="645067" y="2411116"/>
                  </a:lnTo>
                  <a:lnTo>
                    <a:pt x="645923" y="2224544"/>
                  </a:lnTo>
                  <a:lnTo>
                    <a:pt x="646778" y="1993773"/>
                  </a:lnTo>
                  <a:lnTo>
                    <a:pt x="647634" y="1727898"/>
                  </a:lnTo>
                  <a:lnTo>
                    <a:pt x="648489" y="1523909"/>
                  </a:lnTo>
                  <a:lnTo>
                    <a:pt x="649345" y="1405207"/>
                  </a:lnTo>
                  <a:lnTo>
                    <a:pt x="650200" y="1398093"/>
                  </a:lnTo>
                  <a:lnTo>
                    <a:pt x="651056" y="1415318"/>
                  </a:lnTo>
                  <a:lnTo>
                    <a:pt x="651911" y="1408259"/>
                  </a:lnTo>
                  <a:lnTo>
                    <a:pt x="652767" y="1374231"/>
                  </a:lnTo>
                  <a:lnTo>
                    <a:pt x="653622" y="1285331"/>
                  </a:lnTo>
                  <a:lnTo>
                    <a:pt x="654478" y="1185403"/>
                  </a:lnTo>
                  <a:lnTo>
                    <a:pt x="655333" y="1089574"/>
                  </a:lnTo>
                  <a:lnTo>
                    <a:pt x="656189" y="1048160"/>
                  </a:lnTo>
                  <a:lnTo>
                    <a:pt x="657044" y="1136206"/>
                  </a:lnTo>
                  <a:lnTo>
                    <a:pt x="657900" y="1157566"/>
                  </a:lnTo>
                  <a:lnTo>
                    <a:pt x="658755" y="1127271"/>
                  </a:lnTo>
                  <a:lnTo>
                    <a:pt x="659611" y="1153485"/>
                  </a:lnTo>
                  <a:lnTo>
                    <a:pt x="660467" y="1345130"/>
                  </a:lnTo>
                  <a:lnTo>
                    <a:pt x="661322" y="1470178"/>
                  </a:lnTo>
                  <a:lnTo>
                    <a:pt x="662178" y="1406881"/>
                  </a:lnTo>
                  <a:lnTo>
                    <a:pt x="663033" y="1402899"/>
                  </a:lnTo>
                  <a:lnTo>
                    <a:pt x="663889" y="1532776"/>
                  </a:lnTo>
                  <a:lnTo>
                    <a:pt x="664744" y="1666885"/>
                  </a:lnTo>
                  <a:lnTo>
                    <a:pt x="665600" y="1674613"/>
                  </a:lnTo>
                  <a:lnTo>
                    <a:pt x="666455" y="1661664"/>
                  </a:lnTo>
                  <a:lnTo>
                    <a:pt x="667311" y="1695079"/>
                  </a:lnTo>
                  <a:lnTo>
                    <a:pt x="668166" y="1672269"/>
                  </a:lnTo>
                  <a:lnTo>
                    <a:pt x="669022" y="1476421"/>
                  </a:lnTo>
                  <a:lnTo>
                    <a:pt x="669877" y="1263947"/>
                  </a:lnTo>
                  <a:lnTo>
                    <a:pt x="670733" y="1068623"/>
                  </a:lnTo>
                  <a:lnTo>
                    <a:pt x="671588" y="946516"/>
                  </a:lnTo>
                  <a:lnTo>
                    <a:pt x="672444" y="915564"/>
                  </a:lnTo>
                  <a:lnTo>
                    <a:pt x="673299" y="947412"/>
                  </a:lnTo>
                  <a:lnTo>
                    <a:pt x="674155" y="1076000"/>
                  </a:lnTo>
                  <a:lnTo>
                    <a:pt x="675010" y="1126791"/>
                  </a:lnTo>
                  <a:lnTo>
                    <a:pt x="675866" y="1129970"/>
                  </a:lnTo>
                  <a:lnTo>
                    <a:pt x="676722" y="1145552"/>
                  </a:lnTo>
                  <a:lnTo>
                    <a:pt x="677577" y="1202192"/>
                  </a:lnTo>
                  <a:lnTo>
                    <a:pt x="678433" y="1284966"/>
                  </a:lnTo>
                  <a:lnTo>
                    <a:pt x="679288" y="1349649"/>
                  </a:lnTo>
                  <a:lnTo>
                    <a:pt x="680144" y="1609882"/>
                  </a:lnTo>
                  <a:lnTo>
                    <a:pt x="680999" y="1963686"/>
                  </a:lnTo>
                  <a:lnTo>
                    <a:pt x="681855" y="2272040"/>
                  </a:lnTo>
                  <a:lnTo>
                    <a:pt x="682710" y="2443805"/>
                  </a:lnTo>
                  <a:lnTo>
                    <a:pt x="683566" y="2539743"/>
                  </a:lnTo>
                  <a:lnTo>
                    <a:pt x="684421" y="2611065"/>
                  </a:lnTo>
                  <a:lnTo>
                    <a:pt x="685277" y="2631728"/>
                  </a:lnTo>
                  <a:lnTo>
                    <a:pt x="686132" y="2558947"/>
                  </a:lnTo>
                  <a:lnTo>
                    <a:pt x="686988" y="2515299"/>
                  </a:lnTo>
                  <a:lnTo>
                    <a:pt x="687843" y="2443368"/>
                  </a:lnTo>
                  <a:lnTo>
                    <a:pt x="688699" y="2412455"/>
                  </a:lnTo>
                  <a:lnTo>
                    <a:pt x="689554" y="2461362"/>
                  </a:lnTo>
                  <a:lnTo>
                    <a:pt x="690410" y="2432125"/>
                  </a:lnTo>
                  <a:lnTo>
                    <a:pt x="691265" y="2371666"/>
                  </a:lnTo>
                  <a:lnTo>
                    <a:pt x="692121" y="2234507"/>
                  </a:lnTo>
                  <a:lnTo>
                    <a:pt x="692977" y="2277590"/>
                  </a:lnTo>
                  <a:lnTo>
                    <a:pt x="693832" y="2380577"/>
                  </a:lnTo>
                  <a:lnTo>
                    <a:pt x="694688" y="2448296"/>
                  </a:lnTo>
                  <a:lnTo>
                    <a:pt x="695543" y="2539681"/>
                  </a:lnTo>
                  <a:lnTo>
                    <a:pt x="696399" y="2669280"/>
                  </a:lnTo>
                  <a:lnTo>
                    <a:pt x="697254" y="2876081"/>
                  </a:lnTo>
                  <a:lnTo>
                    <a:pt x="698110" y="2967959"/>
                  </a:lnTo>
                  <a:lnTo>
                    <a:pt x="698965" y="2998377"/>
                  </a:lnTo>
                  <a:lnTo>
                    <a:pt x="699821" y="2903841"/>
                  </a:lnTo>
                  <a:lnTo>
                    <a:pt x="700676" y="2735978"/>
                  </a:lnTo>
                  <a:lnTo>
                    <a:pt x="701532" y="2689397"/>
                  </a:lnTo>
                  <a:lnTo>
                    <a:pt x="702387" y="2676520"/>
                  </a:lnTo>
                  <a:lnTo>
                    <a:pt x="703243" y="2640116"/>
                  </a:lnTo>
                  <a:lnTo>
                    <a:pt x="704098" y="2626717"/>
                  </a:lnTo>
                  <a:lnTo>
                    <a:pt x="704954" y="2757521"/>
                  </a:lnTo>
                  <a:lnTo>
                    <a:pt x="705809" y="2873219"/>
                  </a:lnTo>
                  <a:lnTo>
                    <a:pt x="706665" y="2835786"/>
                  </a:lnTo>
                  <a:lnTo>
                    <a:pt x="707520" y="2669476"/>
                  </a:lnTo>
                  <a:lnTo>
                    <a:pt x="708376" y="2641828"/>
                  </a:lnTo>
                  <a:lnTo>
                    <a:pt x="709232" y="2671481"/>
                  </a:lnTo>
                  <a:lnTo>
                    <a:pt x="710087" y="2686787"/>
                  </a:lnTo>
                  <a:lnTo>
                    <a:pt x="710943" y="2743673"/>
                  </a:lnTo>
                  <a:lnTo>
                    <a:pt x="711798" y="2831329"/>
                  </a:lnTo>
                  <a:lnTo>
                    <a:pt x="712654" y="2971176"/>
                  </a:lnTo>
                  <a:lnTo>
                    <a:pt x="713509" y="2988003"/>
                  </a:lnTo>
                  <a:lnTo>
                    <a:pt x="714365" y="2974701"/>
                  </a:lnTo>
                  <a:lnTo>
                    <a:pt x="715220" y="2927976"/>
                  </a:lnTo>
                  <a:lnTo>
                    <a:pt x="716076" y="2747409"/>
                  </a:lnTo>
                  <a:lnTo>
                    <a:pt x="716931" y="2545419"/>
                  </a:lnTo>
                  <a:lnTo>
                    <a:pt x="717787" y="2418950"/>
                  </a:lnTo>
                  <a:lnTo>
                    <a:pt x="718642" y="2340803"/>
                  </a:lnTo>
                  <a:lnTo>
                    <a:pt x="719498" y="2231011"/>
                  </a:lnTo>
                  <a:lnTo>
                    <a:pt x="720353" y="2121487"/>
                  </a:lnTo>
                  <a:lnTo>
                    <a:pt x="721209" y="2188860"/>
                  </a:lnTo>
                  <a:lnTo>
                    <a:pt x="722064" y="2361214"/>
                  </a:lnTo>
                  <a:lnTo>
                    <a:pt x="722920" y="2497846"/>
                  </a:lnTo>
                  <a:lnTo>
                    <a:pt x="723776" y="2579780"/>
                  </a:lnTo>
                  <a:lnTo>
                    <a:pt x="724631" y="2616927"/>
                  </a:lnTo>
                  <a:lnTo>
                    <a:pt x="725487" y="2663389"/>
                  </a:lnTo>
                  <a:lnTo>
                    <a:pt x="726342" y="2609071"/>
                  </a:lnTo>
                  <a:lnTo>
                    <a:pt x="727198" y="2500453"/>
                  </a:lnTo>
                  <a:lnTo>
                    <a:pt x="728053" y="2436780"/>
                  </a:lnTo>
                  <a:lnTo>
                    <a:pt x="728909" y="2434070"/>
                  </a:lnTo>
                  <a:lnTo>
                    <a:pt x="729764" y="2430666"/>
                  </a:lnTo>
                  <a:lnTo>
                    <a:pt x="730620" y="2410492"/>
                  </a:lnTo>
                  <a:lnTo>
                    <a:pt x="731475" y="2470087"/>
                  </a:lnTo>
                  <a:lnTo>
                    <a:pt x="732331" y="2585158"/>
                  </a:lnTo>
                  <a:lnTo>
                    <a:pt x="733186" y="2607470"/>
                  </a:lnTo>
                  <a:lnTo>
                    <a:pt x="734042" y="2561118"/>
                  </a:lnTo>
                  <a:lnTo>
                    <a:pt x="734897" y="2592420"/>
                  </a:lnTo>
                  <a:lnTo>
                    <a:pt x="735753" y="2684300"/>
                  </a:lnTo>
                  <a:lnTo>
                    <a:pt x="736608" y="2751517"/>
                  </a:lnTo>
                  <a:lnTo>
                    <a:pt x="737464" y="2732054"/>
                  </a:lnTo>
                  <a:lnTo>
                    <a:pt x="738319" y="2732632"/>
                  </a:lnTo>
                  <a:lnTo>
                    <a:pt x="739175" y="2800568"/>
                  </a:lnTo>
                  <a:lnTo>
                    <a:pt x="740031" y="2840141"/>
                  </a:lnTo>
                  <a:lnTo>
                    <a:pt x="740886" y="2784250"/>
                  </a:lnTo>
                  <a:lnTo>
                    <a:pt x="741742" y="2724883"/>
                  </a:lnTo>
                  <a:lnTo>
                    <a:pt x="742597" y="2751239"/>
                  </a:lnTo>
                  <a:lnTo>
                    <a:pt x="743453" y="2808959"/>
                  </a:lnTo>
                  <a:lnTo>
                    <a:pt x="744308" y="2833523"/>
                  </a:lnTo>
                  <a:lnTo>
                    <a:pt x="745164" y="2852000"/>
                  </a:lnTo>
                  <a:lnTo>
                    <a:pt x="746019" y="2945971"/>
                  </a:lnTo>
                  <a:lnTo>
                    <a:pt x="746875" y="2960912"/>
                  </a:lnTo>
                  <a:lnTo>
                    <a:pt x="747730" y="2825009"/>
                  </a:lnTo>
                  <a:lnTo>
                    <a:pt x="748586" y="2670598"/>
                  </a:lnTo>
                  <a:lnTo>
                    <a:pt x="749441" y="2541711"/>
                  </a:lnTo>
                  <a:lnTo>
                    <a:pt x="750297" y="2479943"/>
                  </a:lnTo>
                  <a:lnTo>
                    <a:pt x="751152" y="2334495"/>
                  </a:lnTo>
                  <a:lnTo>
                    <a:pt x="752008" y="2251930"/>
                  </a:lnTo>
                  <a:lnTo>
                    <a:pt x="752863" y="2286779"/>
                  </a:lnTo>
                  <a:lnTo>
                    <a:pt x="753719" y="2400669"/>
                  </a:lnTo>
                  <a:lnTo>
                    <a:pt x="754574" y="2502223"/>
                  </a:lnTo>
                  <a:lnTo>
                    <a:pt x="755430" y="2509204"/>
                  </a:lnTo>
                  <a:lnTo>
                    <a:pt x="756286" y="2651783"/>
                  </a:lnTo>
                  <a:lnTo>
                    <a:pt x="757141" y="2796151"/>
                  </a:lnTo>
                  <a:lnTo>
                    <a:pt x="757997" y="2863793"/>
                  </a:lnTo>
                  <a:lnTo>
                    <a:pt x="758852" y="2889974"/>
                  </a:lnTo>
                  <a:lnTo>
                    <a:pt x="759708" y="2917308"/>
                  </a:lnTo>
                  <a:lnTo>
                    <a:pt x="760563" y="2927144"/>
                  </a:lnTo>
                  <a:lnTo>
                    <a:pt x="761419" y="2890676"/>
                  </a:lnTo>
                  <a:lnTo>
                    <a:pt x="762274" y="2954680"/>
                  </a:lnTo>
                  <a:lnTo>
                    <a:pt x="763130" y="3026065"/>
                  </a:lnTo>
                  <a:lnTo>
                    <a:pt x="763985" y="2976287"/>
                  </a:lnTo>
                  <a:lnTo>
                    <a:pt x="764841" y="2929154"/>
                  </a:lnTo>
                  <a:lnTo>
                    <a:pt x="765696" y="2917927"/>
                  </a:lnTo>
                  <a:lnTo>
                    <a:pt x="766552" y="2939649"/>
                  </a:lnTo>
                  <a:lnTo>
                    <a:pt x="767407" y="2898963"/>
                  </a:lnTo>
                  <a:lnTo>
                    <a:pt x="768263" y="2877119"/>
                  </a:lnTo>
                  <a:lnTo>
                    <a:pt x="769118" y="2886413"/>
                  </a:lnTo>
                  <a:lnTo>
                    <a:pt x="769974" y="2858977"/>
                  </a:lnTo>
                  <a:lnTo>
                    <a:pt x="770830" y="2837453"/>
                  </a:lnTo>
                  <a:lnTo>
                    <a:pt x="771685" y="2734573"/>
                  </a:lnTo>
                  <a:lnTo>
                    <a:pt x="772541" y="2634861"/>
                  </a:lnTo>
                  <a:lnTo>
                    <a:pt x="773396" y="2569106"/>
                  </a:lnTo>
                  <a:lnTo>
                    <a:pt x="774252" y="2562781"/>
                  </a:lnTo>
                  <a:lnTo>
                    <a:pt x="775107" y="2611116"/>
                  </a:lnTo>
                  <a:lnTo>
                    <a:pt x="775963" y="2688818"/>
                  </a:lnTo>
                  <a:lnTo>
                    <a:pt x="776818" y="2809315"/>
                  </a:lnTo>
                  <a:lnTo>
                    <a:pt x="777674" y="2909028"/>
                  </a:lnTo>
                  <a:lnTo>
                    <a:pt x="778529" y="2974946"/>
                  </a:lnTo>
                  <a:lnTo>
                    <a:pt x="779385" y="3036097"/>
                  </a:lnTo>
                  <a:lnTo>
                    <a:pt x="780240" y="3059884"/>
                  </a:lnTo>
                  <a:lnTo>
                    <a:pt x="781096" y="3006175"/>
                  </a:lnTo>
                  <a:lnTo>
                    <a:pt x="781951" y="2977273"/>
                  </a:lnTo>
                  <a:lnTo>
                    <a:pt x="782807" y="2977273"/>
                  </a:lnTo>
                  <a:lnTo>
                    <a:pt x="783662" y="2955877"/>
                  </a:lnTo>
                  <a:lnTo>
                    <a:pt x="784518" y="2871385"/>
                  </a:lnTo>
                  <a:lnTo>
                    <a:pt x="785373" y="2761952"/>
                  </a:lnTo>
                  <a:lnTo>
                    <a:pt x="786229" y="2759835"/>
                  </a:lnTo>
                  <a:lnTo>
                    <a:pt x="787085" y="2763243"/>
                  </a:lnTo>
                  <a:lnTo>
                    <a:pt x="787940" y="2707082"/>
                  </a:lnTo>
                  <a:lnTo>
                    <a:pt x="788796" y="2691010"/>
                  </a:lnTo>
                  <a:lnTo>
                    <a:pt x="789651" y="2728649"/>
                  </a:lnTo>
                  <a:lnTo>
                    <a:pt x="790507" y="2800831"/>
                  </a:lnTo>
                  <a:lnTo>
                    <a:pt x="791362" y="2766382"/>
                  </a:lnTo>
                  <a:lnTo>
                    <a:pt x="792218" y="2692114"/>
                  </a:lnTo>
                  <a:lnTo>
                    <a:pt x="793073" y="2732547"/>
                  </a:lnTo>
                  <a:lnTo>
                    <a:pt x="793929" y="2770012"/>
                  </a:lnTo>
                  <a:lnTo>
                    <a:pt x="794784" y="2816868"/>
                  </a:lnTo>
                  <a:lnTo>
                    <a:pt x="795640" y="2856564"/>
                  </a:lnTo>
                  <a:lnTo>
                    <a:pt x="796495" y="2955232"/>
                  </a:lnTo>
                  <a:lnTo>
                    <a:pt x="797351" y="3029752"/>
                  </a:lnTo>
                  <a:lnTo>
                    <a:pt x="798206" y="2992760"/>
                  </a:lnTo>
                  <a:lnTo>
                    <a:pt x="799062" y="2913856"/>
                  </a:lnTo>
                  <a:lnTo>
                    <a:pt x="799917" y="2899430"/>
                  </a:lnTo>
                  <a:lnTo>
                    <a:pt x="800773" y="2901851"/>
                  </a:lnTo>
                  <a:lnTo>
                    <a:pt x="801628" y="2893458"/>
                  </a:lnTo>
                  <a:lnTo>
                    <a:pt x="802484" y="2918700"/>
                  </a:lnTo>
                  <a:lnTo>
                    <a:pt x="803340" y="2971419"/>
                  </a:lnTo>
                  <a:lnTo>
                    <a:pt x="804195" y="3050321"/>
                  </a:lnTo>
                  <a:lnTo>
                    <a:pt x="805051" y="3064748"/>
                  </a:lnTo>
                  <a:lnTo>
                    <a:pt x="805906" y="3062328"/>
                  </a:lnTo>
                  <a:lnTo>
                    <a:pt x="806762" y="3062328"/>
                  </a:lnTo>
                  <a:lnTo>
                    <a:pt x="807617" y="3062328"/>
                  </a:lnTo>
                  <a:lnTo>
                    <a:pt x="808473" y="3062328"/>
                  </a:lnTo>
                  <a:lnTo>
                    <a:pt x="809328" y="3062328"/>
                  </a:lnTo>
                  <a:lnTo>
                    <a:pt x="810184" y="3062328"/>
                  </a:lnTo>
                  <a:lnTo>
                    <a:pt x="811039" y="3062328"/>
                  </a:lnTo>
                  <a:lnTo>
                    <a:pt x="811895" y="3062328"/>
                  </a:lnTo>
                  <a:lnTo>
                    <a:pt x="812750" y="3062328"/>
                  </a:lnTo>
                  <a:lnTo>
                    <a:pt x="813606" y="3062328"/>
                  </a:lnTo>
                  <a:lnTo>
                    <a:pt x="814461" y="3062328"/>
                  </a:lnTo>
                  <a:lnTo>
                    <a:pt x="815317" y="3062328"/>
                  </a:lnTo>
                  <a:lnTo>
                    <a:pt x="816172" y="3062328"/>
                  </a:lnTo>
                  <a:lnTo>
                    <a:pt x="817028" y="3052822"/>
                  </a:lnTo>
                  <a:lnTo>
                    <a:pt x="817884" y="2996644"/>
                  </a:lnTo>
                  <a:lnTo>
                    <a:pt x="818739" y="2977023"/>
                  </a:lnTo>
                  <a:lnTo>
                    <a:pt x="819595" y="2977023"/>
                  </a:lnTo>
                  <a:lnTo>
                    <a:pt x="820450" y="2977024"/>
                  </a:lnTo>
                  <a:lnTo>
                    <a:pt x="821306" y="3008947"/>
                  </a:lnTo>
                  <a:lnTo>
                    <a:pt x="822161" y="3043696"/>
                  </a:lnTo>
                  <a:lnTo>
                    <a:pt x="823017" y="3099873"/>
                  </a:lnTo>
                  <a:lnTo>
                    <a:pt x="823872" y="3116972"/>
                  </a:lnTo>
                  <a:lnTo>
                    <a:pt x="823872" y="3116972"/>
                  </a:lnTo>
                  <a:lnTo>
                    <a:pt x="824728" y="3116972"/>
                  </a:lnTo>
                  <a:lnTo>
                    <a:pt x="825583" y="3116972"/>
                  </a:lnTo>
                  <a:lnTo>
                    <a:pt x="826439" y="3087573"/>
                  </a:lnTo>
                  <a:lnTo>
                    <a:pt x="827294" y="3062328"/>
                  </a:lnTo>
                  <a:lnTo>
                    <a:pt x="828150" y="3062328"/>
                  </a:lnTo>
                  <a:lnTo>
                    <a:pt x="829005" y="3062328"/>
                  </a:lnTo>
                  <a:lnTo>
                    <a:pt x="829861" y="3062328"/>
                  </a:lnTo>
                  <a:lnTo>
                    <a:pt x="830716" y="3062328"/>
                  </a:lnTo>
                  <a:lnTo>
                    <a:pt x="831572" y="3062328"/>
                  </a:lnTo>
                  <a:lnTo>
                    <a:pt x="832427" y="3062328"/>
                  </a:lnTo>
                  <a:lnTo>
                    <a:pt x="833283" y="3067639"/>
                  </a:lnTo>
                  <a:lnTo>
                    <a:pt x="834139" y="3101034"/>
                  </a:lnTo>
                  <a:lnTo>
                    <a:pt x="834994" y="3116972"/>
                  </a:lnTo>
                  <a:lnTo>
                    <a:pt x="834994" y="3116972"/>
                  </a:lnTo>
                  <a:lnTo>
                    <a:pt x="835850" y="3116972"/>
                  </a:lnTo>
                  <a:lnTo>
                    <a:pt x="836705" y="3116972"/>
                  </a:lnTo>
                  <a:lnTo>
                    <a:pt x="837561" y="3116972"/>
                  </a:lnTo>
                  <a:lnTo>
                    <a:pt x="838416" y="3111771"/>
                  </a:lnTo>
                  <a:lnTo>
                    <a:pt x="839272" y="3078374"/>
                  </a:lnTo>
                  <a:lnTo>
                    <a:pt x="840127" y="3062328"/>
                  </a:lnTo>
                  <a:lnTo>
                    <a:pt x="840983" y="3062328"/>
                  </a:lnTo>
                  <a:lnTo>
                    <a:pt x="841838" y="3062328"/>
                  </a:lnTo>
                  <a:lnTo>
                    <a:pt x="842694" y="3062328"/>
                  </a:lnTo>
                  <a:lnTo>
                    <a:pt x="843549" y="3055510"/>
                  </a:lnTo>
                  <a:lnTo>
                    <a:pt x="844405" y="3012362"/>
                  </a:lnTo>
                  <a:lnTo>
                    <a:pt x="845260" y="2960800"/>
                  </a:lnTo>
                  <a:lnTo>
                    <a:pt x="846116" y="2958012"/>
                  </a:lnTo>
                  <a:lnTo>
                    <a:pt x="846971" y="2958013"/>
                  </a:lnTo>
                  <a:lnTo>
                    <a:pt x="847827" y="2942962"/>
                  </a:lnTo>
                  <a:lnTo>
                    <a:pt x="848682" y="2902557"/>
                  </a:lnTo>
                  <a:lnTo>
                    <a:pt x="849538" y="2920207"/>
                  </a:lnTo>
                  <a:lnTo>
                    <a:pt x="850394" y="2968439"/>
                  </a:lnTo>
                  <a:lnTo>
                    <a:pt x="851249" y="2941122"/>
                  </a:lnTo>
                  <a:lnTo>
                    <a:pt x="852105" y="2909159"/>
                  </a:lnTo>
                  <a:lnTo>
                    <a:pt x="852960" y="2925005"/>
                  </a:lnTo>
                  <a:lnTo>
                    <a:pt x="853816" y="2991187"/>
                  </a:lnTo>
                  <a:lnTo>
                    <a:pt x="854671" y="2961894"/>
                  </a:lnTo>
                  <a:lnTo>
                    <a:pt x="855527" y="2946225"/>
                  </a:lnTo>
                  <a:lnTo>
                    <a:pt x="856382" y="2955380"/>
                  </a:lnTo>
                  <a:lnTo>
                    <a:pt x="857238" y="2909463"/>
                  </a:lnTo>
                  <a:lnTo>
                    <a:pt x="858093" y="2848915"/>
                  </a:lnTo>
                  <a:lnTo>
                    <a:pt x="858949" y="2826948"/>
                  </a:lnTo>
                  <a:lnTo>
                    <a:pt x="859804" y="2844346"/>
                  </a:lnTo>
                  <a:lnTo>
                    <a:pt x="860660" y="2815281"/>
                  </a:lnTo>
                  <a:lnTo>
                    <a:pt x="861515" y="2836231"/>
                  </a:lnTo>
                  <a:lnTo>
                    <a:pt x="862371" y="2914110"/>
                  </a:lnTo>
                  <a:lnTo>
                    <a:pt x="863226" y="2968698"/>
                  </a:lnTo>
                  <a:lnTo>
                    <a:pt x="864082" y="3072340"/>
                  </a:lnTo>
                  <a:lnTo>
                    <a:pt x="864938" y="3116972"/>
                  </a:lnTo>
                  <a:lnTo>
                    <a:pt x="864938" y="3116972"/>
                  </a:lnTo>
                  <a:lnTo>
                    <a:pt x="865793" y="3116972"/>
                  </a:lnTo>
                  <a:lnTo>
                    <a:pt x="866649" y="3116972"/>
                  </a:lnTo>
                  <a:lnTo>
                    <a:pt x="867504" y="3116972"/>
                  </a:lnTo>
                  <a:lnTo>
                    <a:pt x="868360" y="3116972"/>
                  </a:lnTo>
                  <a:lnTo>
                    <a:pt x="869215" y="3116972"/>
                  </a:lnTo>
                  <a:lnTo>
                    <a:pt x="870071" y="3028438"/>
                  </a:lnTo>
                  <a:lnTo>
                    <a:pt x="870926" y="2996116"/>
                  </a:lnTo>
                  <a:lnTo>
                    <a:pt x="871782" y="2975487"/>
                  </a:lnTo>
                  <a:lnTo>
                    <a:pt x="872637" y="2990155"/>
                  </a:lnTo>
                  <a:lnTo>
                    <a:pt x="873493" y="2986271"/>
                  </a:lnTo>
                  <a:lnTo>
                    <a:pt x="874348" y="2984119"/>
                  </a:lnTo>
                  <a:lnTo>
                    <a:pt x="875204" y="2957977"/>
                  </a:lnTo>
                  <a:lnTo>
                    <a:pt x="876059" y="2936829"/>
                  </a:lnTo>
                  <a:lnTo>
                    <a:pt x="876915" y="2936686"/>
                  </a:lnTo>
                  <a:lnTo>
                    <a:pt x="877770" y="3006889"/>
                  </a:lnTo>
                  <a:lnTo>
                    <a:pt x="878626" y="3029529"/>
                  </a:lnTo>
                  <a:lnTo>
                    <a:pt x="879481" y="2973648"/>
                  </a:lnTo>
                  <a:lnTo>
                    <a:pt x="880337" y="2926939"/>
                  </a:lnTo>
                  <a:lnTo>
                    <a:pt x="881193" y="2869559"/>
                  </a:lnTo>
                  <a:lnTo>
                    <a:pt x="882048" y="2765996"/>
                  </a:lnTo>
                  <a:lnTo>
                    <a:pt x="882904" y="2613979"/>
                  </a:lnTo>
                  <a:lnTo>
                    <a:pt x="883759" y="2564952"/>
                  </a:lnTo>
                  <a:lnTo>
                    <a:pt x="884615" y="2608332"/>
                  </a:lnTo>
                  <a:lnTo>
                    <a:pt x="885470" y="2634610"/>
                  </a:lnTo>
                  <a:lnTo>
                    <a:pt x="886326" y="2631948"/>
                  </a:lnTo>
                  <a:lnTo>
                    <a:pt x="887181" y="2669412"/>
                  </a:lnTo>
                  <a:lnTo>
                    <a:pt x="888037" y="2735837"/>
                  </a:lnTo>
                  <a:lnTo>
                    <a:pt x="888892" y="2749754"/>
                  </a:lnTo>
                  <a:lnTo>
                    <a:pt x="889748" y="2727679"/>
                  </a:lnTo>
                  <a:lnTo>
                    <a:pt x="890603" y="2726448"/>
                  </a:lnTo>
                  <a:lnTo>
                    <a:pt x="891459" y="2789638"/>
                  </a:lnTo>
                  <a:lnTo>
                    <a:pt x="892314" y="2832140"/>
                  </a:lnTo>
                  <a:lnTo>
                    <a:pt x="893170" y="2840888"/>
                  </a:lnTo>
                  <a:lnTo>
                    <a:pt x="894025" y="2862164"/>
                  </a:lnTo>
                  <a:lnTo>
                    <a:pt x="894881" y="2899914"/>
                  </a:lnTo>
                  <a:lnTo>
                    <a:pt x="895736" y="2929487"/>
                  </a:lnTo>
                  <a:lnTo>
                    <a:pt x="896592" y="2909816"/>
                  </a:lnTo>
                  <a:lnTo>
                    <a:pt x="897448" y="2834458"/>
                  </a:lnTo>
                  <a:lnTo>
                    <a:pt x="898303" y="2764174"/>
                  </a:lnTo>
                  <a:lnTo>
                    <a:pt x="899159" y="2758753"/>
                  </a:lnTo>
                  <a:lnTo>
                    <a:pt x="900014" y="2722116"/>
                  </a:lnTo>
                  <a:lnTo>
                    <a:pt x="900870" y="2615031"/>
                  </a:lnTo>
                  <a:lnTo>
                    <a:pt x="901725" y="2535815"/>
                  </a:lnTo>
                  <a:lnTo>
                    <a:pt x="902581" y="2595183"/>
                  </a:lnTo>
                  <a:lnTo>
                    <a:pt x="903436" y="2694386"/>
                  </a:lnTo>
                  <a:lnTo>
                    <a:pt x="904292" y="2667906"/>
                  </a:lnTo>
                  <a:lnTo>
                    <a:pt x="905147" y="2711053"/>
                  </a:lnTo>
                  <a:lnTo>
                    <a:pt x="906003" y="2818093"/>
                  </a:lnTo>
                  <a:lnTo>
                    <a:pt x="906858" y="2907745"/>
                  </a:lnTo>
                  <a:lnTo>
                    <a:pt x="907714" y="2901812"/>
                  </a:lnTo>
                  <a:lnTo>
                    <a:pt x="908569" y="2879096"/>
                  </a:lnTo>
                  <a:lnTo>
                    <a:pt x="909425" y="2880324"/>
                  </a:lnTo>
                  <a:lnTo>
                    <a:pt x="910280" y="2726190"/>
                  </a:lnTo>
                  <a:lnTo>
                    <a:pt x="911136" y="2607551"/>
                  </a:lnTo>
                  <a:lnTo>
                    <a:pt x="911991" y="2612050"/>
                  </a:lnTo>
                  <a:lnTo>
                    <a:pt x="912847" y="2634819"/>
                  </a:lnTo>
                  <a:lnTo>
                    <a:pt x="913703" y="2625848"/>
                  </a:lnTo>
                  <a:lnTo>
                    <a:pt x="914558" y="2609339"/>
                  </a:lnTo>
                  <a:lnTo>
                    <a:pt x="915414" y="2681928"/>
                  </a:lnTo>
                  <a:lnTo>
                    <a:pt x="916269" y="2787107"/>
                  </a:lnTo>
                  <a:lnTo>
                    <a:pt x="917125" y="2792114"/>
                  </a:lnTo>
                  <a:lnTo>
                    <a:pt x="917980" y="2774363"/>
                  </a:lnTo>
                  <a:lnTo>
                    <a:pt x="918836" y="2814289"/>
                  </a:lnTo>
                  <a:lnTo>
                    <a:pt x="919691" y="2867720"/>
                  </a:lnTo>
                  <a:lnTo>
                    <a:pt x="920547" y="2895393"/>
                  </a:lnTo>
                  <a:lnTo>
                    <a:pt x="921402" y="2889534"/>
                  </a:lnTo>
                  <a:lnTo>
                    <a:pt x="922258" y="2915269"/>
                  </a:lnTo>
                  <a:lnTo>
                    <a:pt x="923113" y="3007652"/>
                  </a:lnTo>
                  <a:lnTo>
                    <a:pt x="923969" y="3015098"/>
                  </a:lnTo>
                  <a:lnTo>
                    <a:pt x="924824" y="3086334"/>
                  </a:lnTo>
                  <a:lnTo>
                    <a:pt x="925680" y="3116972"/>
                  </a:lnTo>
                  <a:lnTo>
                    <a:pt x="925680" y="3116972"/>
                  </a:lnTo>
                  <a:lnTo>
                    <a:pt x="926535" y="3116972"/>
                  </a:lnTo>
                  <a:lnTo>
                    <a:pt x="927391" y="3116972"/>
                  </a:lnTo>
                  <a:lnTo>
                    <a:pt x="928247" y="3048425"/>
                  </a:lnTo>
                  <a:lnTo>
                    <a:pt x="929102" y="3027554"/>
                  </a:lnTo>
                  <a:lnTo>
                    <a:pt x="929958" y="2963636"/>
                  </a:lnTo>
                  <a:lnTo>
                    <a:pt x="930813" y="2907397"/>
                  </a:lnTo>
                  <a:lnTo>
                    <a:pt x="931669" y="2888788"/>
                  </a:lnTo>
                  <a:lnTo>
                    <a:pt x="932524" y="2864528"/>
                  </a:lnTo>
                  <a:lnTo>
                    <a:pt x="933380" y="2824469"/>
                  </a:lnTo>
                  <a:lnTo>
                    <a:pt x="934235" y="2816912"/>
                  </a:lnTo>
                  <a:lnTo>
                    <a:pt x="935091" y="2824646"/>
                  </a:lnTo>
                  <a:lnTo>
                    <a:pt x="935946" y="2861825"/>
                  </a:lnTo>
                  <a:lnTo>
                    <a:pt x="936802" y="2898359"/>
                  </a:lnTo>
                  <a:lnTo>
                    <a:pt x="937657" y="2934465"/>
                  </a:lnTo>
                  <a:lnTo>
                    <a:pt x="938513" y="3030357"/>
                  </a:lnTo>
                  <a:lnTo>
                    <a:pt x="939368" y="3062328"/>
                  </a:lnTo>
                  <a:lnTo>
                    <a:pt x="940224" y="3062328"/>
                  </a:lnTo>
                  <a:lnTo>
                    <a:pt x="941079" y="3044547"/>
                  </a:lnTo>
                  <a:lnTo>
                    <a:pt x="941935" y="2996917"/>
                  </a:lnTo>
                  <a:lnTo>
                    <a:pt x="942790" y="2974584"/>
                  </a:lnTo>
                  <a:lnTo>
                    <a:pt x="943646" y="2974585"/>
                  </a:lnTo>
                  <a:lnTo>
                    <a:pt x="944502" y="2974586"/>
                  </a:lnTo>
                  <a:lnTo>
                    <a:pt x="945357" y="2974586"/>
                  </a:lnTo>
                  <a:lnTo>
                    <a:pt x="946213" y="2995659"/>
                  </a:lnTo>
                  <a:lnTo>
                    <a:pt x="947068" y="3076346"/>
                  </a:lnTo>
                  <a:lnTo>
                    <a:pt x="947924" y="3116972"/>
                  </a:lnTo>
                  <a:lnTo>
                    <a:pt x="947924" y="3116972"/>
                  </a:lnTo>
                  <a:lnTo>
                    <a:pt x="948779" y="3116972"/>
                  </a:lnTo>
                  <a:lnTo>
                    <a:pt x="949635" y="3116972"/>
                  </a:lnTo>
                  <a:lnTo>
                    <a:pt x="950490" y="3116972"/>
                  </a:lnTo>
                  <a:lnTo>
                    <a:pt x="951346" y="3116972"/>
                  </a:lnTo>
                  <a:lnTo>
                    <a:pt x="952201" y="3116972"/>
                  </a:lnTo>
                  <a:lnTo>
                    <a:pt x="953057" y="3091138"/>
                  </a:lnTo>
                  <a:lnTo>
                    <a:pt x="953912" y="3077559"/>
                  </a:lnTo>
                  <a:lnTo>
                    <a:pt x="954768" y="3112973"/>
                  </a:lnTo>
                  <a:lnTo>
                    <a:pt x="955623" y="3116972"/>
                  </a:lnTo>
                  <a:lnTo>
                    <a:pt x="955623" y="3116972"/>
                  </a:lnTo>
                  <a:lnTo>
                    <a:pt x="956479" y="3100568"/>
                  </a:lnTo>
                  <a:lnTo>
                    <a:pt x="957334" y="3110874"/>
                  </a:lnTo>
                  <a:lnTo>
                    <a:pt x="958190" y="3099569"/>
                  </a:lnTo>
                  <a:lnTo>
                    <a:pt x="959045" y="3026630"/>
                  </a:lnTo>
                  <a:lnTo>
                    <a:pt x="959901" y="2927874"/>
                  </a:lnTo>
                  <a:lnTo>
                    <a:pt x="960757" y="2888197"/>
                  </a:lnTo>
                  <a:lnTo>
                    <a:pt x="961612" y="2923717"/>
                  </a:lnTo>
                  <a:lnTo>
                    <a:pt x="962468" y="2944329"/>
                  </a:lnTo>
                  <a:lnTo>
                    <a:pt x="963323" y="2961496"/>
                  </a:lnTo>
                  <a:lnTo>
                    <a:pt x="964179" y="2990614"/>
                  </a:lnTo>
                  <a:lnTo>
                    <a:pt x="965034" y="3043706"/>
                  </a:lnTo>
                  <a:lnTo>
                    <a:pt x="965890" y="3035605"/>
                  </a:lnTo>
                  <a:lnTo>
                    <a:pt x="966745" y="3013606"/>
                  </a:lnTo>
                  <a:lnTo>
                    <a:pt x="967601" y="2937064"/>
                  </a:lnTo>
                  <a:lnTo>
                    <a:pt x="968456" y="2815651"/>
                  </a:lnTo>
                  <a:lnTo>
                    <a:pt x="969312" y="2751041"/>
                  </a:lnTo>
                  <a:lnTo>
                    <a:pt x="970167" y="2784230"/>
                  </a:lnTo>
                  <a:lnTo>
                    <a:pt x="971023" y="2798465"/>
                  </a:lnTo>
                  <a:lnTo>
                    <a:pt x="971878" y="2764648"/>
                  </a:lnTo>
                  <a:lnTo>
                    <a:pt x="972734" y="2787046"/>
                  </a:lnTo>
                  <a:lnTo>
                    <a:pt x="973589" y="2885217"/>
                  </a:lnTo>
                  <a:lnTo>
                    <a:pt x="974445" y="2918978"/>
                  </a:lnTo>
                  <a:lnTo>
                    <a:pt x="975301" y="2792616"/>
                  </a:lnTo>
                  <a:lnTo>
                    <a:pt x="976156" y="2665088"/>
                  </a:lnTo>
                  <a:lnTo>
                    <a:pt x="977012" y="2583722"/>
                  </a:lnTo>
                  <a:lnTo>
                    <a:pt x="977867" y="2489867"/>
                  </a:lnTo>
                  <a:lnTo>
                    <a:pt x="978723" y="2468077"/>
                  </a:lnTo>
                  <a:lnTo>
                    <a:pt x="979578" y="2452657"/>
                  </a:lnTo>
                  <a:lnTo>
                    <a:pt x="980434" y="2443585"/>
                  </a:lnTo>
                  <a:lnTo>
                    <a:pt x="981289" y="2524558"/>
                  </a:lnTo>
                  <a:lnTo>
                    <a:pt x="982145" y="2609070"/>
                  </a:lnTo>
                  <a:lnTo>
                    <a:pt x="983000" y="2674937"/>
                  </a:lnTo>
                  <a:lnTo>
                    <a:pt x="983856" y="2714113"/>
                  </a:lnTo>
                  <a:lnTo>
                    <a:pt x="984711" y="2735172"/>
                  </a:lnTo>
                  <a:lnTo>
                    <a:pt x="985567" y="2743947"/>
                  </a:lnTo>
                  <a:lnTo>
                    <a:pt x="986422" y="2809420"/>
                  </a:lnTo>
                  <a:lnTo>
                    <a:pt x="987278" y="2906830"/>
                  </a:lnTo>
                  <a:lnTo>
                    <a:pt x="988133" y="2938396"/>
                  </a:lnTo>
                  <a:lnTo>
                    <a:pt x="988989" y="2873454"/>
                  </a:lnTo>
                  <a:lnTo>
                    <a:pt x="989844" y="2885675"/>
                  </a:lnTo>
                  <a:lnTo>
                    <a:pt x="990700" y="2943519"/>
                  </a:lnTo>
                  <a:lnTo>
                    <a:pt x="991556" y="2888178"/>
                  </a:lnTo>
                  <a:lnTo>
                    <a:pt x="992411" y="2837541"/>
                  </a:lnTo>
                  <a:lnTo>
                    <a:pt x="993267" y="2857190"/>
                  </a:lnTo>
                  <a:lnTo>
                    <a:pt x="994122" y="2916060"/>
                  </a:lnTo>
                  <a:lnTo>
                    <a:pt x="994978" y="2856955"/>
                  </a:lnTo>
                  <a:lnTo>
                    <a:pt x="995833" y="2873191"/>
                  </a:lnTo>
                  <a:lnTo>
                    <a:pt x="996689" y="2877379"/>
                  </a:lnTo>
                  <a:lnTo>
                    <a:pt x="997544" y="2824285"/>
                  </a:lnTo>
                  <a:lnTo>
                    <a:pt x="998400" y="2830945"/>
                  </a:lnTo>
                  <a:lnTo>
                    <a:pt x="999255" y="2834105"/>
                  </a:lnTo>
                  <a:lnTo>
                    <a:pt x="1000111" y="2846180"/>
                  </a:lnTo>
                  <a:lnTo>
                    <a:pt x="1000966" y="2739193"/>
                  </a:lnTo>
                  <a:lnTo>
                    <a:pt x="1001822" y="2730767"/>
                  </a:lnTo>
                  <a:lnTo>
                    <a:pt x="1002677" y="2771597"/>
                  </a:lnTo>
                  <a:lnTo>
                    <a:pt x="1003533" y="2736389"/>
                  </a:lnTo>
                  <a:lnTo>
                    <a:pt x="1004388" y="2698758"/>
                  </a:lnTo>
                  <a:lnTo>
                    <a:pt x="1005244" y="2727362"/>
                  </a:lnTo>
                  <a:lnTo>
                    <a:pt x="1006099" y="2772526"/>
                  </a:lnTo>
                  <a:lnTo>
                    <a:pt x="1006955" y="2702887"/>
                  </a:lnTo>
                  <a:lnTo>
                    <a:pt x="1007811" y="2589154"/>
                  </a:lnTo>
                  <a:lnTo>
                    <a:pt x="1008666" y="2501022"/>
                  </a:lnTo>
                  <a:lnTo>
                    <a:pt x="1009522" y="2516691"/>
                  </a:lnTo>
                  <a:lnTo>
                    <a:pt x="1010377" y="2544651"/>
                  </a:lnTo>
                  <a:lnTo>
                    <a:pt x="1011233" y="2609036"/>
                  </a:lnTo>
                  <a:lnTo>
                    <a:pt x="1012088" y="2747999"/>
                  </a:lnTo>
                  <a:lnTo>
                    <a:pt x="1012944" y="2812511"/>
                  </a:lnTo>
                  <a:lnTo>
                    <a:pt x="1013799" y="2881743"/>
                  </a:lnTo>
                  <a:lnTo>
                    <a:pt x="1014655" y="2889849"/>
                  </a:lnTo>
                  <a:lnTo>
                    <a:pt x="1015510" y="2918494"/>
                  </a:lnTo>
                  <a:lnTo>
                    <a:pt x="1016366" y="2944822"/>
                  </a:lnTo>
                  <a:lnTo>
                    <a:pt x="1017221" y="2885627"/>
                  </a:lnTo>
                  <a:lnTo>
                    <a:pt x="1018077" y="2931411"/>
                  </a:lnTo>
                  <a:lnTo>
                    <a:pt x="1018932" y="2997388"/>
                  </a:lnTo>
                  <a:lnTo>
                    <a:pt x="1019788" y="2982939"/>
                  </a:lnTo>
                  <a:lnTo>
                    <a:pt x="1020643" y="2860693"/>
                  </a:lnTo>
                  <a:lnTo>
                    <a:pt x="1021499" y="2743389"/>
                  </a:lnTo>
                  <a:lnTo>
                    <a:pt x="1022355" y="2815741"/>
                  </a:lnTo>
                  <a:lnTo>
                    <a:pt x="1023210" y="2865334"/>
                  </a:lnTo>
                  <a:lnTo>
                    <a:pt x="1024066" y="2797644"/>
                  </a:lnTo>
                  <a:lnTo>
                    <a:pt x="1024921" y="2789643"/>
                  </a:lnTo>
                  <a:lnTo>
                    <a:pt x="1025777" y="2885469"/>
                  </a:lnTo>
                  <a:lnTo>
                    <a:pt x="1026632" y="2939834"/>
                  </a:lnTo>
                  <a:lnTo>
                    <a:pt x="1027488" y="2882277"/>
                  </a:lnTo>
                  <a:lnTo>
                    <a:pt x="1028343" y="2882831"/>
                  </a:lnTo>
                  <a:lnTo>
                    <a:pt x="1029199" y="2982552"/>
                  </a:lnTo>
                  <a:lnTo>
                    <a:pt x="1030054" y="3019975"/>
                  </a:lnTo>
                  <a:lnTo>
                    <a:pt x="1030910" y="3037427"/>
                  </a:lnTo>
                  <a:lnTo>
                    <a:pt x="1031765" y="3101111"/>
                  </a:lnTo>
                  <a:lnTo>
                    <a:pt x="1032621" y="3116972"/>
                  </a:lnTo>
                  <a:lnTo>
                    <a:pt x="1032621" y="3116972"/>
                  </a:lnTo>
                  <a:lnTo>
                    <a:pt x="1033476" y="3098732"/>
                  </a:lnTo>
                  <a:lnTo>
                    <a:pt x="1034332" y="3043749"/>
                  </a:lnTo>
                  <a:lnTo>
                    <a:pt x="1035187" y="3005755"/>
                  </a:lnTo>
                  <a:lnTo>
                    <a:pt x="1036043" y="2978302"/>
                  </a:lnTo>
                  <a:lnTo>
                    <a:pt x="1036898" y="2909778"/>
                  </a:lnTo>
                  <a:lnTo>
                    <a:pt x="1037754" y="2804793"/>
                  </a:lnTo>
                  <a:lnTo>
                    <a:pt x="1038610" y="2750458"/>
                  </a:lnTo>
                  <a:lnTo>
                    <a:pt x="1039465" y="2769163"/>
                  </a:lnTo>
                  <a:lnTo>
                    <a:pt x="1040321" y="2813523"/>
                  </a:lnTo>
                  <a:lnTo>
                    <a:pt x="1041176" y="2850210"/>
                  </a:lnTo>
                  <a:lnTo>
                    <a:pt x="1042032" y="2913873"/>
                  </a:lnTo>
                  <a:lnTo>
                    <a:pt x="1042887" y="3001643"/>
                  </a:lnTo>
                  <a:lnTo>
                    <a:pt x="1043743" y="2994316"/>
                  </a:lnTo>
                  <a:lnTo>
                    <a:pt x="1044598" y="2907044"/>
                  </a:lnTo>
                  <a:lnTo>
                    <a:pt x="1045454" y="2865027"/>
                  </a:lnTo>
                  <a:lnTo>
                    <a:pt x="1046309" y="2878541"/>
                  </a:lnTo>
                  <a:lnTo>
                    <a:pt x="1047165" y="2909024"/>
                  </a:lnTo>
                  <a:lnTo>
                    <a:pt x="1048020" y="2889486"/>
                  </a:lnTo>
                  <a:lnTo>
                    <a:pt x="1048876" y="2864421"/>
                  </a:lnTo>
                  <a:lnTo>
                    <a:pt x="1049731" y="2868808"/>
                  </a:lnTo>
                  <a:lnTo>
                    <a:pt x="1050587" y="2856138"/>
                  </a:lnTo>
                  <a:lnTo>
                    <a:pt x="1051442" y="2826895"/>
                  </a:lnTo>
                  <a:lnTo>
                    <a:pt x="1052298" y="2801276"/>
                  </a:lnTo>
                  <a:lnTo>
                    <a:pt x="1053153" y="2838027"/>
                  </a:lnTo>
                  <a:lnTo>
                    <a:pt x="1054009" y="2916874"/>
                  </a:lnTo>
                  <a:lnTo>
                    <a:pt x="1054865" y="2926499"/>
                  </a:lnTo>
                  <a:lnTo>
                    <a:pt x="1055720" y="2859552"/>
                  </a:lnTo>
                  <a:lnTo>
                    <a:pt x="1056576" y="2783907"/>
                  </a:lnTo>
                  <a:lnTo>
                    <a:pt x="1057431" y="2779294"/>
                  </a:lnTo>
                  <a:lnTo>
                    <a:pt x="1058287" y="2833267"/>
                  </a:lnTo>
                  <a:lnTo>
                    <a:pt x="1059142" y="2786546"/>
                  </a:lnTo>
                  <a:lnTo>
                    <a:pt x="1059998" y="2772536"/>
                  </a:lnTo>
                  <a:lnTo>
                    <a:pt x="1060853" y="2822541"/>
                  </a:lnTo>
                  <a:lnTo>
                    <a:pt x="1061709" y="2853546"/>
                  </a:lnTo>
                  <a:lnTo>
                    <a:pt x="1062564" y="2820726"/>
                  </a:lnTo>
                  <a:lnTo>
                    <a:pt x="1063420" y="2758725"/>
                  </a:lnTo>
                  <a:lnTo>
                    <a:pt x="1064275" y="2803816"/>
                  </a:lnTo>
                  <a:lnTo>
                    <a:pt x="1065131" y="2807854"/>
                  </a:lnTo>
                  <a:lnTo>
                    <a:pt x="1065986" y="2807006"/>
                  </a:lnTo>
                  <a:lnTo>
                    <a:pt x="1066842" y="2766012"/>
                  </a:lnTo>
                  <a:lnTo>
                    <a:pt x="1067697" y="2667202"/>
                  </a:lnTo>
                  <a:lnTo>
                    <a:pt x="1068553" y="2617198"/>
                  </a:lnTo>
                  <a:lnTo>
                    <a:pt x="1069409" y="2612957"/>
                  </a:lnTo>
                  <a:lnTo>
                    <a:pt x="1070264" y="2629720"/>
                  </a:lnTo>
                  <a:lnTo>
                    <a:pt x="1071120" y="2647378"/>
                  </a:lnTo>
                  <a:lnTo>
                    <a:pt x="1071975" y="2720266"/>
                  </a:lnTo>
                  <a:lnTo>
                    <a:pt x="1072831" y="2833356"/>
                  </a:lnTo>
                  <a:lnTo>
                    <a:pt x="1073686" y="2924135"/>
                  </a:lnTo>
                  <a:lnTo>
                    <a:pt x="1074542" y="2981840"/>
                  </a:lnTo>
                  <a:lnTo>
                    <a:pt x="1075397" y="3041544"/>
                  </a:lnTo>
                  <a:lnTo>
                    <a:pt x="1076253" y="3006066"/>
                  </a:lnTo>
                  <a:lnTo>
                    <a:pt x="1077108" y="2973443"/>
                  </a:lnTo>
                  <a:lnTo>
                    <a:pt x="1077964" y="2899733"/>
                  </a:lnTo>
                  <a:lnTo>
                    <a:pt x="1078819" y="2782196"/>
                  </a:lnTo>
                  <a:lnTo>
                    <a:pt x="1079675" y="2738244"/>
                  </a:lnTo>
                  <a:lnTo>
                    <a:pt x="1080530" y="2730729"/>
                  </a:lnTo>
                  <a:lnTo>
                    <a:pt x="1081386" y="2814591"/>
                  </a:lnTo>
                  <a:lnTo>
                    <a:pt x="1082241" y="2813979"/>
                  </a:lnTo>
                  <a:lnTo>
                    <a:pt x="1083097" y="2839366"/>
                  </a:lnTo>
                  <a:lnTo>
                    <a:pt x="1083952" y="2897729"/>
                  </a:lnTo>
                  <a:lnTo>
                    <a:pt x="1084808" y="2897731"/>
                  </a:lnTo>
                  <a:lnTo>
                    <a:pt x="1085664" y="2889557"/>
                  </a:lnTo>
                  <a:lnTo>
                    <a:pt x="1086519" y="2837846"/>
                  </a:lnTo>
                  <a:lnTo>
                    <a:pt x="1087375" y="2819123"/>
                  </a:lnTo>
                  <a:lnTo>
                    <a:pt x="1088230" y="2822419"/>
                  </a:lnTo>
                  <a:lnTo>
                    <a:pt x="1089086" y="2871499"/>
                  </a:lnTo>
                  <a:lnTo>
                    <a:pt x="1089941" y="2903799"/>
                  </a:lnTo>
                  <a:lnTo>
                    <a:pt x="1090797" y="2914590"/>
                  </a:lnTo>
                  <a:lnTo>
                    <a:pt x="1091652" y="2968163"/>
                  </a:lnTo>
                  <a:lnTo>
                    <a:pt x="1092508" y="3051723"/>
                  </a:lnTo>
                  <a:lnTo>
                    <a:pt x="1093363" y="3116972"/>
                  </a:lnTo>
                  <a:lnTo>
                    <a:pt x="1093363" y="3116972"/>
                  </a:lnTo>
                  <a:lnTo>
                    <a:pt x="1094219" y="3077164"/>
                  </a:lnTo>
                  <a:lnTo>
                    <a:pt x="1095074" y="2943686"/>
                  </a:lnTo>
                  <a:lnTo>
                    <a:pt x="1095930" y="2863394"/>
                  </a:lnTo>
                  <a:lnTo>
                    <a:pt x="1096785" y="2812118"/>
                  </a:lnTo>
                  <a:lnTo>
                    <a:pt x="1097641" y="2775038"/>
                  </a:lnTo>
                  <a:lnTo>
                    <a:pt x="1098496" y="2710979"/>
                  </a:lnTo>
                  <a:lnTo>
                    <a:pt x="1099352" y="2670752"/>
                  </a:lnTo>
                  <a:lnTo>
                    <a:pt x="1100207" y="2732396"/>
                  </a:lnTo>
                  <a:lnTo>
                    <a:pt x="1101063" y="2767055"/>
                  </a:lnTo>
                  <a:lnTo>
                    <a:pt x="1101919" y="2812312"/>
                  </a:lnTo>
                  <a:lnTo>
                    <a:pt x="1102774" y="2849391"/>
                  </a:lnTo>
                  <a:lnTo>
                    <a:pt x="1103630" y="2913453"/>
                  </a:lnTo>
                  <a:lnTo>
                    <a:pt x="1104485" y="2973760"/>
                  </a:lnTo>
                  <a:lnTo>
                    <a:pt x="1105341" y="2988199"/>
                  </a:lnTo>
                  <a:lnTo>
                    <a:pt x="1106196" y="2983107"/>
                  </a:lnTo>
                  <a:lnTo>
                    <a:pt x="1107052" y="2974787"/>
                  </a:lnTo>
                  <a:lnTo>
                    <a:pt x="1107907" y="2974788"/>
                  </a:lnTo>
                  <a:lnTo>
                    <a:pt x="1108763" y="2974788"/>
                  </a:lnTo>
                  <a:lnTo>
                    <a:pt x="1109618" y="2974789"/>
                  </a:lnTo>
                  <a:lnTo>
                    <a:pt x="1110474" y="2999879"/>
                  </a:lnTo>
                  <a:lnTo>
                    <a:pt x="1111329" y="3047987"/>
                  </a:lnTo>
                  <a:lnTo>
                    <a:pt x="1112185" y="3062328"/>
                  </a:lnTo>
                  <a:lnTo>
                    <a:pt x="1113040" y="3062328"/>
                  </a:lnTo>
                  <a:lnTo>
                    <a:pt x="1113896" y="3062328"/>
                  </a:lnTo>
                  <a:lnTo>
                    <a:pt x="1114751" y="3062328"/>
                  </a:lnTo>
                  <a:lnTo>
                    <a:pt x="1115607" y="3062328"/>
                  </a:lnTo>
                  <a:lnTo>
                    <a:pt x="1116462" y="3062328"/>
                  </a:lnTo>
                  <a:lnTo>
                    <a:pt x="1117318" y="3062328"/>
                  </a:lnTo>
                  <a:lnTo>
                    <a:pt x="1118174" y="3078198"/>
                  </a:lnTo>
                  <a:lnTo>
                    <a:pt x="1119029" y="3116972"/>
                  </a:lnTo>
                  <a:lnTo>
                    <a:pt x="1119029" y="3116972"/>
                  </a:lnTo>
                  <a:lnTo>
                    <a:pt x="1119885" y="3116972"/>
                  </a:lnTo>
                  <a:lnTo>
                    <a:pt x="1120740" y="3116972"/>
                  </a:lnTo>
                  <a:lnTo>
                    <a:pt x="1121596" y="3116972"/>
                  </a:lnTo>
                  <a:lnTo>
                    <a:pt x="1122451" y="3116972"/>
                  </a:lnTo>
                  <a:lnTo>
                    <a:pt x="1123307" y="3116972"/>
                  </a:lnTo>
                  <a:lnTo>
                    <a:pt x="1124162" y="3116972"/>
                  </a:lnTo>
                  <a:lnTo>
                    <a:pt x="1125018" y="3087729"/>
                  </a:lnTo>
                  <a:lnTo>
                    <a:pt x="1125873" y="3055975"/>
                  </a:lnTo>
                  <a:lnTo>
                    <a:pt x="1126729" y="3045682"/>
                  </a:lnTo>
                  <a:lnTo>
                    <a:pt x="1127584" y="3028686"/>
                  </a:lnTo>
                  <a:lnTo>
                    <a:pt x="1128440" y="3032662"/>
                  </a:lnTo>
                  <a:lnTo>
                    <a:pt x="1129295" y="3011383"/>
                  </a:lnTo>
                  <a:lnTo>
                    <a:pt x="1130151" y="3000850"/>
                  </a:lnTo>
                  <a:lnTo>
                    <a:pt x="1131006" y="3038852"/>
                  </a:lnTo>
                  <a:lnTo>
                    <a:pt x="1131862" y="3076187"/>
                  </a:lnTo>
                  <a:lnTo>
                    <a:pt x="1132718" y="3093181"/>
                  </a:lnTo>
                  <a:lnTo>
                    <a:pt x="1133573" y="3089207"/>
                  </a:lnTo>
                  <a:lnTo>
                    <a:pt x="1134429" y="3110489"/>
                  </a:lnTo>
                  <a:lnTo>
                    <a:pt x="1135284" y="3116972"/>
                  </a:lnTo>
                  <a:lnTo>
                    <a:pt x="1135284" y="3116972"/>
                  </a:lnTo>
                  <a:lnTo>
                    <a:pt x="1136140" y="3089373"/>
                  </a:lnTo>
                  <a:lnTo>
                    <a:pt x="1136995" y="3062328"/>
                  </a:lnTo>
                  <a:lnTo>
                    <a:pt x="1137851" y="3062328"/>
                  </a:lnTo>
                  <a:lnTo>
                    <a:pt x="1138706" y="3034238"/>
                  </a:lnTo>
                  <a:lnTo>
                    <a:pt x="1139562" y="2986885"/>
                  </a:lnTo>
                  <a:lnTo>
                    <a:pt x="1140417" y="2946843"/>
                  </a:lnTo>
                  <a:lnTo>
                    <a:pt x="1141273" y="2906143"/>
                  </a:lnTo>
                  <a:lnTo>
                    <a:pt x="1142128" y="2870671"/>
                  </a:lnTo>
                  <a:lnTo>
                    <a:pt x="1142984" y="2822424"/>
                  </a:lnTo>
                  <a:lnTo>
                    <a:pt x="1143839" y="2806021"/>
                  </a:lnTo>
                  <a:lnTo>
                    <a:pt x="1144695" y="2737829"/>
                  </a:lnTo>
                  <a:lnTo>
                    <a:pt x="1145550" y="2684390"/>
                  </a:lnTo>
                  <a:lnTo>
                    <a:pt x="1146406" y="2683932"/>
                  </a:lnTo>
                  <a:lnTo>
                    <a:pt x="1147261" y="2715830"/>
                  </a:lnTo>
                  <a:lnTo>
                    <a:pt x="1148117" y="2764079"/>
                  </a:lnTo>
                  <a:lnTo>
                    <a:pt x="1148973" y="2710036"/>
                  </a:lnTo>
                  <a:lnTo>
                    <a:pt x="1149828" y="2624755"/>
                  </a:lnTo>
                  <a:lnTo>
                    <a:pt x="1150684" y="2635670"/>
                  </a:lnTo>
                  <a:lnTo>
                    <a:pt x="1151539" y="2675092"/>
                  </a:lnTo>
                  <a:lnTo>
                    <a:pt x="1152395" y="2649492"/>
                  </a:lnTo>
                  <a:lnTo>
                    <a:pt x="1153250" y="2566208"/>
                  </a:lnTo>
                  <a:lnTo>
                    <a:pt x="1154106" y="2570732"/>
                  </a:lnTo>
                  <a:lnTo>
                    <a:pt x="1154961" y="2574921"/>
                  </a:lnTo>
                  <a:lnTo>
                    <a:pt x="1155817" y="2551260"/>
                  </a:lnTo>
                  <a:lnTo>
                    <a:pt x="1156672" y="2508221"/>
                  </a:lnTo>
                  <a:lnTo>
                    <a:pt x="1157528" y="2492515"/>
                  </a:lnTo>
                  <a:lnTo>
                    <a:pt x="1158383" y="2531175"/>
                  </a:lnTo>
                  <a:lnTo>
                    <a:pt x="1159239" y="2555262"/>
                  </a:lnTo>
                  <a:lnTo>
                    <a:pt x="1160094" y="2695987"/>
                  </a:lnTo>
                  <a:lnTo>
                    <a:pt x="1160950" y="2802210"/>
                  </a:lnTo>
                  <a:lnTo>
                    <a:pt x="1161805" y="2846986"/>
                  </a:lnTo>
                  <a:lnTo>
                    <a:pt x="1162661" y="2890453"/>
                  </a:lnTo>
                  <a:lnTo>
                    <a:pt x="1163516" y="2911807"/>
                  </a:lnTo>
                  <a:lnTo>
                    <a:pt x="1164372" y="2944774"/>
                  </a:lnTo>
                  <a:lnTo>
                    <a:pt x="1165228" y="3042361"/>
                  </a:lnTo>
                  <a:lnTo>
                    <a:pt x="1166083" y="3026117"/>
                  </a:lnTo>
                  <a:lnTo>
                    <a:pt x="1166939" y="2976266"/>
                  </a:lnTo>
                  <a:lnTo>
                    <a:pt x="1167794" y="2896801"/>
                  </a:lnTo>
                  <a:lnTo>
                    <a:pt x="1168650" y="2705331"/>
                  </a:lnTo>
                  <a:lnTo>
                    <a:pt x="1169505" y="2489176"/>
                  </a:lnTo>
                  <a:lnTo>
                    <a:pt x="1170361" y="2333394"/>
                  </a:lnTo>
                  <a:lnTo>
                    <a:pt x="1171216" y="2337261"/>
                  </a:lnTo>
                  <a:lnTo>
                    <a:pt x="1172072" y="2368510"/>
                  </a:lnTo>
                  <a:lnTo>
                    <a:pt x="1172927" y="2375823"/>
                  </a:lnTo>
                  <a:lnTo>
                    <a:pt x="1173783" y="2444566"/>
                  </a:lnTo>
                  <a:lnTo>
                    <a:pt x="1174638" y="2560135"/>
                  </a:lnTo>
                  <a:lnTo>
                    <a:pt x="1175494" y="2560374"/>
                  </a:lnTo>
                  <a:lnTo>
                    <a:pt x="1176349" y="2430365"/>
                  </a:lnTo>
                  <a:lnTo>
                    <a:pt x="1177205" y="2242052"/>
                  </a:lnTo>
                  <a:lnTo>
                    <a:pt x="1178060" y="2221717"/>
                  </a:lnTo>
                  <a:lnTo>
                    <a:pt x="1178916" y="2323946"/>
                  </a:lnTo>
                  <a:lnTo>
                    <a:pt x="1179772" y="2465159"/>
                  </a:lnTo>
                  <a:lnTo>
                    <a:pt x="1180627" y="2565794"/>
                  </a:lnTo>
                  <a:lnTo>
                    <a:pt x="1181483" y="2662067"/>
                  </a:lnTo>
                  <a:lnTo>
                    <a:pt x="1182338" y="2726966"/>
                  </a:lnTo>
                  <a:lnTo>
                    <a:pt x="1183194" y="2585533"/>
                  </a:lnTo>
                  <a:lnTo>
                    <a:pt x="1184049" y="2433151"/>
                  </a:lnTo>
                  <a:lnTo>
                    <a:pt x="1184905" y="2327009"/>
                  </a:lnTo>
                  <a:lnTo>
                    <a:pt x="1185760" y="2280673"/>
                  </a:lnTo>
                  <a:lnTo>
                    <a:pt x="1186616" y="2279149"/>
                  </a:lnTo>
                  <a:lnTo>
                    <a:pt x="1187471" y="2227816"/>
                  </a:lnTo>
                  <a:lnTo>
                    <a:pt x="1188327" y="2263497"/>
                  </a:lnTo>
                  <a:lnTo>
                    <a:pt x="1189182" y="2357145"/>
                  </a:lnTo>
                  <a:lnTo>
                    <a:pt x="1190038" y="2326252"/>
                  </a:lnTo>
                  <a:lnTo>
                    <a:pt x="1190893" y="2314301"/>
                  </a:lnTo>
                  <a:lnTo>
                    <a:pt x="1191749" y="2421695"/>
                  </a:lnTo>
                  <a:lnTo>
                    <a:pt x="1192604" y="2610551"/>
                  </a:lnTo>
                  <a:lnTo>
                    <a:pt x="1193460" y="2684317"/>
                  </a:lnTo>
                  <a:lnTo>
                    <a:pt x="1194315" y="2707882"/>
                  </a:lnTo>
                  <a:lnTo>
                    <a:pt x="1195171" y="2811003"/>
                  </a:lnTo>
                  <a:lnTo>
                    <a:pt x="1196027" y="2814758"/>
                  </a:lnTo>
                  <a:lnTo>
                    <a:pt x="1196882" y="2653576"/>
                  </a:lnTo>
                  <a:lnTo>
                    <a:pt x="1197738" y="2587240"/>
                  </a:lnTo>
                  <a:lnTo>
                    <a:pt x="1198593" y="2618194"/>
                  </a:lnTo>
                  <a:lnTo>
                    <a:pt x="1199449" y="2641798"/>
                  </a:lnTo>
                  <a:lnTo>
                    <a:pt x="1200304" y="2515022"/>
                  </a:lnTo>
                  <a:lnTo>
                    <a:pt x="1201160" y="2401217"/>
                  </a:lnTo>
                  <a:lnTo>
                    <a:pt x="1202015" y="2426921"/>
                  </a:lnTo>
                  <a:lnTo>
                    <a:pt x="1202871" y="2504965"/>
                  </a:lnTo>
                  <a:lnTo>
                    <a:pt x="1203726" y="2600116"/>
                  </a:lnTo>
                  <a:lnTo>
                    <a:pt x="1204582" y="2630693"/>
                  </a:lnTo>
                  <a:lnTo>
                    <a:pt x="1205437" y="2775555"/>
                  </a:lnTo>
                  <a:lnTo>
                    <a:pt x="1206293" y="3020183"/>
                  </a:lnTo>
                  <a:lnTo>
                    <a:pt x="1207148" y="3085609"/>
                  </a:lnTo>
                  <a:lnTo>
                    <a:pt x="1208004" y="2974339"/>
                  </a:lnTo>
                  <a:lnTo>
                    <a:pt x="1208859" y="2893882"/>
                  </a:lnTo>
                  <a:lnTo>
                    <a:pt x="1209715" y="2857181"/>
                  </a:lnTo>
                  <a:lnTo>
                    <a:pt x="1210570" y="2753735"/>
                  </a:lnTo>
                  <a:lnTo>
                    <a:pt x="1211426" y="2552267"/>
                  </a:lnTo>
                  <a:lnTo>
                    <a:pt x="1212282" y="2409707"/>
                  </a:lnTo>
                  <a:lnTo>
                    <a:pt x="1213137" y="2305965"/>
                  </a:lnTo>
                  <a:lnTo>
                    <a:pt x="1213993" y="2127271"/>
                  </a:lnTo>
                  <a:lnTo>
                    <a:pt x="1214848" y="2000932"/>
                  </a:lnTo>
                  <a:lnTo>
                    <a:pt x="1215704" y="2031714"/>
                  </a:lnTo>
                  <a:lnTo>
                    <a:pt x="1216559" y="2077417"/>
                  </a:lnTo>
                  <a:lnTo>
                    <a:pt x="1217415" y="2081438"/>
                  </a:lnTo>
                  <a:lnTo>
                    <a:pt x="1218270" y="2163605"/>
                  </a:lnTo>
                  <a:lnTo>
                    <a:pt x="1219126" y="2360963"/>
                  </a:lnTo>
                  <a:lnTo>
                    <a:pt x="1219981" y="2495188"/>
                  </a:lnTo>
                  <a:lnTo>
                    <a:pt x="1220837" y="2544194"/>
                  </a:lnTo>
                  <a:lnTo>
                    <a:pt x="1221692" y="2631594"/>
                  </a:lnTo>
                  <a:lnTo>
                    <a:pt x="1222548" y="2770136"/>
                  </a:lnTo>
                  <a:lnTo>
                    <a:pt x="1223403" y="2896630"/>
                  </a:lnTo>
                  <a:lnTo>
                    <a:pt x="1224259" y="2970103"/>
                  </a:lnTo>
                  <a:lnTo>
                    <a:pt x="1225114" y="2979814"/>
                  </a:lnTo>
                  <a:lnTo>
                    <a:pt x="1225970" y="3025973"/>
                  </a:lnTo>
                  <a:lnTo>
                    <a:pt x="1226826" y="2994285"/>
                  </a:lnTo>
                  <a:lnTo>
                    <a:pt x="1227681" y="2967504"/>
                  </a:lnTo>
                  <a:lnTo>
                    <a:pt x="1228537" y="2932025"/>
                  </a:lnTo>
                  <a:lnTo>
                    <a:pt x="1229392" y="2900798"/>
                  </a:lnTo>
                  <a:lnTo>
                    <a:pt x="1230248" y="2956917"/>
                  </a:lnTo>
                  <a:lnTo>
                    <a:pt x="1231103" y="2994147"/>
                  </a:lnTo>
                  <a:lnTo>
                    <a:pt x="1231959" y="3054483"/>
                  </a:lnTo>
                  <a:lnTo>
                    <a:pt x="1232814" y="3111589"/>
                  </a:lnTo>
                  <a:lnTo>
                    <a:pt x="1233670" y="3116972"/>
                  </a:lnTo>
                  <a:lnTo>
                    <a:pt x="1233670" y="3116972"/>
                  </a:lnTo>
                  <a:lnTo>
                    <a:pt x="1234525" y="3078323"/>
                  </a:lnTo>
                  <a:lnTo>
                    <a:pt x="1235381" y="3045870"/>
                  </a:lnTo>
                  <a:lnTo>
                    <a:pt x="1236236" y="3011912"/>
                  </a:lnTo>
                  <a:lnTo>
                    <a:pt x="1237092" y="2932276"/>
                  </a:lnTo>
                  <a:lnTo>
                    <a:pt x="1237947" y="2769448"/>
                  </a:lnTo>
                  <a:lnTo>
                    <a:pt x="1238803" y="2677286"/>
                  </a:lnTo>
                  <a:lnTo>
                    <a:pt x="1239658" y="2732454"/>
                  </a:lnTo>
                  <a:lnTo>
                    <a:pt x="1240514" y="2826991"/>
                  </a:lnTo>
                  <a:lnTo>
                    <a:pt x="1241369" y="2878367"/>
                  </a:lnTo>
                  <a:lnTo>
                    <a:pt x="1242225" y="2900798"/>
                  </a:lnTo>
                  <a:lnTo>
                    <a:pt x="1243081" y="3020595"/>
                  </a:lnTo>
                  <a:lnTo>
                    <a:pt x="1243936" y="3116972"/>
                  </a:lnTo>
                  <a:lnTo>
                    <a:pt x="1243936" y="3116972"/>
                  </a:lnTo>
                  <a:lnTo>
                    <a:pt x="1244792" y="3116972"/>
                  </a:lnTo>
                  <a:lnTo>
                    <a:pt x="1245647" y="3116972"/>
                  </a:lnTo>
                  <a:lnTo>
                    <a:pt x="1246503" y="3116972"/>
                  </a:lnTo>
                  <a:lnTo>
                    <a:pt x="1247358" y="3116972"/>
                  </a:lnTo>
                  <a:lnTo>
                    <a:pt x="1248214" y="3116972"/>
                  </a:lnTo>
                  <a:lnTo>
                    <a:pt x="1249069" y="3092976"/>
                  </a:lnTo>
                  <a:lnTo>
                    <a:pt x="1249925" y="3020357"/>
                  </a:lnTo>
                  <a:lnTo>
                    <a:pt x="1250780" y="3013535"/>
                  </a:lnTo>
                  <a:lnTo>
                    <a:pt x="1251636" y="2961174"/>
                  </a:lnTo>
                  <a:lnTo>
                    <a:pt x="1252491" y="2924390"/>
                  </a:lnTo>
                  <a:lnTo>
                    <a:pt x="1253347" y="2946336"/>
                  </a:lnTo>
                  <a:lnTo>
                    <a:pt x="1254202" y="3022057"/>
                  </a:lnTo>
                  <a:lnTo>
                    <a:pt x="1255058" y="3068309"/>
                  </a:lnTo>
                  <a:lnTo>
                    <a:pt x="1255913" y="3057854"/>
                  </a:lnTo>
                  <a:lnTo>
                    <a:pt x="1256769" y="3025486"/>
                  </a:lnTo>
                  <a:lnTo>
                    <a:pt x="1257624" y="2964158"/>
                  </a:lnTo>
                  <a:lnTo>
                    <a:pt x="1258480" y="2994501"/>
                  </a:lnTo>
                  <a:lnTo>
                    <a:pt x="1259336" y="2984917"/>
                  </a:lnTo>
                  <a:lnTo>
                    <a:pt x="1260191" y="2935105"/>
                  </a:lnTo>
                  <a:lnTo>
                    <a:pt x="1261047" y="2903604"/>
                  </a:lnTo>
                  <a:lnTo>
                    <a:pt x="1261902" y="2998886"/>
                  </a:lnTo>
                  <a:lnTo>
                    <a:pt x="1262758" y="3116972"/>
                  </a:lnTo>
                  <a:lnTo>
                    <a:pt x="1262758" y="3116972"/>
                  </a:lnTo>
                  <a:lnTo>
                    <a:pt x="1263613" y="3098185"/>
                  </a:lnTo>
                  <a:lnTo>
                    <a:pt x="1264469" y="3107769"/>
                  </a:lnTo>
                  <a:lnTo>
                    <a:pt x="1265324" y="3116972"/>
                  </a:lnTo>
                  <a:lnTo>
                    <a:pt x="1265324" y="3116972"/>
                  </a:lnTo>
                  <a:lnTo>
                    <a:pt x="1266180" y="3116972"/>
                  </a:lnTo>
                  <a:lnTo>
                    <a:pt x="1267035" y="3116972"/>
                  </a:lnTo>
                  <a:lnTo>
                    <a:pt x="1267891" y="3070875"/>
                  </a:lnTo>
                  <a:lnTo>
                    <a:pt x="1268746" y="3062328"/>
                  </a:lnTo>
                  <a:lnTo>
                    <a:pt x="1269602" y="3062328"/>
                  </a:lnTo>
                  <a:lnTo>
                    <a:pt x="1270457" y="3062328"/>
                  </a:lnTo>
                  <a:lnTo>
                    <a:pt x="1271313" y="3049646"/>
                  </a:lnTo>
                  <a:lnTo>
                    <a:pt x="1272168" y="3007181"/>
                  </a:lnTo>
                  <a:lnTo>
                    <a:pt x="1273024" y="3017125"/>
                  </a:lnTo>
                  <a:lnTo>
                    <a:pt x="1273880" y="3053962"/>
                  </a:lnTo>
                  <a:lnTo>
                    <a:pt x="1274735" y="3063892"/>
                  </a:lnTo>
                  <a:lnTo>
                    <a:pt x="1275591" y="3005321"/>
                  </a:lnTo>
                  <a:lnTo>
                    <a:pt x="1276446" y="2996448"/>
                  </a:lnTo>
                  <a:lnTo>
                    <a:pt x="1277302" y="3047361"/>
                  </a:lnTo>
                  <a:lnTo>
                    <a:pt x="1278157" y="3096057"/>
                  </a:lnTo>
                  <a:lnTo>
                    <a:pt x="1279013" y="3116972"/>
                  </a:lnTo>
                  <a:lnTo>
                    <a:pt x="1279013" y="3116972"/>
                  </a:lnTo>
                  <a:lnTo>
                    <a:pt x="1279868" y="3116972"/>
                  </a:lnTo>
                  <a:lnTo>
                    <a:pt x="1280724" y="3116972"/>
                  </a:lnTo>
                  <a:lnTo>
                    <a:pt x="1281579" y="3116972"/>
                  </a:lnTo>
                  <a:lnTo>
                    <a:pt x="1282435" y="3116972"/>
                  </a:lnTo>
                  <a:lnTo>
                    <a:pt x="1283290" y="3116972"/>
                  </a:lnTo>
                  <a:lnTo>
                    <a:pt x="1284146" y="3116972"/>
                  </a:lnTo>
                  <a:lnTo>
                    <a:pt x="1285001" y="3116972"/>
                  </a:lnTo>
                  <a:lnTo>
                    <a:pt x="1285857" y="3116972"/>
                  </a:lnTo>
                  <a:lnTo>
                    <a:pt x="1286712" y="3116972"/>
                  </a:lnTo>
                  <a:lnTo>
                    <a:pt x="1287568" y="3116972"/>
                  </a:lnTo>
                  <a:lnTo>
                    <a:pt x="1288423" y="3116972"/>
                  </a:lnTo>
                  <a:lnTo>
                    <a:pt x="1289279" y="3116972"/>
                  </a:lnTo>
                  <a:lnTo>
                    <a:pt x="1290135" y="3116972"/>
                  </a:lnTo>
                  <a:lnTo>
                    <a:pt x="1290990" y="3116972"/>
                  </a:lnTo>
                  <a:lnTo>
                    <a:pt x="1291846" y="3116972"/>
                  </a:lnTo>
                  <a:lnTo>
                    <a:pt x="1292701" y="3116972"/>
                  </a:lnTo>
                  <a:lnTo>
                    <a:pt x="1293557" y="3099694"/>
                  </a:lnTo>
                  <a:lnTo>
                    <a:pt x="1294412" y="3093293"/>
                  </a:lnTo>
                  <a:lnTo>
                    <a:pt x="1295268" y="3115101"/>
                  </a:lnTo>
                  <a:lnTo>
                    <a:pt x="1296123" y="3116432"/>
                  </a:lnTo>
                  <a:lnTo>
                    <a:pt x="1296979" y="3116972"/>
                  </a:lnTo>
                  <a:lnTo>
                    <a:pt x="1296979" y="3116972"/>
                  </a:lnTo>
                  <a:lnTo>
                    <a:pt x="1297834" y="3116972"/>
                  </a:lnTo>
                  <a:lnTo>
                    <a:pt x="1298690" y="3101520"/>
                  </a:lnTo>
                  <a:lnTo>
                    <a:pt x="1299545" y="3074816"/>
                  </a:lnTo>
                  <a:lnTo>
                    <a:pt x="1300401" y="3071788"/>
                  </a:lnTo>
                  <a:lnTo>
                    <a:pt x="1301256" y="3070456"/>
                  </a:lnTo>
                  <a:lnTo>
                    <a:pt x="1302112" y="3062328"/>
                  </a:lnTo>
                  <a:lnTo>
                    <a:pt x="1302967" y="3062328"/>
                  </a:lnTo>
                  <a:lnTo>
                    <a:pt x="1303823" y="3062328"/>
                  </a:lnTo>
                  <a:lnTo>
                    <a:pt x="1304678" y="3062328"/>
                  </a:lnTo>
                  <a:lnTo>
                    <a:pt x="1305534" y="3096706"/>
                  </a:lnTo>
                  <a:lnTo>
                    <a:pt x="1306390" y="3116972"/>
                  </a:lnTo>
                  <a:lnTo>
                    <a:pt x="1306390" y="3116972"/>
                  </a:lnTo>
                  <a:lnTo>
                    <a:pt x="1307245" y="3116972"/>
                  </a:lnTo>
                  <a:lnTo>
                    <a:pt x="1308101" y="3116972"/>
                  </a:lnTo>
                  <a:lnTo>
                    <a:pt x="1308956" y="3116972"/>
                  </a:lnTo>
                  <a:lnTo>
                    <a:pt x="1309812" y="3116972"/>
                  </a:lnTo>
                  <a:lnTo>
                    <a:pt x="1310667" y="3116972"/>
                  </a:lnTo>
                  <a:lnTo>
                    <a:pt x="1311523" y="3108346"/>
                  </a:lnTo>
                  <a:lnTo>
                    <a:pt x="1312378" y="3116972"/>
                  </a:lnTo>
                  <a:lnTo>
                    <a:pt x="1312378" y="3116972"/>
                  </a:lnTo>
                  <a:lnTo>
                    <a:pt x="1313234" y="3116972"/>
                  </a:lnTo>
                  <a:lnTo>
                    <a:pt x="1314089" y="3095753"/>
                  </a:lnTo>
                  <a:lnTo>
                    <a:pt x="1314945" y="3090500"/>
                  </a:lnTo>
                  <a:lnTo>
                    <a:pt x="1315800" y="3093020"/>
                  </a:lnTo>
                  <a:lnTo>
                    <a:pt x="1316656" y="3116972"/>
                  </a:lnTo>
                  <a:lnTo>
                    <a:pt x="1316656" y="3116972"/>
                  </a:lnTo>
                  <a:lnTo>
                    <a:pt x="1317511" y="3116972"/>
                  </a:lnTo>
                  <a:lnTo>
                    <a:pt x="1318367" y="3116972"/>
                  </a:lnTo>
                  <a:lnTo>
                    <a:pt x="1319222" y="3116972"/>
                  </a:lnTo>
                  <a:lnTo>
                    <a:pt x="1320078" y="3116972"/>
                  </a:lnTo>
                  <a:lnTo>
                    <a:pt x="1320934" y="3116972"/>
                  </a:lnTo>
                  <a:lnTo>
                    <a:pt x="1321789" y="3116972"/>
                  </a:lnTo>
                  <a:lnTo>
                    <a:pt x="1322645" y="3109788"/>
                  </a:lnTo>
                  <a:lnTo>
                    <a:pt x="1323500" y="3103945"/>
                  </a:lnTo>
                  <a:lnTo>
                    <a:pt x="1324356" y="3076563"/>
                  </a:lnTo>
                  <a:lnTo>
                    <a:pt x="1325211" y="3047522"/>
                  </a:lnTo>
                  <a:lnTo>
                    <a:pt x="1326067" y="3039519"/>
                  </a:lnTo>
                  <a:lnTo>
                    <a:pt x="1326922" y="3056850"/>
                  </a:lnTo>
                  <a:lnTo>
                    <a:pt x="1327778" y="3100445"/>
                  </a:lnTo>
                  <a:lnTo>
                    <a:pt x="1328633" y="3116972"/>
                  </a:lnTo>
                  <a:lnTo>
                    <a:pt x="1328633" y="3116972"/>
                  </a:lnTo>
                  <a:lnTo>
                    <a:pt x="1329489" y="3116972"/>
                  </a:lnTo>
                  <a:lnTo>
                    <a:pt x="1330344" y="3116972"/>
                  </a:lnTo>
                  <a:lnTo>
                    <a:pt x="1331200" y="3116972"/>
                  </a:lnTo>
                  <a:lnTo>
                    <a:pt x="1332055" y="3116972"/>
                  </a:lnTo>
                  <a:lnTo>
                    <a:pt x="1332911" y="3116972"/>
                  </a:lnTo>
                  <a:lnTo>
                    <a:pt x="1333766" y="3116972"/>
                  </a:lnTo>
                  <a:lnTo>
                    <a:pt x="1334622" y="3116972"/>
                  </a:lnTo>
                  <a:lnTo>
                    <a:pt x="1335477" y="3116972"/>
                  </a:lnTo>
                  <a:lnTo>
                    <a:pt x="1336333" y="3116972"/>
                  </a:lnTo>
                  <a:lnTo>
                    <a:pt x="1337189" y="3116972"/>
                  </a:lnTo>
                  <a:lnTo>
                    <a:pt x="1338044" y="3116972"/>
                  </a:lnTo>
                  <a:lnTo>
                    <a:pt x="1338900" y="3116972"/>
                  </a:lnTo>
                  <a:lnTo>
                    <a:pt x="1339755" y="3116972"/>
                  </a:lnTo>
                  <a:lnTo>
                    <a:pt x="1340611" y="3116972"/>
                  </a:lnTo>
                  <a:lnTo>
                    <a:pt x="1341466" y="3116972"/>
                  </a:lnTo>
                  <a:lnTo>
                    <a:pt x="1342322" y="3116972"/>
                  </a:lnTo>
                  <a:lnTo>
                    <a:pt x="1343177" y="3116972"/>
                  </a:lnTo>
                  <a:lnTo>
                    <a:pt x="1344033" y="3116972"/>
                  </a:lnTo>
                  <a:lnTo>
                    <a:pt x="1344888" y="3116972"/>
                  </a:lnTo>
                  <a:lnTo>
                    <a:pt x="1345744" y="3116972"/>
                  </a:lnTo>
                  <a:lnTo>
                    <a:pt x="1346599" y="3110948"/>
                  </a:lnTo>
                  <a:lnTo>
                    <a:pt x="1347455" y="3067865"/>
                  </a:lnTo>
                  <a:lnTo>
                    <a:pt x="1348310" y="3094935"/>
                  </a:lnTo>
                  <a:lnTo>
                    <a:pt x="1349166" y="3072988"/>
                  </a:lnTo>
                  <a:lnTo>
                    <a:pt x="1350021" y="3066970"/>
                  </a:lnTo>
                  <a:lnTo>
                    <a:pt x="1350877" y="3066971"/>
                  </a:lnTo>
                  <a:lnTo>
                    <a:pt x="1351732" y="3071646"/>
                  </a:lnTo>
                  <a:lnTo>
                    <a:pt x="1352588" y="3116972"/>
                  </a:lnTo>
                  <a:lnTo>
                    <a:pt x="1352588" y="3116972"/>
                  </a:lnTo>
                  <a:lnTo>
                    <a:pt x="1353444" y="3116972"/>
                  </a:lnTo>
                  <a:lnTo>
                    <a:pt x="1354299" y="3116972"/>
                  </a:lnTo>
                  <a:lnTo>
                    <a:pt x="1355155" y="3116972"/>
                  </a:lnTo>
                  <a:lnTo>
                    <a:pt x="1356010" y="3116972"/>
                  </a:lnTo>
                  <a:lnTo>
                    <a:pt x="1356866" y="3116972"/>
                  </a:lnTo>
                  <a:lnTo>
                    <a:pt x="1357721" y="3116972"/>
                  </a:lnTo>
                  <a:lnTo>
                    <a:pt x="1358577" y="3116972"/>
                  </a:lnTo>
                  <a:lnTo>
                    <a:pt x="1359432" y="3116972"/>
                  </a:lnTo>
                  <a:lnTo>
                    <a:pt x="1360288" y="3116972"/>
                  </a:lnTo>
                  <a:lnTo>
                    <a:pt x="1361143" y="3116972"/>
                  </a:lnTo>
                  <a:lnTo>
                    <a:pt x="1361999" y="3116972"/>
                  </a:lnTo>
                  <a:lnTo>
                    <a:pt x="1362854" y="3079181"/>
                  </a:lnTo>
                  <a:lnTo>
                    <a:pt x="1363710" y="3022893"/>
                  </a:lnTo>
                  <a:lnTo>
                    <a:pt x="1364565" y="2987833"/>
                  </a:lnTo>
                  <a:lnTo>
                    <a:pt x="1365421" y="2989453"/>
                  </a:lnTo>
                  <a:lnTo>
                    <a:pt x="1366276" y="3078291"/>
                  </a:lnTo>
                  <a:lnTo>
                    <a:pt x="1367132" y="3116972"/>
                  </a:lnTo>
                  <a:lnTo>
                    <a:pt x="1367132" y="3116972"/>
                  </a:lnTo>
                  <a:lnTo>
                    <a:pt x="1367987" y="3116972"/>
                  </a:lnTo>
                  <a:lnTo>
                    <a:pt x="1368843" y="3116972"/>
                  </a:lnTo>
                  <a:lnTo>
                    <a:pt x="1369699" y="3116972"/>
                  </a:lnTo>
                  <a:lnTo>
                    <a:pt x="1370554" y="3116972"/>
                  </a:lnTo>
                  <a:lnTo>
                    <a:pt x="1371410" y="3116972"/>
                  </a:lnTo>
                  <a:lnTo>
                    <a:pt x="1372265" y="3096751"/>
                  </a:lnTo>
                  <a:lnTo>
                    <a:pt x="1373121" y="3025820"/>
                  </a:lnTo>
                  <a:lnTo>
                    <a:pt x="1373976" y="2996855"/>
                  </a:lnTo>
                  <a:lnTo>
                    <a:pt x="1374832" y="2940982"/>
                  </a:lnTo>
                  <a:lnTo>
                    <a:pt x="1375687" y="2909941"/>
                  </a:lnTo>
                  <a:lnTo>
                    <a:pt x="1376543" y="2926291"/>
                  </a:lnTo>
                  <a:lnTo>
                    <a:pt x="1377398" y="2949441"/>
                  </a:lnTo>
                  <a:lnTo>
                    <a:pt x="1378254" y="2938418"/>
                  </a:lnTo>
                  <a:lnTo>
                    <a:pt x="1379109" y="2942026"/>
                  </a:lnTo>
                  <a:lnTo>
                    <a:pt x="1379965" y="2997904"/>
                  </a:lnTo>
                  <a:lnTo>
                    <a:pt x="1380820" y="3032826"/>
                  </a:lnTo>
                  <a:lnTo>
                    <a:pt x="1381676" y="3066647"/>
                  </a:lnTo>
                  <a:lnTo>
                    <a:pt x="1382531" y="3116972"/>
                  </a:lnTo>
                  <a:lnTo>
                    <a:pt x="1382531" y="3116972"/>
                  </a:lnTo>
                  <a:lnTo>
                    <a:pt x="1383387" y="3116972"/>
                  </a:lnTo>
                  <a:lnTo>
                    <a:pt x="1384243" y="3116972"/>
                  </a:lnTo>
                  <a:lnTo>
                    <a:pt x="1385098" y="3116972"/>
                  </a:lnTo>
                  <a:lnTo>
                    <a:pt x="1385954" y="3116972"/>
                  </a:lnTo>
                  <a:lnTo>
                    <a:pt x="1386809" y="3116972"/>
                  </a:lnTo>
                  <a:lnTo>
                    <a:pt x="1387665" y="3116972"/>
                  </a:lnTo>
                  <a:lnTo>
                    <a:pt x="1388520" y="3116972"/>
                  </a:lnTo>
                  <a:lnTo>
                    <a:pt x="1389376" y="3116972"/>
                  </a:lnTo>
                  <a:lnTo>
                    <a:pt x="1390231" y="3116972"/>
                  </a:lnTo>
                  <a:lnTo>
                    <a:pt x="1391087" y="3116972"/>
                  </a:lnTo>
                  <a:lnTo>
                    <a:pt x="1391942" y="3115542"/>
                  </a:lnTo>
                  <a:lnTo>
                    <a:pt x="1392798" y="3103831"/>
                  </a:lnTo>
                  <a:lnTo>
                    <a:pt x="1393653" y="3075915"/>
                  </a:lnTo>
                  <a:lnTo>
                    <a:pt x="1394509" y="3062328"/>
                  </a:lnTo>
                  <a:lnTo>
                    <a:pt x="1395364" y="3116972"/>
                  </a:lnTo>
                  <a:lnTo>
                    <a:pt x="1395364" y="3116972"/>
                  </a:lnTo>
                  <a:lnTo>
                    <a:pt x="1396220" y="3116972"/>
                  </a:lnTo>
                  <a:lnTo>
                    <a:pt x="1397075" y="3116972"/>
                  </a:lnTo>
                  <a:lnTo>
                    <a:pt x="1397931" y="3116972"/>
                  </a:lnTo>
                  <a:lnTo>
                    <a:pt x="1398786" y="3116972"/>
                  </a:lnTo>
                  <a:lnTo>
                    <a:pt x="1399642" y="3116972"/>
                  </a:lnTo>
                  <a:lnTo>
                    <a:pt x="1400498" y="3116972"/>
                  </a:lnTo>
                  <a:lnTo>
                    <a:pt x="1401353" y="3116972"/>
                  </a:lnTo>
                  <a:lnTo>
                    <a:pt x="1402209" y="3116972"/>
                  </a:lnTo>
                  <a:lnTo>
                    <a:pt x="1403064" y="3116972"/>
                  </a:lnTo>
                  <a:lnTo>
                    <a:pt x="1403920" y="3116972"/>
                  </a:lnTo>
                  <a:lnTo>
                    <a:pt x="1404775" y="3116972"/>
                  </a:lnTo>
                  <a:lnTo>
                    <a:pt x="1405631" y="3116972"/>
                  </a:lnTo>
                  <a:lnTo>
                    <a:pt x="1406486" y="3116972"/>
                  </a:lnTo>
                  <a:lnTo>
                    <a:pt x="1407342" y="3042509"/>
                  </a:lnTo>
                  <a:lnTo>
                    <a:pt x="1408197" y="3028684"/>
                  </a:lnTo>
                  <a:lnTo>
                    <a:pt x="1409053" y="3028684"/>
                  </a:lnTo>
                  <a:lnTo>
                    <a:pt x="1409908" y="3026205"/>
                  </a:lnTo>
                  <a:lnTo>
                    <a:pt x="1410764" y="3068483"/>
                  </a:lnTo>
                  <a:lnTo>
                    <a:pt x="1411619" y="3116972"/>
                  </a:lnTo>
                  <a:lnTo>
                    <a:pt x="1411619" y="3116972"/>
                  </a:lnTo>
                  <a:lnTo>
                    <a:pt x="1412475" y="3116972"/>
                  </a:lnTo>
                  <a:lnTo>
                    <a:pt x="1413330" y="3116972"/>
                  </a:lnTo>
                  <a:lnTo>
                    <a:pt x="1414186" y="3116972"/>
                  </a:lnTo>
                  <a:lnTo>
                    <a:pt x="1415041" y="3116972"/>
                  </a:lnTo>
                  <a:lnTo>
                    <a:pt x="1415897" y="3088121"/>
                  </a:lnTo>
                  <a:lnTo>
                    <a:pt x="1416753" y="3073938"/>
                  </a:lnTo>
                  <a:lnTo>
                    <a:pt x="1417608" y="3116972"/>
                  </a:lnTo>
                  <a:lnTo>
                    <a:pt x="1417608" y="3116972"/>
                  </a:lnTo>
                  <a:lnTo>
                    <a:pt x="1418464" y="3116972"/>
                  </a:lnTo>
                  <a:lnTo>
                    <a:pt x="1419319" y="3116972"/>
                  </a:lnTo>
                  <a:lnTo>
                    <a:pt x="1420175" y="3116972"/>
                  </a:lnTo>
                  <a:lnTo>
                    <a:pt x="1421030" y="3116972"/>
                  </a:lnTo>
                  <a:lnTo>
                    <a:pt x="1421886" y="3116972"/>
                  </a:lnTo>
                  <a:lnTo>
                    <a:pt x="1422741" y="3069955"/>
                  </a:lnTo>
                  <a:lnTo>
                    <a:pt x="1423597" y="2989096"/>
                  </a:lnTo>
                  <a:lnTo>
                    <a:pt x="1424452" y="3005505"/>
                  </a:lnTo>
                  <a:lnTo>
                    <a:pt x="1425308" y="3034360"/>
                  </a:lnTo>
                  <a:lnTo>
                    <a:pt x="1426163" y="3075252"/>
                  </a:lnTo>
                  <a:lnTo>
                    <a:pt x="1427019" y="3116972"/>
                  </a:lnTo>
                  <a:lnTo>
                    <a:pt x="1427019" y="3116972"/>
                  </a:lnTo>
                  <a:lnTo>
                    <a:pt x="1427874" y="3116972"/>
                  </a:lnTo>
                  <a:lnTo>
                    <a:pt x="1428730" y="3116972"/>
                  </a:lnTo>
                  <a:lnTo>
                    <a:pt x="1429585" y="3116972"/>
                  </a:lnTo>
                  <a:lnTo>
                    <a:pt x="1430441" y="3116972"/>
                  </a:lnTo>
                  <a:lnTo>
                    <a:pt x="1431297" y="3116972"/>
                  </a:lnTo>
                  <a:lnTo>
                    <a:pt x="1432152" y="3116972"/>
                  </a:lnTo>
                  <a:lnTo>
                    <a:pt x="1433008" y="3115066"/>
                  </a:lnTo>
                  <a:lnTo>
                    <a:pt x="1433863" y="3010370"/>
                  </a:lnTo>
                  <a:lnTo>
                    <a:pt x="1434719" y="2975155"/>
                  </a:lnTo>
                  <a:lnTo>
                    <a:pt x="1435574" y="2975155"/>
                  </a:lnTo>
                  <a:lnTo>
                    <a:pt x="1436430" y="2975156"/>
                  </a:lnTo>
                  <a:lnTo>
                    <a:pt x="1437285" y="2993700"/>
                  </a:lnTo>
                  <a:lnTo>
                    <a:pt x="1438141" y="3044977"/>
                  </a:lnTo>
                  <a:lnTo>
                    <a:pt x="1438996" y="3062328"/>
                  </a:lnTo>
                  <a:lnTo>
                    <a:pt x="1439852" y="3062328"/>
                  </a:lnTo>
                  <a:lnTo>
                    <a:pt x="1440707" y="3035929"/>
                  </a:lnTo>
                  <a:lnTo>
                    <a:pt x="1441563" y="2980882"/>
                  </a:lnTo>
                  <a:lnTo>
                    <a:pt x="1442418" y="2979847"/>
                  </a:lnTo>
                  <a:lnTo>
                    <a:pt x="1443274" y="3012591"/>
                  </a:lnTo>
                  <a:lnTo>
                    <a:pt x="1444129" y="3033951"/>
                  </a:lnTo>
                  <a:lnTo>
                    <a:pt x="1444985" y="3033951"/>
                  </a:lnTo>
                  <a:lnTo>
                    <a:pt x="1445840" y="3060351"/>
                  </a:lnTo>
                  <a:lnTo>
                    <a:pt x="1446696" y="3116972"/>
                  </a:lnTo>
                  <a:lnTo>
                    <a:pt x="1446696" y="3116972"/>
                  </a:lnTo>
                  <a:lnTo>
                    <a:pt x="1447552" y="3116972"/>
                  </a:lnTo>
                  <a:lnTo>
                    <a:pt x="1448407" y="3116972"/>
                  </a:lnTo>
                  <a:lnTo>
                    <a:pt x="1449263" y="3116972"/>
                  </a:lnTo>
                  <a:lnTo>
                    <a:pt x="1450118" y="3116972"/>
                  </a:lnTo>
                  <a:lnTo>
                    <a:pt x="1450974" y="3116972"/>
                  </a:lnTo>
                  <a:lnTo>
                    <a:pt x="1451829" y="3116972"/>
                  </a:lnTo>
                  <a:lnTo>
                    <a:pt x="1452685" y="3116972"/>
                  </a:lnTo>
                  <a:lnTo>
                    <a:pt x="1453540" y="3116972"/>
                  </a:lnTo>
                  <a:lnTo>
                    <a:pt x="1454396" y="3097789"/>
                  </a:lnTo>
                  <a:lnTo>
                    <a:pt x="1455251" y="3074238"/>
                  </a:lnTo>
                  <a:lnTo>
                    <a:pt x="1456107" y="3071818"/>
                  </a:lnTo>
                  <a:lnTo>
                    <a:pt x="1456962" y="3056989"/>
                  </a:lnTo>
                  <a:lnTo>
                    <a:pt x="1457818" y="3062328"/>
                  </a:lnTo>
                  <a:lnTo>
                    <a:pt x="1458673" y="3086611"/>
                  </a:lnTo>
                  <a:lnTo>
                    <a:pt x="1459529" y="3052952"/>
                  </a:lnTo>
                  <a:lnTo>
                    <a:pt x="1460384" y="3041779"/>
                  </a:lnTo>
                  <a:lnTo>
                    <a:pt x="1461240" y="3086029"/>
                  </a:lnTo>
                  <a:lnTo>
                    <a:pt x="1462095" y="3093195"/>
                  </a:lnTo>
                  <a:lnTo>
                    <a:pt x="1462951" y="3089383"/>
                  </a:lnTo>
                  <a:lnTo>
                    <a:pt x="1463807" y="3092976"/>
                  </a:lnTo>
                  <a:lnTo>
                    <a:pt x="1464662" y="3116972"/>
                  </a:lnTo>
                  <a:lnTo>
                    <a:pt x="1464662" y="3116972"/>
                  </a:lnTo>
                  <a:lnTo>
                    <a:pt x="1465518" y="3116972"/>
                  </a:lnTo>
                  <a:lnTo>
                    <a:pt x="1466373" y="3116972"/>
                  </a:lnTo>
                  <a:lnTo>
                    <a:pt x="1467229" y="3116972"/>
                  </a:lnTo>
                  <a:lnTo>
                    <a:pt x="1468084" y="3116972"/>
                  </a:lnTo>
                  <a:lnTo>
                    <a:pt x="1468940" y="3116972"/>
                  </a:lnTo>
                  <a:lnTo>
                    <a:pt x="1469795" y="3116972"/>
                  </a:lnTo>
                  <a:lnTo>
                    <a:pt x="1470651" y="3116972"/>
                  </a:lnTo>
                  <a:lnTo>
                    <a:pt x="1471506" y="3116972"/>
                  </a:lnTo>
                  <a:lnTo>
                    <a:pt x="1472362" y="3116972"/>
                  </a:lnTo>
                  <a:lnTo>
                    <a:pt x="1473217" y="3116972"/>
                  </a:lnTo>
                  <a:lnTo>
                    <a:pt x="1474073" y="3116972"/>
                  </a:lnTo>
                  <a:lnTo>
                    <a:pt x="1474928" y="3115422"/>
                  </a:lnTo>
                  <a:lnTo>
                    <a:pt x="1475784" y="3025787"/>
                  </a:lnTo>
                  <a:lnTo>
                    <a:pt x="1476639" y="2984229"/>
                  </a:lnTo>
                  <a:lnTo>
                    <a:pt x="1477495" y="2984229"/>
                  </a:lnTo>
                  <a:lnTo>
                    <a:pt x="1478351" y="2999430"/>
                  </a:lnTo>
                  <a:lnTo>
                    <a:pt x="1479206" y="3014925"/>
                  </a:lnTo>
                  <a:lnTo>
                    <a:pt x="1480062" y="3050467"/>
                  </a:lnTo>
                  <a:lnTo>
                    <a:pt x="1480917" y="3116972"/>
                  </a:lnTo>
                  <a:lnTo>
                    <a:pt x="1480917" y="3116972"/>
                  </a:lnTo>
                  <a:lnTo>
                    <a:pt x="1481773" y="3116972"/>
                  </a:lnTo>
                  <a:lnTo>
                    <a:pt x="1482628" y="3116972"/>
                  </a:lnTo>
                  <a:lnTo>
                    <a:pt x="1483484" y="3116972"/>
                  </a:lnTo>
                  <a:lnTo>
                    <a:pt x="1484339" y="3116972"/>
                  </a:lnTo>
                  <a:lnTo>
                    <a:pt x="1485195" y="3116972"/>
                  </a:lnTo>
                  <a:lnTo>
                    <a:pt x="1486050" y="3101737"/>
                  </a:lnTo>
                  <a:lnTo>
                    <a:pt x="1486906" y="3046560"/>
                  </a:lnTo>
                  <a:lnTo>
                    <a:pt x="1487761" y="3043357"/>
                  </a:lnTo>
                  <a:lnTo>
                    <a:pt x="1488617" y="3090318"/>
                  </a:lnTo>
                  <a:lnTo>
                    <a:pt x="1489472" y="3088804"/>
                  </a:lnTo>
                  <a:lnTo>
                    <a:pt x="1490328" y="3058289"/>
                  </a:lnTo>
                  <a:lnTo>
                    <a:pt x="1491183" y="3116972"/>
                  </a:lnTo>
                  <a:lnTo>
                    <a:pt x="1491183" y="3116972"/>
                  </a:lnTo>
                  <a:lnTo>
                    <a:pt x="1492039" y="3116972"/>
                  </a:lnTo>
                  <a:lnTo>
                    <a:pt x="1492894" y="3116972"/>
                  </a:lnTo>
                  <a:lnTo>
                    <a:pt x="1493750" y="3116972"/>
                  </a:lnTo>
                  <a:lnTo>
                    <a:pt x="1494606" y="3116972"/>
                  </a:lnTo>
                  <a:lnTo>
                    <a:pt x="1495461" y="3116972"/>
                  </a:lnTo>
                  <a:lnTo>
                    <a:pt x="1496317" y="3116972"/>
                  </a:lnTo>
                  <a:lnTo>
                    <a:pt x="1497172" y="2991169"/>
                  </a:lnTo>
                  <a:lnTo>
                    <a:pt x="1498028" y="2936291"/>
                  </a:lnTo>
                  <a:lnTo>
                    <a:pt x="1498883" y="2938402"/>
                  </a:lnTo>
                  <a:lnTo>
                    <a:pt x="1499739" y="2937449"/>
                  </a:lnTo>
                  <a:lnTo>
                    <a:pt x="1500594" y="2980247"/>
                  </a:lnTo>
                  <a:lnTo>
                    <a:pt x="1501450" y="3028569"/>
                  </a:lnTo>
                  <a:lnTo>
                    <a:pt x="1502305" y="3053039"/>
                  </a:lnTo>
                  <a:lnTo>
                    <a:pt x="1503161" y="3096323"/>
                  </a:lnTo>
                  <a:lnTo>
                    <a:pt x="1504016" y="3085992"/>
                  </a:lnTo>
                  <a:lnTo>
                    <a:pt x="1504872" y="3099794"/>
                  </a:lnTo>
                  <a:lnTo>
                    <a:pt x="1505727" y="3116972"/>
                  </a:lnTo>
                  <a:lnTo>
                    <a:pt x="1505727" y="3116972"/>
                  </a:lnTo>
                  <a:lnTo>
                    <a:pt x="1506583" y="3116972"/>
                  </a:lnTo>
                  <a:lnTo>
                    <a:pt x="1507438" y="3116972"/>
                  </a:lnTo>
                  <a:lnTo>
                    <a:pt x="1508294" y="3116972"/>
                  </a:lnTo>
                  <a:lnTo>
                    <a:pt x="1509149" y="3116972"/>
                  </a:lnTo>
                  <a:lnTo>
                    <a:pt x="1510005" y="3116972"/>
                  </a:lnTo>
                  <a:lnTo>
                    <a:pt x="1510861" y="3116972"/>
                  </a:lnTo>
                  <a:lnTo>
                    <a:pt x="1511716" y="3116972"/>
                  </a:lnTo>
                  <a:lnTo>
                    <a:pt x="1512572" y="3116972"/>
                  </a:lnTo>
                  <a:lnTo>
                    <a:pt x="1513427" y="3116972"/>
                  </a:lnTo>
                  <a:lnTo>
                    <a:pt x="1514283" y="3071147"/>
                  </a:lnTo>
                  <a:lnTo>
                    <a:pt x="1515138" y="3062328"/>
                  </a:lnTo>
                  <a:lnTo>
                    <a:pt x="1515994" y="3062328"/>
                  </a:lnTo>
                  <a:lnTo>
                    <a:pt x="1516849" y="3062328"/>
                  </a:lnTo>
                  <a:lnTo>
                    <a:pt x="1517705" y="3062328"/>
                  </a:lnTo>
                  <a:lnTo>
                    <a:pt x="1518560" y="3062328"/>
                  </a:lnTo>
                  <a:lnTo>
                    <a:pt x="1519416" y="3080722"/>
                  </a:lnTo>
                  <a:lnTo>
                    <a:pt x="1520271" y="3116972"/>
                  </a:lnTo>
                  <a:lnTo>
                    <a:pt x="1520271" y="3116972"/>
                  </a:lnTo>
                  <a:lnTo>
                    <a:pt x="1521127" y="3116972"/>
                  </a:lnTo>
                  <a:lnTo>
                    <a:pt x="1521982" y="3116972"/>
                  </a:lnTo>
                  <a:lnTo>
                    <a:pt x="1522838" y="3116972"/>
                  </a:lnTo>
                  <a:lnTo>
                    <a:pt x="1523693" y="3116972"/>
                  </a:lnTo>
                  <a:lnTo>
                    <a:pt x="1524549" y="3116972"/>
                  </a:lnTo>
                  <a:lnTo>
                    <a:pt x="1525405" y="3116972"/>
                  </a:lnTo>
                  <a:lnTo>
                    <a:pt x="1526260" y="3116972"/>
                  </a:lnTo>
                  <a:lnTo>
                    <a:pt x="1527116" y="3116972"/>
                  </a:lnTo>
                  <a:lnTo>
                    <a:pt x="1527971" y="3116972"/>
                  </a:lnTo>
                  <a:lnTo>
                    <a:pt x="1528827" y="3116972"/>
                  </a:lnTo>
                  <a:lnTo>
                    <a:pt x="1529682" y="3116972"/>
                  </a:lnTo>
                  <a:lnTo>
                    <a:pt x="1530538" y="3116972"/>
                  </a:lnTo>
                  <a:lnTo>
                    <a:pt x="1531393" y="3116972"/>
                  </a:lnTo>
                  <a:lnTo>
                    <a:pt x="1532249" y="3116972"/>
                  </a:lnTo>
                  <a:lnTo>
                    <a:pt x="1533104" y="3116972"/>
                  </a:lnTo>
                  <a:lnTo>
                    <a:pt x="1533960" y="3082973"/>
                  </a:lnTo>
                  <a:lnTo>
                    <a:pt x="1534815" y="3026127"/>
                  </a:lnTo>
                  <a:lnTo>
                    <a:pt x="1535671" y="3008777"/>
                  </a:lnTo>
                  <a:lnTo>
                    <a:pt x="1536526" y="3047955"/>
                  </a:lnTo>
                  <a:lnTo>
                    <a:pt x="1537382" y="3105969"/>
                  </a:lnTo>
                  <a:lnTo>
                    <a:pt x="1538237" y="3116972"/>
                  </a:lnTo>
                  <a:lnTo>
                    <a:pt x="1538237" y="3116972"/>
                  </a:lnTo>
                  <a:lnTo>
                    <a:pt x="1539093" y="3116972"/>
                  </a:lnTo>
                  <a:lnTo>
                    <a:pt x="1539948" y="3116972"/>
                  </a:lnTo>
                  <a:lnTo>
                    <a:pt x="1540804" y="3116972"/>
                  </a:lnTo>
                  <a:lnTo>
                    <a:pt x="1541660" y="3116972"/>
                  </a:lnTo>
                  <a:lnTo>
                    <a:pt x="1542515" y="3116972"/>
                  </a:lnTo>
                  <a:lnTo>
                    <a:pt x="1543371" y="3116972"/>
                  </a:lnTo>
                  <a:lnTo>
                    <a:pt x="1544226" y="3116972"/>
                  </a:lnTo>
                  <a:lnTo>
                    <a:pt x="1545082" y="3116972"/>
                  </a:lnTo>
                  <a:lnTo>
                    <a:pt x="1545937" y="3116972"/>
                  </a:lnTo>
                  <a:lnTo>
                    <a:pt x="1546793" y="3116972"/>
                  </a:lnTo>
                  <a:lnTo>
                    <a:pt x="1547648" y="3116972"/>
                  </a:lnTo>
                  <a:lnTo>
                    <a:pt x="1548504" y="3116972"/>
                  </a:lnTo>
                  <a:lnTo>
                    <a:pt x="1549359" y="3116972"/>
                  </a:lnTo>
                  <a:lnTo>
                    <a:pt x="1550215" y="3116972"/>
                  </a:lnTo>
                  <a:lnTo>
                    <a:pt x="1551070" y="3116972"/>
                  </a:lnTo>
                  <a:lnTo>
                    <a:pt x="1551926" y="3116972"/>
                  </a:lnTo>
                  <a:lnTo>
                    <a:pt x="1552781" y="3116972"/>
                  </a:lnTo>
                  <a:lnTo>
                    <a:pt x="1553637" y="3116972"/>
                  </a:lnTo>
                  <a:lnTo>
                    <a:pt x="1554492" y="3116972"/>
                  </a:lnTo>
                  <a:lnTo>
                    <a:pt x="1555348" y="3116972"/>
                  </a:lnTo>
                  <a:lnTo>
                    <a:pt x="1556203" y="3116972"/>
                  </a:lnTo>
                  <a:lnTo>
                    <a:pt x="1557059" y="3116972"/>
                  </a:lnTo>
                  <a:lnTo>
                    <a:pt x="1557915" y="3116972"/>
                  </a:lnTo>
                  <a:lnTo>
                    <a:pt x="1558770" y="3116972"/>
                  </a:lnTo>
                  <a:lnTo>
                    <a:pt x="1559626" y="3116972"/>
                  </a:lnTo>
                  <a:lnTo>
                    <a:pt x="1560481" y="3116972"/>
                  </a:lnTo>
                  <a:lnTo>
                    <a:pt x="1561337" y="3116972"/>
                  </a:lnTo>
                  <a:lnTo>
                    <a:pt x="1562192" y="3116972"/>
                  </a:lnTo>
                  <a:lnTo>
                    <a:pt x="1563048" y="3116972"/>
                  </a:lnTo>
                  <a:lnTo>
                    <a:pt x="1563903" y="3116972"/>
                  </a:lnTo>
                  <a:lnTo>
                    <a:pt x="1564759" y="3116972"/>
                  </a:lnTo>
                  <a:lnTo>
                    <a:pt x="1565614" y="3116972"/>
                  </a:lnTo>
                  <a:lnTo>
                    <a:pt x="1566470" y="3116972"/>
                  </a:lnTo>
                  <a:lnTo>
                    <a:pt x="1567325" y="3116972"/>
                  </a:lnTo>
                  <a:lnTo>
                    <a:pt x="1568181" y="3116972"/>
                  </a:lnTo>
                  <a:lnTo>
                    <a:pt x="1569036" y="2960390"/>
                  </a:lnTo>
                  <a:lnTo>
                    <a:pt x="1569892" y="2941437"/>
                  </a:lnTo>
                  <a:lnTo>
                    <a:pt x="1570747" y="3005554"/>
                  </a:lnTo>
                  <a:lnTo>
                    <a:pt x="1571603" y="3016368"/>
                  </a:lnTo>
                  <a:lnTo>
                    <a:pt x="1572458" y="3012378"/>
                  </a:lnTo>
                  <a:lnTo>
                    <a:pt x="1573314" y="3076079"/>
                  </a:lnTo>
                  <a:lnTo>
                    <a:pt x="1574170" y="3116972"/>
                  </a:lnTo>
                  <a:lnTo>
                    <a:pt x="1574170" y="3116972"/>
                  </a:lnTo>
                  <a:lnTo>
                    <a:pt x="1575025" y="3112214"/>
                  </a:lnTo>
                  <a:lnTo>
                    <a:pt x="1575881" y="2957218"/>
                  </a:lnTo>
                  <a:lnTo>
                    <a:pt x="1576736" y="2869771"/>
                  </a:lnTo>
                  <a:lnTo>
                    <a:pt x="1577592" y="2858516"/>
                  </a:lnTo>
                  <a:lnTo>
                    <a:pt x="1578447" y="2854263"/>
                  </a:lnTo>
                  <a:lnTo>
                    <a:pt x="1579303" y="2814892"/>
                  </a:lnTo>
                  <a:lnTo>
                    <a:pt x="1580158" y="2717788"/>
                  </a:lnTo>
                  <a:lnTo>
                    <a:pt x="1581014" y="2707901"/>
                  </a:lnTo>
                  <a:lnTo>
                    <a:pt x="1581869" y="2801341"/>
                  </a:lnTo>
                  <a:lnTo>
                    <a:pt x="1582725" y="2942975"/>
                  </a:lnTo>
                  <a:lnTo>
                    <a:pt x="1583580" y="3049935"/>
                  </a:lnTo>
                  <a:lnTo>
                    <a:pt x="1584436" y="3116972"/>
                  </a:lnTo>
                  <a:lnTo>
                    <a:pt x="1584436" y="3116972"/>
                  </a:lnTo>
                  <a:lnTo>
                    <a:pt x="1585291" y="3116972"/>
                  </a:lnTo>
                  <a:lnTo>
                    <a:pt x="1586147" y="3116972"/>
                  </a:lnTo>
                  <a:lnTo>
                    <a:pt x="1587002" y="3116972"/>
                  </a:lnTo>
                  <a:lnTo>
                    <a:pt x="1587858" y="3116972"/>
                  </a:lnTo>
                  <a:lnTo>
                    <a:pt x="1588714" y="3066617"/>
                  </a:lnTo>
                  <a:lnTo>
                    <a:pt x="1589569" y="2965684"/>
                  </a:lnTo>
                  <a:lnTo>
                    <a:pt x="1590425" y="2934665"/>
                  </a:lnTo>
                  <a:lnTo>
                    <a:pt x="1591280" y="2893481"/>
                  </a:lnTo>
                  <a:lnTo>
                    <a:pt x="1592136" y="2885468"/>
                  </a:lnTo>
                  <a:lnTo>
                    <a:pt x="1592991" y="2912275"/>
                  </a:lnTo>
                  <a:lnTo>
                    <a:pt x="1593847" y="2983655"/>
                  </a:lnTo>
                  <a:lnTo>
                    <a:pt x="1594702" y="3057919"/>
                  </a:lnTo>
                  <a:lnTo>
                    <a:pt x="1595558" y="3107768"/>
                  </a:lnTo>
                  <a:lnTo>
                    <a:pt x="1596413" y="3116972"/>
                  </a:lnTo>
                  <a:lnTo>
                    <a:pt x="1596413" y="3116972"/>
                  </a:lnTo>
                  <a:lnTo>
                    <a:pt x="1597269" y="3116972"/>
                  </a:lnTo>
                  <a:lnTo>
                    <a:pt x="1598124" y="3116972"/>
                  </a:lnTo>
                  <a:lnTo>
                    <a:pt x="1598980" y="3116972"/>
                  </a:lnTo>
                  <a:lnTo>
                    <a:pt x="1599835" y="3113604"/>
                  </a:lnTo>
                  <a:lnTo>
                    <a:pt x="1600691" y="3049342"/>
                  </a:lnTo>
                  <a:lnTo>
                    <a:pt x="1601546" y="2943283"/>
                  </a:lnTo>
                  <a:lnTo>
                    <a:pt x="1602402" y="2902201"/>
                  </a:lnTo>
                  <a:lnTo>
                    <a:pt x="1603257" y="2826237"/>
                  </a:lnTo>
                  <a:lnTo>
                    <a:pt x="1604113" y="2728029"/>
                  </a:lnTo>
                  <a:lnTo>
                    <a:pt x="1604969" y="2650143"/>
                  </a:lnTo>
                  <a:lnTo>
                    <a:pt x="1605824" y="2671869"/>
                  </a:lnTo>
                  <a:lnTo>
                    <a:pt x="1606680" y="2793080"/>
                  </a:lnTo>
                  <a:lnTo>
                    <a:pt x="1607535" y="2877087"/>
                  </a:lnTo>
                  <a:lnTo>
                    <a:pt x="1608391" y="2955830"/>
                  </a:lnTo>
                  <a:lnTo>
                    <a:pt x="1609246" y="2981019"/>
                  </a:lnTo>
                  <a:lnTo>
                    <a:pt x="1610102" y="2931399"/>
                  </a:lnTo>
                  <a:lnTo>
                    <a:pt x="1610957" y="2898414"/>
                  </a:lnTo>
                  <a:lnTo>
                    <a:pt x="1611813" y="2852600"/>
                  </a:lnTo>
                  <a:lnTo>
                    <a:pt x="1612668" y="2866637"/>
                  </a:lnTo>
                  <a:lnTo>
                    <a:pt x="1613524" y="2826916"/>
                  </a:lnTo>
                  <a:lnTo>
                    <a:pt x="1614379" y="2853016"/>
                  </a:lnTo>
                  <a:lnTo>
                    <a:pt x="1615235" y="2971385"/>
                  </a:lnTo>
                  <a:lnTo>
                    <a:pt x="1616090" y="3053545"/>
                  </a:lnTo>
                  <a:lnTo>
                    <a:pt x="1616946" y="3045504"/>
                  </a:lnTo>
                  <a:lnTo>
                    <a:pt x="1617801" y="2953123"/>
                  </a:lnTo>
                  <a:lnTo>
                    <a:pt x="1618657" y="2925919"/>
                  </a:lnTo>
                  <a:lnTo>
                    <a:pt x="1619512" y="2917004"/>
                  </a:lnTo>
                  <a:lnTo>
                    <a:pt x="1620368" y="2790144"/>
                  </a:lnTo>
                  <a:lnTo>
                    <a:pt x="1621224" y="2689888"/>
                  </a:lnTo>
                  <a:lnTo>
                    <a:pt x="1622079" y="2726289"/>
                  </a:lnTo>
                  <a:lnTo>
                    <a:pt x="1622935" y="2857340"/>
                  </a:lnTo>
                  <a:lnTo>
                    <a:pt x="1623790" y="2914489"/>
                  </a:lnTo>
                  <a:lnTo>
                    <a:pt x="1624646" y="2882187"/>
                  </a:lnTo>
                  <a:lnTo>
                    <a:pt x="1625501" y="2917291"/>
                  </a:lnTo>
                  <a:lnTo>
                    <a:pt x="1626357" y="2888972"/>
                  </a:lnTo>
                  <a:lnTo>
                    <a:pt x="1627212" y="2864516"/>
                  </a:lnTo>
                  <a:lnTo>
                    <a:pt x="1628068" y="2818014"/>
                  </a:lnTo>
                  <a:lnTo>
                    <a:pt x="1628923" y="2827601"/>
                  </a:lnTo>
                  <a:lnTo>
                    <a:pt x="1629779" y="2928376"/>
                  </a:lnTo>
                  <a:lnTo>
                    <a:pt x="1630634" y="2964137"/>
                  </a:lnTo>
                  <a:lnTo>
                    <a:pt x="1631490" y="2984607"/>
                  </a:lnTo>
                  <a:lnTo>
                    <a:pt x="1632345" y="3005803"/>
                  </a:lnTo>
                  <a:lnTo>
                    <a:pt x="1633201" y="3016634"/>
                  </a:lnTo>
                  <a:lnTo>
                    <a:pt x="1634056" y="2992661"/>
                  </a:lnTo>
                  <a:lnTo>
                    <a:pt x="1634912" y="2867076"/>
                  </a:lnTo>
                  <a:lnTo>
                    <a:pt x="1635768" y="2801128"/>
                  </a:lnTo>
                  <a:lnTo>
                    <a:pt x="1636623" y="2738151"/>
                  </a:lnTo>
                  <a:lnTo>
                    <a:pt x="1637479" y="2717409"/>
                  </a:lnTo>
                  <a:lnTo>
                    <a:pt x="1638334" y="2715326"/>
                  </a:lnTo>
                  <a:lnTo>
                    <a:pt x="1639190" y="2772698"/>
                  </a:lnTo>
                  <a:lnTo>
                    <a:pt x="1640045" y="2916444"/>
                  </a:lnTo>
                  <a:lnTo>
                    <a:pt x="1640901" y="3051024"/>
                  </a:lnTo>
                  <a:lnTo>
                    <a:pt x="1641756" y="3116972"/>
                  </a:lnTo>
                  <a:lnTo>
                    <a:pt x="1641756" y="3116972"/>
                  </a:lnTo>
                  <a:lnTo>
                    <a:pt x="1642612" y="3116972"/>
                  </a:lnTo>
                  <a:lnTo>
                    <a:pt x="1643467" y="3116972"/>
                  </a:lnTo>
                  <a:lnTo>
                    <a:pt x="1644323" y="3116972"/>
                  </a:lnTo>
                  <a:lnTo>
                    <a:pt x="1645178" y="3058755"/>
                  </a:lnTo>
                  <a:lnTo>
                    <a:pt x="1646034" y="2958917"/>
                  </a:lnTo>
                  <a:lnTo>
                    <a:pt x="1646889" y="2881463"/>
                  </a:lnTo>
                  <a:lnTo>
                    <a:pt x="1647745" y="2898000"/>
                  </a:lnTo>
                  <a:lnTo>
                    <a:pt x="1648600" y="2905510"/>
                  </a:lnTo>
                  <a:lnTo>
                    <a:pt x="1649456" y="2921678"/>
                  </a:lnTo>
                  <a:lnTo>
                    <a:pt x="1650311" y="2936675"/>
                  </a:lnTo>
                  <a:lnTo>
                    <a:pt x="1651167" y="2983459"/>
                  </a:lnTo>
                  <a:lnTo>
                    <a:pt x="1652023" y="3017937"/>
                  </a:lnTo>
                  <a:lnTo>
                    <a:pt x="1652878" y="2994509"/>
                  </a:lnTo>
                  <a:lnTo>
                    <a:pt x="1653734" y="2969147"/>
                  </a:lnTo>
                  <a:lnTo>
                    <a:pt x="1654589" y="2930236"/>
                  </a:lnTo>
                  <a:lnTo>
                    <a:pt x="1655445" y="2930033"/>
                  </a:lnTo>
                  <a:lnTo>
                    <a:pt x="1656300" y="2916633"/>
                  </a:lnTo>
                  <a:lnTo>
                    <a:pt x="1657156" y="2893959"/>
                  </a:lnTo>
                  <a:lnTo>
                    <a:pt x="1658011" y="2867217"/>
                  </a:lnTo>
                  <a:lnTo>
                    <a:pt x="1658867" y="2816390"/>
                  </a:lnTo>
                  <a:lnTo>
                    <a:pt x="1659722" y="2770381"/>
                  </a:lnTo>
                  <a:lnTo>
                    <a:pt x="1660578" y="2780294"/>
                  </a:lnTo>
                  <a:lnTo>
                    <a:pt x="1661433" y="2801830"/>
                  </a:lnTo>
                  <a:lnTo>
                    <a:pt x="1662289" y="2855136"/>
                  </a:lnTo>
                  <a:lnTo>
                    <a:pt x="1663144" y="2894893"/>
                  </a:lnTo>
                  <a:lnTo>
                    <a:pt x="1664000" y="2907199"/>
                  </a:lnTo>
                  <a:lnTo>
                    <a:pt x="1664855" y="2945296"/>
                  </a:lnTo>
                  <a:lnTo>
                    <a:pt x="1665711" y="2949090"/>
                  </a:lnTo>
                  <a:lnTo>
                    <a:pt x="1666566" y="2949091"/>
                  </a:lnTo>
                  <a:lnTo>
                    <a:pt x="1667422" y="2915385"/>
                  </a:lnTo>
                  <a:lnTo>
                    <a:pt x="1668278" y="2852750"/>
                  </a:lnTo>
                  <a:lnTo>
                    <a:pt x="1669133" y="2836814"/>
                  </a:lnTo>
                  <a:lnTo>
                    <a:pt x="1669989" y="2856746"/>
                  </a:lnTo>
                  <a:lnTo>
                    <a:pt x="1670844" y="2828689"/>
                  </a:lnTo>
                  <a:lnTo>
                    <a:pt x="1671700" y="2754990"/>
                  </a:lnTo>
                  <a:lnTo>
                    <a:pt x="1672555" y="2675244"/>
                  </a:lnTo>
                  <a:lnTo>
                    <a:pt x="1673411" y="2672242"/>
                  </a:lnTo>
                  <a:lnTo>
                    <a:pt x="1674266" y="2742763"/>
                  </a:lnTo>
                  <a:lnTo>
                    <a:pt x="1675122" y="2782099"/>
                  </a:lnTo>
                  <a:lnTo>
                    <a:pt x="1675977" y="2775572"/>
                  </a:lnTo>
                  <a:lnTo>
                    <a:pt x="1676833" y="2777707"/>
                  </a:lnTo>
                  <a:lnTo>
                    <a:pt x="1677688" y="2800382"/>
                  </a:lnTo>
                  <a:lnTo>
                    <a:pt x="1678544" y="2772903"/>
                  </a:lnTo>
                  <a:lnTo>
                    <a:pt x="1679399" y="2743189"/>
                  </a:lnTo>
                  <a:lnTo>
                    <a:pt x="1680255" y="2778300"/>
                  </a:lnTo>
                  <a:lnTo>
                    <a:pt x="1681110" y="2876436"/>
                  </a:lnTo>
                  <a:lnTo>
                    <a:pt x="1681966" y="3025921"/>
                  </a:lnTo>
                  <a:lnTo>
                    <a:pt x="1682822" y="3116972"/>
                  </a:lnTo>
                  <a:lnTo>
                    <a:pt x="1682822" y="3116972"/>
                  </a:lnTo>
                  <a:lnTo>
                    <a:pt x="1683677" y="3116972"/>
                  </a:lnTo>
                  <a:lnTo>
                    <a:pt x="1684533" y="3116972"/>
                  </a:lnTo>
                  <a:lnTo>
                    <a:pt x="1685388" y="3116972"/>
                  </a:lnTo>
                  <a:lnTo>
                    <a:pt x="1686244" y="3116972"/>
                  </a:lnTo>
                  <a:lnTo>
                    <a:pt x="1687099" y="3116972"/>
                  </a:lnTo>
                  <a:lnTo>
                    <a:pt x="1687955" y="3101889"/>
                  </a:lnTo>
                  <a:lnTo>
                    <a:pt x="1688810" y="2884101"/>
                  </a:lnTo>
                  <a:lnTo>
                    <a:pt x="1689666" y="2916950"/>
                  </a:lnTo>
                  <a:lnTo>
                    <a:pt x="1690521" y="3025580"/>
                  </a:lnTo>
                  <a:lnTo>
                    <a:pt x="1691377" y="3032166"/>
                  </a:lnTo>
                  <a:lnTo>
                    <a:pt x="1692232" y="3015408"/>
                  </a:lnTo>
                  <a:lnTo>
                    <a:pt x="1693088" y="3038210"/>
                  </a:lnTo>
                  <a:lnTo>
                    <a:pt x="1693943" y="3108667"/>
                  </a:lnTo>
                  <a:lnTo>
                    <a:pt x="1694799" y="3017244"/>
                  </a:lnTo>
                  <a:lnTo>
                    <a:pt x="1695654" y="2916846"/>
                  </a:lnTo>
                  <a:lnTo>
                    <a:pt x="1696510" y="2904312"/>
                  </a:lnTo>
                  <a:lnTo>
                    <a:pt x="1697365" y="2877500"/>
                  </a:lnTo>
                  <a:lnTo>
                    <a:pt x="1698221" y="2860506"/>
                  </a:lnTo>
                  <a:lnTo>
                    <a:pt x="1699077" y="2853586"/>
                  </a:lnTo>
                  <a:lnTo>
                    <a:pt x="1699932" y="2913997"/>
                  </a:lnTo>
                  <a:lnTo>
                    <a:pt x="1700788" y="2974476"/>
                  </a:lnTo>
                  <a:lnTo>
                    <a:pt x="1701643" y="3008367"/>
                  </a:lnTo>
                  <a:lnTo>
                    <a:pt x="1702499" y="3067921"/>
                  </a:lnTo>
                  <a:lnTo>
                    <a:pt x="1703354" y="3116972"/>
                  </a:lnTo>
                  <a:lnTo>
                    <a:pt x="1703354" y="3116972"/>
                  </a:lnTo>
                  <a:lnTo>
                    <a:pt x="1704210" y="3116972"/>
                  </a:lnTo>
                  <a:lnTo>
                    <a:pt x="1705065" y="3081018"/>
                  </a:lnTo>
                  <a:lnTo>
                    <a:pt x="1705921" y="3018393"/>
                  </a:lnTo>
                  <a:lnTo>
                    <a:pt x="1706776" y="2989757"/>
                  </a:lnTo>
                  <a:lnTo>
                    <a:pt x="1707632" y="2957012"/>
                  </a:lnTo>
                  <a:lnTo>
                    <a:pt x="1708487" y="2924816"/>
                  </a:lnTo>
                  <a:lnTo>
                    <a:pt x="1709343" y="2918185"/>
                  </a:lnTo>
                  <a:lnTo>
                    <a:pt x="1710198" y="2992421"/>
                  </a:lnTo>
                  <a:lnTo>
                    <a:pt x="1711054" y="3055047"/>
                  </a:lnTo>
                  <a:lnTo>
                    <a:pt x="1711909" y="3062328"/>
                  </a:lnTo>
                  <a:lnTo>
                    <a:pt x="1712765" y="3070430"/>
                  </a:lnTo>
                  <a:lnTo>
                    <a:pt x="1713620" y="3103278"/>
                  </a:lnTo>
                  <a:lnTo>
                    <a:pt x="1714476" y="3116972"/>
                  </a:lnTo>
                  <a:lnTo>
                    <a:pt x="1714476" y="3116972"/>
                  </a:lnTo>
                  <a:lnTo>
                    <a:pt x="1715332" y="3096892"/>
                  </a:lnTo>
                  <a:lnTo>
                    <a:pt x="1716187" y="3026190"/>
                  </a:lnTo>
                  <a:lnTo>
                    <a:pt x="1717043" y="2984093"/>
                  </a:lnTo>
                  <a:lnTo>
                    <a:pt x="1717898" y="2944918"/>
                  </a:lnTo>
                  <a:lnTo>
                    <a:pt x="1718754" y="2921668"/>
                  </a:lnTo>
                  <a:lnTo>
                    <a:pt x="1719609" y="3020356"/>
                  </a:lnTo>
                  <a:lnTo>
                    <a:pt x="1720465" y="3105175"/>
                  </a:lnTo>
                  <a:lnTo>
                    <a:pt x="1721320" y="3097683"/>
                  </a:lnTo>
                  <a:lnTo>
                    <a:pt x="1722176" y="3116972"/>
                  </a:lnTo>
                  <a:lnTo>
                    <a:pt x="1722176" y="3116972"/>
                  </a:lnTo>
                  <a:lnTo>
                    <a:pt x="1723031" y="3116972"/>
                  </a:lnTo>
                  <a:lnTo>
                    <a:pt x="1723887" y="3116972"/>
                  </a:lnTo>
                  <a:lnTo>
                    <a:pt x="1724742" y="3056199"/>
                  </a:lnTo>
                  <a:lnTo>
                    <a:pt x="1725598" y="3014434"/>
                  </a:lnTo>
                  <a:lnTo>
                    <a:pt x="1726453" y="3084279"/>
                  </a:lnTo>
                  <a:lnTo>
                    <a:pt x="1727309" y="3057935"/>
                  </a:lnTo>
                  <a:lnTo>
                    <a:pt x="1728164" y="3016095"/>
                  </a:lnTo>
                  <a:lnTo>
                    <a:pt x="1729020" y="3014114"/>
                  </a:lnTo>
                  <a:lnTo>
                    <a:pt x="1729876" y="3036896"/>
                  </a:lnTo>
                  <a:lnTo>
                    <a:pt x="1730731" y="3019865"/>
                  </a:lnTo>
                  <a:lnTo>
                    <a:pt x="1731587" y="2998823"/>
                  </a:lnTo>
                  <a:lnTo>
                    <a:pt x="1732442" y="3013468"/>
                  </a:lnTo>
                  <a:lnTo>
                    <a:pt x="1733298" y="3055835"/>
                  </a:lnTo>
                  <a:lnTo>
                    <a:pt x="1734153" y="3043211"/>
                  </a:lnTo>
                  <a:lnTo>
                    <a:pt x="1735009" y="3016714"/>
                  </a:lnTo>
                  <a:lnTo>
                    <a:pt x="1735864" y="3046148"/>
                  </a:lnTo>
                  <a:lnTo>
                    <a:pt x="1736720" y="3038406"/>
                  </a:lnTo>
                  <a:lnTo>
                    <a:pt x="1737575" y="2965727"/>
                  </a:lnTo>
                  <a:lnTo>
                    <a:pt x="1738431" y="2864354"/>
                  </a:lnTo>
                  <a:lnTo>
                    <a:pt x="1739286" y="2833695"/>
                  </a:lnTo>
                  <a:lnTo>
                    <a:pt x="1740142" y="2858494"/>
                  </a:lnTo>
                  <a:lnTo>
                    <a:pt x="1740997" y="2862458"/>
                  </a:lnTo>
                  <a:lnTo>
                    <a:pt x="1741853" y="2914919"/>
                  </a:lnTo>
                  <a:lnTo>
                    <a:pt x="1742708" y="3005352"/>
                  </a:lnTo>
                  <a:lnTo>
                    <a:pt x="1743564" y="3066073"/>
                  </a:lnTo>
                  <a:lnTo>
                    <a:pt x="1744419" y="3073770"/>
                  </a:lnTo>
                  <a:lnTo>
                    <a:pt x="1745275" y="3032050"/>
                  </a:lnTo>
                  <a:lnTo>
                    <a:pt x="1746131" y="3002075"/>
                  </a:lnTo>
                  <a:lnTo>
                    <a:pt x="1746986" y="3020142"/>
                  </a:lnTo>
                  <a:lnTo>
                    <a:pt x="1747842" y="3031927"/>
                  </a:lnTo>
                  <a:lnTo>
                    <a:pt x="1748697" y="3031927"/>
                  </a:lnTo>
                  <a:lnTo>
                    <a:pt x="1749553" y="3067515"/>
                  </a:lnTo>
                  <a:lnTo>
                    <a:pt x="1750408" y="3110933"/>
                  </a:lnTo>
                  <a:lnTo>
                    <a:pt x="1751264" y="3107512"/>
                  </a:lnTo>
                  <a:lnTo>
                    <a:pt x="1752119" y="3074115"/>
                  </a:lnTo>
                  <a:lnTo>
                    <a:pt x="1752975" y="3037628"/>
                  </a:lnTo>
                  <a:lnTo>
                    <a:pt x="1753830" y="3026943"/>
                  </a:lnTo>
                  <a:lnTo>
                    <a:pt x="1754686" y="3051499"/>
                  </a:lnTo>
                  <a:lnTo>
                    <a:pt x="1755541" y="3043113"/>
                  </a:lnTo>
                  <a:lnTo>
                    <a:pt x="1756397" y="3065485"/>
                  </a:lnTo>
                  <a:lnTo>
                    <a:pt x="1757252" y="3097133"/>
                  </a:lnTo>
                  <a:lnTo>
                    <a:pt x="1758108" y="3116972"/>
                  </a:lnTo>
                  <a:lnTo>
                    <a:pt x="1758108" y="3116972"/>
                  </a:lnTo>
                  <a:lnTo>
                    <a:pt x="1758963" y="3116972"/>
                  </a:lnTo>
                  <a:lnTo>
                    <a:pt x="1759819" y="3116972"/>
                  </a:lnTo>
                  <a:lnTo>
                    <a:pt x="1760674" y="3116972"/>
                  </a:lnTo>
                  <a:lnTo>
                    <a:pt x="1761530" y="3116972"/>
                  </a:lnTo>
                  <a:lnTo>
                    <a:pt x="1762386" y="3116972"/>
                  </a:lnTo>
                  <a:lnTo>
                    <a:pt x="1763241" y="3116972"/>
                  </a:lnTo>
                  <a:lnTo>
                    <a:pt x="1764097" y="3116972"/>
                  </a:lnTo>
                  <a:lnTo>
                    <a:pt x="1764952" y="3025093"/>
                  </a:lnTo>
                  <a:lnTo>
                    <a:pt x="1765808" y="2918950"/>
                  </a:lnTo>
                  <a:lnTo>
                    <a:pt x="1766663" y="2828164"/>
                  </a:lnTo>
                  <a:lnTo>
                    <a:pt x="1767519" y="2769770"/>
                  </a:lnTo>
                  <a:lnTo>
                    <a:pt x="1768374" y="2673339"/>
                  </a:lnTo>
                  <a:lnTo>
                    <a:pt x="1769230" y="2607739"/>
                  </a:lnTo>
                  <a:lnTo>
                    <a:pt x="1770085" y="2659811"/>
                  </a:lnTo>
                  <a:lnTo>
                    <a:pt x="1770941" y="2788594"/>
                  </a:lnTo>
                  <a:lnTo>
                    <a:pt x="1771796" y="2924010"/>
                  </a:lnTo>
                  <a:lnTo>
                    <a:pt x="1772652" y="2966979"/>
                  </a:lnTo>
                  <a:lnTo>
                    <a:pt x="1773507" y="3030013"/>
                  </a:lnTo>
                  <a:lnTo>
                    <a:pt x="1774363" y="3090775"/>
                  </a:lnTo>
                  <a:lnTo>
                    <a:pt x="1775218" y="3083302"/>
                  </a:lnTo>
                  <a:lnTo>
                    <a:pt x="1776074" y="3047915"/>
                  </a:lnTo>
                  <a:lnTo>
                    <a:pt x="1776929" y="3014453"/>
                  </a:lnTo>
                  <a:lnTo>
                    <a:pt x="1777785" y="2976967"/>
                  </a:lnTo>
                  <a:lnTo>
                    <a:pt x="1778641" y="2901634"/>
                  </a:lnTo>
                  <a:lnTo>
                    <a:pt x="1779496" y="2888408"/>
                  </a:lnTo>
                  <a:lnTo>
                    <a:pt x="1780352" y="2924753"/>
                  </a:lnTo>
                  <a:lnTo>
                    <a:pt x="1781207" y="2966035"/>
                  </a:lnTo>
                  <a:lnTo>
                    <a:pt x="1782063" y="3029440"/>
                  </a:lnTo>
                  <a:lnTo>
                    <a:pt x="1782918" y="3096386"/>
                  </a:lnTo>
                  <a:lnTo>
                    <a:pt x="1783774" y="3116972"/>
                  </a:lnTo>
                  <a:lnTo>
                    <a:pt x="1783774" y="3116972"/>
                  </a:lnTo>
                  <a:lnTo>
                    <a:pt x="1784629" y="3116972"/>
                  </a:lnTo>
                  <a:lnTo>
                    <a:pt x="1785485" y="3116972"/>
                  </a:lnTo>
                  <a:lnTo>
                    <a:pt x="1786340" y="3116972"/>
                  </a:lnTo>
                  <a:lnTo>
                    <a:pt x="1787196" y="3069885"/>
                  </a:lnTo>
                  <a:lnTo>
                    <a:pt x="1788051" y="3057826"/>
                  </a:lnTo>
                  <a:lnTo>
                    <a:pt x="1788907" y="3116972"/>
                  </a:lnTo>
                  <a:lnTo>
                    <a:pt x="1788907" y="3116972"/>
                  </a:lnTo>
                  <a:lnTo>
                    <a:pt x="1789762" y="3116972"/>
                  </a:lnTo>
                  <a:lnTo>
                    <a:pt x="1790618" y="3116972"/>
                  </a:lnTo>
                  <a:lnTo>
                    <a:pt x="1791473" y="3116972"/>
                  </a:lnTo>
                  <a:lnTo>
                    <a:pt x="1792329" y="3116972"/>
                  </a:lnTo>
                  <a:lnTo>
                    <a:pt x="1793185" y="3116972"/>
                  </a:lnTo>
                  <a:lnTo>
                    <a:pt x="1794040" y="3116972"/>
                  </a:lnTo>
                  <a:lnTo>
                    <a:pt x="1794896" y="3116972"/>
                  </a:lnTo>
                  <a:lnTo>
                    <a:pt x="1795751" y="3116972"/>
                  </a:lnTo>
                  <a:lnTo>
                    <a:pt x="1796607" y="3116972"/>
                  </a:lnTo>
                  <a:lnTo>
                    <a:pt x="1797462" y="3116972"/>
                  </a:lnTo>
                  <a:lnTo>
                    <a:pt x="1798318" y="3084414"/>
                  </a:lnTo>
                  <a:lnTo>
                    <a:pt x="1799173" y="3007150"/>
                  </a:lnTo>
                  <a:lnTo>
                    <a:pt x="1800029" y="3047655"/>
                  </a:lnTo>
                  <a:lnTo>
                    <a:pt x="1800884" y="3116972"/>
                  </a:lnTo>
                  <a:lnTo>
                    <a:pt x="1800884" y="3116972"/>
                  </a:lnTo>
                  <a:lnTo>
                    <a:pt x="1801740" y="3113806"/>
                  </a:lnTo>
                  <a:lnTo>
                    <a:pt x="1802595" y="3077418"/>
                  </a:lnTo>
                  <a:lnTo>
                    <a:pt x="1803451" y="3116972"/>
                  </a:lnTo>
                  <a:lnTo>
                    <a:pt x="1803451" y="3116972"/>
                  </a:lnTo>
                  <a:lnTo>
                    <a:pt x="1804306" y="3116972"/>
                  </a:lnTo>
                  <a:lnTo>
                    <a:pt x="1805162" y="3116972"/>
                  </a:lnTo>
                  <a:lnTo>
                    <a:pt x="1806017" y="3116972"/>
                  </a:lnTo>
                  <a:lnTo>
                    <a:pt x="1806873" y="3116972"/>
                  </a:lnTo>
                  <a:lnTo>
                    <a:pt x="1807728" y="3037351"/>
                  </a:lnTo>
                  <a:lnTo>
                    <a:pt x="1808584" y="2920798"/>
                  </a:lnTo>
                  <a:lnTo>
                    <a:pt x="1809440" y="2962922"/>
                  </a:lnTo>
                  <a:lnTo>
                    <a:pt x="1810295" y="3109066"/>
                  </a:lnTo>
                  <a:lnTo>
                    <a:pt x="1811151" y="3103019"/>
                  </a:lnTo>
                  <a:lnTo>
                    <a:pt x="1812006" y="3116972"/>
                  </a:lnTo>
                  <a:lnTo>
                    <a:pt x="1812006" y="3116972"/>
                  </a:lnTo>
                  <a:lnTo>
                    <a:pt x="1812862" y="3116972"/>
                  </a:lnTo>
                  <a:lnTo>
                    <a:pt x="1813717" y="3116972"/>
                  </a:lnTo>
                  <a:lnTo>
                    <a:pt x="1814573" y="2962072"/>
                  </a:lnTo>
                  <a:lnTo>
                    <a:pt x="1815428" y="2779306"/>
                  </a:lnTo>
                  <a:lnTo>
                    <a:pt x="1816284" y="2754790"/>
                  </a:lnTo>
                  <a:lnTo>
                    <a:pt x="1817139" y="2774200"/>
                  </a:lnTo>
                  <a:lnTo>
                    <a:pt x="1817995" y="2781941"/>
                  </a:lnTo>
                  <a:lnTo>
                    <a:pt x="1818850" y="2842740"/>
                  </a:lnTo>
                  <a:lnTo>
                    <a:pt x="1819706" y="2917074"/>
                  </a:lnTo>
                  <a:lnTo>
                    <a:pt x="1820561" y="2862763"/>
                  </a:lnTo>
                  <a:lnTo>
                    <a:pt x="1821417" y="2834763"/>
                  </a:lnTo>
                  <a:lnTo>
                    <a:pt x="1822272" y="2814755"/>
                  </a:lnTo>
                  <a:lnTo>
                    <a:pt x="1823128" y="2872305"/>
                  </a:lnTo>
                  <a:lnTo>
                    <a:pt x="1823983" y="2933092"/>
                  </a:lnTo>
                  <a:lnTo>
                    <a:pt x="1824839" y="2922540"/>
                  </a:lnTo>
                  <a:lnTo>
                    <a:pt x="1825695" y="2910757"/>
                  </a:lnTo>
                  <a:lnTo>
                    <a:pt x="1826550" y="2920606"/>
                  </a:lnTo>
                  <a:lnTo>
                    <a:pt x="1827406" y="2940417"/>
                  </a:lnTo>
                  <a:lnTo>
                    <a:pt x="1828261" y="2911257"/>
                  </a:lnTo>
                  <a:lnTo>
                    <a:pt x="1829117" y="2908027"/>
                  </a:lnTo>
                  <a:lnTo>
                    <a:pt x="1829972" y="2944511"/>
                  </a:lnTo>
                  <a:lnTo>
                    <a:pt x="1830828" y="3014132"/>
                  </a:lnTo>
                  <a:lnTo>
                    <a:pt x="1831683" y="3004987"/>
                  </a:lnTo>
                  <a:lnTo>
                    <a:pt x="1832539" y="2948742"/>
                  </a:lnTo>
                  <a:lnTo>
                    <a:pt x="1833394" y="2881265"/>
                  </a:lnTo>
                  <a:lnTo>
                    <a:pt x="1834250" y="2814821"/>
                  </a:lnTo>
                  <a:lnTo>
                    <a:pt x="1835105" y="2805766"/>
                  </a:lnTo>
                  <a:lnTo>
                    <a:pt x="1835961" y="2831108"/>
                  </a:lnTo>
                  <a:lnTo>
                    <a:pt x="1836816" y="2864943"/>
                  </a:lnTo>
                  <a:lnTo>
                    <a:pt x="1837672" y="2963419"/>
                  </a:lnTo>
                  <a:lnTo>
                    <a:pt x="1838527" y="3077833"/>
                  </a:lnTo>
                  <a:lnTo>
                    <a:pt x="1839383" y="3116972"/>
                  </a:lnTo>
                  <a:lnTo>
                    <a:pt x="1839383" y="3116972"/>
                  </a:lnTo>
                  <a:lnTo>
                    <a:pt x="1840239" y="3116972"/>
                  </a:lnTo>
                  <a:lnTo>
                    <a:pt x="1841094" y="3058780"/>
                  </a:lnTo>
                  <a:lnTo>
                    <a:pt x="1841950" y="3044732"/>
                  </a:lnTo>
                  <a:lnTo>
                    <a:pt x="1842805" y="2990572"/>
                  </a:lnTo>
                  <a:lnTo>
                    <a:pt x="1843661" y="2890074"/>
                  </a:lnTo>
                  <a:lnTo>
                    <a:pt x="1844516" y="2768004"/>
                  </a:lnTo>
                  <a:lnTo>
                    <a:pt x="1845372" y="2760876"/>
                  </a:lnTo>
                  <a:lnTo>
                    <a:pt x="1846227" y="2837750"/>
                  </a:lnTo>
                  <a:lnTo>
                    <a:pt x="1847083" y="2851946"/>
                  </a:lnTo>
                  <a:lnTo>
                    <a:pt x="1847938" y="2785952"/>
                  </a:lnTo>
                  <a:lnTo>
                    <a:pt x="1848794" y="2776687"/>
                  </a:lnTo>
                  <a:lnTo>
                    <a:pt x="1849649" y="2790638"/>
                  </a:lnTo>
                  <a:lnTo>
                    <a:pt x="1850505" y="2776806"/>
                  </a:lnTo>
                  <a:lnTo>
                    <a:pt x="1851360" y="2784873"/>
                  </a:lnTo>
                  <a:lnTo>
                    <a:pt x="1852216" y="2813592"/>
                  </a:lnTo>
                  <a:lnTo>
                    <a:pt x="1853071" y="2887857"/>
                  </a:lnTo>
                  <a:lnTo>
                    <a:pt x="1853927" y="2890295"/>
                  </a:lnTo>
                  <a:lnTo>
                    <a:pt x="1854782" y="2919600"/>
                  </a:lnTo>
                  <a:lnTo>
                    <a:pt x="1855638" y="2931484"/>
                  </a:lnTo>
                  <a:lnTo>
                    <a:pt x="1856494" y="2907495"/>
                  </a:lnTo>
                  <a:lnTo>
                    <a:pt x="1857349" y="2888922"/>
                  </a:lnTo>
                  <a:lnTo>
                    <a:pt x="1858205" y="2897052"/>
                  </a:lnTo>
                  <a:lnTo>
                    <a:pt x="1859060" y="2967926"/>
                  </a:lnTo>
                  <a:lnTo>
                    <a:pt x="1859916" y="2967129"/>
                  </a:lnTo>
                  <a:lnTo>
                    <a:pt x="1860771" y="2929265"/>
                  </a:lnTo>
                  <a:lnTo>
                    <a:pt x="1861627" y="2904548"/>
                  </a:lnTo>
                  <a:lnTo>
                    <a:pt x="1862482" y="2896966"/>
                  </a:lnTo>
                  <a:lnTo>
                    <a:pt x="1863338" y="2894959"/>
                  </a:lnTo>
                  <a:lnTo>
                    <a:pt x="1864193" y="2846727"/>
                  </a:lnTo>
                  <a:lnTo>
                    <a:pt x="1865049" y="2844375"/>
                  </a:lnTo>
                  <a:lnTo>
                    <a:pt x="1865904" y="2935240"/>
                  </a:lnTo>
                  <a:lnTo>
                    <a:pt x="1866760" y="3017595"/>
                  </a:lnTo>
                  <a:lnTo>
                    <a:pt x="1867615" y="3014163"/>
                  </a:lnTo>
                  <a:lnTo>
                    <a:pt x="1868471" y="2975837"/>
                  </a:lnTo>
                  <a:lnTo>
                    <a:pt x="1869326" y="3006705"/>
                  </a:lnTo>
                  <a:lnTo>
                    <a:pt x="1870182" y="3032874"/>
                  </a:lnTo>
                  <a:lnTo>
                    <a:pt x="1871037" y="2963395"/>
                  </a:lnTo>
                  <a:lnTo>
                    <a:pt x="1871893" y="2839828"/>
                  </a:lnTo>
                  <a:lnTo>
                    <a:pt x="1872749" y="2789628"/>
                  </a:lnTo>
                  <a:lnTo>
                    <a:pt x="1873604" y="2838491"/>
                  </a:lnTo>
                  <a:lnTo>
                    <a:pt x="1874460" y="2902031"/>
                  </a:lnTo>
                  <a:lnTo>
                    <a:pt x="1875315" y="2948018"/>
                  </a:lnTo>
                  <a:lnTo>
                    <a:pt x="1876171" y="3006625"/>
                  </a:lnTo>
                  <a:lnTo>
                    <a:pt x="1877026" y="3116972"/>
                  </a:lnTo>
                  <a:lnTo>
                    <a:pt x="1877026" y="3116972"/>
                  </a:lnTo>
                  <a:lnTo>
                    <a:pt x="1877882" y="3116972"/>
                  </a:lnTo>
                  <a:lnTo>
                    <a:pt x="1878737" y="3116972"/>
                  </a:lnTo>
                  <a:lnTo>
                    <a:pt x="1879593" y="3116972"/>
                  </a:lnTo>
                  <a:lnTo>
                    <a:pt x="1880448" y="3044945"/>
                  </a:lnTo>
                  <a:lnTo>
                    <a:pt x="1881304" y="2954241"/>
                  </a:lnTo>
                  <a:lnTo>
                    <a:pt x="1882159" y="2868122"/>
                  </a:lnTo>
                  <a:lnTo>
                    <a:pt x="1883015" y="2814253"/>
                  </a:lnTo>
                  <a:lnTo>
                    <a:pt x="1883870" y="2816184"/>
                  </a:lnTo>
                  <a:lnTo>
                    <a:pt x="1884726" y="2840841"/>
                  </a:lnTo>
                  <a:lnTo>
                    <a:pt x="1885581" y="2945731"/>
                  </a:lnTo>
                  <a:lnTo>
                    <a:pt x="1886437" y="3031983"/>
                  </a:lnTo>
                  <a:lnTo>
                    <a:pt x="1887293" y="3062328"/>
                  </a:lnTo>
                  <a:lnTo>
                    <a:pt x="1888148" y="3062328"/>
                  </a:lnTo>
                  <a:lnTo>
                    <a:pt x="1889004" y="3062328"/>
                  </a:lnTo>
                  <a:lnTo>
                    <a:pt x="1889859" y="3062328"/>
                  </a:lnTo>
                  <a:lnTo>
                    <a:pt x="1890715" y="3018280"/>
                  </a:lnTo>
                  <a:lnTo>
                    <a:pt x="1891570" y="2977031"/>
                  </a:lnTo>
                  <a:lnTo>
                    <a:pt x="1892426" y="2994197"/>
                  </a:lnTo>
                  <a:lnTo>
                    <a:pt x="1893281" y="2973353"/>
                  </a:lnTo>
                  <a:lnTo>
                    <a:pt x="1894137" y="2949340"/>
                  </a:lnTo>
                  <a:lnTo>
                    <a:pt x="1894992" y="2993887"/>
                  </a:lnTo>
                  <a:lnTo>
                    <a:pt x="1895848" y="3085433"/>
                  </a:lnTo>
                  <a:lnTo>
                    <a:pt x="1896703" y="3116972"/>
                  </a:lnTo>
                  <a:lnTo>
                    <a:pt x="1896703" y="3116972"/>
                  </a:lnTo>
                  <a:lnTo>
                    <a:pt x="1897559" y="3116972"/>
                  </a:lnTo>
                  <a:lnTo>
                    <a:pt x="1898414" y="3116972"/>
                  </a:lnTo>
                  <a:lnTo>
                    <a:pt x="1899270" y="3116972"/>
                  </a:lnTo>
                  <a:lnTo>
                    <a:pt x="1900125" y="3099391"/>
                  </a:lnTo>
                  <a:lnTo>
                    <a:pt x="1900981" y="3083510"/>
                  </a:lnTo>
                  <a:lnTo>
                    <a:pt x="1901836" y="3104757"/>
                  </a:lnTo>
                  <a:lnTo>
                    <a:pt x="1902692" y="3088062"/>
                  </a:lnTo>
                  <a:lnTo>
                    <a:pt x="1903548" y="3032326"/>
                  </a:lnTo>
                  <a:lnTo>
                    <a:pt x="1904403" y="3011419"/>
                  </a:lnTo>
                  <a:lnTo>
                    <a:pt x="1905259" y="2973307"/>
                  </a:lnTo>
                  <a:lnTo>
                    <a:pt x="1906114" y="2889615"/>
                  </a:lnTo>
                  <a:lnTo>
                    <a:pt x="1906970" y="2857887"/>
                  </a:lnTo>
                  <a:lnTo>
                    <a:pt x="1907825" y="2891830"/>
                  </a:lnTo>
                  <a:lnTo>
                    <a:pt x="1908681" y="2921692"/>
                  </a:lnTo>
                  <a:lnTo>
                    <a:pt x="1909536" y="2935433"/>
                  </a:lnTo>
                  <a:lnTo>
                    <a:pt x="1910392" y="2983247"/>
                  </a:lnTo>
                  <a:lnTo>
                    <a:pt x="1911247" y="3035323"/>
                  </a:lnTo>
                  <a:lnTo>
                    <a:pt x="1912103" y="3047066"/>
                  </a:lnTo>
                  <a:lnTo>
                    <a:pt x="1912958" y="3063214"/>
                  </a:lnTo>
                  <a:lnTo>
                    <a:pt x="1913814" y="3100976"/>
                  </a:lnTo>
                  <a:lnTo>
                    <a:pt x="1914669" y="3116972"/>
                  </a:lnTo>
                  <a:lnTo>
                    <a:pt x="1914669" y="3116972"/>
                  </a:lnTo>
                  <a:lnTo>
                    <a:pt x="1915525" y="3116972"/>
                  </a:lnTo>
                  <a:lnTo>
                    <a:pt x="1916380" y="3116972"/>
                  </a:lnTo>
                  <a:lnTo>
                    <a:pt x="1917236" y="3094501"/>
                  </a:lnTo>
                  <a:lnTo>
                    <a:pt x="1918091" y="3021163"/>
                  </a:lnTo>
                  <a:lnTo>
                    <a:pt x="1918947" y="2983253"/>
                  </a:lnTo>
                  <a:lnTo>
                    <a:pt x="1919803" y="2975888"/>
                  </a:lnTo>
                  <a:lnTo>
                    <a:pt x="1920658" y="2943040"/>
                  </a:lnTo>
                  <a:lnTo>
                    <a:pt x="1921514" y="2969698"/>
                  </a:lnTo>
                  <a:lnTo>
                    <a:pt x="1922369" y="3116972"/>
                  </a:lnTo>
                  <a:lnTo>
                    <a:pt x="1922369" y="3116972"/>
                  </a:lnTo>
                  <a:lnTo>
                    <a:pt x="1923225" y="3116972"/>
                  </a:lnTo>
                  <a:lnTo>
                    <a:pt x="1924080" y="3116972"/>
                  </a:lnTo>
                  <a:lnTo>
                    <a:pt x="1924936" y="3116972"/>
                  </a:lnTo>
                  <a:lnTo>
                    <a:pt x="1925791" y="3116972"/>
                  </a:lnTo>
                  <a:lnTo>
                    <a:pt x="1926647" y="3116972"/>
                  </a:lnTo>
                  <a:lnTo>
                    <a:pt x="1927502" y="3116972"/>
                  </a:lnTo>
                  <a:lnTo>
                    <a:pt x="1928358" y="3116972"/>
                  </a:lnTo>
                  <a:lnTo>
                    <a:pt x="1929213" y="3095040"/>
                  </a:lnTo>
                  <a:lnTo>
                    <a:pt x="1930069" y="3094586"/>
                  </a:lnTo>
                  <a:lnTo>
                    <a:pt x="1930924" y="3095063"/>
                  </a:lnTo>
                  <a:lnTo>
                    <a:pt x="1931780" y="3116972"/>
                  </a:lnTo>
                  <a:lnTo>
                    <a:pt x="1931780" y="3116972"/>
                  </a:lnTo>
                  <a:lnTo>
                    <a:pt x="1932635" y="3116972"/>
                  </a:lnTo>
                  <a:lnTo>
                    <a:pt x="1933491" y="3116972"/>
                  </a:lnTo>
                  <a:lnTo>
                    <a:pt x="1934347" y="3116972"/>
                  </a:lnTo>
                  <a:lnTo>
                    <a:pt x="1935202" y="3116972"/>
                  </a:lnTo>
                  <a:lnTo>
                    <a:pt x="1936058" y="3082773"/>
                  </a:lnTo>
                  <a:lnTo>
                    <a:pt x="1936913" y="3022790"/>
                  </a:lnTo>
                  <a:lnTo>
                    <a:pt x="1937769" y="3051354"/>
                  </a:lnTo>
                  <a:lnTo>
                    <a:pt x="1938624" y="3070594"/>
                  </a:lnTo>
                  <a:lnTo>
                    <a:pt x="1939480" y="3116972"/>
                  </a:lnTo>
                  <a:lnTo>
                    <a:pt x="1939480" y="3116972"/>
                  </a:lnTo>
                  <a:lnTo>
                    <a:pt x="1940335" y="3116972"/>
                  </a:lnTo>
                  <a:lnTo>
                    <a:pt x="1941191" y="3116972"/>
                  </a:lnTo>
                  <a:lnTo>
                    <a:pt x="1942046" y="3116972"/>
                  </a:lnTo>
                  <a:lnTo>
                    <a:pt x="1942902" y="3116972"/>
                  </a:lnTo>
                  <a:lnTo>
                    <a:pt x="1943757" y="3116972"/>
                  </a:lnTo>
                  <a:lnTo>
                    <a:pt x="1944613" y="3116972"/>
                  </a:lnTo>
                  <a:lnTo>
                    <a:pt x="1945468" y="3116972"/>
                  </a:lnTo>
                  <a:lnTo>
                    <a:pt x="1946324" y="3116972"/>
                  </a:lnTo>
                  <a:lnTo>
                    <a:pt x="1947179" y="3116972"/>
                  </a:lnTo>
                  <a:lnTo>
                    <a:pt x="1948035" y="3043902"/>
                  </a:lnTo>
                  <a:lnTo>
                    <a:pt x="1948890" y="2925016"/>
                  </a:lnTo>
                  <a:lnTo>
                    <a:pt x="1949746" y="2936888"/>
                  </a:lnTo>
                  <a:lnTo>
                    <a:pt x="1950602" y="2992874"/>
                  </a:lnTo>
                  <a:lnTo>
                    <a:pt x="1951457" y="3045264"/>
                  </a:lnTo>
                  <a:lnTo>
                    <a:pt x="1952313" y="3012675"/>
                  </a:lnTo>
                  <a:lnTo>
                    <a:pt x="1953168" y="3042417"/>
                  </a:lnTo>
                  <a:lnTo>
                    <a:pt x="1954024" y="3116972"/>
                  </a:lnTo>
                  <a:lnTo>
                    <a:pt x="1954024" y="3116972"/>
                  </a:lnTo>
                  <a:lnTo>
                    <a:pt x="1954879" y="3116972"/>
                  </a:lnTo>
                  <a:lnTo>
                    <a:pt x="1955735" y="3079619"/>
                  </a:lnTo>
                  <a:lnTo>
                    <a:pt x="1956590" y="3061419"/>
                  </a:lnTo>
                  <a:lnTo>
                    <a:pt x="1957446" y="3116972"/>
                  </a:lnTo>
                  <a:lnTo>
                    <a:pt x="1957446" y="3116972"/>
                  </a:lnTo>
                  <a:lnTo>
                    <a:pt x="1958301" y="3116972"/>
                  </a:lnTo>
                  <a:lnTo>
                    <a:pt x="1959157" y="3106054"/>
                  </a:lnTo>
                  <a:lnTo>
                    <a:pt x="1960012" y="3083950"/>
                  </a:lnTo>
                  <a:lnTo>
                    <a:pt x="1960868" y="3083950"/>
                  </a:lnTo>
                  <a:lnTo>
                    <a:pt x="1961723" y="3096481"/>
                  </a:lnTo>
                  <a:lnTo>
                    <a:pt x="1962579" y="3086633"/>
                  </a:lnTo>
                  <a:lnTo>
                    <a:pt x="1963434" y="3060070"/>
                  </a:lnTo>
                  <a:lnTo>
                    <a:pt x="1964290" y="3030984"/>
                  </a:lnTo>
                  <a:lnTo>
                    <a:pt x="1965145" y="3030986"/>
                  </a:lnTo>
                  <a:lnTo>
                    <a:pt x="1966001" y="3001151"/>
                  </a:lnTo>
                  <a:lnTo>
                    <a:pt x="1966857" y="2955286"/>
                  </a:lnTo>
                  <a:lnTo>
                    <a:pt x="1967712" y="2951921"/>
                  </a:lnTo>
                  <a:lnTo>
                    <a:pt x="1968568" y="2887670"/>
                  </a:lnTo>
                  <a:lnTo>
                    <a:pt x="1969423" y="2858568"/>
                  </a:lnTo>
                  <a:lnTo>
                    <a:pt x="1970279" y="2892687"/>
                  </a:lnTo>
                  <a:lnTo>
                    <a:pt x="1971134" y="2949731"/>
                  </a:lnTo>
                  <a:lnTo>
                    <a:pt x="1971990" y="2909720"/>
                  </a:lnTo>
                  <a:lnTo>
                    <a:pt x="1972845" y="2866653"/>
                  </a:lnTo>
                  <a:lnTo>
                    <a:pt x="1973701" y="2971352"/>
                  </a:lnTo>
                  <a:lnTo>
                    <a:pt x="1974556" y="3057577"/>
                  </a:lnTo>
                  <a:lnTo>
                    <a:pt x="1975412" y="3046891"/>
                  </a:lnTo>
                  <a:lnTo>
                    <a:pt x="1976267" y="2978150"/>
                  </a:lnTo>
                  <a:lnTo>
                    <a:pt x="1977123" y="3026708"/>
                  </a:lnTo>
                  <a:lnTo>
                    <a:pt x="1977978" y="2987235"/>
                  </a:lnTo>
                  <a:lnTo>
                    <a:pt x="1978834" y="2927109"/>
                  </a:lnTo>
                  <a:lnTo>
                    <a:pt x="1979689" y="2956438"/>
                  </a:lnTo>
                  <a:lnTo>
                    <a:pt x="1980545" y="3032435"/>
                  </a:lnTo>
                  <a:lnTo>
                    <a:pt x="1981401" y="3100013"/>
                  </a:lnTo>
                  <a:lnTo>
                    <a:pt x="1982256" y="3065836"/>
                  </a:lnTo>
                  <a:lnTo>
                    <a:pt x="1983112" y="3116972"/>
                  </a:lnTo>
                  <a:lnTo>
                    <a:pt x="1983112" y="3116972"/>
                  </a:lnTo>
                  <a:lnTo>
                    <a:pt x="1983967" y="3116972"/>
                  </a:lnTo>
                  <a:lnTo>
                    <a:pt x="1984823" y="3116972"/>
                  </a:lnTo>
                  <a:lnTo>
                    <a:pt x="1985678" y="3018324"/>
                  </a:lnTo>
                  <a:lnTo>
                    <a:pt x="1986534" y="2992278"/>
                  </a:lnTo>
                  <a:lnTo>
                    <a:pt x="1987389" y="3063137"/>
                  </a:lnTo>
                  <a:lnTo>
                    <a:pt x="1988245" y="3116972"/>
                  </a:lnTo>
                  <a:lnTo>
                    <a:pt x="1988245" y="3116972"/>
                  </a:lnTo>
                  <a:lnTo>
                    <a:pt x="1989100" y="3116972"/>
                  </a:lnTo>
                  <a:lnTo>
                    <a:pt x="1989956" y="3104629"/>
                  </a:lnTo>
                  <a:lnTo>
                    <a:pt x="1990811" y="3037786"/>
                  </a:lnTo>
                  <a:lnTo>
                    <a:pt x="1991667" y="3036694"/>
                  </a:lnTo>
                  <a:lnTo>
                    <a:pt x="1992522" y="3004670"/>
                  </a:lnTo>
                  <a:lnTo>
                    <a:pt x="1993378" y="2967339"/>
                  </a:lnTo>
                  <a:lnTo>
                    <a:pt x="1994233" y="2922147"/>
                  </a:lnTo>
                  <a:lnTo>
                    <a:pt x="1995089" y="2932789"/>
                  </a:lnTo>
                  <a:lnTo>
                    <a:pt x="1995944" y="2955561"/>
                  </a:lnTo>
                  <a:lnTo>
                    <a:pt x="1996800" y="2893144"/>
                  </a:lnTo>
                  <a:lnTo>
                    <a:pt x="1997656" y="2878801"/>
                  </a:lnTo>
                  <a:lnTo>
                    <a:pt x="1998511" y="2854584"/>
                  </a:lnTo>
                  <a:lnTo>
                    <a:pt x="1999367" y="2879000"/>
                  </a:lnTo>
                  <a:lnTo>
                    <a:pt x="2000222" y="2879243"/>
                  </a:lnTo>
                  <a:lnTo>
                    <a:pt x="2001078" y="2903210"/>
                  </a:lnTo>
                  <a:lnTo>
                    <a:pt x="2001933" y="2950463"/>
                  </a:lnTo>
                  <a:lnTo>
                    <a:pt x="2002789" y="3020150"/>
                  </a:lnTo>
                  <a:lnTo>
                    <a:pt x="2003644" y="3004732"/>
                  </a:lnTo>
                  <a:lnTo>
                    <a:pt x="2004500" y="2990232"/>
                  </a:lnTo>
                  <a:lnTo>
                    <a:pt x="2005355" y="3006516"/>
                  </a:lnTo>
                  <a:lnTo>
                    <a:pt x="2006211" y="3001508"/>
                  </a:lnTo>
                  <a:lnTo>
                    <a:pt x="2007066" y="2961085"/>
                  </a:lnTo>
                  <a:lnTo>
                    <a:pt x="2007922" y="2831784"/>
                  </a:lnTo>
                  <a:lnTo>
                    <a:pt x="2008777" y="2851718"/>
                  </a:lnTo>
                  <a:lnTo>
                    <a:pt x="2009633" y="2874700"/>
                  </a:lnTo>
                  <a:lnTo>
                    <a:pt x="2010488" y="2794659"/>
                  </a:lnTo>
                  <a:lnTo>
                    <a:pt x="2011344" y="2783197"/>
                  </a:lnTo>
                  <a:lnTo>
                    <a:pt x="2012199" y="2857056"/>
                  </a:lnTo>
                  <a:lnTo>
                    <a:pt x="2013055" y="2913114"/>
                  </a:lnTo>
                  <a:lnTo>
                    <a:pt x="2013911" y="2857754"/>
                  </a:lnTo>
                  <a:lnTo>
                    <a:pt x="2014766" y="2810030"/>
                  </a:lnTo>
                  <a:lnTo>
                    <a:pt x="2015622" y="2888214"/>
                  </a:lnTo>
                  <a:lnTo>
                    <a:pt x="2016477" y="2887978"/>
                  </a:lnTo>
                  <a:lnTo>
                    <a:pt x="2017333" y="2854725"/>
                  </a:lnTo>
                  <a:lnTo>
                    <a:pt x="2018188" y="2874487"/>
                  </a:lnTo>
                  <a:lnTo>
                    <a:pt x="2019044" y="2898540"/>
                  </a:lnTo>
                  <a:lnTo>
                    <a:pt x="2019899" y="2906789"/>
                  </a:lnTo>
                  <a:lnTo>
                    <a:pt x="2020755" y="2919184"/>
                  </a:lnTo>
                  <a:lnTo>
                    <a:pt x="2021610" y="2965734"/>
                  </a:lnTo>
                  <a:lnTo>
                    <a:pt x="2022466" y="2976924"/>
                  </a:lnTo>
                  <a:lnTo>
                    <a:pt x="2023321" y="2978290"/>
                  </a:lnTo>
                  <a:lnTo>
                    <a:pt x="2024177" y="2994910"/>
                  </a:lnTo>
                  <a:lnTo>
                    <a:pt x="2025032" y="2986217"/>
                  </a:lnTo>
                  <a:lnTo>
                    <a:pt x="2025888" y="2978609"/>
                  </a:lnTo>
                  <a:lnTo>
                    <a:pt x="2026743" y="2969946"/>
                  </a:lnTo>
                  <a:lnTo>
                    <a:pt x="2027599" y="2923961"/>
                  </a:lnTo>
                  <a:lnTo>
                    <a:pt x="2028454" y="2917394"/>
                  </a:lnTo>
                  <a:lnTo>
                    <a:pt x="2029310" y="2937049"/>
                  </a:lnTo>
                  <a:lnTo>
                    <a:pt x="2030166" y="2983928"/>
                  </a:lnTo>
                  <a:lnTo>
                    <a:pt x="2031021" y="2991859"/>
                  </a:lnTo>
                  <a:lnTo>
                    <a:pt x="2031877" y="2990781"/>
                  </a:lnTo>
                  <a:lnTo>
                    <a:pt x="2032732" y="3041648"/>
                  </a:lnTo>
                  <a:lnTo>
                    <a:pt x="2033588" y="3062328"/>
                  </a:lnTo>
                  <a:lnTo>
                    <a:pt x="2034443" y="3062328"/>
                  </a:lnTo>
                  <a:lnTo>
                    <a:pt x="2035299" y="3015038"/>
                  </a:lnTo>
                  <a:lnTo>
                    <a:pt x="2036154" y="2978171"/>
                  </a:lnTo>
                  <a:lnTo>
                    <a:pt x="2037010" y="2955390"/>
                  </a:lnTo>
                  <a:lnTo>
                    <a:pt x="2037865" y="2965122"/>
                  </a:lnTo>
                  <a:lnTo>
                    <a:pt x="2038721" y="2943565"/>
                  </a:lnTo>
                  <a:lnTo>
                    <a:pt x="2039576" y="2877462"/>
                  </a:lnTo>
                  <a:lnTo>
                    <a:pt x="2040432" y="2870301"/>
                  </a:lnTo>
                  <a:lnTo>
                    <a:pt x="2041287" y="2853590"/>
                  </a:lnTo>
                  <a:lnTo>
                    <a:pt x="2042143" y="2871207"/>
                  </a:lnTo>
                  <a:lnTo>
                    <a:pt x="2042998" y="2879943"/>
                  </a:lnTo>
                  <a:lnTo>
                    <a:pt x="2043854" y="2934790"/>
                  </a:lnTo>
                  <a:lnTo>
                    <a:pt x="2044710" y="3006203"/>
                  </a:lnTo>
                  <a:lnTo>
                    <a:pt x="2045565" y="3034971"/>
                  </a:lnTo>
                  <a:lnTo>
                    <a:pt x="2046421" y="3003952"/>
                  </a:lnTo>
                  <a:lnTo>
                    <a:pt x="2047276" y="2954010"/>
                  </a:lnTo>
                  <a:lnTo>
                    <a:pt x="2048132" y="2935544"/>
                  </a:lnTo>
                  <a:lnTo>
                    <a:pt x="2048987" y="2902252"/>
                  </a:lnTo>
                  <a:lnTo>
                    <a:pt x="2049843" y="2896943"/>
                  </a:lnTo>
                  <a:lnTo>
                    <a:pt x="2050698" y="2907249"/>
                  </a:lnTo>
                  <a:lnTo>
                    <a:pt x="2051554" y="2946468"/>
                  </a:lnTo>
                  <a:lnTo>
                    <a:pt x="2052409" y="2974318"/>
                  </a:lnTo>
                  <a:lnTo>
                    <a:pt x="2053265" y="2974320"/>
                  </a:lnTo>
                  <a:lnTo>
                    <a:pt x="2054120" y="2954545"/>
                  </a:lnTo>
                  <a:lnTo>
                    <a:pt x="2054976" y="2897202"/>
                  </a:lnTo>
                  <a:lnTo>
                    <a:pt x="2055831" y="2846458"/>
                  </a:lnTo>
                  <a:lnTo>
                    <a:pt x="2056687" y="2842729"/>
                  </a:lnTo>
                  <a:lnTo>
                    <a:pt x="2057542" y="2814434"/>
                  </a:lnTo>
                  <a:lnTo>
                    <a:pt x="2058398" y="2691629"/>
                  </a:lnTo>
                  <a:lnTo>
                    <a:pt x="2059253" y="2669799"/>
                  </a:lnTo>
                  <a:lnTo>
                    <a:pt x="2060109" y="2708383"/>
                  </a:lnTo>
                  <a:lnTo>
                    <a:pt x="2060965" y="2716572"/>
                  </a:lnTo>
                  <a:lnTo>
                    <a:pt x="2061820" y="2631263"/>
                  </a:lnTo>
                  <a:lnTo>
                    <a:pt x="2062676" y="2594990"/>
                  </a:lnTo>
                  <a:lnTo>
                    <a:pt x="2063531" y="2756004"/>
                  </a:lnTo>
                  <a:lnTo>
                    <a:pt x="2064387" y="2780366"/>
                  </a:lnTo>
                  <a:lnTo>
                    <a:pt x="2065242" y="2795900"/>
                  </a:lnTo>
                  <a:lnTo>
                    <a:pt x="2066098" y="2885142"/>
                  </a:lnTo>
                  <a:lnTo>
                    <a:pt x="2066953" y="3080020"/>
                  </a:lnTo>
                  <a:lnTo>
                    <a:pt x="2067809" y="3116972"/>
                  </a:lnTo>
                  <a:lnTo>
                    <a:pt x="2067809" y="3116972"/>
                  </a:lnTo>
                  <a:lnTo>
                    <a:pt x="2068664" y="3116972"/>
                  </a:lnTo>
                  <a:lnTo>
                    <a:pt x="2069520" y="3116972"/>
                  </a:lnTo>
                  <a:lnTo>
                    <a:pt x="2070375" y="3116972"/>
                  </a:lnTo>
                  <a:lnTo>
                    <a:pt x="2071231" y="3116972"/>
                  </a:lnTo>
                  <a:lnTo>
                    <a:pt x="2072086" y="3092091"/>
                  </a:lnTo>
                  <a:lnTo>
                    <a:pt x="2072942" y="3031079"/>
                  </a:lnTo>
                  <a:lnTo>
                    <a:pt x="2073797" y="3053754"/>
                  </a:lnTo>
                  <a:lnTo>
                    <a:pt x="2074653" y="3105856"/>
                  </a:lnTo>
                  <a:lnTo>
                    <a:pt x="2075508" y="3116972"/>
                  </a:lnTo>
                  <a:lnTo>
                    <a:pt x="2075508" y="3116972"/>
                  </a:lnTo>
                  <a:lnTo>
                    <a:pt x="2076364" y="3116972"/>
                  </a:lnTo>
                  <a:lnTo>
                    <a:pt x="2077220" y="3116972"/>
                  </a:lnTo>
                  <a:lnTo>
                    <a:pt x="2078075" y="3116972"/>
                  </a:lnTo>
                  <a:lnTo>
                    <a:pt x="2078931" y="3116972"/>
                  </a:lnTo>
                  <a:lnTo>
                    <a:pt x="2079786" y="3116972"/>
                  </a:lnTo>
                  <a:lnTo>
                    <a:pt x="2080642" y="3116972"/>
                  </a:lnTo>
                  <a:lnTo>
                    <a:pt x="2081497" y="3116972"/>
                  </a:lnTo>
                  <a:lnTo>
                    <a:pt x="2082353" y="3116972"/>
                  </a:lnTo>
                  <a:lnTo>
                    <a:pt x="2083208" y="2989071"/>
                  </a:lnTo>
                  <a:lnTo>
                    <a:pt x="2084064" y="2905433"/>
                  </a:lnTo>
                  <a:lnTo>
                    <a:pt x="2084919" y="2905796"/>
                  </a:lnTo>
                  <a:lnTo>
                    <a:pt x="2085775" y="2898372"/>
                  </a:lnTo>
                  <a:lnTo>
                    <a:pt x="2086630" y="2898372"/>
                  </a:lnTo>
                  <a:lnTo>
                    <a:pt x="2087486" y="2963931"/>
                  </a:lnTo>
                  <a:lnTo>
                    <a:pt x="2088341" y="3100700"/>
                  </a:lnTo>
                  <a:lnTo>
                    <a:pt x="2089197" y="3116972"/>
                  </a:lnTo>
                  <a:lnTo>
                    <a:pt x="2089197" y="3116972"/>
                  </a:lnTo>
                  <a:lnTo>
                    <a:pt x="2090052" y="3116972"/>
                  </a:lnTo>
                  <a:lnTo>
                    <a:pt x="2090908" y="3116972"/>
                  </a:lnTo>
                  <a:lnTo>
                    <a:pt x="2091764" y="3116972"/>
                  </a:lnTo>
                  <a:lnTo>
                    <a:pt x="2092619" y="3063007"/>
                  </a:lnTo>
                  <a:lnTo>
                    <a:pt x="2093475" y="2970396"/>
                  </a:lnTo>
                  <a:lnTo>
                    <a:pt x="2094330" y="2962940"/>
                  </a:lnTo>
                  <a:lnTo>
                    <a:pt x="2095186" y="2920287"/>
                  </a:lnTo>
                  <a:lnTo>
                    <a:pt x="2096041" y="2967517"/>
                  </a:lnTo>
                  <a:lnTo>
                    <a:pt x="2096897" y="3056683"/>
                  </a:lnTo>
                  <a:lnTo>
                    <a:pt x="2097752" y="3101321"/>
                  </a:lnTo>
                  <a:lnTo>
                    <a:pt x="2098608" y="3116972"/>
                  </a:lnTo>
                  <a:lnTo>
                    <a:pt x="2098608" y="3116972"/>
                  </a:lnTo>
                  <a:lnTo>
                    <a:pt x="2099463" y="3116972"/>
                  </a:lnTo>
                  <a:lnTo>
                    <a:pt x="2100319" y="3116972"/>
                  </a:lnTo>
                  <a:lnTo>
                    <a:pt x="2101174" y="3108706"/>
                  </a:lnTo>
                  <a:lnTo>
                    <a:pt x="2102030" y="3055856"/>
                  </a:lnTo>
                  <a:lnTo>
                    <a:pt x="2102885" y="3070596"/>
                  </a:lnTo>
                  <a:lnTo>
                    <a:pt x="2103741" y="3099740"/>
                  </a:lnTo>
                  <a:lnTo>
                    <a:pt x="2104596" y="3116972"/>
                  </a:lnTo>
                  <a:lnTo>
                    <a:pt x="2104596" y="3116972"/>
                  </a:lnTo>
                  <a:lnTo>
                    <a:pt x="2105452" y="3116972"/>
                  </a:lnTo>
                  <a:lnTo>
                    <a:pt x="2106307" y="3116972"/>
                  </a:lnTo>
                  <a:lnTo>
                    <a:pt x="2107163" y="3116972"/>
                  </a:lnTo>
                  <a:lnTo>
                    <a:pt x="2108019" y="3116972"/>
                  </a:lnTo>
                  <a:lnTo>
                    <a:pt x="2108874" y="3106301"/>
                  </a:lnTo>
                  <a:lnTo>
                    <a:pt x="2109730" y="3085327"/>
                  </a:lnTo>
                  <a:lnTo>
                    <a:pt x="2110585" y="3072079"/>
                  </a:lnTo>
                  <a:lnTo>
                    <a:pt x="2111441" y="3039265"/>
                  </a:lnTo>
                  <a:lnTo>
                    <a:pt x="2112296" y="2977389"/>
                  </a:lnTo>
                  <a:lnTo>
                    <a:pt x="2113152" y="2971974"/>
                  </a:lnTo>
                  <a:lnTo>
                    <a:pt x="2114007" y="2991543"/>
                  </a:lnTo>
                  <a:lnTo>
                    <a:pt x="2114863" y="2997195"/>
                  </a:lnTo>
                  <a:lnTo>
                    <a:pt x="2115718" y="2977047"/>
                  </a:lnTo>
                  <a:lnTo>
                    <a:pt x="2116574" y="2985281"/>
                  </a:lnTo>
                  <a:lnTo>
                    <a:pt x="2117429" y="3041458"/>
                  </a:lnTo>
                  <a:lnTo>
                    <a:pt x="2118285" y="3062328"/>
                  </a:lnTo>
                  <a:lnTo>
                    <a:pt x="2119140" y="3062328"/>
                  </a:lnTo>
                  <a:lnTo>
                    <a:pt x="2119996" y="3062328"/>
                  </a:lnTo>
                  <a:lnTo>
                    <a:pt x="2120851" y="3062328"/>
                  </a:lnTo>
                  <a:lnTo>
                    <a:pt x="2121707" y="3038811"/>
                  </a:lnTo>
                  <a:lnTo>
                    <a:pt x="2122562" y="3004875"/>
                  </a:lnTo>
                  <a:lnTo>
                    <a:pt x="2123418" y="3022575"/>
                  </a:lnTo>
                  <a:lnTo>
                    <a:pt x="2124274" y="3048057"/>
                  </a:lnTo>
                  <a:lnTo>
                    <a:pt x="2125129" y="3066868"/>
                  </a:lnTo>
                  <a:lnTo>
                    <a:pt x="2125985" y="3039471"/>
                  </a:lnTo>
                  <a:lnTo>
                    <a:pt x="2126840" y="3098898"/>
                  </a:lnTo>
                  <a:lnTo>
                    <a:pt x="2127696" y="3116972"/>
                  </a:lnTo>
                  <a:lnTo>
                    <a:pt x="2127696" y="3116972"/>
                  </a:lnTo>
                  <a:lnTo>
                    <a:pt x="2128551" y="3060207"/>
                  </a:lnTo>
                  <a:lnTo>
                    <a:pt x="2129407" y="2986904"/>
                  </a:lnTo>
                  <a:lnTo>
                    <a:pt x="2130262" y="2956516"/>
                  </a:lnTo>
                  <a:lnTo>
                    <a:pt x="2131118" y="2953645"/>
                  </a:lnTo>
                  <a:lnTo>
                    <a:pt x="2131973" y="2890224"/>
                  </a:lnTo>
                  <a:lnTo>
                    <a:pt x="2132829" y="2795516"/>
                  </a:lnTo>
                  <a:lnTo>
                    <a:pt x="2133684" y="2804812"/>
                  </a:lnTo>
                  <a:lnTo>
                    <a:pt x="2134540" y="2694451"/>
                  </a:lnTo>
                  <a:lnTo>
                    <a:pt x="2135395" y="2570750"/>
                  </a:lnTo>
                  <a:lnTo>
                    <a:pt x="2136251" y="2590162"/>
                  </a:lnTo>
                  <a:lnTo>
                    <a:pt x="2137106" y="2623433"/>
                  </a:lnTo>
                  <a:lnTo>
                    <a:pt x="2137962" y="2680386"/>
                  </a:lnTo>
                  <a:lnTo>
                    <a:pt x="2138818" y="2752480"/>
                  </a:lnTo>
                  <a:lnTo>
                    <a:pt x="2139673" y="2908370"/>
                  </a:lnTo>
                  <a:lnTo>
                    <a:pt x="2140529" y="3020420"/>
                  </a:lnTo>
                  <a:lnTo>
                    <a:pt x="2141384" y="3024271"/>
                  </a:lnTo>
                  <a:lnTo>
                    <a:pt x="2142240" y="2974362"/>
                  </a:lnTo>
                  <a:lnTo>
                    <a:pt x="2143095" y="2927907"/>
                  </a:lnTo>
                  <a:lnTo>
                    <a:pt x="2143951" y="2880600"/>
                  </a:lnTo>
                  <a:lnTo>
                    <a:pt x="2144806" y="2833021"/>
                  </a:lnTo>
                  <a:lnTo>
                    <a:pt x="2145662" y="2855204"/>
                  </a:lnTo>
                  <a:lnTo>
                    <a:pt x="2146517" y="2857124"/>
                  </a:lnTo>
                  <a:lnTo>
                    <a:pt x="2147373" y="2863663"/>
                  </a:lnTo>
                  <a:lnTo>
                    <a:pt x="2148228" y="2916171"/>
                  </a:lnTo>
                  <a:lnTo>
                    <a:pt x="2149084" y="2987298"/>
                  </a:lnTo>
                  <a:lnTo>
                    <a:pt x="2149939" y="2983512"/>
                  </a:lnTo>
                  <a:lnTo>
                    <a:pt x="2150795" y="2938477"/>
                  </a:lnTo>
                  <a:lnTo>
                    <a:pt x="2151650" y="2878176"/>
                  </a:lnTo>
                  <a:lnTo>
                    <a:pt x="2152506" y="2858460"/>
                  </a:lnTo>
                  <a:lnTo>
                    <a:pt x="2153361" y="2811444"/>
                  </a:lnTo>
                  <a:lnTo>
                    <a:pt x="2154217" y="2790930"/>
                  </a:lnTo>
                  <a:lnTo>
                    <a:pt x="2155073" y="2844590"/>
                  </a:lnTo>
                  <a:lnTo>
                    <a:pt x="2155928" y="2890667"/>
                  </a:lnTo>
                  <a:lnTo>
                    <a:pt x="2156784" y="2939178"/>
                  </a:lnTo>
                  <a:lnTo>
                    <a:pt x="2157639" y="2978889"/>
                  </a:lnTo>
                  <a:lnTo>
                    <a:pt x="2158495" y="2998986"/>
                  </a:lnTo>
                  <a:lnTo>
                    <a:pt x="2159350" y="2999725"/>
                  </a:lnTo>
                  <a:lnTo>
                    <a:pt x="2160206" y="2958760"/>
                  </a:lnTo>
                  <a:lnTo>
                    <a:pt x="2161061" y="2889182"/>
                  </a:lnTo>
                  <a:lnTo>
                    <a:pt x="2161917" y="2872007"/>
                  </a:lnTo>
                  <a:lnTo>
                    <a:pt x="2162772" y="2858148"/>
                  </a:lnTo>
                  <a:lnTo>
                    <a:pt x="2163628" y="2826577"/>
                  </a:lnTo>
                  <a:lnTo>
                    <a:pt x="2164483" y="2744821"/>
                  </a:lnTo>
                  <a:lnTo>
                    <a:pt x="2165339" y="2751988"/>
                  </a:lnTo>
                  <a:lnTo>
                    <a:pt x="2166194" y="2806192"/>
                  </a:lnTo>
                  <a:lnTo>
                    <a:pt x="2167050" y="2826945"/>
                  </a:lnTo>
                  <a:lnTo>
                    <a:pt x="2167905" y="2817611"/>
                  </a:lnTo>
                  <a:lnTo>
                    <a:pt x="2168761" y="2844757"/>
                  </a:lnTo>
                  <a:lnTo>
                    <a:pt x="2169616" y="2924609"/>
                  </a:lnTo>
                  <a:lnTo>
                    <a:pt x="2170472" y="2982051"/>
                  </a:lnTo>
                  <a:lnTo>
                    <a:pt x="2171328" y="3054193"/>
                  </a:lnTo>
                  <a:lnTo>
                    <a:pt x="2172183" y="3081299"/>
                  </a:lnTo>
                  <a:lnTo>
                    <a:pt x="2173039" y="3116972"/>
                  </a:lnTo>
                  <a:lnTo>
                    <a:pt x="2173039" y="3116972"/>
                  </a:lnTo>
                  <a:lnTo>
                    <a:pt x="2173894" y="3116972"/>
                  </a:lnTo>
                  <a:lnTo>
                    <a:pt x="2174750" y="3116972"/>
                  </a:lnTo>
                  <a:lnTo>
                    <a:pt x="2175605" y="3116972"/>
                  </a:lnTo>
                  <a:lnTo>
                    <a:pt x="2176461" y="3116972"/>
                  </a:lnTo>
                  <a:lnTo>
                    <a:pt x="2177316" y="3116972"/>
                  </a:lnTo>
                  <a:lnTo>
                    <a:pt x="2178172" y="3116972"/>
                  </a:lnTo>
                  <a:lnTo>
                    <a:pt x="2179027" y="3037948"/>
                  </a:lnTo>
                  <a:lnTo>
                    <a:pt x="2179883" y="2972208"/>
                  </a:lnTo>
                  <a:lnTo>
                    <a:pt x="2180738" y="2915449"/>
                  </a:lnTo>
                  <a:lnTo>
                    <a:pt x="2181594" y="2799913"/>
                  </a:lnTo>
                  <a:lnTo>
                    <a:pt x="2182449" y="2745602"/>
                  </a:lnTo>
                  <a:lnTo>
                    <a:pt x="2183305" y="2742383"/>
                  </a:lnTo>
                  <a:lnTo>
                    <a:pt x="2184160" y="2771213"/>
                  </a:lnTo>
                  <a:lnTo>
                    <a:pt x="2185016" y="2749111"/>
                  </a:lnTo>
                  <a:lnTo>
                    <a:pt x="2185872" y="2706195"/>
                  </a:lnTo>
                  <a:lnTo>
                    <a:pt x="2186727" y="2682338"/>
                  </a:lnTo>
                  <a:lnTo>
                    <a:pt x="2187583" y="2729056"/>
                  </a:lnTo>
                  <a:lnTo>
                    <a:pt x="2188438" y="2762519"/>
                  </a:lnTo>
                  <a:lnTo>
                    <a:pt x="2189294" y="2743992"/>
                  </a:lnTo>
                  <a:lnTo>
                    <a:pt x="2190149" y="2666698"/>
                  </a:lnTo>
                  <a:lnTo>
                    <a:pt x="2191005" y="2657418"/>
                  </a:lnTo>
                  <a:lnTo>
                    <a:pt x="2191860" y="2718069"/>
                  </a:lnTo>
                  <a:lnTo>
                    <a:pt x="2192716" y="2755459"/>
                  </a:lnTo>
                  <a:lnTo>
                    <a:pt x="2193571" y="2875031"/>
                  </a:lnTo>
                  <a:lnTo>
                    <a:pt x="2194427" y="2921049"/>
                  </a:lnTo>
                  <a:lnTo>
                    <a:pt x="2195282" y="2970982"/>
                  </a:lnTo>
                  <a:lnTo>
                    <a:pt x="2196138" y="3010066"/>
                  </a:lnTo>
                  <a:lnTo>
                    <a:pt x="2196993" y="3015085"/>
                  </a:lnTo>
                  <a:lnTo>
                    <a:pt x="2197849" y="2934606"/>
                  </a:lnTo>
                  <a:lnTo>
                    <a:pt x="2198704" y="2793027"/>
                  </a:lnTo>
                  <a:lnTo>
                    <a:pt x="2199560" y="2830095"/>
                  </a:lnTo>
                  <a:lnTo>
                    <a:pt x="2200415" y="2909491"/>
                  </a:lnTo>
                  <a:lnTo>
                    <a:pt x="2201271" y="2928201"/>
                  </a:lnTo>
                  <a:lnTo>
                    <a:pt x="2202127" y="2923183"/>
                  </a:lnTo>
                  <a:lnTo>
                    <a:pt x="2202982" y="2979109"/>
                  </a:lnTo>
                  <a:lnTo>
                    <a:pt x="2203838" y="3042118"/>
                  </a:lnTo>
                  <a:lnTo>
                    <a:pt x="2204693" y="3002403"/>
                  </a:lnTo>
                  <a:lnTo>
                    <a:pt x="2205549" y="2965616"/>
                  </a:lnTo>
                  <a:lnTo>
                    <a:pt x="2206404" y="2852620"/>
                  </a:lnTo>
                  <a:lnTo>
                    <a:pt x="2207260" y="2677196"/>
                  </a:lnTo>
                  <a:lnTo>
                    <a:pt x="2208115" y="2584262"/>
                  </a:lnTo>
                  <a:lnTo>
                    <a:pt x="2208971" y="2580184"/>
                  </a:lnTo>
                  <a:lnTo>
                    <a:pt x="2209826" y="2582457"/>
                  </a:lnTo>
                  <a:lnTo>
                    <a:pt x="2210682" y="2556573"/>
                  </a:lnTo>
                  <a:lnTo>
                    <a:pt x="2211537" y="2627012"/>
                  </a:lnTo>
                  <a:lnTo>
                    <a:pt x="2212393" y="2704418"/>
                  </a:lnTo>
                  <a:lnTo>
                    <a:pt x="2213248" y="2756407"/>
                  </a:lnTo>
                  <a:lnTo>
                    <a:pt x="2214104" y="2775537"/>
                  </a:lnTo>
                  <a:lnTo>
                    <a:pt x="2214959" y="2808624"/>
                  </a:lnTo>
                  <a:lnTo>
                    <a:pt x="2215815" y="2868093"/>
                  </a:lnTo>
                  <a:lnTo>
                    <a:pt x="2216670" y="2902047"/>
                  </a:lnTo>
                  <a:lnTo>
                    <a:pt x="2217526" y="2929554"/>
                  </a:lnTo>
                  <a:lnTo>
                    <a:pt x="2218382" y="2880546"/>
                  </a:lnTo>
                  <a:lnTo>
                    <a:pt x="2219237" y="2723380"/>
                  </a:lnTo>
                  <a:lnTo>
                    <a:pt x="2220093" y="2513348"/>
                  </a:lnTo>
                  <a:lnTo>
                    <a:pt x="2220948" y="2337429"/>
                  </a:lnTo>
                  <a:lnTo>
                    <a:pt x="2221804" y="2231798"/>
                  </a:lnTo>
                  <a:lnTo>
                    <a:pt x="2222659" y="2185186"/>
                  </a:lnTo>
                  <a:lnTo>
                    <a:pt x="2223515" y="2217679"/>
                  </a:lnTo>
                  <a:lnTo>
                    <a:pt x="2224370" y="2227678"/>
                  </a:lnTo>
                  <a:lnTo>
                    <a:pt x="2225226" y="2236252"/>
                  </a:lnTo>
                  <a:lnTo>
                    <a:pt x="2226081" y="2288169"/>
                  </a:lnTo>
                  <a:lnTo>
                    <a:pt x="2226937" y="2335271"/>
                  </a:lnTo>
                  <a:lnTo>
                    <a:pt x="2227792" y="2305507"/>
                  </a:lnTo>
                  <a:lnTo>
                    <a:pt x="2228648" y="2242444"/>
                  </a:lnTo>
                  <a:lnTo>
                    <a:pt x="2229503" y="2237641"/>
                  </a:lnTo>
                  <a:lnTo>
                    <a:pt x="2230359" y="2298420"/>
                  </a:lnTo>
                  <a:lnTo>
                    <a:pt x="2231214" y="2310803"/>
                  </a:lnTo>
                  <a:lnTo>
                    <a:pt x="2232070" y="2275852"/>
                  </a:lnTo>
                  <a:lnTo>
                    <a:pt x="2232925" y="2317167"/>
                  </a:lnTo>
                  <a:lnTo>
                    <a:pt x="2233781" y="2267114"/>
                  </a:lnTo>
                  <a:lnTo>
                    <a:pt x="2234637" y="2105002"/>
                  </a:lnTo>
                  <a:lnTo>
                    <a:pt x="2235492" y="1920606"/>
                  </a:lnTo>
                  <a:lnTo>
                    <a:pt x="2236348" y="1684223"/>
                  </a:lnTo>
                  <a:lnTo>
                    <a:pt x="2237203" y="1427367"/>
                  </a:lnTo>
                  <a:lnTo>
                    <a:pt x="2238059" y="1228765"/>
                  </a:lnTo>
                  <a:lnTo>
                    <a:pt x="2238914" y="1074963"/>
                  </a:lnTo>
                  <a:lnTo>
                    <a:pt x="2239770" y="1039721"/>
                  </a:lnTo>
                  <a:lnTo>
                    <a:pt x="2240625" y="1023795"/>
                  </a:lnTo>
                  <a:lnTo>
                    <a:pt x="2241481" y="1182746"/>
                  </a:lnTo>
                  <a:lnTo>
                    <a:pt x="2242336" y="1422950"/>
                  </a:lnTo>
                  <a:lnTo>
                    <a:pt x="2243192" y="1492096"/>
                  </a:lnTo>
                  <a:lnTo>
                    <a:pt x="2244047" y="1567218"/>
                  </a:lnTo>
                  <a:lnTo>
                    <a:pt x="2244903" y="1626194"/>
                  </a:lnTo>
                  <a:lnTo>
                    <a:pt x="2245758" y="1673783"/>
                  </a:lnTo>
                  <a:lnTo>
                    <a:pt x="2246614" y="1499928"/>
                  </a:lnTo>
                  <a:lnTo>
                    <a:pt x="2247469" y="1190292"/>
                  </a:lnTo>
                  <a:lnTo>
                    <a:pt x="2248325" y="1037639"/>
                  </a:lnTo>
                  <a:lnTo>
                    <a:pt x="2249181" y="992893"/>
                  </a:lnTo>
                  <a:lnTo>
                    <a:pt x="2250036" y="857145"/>
                  </a:lnTo>
                  <a:lnTo>
                    <a:pt x="2250892" y="745084"/>
                  </a:lnTo>
                  <a:lnTo>
                    <a:pt x="2251747" y="832823"/>
                  </a:lnTo>
                  <a:lnTo>
                    <a:pt x="2252603" y="1024216"/>
                  </a:lnTo>
                  <a:lnTo>
                    <a:pt x="2253458" y="1171472"/>
                  </a:lnTo>
                  <a:lnTo>
                    <a:pt x="2254314" y="1214137"/>
                  </a:lnTo>
                  <a:lnTo>
                    <a:pt x="2255169" y="1309086"/>
                  </a:lnTo>
                  <a:lnTo>
                    <a:pt x="2256025" y="1379390"/>
                  </a:lnTo>
                  <a:lnTo>
                    <a:pt x="2256880" y="1321244"/>
                  </a:lnTo>
                  <a:lnTo>
                    <a:pt x="2257736" y="1224497"/>
                  </a:lnTo>
                  <a:lnTo>
                    <a:pt x="2258591" y="1101327"/>
                  </a:lnTo>
                  <a:lnTo>
                    <a:pt x="2259447" y="927962"/>
                  </a:lnTo>
                  <a:lnTo>
                    <a:pt x="2260302" y="834502"/>
                  </a:lnTo>
                  <a:lnTo>
                    <a:pt x="2261158" y="744607"/>
                  </a:lnTo>
                  <a:lnTo>
                    <a:pt x="2262013" y="679245"/>
                  </a:lnTo>
                  <a:lnTo>
                    <a:pt x="2262869" y="646215"/>
                  </a:lnTo>
                  <a:lnTo>
                    <a:pt x="2263724" y="619735"/>
                  </a:lnTo>
                  <a:lnTo>
                    <a:pt x="2264580" y="660131"/>
                  </a:lnTo>
                  <a:lnTo>
                    <a:pt x="2265436" y="839443"/>
                  </a:lnTo>
                  <a:lnTo>
                    <a:pt x="2266291" y="1045224"/>
                  </a:lnTo>
                  <a:lnTo>
                    <a:pt x="2267147" y="1218333"/>
                  </a:lnTo>
                  <a:lnTo>
                    <a:pt x="2268002" y="1393081"/>
                  </a:lnTo>
                  <a:lnTo>
                    <a:pt x="2268858" y="1604817"/>
                  </a:lnTo>
                  <a:lnTo>
                    <a:pt x="2269713" y="1718578"/>
                  </a:lnTo>
                  <a:lnTo>
                    <a:pt x="2270569" y="1683584"/>
                  </a:lnTo>
                  <a:lnTo>
                    <a:pt x="2271424" y="1710240"/>
                  </a:lnTo>
                  <a:lnTo>
                    <a:pt x="2272280" y="1834789"/>
                  </a:lnTo>
                  <a:lnTo>
                    <a:pt x="2273135" y="1958503"/>
                  </a:lnTo>
                  <a:lnTo>
                    <a:pt x="2273991" y="2014142"/>
                  </a:lnTo>
                  <a:lnTo>
                    <a:pt x="2274846" y="2140818"/>
                  </a:lnTo>
                  <a:lnTo>
                    <a:pt x="2275702" y="2238075"/>
                  </a:lnTo>
                  <a:lnTo>
                    <a:pt x="2276557" y="2217415"/>
                  </a:lnTo>
                  <a:lnTo>
                    <a:pt x="2277413" y="2120491"/>
                  </a:lnTo>
                  <a:lnTo>
                    <a:pt x="2278268" y="2116494"/>
                  </a:lnTo>
                  <a:lnTo>
                    <a:pt x="2279124" y="2261131"/>
                  </a:lnTo>
                  <a:lnTo>
                    <a:pt x="2279979" y="2339081"/>
                  </a:lnTo>
                  <a:lnTo>
                    <a:pt x="2280835" y="2401494"/>
                  </a:lnTo>
                  <a:lnTo>
                    <a:pt x="2281691" y="2496288"/>
                  </a:lnTo>
                  <a:lnTo>
                    <a:pt x="2282546" y="2576095"/>
                  </a:lnTo>
                  <a:lnTo>
                    <a:pt x="2283402" y="2508022"/>
                  </a:lnTo>
                  <a:lnTo>
                    <a:pt x="2284257" y="2347667"/>
                  </a:lnTo>
                  <a:lnTo>
                    <a:pt x="2285113" y="2327466"/>
                  </a:lnTo>
                  <a:lnTo>
                    <a:pt x="2285968" y="2348757"/>
                  </a:lnTo>
                  <a:lnTo>
                    <a:pt x="2286824" y="2469182"/>
                  </a:lnTo>
                  <a:lnTo>
                    <a:pt x="2287679" y="2599266"/>
                  </a:lnTo>
                  <a:lnTo>
                    <a:pt x="2288535" y="2713331"/>
                  </a:lnTo>
                  <a:lnTo>
                    <a:pt x="2289390" y="2775633"/>
                  </a:lnTo>
                  <a:lnTo>
                    <a:pt x="2290246" y="2772793"/>
                  </a:lnTo>
                  <a:lnTo>
                    <a:pt x="2291101" y="2770392"/>
                  </a:lnTo>
                  <a:lnTo>
                    <a:pt x="2291957" y="2725637"/>
                  </a:lnTo>
                  <a:lnTo>
                    <a:pt x="2292812" y="2741286"/>
                  </a:lnTo>
                  <a:lnTo>
                    <a:pt x="2293668" y="2826916"/>
                  </a:lnTo>
                  <a:lnTo>
                    <a:pt x="2294523" y="2909676"/>
                  </a:lnTo>
                  <a:lnTo>
                    <a:pt x="2295379" y="2935338"/>
                  </a:lnTo>
                  <a:lnTo>
                    <a:pt x="2296235" y="2971031"/>
                  </a:lnTo>
                  <a:lnTo>
                    <a:pt x="2297090" y="3014283"/>
                  </a:lnTo>
                  <a:lnTo>
                    <a:pt x="2297946" y="2953472"/>
                  </a:lnTo>
                  <a:lnTo>
                    <a:pt x="2298801" y="2815292"/>
                  </a:lnTo>
                  <a:lnTo>
                    <a:pt x="2299657" y="2803779"/>
                  </a:lnTo>
                  <a:lnTo>
                    <a:pt x="2300512" y="2867079"/>
                  </a:lnTo>
                  <a:lnTo>
                    <a:pt x="2301368" y="2933112"/>
                  </a:lnTo>
                  <a:lnTo>
                    <a:pt x="2302223" y="2915294"/>
                  </a:lnTo>
                  <a:lnTo>
                    <a:pt x="2303079" y="2844762"/>
                  </a:lnTo>
                  <a:lnTo>
                    <a:pt x="2303934" y="2789635"/>
                  </a:lnTo>
                  <a:lnTo>
                    <a:pt x="2304790" y="2704979"/>
                  </a:lnTo>
                  <a:lnTo>
                    <a:pt x="2305645" y="2578861"/>
                  </a:lnTo>
                  <a:lnTo>
                    <a:pt x="2306501" y="2495542"/>
                  </a:lnTo>
                  <a:lnTo>
                    <a:pt x="2307356" y="2510015"/>
                  </a:lnTo>
                  <a:lnTo>
                    <a:pt x="2308212" y="2614522"/>
                  </a:lnTo>
                  <a:lnTo>
                    <a:pt x="2309067" y="2640347"/>
                  </a:lnTo>
                  <a:lnTo>
                    <a:pt x="2309923" y="2627735"/>
                  </a:lnTo>
                  <a:lnTo>
                    <a:pt x="2310778" y="2751122"/>
                  </a:lnTo>
                  <a:lnTo>
                    <a:pt x="2311634" y="2834443"/>
                  </a:lnTo>
                  <a:lnTo>
                    <a:pt x="2312490" y="2846875"/>
                  </a:lnTo>
                  <a:lnTo>
                    <a:pt x="2313345" y="2816118"/>
                  </a:lnTo>
                  <a:lnTo>
                    <a:pt x="2314201" y="2868584"/>
                  </a:lnTo>
                  <a:lnTo>
                    <a:pt x="2315056" y="2917175"/>
                  </a:lnTo>
                  <a:lnTo>
                    <a:pt x="2315912" y="2817847"/>
                  </a:lnTo>
                  <a:lnTo>
                    <a:pt x="2316767" y="2745235"/>
                  </a:lnTo>
                  <a:lnTo>
                    <a:pt x="2317623" y="2745236"/>
                  </a:lnTo>
                  <a:lnTo>
                    <a:pt x="2318478" y="2778437"/>
                  </a:lnTo>
                  <a:lnTo>
                    <a:pt x="2319334" y="2834123"/>
                  </a:lnTo>
                  <a:lnTo>
                    <a:pt x="2320189" y="2887660"/>
                  </a:lnTo>
                  <a:lnTo>
                    <a:pt x="2321045" y="3018678"/>
                  </a:lnTo>
                  <a:lnTo>
                    <a:pt x="2321900" y="3116732"/>
                  </a:lnTo>
                  <a:lnTo>
                    <a:pt x="2322756" y="3116731"/>
                  </a:lnTo>
                  <a:lnTo>
                    <a:pt x="2323611" y="3116732"/>
                  </a:lnTo>
                  <a:lnTo>
                    <a:pt x="2324467" y="3103172"/>
                  </a:lnTo>
                  <a:lnTo>
                    <a:pt x="2325322" y="3009058"/>
                  </a:lnTo>
                  <a:lnTo>
                    <a:pt x="2326178" y="2875005"/>
                  </a:lnTo>
                  <a:lnTo>
                    <a:pt x="2327033" y="2800485"/>
                  </a:lnTo>
                  <a:lnTo>
                    <a:pt x="2327889" y="2755739"/>
                  </a:lnTo>
                  <a:lnTo>
                    <a:pt x="2328745" y="2727274"/>
                  </a:lnTo>
                  <a:lnTo>
                    <a:pt x="2329600" y="2710320"/>
                  </a:lnTo>
                  <a:lnTo>
                    <a:pt x="2330456" y="2761202"/>
                  </a:lnTo>
                  <a:lnTo>
                    <a:pt x="2331311" y="2906733"/>
                  </a:lnTo>
                  <a:lnTo>
                    <a:pt x="2332167" y="2937983"/>
                  </a:lnTo>
                  <a:lnTo>
                    <a:pt x="2333022" y="2947070"/>
                  </a:lnTo>
                  <a:lnTo>
                    <a:pt x="2333878" y="2983672"/>
                  </a:lnTo>
                  <a:lnTo>
                    <a:pt x="2334733" y="2976387"/>
                  </a:lnTo>
                  <a:lnTo>
                    <a:pt x="2335589" y="2977225"/>
                  </a:lnTo>
                  <a:lnTo>
                    <a:pt x="2336444" y="2912058"/>
                  </a:lnTo>
                  <a:lnTo>
                    <a:pt x="2337300" y="2802286"/>
                  </a:lnTo>
                  <a:lnTo>
                    <a:pt x="2338155" y="2657280"/>
                  </a:lnTo>
                  <a:lnTo>
                    <a:pt x="2339011" y="2559310"/>
                  </a:lnTo>
                  <a:lnTo>
                    <a:pt x="2339866" y="2524157"/>
                  </a:lnTo>
                  <a:lnTo>
                    <a:pt x="2340722" y="2460245"/>
                  </a:lnTo>
                  <a:lnTo>
                    <a:pt x="2341577" y="2413021"/>
                  </a:lnTo>
                  <a:lnTo>
                    <a:pt x="2342433" y="2523723"/>
                  </a:lnTo>
                  <a:lnTo>
                    <a:pt x="2343289" y="2704389"/>
                  </a:lnTo>
                  <a:lnTo>
                    <a:pt x="2344144" y="2781077"/>
                  </a:lnTo>
                  <a:lnTo>
                    <a:pt x="2345000" y="2769582"/>
                  </a:lnTo>
                  <a:lnTo>
                    <a:pt x="2345855" y="2821738"/>
                  </a:lnTo>
                  <a:lnTo>
                    <a:pt x="2346711" y="2811119"/>
                  </a:lnTo>
                  <a:lnTo>
                    <a:pt x="2347566" y="2713081"/>
                  </a:lnTo>
                  <a:lnTo>
                    <a:pt x="2348422" y="2679486"/>
                  </a:lnTo>
                  <a:lnTo>
                    <a:pt x="2349277" y="2692632"/>
                  </a:lnTo>
                  <a:lnTo>
                    <a:pt x="2350133" y="2777084"/>
                  </a:lnTo>
                  <a:lnTo>
                    <a:pt x="2350988" y="2831231"/>
                  </a:lnTo>
                  <a:lnTo>
                    <a:pt x="2351844" y="2913800"/>
                  </a:lnTo>
                  <a:lnTo>
                    <a:pt x="2352699" y="3020275"/>
                  </a:lnTo>
                  <a:lnTo>
                    <a:pt x="2353555" y="2963778"/>
                  </a:lnTo>
                  <a:lnTo>
                    <a:pt x="2354410" y="2811071"/>
                  </a:lnTo>
                  <a:lnTo>
                    <a:pt x="2355266" y="2673387"/>
                  </a:lnTo>
                  <a:lnTo>
                    <a:pt x="2356121" y="2642472"/>
                  </a:lnTo>
                  <a:lnTo>
                    <a:pt x="2356977" y="2644774"/>
                  </a:lnTo>
                  <a:lnTo>
                    <a:pt x="2357832" y="2653234"/>
                  </a:lnTo>
                  <a:lnTo>
                    <a:pt x="2358688" y="2711201"/>
                  </a:lnTo>
                  <a:lnTo>
                    <a:pt x="2359544" y="2768896"/>
                  </a:lnTo>
                  <a:lnTo>
                    <a:pt x="2360399" y="2769083"/>
                  </a:lnTo>
                  <a:lnTo>
                    <a:pt x="2361255" y="2686713"/>
                  </a:lnTo>
                  <a:lnTo>
                    <a:pt x="2362110" y="2613089"/>
                  </a:lnTo>
                  <a:lnTo>
                    <a:pt x="2362966" y="2532337"/>
                  </a:lnTo>
                  <a:lnTo>
                    <a:pt x="2363821" y="2504688"/>
                  </a:lnTo>
                  <a:lnTo>
                    <a:pt x="2364677" y="2587845"/>
                  </a:lnTo>
                  <a:lnTo>
                    <a:pt x="2365532" y="2725342"/>
                  </a:lnTo>
                  <a:lnTo>
                    <a:pt x="2366388" y="2838628"/>
                  </a:lnTo>
                  <a:lnTo>
                    <a:pt x="2367243" y="2909952"/>
                  </a:lnTo>
                  <a:lnTo>
                    <a:pt x="2368099" y="2990703"/>
                  </a:lnTo>
                  <a:lnTo>
                    <a:pt x="2368954" y="3020652"/>
                  </a:lnTo>
                  <a:lnTo>
                    <a:pt x="2369810" y="2946265"/>
                  </a:lnTo>
                  <a:lnTo>
                    <a:pt x="2370665" y="2901783"/>
                  </a:lnTo>
                  <a:lnTo>
                    <a:pt x="2371521" y="2901783"/>
                  </a:lnTo>
                  <a:lnTo>
                    <a:pt x="2372376" y="2901783"/>
                  </a:lnTo>
                  <a:lnTo>
                    <a:pt x="2373232" y="2901785"/>
                  </a:lnTo>
                  <a:lnTo>
                    <a:pt x="2374087" y="2931606"/>
                  </a:lnTo>
                  <a:lnTo>
                    <a:pt x="2374943" y="3053939"/>
                  </a:lnTo>
                  <a:lnTo>
                    <a:pt x="2375799" y="3111017"/>
                  </a:lnTo>
                  <a:lnTo>
                    <a:pt x="2376654" y="3084168"/>
                  </a:lnTo>
                  <a:lnTo>
                    <a:pt x="2377510" y="3106624"/>
                  </a:lnTo>
                  <a:lnTo>
                    <a:pt x="2378365" y="3116972"/>
                  </a:lnTo>
                  <a:lnTo>
                    <a:pt x="2378365" y="3116972"/>
                  </a:lnTo>
                  <a:lnTo>
                    <a:pt x="2379221" y="3074084"/>
                  </a:lnTo>
                  <a:lnTo>
                    <a:pt x="2380076" y="3011282"/>
                  </a:lnTo>
                  <a:lnTo>
                    <a:pt x="2380932" y="2982616"/>
                  </a:lnTo>
                  <a:lnTo>
                    <a:pt x="2381787" y="2981867"/>
                  </a:lnTo>
                  <a:lnTo>
                    <a:pt x="2382643" y="2895545"/>
                  </a:lnTo>
                  <a:lnTo>
                    <a:pt x="2383498" y="2710734"/>
                  </a:lnTo>
                  <a:lnTo>
                    <a:pt x="2384354" y="2643543"/>
                  </a:lnTo>
                  <a:lnTo>
                    <a:pt x="2385209" y="2656651"/>
                  </a:lnTo>
                  <a:lnTo>
                    <a:pt x="2386065" y="2672722"/>
                  </a:lnTo>
                  <a:lnTo>
                    <a:pt x="2386920" y="2647463"/>
                  </a:lnTo>
                  <a:lnTo>
                    <a:pt x="2387776" y="2612670"/>
                  </a:lnTo>
                  <a:lnTo>
                    <a:pt x="2388631" y="2698516"/>
                  </a:lnTo>
                  <a:lnTo>
                    <a:pt x="2389487" y="2813869"/>
                  </a:lnTo>
                  <a:lnTo>
                    <a:pt x="2390343" y="2827474"/>
                  </a:lnTo>
                  <a:lnTo>
                    <a:pt x="2391198" y="2827474"/>
                  </a:lnTo>
                  <a:lnTo>
                    <a:pt x="2392054" y="2880332"/>
                  </a:lnTo>
                  <a:lnTo>
                    <a:pt x="2392909" y="2954580"/>
                  </a:lnTo>
                  <a:lnTo>
                    <a:pt x="2393765" y="3036718"/>
                  </a:lnTo>
                  <a:lnTo>
                    <a:pt x="2394620" y="3036924"/>
                  </a:lnTo>
                  <a:lnTo>
                    <a:pt x="2395476" y="3035133"/>
                  </a:lnTo>
                  <a:lnTo>
                    <a:pt x="2396331" y="3043376"/>
                  </a:lnTo>
                  <a:lnTo>
                    <a:pt x="2397187" y="3075945"/>
                  </a:lnTo>
                  <a:lnTo>
                    <a:pt x="2398042" y="3114569"/>
                  </a:lnTo>
                  <a:lnTo>
                    <a:pt x="2398898" y="3085615"/>
                  </a:lnTo>
                  <a:lnTo>
                    <a:pt x="2399753" y="3041357"/>
                  </a:lnTo>
                  <a:lnTo>
                    <a:pt x="2400609" y="3007975"/>
                  </a:lnTo>
                  <a:lnTo>
                    <a:pt x="2401464" y="2999735"/>
                  </a:lnTo>
                  <a:lnTo>
                    <a:pt x="2402320" y="2967167"/>
                  </a:lnTo>
                  <a:lnTo>
                    <a:pt x="2403175" y="2952946"/>
                  </a:lnTo>
                  <a:lnTo>
                    <a:pt x="2404031" y="2975839"/>
                  </a:lnTo>
                  <a:lnTo>
                    <a:pt x="2404886" y="3027157"/>
                  </a:lnTo>
                  <a:lnTo>
                    <a:pt x="2405742" y="3062328"/>
                  </a:lnTo>
                  <a:lnTo>
                    <a:pt x="2406598" y="3032961"/>
                  </a:lnTo>
                  <a:lnTo>
                    <a:pt x="2407453" y="2987833"/>
                  </a:lnTo>
                  <a:lnTo>
                    <a:pt x="2408309" y="2974380"/>
                  </a:lnTo>
                  <a:lnTo>
                    <a:pt x="2409164" y="2974381"/>
                  </a:lnTo>
                  <a:lnTo>
                    <a:pt x="2410020" y="2974382"/>
                  </a:lnTo>
                  <a:lnTo>
                    <a:pt x="2410875" y="2974383"/>
                  </a:lnTo>
                  <a:lnTo>
                    <a:pt x="2411731" y="3003748"/>
                  </a:lnTo>
                  <a:lnTo>
                    <a:pt x="2412586" y="3048875"/>
                  </a:lnTo>
                  <a:lnTo>
                    <a:pt x="2413442" y="3062328"/>
                  </a:lnTo>
                  <a:lnTo>
                    <a:pt x="2414297" y="3062328"/>
                  </a:lnTo>
                  <a:lnTo>
                    <a:pt x="2415153" y="3062328"/>
                  </a:lnTo>
                  <a:lnTo>
                    <a:pt x="2416008" y="3062328"/>
                  </a:lnTo>
                  <a:lnTo>
                    <a:pt x="2416864" y="3062328"/>
                  </a:lnTo>
                  <a:lnTo>
                    <a:pt x="2417719" y="3062328"/>
                  </a:lnTo>
                  <a:lnTo>
                    <a:pt x="2418575" y="3062328"/>
                  </a:lnTo>
                  <a:lnTo>
                    <a:pt x="2419430" y="3062328"/>
                  </a:lnTo>
                  <a:lnTo>
                    <a:pt x="2420286" y="3062328"/>
                  </a:lnTo>
                  <a:lnTo>
                    <a:pt x="2421141" y="3062328"/>
                  </a:lnTo>
                  <a:lnTo>
                    <a:pt x="2421997" y="3062328"/>
                  </a:lnTo>
                  <a:lnTo>
                    <a:pt x="2422853" y="3032801"/>
                  </a:lnTo>
                  <a:lnTo>
                    <a:pt x="2423708" y="2978836"/>
                  </a:lnTo>
                  <a:lnTo>
                    <a:pt x="2424564" y="2958427"/>
                  </a:lnTo>
                  <a:lnTo>
                    <a:pt x="2425419" y="2908981"/>
                  </a:lnTo>
                  <a:lnTo>
                    <a:pt x="2426275" y="2787926"/>
                  </a:lnTo>
                  <a:lnTo>
                    <a:pt x="2427130" y="2651258"/>
                  </a:lnTo>
                  <a:lnTo>
                    <a:pt x="2427986" y="2541179"/>
                  </a:lnTo>
                  <a:lnTo>
                    <a:pt x="2428841" y="2470440"/>
                  </a:lnTo>
                  <a:lnTo>
                    <a:pt x="2429697" y="2441114"/>
                  </a:lnTo>
                  <a:lnTo>
                    <a:pt x="2430552" y="2486598"/>
                  </a:lnTo>
                  <a:lnTo>
                    <a:pt x="2431408" y="2581091"/>
                  </a:lnTo>
                  <a:lnTo>
                    <a:pt x="2432263" y="2604564"/>
                  </a:lnTo>
                  <a:lnTo>
                    <a:pt x="2433119" y="2568980"/>
                  </a:lnTo>
                  <a:lnTo>
                    <a:pt x="2433974" y="2553200"/>
                  </a:lnTo>
                  <a:lnTo>
                    <a:pt x="2434830" y="2419018"/>
                  </a:lnTo>
                  <a:lnTo>
                    <a:pt x="2435685" y="2254007"/>
                  </a:lnTo>
                  <a:lnTo>
                    <a:pt x="2436541" y="2178706"/>
                  </a:lnTo>
                  <a:lnTo>
                    <a:pt x="2437396" y="2177416"/>
                  </a:lnTo>
                  <a:lnTo>
                    <a:pt x="2438252" y="2192820"/>
                  </a:lnTo>
                  <a:lnTo>
                    <a:pt x="2439108" y="2183572"/>
                  </a:lnTo>
                  <a:lnTo>
                    <a:pt x="2439963" y="2289553"/>
                  </a:lnTo>
                  <a:lnTo>
                    <a:pt x="2440819" y="2393048"/>
                  </a:lnTo>
                  <a:lnTo>
                    <a:pt x="2441674" y="2378927"/>
                  </a:lnTo>
                  <a:lnTo>
                    <a:pt x="2442530" y="2394389"/>
                  </a:lnTo>
                  <a:lnTo>
                    <a:pt x="2443385" y="2450509"/>
                  </a:lnTo>
                  <a:lnTo>
                    <a:pt x="2444241" y="2495026"/>
                  </a:lnTo>
                  <a:lnTo>
                    <a:pt x="2445096" y="2462144"/>
                  </a:lnTo>
                  <a:lnTo>
                    <a:pt x="2445952" y="2405298"/>
                  </a:lnTo>
                  <a:lnTo>
                    <a:pt x="2446807" y="2413145"/>
                  </a:lnTo>
                  <a:lnTo>
                    <a:pt x="2447663" y="2499741"/>
                  </a:lnTo>
                  <a:lnTo>
                    <a:pt x="2448518" y="2537672"/>
                  </a:lnTo>
                  <a:lnTo>
                    <a:pt x="2449374" y="2615444"/>
                  </a:lnTo>
                  <a:lnTo>
                    <a:pt x="2450229" y="2675735"/>
                  </a:lnTo>
                  <a:lnTo>
                    <a:pt x="2451085" y="2700315"/>
                  </a:lnTo>
                  <a:lnTo>
                    <a:pt x="2451940" y="2754693"/>
                  </a:lnTo>
                  <a:lnTo>
                    <a:pt x="2452796" y="2767124"/>
                  </a:lnTo>
                  <a:lnTo>
                    <a:pt x="2453652" y="2832858"/>
                  </a:lnTo>
                  <a:lnTo>
                    <a:pt x="2454507" y="2859901"/>
                  </a:lnTo>
                  <a:lnTo>
                    <a:pt x="2455363" y="2883166"/>
                  </a:lnTo>
                  <a:lnTo>
                    <a:pt x="2456218" y="2907558"/>
                  </a:lnTo>
                  <a:lnTo>
                    <a:pt x="2457074" y="2925904"/>
                  </a:lnTo>
                  <a:lnTo>
                    <a:pt x="2457929" y="2930227"/>
                  </a:lnTo>
                  <a:lnTo>
                    <a:pt x="2458785" y="2930228"/>
                  </a:lnTo>
                  <a:lnTo>
                    <a:pt x="2459640" y="2930631"/>
                  </a:lnTo>
                  <a:lnTo>
                    <a:pt x="2460496" y="2957891"/>
                  </a:lnTo>
                  <a:lnTo>
                    <a:pt x="2461351" y="3027750"/>
                  </a:lnTo>
                  <a:lnTo>
                    <a:pt x="2462207" y="3016114"/>
                  </a:lnTo>
                  <a:lnTo>
                    <a:pt x="2463062" y="2995291"/>
                  </a:lnTo>
                  <a:lnTo>
                    <a:pt x="2463918" y="2965796"/>
                  </a:lnTo>
                  <a:lnTo>
                    <a:pt x="2464773" y="2910570"/>
                  </a:lnTo>
                  <a:lnTo>
                    <a:pt x="2465629" y="2901058"/>
                  </a:lnTo>
                  <a:lnTo>
                    <a:pt x="2466484" y="2911814"/>
                  </a:lnTo>
                  <a:lnTo>
                    <a:pt x="2467340" y="2948287"/>
                  </a:lnTo>
                  <a:lnTo>
                    <a:pt x="2468195" y="2923473"/>
                  </a:lnTo>
                  <a:lnTo>
                    <a:pt x="2469051" y="2870480"/>
                  </a:lnTo>
                  <a:lnTo>
                    <a:pt x="2469907" y="2814703"/>
                  </a:lnTo>
                  <a:lnTo>
                    <a:pt x="2470762" y="2691241"/>
                  </a:lnTo>
                  <a:lnTo>
                    <a:pt x="2471618" y="2616794"/>
                  </a:lnTo>
                  <a:lnTo>
                    <a:pt x="2472473" y="2622347"/>
                  </a:lnTo>
                  <a:lnTo>
                    <a:pt x="2473329" y="2666451"/>
                  </a:lnTo>
                  <a:lnTo>
                    <a:pt x="2474184" y="2779492"/>
                  </a:lnTo>
                  <a:lnTo>
                    <a:pt x="2475040" y="2920602"/>
                  </a:lnTo>
                  <a:lnTo>
                    <a:pt x="2475895" y="3052822"/>
                  </a:lnTo>
                  <a:lnTo>
                    <a:pt x="2476751" y="3082702"/>
                  </a:lnTo>
                  <a:lnTo>
                    <a:pt x="2477606" y="3047312"/>
                  </a:lnTo>
                  <a:lnTo>
                    <a:pt x="2478462" y="3006096"/>
                  </a:lnTo>
                  <a:lnTo>
                    <a:pt x="2479317" y="2881830"/>
                  </a:lnTo>
                  <a:lnTo>
                    <a:pt x="2480173" y="2818401"/>
                  </a:lnTo>
                  <a:lnTo>
                    <a:pt x="2481028" y="2819155"/>
                  </a:lnTo>
                  <a:lnTo>
                    <a:pt x="2481884" y="2826373"/>
                  </a:lnTo>
                  <a:lnTo>
                    <a:pt x="2482739" y="2815544"/>
                  </a:lnTo>
                  <a:lnTo>
                    <a:pt x="2483595" y="2741366"/>
                  </a:lnTo>
                  <a:lnTo>
                    <a:pt x="2484450" y="2727446"/>
                  </a:lnTo>
                  <a:lnTo>
                    <a:pt x="2485306" y="2692012"/>
                  </a:lnTo>
                  <a:lnTo>
                    <a:pt x="2486162" y="2615451"/>
                  </a:lnTo>
                  <a:lnTo>
                    <a:pt x="2487017" y="2608557"/>
                  </a:lnTo>
                  <a:lnTo>
                    <a:pt x="2487873" y="2650951"/>
                  </a:lnTo>
                  <a:lnTo>
                    <a:pt x="2488728" y="2697480"/>
                  </a:lnTo>
                  <a:lnTo>
                    <a:pt x="2489584" y="2719231"/>
                  </a:lnTo>
                  <a:lnTo>
                    <a:pt x="2490439" y="2731932"/>
                  </a:lnTo>
                  <a:lnTo>
                    <a:pt x="2491295" y="2778955"/>
                  </a:lnTo>
                  <a:lnTo>
                    <a:pt x="2492150" y="2815939"/>
                  </a:lnTo>
                  <a:lnTo>
                    <a:pt x="2493006" y="2803401"/>
                  </a:lnTo>
                  <a:lnTo>
                    <a:pt x="2493861" y="2813421"/>
                  </a:lnTo>
                  <a:lnTo>
                    <a:pt x="2494717" y="2891274"/>
                  </a:lnTo>
                  <a:lnTo>
                    <a:pt x="2495572" y="2926450"/>
                  </a:lnTo>
                  <a:lnTo>
                    <a:pt x="2496428" y="2868541"/>
                  </a:lnTo>
                  <a:lnTo>
                    <a:pt x="2497283" y="2759069"/>
                  </a:lnTo>
                  <a:lnTo>
                    <a:pt x="2498139" y="2648166"/>
                  </a:lnTo>
                  <a:lnTo>
                    <a:pt x="2498994" y="2585105"/>
                  </a:lnTo>
                  <a:lnTo>
                    <a:pt x="2499850" y="2493205"/>
                  </a:lnTo>
                  <a:lnTo>
                    <a:pt x="2500706" y="2399097"/>
                  </a:lnTo>
                  <a:lnTo>
                    <a:pt x="2501561" y="2391857"/>
                  </a:lnTo>
                  <a:lnTo>
                    <a:pt x="2502417" y="2493110"/>
                  </a:lnTo>
                  <a:lnTo>
                    <a:pt x="2503272" y="2682163"/>
                  </a:lnTo>
                  <a:lnTo>
                    <a:pt x="2504128" y="2823787"/>
                  </a:lnTo>
                  <a:lnTo>
                    <a:pt x="2504983" y="2945821"/>
                  </a:lnTo>
                  <a:lnTo>
                    <a:pt x="2505839" y="3090483"/>
                  </a:lnTo>
                  <a:lnTo>
                    <a:pt x="2506694" y="3116972"/>
                  </a:lnTo>
                  <a:lnTo>
                    <a:pt x="2506694" y="3116972"/>
                  </a:lnTo>
                  <a:lnTo>
                    <a:pt x="2507550" y="2993674"/>
                  </a:lnTo>
                  <a:lnTo>
                    <a:pt x="2508405" y="2856300"/>
                  </a:lnTo>
                  <a:lnTo>
                    <a:pt x="2509261" y="2822756"/>
                  </a:lnTo>
                  <a:lnTo>
                    <a:pt x="2510116" y="2760612"/>
                  </a:lnTo>
                  <a:lnTo>
                    <a:pt x="2510972" y="2669411"/>
                  </a:lnTo>
                  <a:lnTo>
                    <a:pt x="2511827" y="2674992"/>
                  </a:lnTo>
                  <a:lnTo>
                    <a:pt x="2512683" y="2812134"/>
                  </a:lnTo>
                  <a:lnTo>
                    <a:pt x="2513538" y="2892741"/>
                  </a:lnTo>
                  <a:lnTo>
                    <a:pt x="2514394" y="2903781"/>
                  </a:lnTo>
                  <a:lnTo>
                    <a:pt x="2515249" y="2941520"/>
                  </a:lnTo>
                  <a:lnTo>
                    <a:pt x="2516105" y="2958085"/>
                  </a:lnTo>
                  <a:lnTo>
                    <a:pt x="2516961" y="2944430"/>
                  </a:lnTo>
                  <a:lnTo>
                    <a:pt x="2517816" y="2933615"/>
                  </a:lnTo>
                  <a:lnTo>
                    <a:pt x="2518672" y="2946435"/>
                  </a:lnTo>
                  <a:lnTo>
                    <a:pt x="2519527" y="2946435"/>
                  </a:lnTo>
                  <a:lnTo>
                    <a:pt x="2520383" y="2948736"/>
                  </a:lnTo>
                  <a:lnTo>
                    <a:pt x="2521238" y="2993691"/>
                  </a:lnTo>
                  <a:lnTo>
                    <a:pt x="2522094" y="3059167"/>
                  </a:lnTo>
                  <a:lnTo>
                    <a:pt x="2522949" y="3075147"/>
                  </a:lnTo>
                  <a:lnTo>
                    <a:pt x="2523805" y="3062328"/>
                  </a:lnTo>
                  <a:lnTo>
                    <a:pt x="2524660" y="3062328"/>
                  </a:lnTo>
                  <a:lnTo>
                    <a:pt x="2525516" y="3062328"/>
                  </a:lnTo>
                  <a:lnTo>
                    <a:pt x="2526371" y="3062328"/>
                  </a:lnTo>
                  <a:lnTo>
                    <a:pt x="2527227" y="3094090"/>
                  </a:lnTo>
                  <a:lnTo>
                    <a:pt x="2528082" y="3113739"/>
                  </a:lnTo>
                  <a:lnTo>
                    <a:pt x="2528938" y="3112818"/>
                  </a:lnTo>
                  <a:lnTo>
                    <a:pt x="2529793" y="3116972"/>
                  </a:lnTo>
                  <a:lnTo>
                    <a:pt x="2529793" y="3116972"/>
                  </a:lnTo>
                  <a:lnTo>
                    <a:pt x="2530649" y="3116972"/>
                  </a:lnTo>
                  <a:lnTo>
                    <a:pt x="2531504" y="3031684"/>
                  </a:lnTo>
                  <a:lnTo>
                    <a:pt x="2532360" y="2925632"/>
                  </a:lnTo>
                  <a:lnTo>
                    <a:pt x="2533216" y="2808122"/>
                  </a:lnTo>
                  <a:lnTo>
                    <a:pt x="2534071" y="2787686"/>
                  </a:lnTo>
                  <a:lnTo>
                    <a:pt x="2534927" y="2762588"/>
                  </a:lnTo>
                  <a:lnTo>
                    <a:pt x="2535782" y="2781065"/>
                  </a:lnTo>
                  <a:lnTo>
                    <a:pt x="2536638" y="2906700"/>
                  </a:lnTo>
                  <a:lnTo>
                    <a:pt x="2537493" y="3002781"/>
                  </a:lnTo>
                  <a:lnTo>
                    <a:pt x="2538349" y="3116972"/>
                  </a:lnTo>
                  <a:lnTo>
                    <a:pt x="2538349" y="3116972"/>
                  </a:lnTo>
                  <a:lnTo>
                    <a:pt x="2539204" y="3116972"/>
                  </a:lnTo>
                  <a:lnTo>
                    <a:pt x="2540060" y="3082959"/>
                  </a:lnTo>
                  <a:lnTo>
                    <a:pt x="2540915" y="3076044"/>
                  </a:lnTo>
                  <a:lnTo>
                    <a:pt x="2541771" y="2986287"/>
                  </a:lnTo>
                  <a:lnTo>
                    <a:pt x="2542626" y="2865254"/>
                  </a:lnTo>
                  <a:lnTo>
                    <a:pt x="2543482" y="2754633"/>
                  </a:lnTo>
                  <a:lnTo>
                    <a:pt x="2544337" y="2675828"/>
                  </a:lnTo>
                  <a:lnTo>
                    <a:pt x="2545193" y="2671392"/>
                  </a:lnTo>
                  <a:lnTo>
                    <a:pt x="2546048" y="2630439"/>
                  </a:lnTo>
                  <a:lnTo>
                    <a:pt x="2546904" y="2652228"/>
                  </a:lnTo>
                  <a:lnTo>
                    <a:pt x="2547760" y="2746599"/>
                  </a:lnTo>
                  <a:lnTo>
                    <a:pt x="2548615" y="2801548"/>
                  </a:lnTo>
                  <a:lnTo>
                    <a:pt x="2549471" y="2834223"/>
                  </a:lnTo>
                  <a:lnTo>
                    <a:pt x="2550326" y="2876427"/>
                  </a:lnTo>
                  <a:lnTo>
                    <a:pt x="2551182" y="2848549"/>
                  </a:lnTo>
                  <a:lnTo>
                    <a:pt x="2552037" y="2825527"/>
                  </a:lnTo>
                  <a:lnTo>
                    <a:pt x="2552893" y="2786296"/>
                  </a:lnTo>
                  <a:lnTo>
                    <a:pt x="2553748" y="2731721"/>
                  </a:lnTo>
                  <a:lnTo>
                    <a:pt x="2554604" y="2732616"/>
                  </a:lnTo>
                  <a:lnTo>
                    <a:pt x="2555459" y="2746678"/>
                  </a:lnTo>
                  <a:lnTo>
                    <a:pt x="2556315" y="2825081"/>
                  </a:lnTo>
                  <a:lnTo>
                    <a:pt x="2557170" y="2849327"/>
                  </a:lnTo>
                  <a:lnTo>
                    <a:pt x="2558026" y="2874831"/>
                  </a:lnTo>
                  <a:lnTo>
                    <a:pt x="2558881" y="2990011"/>
                  </a:lnTo>
                  <a:lnTo>
                    <a:pt x="2559737" y="3098020"/>
                  </a:lnTo>
                  <a:lnTo>
                    <a:pt x="2560592" y="3116972"/>
                  </a:lnTo>
                  <a:lnTo>
                    <a:pt x="2560592" y="3116972"/>
                  </a:lnTo>
                  <a:lnTo>
                    <a:pt x="2561448" y="3116972"/>
                  </a:lnTo>
                  <a:lnTo>
                    <a:pt x="2562303" y="3116972"/>
                  </a:lnTo>
                  <a:lnTo>
                    <a:pt x="2563159" y="3116972"/>
                  </a:lnTo>
                  <a:lnTo>
                    <a:pt x="2564015" y="3116972"/>
                  </a:lnTo>
                  <a:lnTo>
                    <a:pt x="2564870" y="3113650"/>
                  </a:lnTo>
                  <a:lnTo>
                    <a:pt x="2565726" y="3112231"/>
                  </a:lnTo>
                  <a:lnTo>
                    <a:pt x="2566581" y="3073755"/>
                  </a:lnTo>
                  <a:lnTo>
                    <a:pt x="2567437" y="3034482"/>
                  </a:lnTo>
                  <a:lnTo>
                    <a:pt x="2568292" y="3029031"/>
                  </a:lnTo>
                  <a:lnTo>
                    <a:pt x="2569148" y="3029032"/>
                  </a:lnTo>
                  <a:lnTo>
                    <a:pt x="2570003" y="2990939"/>
                  </a:lnTo>
                  <a:lnTo>
                    <a:pt x="2570859" y="2949966"/>
                  </a:lnTo>
                  <a:lnTo>
                    <a:pt x="2571714" y="2987865"/>
                  </a:lnTo>
                  <a:lnTo>
                    <a:pt x="2572570" y="3043887"/>
                  </a:lnTo>
                  <a:lnTo>
                    <a:pt x="2573425" y="3049342"/>
                  </a:lnTo>
                  <a:lnTo>
                    <a:pt x="2574281" y="3034714"/>
                  </a:lnTo>
                  <a:lnTo>
                    <a:pt x="2575136" y="3021672"/>
                  </a:lnTo>
                  <a:lnTo>
                    <a:pt x="2575992" y="3009341"/>
                  </a:lnTo>
                  <a:lnTo>
                    <a:pt x="2576847" y="2945794"/>
                  </a:lnTo>
                  <a:lnTo>
                    <a:pt x="2577703" y="2881249"/>
                  </a:lnTo>
                  <a:lnTo>
                    <a:pt x="2578558" y="2871421"/>
                  </a:lnTo>
                  <a:lnTo>
                    <a:pt x="2579414" y="2886050"/>
                  </a:lnTo>
                  <a:lnTo>
                    <a:pt x="2580270" y="2911296"/>
                  </a:lnTo>
                  <a:lnTo>
                    <a:pt x="2581125" y="2940585"/>
                  </a:lnTo>
                  <a:lnTo>
                    <a:pt x="2581981" y="3004706"/>
                  </a:lnTo>
                  <a:lnTo>
                    <a:pt x="2582836" y="3052500"/>
                  </a:lnTo>
                  <a:lnTo>
                    <a:pt x="2583692" y="3062328"/>
                  </a:lnTo>
                  <a:lnTo>
                    <a:pt x="2584547" y="3062328"/>
                  </a:lnTo>
                  <a:lnTo>
                    <a:pt x="2585403" y="3062328"/>
                  </a:lnTo>
                  <a:lnTo>
                    <a:pt x="2586258" y="3059458"/>
                  </a:lnTo>
                  <a:lnTo>
                    <a:pt x="2587114" y="3023054"/>
                  </a:lnTo>
                  <a:lnTo>
                    <a:pt x="2587969" y="2982382"/>
                  </a:lnTo>
                  <a:lnTo>
                    <a:pt x="2588825" y="2936481"/>
                  </a:lnTo>
                  <a:lnTo>
                    <a:pt x="2589680" y="2829424"/>
                  </a:lnTo>
                  <a:lnTo>
                    <a:pt x="2590536" y="2751659"/>
                  </a:lnTo>
                  <a:lnTo>
                    <a:pt x="2591391" y="2751520"/>
                  </a:lnTo>
                  <a:lnTo>
                    <a:pt x="2592247" y="2787924"/>
                  </a:lnTo>
                  <a:lnTo>
                    <a:pt x="2593102" y="2828595"/>
                  </a:lnTo>
                  <a:lnTo>
                    <a:pt x="2593958" y="2863605"/>
                  </a:lnTo>
                  <a:lnTo>
                    <a:pt x="2594814" y="2894669"/>
                  </a:lnTo>
                  <a:lnTo>
                    <a:pt x="2595669" y="2815731"/>
                  </a:lnTo>
                  <a:lnTo>
                    <a:pt x="2596525" y="2690857"/>
                  </a:lnTo>
                  <a:lnTo>
                    <a:pt x="2597380" y="2593693"/>
                  </a:lnTo>
                  <a:lnTo>
                    <a:pt x="2598236" y="2514170"/>
                  </a:lnTo>
                  <a:lnTo>
                    <a:pt x="2599091" y="2485116"/>
                  </a:lnTo>
                  <a:lnTo>
                    <a:pt x="2599947" y="2550816"/>
                  </a:lnTo>
                  <a:lnTo>
                    <a:pt x="2600802" y="2720959"/>
                  </a:lnTo>
                  <a:lnTo>
                    <a:pt x="2601658" y="2848773"/>
                  </a:lnTo>
                  <a:lnTo>
                    <a:pt x="2602513" y="2925835"/>
                  </a:lnTo>
                  <a:lnTo>
                    <a:pt x="2603369" y="2994311"/>
                  </a:lnTo>
                  <a:lnTo>
                    <a:pt x="2604224" y="2961992"/>
                  </a:lnTo>
                  <a:lnTo>
                    <a:pt x="2605080" y="2894546"/>
                  </a:lnTo>
                  <a:lnTo>
                    <a:pt x="2605935" y="2819696"/>
                  </a:lnTo>
                  <a:lnTo>
                    <a:pt x="2606791" y="2807856"/>
                  </a:lnTo>
                  <a:lnTo>
                    <a:pt x="2607646" y="2802413"/>
                  </a:lnTo>
                  <a:lnTo>
                    <a:pt x="2608502" y="2728616"/>
                  </a:lnTo>
                  <a:lnTo>
                    <a:pt x="2609357" y="2706190"/>
                  </a:lnTo>
                  <a:lnTo>
                    <a:pt x="2610213" y="2683853"/>
                  </a:lnTo>
                  <a:lnTo>
                    <a:pt x="2611069" y="2608234"/>
                  </a:lnTo>
                  <a:lnTo>
                    <a:pt x="2611924" y="2514844"/>
                  </a:lnTo>
                  <a:lnTo>
                    <a:pt x="2612780" y="2477212"/>
                  </a:lnTo>
                  <a:lnTo>
                    <a:pt x="2613635" y="2437483"/>
                  </a:lnTo>
                  <a:lnTo>
                    <a:pt x="2614491" y="2361819"/>
                  </a:lnTo>
                  <a:lnTo>
                    <a:pt x="2615346" y="2346006"/>
                  </a:lnTo>
                  <a:lnTo>
                    <a:pt x="2616202" y="2434335"/>
                  </a:lnTo>
                  <a:lnTo>
                    <a:pt x="2617057" y="2447501"/>
                  </a:lnTo>
                  <a:lnTo>
                    <a:pt x="2617913" y="2459972"/>
                  </a:lnTo>
                  <a:lnTo>
                    <a:pt x="2618768" y="2505117"/>
                  </a:lnTo>
                  <a:lnTo>
                    <a:pt x="2619624" y="2523290"/>
                  </a:lnTo>
                  <a:lnTo>
                    <a:pt x="2620479" y="2521322"/>
                  </a:lnTo>
                  <a:lnTo>
                    <a:pt x="2621335" y="2518993"/>
                  </a:lnTo>
                  <a:lnTo>
                    <a:pt x="2622190" y="2595067"/>
                  </a:lnTo>
                  <a:lnTo>
                    <a:pt x="2623046" y="2637850"/>
                  </a:lnTo>
                  <a:lnTo>
                    <a:pt x="2623901" y="2717279"/>
                  </a:lnTo>
                  <a:lnTo>
                    <a:pt x="2624757" y="2810229"/>
                  </a:lnTo>
                  <a:lnTo>
                    <a:pt x="2625612" y="2811851"/>
                  </a:lnTo>
                  <a:lnTo>
                    <a:pt x="2626468" y="2779404"/>
                  </a:lnTo>
                  <a:lnTo>
                    <a:pt x="2627324" y="2792168"/>
                  </a:lnTo>
                  <a:lnTo>
                    <a:pt x="2628179" y="2770909"/>
                  </a:lnTo>
                  <a:lnTo>
                    <a:pt x="2629035" y="2733986"/>
                  </a:lnTo>
                  <a:lnTo>
                    <a:pt x="2629890" y="2736599"/>
                  </a:lnTo>
                  <a:lnTo>
                    <a:pt x="2630746" y="2783414"/>
                  </a:lnTo>
                  <a:lnTo>
                    <a:pt x="2631601" y="2818942"/>
                  </a:lnTo>
                  <a:lnTo>
                    <a:pt x="2632457" y="2799038"/>
                  </a:lnTo>
                  <a:lnTo>
                    <a:pt x="2633312" y="2793098"/>
                  </a:lnTo>
                  <a:lnTo>
                    <a:pt x="2634168" y="2828870"/>
                  </a:lnTo>
                  <a:lnTo>
                    <a:pt x="2635023" y="2900602"/>
                  </a:lnTo>
                  <a:lnTo>
                    <a:pt x="2635879" y="2970019"/>
                  </a:lnTo>
                  <a:lnTo>
                    <a:pt x="2636734" y="3036536"/>
                  </a:lnTo>
                  <a:lnTo>
                    <a:pt x="2637590" y="3093026"/>
                  </a:lnTo>
                  <a:lnTo>
                    <a:pt x="2638445" y="3100193"/>
                  </a:lnTo>
                  <a:lnTo>
                    <a:pt x="2639301" y="3008877"/>
                  </a:lnTo>
                  <a:lnTo>
                    <a:pt x="2640156" y="2957580"/>
                  </a:lnTo>
                  <a:lnTo>
                    <a:pt x="2641012" y="2962793"/>
                  </a:lnTo>
                  <a:lnTo>
                    <a:pt x="2641868" y="2976523"/>
                  </a:lnTo>
                  <a:lnTo>
                    <a:pt x="2642723" y="2964683"/>
                  </a:lnTo>
                  <a:lnTo>
                    <a:pt x="2643579" y="2992638"/>
                  </a:lnTo>
                  <a:lnTo>
                    <a:pt x="2644434" y="3085106"/>
                  </a:lnTo>
                  <a:lnTo>
                    <a:pt x="2645290" y="3116972"/>
                  </a:lnTo>
                  <a:lnTo>
                    <a:pt x="2645290" y="3116972"/>
                  </a:lnTo>
                  <a:lnTo>
                    <a:pt x="2646145" y="3098731"/>
                  </a:lnTo>
                  <a:lnTo>
                    <a:pt x="2647001" y="3017787"/>
                  </a:lnTo>
                  <a:lnTo>
                    <a:pt x="2647856" y="2921819"/>
                  </a:lnTo>
                  <a:lnTo>
                    <a:pt x="2648712" y="2790854"/>
                  </a:lnTo>
                  <a:lnTo>
                    <a:pt x="2649567" y="2642361"/>
                  </a:lnTo>
                  <a:lnTo>
                    <a:pt x="2650423" y="2554242"/>
                  </a:lnTo>
                  <a:lnTo>
                    <a:pt x="2651278" y="2511098"/>
                  </a:lnTo>
                  <a:lnTo>
                    <a:pt x="2652134" y="2467163"/>
                  </a:lnTo>
                  <a:lnTo>
                    <a:pt x="2652989" y="2473632"/>
                  </a:lnTo>
                  <a:lnTo>
                    <a:pt x="2653845" y="2592093"/>
                  </a:lnTo>
                  <a:lnTo>
                    <a:pt x="2654700" y="2729779"/>
                  </a:lnTo>
                  <a:lnTo>
                    <a:pt x="2655556" y="2749558"/>
                  </a:lnTo>
                  <a:lnTo>
                    <a:pt x="2656411" y="2812127"/>
                  </a:lnTo>
                  <a:lnTo>
                    <a:pt x="2657267" y="2919946"/>
                  </a:lnTo>
                  <a:lnTo>
                    <a:pt x="2658123" y="2892684"/>
                  </a:lnTo>
                  <a:lnTo>
                    <a:pt x="2658978" y="2766100"/>
                  </a:lnTo>
                  <a:lnTo>
                    <a:pt x="2659834" y="2666580"/>
                  </a:lnTo>
                  <a:lnTo>
                    <a:pt x="2660689" y="2659377"/>
                  </a:lnTo>
                  <a:lnTo>
                    <a:pt x="2661545" y="2530437"/>
                  </a:lnTo>
                  <a:lnTo>
                    <a:pt x="2662400" y="2410320"/>
                  </a:lnTo>
                  <a:lnTo>
                    <a:pt x="2663256" y="2402005"/>
                  </a:lnTo>
                  <a:lnTo>
                    <a:pt x="2664111" y="2467026"/>
                  </a:lnTo>
                  <a:lnTo>
                    <a:pt x="2664967" y="2513115"/>
                  </a:lnTo>
                  <a:lnTo>
                    <a:pt x="2665822" y="2569962"/>
                  </a:lnTo>
                  <a:lnTo>
                    <a:pt x="2666678" y="2707620"/>
                  </a:lnTo>
                  <a:lnTo>
                    <a:pt x="2667533" y="2812495"/>
                  </a:lnTo>
                  <a:lnTo>
                    <a:pt x="2668389" y="2904787"/>
                  </a:lnTo>
                  <a:lnTo>
                    <a:pt x="2669244" y="2952505"/>
                  </a:lnTo>
                  <a:lnTo>
                    <a:pt x="2670100" y="2969312"/>
                  </a:lnTo>
                  <a:lnTo>
                    <a:pt x="2670955" y="2967787"/>
                  </a:lnTo>
                  <a:lnTo>
                    <a:pt x="2671811" y="2956041"/>
                  </a:lnTo>
                  <a:lnTo>
                    <a:pt x="2672666" y="2870512"/>
                  </a:lnTo>
                  <a:lnTo>
                    <a:pt x="2673522" y="2768502"/>
                  </a:lnTo>
                  <a:lnTo>
                    <a:pt x="2674378" y="2756161"/>
                  </a:lnTo>
                  <a:lnTo>
                    <a:pt x="2675233" y="2800720"/>
                  </a:lnTo>
                  <a:lnTo>
                    <a:pt x="2676089" y="2801543"/>
                  </a:lnTo>
                  <a:lnTo>
                    <a:pt x="2676944" y="2734297"/>
                  </a:lnTo>
                  <a:lnTo>
                    <a:pt x="2677800" y="2680944"/>
                  </a:lnTo>
                  <a:lnTo>
                    <a:pt x="2678655" y="2643569"/>
                  </a:lnTo>
                  <a:lnTo>
                    <a:pt x="2679511" y="2603102"/>
                  </a:lnTo>
                  <a:lnTo>
                    <a:pt x="2680366" y="2563156"/>
                  </a:lnTo>
                  <a:lnTo>
                    <a:pt x="2681222" y="2541601"/>
                  </a:lnTo>
                  <a:lnTo>
                    <a:pt x="2682077" y="2533824"/>
                  </a:lnTo>
                  <a:lnTo>
                    <a:pt x="2682933" y="2600711"/>
                  </a:lnTo>
                  <a:lnTo>
                    <a:pt x="2683788" y="2745158"/>
                  </a:lnTo>
                  <a:lnTo>
                    <a:pt x="2684644" y="2772129"/>
                  </a:lnTo>
                  <a:lnTo>
                    <a:pt x="2685499" y="2732712"/>
                  </a:lnTo>
                  <a:lnTo>
                    <a:pt x="2686355" y="2730336"/>
                  </a:lnTo>
                  <a:lnTo>
                    <a:pt x="2687210" y="2784862"/>
                  </a:lnTo>
                  <a:lnTo>
                    <a:pt x="2688066" y="2797067"/>
                  </a:lnTo>
                  <a:lnTo>
                    <a:pt x="2688921" y="2747637"/>
                  </a:lnTo>
                  <a:lnTo>
                    <a:pt x="2689777" y="2760792"/>
                  </a:lnTo>
                  <a:lnTo>
                    <a:pt x="2690633" y="2768458"/>
                  </a:lnTo>
                  <a:lnTo>
                    <a:pt x="2691488" y="2756470"/>
                  </a:lnTo>
                  <a:lnTo>
                    <a:pt x="2692344" y="2761860"/>
                  </a:lnTo>
                  <a:lnTo>
                    <a:pt x="2693199" y="2737483"/>
                  </a:lnTo>
                  <a:lnTo>
                    <a:pt x="2694055" y="2688276"/>
                  </a:lnTo>
                  <a:lnTo>
                    <a:pt x="2694910" y="2696845"/>
                  </a:lnTo>
                  <a:lnTo>
                    <a:pt x="2695766" y="2830204"/>
                  </a:lnTo>
                  <a:lnTo>
                    <a:pt x="2696621" y="2833684"/>
                  </a:lnTo>
                  <a:lnTo>
                    <a:pt x="2697477" y="2811968"/>
                  </a:lnTo>
                  <a:lnTo>
                    <a:pt x="2698332" y="2871294"/>
                  </a:lnTo>
                  <a:lnTo>
                    <a:pt x="2699188" y="2913205"/>
                  </a:lnTo>
                  <a:lnTo>
                    <a:pt x="2700043" y="2867909"/>
                  </a:lnTo>
                  <a:lnTo>
                    <a:pt x="2700899" y="2707610"/>
                  </a:lnTo>
                  <a:lnTo>
                    <a:pt x="2701754" y="2595239"/>
                  </a:lnTo>
                  <a:lnTo>
                    <a:pt x="2702610" y="2478421"/>
                  </a:lnTo>
                  <a:lnTo>
                    <a:pt x="2703465" y="2406507"/>
                  </a:lnTo>
                  <a:lnTo>
                    <a:pt x="2704321" y="2454979"/>
                  </a:lnTo>
                  <a:lnTo>
                    <a:pt x="2705177" y="2530738"/>
                  </a:lnTo>
                  <a:lnTo>
                    <a:pt x="2706032" y="2632248"/>
                  </a:lnTo>
                  <a:lnTo>
                    <a:pt x="2706888" y="2796457"/>
                  </a:lnTo>
                  <a:lnTo>
                    <a:pt x="2707743" y="2931782"/>
                  </a:lnTo>
                  <a:lnTo>
                    <a:pt x="2708599" y="2960139"/>
                  </a:lnTo>
                  <a:lnTo>
                    <a:pt x="2709454" y="2905373"/>
                  </a:lnTo>
                  <a:lnTo>
                    <a:pt x="2710310" y="2821453"/>
                  </a:lnTo>
                  <a:lnTo>
                    <a:pt x="2711165" y="2681275"/>
                  </a:lnTo>
                  <a:lnTo>
                    <a:pt x="2712021" y="2504105"/>
                  </a:lnTo>
                  <a:lnTo>
                    <a:pt x="2712876" y="2410681"/>
                  </a:lnTo>
                  <a:lnTo>
                    <a:pt x="2713732" y="2474744"/>
                  </a:lnTo>
                  <a:lnTo>
                    <a:pt x="2714587" y="2498398"/>
                  </a:lnTo>
                  <a:lnTo>
                    <a:pt x="2715443" y="2441765"/>
                  </a:lnTo>
                  <a:lnTo>
                    <a:pt x="2716298" y="2459824"/>
                  </a:lnTo>
                  <a:lnTo>
                    <a:pt x="2717154" y="2488699"/>
                  </a:lnTo>
                  <a:lnTo>
                    <a:pt x="2718009" y="2486420"/>
                  </a:lnTo>
                  <a:lnTo>
                    <a:pt x="2718865" y="2382504"/>
                  </a:lnTo>
                  <a:lnTo>
                    <a:pt x="2719720" y="2343301"/>
                  </a:lnTo>
                  <a:lnTo>
                    <a:pt x="2720576" y="2432164"/>
                  </a:lnTo>
                  <a:lnTo>
                    <a:pt x="2721432" y="2442266"/>
                  </a:lnTo>
                  <a:lnTo>
                    <a:pt x="2722287" y="2482909"/>
                  </a:lnTo>
                  <a:lnTo>
                    <a:pt x="2723143" y="2532384"/>
                  </a:lnTo>
                  <a:lnTo>
                    <a:pt x="2723998" y="2610810"/>
                  </a:lnTo>
                  <a:lnTo>
                    <a:pt x="2724854" y="2666256"/>
                  </a:lnTo>
                  <a:lnTo>
                    <a:pt x="2725709" y="2684549"/>
                  </a:lnTo>
                  <a:lnTo>
                    <a:pt x="2726565" y="2733613"/>
                  </a:lnTo>
                  <a:lnTo>
                    <a:pt x="2727420" y="2739134"/>
                  </a:lnTo>
                  <a:lnTo>
                    <a:pt x="2728276" y="2713780"/>
                  </a:lnTo>
                  <a:lnTo>
                    <a:pt x="2729131" y="2705013"/>
                  </a:lnTo>
                  <a:lnTo>
                    <a:pt x="2729987" y="2705443"/>
                  </a:lnTo>
                  <a:lnTo>
                    <a:pt x="2730842" y="2645324"/>
                  </a:lnTo>
                  <a:lnTo>
                    <a:pt x="2731698" y="2575834"/>
                  </a:lnTo>
                  <a:lnTo>
                    <a:pt x="2732553" y="2555527"/>
                  </a:lnTo>
                  <a:lnTo>
                    <a:pt x="2733409" y="2501521"/>
                  </a:lnTo>
                  <a:lnTo>
                    <a:pt x="2734264" y="2363239"/>
                  </a:lnTo>
                  <a:lnTo>
                    <a:pt x="2735120" y="2266406"/>
                  </a:lnTo>
                  <a:lnTo>
                    <a:pt x="2735975" y="2287892"/>
                  </a:lnTo>
                  <a:lnTo>
                    <a:pt x="2736831" y="2330365"/>
                  </a:lnTo>
                  <a:lnTo>
                    <a:pt x="2737687" y="2237603"/>
                  </a:lnTo>
                  <a:lnTo>
                    <a:pt x="2738542" y="2168203"/>
                  </a:lnTo>
                  <a:lnTo>
                    <a:pt x="2739398" y="2180901"/>
                  </a:lnTo>
                  <a:lnTo>
                    <a:pt x="2740253" y="2158346"/>
                  </a:lnTo>
                  <a:lnTo>
                    <a:pt x="2741109" y="2086981"/>
                  </a:lnTo>
                  <a:lnTo>
                    <a:pt x="2741964" y="2098728"/>
                  </a:lnTo>
                  <a:lnTo>
                    <a:pt x="2742820" y="2231517"/>
                  </a:lnTo>
                  <a:lnTo>
                    <a:pt x="2743675" y="2308275"/>
                  </a:lnTo>
                  <a:lnTo>
                    <a:pt x="2744531" y="2253382"/>
                  </a:lnTo>
                  <a:lnTo>
                    <a:pt x="2745386" y="1996989"/>
                  </a:lnTo>
                  <a:lnTo>
                    <a:pt x="2746242" y="1740153"/>
                  </a:lnTo>
                  <a:lnTo>
                    <a:pt x="2747097" y="1469875"/>
                  </a:lnTo>
                  <a:lnTo>
                    <a:pt x="2747953" y="1219104"/>
                  </a:lnTo>
                  <a:lnTo>
                    <a:pt x="2748808" y="1065395"/>
                  </a:lnTo>
                  <a:lnTo>
                    <a:pt x="2749664" y="1045275"/>
                  </a:lnTo>
                  <a:lnTo>
                    <a:pt x="2750519" y="1134147"/>
                  </a:lnTo>
                  <a:lnTo>
                    <a:pt x="2751375" y="1252841"/>
                  </a:lnTo>
                  <a:lnTo>
                    <a:pt x="2752231" y="1368775"/>
                  </a:lnTo>
                  <a:lnTo>
                    <a:pt x="2753086" y="1403773"/>
                  </a:lnTo>
                  <a:lnTo>
                    <a:pt x="2753942" y="1437233"/>
                  </a:lnTo>
                  <a:lnTo>
                    <a:pt x="2754797" y="1438011"/>
                  </a:lnTo>
                  <a:lnTo>
                    <a:pt x="2755653" y="1627651"/>
                  </a:lnTo>
                  <a:lnTo>
                    <a:pt x="2756508" y="1829353"/>
                  </a:lnTo>
                  <a:lnTo>
                    <a:pt x="2757364" y="1968604"/>
                  </a:lnTo>
                  <a:lnTo>
                    <a:pt x="2758219" y="2141765"/>
                  </a:lnTo>
                  <a:lnTo>
                    <a:pt x="2759075" y="2321823"/>
                  </a:lnTo>
                  <a:lnTo>
                    <a:pt x="2759930" y="2426224"/>
                  </a:lnTo>
                  <a:lnTo>
                    <a:pt x="2760786" y="2397677"/>
                  </a:lnTo>
                  <a:lnTo>
                    <a:pt x="2761641" y="2316152"/>
                  </a:lnTo>
                  <a:lnTo>
                    <a:pt x="2762497" y="2263331"/>
                  </a:lnTo>
                  <a:lnTo>
                    <a:pt x="2763352" y="2258271"/>
                  </a:lnTo>
                  <a:lnTo>
                    <a:pt x="2764208" y="2286975"/>
                  </a:lnTo>
                  <a:lnTo>
                    <a:pt x="2765063" y="2343345"/>
                  </a:lnTo>
                  <a:lnTo>
                    <a:pt x="2765919" y="2347255"/>
                  </a:lnTo>
                  <a:lnTo>
                    <a:pt x="2766774" y="2464245"/>
                  </a:lnTo>
                  <a:lnTo>
                    <a:pt x="2767630" y="2594882"/>
                  </a:lnTo>
                  <a:lnTo>
                    <a:pt x="2768486" y="2723255"/>
                  </a:lnTo>
                  <a:lnTo>
                    <a:pt x="2769341" y="2772238"/>
                  </a:lnTo>
                  <a:lnTo>
                    <a:pt x="2770197" y="2849876"/>
                  </a:lnTo>
                  <a:lnTo>
                    <a:pt x="2771052" y="2993399"/>
                  </a:lnTo>
                  <a:lnTo>
                    <a:pt x="2771908" y="3037772"/>
                  </a:lnTo>
                  <a:lnTo>
                    <a:pt x="2772763" y="3056187"/>
                  </a:lnTo>
                  <a:lnTo>
                    <a:pt x="2773619" y="3051384"/>
                  </a:lnTo>
                  <a:lnTo>
                    <a:pt x="2774474" y="2998959"/>
                  </a:lnTo>
                  <a:lnTo>
                    <a:pt x="2775330" y="2949375"/>
                  </a:lnTo>
                  <a:lnTo>
                    <a:pt x="2776185" y="2956721"/>
                  </a:lnTo>
                  <a:lnTo>
                    <a:pt x="2777041" y="2956716"/>
                  </a:lnTo>
                  <a:lnTo>
                    <a:pt x="2777896" y="2953805"/>
                  </a:lnTo>
                  <a:lnTo>
                    <a:pt x="2778752" y="2960319"/>
                  </a:lnTo>
                  <a:lnTo>
                    <a:pt x="2779607" y="3024734"/>
                  </a:lnTo>
                  <a:lnTo>
                    <a:pt x="2780463" y="3088201"/>
                  </a:lnTo>
                  <a:lnTo>
                    <a:pt x="2781318" y="3084860"/>
                  </a:lnTo>
                  <a:lnTo>
                    <a:pt x="2782174" y="3075950"/>
                  </a:lnTo>
                  <a:lnTo>
                    <a:pt x="2783029" y="3075951"/>
                  </a:lnTo>
                  <a:lnTo>
                    <a:pt x="2783885" y="3075951"/>
                  </a:lnTo>
                  <a:lnTo>
                    <a:pt x="2784741" y="3063962"/>
                  </a:lnTo>
                  <a:lnTo>
                    <a:pt x="2785596" y="3050076"/>
                  </a:lnTo>
                  <a:lnTo>
                    <a:pt x="2786452" y="3053417"/>
                  </a:lnTo>
                  <a:lnTo>
                    <a:pt x="2787307" y="3091009"/>
                  </a:lnTo>
                  <a:lnTo>
                    <a:pt x="2788163" y="3113450"/>
                  </a:lnTo>
                  <a:lnTo>
                    <a:pt x="2789018" y="3073039"/>
                  </a:lnTo>
                  <a:lnTo>
                    <a:pt x="2789874" y="3028475"/>
                  </a:lnTo>
                  <a:lnTo>
                    <a:pt x="2790729" y="2952489"/>
                  </a:lnTo>
                  <a:lnTo>
                    <a:pt x="2791585" y="2869898"/>
                  </a:lnTo>
                  <a:lnTo>
                    <a:pt x="2792440" y="2812828"/>
                  </a:lnTo>
                  <a:lnTo>
                    <a:pt x="2793296" y="2823620"/>
                  </a:lnTo>
                  <a:lnTo>
                    <a:pt x="2794151" y="2879359"/>
                  </a:lnTo>
                  <a:lnTo>
                    <a:pt x="2795007" y="2926574"/>
                  </a:lnTo>
                  <a:lnTo>
                    <a:pt x="2795862" y="2998113"/>
                  </a:lnTo>
                  <a:lnTo>
                    <a:pt x="2796718" y="2991238"/>
                  </a:lnTo>
                  <a:lnTo>
                    <a:pt x="2797573" y="2969980"/>
                  </a:lnTo>
                  <a:lnTo>
                    <a:pt x="2798429" y="2908855"/>
                  </a:lnTo>
                  <a:lnTo>
                    <a:pt x="2799285" y="2873242"/>
                  </a:lnTo>
                  <a:lnTo>
                    <a:pt x="2800140" y="2874588"/>
                  </a:lnTo>
                  <a:lnTo>
                    <a:pt x="2800996" y="2861152"/>
                  </a:lnTo>
                  <a:lnTo>
                    <a:pt x="2801851" y="2951490"/>
                  </a:lnTo>
                  <a:lnTo>
                    <a:pt x="2802707" y="3001137"/>
                  </a:lnTo>
                  <a:lnTo>
                    <a:pt x="2803562" y="3029026"/>
                  </a:lnTo>
                  <a:lnTo>
                    <a:pt x="2804418" y="3066110"/>
                  </a:lnTo>
                  <a:lnTo>
                    <a:pt x="2805273" y="3075230"/>
                  </a:lnTo>
                  <a:lnTo>
                    <a:pt x="2806129" y="3066593"/>
                  </a:lnTo>
                  <a:lnTo>
                    <a:pt x="2806984" y="3065722"/>
                  </a:lnTo>
                  <a:lnTo>
                    <a:pt x="2807840" y="3012582"/>
                  </a:lnTo>
                  <a:lnTo>
                    <a:pt x="2808695" y="2855731"/>
                  </a:lnTo>
                  <a:lnTo>
                    <a:pt x="2809551" y="2694026"/>
                  </a:lnTo>
                  <a:lnTo>
                    <a:pt x="2810406" y="2633541"/>
                  </a:lnTo>
                  <a:lnTo>
                    <a:pt x="2811262" y="2660064"/>
                  </a:lnTo>
                  <a:lnTo>
                    <a:pt x="2812117" y="2668429"/>
                  </a:lnTo>
                  <a:lnTo>
                    <a:pt x="2812973" y="2724863"/>
                  </a:lnTo>
                  <a:lnTo>
                    <a:pt x="2813828" y="2819409"/>
                  </a:lnTo>
                  <a:lnTo>
                    <a:pt x="2814684" y="2903445"/>
                  </a:lnTo>
                  <a:lnTo>
                    <a:pt x="2815540" y="2880976"/>
                  </a:lnTo>
                  <a:lnTo>
                    <a:pt x="2816395" y="2800680"/>
                  </a:lnTo>
                  <a:lnTo>
                    <a:pt x="2817251" y="2773754"/>
                  </a:lnTo>
                  <a:lnTo>
                    <a:pt x="2818106" y="2747634"/>
                  </a:lnTo>
                  <a:lnTo>
                    <a:pt x="2818962" y="2802968"/>
                  </a:lnTo>
                  <a:lnTo>
                    <a:pt x="2819817" y="2863836"/>
                  </a:lnTo>
                  <a:lnTo>
                    <a:pt x="2820673" y="2933674"/>
                  </a:lnTo>
                  <a:lnTo>
                    <a:pt x="2821528" y="3013969"/>
                  </a:lnTo>
                  <a:lnTo>
                    <a:pt x="2822384" y="3032530"/>
                  </a:lnTo>
                  <a:lnTo>
                    <a:pt x="2823239" y="3050045"/>
                  </a:lnTo>
                  <a:lnTo>
                    <a:pt x="2824095" y="3019703"/>
                  </a:lnTo>
                  <a:lnTo>
                    <a:pt x="2824950" y="2983296"/>
                  </a:lnTo>
                  <a:lnTo>
                    <a:pt x="2825806" y="2988936"/>
                  </a:lnTo>
                  <a:lnTo>
                    <a:pt x="2826661" y="3069153"/>
                  </a:lnTo>
                  <a:lnTo>
                    <a:pt x="2827517" y="3116972"/>
                  </a:lnTo>
                  <a:lnTo>
                    <a:pt x="2827517" y="3116972"/>
                  </a:lnTo>
                  <a:lnTo>
                    <a:pt x="2828372" y="3116972"/>
                  </a:lnTo>
                  <a:lnTo>
                    <a:pt x="2829228" y="3116972"/>
                  </a:lnTo>
                  <a:lnTo>
                    <a:pt x="2830083" y="3116972"/>
                  </a:lnTo>
                  <a:lnTo>
                    <a:pt x="2830939" y="3116972"/>
                  </a:lnTo>
                  <a:lnTo>
                    <a:pt x="2831795" y="3116972"/>
                  </a:lnTo>
                  <a:lnTo>
                    <a:pt x="2832650" y="3094205"/>
                  </a:lnTo>
                  <a:lnTo>
                    <a:pt x="2833506" y="3012977"/>
                  </a:lnTo>
                  <a:lnTo>
                    <a:pt x="2834361" y="3053179"/>
                  </a:lnTo>
                  <a:lnTo>
                    <a:pt x="2835217" y="3007676"/>
                  </a:lnTo>
                  <a:lnTo>
                    <a:pt x="2836072" y="2902702"/>
                  </a:lnTo>
                  <a:lnTo>
                    <a:pt x="2836928" y="2939796"/>
                  </a:lnTo>
                  <a:lnTo>
                    <a:pt x="2837783" y="2965054"/>
                  </a:lnTo>
                  <a:lnTo>
                    <a:pt x="2838639" y="3051769"/>
                  </a:lnTo>
                  <a:lnTo>
                    <a:pt x="2839494" y="3075146"/>
                  </a:lnTo>
                  <a:lnTo>
                    <a:pt x="2840350" y="3116972"/>
                  </a:lnTo>
                  <a:lnTo>
                    <a:pt x="2840350" y="3116972"/>
                  </a:lnTo>
                  <a:lnTo>
                    <a:pt x="2841205" y="3116972"/>
                  </a:lnTo>
                  <a:lnTo>
                    <a:pt x="2842061" y="3116972"/>
                  </a:lnTo>
                  <a:lnTo>
                    <a:pt x="2842916" y="3116972"/>
                  </a:lnTo>
                  <a:lnTo>
                    <a:pt x="2843772" y="3047273"/>
                  </a:lnTo>
                  <a:lnTo>
                    <a:pt x="2844627" y="2957674"/>
                  </a:lnTo>
                  <a:lnTo>
                    <a:pt x="2845483" y="2919719"/>
                  </a:lnTo>
                  <a:lnTo>
                    <a:pt x="2846339" y="2966815"/>
                  </a:lnTo>
                  <a:lnTo>
                    <a:pt x="2847194" y="2985025"/>
                  </a:lnTo>
                  <a:lnTo>
                    <a:pt x="2848050" y="3030824"/>
                  </a:lnTo>
                  <a:lnTo>
                    <a:pt x="2848905" y="3088798"/>
                  </a:lnTo>
                  <a:lnTo>
                    <a:pt x="2849761" y="3075248"/>
                  </a:lnTo>
                  <a:lnTo>
                    <a:pt x="2850616" y="3045588"/>
                  </a:lnTo>
                  <a:lnTo>
                    <a:pt x="2851472" y="2940545"/>
                  </a:lnTo>
                  <a:lnTo>
                    <a:pt x="2852327" y="2888364"/>
                  </a:lnTo>
                  <a:lnTo>
                    <a:pt x="2853183" y="2895541"/>
                  </a:lnTo>
                  <a:lnTo>
                    <a:pt x="2854038" y="2910447"/>
                  </a:lnTo>
                  <a:lnTo>
                    <a:pt x="2854894" y="2966799"/>
                  </a:lnTo>
                  <a:lnTo>
                    <a:pt x="2855749" y="3001016"/>
                  </a:lnTo>
                  <a:lnTo>
                    <a:pt x="2856605" y="3053559"/>
                  </a:lnTo>
                  <a:lnTo>
                    <a:pt x="2857460" y="3071292"/>
                  </a:lnTo>
                  <a:lnTo>
                    <a:pt x="2858316" y="3011541"/>
                  </a:lnTo>
                  <a:lnTo>
                    <a:pt x="2859171" y="2987763"/>
                  </a:lnTo>
                  <a:lnTo>
                    <a:pt x="2860027" y="2928212"/>
                  </a:lnTo>
                  <a:lnTo>
                    <a:pt x="2860882" y="2837771"/>
                  </a:lnTo>
                  <a:lnTo>
                    <a:pt x="2861738" y="2767737"/>
                  </a:lnTo>
                  <a:lnTo>
                    <a:pt x="2862594" y="2796367"/>
                  </a:lnTo>
                  <a:lnTo>
                    <a:pt x="2863449" y="2851460"/>
                  </a:lnTo>
                  <a:lnTo>
                    <a:pt x="2864305" y="2859856"/>
                  </a:lnTo>
                  <a:lnTo>
                    <a:pt x="2865160" y="2861639"/>
                  </a:lnTo>
                  <a:lnTo>
                    <a:pt x="2866016" y="2919132"/>
                  </a:lnTo>
                  <a:lnTo>
                    <a:pt x="2866871" y="2959062"/>
                  </a:lnTo>
                  <a:lnTo>
                    <a:pt x="2867727" y="2906924"/>
                  </a:lnTo>
                  <a:lnTo>
                    <a:pt x="2868582" y="2886020"/>
                  </a:lnTo>
                  <a:lnTo>
                    <a:pt x="2869438" y="2933839"/>
                  </a:lnTo>
                  <a:lnTo>
                    <a:pt x="2870293" y="3022922"/>
                  </a:lnTo>
                  <a:lnTo>
                    <a:pt x="2871149" y="3015511"/>
                  </a:lnTo>
                  <a:lnTo>
                    <a:pt x="2872004" y="3020929"/>
                  </a:lnTo>
                  <a:lnTo>
                    <a:pt x="2872860" y="3030492"/>
                  </a:lnTo>
                  <a:lnTo>
                    <a:pt x="2873715" y="2982984"/>
                  </a:lnTo>
                  <a:lnTo>
                    <a:pt x="2874571" y="2858517"/>
                  </a:lnTo>
                  <a:lnTo>
                    <a:pt x="2875426" y="2735577"/>
                  </a:lnTo>
                  <a:lnTo>
                    <a:pt x="2876282" y="2721727"/>
                  </a:lnTo>
                  <a:lnTo>
                    <a:pt x="2877137" y="2704088"/>
                  </a:lnTo>
                  <a:lnTo>
                    <a:pt x="2877993" y="2702166"/>
                  </a:lnTo>
                  <a:lnTo>
                    <a:pt x="2878849" y="2743334"/>
                  </a:lnTo>
                  <a:lnTo>
                    <a:pt x="2879704" y="2829815"/>
                  </a:lnTo>
                  <a:lnTo>
                    <a:pt x="2880560" y="2909049"/>
                  </a:lnTo>
                  <a:lnTo>
                    <a:pt x="2881415" y="2963259"/>
                  </a:lnTo>
                  <a:lnTo>
                    <a:pt x="2882271" y="3005582"/>
                  </a:lnTo>
                  <a:lnTo>
                    <a:pt x="2883126" y="3037606"/>
                  </a:lnTo>
                  <a:lnTo>
                    <a:pt x="2883982" y="3062328"/>
                  </a:lnTo>
                  <a:lnTo>
                    <a:pt x="2884837" y="3074219"/>
                  </a:lnTo>
                  <a:lnTo>
                    <a:pt x="2885693" y="3116972"/>
                  </a:lnTo>
                  <a:lnTo>
                    <a:pt x="2885693" y="3116972"/>
                  </a:lnTo>
                  <a:lnTo>
                    <a:pt x="2886548" y="3116972"/>
                  </a:lnTo>
                  <a:lnTo>
                    <a:pt x="2887404" y="3075940"/>
                  </a:lnTo>
                  <a:lnTo>
                    <a:pt x="2888259" y="3103317"/>
                  </a:lnTo>
                  <a:lnTo>
                    <a:pt x="2889115" y="3116972"/>
                  </a:lnTo>
                  <a:lnTo>
                    <a:pt x="2889115" y="3116972"/>
                  </a:lnTo>
                  <a:lnTo>
                    <a:pt x="2889970" y="3105317"/>
                  </a:lnTo>
                  <a:lnTo>
                    <a:pt x="2890826" y="3026376"/>
                  </a:lnTo>
                  <a:lnTo>
                    <a:pt x="2891681" y="3042608"/>
                  </a:lnTo>
                  <a:lnTo>
                    <a:pt x="2892537" y="3081116"/>
                  </a:lnTo>
                  <a:lnTo>
                    <a:pt x="2893392" y="3031868"/>
                  </a:lnTo>
                  <a:lnTo>
                    <a:pt x="2894248" y="2975080"/>
                  </a:lnTo>
                  <a:lnTo>
                    <a:pt x="2895104" y="2948858"/>
                  </a:lnTo>
                  <a:lnTo>
                    <a:pt x="2895959" y="2948593"/>
                  </a:lnTo>
                  <a:lnTo>
                    <a:pt x="2896815" y="3021649"/>
                  </a:lnTo>
                  <a:lnTo>
                    <a:pt x="2897670" y="3116972"/>
                  </a:lnTo>
                  <a:lnTo>
                    <a:pt x="2897670" y="3116972"/>
                  </a:lnTo>
                  <a:lnTo>
                    <a:pt x="2898526" y="3116972"/>
                  </a:lnTo>
                  <a:lnTo>
                    <a:pt x="2899381" y="3116972"/>
                  </a:lnTo>
                  <a:lnTo>
                    <a:pt x="2900237" y="3116972"/>
                  </a:lnTo>
                  <a:lnTo>
                    <a:pt x="2901092" y="3116972"/>
                  </a:lnTo>
                  <a:lnTo>
                    <a:pt x="2901948" y="3116972"/>
                  </a:lnTo>
                  <a:lnTo>
                    <a:pt x="2902803" y="3005161"/>
                  </a:lnTo>
                  <a:lnTo>
                    <a:pt x="2903659" y="2949027"/>
                  </a:lnTo>
                  <a:lnTo>
                    <a:pt x="2904514" y="2928097"/>
                  </a:lnTo>
                  <a:lnTo>
                    <a:pt x="2905370" y="2907186"/>
                  </a:lnTo>
                  <a:lnTo>
                    <a:pt x="2906225" y="2878586"/>
                  </a:lnTo>
                  <a:lnTo>
                    <a:pt x="2907081" y="2942556"/>
                  </a:lnTo>
                  <a:lnTo>
                    <a:pt x="2907936" y="3033432"/>
                  </a:lnTo>
                  <a:lnTo>
                    <a:pt x="2908792" y="3063672"/>
                  </a:lnTo>
                  <a:lnTo>
                    <a:pt x="2909648" y="3048331"/>
                  </a:lnTo>
                  <a:lnTo>
                    <a:pt x="2910503" y="3004311"/>
                  </a:lnTo>
                  <a:lnTo>
                    <a:pt x="2911359" y="3041676"/>
                  </a:lnTo>
                  <a:lnTo>
                    <a:pt x="2912214" y="3047152"/>
                  </a:lnTo>
                  <a:lnTo>
                    <a:pt x="2913070" y="3016519"/>
                  </a:lnTo>
                  <a:lnTo>
                    <a:pt x="2913925" y="2896122"/>
                  </a:lnTo>
                  <a:lnTo>
                    <a:pt x="2914781" y="2822844"/>
                  </a:lnTo>
                  <a:lnTo>
                    <a:pt x="2915636" y="2862136"/>
                  </a:lnTo>
                  <a:lnTo>
                    <a:pt x="2916492" y="2833339"/>
                  </a:lnTo>
                  <a:lnTo>
                    <a:pt x="2917347" y="2801448"/>
                  </a:lnTo>
                  <a:lnTo>
                    <a:pt x="2918203" y="2860736"/>
                  </a:lnTo>
                  <a:lnTo>
                    <a:pt x="2919058" y="2966934"/>
                  </a:lnTo>
                  <a:lnTo>
                    <a:pt x="2919914" y="3060174"/>
                  </a:lnTo>
                  <a:lnTo>
                    <a:pt x="2920769" y="3076613"/>
                  </a:lnTo>
                  <a:lnTo>
                    <a:pt x="2921625" y="3056218"/>
                  </a:lnTo>
                  <a:lnTo>
                    <a:pt x="2922480" y="3009833"/>
                  </a:lnTo>
                  <a:lnTo>
                    <a:pt x="2923336" y="2846640"/>
                  </a:lnTo>
                  <a:lnTo>
                    <a:pt x="2924191" y="2765573"/>
                  </a:lnTo>
                  <a:lnTo>
                    <a:pt x="2925047" y="2716570"/>
                  </a:lnTo>
                  <a:lnTo>
                    <a:pt x="2925903" y="2688085"/>
                  </a:lnTo>
                  <a:lnTo>
                    <a:pt x="2926758" y="2687829"/>
                  </a:lnTo>
                  <a:lnTo>
                    <a:pt x="2927614" y="2682827"/>
                  </a:lnTo>
                  <a:lnTo>
                    <a:pt x="2928469" y="2769822"/>
                  </a:lnTo>
                  <a:lnTo>
                    <a:pt x="2929325" y="2841697"/>
                  </a:lnTo>
                  <a:lnTo>
                    <a:pt x="2930180" y="2845575"/>
                  </a:lnTo>
                  <a:lnTo>
                    <a:pt x="2931036" y="2818841"/>
                  </a:lnTo>
                  <a:lnTo>
                    <a:pt x="2931891" y="2815833"/>
                  </a:lnTo>
                  <a:lnTo>
                    <a:pt x="2932747" y="2819547"/>
                  </a:lnTo>
                  <a:lnTo>
                    <a:pt x="2933602" y="2807777"/>
                  </a:lnTo>
                  <a:lnTo>
                    <a:pt x="2934458" y="2730605"/>
                  </a:lnTo>
                  <a:lnTo>
                    <a:pt x="2935313" y="2666466"/>
                  </a:lnTo>
                  <a:lnTo>
                    <a:pt x="2936169" y="2534457"/>
                  </a:lnTo>
                  <a:lnTo>
                    <a:pt x="2937024" y="2420464"/>
                  </a:lnTo>
                  <a:lnTo>
                    <a:pt x="2937880" y="2386348"/>
                  </a:lnTo>
                  <a:lnTo>
                    <a:pt x="2938735" y="2320706"/>
                  </a:lnTo>
                  <a:lnTo>
                    <a:pt x="2939591" y="2270215"/>
                  </a:lnTo>
                  <a:lnTo>
                    <a:pt x="2940446" y="2368324"/>
                  </a:lnTo>
                  <a:lnTo>
                    <a:pt x="2941302" y="2605199"/>
                  </a:lnTo>
                  <a:lnTo>
                    <a:pt x="2942158" y="2776249"/>
                  </a:lnTo>
                  <a:lnTo>
                    <a:pt x="2943013" y="2866765"/>
                  </a:lnTo>
                  <a:lnTo>
                    <a:pt x="2943869" y="2954550"/>
                  </a:lnTo>
                  <a:lnTo>
                    <a:pt x="2944724" y="3053919"/>
                  </a:lnTo>
                  <a:lnTo>
                    <a:pt x="2945580" y="3037003"/>
                  </a:lnTo>
                  <a:lnTo>
                    <a:pt x="2946435" y="2975694"/>
                  </a:lnTo>
                  <a:lnTo>
                    <a:pt x="2947291" y="2919790"/>
                  </a:lnTo>
                  <a:lnTo>
                    <a:pt x="2948146" y="2875111"/>
                  </a:lnTo>
                  <a:lnTo>
                    <a:pt x="2949002" y="2817921"/>
                  </a:lnTo>
                  <a:lnTo>
                    <a:pt x="2949857" y="2787852"/>
                  </a:lnTo>
                  <a:lnTo>
                    <a:pt x="2950713" y="2716486"/>
                  </a:lnTo>
                  <a:lnTo>
                    <a:pt x="2951568" y="2631486"/>
                  </a:lnTo>
                  <a:lnTo>
                    <a:pt x="2952424" y="2585011"/>
                  </a:lnTo>
                  <a:lnTo>
                    <a:pt x="2953279" y="2592965"/>
                  </a:lnTo>
                  <a:lnTo>
                    <a:pt x="2954135" y="2668860"/>
                  </a:lnTo>
                  <a:lnTo>
                    <a:pt x="2954990" y="2776234"/>
                  </a:lnTo>
                  <a:lnTo>
                    <a:pt x="2955846" y="2920940"/>
                  </a:lnTo>
                  <a:lnTo>
                    <a:pt x="2956702" y="3026804"/>
                  </a:lnTo>
                  <a:lnTo>
                    <a:pt x="2957557" y="3103790"/>
                  </a:lnTo>
                  <a:lnTo>
                    <a:pt x="2958413" y="3116972"/>
                  </a:lnTo>
                  <a:lnTo>
                    <a:pt x="2958413" y="3116972"/>
                  </a:lnTo>
                  <a:lnTo>
                    <a:pt x="2959268" y="3100869"/>
                  </a:lnTo>
                  <a:lnTo>
                    <a:pt x="2960124" y="2990728"/>
                  </a:lnTo>
                  <a:lnTo>
                    <a:pt x="2960979" y="2959663"/>
                  </a:lnTo>
                  <a:lnTo>
                    <a:pt x="2961835" y="3015962"/>
                  </a:lnTo>
                  <a:lnTo>
                    <a:pt x="2962690" y="3032963"/>
                  </a:lnTo>
                  <a:lnTo>
                    <a:pt x="2963546" y="3106292"/>
                  </a:lnTo>
                  <a:lnTo>
                    <a:pt x="2964401" y="3116972"/>
                  </a:lnTo>
                  <a:lnTo>
                    <a:pt x="2964401" y="3116972"/>
                  </a:lnTo>
                  <a:lnTo>
                    <a:pt x="2965257" y="3116972"/>
                  </a:lnTo>
                  <a:lnTo>
                    <a:pt x="2966112" y="3116972"/>
                  </a:lnTo>
                  <a:lnTo>
                    <a:pt x="2966968" y="3116972"/>
                  </a:lnTo>
                  <a:lnTo>
                    <a:pt x="2967823" y="3116972"/>
                  </a:lnTo>
                  <a:lnTo>
                    <a:pt x="2968679" y="3116972"/>
                  </a:lnTo>
                  <a:lnTo>
                    <a:pt x="2969534" y="3071660"/>
                  </a:lnTo>
                  <a:lnTo>
                    <a:pt x="2970390" y="3073195"/>
                  </a:lnTo>
                  <a:lnTo>
                    <a:pt x="2971245" y="3113440"/>
                  </a:lnTo>
                  <a:lnTo>
                    <a:pt x="2972101" y="3063739"/>
                  </a:lnTo>
                  <a:lnTo>
                    <a:pt x="2972957" y="2984409"/>
                  </a:lnTo>
                  <a:lnTo>
                    <a:pt x="2973812" y="2944827"/>
                  </a:lnTo>
                  <a:lnTo>
                    <a:pt x="2974668" y="2941231"/>
                  </a:lnTo>
                  <a:lnTo>
                    <a:pt x="2975523" y="2939967"/>
                  </a:lnTo>
                  <a:lnTo>
                    <a:pt x="2976379" y="2970627"/>
                  </a:lnTo>
                  <a:lnTo>
                    <a:pt x="2977234" y="3041041"/>
                  </a:lnTo>
                  <a:lnTo>
                    <a:pt x="2978090" y="3092431"/>
                  </a:lnTo>
                  <a:lnTo>
                    <a:pt x="2978945" y="3067120"/>
                  </a:lnTo>
                  <a:lnTo>
                    <a:pt x="2979801" y="3040690"/>
                  </a:lnTo>
                  <a:lnTo>
                    <a:pt x="2980656" y="3030728"/>
                  </a:lnTo>
                  <a:lnTo>
                    <a:pt x="2981512" y="3084271"/>
                  </a:lnTo>
                  <a:lnTo>
                    <a:pt x="2982367" y="3116972"/>
                  </a:lnTo>
                  <a:lnTo>
                    <a:pt x="2982367" y="3116972"/>
                  </a:lnTo>
                  <a:lnTo>
                    <a:pt x="2983223" y="3116972"/>
                  </a:lnTo>
                  <a:lnTo>
                    <a:pt x="2984078" y="3116972"/>
                  </a:lnTo>
                  <a:lnTo>
                    <a:pt x="2984934" y="3116972"/>
                  </a:lnTo>
                  <a:lnTo>
                    <a:pt x="2985789" y="3116972"/>
                  </a:lnTo>
                  <a:lnTo>
                    <a:pt x="2986645" y="3116972"/>
                  </a:lnTo>
                  <a:lnTo>
                    <a:pt x="2987500" y="3116972"/>
                  </a:lnTo>
                  <a:lnTo>
                    <a:pt x="2988356" y="3116972"/>
                  </a:lnTo>
                  <a:lnTo>
                    <a:pt x="2989212" y="3116972"/>
                  </a:lnTo>
                  <a:lnTo>
                    <a:pt x="2990067" y="3039789"/>
                  </a:lnTo>
                  <a:lnTo>
                    <a:pt x="2990923" y="2972551"/>
                  </a:lnTo>
                  <a:lnTo>
                    <a:pt x="2991778" y="2930444"/>
                  </a:lnTo>
                  <a:lnTo>
                    <a:pt x="2992634" y="2934395"/>
                  </a:lnTo>
                  <a:lnTo>
                    <a:pt x="2993489" y="2911040"/>
                  </a:lnTo>
                  <a:lnTo>
                    <a:pt x="2994345" y="2826198"/>
                  </a:lnTo>
                  <a:lnTo>
                    <a:pt x="2995200" y="2746723"/>
                  </a:lnTo>
                  <a:lnTo>
                    <a:pt x="2996056" y="2730723"/>
                  </a:lnTo>
                  <a:lnTo>
                    <a:pt x="2996911" y="2763241"/>
                  </a:lnTo>
                  <a:lnTo>
                    <a:pt x="2997767" y="2792585"/>
                  </a:lnTo>
                  <a:lnTo>
                    <a:pt x="2998622" y="2834556"/>
                  </a:lnTo>
                  <a:lnTo>
                    <a:pt x="2999478" y="2916890"/>
                  </a:lnTo>
                  <a:lnTo>
                    <a:pt x="3000333" y="3038899"/>
                  </a:lnTo>
                  <a:lnTo>
                    <a:pt x="3001189" y="3108169"/>
                  </a:lnTo>
                  <a:lnTo>
                    <a:pt x="3002044" y="3108493"/>
                  </a:lnTo>
                  <a:lnTo>
                    <a:pt x="3002900" y="3072299"/>
                  </a:lnTo>
                  <a:lnTo>
                    <a:pt x="3003756" y="2977687"/>
                  </a:lnTo>
                  <a:lnTo>
                    <a:pt x="3004611" y="2835444"/>
                  </a:lnTo>
                  <a:lnTo>
                    <a:pt x="3005467" y="2749579"/>
                  </a:lnTo>
                  <a:lnTo>
                    <a:pt x="3006322" y="2666963"/>
                  </a:lnTo>
                  <a:lnTo>
                    <a:pt x="3007178" y="2618157"/>
                  </a:lnTo>
                  <a:lnTo>
                    <a:pt x="3008033" y="2640958"/>
                  </a:lnTo>
                  <a:lnTo>
                    <a:pt x="3008889" y="2745740"/>
                  </a:lnTo>
                  <a:lnTo>
                    <a:pt x="3009744" y="2891638"/>
                  </a:lnTo>
                  <a:lnTo>
                    <a:pt x="3010600" y="2961529"/>
                  </a:lnTo>
                  <a:lnTo>
                    <a:pt x="3011455" y="3014116"/>
                  </a:lnTo>
                  <a:lnTo>
                    <a:pt x="3012311" y="3070105"/>
                  </a:lnTo>
                  <a:lnTo>
                    <a:pt x="3013166" y="2988067"/>
                  </a:lnTo>
                  <a:lnTo>
                    <a:pt x="3014022" y="2838172"/>
                  </a:lnTo>
                  <a:lnTo>
                    <a:pt x="3014877" y="2773916"/>
                  </a:lnTo>
                  <a:lnTo>
                    <a:pt x="3015733" y="2702610"/>
                  </a:lnTo>
                  <a:lnTo>
                    <a:pt x="3016588" y="2636704"/>
                  </a:lnTo>
                  <a:lnTo>
                    <a:pt x="3017444" y="2506009"/>
                  </a:lnTo>
                  <a:lnTo>
                    <a:pt x="3018299" y="2456012"/>
                  </a:lnTo>
                  <a:lnTo>
                    <a:pt x="3019155" y="2569390"/>
                  </a:lnTo>
                  <a:lnTo>
                    <a:pt x="3020011" y="2608724"/>
                  </a:lnTo>
                  <a:lnTo>
                    <a:pt x="3020866" y="2589616"/>
                  </a:lnTo>
                  <a:lnTo>
                    <a:pt x="3021722" y="2677151"/>
                  </a:lnTo>
                  <a:lnTo>
                    <a:pt x="3022577" y="2818791"/>
                  </a:lnTo>
                  <a:lnTo>
                    <a:pt x="3023433" y="2882007"/>
                  </a:lnTo>
                  <a:lnTo>
                    <a:pt x="3024288" y="2848347"/>
                  </a:lnTo>
                  <a:lnTo>
                    <a:pt x="3025144" y="2817094"/>
                  </a:lnTo>
                  <a:lnTo>
                    <a:pt x="3025999" y="2905708"/>
                  </a:lnTo>
                  <a:lnTo>
                    <a:pt x="3026855" y="2890234"/>
                  </a:lnTo>
                  <a:lnTo>
                    <a:pt x="3027710" y="2839333"/>
                  </a:lnTo>
                  <a:lnTo>
                    <a:pt x="3028566" y="2885151"/>
                  </a:lnTo>
                  <a:lnTo>
                    <a:pt x="3029421" y="2896873"/>
                  </a:lnTo>
                  <a:lnTo>
                    <a:pt x="3030277" y="2952728"/>
                  </a:lnTo>
                  <a:lnTo>
                    <a:pt x="3031132" y="2953080"/>
                  </a:lnTo>
                  <a:lnTo>
                    <a:pt x="3031988" y="2960149"/>
                  </a:lnTo>
                  <a:lnTo>
                    <a:pt x="3032843" y="2998370"/>
                  </a:lnTo>
                  <a:lnTo>
                    <a:pt x="3033699" y="3001469"/>
                  </a:lnTo>
                  <a:lnTo>
                    <a:pt x="3034554" y="3030977"/>
                  </a:lnTo>
                  <a:lnTo>
                    <a:pt x="3035410" y="2977438"/>
                  </a:lnTo>
                  <a:lnTo>
                    <a:pt x="3036266" y="2892942"/>
                  </a:lnTo>
                  <a:lnTo>
                    <a:pt x="3037121" y="2900046"/>
                  </a:lnTo>
                  <a:lnTo>
                    <a:pt x="3037977" y="2903858"/>
                  </a:lnTo>
                  <a:lnTo>
                    <a:pt x="3038832" y="2900987"/>
                  </a:lnTo>
                  <a:lnTo>
                    <a:pt x="3039688" y="2858220"/>
                  </a:lnTo>
                  <a:lnTo>
                    <a:pt x="3040543" y="2836099"/>
                  </a:lnTo>
                  <a:lnTo>
                    <a:pt x="3041399" y="2845070"/>
                  </a:lnTo>
                  <a:lnTo>
                    <a:pt x="3042254" y="2758195"/>
                  </a:lnTo>
                  <a:lnTo>
                    <a:pt x="3043110" y="2659168"/>
                  </a:lnTo>
                  <a:lnTo>
                    <a:pt x="3043965" y="2579428"/>
                  </a:lnTo>
                  <a:lnTo>
                    <a:pt x="3044821" y="2628361"/>
                  </a:lnTo>
                  <a:lnTo>
                    <a:pt x="3045676" y="2643378"/>
                  </a:lnTo>
                  <a:lnTo>
                    <a:pt x="3046532" y="2601631"/>
                  </a:lnTo>
                  <a:lnTo>
                    <a:pt x="3047387" y="2656102"/>
                  </a:lnTo>
                  <a:lnTo>
                    <a:pt x="3048243" y="2660176"/>
                  </a:lnTo>
                  <a:lnTo>
                    <a:pt x="3049098" y="2640065"/>
                  </a:lnTo>
                  <a:lnTo>
                    <a:pt x="3049954" y="2563041"/>
                  </a:lnTo>
                  <a:lnTo>
                    <a:pt x="3050810" y="2639091"/>
                  </a:lnTo>
                  <a:lnTo>
                    <a:pt x="3051665" y="2727721"/>
                  </a:lnTo>
                  <a:lnTo>
                    <a:pt x="3052521" y="2783339"/>
                  </a:lnTo>
                  <a:lnTo>
                    <a:pt x="3053376" y="2903914"/>
                  </a:lnTo>
                  <a:lnTo>
                    <a:pt x="3054232" y="3006637"/>
                  </a:lnTo>
                  <a:lnTo>
                    <a:pt x="3055087" y="3070053"/>
                  </a:lnTo>
                  <a:lnTo>
                    <a:pt x="3055943" y="3032044"/>
                  </a:lnTo>
                  <a:lnTo>
                    <a:pt x="3056798" y="3004964"/>
                  </a:lnTo>
                  <a:lnTo>
                    <a:pt x="3057654" y="2879211"/>
                  </a:lnTo>
                  <a:lnTo>
                    <a:pt x="3058509" y="2770288"/>
                  </a:lnTo>
                  <a:lnTo>
                    <a:pt x="3059365" y="2717057"/>
                  </a:lnTo>
                  <a:lnTo>
                    <a:pt x="3060220" y="2642478"/>
                  </a:lnTo>
                  <a:lnTo>
                    <a:pt x="3061076" y="2642135"/>
                  </a:lnTo>
                  <a:lnTo>
                    <a:pt x="3061931" y="2704056"/>
                  </a:lnTo>
                  <a:lnTo>
                    <a:pt x="3062787" y="2740349"/>
                  </a:lnTo>
                  <a:lnTo>
                    <a:pt x="3063642" y="2685361"/>
                  </a:lnTo>
                  <a:lnTo>
                    <a:pt x="3064498" y="2554619"/>
                  </a:lnTo>
                  <a:lnTo>
                    <a:pt x="3065353" y="2469342"/>
                  </a:lnTo>
                  <a:lnTo>
                    <a:pt x="3066209" y="2400007"/>
                  </a:lnTo>
                  <a:lnTo>
                    <a:pt x="3067065" y="2342824"/>
                  </a:lnTo>
                  <a:lnTo>
                    <a:pt x="3067920" y="2316082"/>
                  </a:lnTo>
                  <a:lnTo>
                    <a:pt x="3068776" y="2391179"/>
                  </a:lnTo>
                  <a:lnTo>
                    <a:pt x="3069631" y="2482270"/>
                  </a:lnTo>
                  <a:lnTo>
                    <a:pt x="3070487" y="2500335"/>
                  </a:lnTo>
                  <a:lnTo>
                    <a:pt x="3071342" y="2507066"/>
                  </a:lnTo>
                  <a:lnTo>
                    <a:pt x="3072198" y="2507457"/>
                  </a:lnTo>
                  <a:lnTo>
                    <a:pt x="3073053" y="2619064"/>
                  </a:lnTo>
                  <a:lnTo>
                    <a:pt x="3073909" y="2684872"/>
                  </a:lnTo>
                  <a:lnTo>
                    <a:pt x="3074764" y="2777756"/>
                  </a:lnTo>
                  <a:lnTo>
                    <a:pt x="3075620" y="2942360"/>
                  </a:lnTo>
                  <a:lnTo>
                    <a:pt x="3076475" y="3070097"/>
                  </a:lnTo>
                  <a:lnTo>
                    <a:pt x="3077331" y="3116972"/>
                  </a:lnTo>
                  <a:lnTo>
                    <a:pt x="3077331" y="3116972"/>
                  </a:lnTo>
                  <a:lnTo>
                    <a:pt x="3078186" y="3116972"/>
                  </a:lnTo>
                  <a:lnTo>
                    <a:pt x="3079042" y="3116972"/>
                  </a:lnTo>
                  <a:lnTo>
                    <a:pt x="3079897" y="3116972"/>
                  </a:lnTo>
                  <a:lnTo>
                    <a:pt x="3080753" y="3116972"/>
                  </a:lnTo>
                  <a:lnTo>
                    <a:pt x="3081608" y="3085078"/>
                  </a:lnTo>
                  <a:lnTo>
                    <a:pt x="3082464" y="3062328"/>
                  </a:lnTo>
                  <a:lnTo>
                    <a:pt x="3083320" y="3062328"/>
                  </a:lnTo>
                  <a:lnTo>
                    <a:pt x="3084175" y="3062328"/>
                  </a:lnTo>
                  <a:lnTo>
                    <a:pt x="3085031" y="3062328"/>
                  </a:lnTo>
                  <a:lnTo>
                    <a:pt x="3085886" y="3062328"/>
                  </a:lnTo>
                  <a:lnTo>
                    <a:pt x="3086742" y="3062328"/>
                  </a:lnTo>
                  <a:lnTo>
                    <a:pt x="3087597" y="3062328"/>
                  </a:lnTo>
                  <a:lnTo>
                    <a:pt x="3088453" y="3062328"/>
                  </a:lnTo>
                  <a:lnTo>
                    <a:pt x="3089308" y="3062328"/>
                  </a:lnTo>
                  <a:lnTo>
                    <a:pt x="3090164" y="3062328"/>
                  </a:lnTo>
                  <a:lnTo>
                    <a:pt x="3091019" y="3062328"/>
                  </a:lnTo>
                  <a:lnTo>
                    <a:pt x="3091875" y="3062328"/>
                  </a:lnTo>
                  <a:lnTo>
                    <a:pt x="3092730" y="3062328"/>
                  </a:lnTo>
                  <a:lnTo>
                    <a:pt x="3093586" y="3062328"/>
                  </a:lnTo>
                  <a:lnTo>
                    <a:pt x="3094441" y="3062328"/>
                  </a:lnTo>
                  <a:lnTo>
                    <a:pt x="3095297" y="3062328"/>
                  </a:lnTo>
                  <a:lnTo>
                    <a:pt x="3096152" y="3062328"/>
                  </a:lnTo>
                  <a:lnTo>
                    <a:pt x="3097008" y="3062328"/>
                  </a:lnTo>
                  <a:lnTo>
                    <a:pt x="3097864" y="3062328"/>
                  </a:lnTo>
                  <a:lnTo>
                    <a:pt x="3098719" y="3062328"/>
                  </a:lnTo>
                  <a:lnTo>
                    <a:pt x="3099575" y="3062328"/>
                  </a:lnTo>
                  <a:lnTo>
                    <a:pt x="3100430" y="3062328"/>
                  </a:lnTo>
                  <a:lnTo>
                    <a:pt x="3101286" y="3062328"/>
                  </a:lnTo>
                  <a:lnTo>
                    <a:pt x="3102141" y="3062328"/>
                  </a:lnTo>
                  <a:lnTo>
                    <a:pt x="3102997" y="3068086"/>
                  </a:lnTo>
                  <a:lnTo>
                    <a:pt x="3103852" y="3036132"/>
                  </a:lnTo>
                  <a:lnTo>
                    <a:pt x="3104708" y="2982220"/>
                  </a:lnTo>
                  <a:lnTo>
                    <a:pt x="3105563" y="2898310"/>
                  </a:lnTo>
                  <a:lnTo>
                    <a:pt x="3106419" y="2841513"/>
                  </a:lnTo>
                  <a:lnTo>
                    <a:pt x="3107274" y="2805931"/>
                  </a:lnTo>
                  <a:lnTo>
                    <a:pt x="3108130" y="2731895"/>
                  </a:lnTo>
                  <a:lnTo>
                    <a:pt x="3108985" y="2632876"/>
                  </a:lnTo>
                  <a:lnTo>
                    <a:pt x="3109841" y="2497380"/>
                  </a:lnTo>
                  <a:lnTo>
                    <a:pt x="3110696" y="2429728"/>
                  </a:lnTo>
                  <a:lnTo>
                    <a:pt x="3111552" y="2312122"/>
                  </a:lnTo>
                  <a:lnTo>
                    <a:pt x="3112407" y="2147242"/>
                  </a:lnTo>
                  <a:lnTo>
                    <a:pt x="3113263" y="2102040"/>
                  </a:lnTo>
                  <a:lnTo>
                    <a:pt x="3114119" y="2226557"/>
                  </a:lnTo>
                  <a:lnTo>
                    <a:pt x="3114974" y="2361344"/>
                  </a:lnTo>
                  <a:lnTo>
                    <a:pt x="3115830" y="2407023"/>
                  </a:lnTo>
                  <a:lnTo>
                    <a:pt x="3116685" y="2471889"/>
                  </a:lnTo>
                  <a:lnTo>
                    <a:pt x="3117541" y="2590363"/>
                  </a:lnTo>
                  <a:lnTo>
                    <a:pt x="3118396" y="2633268"/>
                  </a:lnTo>
                  <a:lnTo>
                    <a:pt x="3119252" y="2611106"/>
                  </a:lnTo>
                  <a:lnTo>
                    <a:pt x="3120107" y="2678619"/>
                  </a:lnTo>
                  <a:lnTo>
                    <a:pt x="3120963" y="2708803"/>
                  </a:lnTo>
                  <a:lnTo>
                    <a:pt x="3121818" y="2676829"/>
                  </a:lnTo>
                  <a:lnTo>
                    <a:pt x="3122674" y="2660541"/>
                  </a:lnTo>
                  <a:lnTo>
                    <a:pt x="3123529" y="2613561"/>
                  </a:lnTo>
                  <a:lnTo>
                    <a:pt x="3124385" y="2536725"/>
                  </a:lnTo>
                  <a:lnTo>
                    <a:pt x="3125240" y="2430694"/>
                  </a:lnTo>
                  <a:lnTo>
                    <a:pt x="3126096" y="2503631"/>
                  </a:lnTo>
                  <a:lnTo>
                    <a:pt x="3126951" y="2616818"/>
                  </a:lnTo>
                  <a:lnTo>
                    <a:pt x="3127807" y="2624860"/>
                  </a:lnTo>
                  <a:lnTo>
                    <a:pt x="3128662" y="2636967"/>
                  </a:lnTo>
                  <a:lnTo>
                    <a:pt x="3129518" y="2674447"/>
                  </a:lnTo>
                  <a:lnTo>
                    <a:pt x="3130374" y="2721738"/>
                  </a:lnTo>
                  <a:lnTo>
                    <a:pt x="3131229" y="2624468"/>
                  </a:lnTo>
                  <a:lnTo>
                    <a:pt x="3132085" y="2509425"/>
                  </a:lnTo>
                  <a:lnTo>
                    <a:pt x="3132940" y="2435647"/>
                  </a:lnTo>
                  <a:lnTo>
                    <a:pt x="3133796" y="2471295"/>
                  </a:lnTo>
                  <a:lnTo>
                    <a:pt x="3134651" y="2494990"/>
                  </a:lnTo>
                  <a:lnTo>
                    <a:pt x="3135507" y="2419066"/>
                  </a:lnTo>
                  <a:lnTo>
                    <a:pt x="3136362" y="2425542"/>
                  </a:lnTo>
                  <a:lnTo>
                    <a:pt x="3137218" y="2530461"/>
                  </a:lnTo>
                  <a:lnTo>
                    <a:pt x="3138073" y="2640100"/>
                  </a:lnTo>
                  <a:lnTo>
                    <a:pt x="3138929" y="2685576"/>
                  </a:lnTo>
                  <a:lnTo>
                    <a:pt x="3139784" y="2704353"/>
                  </a:lnTo>
                  <a:lnTo>
                    <a:pt x="3140640" y="2816932"/>
                  </a:lnTo>
                  <a:lnTo>
                    <a:pt x="3141495" y="2926445"/>
                  </a:lnTo>
                  <a:lnTo>
                    <a:pt x="3142351" y="2950600"/>
                  </a:lnTo>
                  <a:lnTo>
                    <a:pt x="3143206" y="2847613"/>
                  </a:lnTo>
                  <a:lnTo>
                    <a:pt x="3144062" y="2763690"/>
                  </a:lnTo>
                  <a:lnTo>
                    <a:pt x="3144917" y="2845721"/>
                  </a:lnTo>
                  <a:lnTo>
                    <a:pt x="3145773" y="2843339"/>
                  </a:lnTo>
                  <a:lnTo>
                    <a:pt x="3146629" y="2759887"/>
                  </a:lnTo>
                  <a:lnTo>
                    <a:pt x="3147484" y="2713303"/>
                  </a:lnTo>
                  <a:lnTo>
                    <a:pt x="3148340" y="2776381"/>
                  </a:lnTo>
                  <a:lnTo>
                    <a:pt x="3149195" y="2880970"/>
                  </a:lnTo>
                  <a:lnTo>
                    <a:pt x="3150051" y="2831848"/>
                  </a:lnTo>
                  <a:lnTo>
                    <a:pt x="3150906" y="2802788"/>
                  </a:lnTo>
                  <a:lnTo>
                    <a:pt x="3151762" y="2874374"/>
                  </a:lnTo>
                  <a:lnTo>
                    <a:pt x="3152617" y="2944837"/>
                  </a:lnTo>
                  <a:lnTo>
                    <a:pt x="3153473" y="3042951"/>
                  </a:lnTo>
                  <a:lnTo>
                    <a:pt x="3154328" y="3027174"/>
                  </a:lnTo>
                  <a:lnTo>
                    <a:pt x="3155184" y="2878927"/>
                  </a:lnTo>
                  <a:lnTo>
                    <a:pt x="3156039" y="2773167"/>
                  </a:lnTo>
                  <a:lnTo>
                    <a:pt x="3156895" y="2674608"/>
                  </a:lnTo>
                  <a:lnTo>
                    <a:pt x="3157750" y="2662611"/>
                  </a:lnTo>
                  <a:lnTo>
                    <a:pt x="3158606" y="2680140"/>
                  </a:lnTo>
                  <a:lnTo>
                    <a:pt x="3159461" y="2699578"/>
                  </a:lnTo>
                  <a:lnTo>
                    <a:pt x="3160317" y="2790292"/>
                  </a:lnTo>
                  <a:lnTo>
                    <a:pt x="3161173" y="2879721"/>
                  </a:lnTo>
                  <a:lnTo>
                    <a:pt x="3162028" y="2975929"/>
                  </a:lnTo>
                  <a:lnTo>
                    <a:pt x="3162884" y="2925786"/>
                  </a:lnTo>
                  <a:lnTo>
                    <a:pt x="3163739" y="2847328"/>
                  </a:lnTo>
                  <a:lnTo>
                    <a:pt x="3164595" y="2801702"/>
                  </a:lnTo>
                  <a:lnTo>
                    <a:pt x="3165450" y="2837781"/>
                  </a:lnTo>
                  <a:lnTo>
                    <a:pt x="3166306" y="2894748"/>
                  </a:lnTo>
                  <a:lnTo>
                    <a:pt x="3167161" y="2902564"/>
                  </a:lnTo>
                  <a:lnTo>
                    <a:pt x="3168017" y="2931506"/>
                  </a:lnTo>
                  <a:lnTo>
                    <a:pt x="3168872" y="2877219"/>
                  </a:lnTo>
                  <a:lnTo>
                    <a:pt x="3169728" y="2832713"/>
                  </a:lnTo>
                  <a:lnTo>
                    <a:pt x="3170583" y="2768710"/>
                  </a:lnTo>
                  <a:lnTo>
                    <a:pt x="3171439" y="2721591"/>
                  </a:lnTo>
                  <a:lnTo>
                    <a:pt x="3172294" y="2678901"/>
                  </a:lnTo>
                  <a:lnTo>
                    <a:pt x="3173150" y="2666115"/>
                  </a:lnTo>
                  <a:lnTo>
                    <a:pt x="3174005" y="2723808"/>
                  </a:lnTo>
                  <a:lnTo>
                    <a:pt x="3174861" y="2712676"/>
                  </a:lnTo>
                  <a:lnTo>
                    <a:pt x="3175716" y="2689075"/>
                  </a:lnTo>
                  <a:lnTo>
                    <a:pt x="3176572" y="2638475"/>
                  </a:lnTo>
                  <a:lnTo>
                    <a:pt x="3177428" y="2564719"/>
                  </a:lnTo>
                  <a:lnTo>
                    <a:pt x="3178283" y="2517607"/>
                  </a:lnTo>
                  <a:lnTo>
                    <a:pt x="3179139" y="2540746"/>
                  </a:lnTo>
                  <a:lnTo>
                    <a:pt x="3179994" y="2626131"/>
                  </a:lnTo>
                  <a:lnTo>
                    <a:pt x="3180850" y="2697891"/>
                  </a:lnTo>
                  <a:lnTo>
                    <a:pt x="3181705" y="2751141"/>
                  </a:lnTo>
                  <a:lnTo>
                    <a:pt x="3182561" y="2866305"/>
                  </a:lnTo>
                  <a:lnTo>
                    <a:pt x="3183416" y="2955318"/>
                  </a:lnTo>
                  <a:lnTo>
                    <a:pt x="3184272" y="2904599"/>
                  </a:lnTo>
                  <a:lnTo>
                    <a:pt x="3185127" y="2840392"/>
                  </a:lnTo>
                  <a:lnTo>
                    <a:pt x="3185983" y="2857099"/>
                  </a:lnTo>
                  <a:lnTo>
                    <a:pt x="3186838" y="2837092"/>
                  </a:lnTo>
                  <a:lnTo>
                    <a:pt x="3187694" y="2710084"/>
                  </a:lnTo>
                  <a:lnTo>
                    <a:pt x="3188549" y="2545709"/>
                  </a:lnTo>
                  <a:lnTo>
                    <a:pt x="3189405" y="2507568"/>
                  </a:lnTo>
                  <a:lnTo>
                    <a:pt x="3190260" y="2560484"/>
                  </a:lnTo>
                  <a:lnTo>
                    <a:pt x="3191116" y="2569277"/>
                  </a:lnTo>
                  <a:lnTo>
                    <a:pt x="3191971" y="2523578"/>
                  </a:lnTo>
                  <a:lnTo>
                    <a:pt x="3192827" y="2474169"/>
                  </a:lnTo>
                  <a:lnTo>
                    <a:pt x="3193683" y="2566078"/>
                  </a:lnTo>
                  <a:lnTo>
                    <a:pt x="3194538" y="2671687"/>
                  </a:lnTo>
                  <a:lnTo>
                    <a:pt x="3195394" y="2593046"/>
                  </a:lnTo>
                  <a:lnTo>
                    <a:pt x="3196249" y="2404234"/>
                  </a:lnTo>
                  <a:lnTo>
                    <a:pt x="3197105" y="2231093"/>
                  </a:lnTo>
                  <a:lnTo>
                    <a:pt x="3197960" y="2115050"/>
                  </a:lnTo>
                  <a:lnTo>
                    <a:pt x="3198816" y="1983122"/>
                  </a:lnTo>
                  <a:lnTo>
                    <a:pt x="3199671" y="1801257"/>
                  </a:lnTo>
                  <a:lnTo>
                    <a:pt x="3200527" y="1688208"/>
                  </a:lnTo>
                  <a:lnTo>
                    <a:pt x="3201382" y="1622317"/>
                  </a:lnTo>
                  <a:lnTo>
                    <a:pt x="3202238" y="1711937"/>
                  </a:lnTo>
                  <a:lnTo>
                    <a:pt x="3203093" y="1952347"/>
                  </a:lnTo>
                  <a:lnTo>
                    <a:pt x="3203949" y="2151243"/>
                  </a:lnTo>
                  <a:lnTo>
                    <a:pt x="3204804" y="2319924"/>
                  </a:lnTo>
                  <a:lnTo>
                    <a:pt x="3205660" y="2478755"/>
                  </a:lnTo>
                  <a:lnTo>
                    <a:pt x="3206515" y="2624905"/>
                  </a:lnTo>
                  <a:lnTo>
                    <a:pt x="3207371" y="2644340"/>
                  </a:lnTo>
                  <a:lnTo>
                    <a:pt x="3208227" y="2609409"/>
                  </a:lnTo>
                  <a:lnTo>
                    <a:pt x="3209082" y="2618321"/>
                  </a:lnTo>
                  <a:lnTo>
                    <a:pt x="3209938" y="2540592"/>
                  </a:lnTo>
                  <a:lnTo>
                    <a:pt x="3210793" y="2494237"/>
                  </a:lnTo>
                  <a:lnTo>
                    <a:pt x="3211649" y="2527461"/>
                  </a:lnTo>
                  <a:lnTo>
                    <a:pt x="3212504" y="2587868"/>
                  </a:lnTo>
                  <a:lnTo>
                    <a:pt x="3213360" y="2636383"/>
                  </a:lnTo>
                  <a:lnTo>
                    <a:pt x="3214215" y="2522929"/>
                  </a:lnTo>
                  <a:lnTo>
                    <a:pt x="3215071" y="2487474"/>
                  </a:lnTo>
                  <a:lnTo>
                    <a:pt x="3215926" y="2469065"/>
                  </a:lnTo>
                  <a:lnTo>
                    <a:pt x="3216782" y="2510076"/>
                  </a:lnTo>
                  <a:lnTo>
                    <a:pt x="3217637" y="2621922"/>
                  </a:lnTo>
                  <a:lnTo>
                    <a:pt x="3218493" y="2613357"/>
                  </a:lnTo>
                  <a:lnTo>
                    <a:pt x="3219348" y="2676412"/>
                  </a:lnTo>
                  <a:lnTo>
                    <a:pt x="3220204" y="2768038"/>
                  </a:lnTo>
                  <a:lnTo>
                    <a:pt x="3221059" y="2777147"/>
                  </a:lnTo>
                  <a:lnTo>
                    <a:pt x="3221915" y="2636748"/>
                  </a:lnTo>
                  <a:lnTo>
                    <a:pt x="3222770" y="2489404"/>
                  </a:lnTo>
                  <a:lnTo>
                    <a:pt x="3223626" y="2415451"/>
                  </a:lnTo>
                  <a:lnTo>
                    <a:pt x="3224482" y="2255364"/>
                  </a:lnTo>
                  <a:lnTo>
                    <a:pt x="3225337" y="2102244"/>
                  </a:lnTo>
                  <a:lnTo>
                    <a:pt x="3226193" y="2087066"/>
                  </a:lnTo>
                  <a:lnTo>
                    <a:pt x="3227048" y="2075027"/>
                  </a:lnTo>
                  <a:lnTo>
                    <a:pt x="3227904" y="2047741"/>
                  </a:lnTo>
                  <a:lnTo>
                    <a:pt x="3228759" y="2102126"/>
                  </a:lnTo>
                  <a:lnTo>
                    <a:pt x="3229615" y="2216086"/>
                  </a:lnTo>
                  <a:lnTo>
                    <a:pt x="3230470" y="2227577"/>
                  </a:lnTo>
                  <a:lnTo>
                    <a:pt x="3231326" y="2193360"/>
                  </a:lnTo>
                  <a:lnTo>
                    <a:pt x="3232181" y="2335981"/>
                  </a:lnTo>
                  <a:lnTo>
                    <a:pt x="3233037" y="2502025"/>
                  </a:lnTo>
                  <a:lnTo>
                    <a:pt x="3233892" y="2572322"/>
                  </a:lnTo>
                  <a:lnTo>
                    <a:pt x="3234748" y="2692481"/>
                  </a:lnTo>
                  <a:lnTo>
                    <a:pt x="3235603" y="2887162"/>
                  </a:lnTo>
                  <a:lnTo>
                    <a:pt x="3236459" y="3011865"/>
                  </a:lnTo>
                  <a:lnTo>
                    <a:pt x="3237314" y="3040926"/>
                  </a:lnTo>
                  <a:lnTo>
                    <a:pt x="3238170" y="3034757"/>
                  </a:lnTo>
                  <a:lnTo>
                    <a:pt x="3239025" y="2987943"/>
                  </a:lnTo>
                  <a:lnTo>
                    <a:pt x="3239881" y="2946682"/>
                  </a:lnTo>
                  <a:lnTo>
                    <a:pt x="3240737" y="2927691"/>
                  </a:lnTo>
                  <a:lnTo>
                    <a:pt x="3241592" y="2968069"/>
                  </a:lnTo>
                  <a:lnTo>
                    <a:pt x="3242448" y="2987534"/>
                  </a:lnTo>
                  <a:lnTo>
                    <a:pt x="3243303" y="3004299"/>
                  </a:lnTo>
                  <a:lnTo>
                    <a:pt x="3244159" y="3039130"/>
                  </a:lnTo>
                  <a:lnTo>
                    <a:pt x="3245014" y="3047846"/>
                  </a:lnTo>
                  <a:lnTo>
                    <a:pt x="3245870" y="3048874"/>
                  </a:lnTo>
                  <a:lnTo>
                    <a:pt x="3246725" y="2995495"/>
                  </a:lnTo>
                  <a:lnTo>
                    <a:pt x="3247581" y="2914933"/>
                  </a:lnTo>
                  <a:lnTo>
                    <a:pt x="3248436" y="2853146"/>
                  </a:lnTo>
                  <a:lnTo>
                    <a:pt x="3249292" y="2754519"/>
                  </a:lnTo>
                  <a:lnTo>
                    <a:pt x="3250147" y="2573542"/>
                  </a:lnTo>
                  <a:lnTo>
                    <a:pt x="3251003" y="2515876"/>
                  </a:lnTo>
                  <a:lnTo>
                    <a:pt x="3251858" y="2594690"/>
                  </a:lnTo>
                  <a:lnTo>
                    <a:pt x="3252714" y="2660222"/>
                  </a:lnTo>
                  <a:lnTo>
                    <a:pt x="3253569" y="2611234"/>
                  </a:lnTo>
                  <a:lnTo>
                    <a:pt x="3254425" y="2613035"/>
                  </a:lnTo>
                  <a:lnTo>
                    <a:pt x="3255281" y="2672352"/>
                  </a:lnTo>
                  <a:lnTo>
                    <a:pt x="3256136" y="2656882"/>
                  </a:lnTo>
                  <a:lnTo>
                    <a:pt x="3256992" y="2628579"/>
                  </a:lnTo>
                  <a:lnTo>
                    <a:pt x="3257847" y="2643609"/>
                  </a:lnTo>
                  <a:lnTo>
                    <a:pt x="3258703" y="2763033"/>
                  </a:lnTo>
                  <a:lnTo>
                    <a:pt x="3259558" y="2893257"/>
                  </a:lnTo>
                  <a:lnTo>
                    <a:pt x="3260414" y="3047109"/>
                  </a:lnTo>
                  <a:lnTo>
                    <a:pt x="3261269" y="3105034"/>
                  </a:lnTo>
                  <a:lnTo>
                    <a:pt x="3262125" y="2969698"/>
                  </a:lnTo>
                  <a:lnTo>
                    <a:pt x="3262980" y="2856087"/>
                  </a:lnTo>
                  <a:lnTo>
                    <a:pt x="3263836" y="2785433"/>
                  </a:lnTo>
                  <a:lnTo>
                    <a:pt x="3264691" y="2695156"/>
                  </a:lnTo>
                  <a:lnTo>
                    <a:pt x="3265547" y="2664800"/>
                  </a:lnTo>
                  <a:lnTo>
                    <a:pt x="3266402" y="2699663"/>
                  </a:lnTo>
                  <a:lnTo>
                    <a:pt x="3267258" y="2840431"/>
                  </a:lnTo>
                  <a:lnTo>
                    <a:pt x="3268113" y="2964776"/>
                  </a:lnTo>
                  <a:lnTo>
                    <a:pt x="3268969" y="2981888"/>
                  </a:lnTo>
                  <a:lnTo>
                    <a:pt x="3269824" y="2987107"/>
                  </a:lnTo>
                  <a:lnTo>
                    <a:pt x="3270680" y="2919809"/>
                  </a:lnTo>
                  <a:lnTo>
                    <a:pt x="3271536" y="2893624"/>
                  </a:lnTo>
                  <a:lnTo>
                    <a:pt x="3272391" y="2891063"/>
                  </a:lnTo>
                  <a:lnTo>
                    <a:pt x="3273247" y="2871761"/>
                  </a:lnTo>
                  <a:lnTo>
                    <a:pt x="3274102" y="2898748"/>
                  </a:lnTo>
                  <a:lnTo>
                    <a:pt x="3274958" y="2896467"/>
                  </a:lnTo>
                  <a:lnTo>
                    <a:pt x="3275813" y="2940403"/>
                  </a:lnTo>
                  <a:lnTo>
                    <a:pt x="3276669" y="2901305"/>
                  </a:lnTo>
                  <a:lnTo>
                    <a:pt x="3277524" y="2820546"/>
                  </a:lnTo>
                  <a:lnTo>
                    <a:pt x="3278380" y="2833741"/>
                  </a:lnTo>
                  <a:lnTo>
                    <a:pt x="3279235" y="2853572"/>
                  </a:lnTo>
                  <a:lnTo>
                    <a:pt x="3280091" y="2872432"/>
                  </a:lnTo>
                  <a:lnTo>
                    <a:pt x="3280946" y="2850231"/>
                  </a:lnTo>
                  <a:lnTo>
                    <a:pt x="3281802" y="2857625"/>
                  </a:lnTo>
                  <a:lnTo>
                    <a:pt x="3282657" y="2853405"/>
                  </a:lnTo>
                  <a:lnTo>
                    <a:pt x="3283513" y="2801835"/>
                  </a:lnTo>
                  <a:lnTo>
                    <a:pt x="3284368" y="2828044"/>
                  </a:lnTo>
                  <a:lnTo>
                    <a:pt x="3285224" y="2894054"/>
                  </a:lnTo>
                  <a:lnTo>
                    <a:pt x="3286079" y="2888579"/>
                  </a:lnTo>
                  <a:lnTo>
                    <a:pt x="3286935" y="2904566"/>
                  </a:lnTo>
                  <a:lnTo>
                    <a:pt x="3287791" y="2980318"/>
                  </a:lnTo>
                  <a:lnTo>
                    <a:pt x="3288646" y="2944564"/>
                  </a:lnTo>
                  <a:lnTo>
                    <a:pt x="3289502" y="2827767"/>
                  </a:lnTo>
                  <a:lnTo>
                    <a:pt x="3290357" y="2757037"/>
                  </a:lnTo>
                  <a:lnTo>
                    <a:pt x="3291213" y="2819131"/>
                  </a:lnTo>
                  <a:lnTo>
                    <a:pt x="3292068" y="2792221"/>
                  </a:lnTo>
                  <a:lnTo>
                    <a:pt x="3292924" y="2762463"/>
                  </a:lnTo>
                  <a:lnTo>
                    <a:pt x="3293779" y="2834973"/>
                  </a:lnTo>
                  <a:lnTo>
                    <a:pt x="3294635" y="2921761"/>
                  </a:lnTo>
                  <a:lnTo>
                    <a:pt x="3295490" y="2935467"/>
                  </a:lnTo>
                  <a:lnTo>
                    <a:pt x="3296346" y="2896940"/>
                  </a:lnTo>
                  <a:lnTo>
                    <a:pt x="3297201" y="2844771"/>
                  </a:lnTo>
                  <a:lnTo>
                    <a:pt x="3298057" y="2764139"/>
                  </a:lnTo>
                  <a:lnTo>
                    <a:pt x="3298912" y="2708904"/>
                  </a:lnTo>
                  <a:lnTo>
                    <a:pt x="3299768" y="2655591"/>
                  </a:lnTo>
                  <a:lnTo>
                    <a:pt x="3300623" y="2631985"/>
                  </a:lnTo>
                  <a:lnTo>
                    <a:pt x="3301479" y="2659184"/>
                  </a:lnTo>
                  <a:lnTo>
                    <a:pt x="3302335" y="2766255"/>
                  </a:lnTo>
                  <a:lnTo>
                    <a:pt x="3303190" y="2864435"/>
                  </a:lnTo>
                  <a:lnTo>
                    <a:pt x="3304046" y="2958442"/>
                  </a:lnTo>
                  <a:lnTo>
                    <a:pt x="3304901" y="3063147"/>
                  </a:lnTo>
                  <a:lnTo>
                    <a:pt x="3305757" y="3048377"/>
                  </a:lnTo>
                  <a:lnTo>
                    <a:pt x="3306612" y="2946135"/>
                  </a:lnTo>
                  <a:lnTo>
                    <a:pt x="3307468" y="2953848"/>
                  </a:lnTo>
                  <a:lnTo>
                    <a:pt x="3308323" y="2975386"/>
                  </a:lnTo>
                  <a:lnTo>
                    <a:pt x="3309179" y="2904244"/>
                  </a:lnTo>
                  <a:lnTo>
                    <a:pt x="3310034" y="2771388"/>
                  </a:lnTo>
                  <a:lnTo>
                    <a:pt x="3310890" y="2767294"/>
                  </a:lnTo>
                  <a:lnTo>
                    <a:pt x="3311745" y="2761235"/>
                  </a:lnTo>
                  <a:lnTo>
                    <a:pt x="3312601" y="2690789"/>
                  </a:lnTo>
                  <a:lnTo>
                    <a:pt x="3313456" y="2679606"/>
                  </a:lnTo>
                  <a:lnTo>
                    <a:pt x="3314312" y="2722162"/>
                  </a:lnTo>
                  <a:lnTo>
                    <a:pt x="3315167" y="2805502"/>
                  </a:lnTo>
                  <a:lnTo>
                    <a:pt x="3316023" y="2866778"/>
                  </a:lnTo>
                  <a:lnTo>
                    <a:pt x="3316878" y="2910176"/>
                  </a:lnTo>
                  <a:lnTo>
                    <a:pt x="3317734" y="2868521"/>
                  </a:lnTo>
                  <a:lnTo>
                    <a:pt x="3318590" y="2834020"/>
                  </a:lnTo>
                  <a:lnTo>
                    <a:pt x="3319445" y="2832610"/>
                  </a:lnTo>
                  <a:lnTo>
                    <a:pt x="3320301" y="2804409"/>
                  </a:lnTo>
                  <a:lnTo>
                    <a:pt x="3321156" y="2770556"/>
                  </a:lnTo>
                  <a:lnTo>
                    <a:pt x="3322012" y="2814419"/>
                  </a:lnTo>
                  <a:lnTo>
                    <a:pt x="3322867" y="2926521"/>
                  </a:lnTo>
                  <a:lnTo>
                    <a:pt x="3323723" y="2977963"/>
                  </a:lnTo>
                  <a:lnTo>
                    <a:pt x="3324578" y="2953150"/>
                  </a:lnTo>
                  <a:lnTo>
                    <a:pt x="3325434" y="2916482"/>
                  </a:lnTo>
                  <a:lnTo>
                    <a:pt x="3326289" y="2917158"/>
                  </a:lnTo>
                  <a:lnTo>
                    <a:pt x="3327145" y="2822043"/>
                  </a:lnTo>
                  <a:lnTo>
                    <a:pt x="3328000" y="2787916"/>
                  </a:lnTo>
                  <a:lnTo>
                    <a:pt x="3328856" y="2738731"/>
                  </a:lnTo>
                  <a:lnTo>
                    <a:pt x="3329711" y="2654210"/>
                  </a:lnTo>
                  <a:lnTo>
                    <a:pt x="3330567" y="2637385"/>
                  </a:lnTo>
                  <a:lnTo>
                    <a:pt x="3331422" y="2668188"/>
                  </a:lnTo>
                  <a:lnTo>
                    <a:pt x="3332278" y="2834655"/>
                  </a:lnTo>
                  <a:lnTo>
                    <a:pt x="3333133" y="2898541"/>
                  </a:lnTo>
                  <a:lnTo>
                    <a:pt x="3333989" y="2957741"/>
                  </a:lnTo>
                  <a:lnTo>
                    <a:pt x="3334845" y="3013677"/>
                  </a:lnTo>
                  <a:lnTo>
                    <a:pt x="3335700" y="3021505"/>
                  </a:lnTo>
                  <a:lnTo>
                    <a:pt x="3336556" y="2948137"/>
                  </a:lnTo>
                  <a:lnTo>
                    <a:pt x="3337411" y="2802542"/>
                  </a:lnTo>
                  <a:lnTo>
                    <a:pt x="3338267" y="2680645"/>
                  </a:lnTo>
                  <a:lnTo>
                    <a:pt x="3339122" y="2631815"/>
                  </a:lnTo>
                  <a:lnTo>
                    <a:pt x="3339978" y="2695819"/>
                  </a:lnTo>
                  <a:lnTo>
                    <a:pt x="3340833" y="2800777"/>
                  </a:lnTo>
                  <a:lnTo>
                    <a:pt x="3341689" y="2816762"/>
                  </a:lnTo>
                  <a:lnTo>
                    <a:pt x="3342544" y="2819288"/>
                  </a:lnTo>
                  <a:lnTo>
                    <a:pt x="3343400" y="2750630"/>
                  </a:lnTo>
                  <a:lnTo>
                    <a:pt x="3344255" y="2526790"/>
                  </a:lnTo>
                  <a:lnTo>
                    <a:pt x="3345111" y="2333910"/>
                  </a:lnTo>
                  <a:lnTo>
                    <a:pt x="3345966" y="2240372"/>
                  </a:lnTo>
                  <a:lnTo>
                    <a:pt x="3346822" y="2222555"/>
                  </a:lnTo>
                  <a:lnTo>
                    <a:pt x="3347677" y="2199693"/>
                  </a:lnTo>
                  <a:lnTo>
                    <a:pt x="3348533" y="2197439"/>
                  </a:lnTo>
                  <a:lnTo>
                    <a:pt x="3349388" y="2217718"/>
                  </a:lnTo>
                  <a:lnTo>
                    <a:pt x="3350244" y="2187731"/>
                  </a:lnTo>
                  <a:lnTo>
                    <a:pt x="3351100" y="2116157"/>
                  </a:lnTo>
                  <a:lnTo>
                    <a:pt x="3351955" y="2073923"/>
                  </a:lnTo>
                  <a:lnTo>
                    <a:pt x="3352811" y="2012493"/>
                  </a:lnTo>
                  <a:lnTo>
                    <a:pt x="3353666" y="2059178"/>
                  </a:lnTo>
                  <a:lnTo>
                    <a:pt x="3354522" y="2207279"/>
                  </a:lnTo>
                  <a:lnTo>
                    <a:pt x="3355377" y="2380724"/>
                  </a:lnTo>
                  <a:lnTo>
                    <a:pt x="3356233" y="2495570"/>
                  </a:lnTo>
                  <a:lnTo>
                    <a:pt x="3357088" y="2575669"/>
                  </a:lnTo>
                  <a:lnTo>
                    <a:pt x="3357944" y="2729442"/>
                  </a:lnTo>
                  <a:lnTo>
                    <a:pt x="3358799" y="2845809"/>
                  </a:lnTo>
                  <a:lnTo>
                    <a:pt x="3359655" y="2942984"/>
                  </a:lnTo>
                  <a:lnTo>
                    <a:pt x="3360510" y="2971781"/>
                  </a:lnTo>
                  <a:lnTo>
                    <a:pt x="3361366" y="2940233"/>
                  </a:lnTo>
                  <a:lnTo>
                    <a:pt x="3362221" y="3009688"/>
                  </a:lnTo>
                  <a:lnTo>
                    <a:pt x="3363077" y="2965360"/>
                  </a:lnTo>
                  <a:lnTo>
                    <a:pt x="3363932" y="2923813"/>
                  </a:lnTo>
                  <a:lnTo>
                    <a:pt x="3364788" y="2935726"/>
                  </a:lnTo>
                  <a:lnTo>
                    <a:pt x="3365644" y="2952503"/>
                  </a:lnTo>
                  <a:lnTo>
                    <a:pt x="3366499" y="3011495"/>
                  </a:lnTo>
                  <a:lnTo>
                    <a:pt x="3367355" y="2925687"/>
                  </a:lnTo>
                  <a:lnTo>
                    <a:pt x="3368210" y="2891923"/>
                  </a:lnTo>
                  <a:lnTo>
                    <a:pt x="3369066" y="2916387"/>
                  </a:lnTo>
                  <a:lnTo>
                    <a:pt x="3369921" y="2898583"/>
                  </a:lnTo>
                  <a:lnTo>
                    <a:pt x="3370777" y="2891085"/>
                  </a:lnTo>
                  <a:lnTo>
                    <a:pt x="3371632" y="2843117"/>
                  </a:lnTo>
                  <a:lnTo>
                    <a:pt x="3372488" y="2852935"/>
                  </a:lnTo>
                  <a:lnTo>
                    <a:pt x="3373343" y="2919533"/>
                  </a:lnTo>
                  <a:lnTo>
                    <a:pt x="3374199" y="2842696"/>
                  </a:lnTo>
                  <a:lnTo>
                    <a:pt x="3375054" y="2761775"/>
                  </a:lnTo>
                  <a:lnTo>
                    <a:pt x="3375910" y="2691097"/>
                  </a:lnTo>
                  <a:lnTo>
                    <a:pt x="3376765" y="2557286"/>
                  </a:lnTo>
                  <a:lnTo>
                    <a:pt x="3377621" y="2429652"/>
                  </a:lnTo>
                  <a:lnTo>
                    <a:pt x="3378476" y="2391718"/>
                  </a:lnTo>
                  <a:lnTo>
                    <a:pt x="3379332" y="2444507"/>
                  </a:lnTo>
                  <a:lnTo>
                    <a:pt x="3380187" y="2427592"/>
                  </a:lnTo>
                  <a:lnTo>
                    <a:pt x="3381043" y="2339780"/>
                  </a:lnTo>
                  <a:lnTo>
                    <a:pt x="3381899" y="2297391"/>
                  </a:lnTo>
                  <a:lnTo>
                    <a:pt x="3382754" y="2403528"/>
                  </a:lnTo>
                  <a:lnTo>
                    <a:pt x="3383610" y="2419543"/>
                  </a:lnTo>
                  <a:lnTo>
                    <a:pt x="3384465" y="2320292"/>
                  </a:lnTo>
                  <a:lnTo>
                    <a:pt x="3385321" y="2249491"/>
                  </a:lnTo>
                  <a:lnTo>
                    <a:pt x="3386176" y="2306540"/>
                  </a:lnTo>
                  <a:lnTo>
                    <a:pt x="3387032" y="2467595"/>
                  </a:lnTo>
                  <a:lnTo>
                    <a:pt x="3387887" y="2453498"/>
                  </a:lnTo>
                  <a:lnTo>
                    <a:pt x="3388743" y="2436938"/>
                  </a:lnTo>
                  <a:lnTo>
                    <a:pt x="3389598" y="2502382"/>
                  </a:lnTo>
                  <a:lnTo>
                    <a:pt x="3390454" y="2610010"/>
                  </a:lnTo>
                  <a:lnTo>
                    <a:pt x="3391309" y="2677108"/>
                  </a:lnTo>
                  <a:lnTo>
                    <a:pt x="3392165" y="2751650"/>
                  </a:lnTo>
                  <a:lnTo>
                    <a:pt x="3393020" y="2796908"/>
                  </a:lnTo>
                  <a:lnTo>
                    <a:pt x="3393876" y="2799276"/>
                  </a:lnTo>
                  <a:lnTo>
                    <a:pt x="3394731" y="2809822"/>
                  </a:lnTo>
                  <a:lnTo>
                    <a:pt x="3395587" y="2846431"/>
                  </a:lnTo>
                  <a:lnTo>
                    <a:pt x="3396442" y="2839406"/>
                  </a:lnTo>
                  <a:lnTo>
                    <a:pt x="3397298" y="2722877"/>
                  </a:lnTo>
                  <a:lnTo>
                    <a:pt x="3398154" y="2756337"/>
                  </a:lnTo>
                  <a:lnTo>
                    <a:pt x="3399009" y="2780306"/>
                  </a:lnTo>
                  <a:lnTo>
                    <a:pt x="3399865" y="2773965"/>
                  </a:lnTo>
                  <a:lnTo>
                    <a:pt x="3400720" y="2711041"/>
                  </a:lnTo>
                  <a:lnTo>
                    <a:pt x="3401576" y="2711855"/>
                  </a:lnTo>
                  <a:lnTo>
                    <a:pt x="3402431" y="2820243"/>
                  </a:lnTo>
                  <a:lnTo>
                    <a:pt x="3403287" y="2833937"/>
                  </a:lnTo>
                  <a:lnTo>
                    <a:pt x="3404142" y="2831142"/>
                  </a:lnTo>
                  <a:lnTo>
                    <a:pt x="3404998" y="2760851"/>
                  </a:lnTo>
                  <a:lnTo>
                    <a:pt x="3405853" y="2823625"/>
                  </a:lnTo>
                  <a:lnTo>
                    <a:pt x="3406709" y="2854245"/>
                  </a:lnTo>
                  <a:lnTo>
                    <a:pt x="3407564" y="2820862"/>
                  </a:lnTo>
                  <a:lnTo>
                    <a:pt x="3408420" y="2836979"/>
                  </a:lnTo>
                  <a:lnTo>
                    <a:pt x="3409275" y="2897207"/>
                  </a:lnTo>
                  <a:lnTo>
                    <a:pt x="3410131" y="3036327"/>
                  </a:lnTo>
                  <a:lnTo>
                    <a:pt x="3410986" y="2983153"/>
                  </a:lnTo>
                  <a:lnTo>
                    <a:pt x="3411842" y="2921667"/>
                  </a:lnTo>
                  <a:lnTo>
                    <a:pt x="3412698" y="2850198"/>
                  </a:lnTo>
                  <a:lnTo>
                    <a:pt x="3413553" y="2695390"/>
                  </a:lnTo>
                  <a:lnTo>
                    <a:pt x="3414409" y="2585483"/>
                  </a:lnTo>
                  <a:lnTo>
                    <a:pt x="3415264" y="2547406"/>
                  </a:lnTo>
                  <a:lnTo>
                    <a:pt x="3416120" y="2570052"/>
                  </a:lnTo>
                  <a:lnTo>
                    <a:pt x="3416975" y="2565198"/>
                  </a:lnTo>
                  <a:lnTo>
                    <a:pt x="3417831" y="2542952"/>
                  </a:lnTo>
                  <a:lnTo>
                    <a:pt x="3418686" y="2594581"/>
                  </a:lnTo>
                  <a:lnTo>
                    <a:pt x="3419542" y="2732147"/>
                  </a:lnTo>
                  <a:lnTo>
                    <a:pt x="3420397" y="2825997"/>
                  </a:lnTo>
                  <a:lnTo>
                    <a:pt x="3421253" y="2948188"/>
                  </a:lnTo>
                  <a:lnTo>
                    <a:pt x="3422108" y="3034066"/>
                  </a:lnTo>
                  <a:lnTo>
                    <a:pt x="3422964" y="3074282"/>
                  </a:lnTo>
                  <a:lnTo>
                    <a:pt x="3423819" y="3091935"/>
                  </a:lnTo>
                  <a:lnTo>
                    <a:pt x="3424675" y="3087039"/>
                  </a:lnTo>
                  <a:lnTo>
                    <a:pt x="3425530" y="3074174"/>
                  </a:lnTo>
                  <a:lnTo>
                    <a:pt x="3426386" y="2998644"/>
                  </a:lnTo>
                  <a:lnTo>
                    <a:pt x="3427241" y="3006642"/>
                  </a:lnTo>
                  <a:lnTo>
                    <a:pt x="3428097" y="3007885"/>
                  </a:lnTo>
                  <a:lnTo>
                    <a:pt x="3428953" y="2956022"/>
                  </a:lnTo>
                  <a:lnTo>
                    <a:pt x="3429808" y="2920399"/>
                  </a:lnTo>
                  <a:lnTo>
                    <a:pt x="3430664" y="2887936"/>
                  </a:lnTo>
                  <a:lnTo>
                    <a:pt x="3431519" y="2841690"/>
                  </a:lnTo>
                  <a:lnTo>
                    <a:pt x="3432375" y="2776499"/>
                  </a:lnTo>
                  <a:lnTo>
                    <a:pt x="3433230" y="2778137"/>
                  </a:lnTo>
                  <a:lnTo>
                    <a:pt x="3434086" y="2806194"/>
                  </a:lnTo>
                  <a:lnTo>
                    <a:pt x="3434941" y="2778589"/>
                  </a:lnTo>
                  <a:lnTo>
                    <a:pt x="3435797" y="2808337"/>
                  </a:lnTo>
                  <a:lnTo>
                    <a:pt x="3436652" y="2848174"/>
                  </a:lnTo>
                  <a:lnTo>
                    <a:pt x="3437508" y="2884219"/>
                  </a:lnTo>
                  <a:lnTo>
                    <a:pt x="3438363" y="2932878"/>
                  </a:lnTo>
                  <a:lnTo>
                    <a:pt x="3439219" y="2922733"/>
                  </a:lnTo>
                  <a:lnTo>
                    <a:pt x="3440074" y="2787462"/>
                  </a:lnTo>
                  <a:lnTo>
                    <a:pt x="3440930" y="2588672"/>
                  </a:lnTo>
                  <a:lnTo>
                    <a:pt x="3441785" y="2471780"/>
                  </a:lnTo>
                  <a:lnTo>
                    <a:pt x="3442641" y="2393494"/>
                  </a:lnTo>
                  <a:lnTo>
                    <a:pt x="3443496" y="2363636"/>
                  </a:lnTo>
                  <a:lnTo>
                    <a:pt x="3444352" y="2424335"/>
                  </a:lnTo>
                  <a:lnTo>
                    <a:pt x="3445208" y="2566888"/>
                  </a:lnTo>
                  <a:lnTo>
                    <a:pt x="3446063" y="2658383"/>
                  </a:lnTo>
                  <a:lnTo>
                    <a:pt x="3446919" y="2711386"/>
                  </a:lnTo>
                  <a:lnTo>
                    <a:pt x="3447774" y="2737909"/>
                  </a:lnTo>
                  <a:lnTo>
                    <a:pt x="3448630" y="2779089"/>
                  </a:lnTo>
                  <a:lnTo>
                    <a:pt x="3449485" y="2818454"/>
                  </a:lnTo>
                  <a:lnTo>
                    <a:pt x="3450341" y="2845570"/>
                  </a:lnTo>
                  <a:lnTo>
                    <a:pt x="3451196" y="2915864"/>
                  </a:lnTo>
                  <a:lnTo>
                    <a:pt x="3452052" y="2943798"/>
                  </a:lnTo>
                  <a:lnTo>
                    <a:pt x="3452907" y="2926246"/>
                  </a:lnTo>
                  <a:lnTo>
                    <a:pt x="3453763" y="2906362"/>
                  </a:lnTo>
                  <a:lnTo>
                    <a:pt x="3454618" y="2900181"/>
                  </a:lnTo>
                  <a:lnTo>
                    <a:pt x="3455474" y="2912827"/>
                  </a:lnTo>
                  <a:lnTo>
                    <a:pt x="3456329" y="2939065"/>
                  </a:lnTo>
                  <a:lnTo>
                    <a:pt x="3457185" y="2978318"/>
                  </a:lnTo>
                  <a:lnTo>
                    <a:pt x="3458040" y="3010272"/>
                  </a:lnTo>
                  <a:lnTo>
                    <a:pt x="3458896" y="2987116"/>
                  </a:lnTo>
                  <a:lnTo>
                    <a:pt x="3459752" y="2955562"/>
                  </a:lnTo>
                  <a:lnTo>
                    <a:pt x="3460607" y="2868216"/>
                  </a:lnTo>
                  <a:lnTo>
                    <a:pt x="3461463" y="2739900"/>
                  </a:lnTo>
                  <a:lnTo>
                    <a:pt x="3462318" y="2732669"/>
                  </a:lnTo>
                  <a:lnTo>
                    <a:pt x="3463174" y="2792371"/>
                  </a:lnTo>
                  <a:lnTo>
                    <a:pt x="3464029" y="2866724"/>
                  </a:lnTo>
                  <a:lnTo>
                    <a:pt x="3464885" y="2844351"/>
                  </a:lnTo>
                  <a:lnTo>
                    <a:pt x="3465740" y="2854594"/>
                  </a:lnTo>
                  <a:lnTo>
                    <a:pt x="3466596" y="2957547"/>
                  </a:lnTo>
                  <a:lnTo>
                    <a:pt x="3467451" y="2927009"/>
                  </a:lnTo>
                  <a:lnTo>
                    <a:pt x="3468307" y="2882685"/>
                  </a:lnTo>
                  <a:lnTo>
                    <a:pt x="3469162" y="2901316"/>
                  </a:lnTo>
                  <a:lnTo>
                    <a:pt x="3470018" y="3055190"/>
                  </a:lnTo>
                  <a:lnTo>
                    <a:pt x="3470873" y="3116972"/>
                  </a:lnTo>
                  <a:lnTo>
                    <a:pt x="3470873" y="3116972"/>
                  </a:lnTo>
                  <a:lnTo>
                    <a:pt x="3471729" y="3116972"/>
                  </a:lnTo>
                  <a:lnTo>
                    <a:pt x="3472584" y="3114860"/>
                  </a:lnTo>
                  <a:lnTo>
                    <a:pt x="3473440" y="3040869"/>
                  </a:lnTo>
                  <a:lnTo>
                    <a:pt x="3474295" y="2975084"/>
                  </a:lnTo>
                  <a:lnTo>
                    <a:pt x="3475151" y="2888481"/>
                  </a:lnTo>
                  <a:lnTo>
                    <a:pt x="3476007" y="2824774"/>
                  </a:lnTo>
                  <a:lnTo>
                    <a:pt x="3476862" y="2795318"/>
                  </a:lnTo>
                  <a:lnTo>
                    <a:pt x="3477718" y="2813493"/>
                  </a:lnTo>
                  <a:lnTo>
                    <a:pt x="3478573" y="2877873"/>
                  </a:lnTo>
                  <a:lnTo>
                    <a:pt x="3479429" y="2874313"/>
                  </a:lnTo>
                  <a:lnTo>
                    <a:pt x="3480284" y="2788688"/>
                  </a:lnTo>
                  <a:lnTo>
                    <a:pt x="3481140" y="2755500"/>
                  </a:lnTo>
                  <a:lnTo>
                    <a:pt x="3481995" y="2734479"/>
                  </a:lnTo>
                  <a:lnTo>
                    <a:pt x="3482851" y="2784377"/>
                  </a:lnTo>
                  <a:lnTo>
                    <a:pt x="3483706" y="2849042"/>
                  </a:lnTo>
                  <a:lnTo>
                    <a:pt x="3484562" y="2891310"/>
                  </a:lnTo>
                  <a:lnTo>
                    <a:pt x="3485417" y="2978152"/>
                  </a:lnTo>
                  <a:lnTo>
                    <a:pt x="3486273" y="3047385"/>
                  </a:lnTo>
                  <a:lnTo>
                    <a:pt x="3487128" y="3090993"/>
                  </a:lnTo>
                  <a:lnTo>
                    <a:pt x="3487984" y="3065768"/>
                  </a:lnTo>
                  <a:lnTo>
                    <a:pt x="3488839" y="3049009"/>
                  </a:lnTo>
                  <a:lnTo>
                    <a:pt x="3489695" y="3081720"/>
                  </a:lnTo>
                  <a:lnTo>
                    <a:pt x="3490550" y="3116972"/>
                  </a:lnTo>
                  <a:lnTo>
                    <a:pt x="3490550" y="3116972"/>
                  </a:lnTo>
                  <a:lnTo>
                    <a:pt x="3491406" y="3116972"/>
                  </a:lnTo>
                  <a:lnTo>
                    <a:pt x="3492262" y="3116972"/>
                  </a:lnTo>
                  <a:lnTo>
                    <a:pt x="3493117" y="3116972"/>
                  </a:lnTo>
                  <a:lnTo>
                    <a:pt x="3493973" y="3116972"/>
                  </a:lnTo>
                  <a:lnTo>
                    <a:pt x="3494828" y="3116972"/>
                  </a:lnTo>
                  <a:lnTo>
                    <a:pt x="3495684" y="3116972"/>
                  </a:lnTo>
                  <a:lnTo>
                    <a:pt x="3496539" y="3116972"/>
                  </a:lnTo>
                  <a:lnTo>
                    <a:pt x="3497395" y="3116972"/>
                  </a:lnTo>
                  <a:lnTo>
                    <a:pt x="3498250" y="3116972"/>
                  </a:lnTo>
                  <a:lnTo>
                    <a:pt x="3499106" y="3059104"/>
                  </a:lnTo>
                  <a:lnTo>
                    <a:pt x="3499961" y="3006008"/>
                  </a:lnTo>
                  <a:lnTo>
                    <a:pt x="3500817" y="2965897"/>
                  </a:lnTo>
                  <a:lnTo>
                    <a:pt x="3501672" y="2905839"/>
                  </a:lnTo>
                  <a:lnTo>
                    <a:pt x="3502528" y="2921365"/>
                  </a:lnTo>
                  <a:lnTo>
                    <a:pt x="3503383" y="2989015"/>
                  </a:lnTo>
                  <a:lnTo>
                    <a:pt x="3504239" y="3009323"/>
                  </a:lnTo>
                  <a:lnTo>
                    <a:pt x="3505094" y="3116972"/>
                  </a:lnTo>
                  <a:lnTo>
                    <a:pt x="3505094" y="3116972"/>
                  </a:lnTo>
                  <a:lnTo>
                    <a:pt x="3505950" y="3116972"/>
                  </a:lnTo>
                  <a:lnTo>
                    <a:pt x="3506806" y="3116972"/>
                  </a:lnTo>
                  <a:lnTo>
                    <a:pt x="3507661" y="3116972"/>
                  </a:lnTo>
                  <a:lnTo>
                    <a:pt x="3508517" y="3116972"/>
                  </a:lnTo>
                  <a:lnTo>
                    <a:pt x="3509372" y="3116972"/>
                  </a:lnTo>
                  <a:lnTo>
                    <a:pt x="3510228" y="3116972"/>
                  </a:lnTo>
                  <a:lnTo>
                    <a:pt x="3511083" y="3116972"/>
                  </a:lnTo>
                  <a:lnTo>
                    <a:pt x="3511939" y="3072584"/>
                  </a:lnTo>
                  <a:lnTo>
                    <a:pt x="3512794" y="2938628"/>
                  </a:lnTo>
                  <a:lnTo>
                    <a:pt x="3513650" y="2881656"/>
                  </a:lnTo>
                  <a:lnTo>
                    <a:pt x="3514505" y="2904914"/>
                  </a:lnTo>
                  <a:lnTo>
                    <a:pt x="3515361" y="2934300"/>
                  </a:lnTo>
                  <a:lnTo>
                    <a:pt x="3516216" y="2949772"/>
                  </a:lnTo>
                  <a:lnTo>
                    <a:pt x="3517072" y="2935278"/>
                  </a:lnTo>
                  <a:lnTo>
                    <a:pt x="3517927" y="3065044"/>
                  </a:lnTo>
                  <a:lnTo>
                    <a:pt x="3518783" y="3116972"/>
                  </a:lnTo>
                  <a:lnTo>
                    <a:pt x="3518783" y="3116972"/>
                  </a:lnTo>
                  <a:lnTo>
                    <a:pt x="3519638" y="3116972"/>
                  </a:lnTo>
                  <a:lnTo>
                    <a:pt x="3520494" y="3097010"/>
                  </a:lnTo>
                  <a:lnTo>
                    <a:pt x="3521349" y="3091509"/>
                  </a:lnTo>
                  <a:lnTo>
                    <a:pt x="3522205" y="3116804"/>
                  </a:lnTo>
                  <a:lnTo>
                    <a:pt x="3523061" y="3084206"/>
                  </a:lnTo>
                  <a:lnTo>
                    <a:pt x="3523916" y="2997823"/>
                  </a:lnTo>
                  <a:lnTo>
                    <a:pt x="3524772" y="2985683"/>
                  </a:lnTo>
                  <a:lnTo>
                    <a:pt x="3525627" y="3040380"/>
                  </a:lnTo>
                  <a:lnTo>
                    <a:pt x="3526483" y="2948877"/>
                  </a:lnTo>
                  <a:lnTo>
                    <a:pt x="3527338" y="2868566"/>
                  </a:lnTo>
                  <a:lnTo>
                    <a:pt x="3528194" y="2861212"/>
                  </a:lnTo>
                  <a:lnTo>
                    <a:pt x="3529049" y="2906349"/>
                  </a:lnTo>
                  <a:lnTo>
                    <a:pt x="3529905" y="2932627"/>
                  </a:lnTo>
                  <a:lnTo>
                    <a:pt x="3530760" y="2935160"/>
                  </a:lnTo>
                  <a:lnTo>
                    <a:pt x="3531616" y="3060059"/>
                  </a:lnTo>
                  <a:lnTo>
                    <a:pt x="3532471" y="3116972"/>
                  </a:lnTo>
                  <a:lnTo>
                    <a:pt x="3532471" y="3116972"/>
                  </a:lnTo>
                  <a:lnTo>
                    <a:pt x="3533327" y="3116972"/>
                  </a:lnTo>
                  <a:lnTo>
                    <a:pt x="3534182" y="3116972"/>
                  </a:lnTo>
                  <a:lnTo>
                    <a:pt x="3535038" y="3098697"/>
                  </a:lnTo>
                  <a:lnTo>
                    <a:pt x="3535893" y="3041699"/>
                  </a:lnTo>
                  <a:lnTo>
                    <a:pt x="3536749" y="2987289"/>
                  </a:lnTo>
                  <a:lnTo>
                    <a:pt x="3537604" y="2930662"/>
                  </a:lnTo>
                  <a:lnTo>
                    <a:pt x="3538460" y="2923613"/>
                  </a:lnTo>
                  <a:lnTo>
                    <a:pt x="3539316" y="2922341"/>
                  </a:lnTo>
                  <a:lnTo>
                    <a:pt x="3540171" y="2984124"/>
                  </a:lnTo>
                  <a:lnTo>
                    <a:pt x="3541027" y="3058099"/>
                  </a:lnTo>
                  <a:lnTo>
                    <a:pt x="3541882" y="3079113"/>
                  </a:lnTo>
                  <a:lnTo>
                    <a:pt x="3542738" y="3116972"/>
                  </a:lnTo>
                  <a:lnTo>
                    <a:pt x="3542738" y="3116972"/>
                  </a:lnTo>
                  <a:lnTo>
                    <a:pt x="3543593" y="3114667"/>
                  </a:lnTo>
                  <a:lnTo>
                    <a:pt x="3544449" y="3116972"/>
                  </a:lnTo>
                  <a:lnTo>
                    <a:pt x="3544449" y="3116972"/>
                  </a:lnTo>
                  <a:lnTo>
                    <a:pt x="3545304" y="3116972"/>
                  </a:lnTo>
                  <a:lnTo>
                    <a:pt x="3546160" y="3116972"/>
                  </a:lnTo>
                  <a:lnTo>
                    <a:pt x="3547015" y="3116972"/>
                  </a:lnTo>
                  <a:lnTo>
                    <a:pt x="3547871" y="3116972"/>
                  </a:lnTo>
                  <a:lnTo>
                    <a:pt x="3548726" y="3116972"/>
                  </a:lnTo>
                  <a:lnTo>
                    <a:pt x="3549582" y="3097245"/>
                  </a:lnTo>
                  <a:lnTo>
                    <a:pt x="3550437" y="3064944"/>
                  </a:lnTo>
                  <a:lnTo>
                    <a:pt x="3551293" y="3064748"/>
                  </a:lnTo>
                  <a:lnTo>
                    <a:pt x="3552148" y="3096336"/>
                  </a:lnTo>
                  <a:lnTo>
                    <a:pt x="3553004" y="3083444"/>
                  </a:lnTo>
                  <a:lnTo>
                    <a:pt x="3553859" y="3015588"/>
                  </a:lnTo>
                  <a:lnTo>
                    <a:pt x="3554715" y="2950745"/>
                  </a:lnTo>
                  <a:lnTo>
                    <a:pt x="3555571" y="2912865"/>
                  </a:lnTo>
                  <a:lnTo>
                    <a:pt x="3556426" y="2867612"/>
                  </a:lnTo>
                  <a:lnTo>
                    <a:pt x="3557282" y="2810080"/>
                  </a:lnTo>
                  <a:lnTo>
                    <a:pt x="3558137" y="2822972"/>
                  </a:lnTo>
                  <a:lnTo>
                    <a:pt x="3558993" y="2896679"/>
                  </a:lnTo>
                  <a:lnTo>
                    <a:pt x="3559848" y="2994920"/>
                  </a:lnTo>
                  <a:lnTo>
                    <a:pt x="3560704" y="3039392"/>
                  </a:lnTo>
                  <a:lnTo>
                    <a:pt x="3561559" y="3030499"/>
                  </a:lnTo>
                  <a:lnTo>
                    <a:pt x="3562415" y="3045966"/>
                  </a:lnTo>
                  <a:lnTo>
                    <a:pt x="3563270" y="3060740"/>
                  </a:lnTo>
                  <a:lnTo>
                    <a:pt x="3564126" y="3054890"/>
                  </a:lnTo>
                  <a:lnTo>
                    <a:pt x="3564981" y="3037096"/>
                  </a:lnTo>
                  <a:lnTo>
                    <a:pt x="3565837" y="3063897"/>
                  </a:lnTo>
                  <a:lnTo>
                    <a:pt x="3566692" y="3105424"/>
                  </a:lnTo>
                  <a:lnTo>
                    <a:pt x="3567548" y="3077621"/>
                  </a:lnTo>
                  <a:lnTo>
                    <a:pt x="3568403" y="3025877"/>
                  </a:lnTo>
                  <a:lnTo>
                    <a:pt x="3569259" y="3036995"/>
                  </a:lnTo>
                  <a:lnTo>
                    <a:pt x="3570115" y="3075050"/>
                  </a:lnTo>
                  <a:lnTo>
                    <a:pt x="3570970" y="3015625"/>
                  </a:lnTo>
                  <a:lnTo>
                    <a:pt x="3571826" y="2970903"/>
                  </a:lnTo>
                  <a:lnTo>
                    <a:pt x="3572681" y="2993492"/>
                  </a:lnTo>
                  <a:lnTo>
                    <a:pt x="3573537" y="3030464"/>
                  </a:lnTo>
                  <a:lnTo>
                    <a:pt x="3574392" y="3019345"/>
                  </a:lnTo>
                  <a:lnTo>
                    <a:pt x="3575248" y="2965690"/>
                  </a:lnTo>
                  <a:lnTo>
                    <a:pt x="3576103" y="2964764"/>
                  </a:lnTo>
                  <a:lnTo>
                    <a:pt x="3576959" y="2974417"/>
                  </a:lnTo>
                  <a:lnTo>
                    <a:pt x="3577814" y="2974260"/>
                  </a:lnTo>
                  <a:lnTo>
                    <a:pt x="3578670" y="2975452"/>
                  </a:lnTo>
                  <a:lnTo>
                    <a:pt x="3579525" y="2928412"/>
                  </a:lnTo>
                  <a:lnTo>
                    <a:pt x="3580381" y="2874747"/>
                  </a:lnTo>
                  <a:lnTo>
                    <a:pt x="3581236" y="2893967"/>
                  </a:lnTo>
                  <a:lnTo>
                    <a:pt x="3582092" y="2950494"/>
                  </a:lnTo>
                  <a:lnTo>
                    <a:pt x="3582947" y="2962699"/>
                  </a:lnTo>
                  <a:lnTo>
                    <a:pt x="3583803" y="2864814"/>
                  </a:lnTo>
                  <a:lnTo>
                    <a:pt x="3584658" y="2867346"/>
                  </a:lnTo>
                  <a:lnTo>
                    <a:pt x="3585514" y="2921008"/>
                  </a:lnTo>
                  <a:lnTo>
                    <a:pt x="3586370" y="2925091"/>
                  </a:lnTo>
                  <a:lnTo>
                    <a:pt x="3587225" y="2890721"/>
                  </a:lnTo>
                  <a:lnTo>
                    <a:pt x="3588081" y="2879886"/>
                  </a:lnTo>
                  <a:lnTo>
                    <a:pt x="3588936" y="2890579"/>
                  </a:lnTo>
                  <a:lnTo>
                    <a:pt x="3589792" y="2816481"/>
                  </a:lnTo>
                  <a:lnTo>
                    <a:pt x="3590647" y="2764332"/>
                  </a:lnTo>
                  <a:lnTo>
                    <a:pt x="3591503" y="2776121"/>
                  </a:lnTo>
                  <a:lnTo>
                    <a:pt x="3592358" y="2799230"/>
                  </a:lnTo>
                  <a:lnTo>
                    <a:pt x="3593214" y="2797863"/>
                  </a:lnTo>
                  <a:lnTo>
                    <a:pt x="3594069" y="2803103"/>
                  </a:lnTo>
                  <a:lnTo>
                    <a:pt x="3594925" y="2888287"/>
                  </a:lnTo>
                  <a:lnTo>
                    <a:pt x="3595780" y="2906225"/>
                  </a:lnTo>
                  <a:lnTo>
                    <a:pt x="3596636" y="2877732"/>
                  </a:lnTo>
                  <a:lnTo>
                    <a:pt x="3597491" y="2877734"/>
                  </a:lnTo>
                  <a:lnTo>
                    <a:pt x="3598347" y="2893583"/>
                  </a:lnTo>
                  <a:lnTo>
                    <a:pt x="3599202" y="2974342"/>
                  </a:lnTo>
                  <a:lnTo>
                    <a:pt x="3600058" y="3007765"/>
                  </a:lnTo>
                  <a:lnTo>
                    <a:pt x="3600913" y="3066570"/>
                  </a:lnTo>
                  <a:lnTo>
                    <a:pt x="3601769" y="3109595"/>
                  </a:lnTo>
                  <a:lnTo>
                    <a:pt x="3602625" y="3084155"/>
                  </a:lnTo>
                  <a:lnTo>
                    <a:pt x="3603480" y="3011891"/>
                  </a:lnTo>
                  <a:lnTo>
                    <a:pt x="3604336" y="2897227"/>
                  </a:lnTo>
                  <a:lnTo>
                    <a:pt x="3605191" y="2860569"/>
                  </a:lnTo>
                  <a:lnTo>
                    <a:pt x="3606047" y="2819813"/>
                  </a:lnTo>
                  <a:lnTo>
                    <a:pt x="3606902" y="2750031"/>
                  </a:lnTo>
                  <a:lnTo>
                    <a:pt x="3607758" y="2756216"/>
                  </a:lnTo>
                  <a:lnTo>
                    <a:pt x="3608613" y="2861331"/>
                  </a:lnTo>
                  <a:lnTo>
                    <a:pt x="3609469" y="2972476"/>
                  </a:lnTo>
                  <a:lnTo>
                    <a:pt x="3610324" y="2999739"/>
                  </a:lnTo>
                  <a:lnTo>
                    <a:pt x="3611180" y="3045669"/>
                  </a:lnTo>
                  <a:lnTo>
                    <a:pt x="3612035" y="3116972"/>
                  </a:lnTo>
                  <a:lnTo>
                    <a:pt x="3612035" y="3116972"/>
                  </a:lnTo>
                  <a:lnTo>
                    <a:pt x="3612891" y="3116972"/>
                  </a:lnTo>
                  <a:lnTo>
                    <a:pt x="3613746" y="3116972"/>
                  </a:lnTo>
                  <a:lnTo>
                    <a:pt x="3614602" y="3116972"/>
                  </a:lnTo>
                  <a:lnTo>
                    <a:pt x="3615457" y="3116972"/>
                  </a:lnTo>
                  <a:lnTo>
                    <a:pt x="3616313" y="3077245"/>
                  </a:lnTo>
                  <a:lnTo>
                    <a:pt x="3617169" y="3034969"/>
                  </a:lnTo>
                  <a:lnTo>
                    <a:pt x="3618024" y="2976192"/>
                  </a:lnTo>
                  <a:lnTo>
                    <a:pt x="3618880" y="2938121"/>
                  </a:lnTo>
                  <a:lnTo>
                    <a:pt x="3619735" y="2921653"/>
                  </a:lnTo>
                  <a:lnTo>
                    <a:pt x="3620591" y="2932729"/>
                  </a:lnTo>
                  <a:lnTo>
                    <a:pt x="3621446" y="2910457"/>
                  </a:lnTo>
                  <a:lnTo>
                    <a:pt x="3622302" y="2843302"/>
                  </a:lnTo>
                  <a:lnTo>
                    <a:pt x="3623157" y="2852245"/>
                  </a:lnTo>
                  <a:lnTo>
                    <a:pt x="3624013" y="2774101"/>
                  </a:lnTo>
                  <a:lnTo>
                    <a:pt x="3624868" y="2677200"/>
                  </a:lnTo>
                  <a:lnTo>
                    <a:pt x="3625724" y="2622648"/>
                  </a:lnTo>
                  <a:lnTo>
                    <a:pt x="3626579" y="2718706"/>
                  </a:lnTo>
                  <a:lnTo>
                    <a:pt x="3627435" y="2816232"/>
                  </a:lnTo>
                  <a:lnTo>
                    <a:pt x="3628290" y="2758601"/>
                  </a:lnTo>
                  <a:lnTo>
                    <a:pt x="3629146" y="2723636"/>
                  </a:lnTo>
                  <a:lnTo>
                    <a:pt x="3630001" y="2745116"/>
                  </a:lnTo>
                  <a:lnTo>
                    <a:pt x="3630857" y="2762921"/>
                  </a:lnTo>
                  <a:lnTo>
                    <a:pt x="3631712" y="2797343"/>
                  </a:lnTo>
                  <a:lnTo>
                    <a:pt x="3632568" y="2862293"/>
                  </a:lnTo>
                  <a:lnTo>
                    <a:pt x="3633424" y="2951510"/>
                  </a:lnTo>
                  <a:lnTo>
                    <a:pt x="3634279" y="3021991"/>
                  </a:lnTo>
                  <a:lnTo>
                    <a:pt x="3635135" y="2993241"/>
                  </a:lnTo>
                  <a:lnTo>
                    <a:pt x="3635990" y="2969346"/>
                  </a:lnTo>
                  <a:lnTo>
                    <a:pt x="3636846" y="2823083"/>
                  </a:lnTo>
                  <a:lnTo>
                    <a:pt x="3637701" y="2580643"/>
                  </a:lnTo>
                  <a:lnTo>
                    <a:pt x="3638557" y="2404679"/>
                  </a:lnTo>
                  <a:lnTo>
                    <a:pt x="3639412" y="2298572"/>
                  </a:lnTo>
                  <a:lnTo>
                    <a:pt x="3640268" y="2314411"/>
                  </a:lnTo>
                  <a:lnTo>
                    <a:pt x="3641123" y="2410553"/>
                  </a:lnTo>
                  <a:lnTo>
                    <a:pt x="3641979" y="2449328"/>
                  </a:lnTo>
                  <a:lnTo>
                    <a:pt x="3642834" y="2416906"/>
                  </a:lnTo>
                  <a:lnTo>
                    <a:pt x="3643690" y="2342561"/>
                  </a:lnTo>
                  <a:lnTo>
                    <a:pt x="3644545" y="2391807"/>
                  </a:lnTo>
                  <a:lnTo>
                    <a:pt x="3645401" y="2396356"/>
                  </a:lnTo>
                  <a:lnTo>
                    <a:pt x="3646256" y="2200512"/>
                  </a:lnTo>
                  <a:lnTo>
                    <a:pt x="3647112" y="2027824"/>
                  </a:lnTo>
                  <a:lnTo>
                    <a:pt x="3647967" y="2065806"/>
                  </a:lnTo>
                  <a:lnTo>
                    <a:pt x="3648823" y="2199733"/>
                  </a:lnTo>
                  <a:lnTo>
                    <a:pt x="3649679" y="2182201"/>
                  </a:lnTo>
                  <a:lnTo>
                    <a:pt x="3650534" y="2122890"/>
                  </a:lnTo>
                  <a:lnTo>
                    <a:pt x="3651390" y="2138071"/>
                  </a:lnTo>
                  <a:lnTo>
                    <a:pt x="3652245" y="2190099"/>
                  </a:lnTo>
                  <a:lnTo>
                    <a:pt x="3653101" y="2152942"/>
                  </a:lnTo>
                  <a:lnTo>
                    <a:pt x="3653956" y="2056871"/>
                  </a:lnTo>
                  <a:lnTo>
                    <a:pt x="3654812" y="2018365"/>
                  </a:lnTo>
                  <a:lnTo>
                    <a:pt x="3655667" y="1914187"/>
                  </a:lnTo>
                  <a:lnTo>
                    <a:pt x="3656523" y="1777521"/>
                  </a:lnTo>
                  <a:lnTo>
                    <a:pt x="3657378" y="1687609"/>
                  </a:lnTo>
                  <a:lnTo>
                    <a:pt x="3658234" y="1661158"/>
                  </a:lnTo>
                  <a:lnTo>
                    <a:pt x="3659089" y="1638155"/>
                  </a:lnTo>
                  <a:lnTo>
                    <a:pt x="3659945" y="1553190"/>
                  </a:lnTo>
                  <a:lnTo>
                    <a:pt x="3660800" y="1591427"/>
                  </a:lnTo>
                  <a:lnTo>
                    <a:pt x="3661656" y="1656155"/>
                  </a:lnTo>
                  <a:lnTo>
                    <a:pt x="3662511" y="1672473"/>
                  </a:lnTo>
                  <a:lnTo>
                    <a:pt x="3663367" y="1646315"/>
                  </a:lnTo>
                  <a:lnTo>
                    <a:pt x="3664223" y="1577204"/>
                  </a:lnTo>
                  <a:lnTo>
                    <a:pt x="3665078" y="1615653"/>
                  </a:lnTo>
                  <a:lnTo>
                    <a:pt x="3665934" y="1688223"/>
                  </a:lnTo>
                  <a:lnTo>
                    <a:pt x="3666789" y="1762434"/>
                  </a:lnTo>
                  <a:lnTo>
                    <a:pt x="3667645" y="1908238"/>
                  </a:lnTo>
                  <a:lnTo>
                    <a:pt x="3668500" y="2138180"/>
                  </a:lnTo>
                  <a:lnTo>
                    <a:pt x="3669356" y="2292295"/>
                  </a:lnTo>
                  <a:lnTo>
                    <a:pt x="3670211" y="2342969"/>
                  </a:lnTo>
                  <a:lnTo>
                    <a:pt x="3671067" y="2391247"/>
                  </a:lnTo>
                  <a:lnTo>
                    <a:pt x="3671922" y="2502245"/>
                  </a:lnTo>
                  <a:lnTo>
                    <a:pt x="3672778" y="2519110"/>
                  </a:lnTo>
                  <a:lnTo>
                    <a:pt x="3673633" y="2347286"/>
                  </a:lnTo>
                  <a:lnTo>
                    <a:pt x="3674489" y="2274083"/>
                  </a:lnTo>
                  <a:lnTo>
                    <a:pt x="3675344" y="2180203"/>
                  </a:lnTo>
                  <a:lnTo>
                    <a:pt x="3676200" y="2040622"/>
                  </a:lnTo>
                  <a:lnTo>
                    <a:pt x="3677055" y="1888850"/>
                  </a:lnTo>
                  <a:lnTo>
                    <a:pt x="3677911" y="1709335"/>
                  </a:lnTo>
                  <a:lnTo>
                    <a:pt x="3678766" y="1628175"/>
                  </a:lnTo>
                  <a:lnTo>
                    <a:pt x="3679622" y="1532269"/>
                  </a:lnTo>
                  <a:lnTo>
                    <a:pt x="3680478" y="1463428"/>
                  </a:lnTo>
                  <a:lnTo>
                    <a:pt x="3681333" y="1357047"/>
                  </a:lnTo>
                  <a:lnTo>
                    <a:pt x="3682189" y="1322241"/>
                  </a:lnTo>
                  <a:lnTo>
                    <a:pt x="3683044" y="1426312"/>
                  </a:lnTo>
                  <a:lnTo>
                    <a:pt x="3683900" y="1512607"/>
                  </a:lnTo>
                  <a:lnTo>
                    <a:pt x="3684755" y="1702562"/>
                  </a:lnTo>
                  <a:lnTo>
                    <a:pt x="3685611" y="1878464"/>
                  </a:lnTo>
                  <a:lnTo>
                    <a:pt x="3686466" y="1892294"/>
                  </a:lnTo>
                  <a:lnTo>
                    <a:pt x="3687322" y="1849653"/>
                  </a:lnTo>
                  <a:lnTo>
                    <a:pt x="3688177" y="1771389"/>
                  </a:lnTo>
                  <a:lnTo>
                    <a:pt x="3689033" y="1604257"/>
                  </a:lnTo>
                  <a:lnTo>
                    <a:pt x="3689888" y="1308187"/>
                  </a:lnTo>
                  <a:lnTo>
                    <a:pt x="3690744" y="1102275"/>
                  </a:lnTo>
                  <a:lnTo>
                    <a:pt x="3691599" y="1069127"/>
                  </a:lnTo>
                  <a:lnTo>
                    <a:pt x="3692455" y="1069263"/>
                  </a:lnTo>
                  <a:lnTo>
                    <a:pt x="3693310" y="1091198"/>
                  </a:lnTo>
                  <a:lnTo>
                    <a:pt x="3694166" y="1244994"/>
                  </a:lnTo>
                  <a:lnTo>
                    <a:pt x="3695021" y="1521141"/>
                  </a:lnTo>
                  <a:lnTo>
                    <a:pt x="3695877" y="1798934"/>
                  </a:lnTo>
                  <a:lnTo>
                    <a:pt x="3696733" y="2095535"/>
                  </a:lnTo>
                  <a:lnTo>
                    <a:pt x="3697588" y="2277114"/>
                  </a:lnTo>
                  <a:lnTo>
                    <a:pt x="3698444" y="2341177"/>
                  </a:lnTo>
                  <a:lnTo>
                    <a:pt x="3699299" y="2402068"/>
                  </a:lnTo>
                  <a:lnTo>
                    <a:pt x="3700155" y="2392884"/>
                  </a:lnTo>
                  <a:lnTo>
                    <a:pt x="3701010" y="2427101"/>
                  </a:lnTo>
                  <a:lnTo>
                    <a:pt x="3701866" y="2517522"/>
                  </a:lnTo>
                  <a:lnTo>
                    <a:pt x="3702721" y="2626351"/>
                  </a:lnTo>
                  <a:lnTo>
                    <a:pt x="3703577" y="2720119"/>
                  </a:lnTo>
                  <a:lnTo>
                    <a:pt x="3704432" y="2834795"/>
                  </a:lnTo>
                  <a:lnTo>
                    <a:pt x="3705288" y="2952937"/>
                  </a:lnTo>
                  <a:lnTo>
                    <a:pt x="3706143" y="2991876"/>
                  </a:lnTo>
                  <a:lnTo>
                    <a:pt x="3706999" y="2967301"/>
                  </a:lnTo>
                  <a:lnTo>
                    <a:pt x="3707854" y="2947727"/>
                  </a:lnTo>
                  <a:lnTo>
                    <a:pt x="3708710" y="2932078"/>
                  </a:lnTo>
                  <a:lnTo>
                    <a:pt x="3709565" y="2958186"/>
                  </a:lnTo>
                  <a:lnTo>
                    <a:pt x="3710421" y="3003811"/>
                  </a:lnTo>
                  <a:lnTo>
                    <a:pt x="3711277" y="2946501"/>
                  </a:lnTo>
                  <a:lnTo>
                    <a:pt x="3712132" y="2867319"/>
                  </a:lnTo>
                  <a:lnTo>
                    <a:pt x="3712988" y="2836679"/>
                  </a:lnTo>
                  <a:lnTo>
                    <a:pt x="3713843" y="2818448"/>
                  </a:lnTo>
                  <a:lnTo>
                    <a:pt x="3714699" y="2675789"/>
                  </a:lnTo>
                  <a:lnTo>
                    <a:pt x="3715554" y="2568243"/>
                  </a:lnTo>
                  <a:lnTo>
                    <a:pt x="3716410" y="2579269"/>
                  </a:lnTo>
                  <a:lnTo>
                    <a:pt x="3717265" y="2620387"/>
                  </a:lnTo>
                  <a:lnTo>
                    <a:pt x="3718121" y="2643340"/>
                  </a:lnTo>
                  <a:lnTo>
                    <a:pt x="3718976" y="2679290"/>
                  </a:lnTo>
                  <a:lnTo>
                    <a:pt x="3719832" y="2735478"/>
                  </a:lnTo>
                  <a:lnTo>
                    <a:pt x="3720687" y="2690625"/>
                  </a:lnTo>
                  <a:lnTo>
                    <a:pt x="3721543" y="2677125"/>
                  </a:lnTo>
                  <a:lnTo>
                    <a:pt x="3722398" y="2685016"/>
                  </a:lnTo>
                  <a:lnTo>
                    <a:pt x="3723254" y="2793213"/>
                  </a:lnTo>
                  <a:lnTo>
                    <a:pt x="3724109" y="2918996"/>
                  </a:lnTo>
                  <a:lnTo>
                    <a:pt x="3724965" y="2989506"/>
                  </a:lnTo>
                  <a:lnTo>
                    <a:pt x="3725820" y="3096442"/>
                  </a:lnTo>
                  <a:lnTo>
                    <a:pt x="3726676" y="3116972"/>
                  </a:lnTo>
                  <a:lnTo>
                    <a:pt x="3726676" y="3116972"/>
                  </a:lnTo>
                  <a:lnTo>
                    <a:pt x="3727532" y="3116972"/>
                  </a:lnTo>
                  <a:lnTo>
                    <a:pt x="3728387" y="3013735"/>
                  </a:lnTo>
                  <a:lnTo>
                    <a:pt x="3729243" y="2986822"/>
                  </a:lnTo>
                  <a:lnTo>
                    <a:pt x="3730098" y="3036242"/>
                  </a:lnTo>
                  <a:lnTo>
                    <a:pt x="3730954" y="3012628"/>
                  </a:lnTo>
                  <a:lnTo>
                    <a:pt x="3731809" y="2962765"/>
                  </a:lnTo>
                  <a:lnTo>
                    <a:pt x="3732665" y="3039622"/>
                  </a:lnTo>
                  <a:lnTo>
                    <a:pt x="3733520" y="3091706"/>
                  </a:lnTo>
                  <a:lnTo>
                    <a:pt x="3734376" y="3051285"/>
                  </a:lnTo>
                  <a:lnTo>
                    <a:pt x="3735231" y="2917344"/>
                  </a:lnTo>
                  <a:lnTo>
                    <a:pt x="3736087" y="2912909"/>
                  </a:lnTo>
                  <a:lnTo>
                    <a:pt x="3736942" y="3001100"/>
                  </a:lnTo>
                  <a:lnTo>
                    <a:pt x="3737798" y="3084974"/>
                  </a:lnTo>
                  <a:lnTo>
                    <a:pt x="3738653" y="3116972"/>
                  </a:lnTo>
                  <a:lnTo>
                    <a:pt x="3738653" y="3116972"/>
                  </a:lnTo>
                  <a:lnTo>
                    <a:pt x="3739509" y="3116972"/>
                  </a:lnTo>
                  <a:lnTo>
                    <a:pt x="3740364" y="3116972"/>
                  </a:lnTo>
                  <a:lnTo>
                    <a:pt x="3741220" y="3116972"/>
                  </a:lnTo>
                  <a:lnTo>
                    <a:pt x="3742075" y="3116972"/>
                  </a:lnTo>
                  <a:lnTo>
                    <a:pt x="3742931" y="3100788"/>
                  </a:lnTo>
                  <a:lnTo>
                    <a:pt x="3743787" y="2998991"/>
                  </a:lnTo>
                  <a:lnTo>
                    <a:pt x="3744642" y="3026844"/>
                  </a:lnTo>
                  <a:lnTo>
                    <a:pt x="3745498" y="3098425"/>
                  </a:lnTo>
                  <a:lnTo>
                    <a:pt x="3746353" y="3116972"/>
                  </a:lnTo>
                  <a:lnTo>
                    <a:pt x="3746353" y="3116972"/>
                  </a:lnTo>
                  <a:lnTo>
                    <a:pt x="3747209" y="3109152"/>
                  </a:lnTo>
                  <a:lnTo>
                    <a:pt x="3748064" y="2954323"/>
                  </a:lnTo>
                  <a:lnTo>
                    <a:pt x="3748920" y="2958137"/>
                  </a:lnTo>
                  <a:lnTo>
                    <a:pt x="3749775" y="2918037"/>
                  </a:lnTo>
                  <a:lnTo>
                    <a:pt x="3750631" y="2854733"/>
                  </a:lnTo>
                  <a:lnTo>
                    <a:pt x="3751486" y="2811421"/>
                  </a:lnTo>
                  <a:lnTo>
                    <a:pt x="3752342" y="2857787"/>
                  </a:lnTo>
                  <a:lnTo>
                    <a:pt x="3753197" y="3018190"/>
                  </a:lnTo>
                  <a:lnTo>
                    <a:pt x="3754053" y="3116972"/>
                  </a:lnTo>
                  <a:lnTo>
                    <a:pt x="3754053" y="3116972"/>
                  </a:lnTo>
                  <a:lnTo>
                    <a:pt x="3754908" y="3116972"/>
                  </a:lnTo>
                  <a:lnTo>
                    <a:pt x="3755764" y="3116972"/>
                  </a:lnTo>
                  <a:lnTo>
                    <a:pt x="3756619" y="3116972"/>
                  </a:lnTo>
                  <a:lnTo>
                    <a:pt x="3757475" y="3116972"/>
                  </a:lnTo>
                  <a:lnTo>
                    <a:pt x="3758331" y="3116972"/>
                  </a:lnTo>
                  <a:lnTo>
                    <a:pt x="3759186" y="3116972"/>
                  </a:lnTo>
                  <a:lnTo>
                    <a:pt x="3760042" y="3116972"/>
                  </a:lnTo>
                  <a:lnTo>
                    <a:pt x="3760897" y="3116972"/>
                  </a:lnTo>
                  <a:lnTo>
                    <a:pt x="3761753" y="3116972"/>
                  </a:lnTo>
                  <a:lnTo>
                    <a:pt x="3762608" y="3116972"/>
                  </a:lnTo>
                  <a:lnTo>
                    <a:pt x="3763464" y="3116972"/>
                  </a:lnTo>
                  <a:lnTo>
                    <a:pt x="3764319" y="3116972"/>
                  </a:lnTo>
                  <a:lnTo>
                    <a:pt x="3765175" y="3116972"/>
                  </a:lnTo>
                  <a:lnTo>
                    <a:pt x="3766030" y="3116972"/>
                  </a:lnTo>
                  <a:lnTo>
                    <a:pt x="3766886" y="3027697"/>
                  </a:lnTo>
                  <a:lnTo>
                    <a:pt x="3767741" y="2940307"/>
                  </a:lnTo>
                  <a:lnTo>
                    <a:pt x="3768597" y="2922951"/>
                  </a:lnTo>
                  <a:lnTo>
                    <a:pt x="3769452" y="2964358"/>
                  </a:lnTo>
                  <a:lnTo>
                    <a:pt x="3770308" y="3027415"/>
                  </a:lnTo>
                  <a:lnTo>
                    <a:pt x="3771163" y="3103379"/>
                  </a:lnTo>
                  <a:lnTo>
                    <a:pt x="3772019" y="3116972"/>
                  </a:lnTo>
                  <a:lnTo>
                    <a:pt x="3772019" y="3116972"/>
                  </a:lnTo>
                  <a:lnTo>
                    <a:pt x="3772874" y="3116972"/>
                  </a:lnTo>
                  <a:lnTo>
                    <a:pt x="3773730" y="3116972"/>
                  </a:lnTo>
                  <a:lnTo>
                    <a:pt x="3774586" y="3116972"/>
                  </a:lnTo>
                  <a:lnTo>
                    <a:pt x="3775441" y="3116972"/>
                  </a:lnTo>
                  <a:lnTo>
                    <a:pt x="3776297" y="3116972"/>
                  </a:lnTo>
                  <a:lnTo>
                    <a:pt x="3777152" y="3116972"/>
                  </a:lnTo>
                  <a:lnTo>
                    <a:pt x="3778008" y="3116972"/>
                  </a:lnTo>
                  <a:lnTo>
                    <a:pt x="3778863" y="3116972"/>
                  </a:lnTo>
                  <a:lnTo>
                    <a:pt x="3779719" y="3116972"/>
                  </a:lnTo>
                  <a:lnTo>
                    <a:pt x="3780574" y="3116972"/>
                  </a:lnTo>
                  <a:lnTo>
                    <a:pt x="3781430" y="3116972"/>
                  </a:lnTo>
                  <a:lnTo>
                    <a:pt x="3782285" y="3116972"/>
                  </a:lnTo>
                  <a:lnTo>
                    <a:pt x="3783141" y="3032140"/>
                  </a:lnTo>
                  <a:lnTo>
                    <a:pt x="3783996" y="2981967"/>
                  </a:lnTo>
                  <a:lnTo>
                    <a:pt x="3784852" y="3022933"/>
                  </a:lnTo>
                  <a:lnTo>
                    <a:pt x="3785707" y="3114918"/>
                  </a:lnTo>
                  <a:lnTo>
                    <a:pt x="3786563" y="3116972"/>
                  </a:lnTo>
                  <a:lnTo>
                    <a:pt x="3786563" y="3116972"/>
                  </a:lnTo>
                  <a:lnTo>
                    <a:pt x="3787418" y="3116972"/>
                  </a:lnTo>
                  <a:lnTo>
                    <a:pt x="3788274" y="3116972"/>
                  </a:lnTo>
                  <a:lnTo>
                    <a:pt x="3789129" y="3116972"/>
                  </a:lnTo>
                  <a:lnTo>
                    <a:pt x="3789985" y="3116972"/>
                  </a:lnTo>
                  <a:lnTo>
                    <a:pt x="3790841" y="3116972"/>
                  </a:lnTo>
                  <a:lnTo>
                    <a:pt x="3791696" y="3116972"/>
                  </a:lnTo>
                  <a:lnTo>
                    <a:pt x="3792552" y="2993705"/>
                  </a:lnTo>
                  <a:lnTo>
                    <a:pt x="3793407" y="2994112"/>
                  </a:lnTo>
                  <a:lnTo>
                    <a:pt x="3794263" y="3042526"/>
                  </a:lnTo>
                  <a:lnTo>
                    <a:pt x="3795118" y="3039255"/>
                  </a:lnTo>
                  <a:lnTo>
                    <a:pt x="3795974" y="3116972"/>
                  </a:lnTo>
                  <a:lnTo>
                    <a:pt x="3795974" y="3116972"/>
                  </a:lnTo>
                  <a:lnTo>
                    <a:pt x="3796829" y="3116972"/>
                  </a:lnTo>
                  <a:lnTo>
                    <a:pt x="3797685" y="3116972"/>
                  </a:lnTo>
                  <a:lnTo>
                    <a:pt x="3798540" y="3116972"/>
                  </a:lnTo>
                  <a:lnTo>
                    <a:pt x="3799396" y="3095891"/>
                  </a:lnTo>
                  <a:lnTo>
                    <a:pt x="3800251" y="3102239"/>
                  </a:lnTo>
                  <a:lnTo>
                    <a:pt x="3801107" y="3045974"/>
                  </a:lnTo>
                  <a:lnTo>
                    <a:pt x="3801962" y="2997215"/>
                  </a:lnTo>
                  <a:lnTo>
                    <a:pt x="3802818" y="2982860"/>
                  </a:lnTo>
                  <a:lnTo>
                    <a:pt x="3803673" y="3016804"/>
                  </a:lnTo>
                  <a:lnTo>
                    <a:pt x="3804529" y="3062328"/>
                  </a:lnTo>
                  <a:lnTo>
                    <a:pt x="3805384" y="3113847"/>
                  </a:lnTo>
                  <a:lnTo>
                    <a:pt x="3806240" y="3116972"/>
                  </a:lnTo>
                  <a:lnTo>
                    <a:pt x="3806240" y="3116972"/>
                  </a:lnTo>
                  <a:lnTo>
                    <a:pt x="3807096" y="3116972"/>
                  </a:lnTo>
                  <a:lnTo>
                    <a:pt x="3807951" y="3080255"/>
                  </a:lnTo>
                  <a:lnTo>
                    <a:pt x="3808807" y="3064007"/>
                  </a:lnTo>
                  <a:lnTo>
                    <a:pt x="3809662" y="3028441"/>
                  </a:lnTo>
                  <a:lnTo>
                    <a:pt x="3810518" y="2960488"/>
                  </a:lnTo>
                  <a:lnTo>
                    <a:pt x="3811373" y="2868260"/>
                  </a:lnTo>
                  <a:lnTo>
                    <a:pt x="3812229" y="2852388"/>
                  </a:lnTo>
                  <a:lnTo>
                    <a:pt x="3813084" y="2905808"/>
                  </a:lnTo>
                  <a:lnTo>
                    <a:pt x="3813940" y="3000770"/>
                  </a:lnTo>
                  <a:lnTo>
                    <a:pt x="3814795" y="3116972"/>
                  </a:lnTo>
                  <a:lnTo>
                    <a:pt x="3814795" y="3116972"/>
                  </a:lnTo>
                  <a:lnTo>
                    <a:pt x="3815651" y="3116972"/>
                  </a:lnTo>
                  <a:lnTo>
                    <a:pt x="3816506" y="3116972"/>
                  </a:lnTo>
                  <a:lnTo>
                    <a:pt x="3817362" y="3116972"/>
                  </a:lnTo>
                  <a:lnTo>
                    <a:pt x="3818217" y="3116972"/>
                  </a:lnTo>
                  <a:lnTo>
                    <a:pt x="3819073" y="3116972"/>
                  </a:lnTo>
                  <a:lnTo>
                    <a:pt x="3819928" y="3116972"/>
                  </a:lnTo>
                  <a:lnTo>
                    <a:pt x="3820784" y="3116972"/>
                  </a:lnTo>
                  <a:lnTo>
                    <a:pt x="3821640" y="3116972"/>
                  </a:lnTo>
                  <a:lnTo>
                    <a:pt x="3822495" y="3099718"/>
                  </a:lnTo>
                  <a:lnTo>
                    <a:pt x="3823351" y="2974491"/>
                  </a:lnTo>
                  <a:lnTo>
                    <a:pt x="3824206" y="2961529"/>
                  </a:lnTo>
                  <a:lnTo>
                    <a:pt x="3825062" y="2946687"/>
                  </a:lnTo>
                  <a:lnTo>
                    <a:pt x="3825917" y="2998134"/>
                  </a:lnTo>
                  <a:lnTo>
                    <a:pt x="3826773" y="3116972"/>
                  </a:lnTo>
                  <a:lnTo>
                    <a:pt x="3826773" y="3116972"/>
                  </a:lnTo>
                  <a:lnTo>
                    <a:pt x="3827628" y="3116972"/>
                  </a:lnTo>
                  <a:lnTo>
                    <a:pt x="3828484" y="3116972"/>
                  </a:lnTo>
                  <a:lnTo>
                    <a:pt x="3829339" y="3116972"/>
                  </a:lnTo>
                  <a:lnTo>
                    <a:pt x="3830195" y="3116972"/>
                  </a:lnTo>
                  <a:lnTo>
                    <a:pt x="3831050" y="3116972"/>
                  </a:lnTo>
                  <a:lnTo>
                    <a:pt x="3831906" y="3116972"/>
                  </a:lnTo>
                  <a:lnTo>
                    <a:pt x="3832761" y="3116972"/>
                  </a:lnTo>
                  <a:lnTo>
                    <a:pt x="3833617" y="3116972"/>
                  </a:lnTo>
                  <a:lnTo>
                    <a:pt x="3834472" y="3116972"/>
                  </a:lnTo>
                  <a:lnTo>
                    <a:pt x="3835328" y="3116972"/>
                  </a:lnTo>
                  <a:lnTo>
                    <a:pt x="3836183" y="3116972"/>
                  </a:lnTo>
                  <a:lnTo>
                    <a:pt x="3837039" y="3116972"/>
                  </a:lnTo>
                  <a:lnTo>
                    <a:pt x="3837895" y="3116972"/>
                  </a:lnTo>
                  <a:lnTo>
                    <a:pt x="3838750" y="3116972"/>
                  </a:lnTo>
                  <a:lnTo>
                    <a:pt x="3839606" y="3116972"/>
                  </a:lnTo>
                  <a:lnTo>
                    <a:pt x="3840461" y="3116972"/>
                  </a:lnTo>
                  <a:lnTo>
                    <a:pt x="3841317" y="3116972"/>
                  </a:lnTo>
                  <a:lnTo>
                    <a:pt x="3842172" y="3116972"/>
                  </a:lnTo>
                  <a:lnTo>
                    <a:pt x="3843028" y="3116972"/>
                  </a:lnTo>
                  <a:lnTo>
                    <a:pt x="3843883" y="3116972"/>
                  </a:lnTo>
                  <a:lnTo>
                    <a:pt x="3844739" y="3116972"/>
                  </a:lnTo>
                  <a:lnTo>
                    <a:pt x="3845594" y="3116972"/>
                  </a:lnTo>
                  <a:lnTo>
                    <a:pt x="3846450" y="2993272"/>
                  </a:lnTo>
                  <a:lnTo>
                    <a:pt x="3847305" y="2935412"/>
                  </a:lnTo>
                  <a:lnTo>
                    <a:pt x="3848161" y="2943992"/>
                  </a:lnTo>
                  <a:lnTo>
                    <a:pt x="3849016" y="2984695"/>
                  </a:lnTo>
                  <a:lnTo>
                    <a:pt x="3849872" y="3008988"/>
                  </a:lnTo>
                  <a:lnTo>
                    <a:pt x="3850727" y="3031441"/>
                  </a:lnTo>
                  <a:lnTo>
                    <a:pt x="3851583" y="3116972"/>
                  </a:lnTo>
                  <a:lnTo>
                    <a:pt x="3851583" y="3116972"/>
                  </a:lnTo>
                  <a:lnTo>
                    <a:pt x="3852438" y="3116972"/>
                  </a:lnTo>
                  <a:lnTo>
                    <a:pt x="3853294" y="3116972"/>
                  </a:lnTo>
                  <a:lnTo>
                    <a:pt x="3854150" y="3116972"/>
                  </a:lnTo>
                  <a:lnTo>
                    <a:pt x="3855005" y="3116972"/>
                  </a:lnTo>
                  <a:lnTo>
                    <a:pt x="3855861" y="3116972"/>
                  </a:lnTo>
                  <a:lnTo>
                    <a:pt x="3856716" y="3116972"/>
                  </a:lnTo>
                  <a:lnTo>
                    <a:pt x="3857572" y="3116972"/>
                  </a:lnTo>
                  <a:lnTo>
                    <a:pt x="3858427" y="3116972"/>
                  </a:lnTo>
                  <a:lnTo>
                    <a:pt x="3859283" y="3116972"/>
                  </a:lnTo>
                  <a:lnTo>
                    <a:pt x="3860138" y="3116972"/>
                  </a:lnTo>
                  <a:lnTo>
                    <a:pt x="3860994" y="3116972"/>
                  </a:lnTo>
                  <a:lnTo>
                    <a:pt x="3861849" y="3116972"/>
                  </a:lnTo>
                  <a:lnTo>
                    <a:pt x="3862705" y="3116972"/>
                  </a:lnTo>
                  <a:lnTo>
                    <a:pt x="3863560" y="3116972"/>
                  </a:lnTo>
                  <a:lnTo>
                    <a:pt x="3864416" y="3116972"/>
                  </a:lnTo>
                  <a:lnTo>
                    <a:pt x="3865271" y="3116972"/>
                  </a:lnTo>
                  <a:lnTo>
                    <a:pt x="3866127" y="3054114"/>
                  </a:lnTo>
                  <a:lnTo>
                    <a:pt x="3866982" y="3014855"/>
                  </a:lnTo>
                  <a:lnTo>
                    <a:pt x="3867838" y="2924885"/>
                  </a:lnTo>
                  <a:lnTo>
                    <a:pt x="3868694" y="2892493"/>
                  </a:lnTo>
                  <a:lnTo>
                    <a:pt x="3869549" y="2909176"/>
                  </a:lnTo>
                  <a:lnTo>
                    <a:pt x="3870405" y="2922353"/>
                  </a:lnTo>
                  <a:lnTo>
                    <a:pt x="3871260" y="2966275"/>
                  </a:lnTo>
                  <a:lnTo>
                    <a:pt x="3872116" y="2984938"/>
                  </a:lnTo>
                  <a:lnTo>
                    <a:pt x="3872971" y="3023783"/>
                  </a:lnTo>
                  <a:lnTo>
                    <a:pt x="3873827" y="3012888"/>
                  </a:lnTo>
                  <a:lnTo>
                    <a:pt x="3874682" y="2989595"/>
                  </a:lnTo>
                  <a:lnTo>
                    <a:pt x="3875538" y="3003176"/>
                  </a:lnTo>
                  <a:lnTo>
                    <a:pt x="3876393" y="3047607"/>
                  </a:lnTo>
                  <a:lnTo>
                    <a:pt x="3877249" y="3089078"/>
                  </a:lnTo>
                  <a:lnTo>
                    <a:pt x="3878104" y="3116972"/>
                  </a:lnTo>
                  <a:lnTo>
                    <a:pt x="3878104" y="3116972"/>
                  </a:lnTo>
                  <a:lnTo>
                    <a:pt x="3878960" y="3116972"/>
                  </a:lnTo>
                  <a:lnTo>
                    <a:pt x="3879815" y="3116972"/>
                  </a:lnTo>
                  <a:lnTo>
                    <a:pt x="3880671" y="3116972"/>
                  </a:lnTo>
                  <a:lnTo>
                    <a:pt x="3881526" y="3116972"/>
                  </a:lnTo>
                  <a:lnTo>
                    <a:pt x="3882382" y="3116972"/>
                  </a:lnTo>
                  <a:lnTo>
                    <a:pt x="3883237" y="3116972"/>
                  </a:lnTo>
                  <a:lnTo>
                    <a:pt x="3884093" y="3116972"/>
                  </a:lnTo>
                  <a:lnTo>
                    <a:pt x="3884949" y="3116972"/>
                  </a:lnTo>
                  <a:lnTo>
                    <a:pt x="3885804" y="3109651"/>
                  </a:lnTo>
                  <a:lnTo>
                    <a:pt x="3886660" y="3097220"/>
                  </a:lnTo>
                  <a:lnTo>
                    <a:pt x="3887515" y="3060878"/>
                  </a:lnTo>
                  <a:lnTo>
                    <a:pt x="3888371" y="3013049"/>
                  </a:lnTo>
                  <a:lnTo>
                    <a:pt x="3889226" y="3010357"/>
                  </a:lnTo>
                  <a:lnTo>
                    <a:pt x="3890082" y="3082947"/>
                  </a:lnTo>
                  <a:lnTo>
                    <a:pt x="3890937" y="3116972"/>
                  </a:lnTo>
                  <a:lnTo>
                    <a:pt x="3890937" y="3116972"/>
                  </a:lnTo>
                  <a:lnTo>
                    <a:pt x="3891793" y="3116972"/>
                  </a:lnTo>
                  <a:lnTo>
                    <a:pt x="3892648" y="3116972"/>
                  </a:lnTo>
                  <a:lnTo>
                    <a:pt x="3893504" y="3116972"/>
                  </a:lnTo>
                  <a:lnTo>
                    <a:pt x="3894359" y="3105857"/>
                  </a:lnTo>
                  <a:lnTo>
                    <a:pt x="3895215" y="3087999"/>
                  </a:lnTo>
                  <a:lnTo>
                    <a:pt x="3896070" y="3033824"/>
                  </a:lnTo>
                  <a:lnTo>
                    <a:pt x="3896926" y="3030666"/>
                  </a:lnTo>
                  <a:lnTo>
                    <a:pt x="3897781" y="3061968"/>
                  </a:lnTo>
                  <a:lnTo>
                    <a:pt x="3898637" y="3116972"/>
                  </a:lnTo>
                  <a:lnTo>
                    <a:pt x="3898637" y="3116972"/>
                  </a:lnTo>
                  <a:lnTo>
                    <a:pt x="3899492" y="3116972"/>
                  </a:lnTo>
                  <a:lnTo>
                    <a:pt x="3900348" y="3116972"/>
                  </a:lnTo>
                  <a:lnTo>
                    <a:pt x="3901204" y="3116972"/>
                  </a:lnTo>
                  <a:lnTo>
                    <a:pt x="3902059" y="3116972"/>
                  </a:lnTo>
                  <a:lnTo>
                    <a:pt x="3902915" y="3092272"/>
                  </a:lnTo>
                  <a:lnTo>
                    <a:pt x="3903770" y="3015848"/>
                  </a:lnTo>
                  <a:lnTo>
                    <a:pt x="3904626" y="2971884"/>
                  </a:lnTo>
                  <a:lnTo>
                    <a:pt x="3905481" y="2976458"/>
                  </a:lnTo>
                  <a:lnTo>
                    <a:pt x="3906337" y="3019600"/>
                  </a:lnTo>
                  <a:lnTo>
                    <a:pt x="3907192" y="3034302"/>
                  </a:lnTo>
                  <a:lnTo>
                    <a:pt x="3908048" y="3025535"/>
                  </a:lnTo>
                  <a:lnTo>
                    <a:pt x="3908903" y="2944775"/>
                  </a:lnTo>
                  <a:lnTo>
                    <a:pt x="3909759" y="2939575"/>
                  </a:lnTo>
                  <a:lnTo>
                    <a:pt x="3910614" y="3015039"/>
                  </a:lnTo>
                  <a:lnTo>
                    <a:pt x="3911470" y="3086490"/>
                  </a:lnTo>
                  <a:lnTo>
                    <a:pt x="3912325" y="3116972"/>
                  </a:lnTo>
                  <a:lnTo>
                    <a:pt x="3912325" y="3116972"/>
                  </a:lnTo>
                  <a:lnTo>
                    <a:pt x="3913181" y="3116972"/>
                  </a:lnTo>
                  <a:lnTo>
                    <a:pt x="3914036" y="3116972"/>
                  </a:lnTo>
                  <a:lnTo>
                    <a:pt x="3914892" y="3116972"/>
                  </a:lnTo>
                  <a:lnTo>
                    <a:pt x="3915748" y="3116972"/>
                  </a:lnTo>
                  <a:lnTo>
                    <a:pt x="3916603" y="3116972"/>
                  </a:lnTo>
                  <a:lnTo>
                    <a:pt x="3917459" y="3116972"/>
                  </a:lnTo>
                  <a:lnTo>
                    <a:pt x="3918314" y="3116972"/>
                  </a:lnTo>
                  <a:lnTo>
                    <a:pt x="3919170" y="3116972"/>
                  </a:lnTo>
                  <a:lnTo>
                    <a:pt x="3920025" y="3116972"/>
                  </a:lnTo>
                  <a:lnTo>
                    <a:pt x="3920881" y="3116972"/>
                  </a:lnTo>
                  <a:lnTo>
                    <a:pt x="3921736" y="3116972"/>
                  </a:lnTo>
                  <a:lnTo>
                    <a:pt x="3922592" y="3116972"/>
                  </a:lnTo>
                  <a:lnTo>
                    <a:pt x="3923447" y="3116972"/>
                  </a:lnTo>
                  <a:lnTo>
                    <a:pt x="3924303" y="3116972"/>
                  </a:lnTo>
                  <a:lnTo>
                    <a:pt x="3925158" y="3116972"/>
                  </a:lnTo>
                  <a:lnTo>
                    <a:pt x="3926014" y="3116972"/>
                  </a:lnTo>
                  <a:lnTo>
                    <a:pt x="3926869" y="3056350"/>
                  </a:lnTo>
                  <a:lnTo>
                    <a:pt x="3927725" y="2946914"/>
                  </a:lnTo>
                  <a:lnTo>
                    <a:pt x="3928580" y="2827487"/>
                  </a:lnTo>
                  <a:lnTo>
                    <a:pt x="3929436" y="2693934"/>
                  </a:lnTo>
                  <a:lnTo>
                    <a:pt x="3930291" y="2682366"/>
                  </a:lnTo>
                  <a:lnTo>
                    <a:pt x="3931147" y="2812394"/>
                  </a:lnTo>
                  <a:lnTo>
                    <a:pt x="3932003" y="2885040"/>
                  </a:lnTo>
                  <a:lnTo>
                    <a:pt x="3932858" y="3043817"/>
                  </a:lnTo>
                  <a:lnTo>
                    <a:pt x="3933714" y="3116972"/>
                  </a:lnTo>
                  <a:lnTo>
                    <a:pt x="3933714" y="3116972"/>
                  </a:lnTo>
                  <a:lnTo>
                    <a:pt x="3934569" y="3116972"/>
                  </a:lnTo>
                  <a:lnTo>
                    <a:pt x="3935425" y="3116972"/>
                  </a:lnTo>
                  <a:lnTo>
                    <a:pt x="3936280" y="3116972"/>
                  </a:lnTo>
                  <a:lnTo>
                    <a:pt x="3937136" y="3116972"/>
                  </a:lnTo>
                  <a:lnTo>
                    <a:pt x="3937991" y="3116972"/>
                  </a:lnTo>
                  <a:lnTo>
                    <a:pt x="3938847" y="3116972"/>
                  </a:lnTo>
                  <a:lnTo>
                    <a:pt x="3939702" y="3116972"/>
                  </a:lnTo>
                  <a:lnTo>
                    <a:pt x="3940558" y="3116972"/>
                  </a:lnTo>
                  <a:lnTo>
                    <a:pt x="3941413" y="3116972"/>
                  </a:lnTo>
                  <a:lnTo>
                    <a:pt x="3942269" y="3116972"/>
                  </a:lnTo>
                  <a:lnTo>
                    <a:pt x="3943124" y="3116972"/>
                  </a:lnTo>
                  <a:lnTo>
                    <a:pt x="3943980" y="3116972"/>
                  </a:lnTo>
                  <a:lnTo>
                    <a:pt x="3944835" y="3069401"/>
                  </a:lnTo>
                  <a:lnTo>
                    <a:pt x="3945691" y="3032366"/>
                  </a:lnTo>
                  <a:lnTo>
                    <a:pt x="3946546" y="3000914"/>
                  </a:lnTo>
                  <a:lnTo>
                    <a:pt x="3947402" y="3055540"/>
                  </a:lnTo>
                  <a:lnTo>
                    <a:pt x="3948258" y="3116972"/>
                  </a:lnTo>
                  <a:lnTo>
                    <a:pt x="3948258" y="3116972"/>
                  </a:lnTo>
                  <a:lnTo>
                    <a:pt x="3949113" y="3116972"/>
                  </a:lnTo>
                  <a:lnTo>
                    <a:pt x="3949969" y="3116972"/>
                  </a:lnTo>
                  <a:lnTo>
                    <a:pt x="3950824" y="3116972"/>
                  </a:lnTo>
                  <a:lnTo>
                    <a:pt x="3951680" y="3116972"/>
                  </a:lnTo>
                  <a:lnTo>
                    <a:pt x="3952535" y="3101919"/>
                  </a:lnTo>
                  <a:lnTo>
                    <a:pt x="3953391" y="3073520"/>
                  </a:lnTo>
                  <a:lnTo>
                    <a:pt x="3954246" y="3069395"/>
                  </a:lnTo>
                  <a:lnTo>
                    <a:pt x="3955102" y="3116972"/>
                  </a:lnTo>
                  <a:lnTo>
                    <a:pt x="3955102" y="3116972"/>
                  </a:lnTo>
                  <a:lnTo>
                    <a:pt x="3955957" y="3116972"/>
                  </a:lnTo>
                  <a:lnTo>
                    <a:pt x="3956813" y="3116972"/>
                  </a:lnTo>
                  <a:lnTo>
                    <a:pt x="3957668" y="3116972"/>
                  </a:lnTo>
                  <a:lnTo>
                    <a:pt x="3958524" y="3116972"/>
                  </a:lnTo>
                  <a:lnTo>
                    <a:pt x="3959379" y="3116972"/>
                  </a:lnTo>
                  <a:lnTo>
                    <a:pt x="3960235" y="3105130"/>
                  </a:lnTo>
                  <a:lnTo>
                    <a:pt x="3961090" y="3049150"/>
                  </a:lnTo>
                  <a:lnTo>
                    <a:pt x="3961946" y="3113683"/>
                  </a:lnTo>
                  <a:lnTo>
                    <a:pt x="3962802" y="3116972"/>
                  </a:lnTo>
                  <a:lnTo>
                    <a:pt x="3962802" y="3116972"/>
                  </a:lnTo>
                  <a:lnTo>
                    <a:pt x="3963657" y="3116972"/>
                  </a:lnTo>
                  <a:lnTo>
                    <a:pt x="3964513" y="3116972"/>
                  </a:lnTo>
                  <a:lnTo>
                    <a:pt x="3965368" y="3116972"/>
                  </a:lnTo>
                  <a:lnTo>
                    <a:pt x="3966224" y="3116972"/>
                  </a:lnTo>
                  <a:lnTo>
                    <a:pt x="3967079" y="3116972"/>
                  </a:lnTo>
                  <a:lnTo>
                    <a:pt x="3967935" y="3116972"/>
                  </a:lnTo>
                  <a:lnTo>
                    <a:pt x="3968790" y="3116972"/>
                  </a:lnTo>
                  <a:lnTo>
                    <a:pt x="3969646" y="3116972"/>
                  </a:lnTo>
                  <a:lnTo>
                    <a:pt x="3970501" y="3116972"/>
                  </a:lnTo>
                  <a:lnTo>
                    <a:pt x="3971357" y="3080893"/>
                  </a:lnTo>
                  <a:lnTo>
                    <a:pt x="3972212" y="3116972"/>
                  </a:lnTo>
                  <a:lnTo>
                    <a:pt x="3972212" y="3116972"/>
                  </a:lnTo>
                  <a:lnTo>
                    <a:pt x="3973068" y="3116972"/>
                  </a:lnTo>
                  <a:lnTo>
                    <a:pt x="3973923" y="3116972"/>
                  </a:lnTo>
                  <a:lnTo>
                    <a:pt x="3974779" y="3116972"/>
                  </a:lnTo>
                  <a:lnTo>
                    <a:pt x="3975634" y="3116972"/>
                  </a:lnTo>
                  <a:lnTo>
                    <a:pt x="3976490" y="3116972"/>
                  </a:lnTo>
                  <a:lnTo>
                    <a:pt x="3977345" y="3116972"/>
                  </a:lnTo>
                  <a:lnTo>
                    <a:pt x="3978201" y="3116972"/>
                  </a:lnTo>
                  <a:lnTo>
                    <a:pt x="3979057" y="3116972"/>
                  </a:lnTo>
                  <a:lnTo>
                    <a:pt x="3979912" y="3116972"/>
                  </a:lnTo>
                  <a:lnTo>
                    <a:pt x="3980768" y="3116972"/>
                  </a:lnTo>
                  <a:lnTo>
                    <a:pt x="3981623" y="3116972"/>
                  </a:lnTo>
                  <a:lnTo>
                    <a:pt x="3982479" y="3116972"/>
                  </a:lnTo>
                  <a:lnTo>
                    <a:pt x="3983334" y="3116972"/>
                  </a:lnTo>
                  <a:lnTo>
                    <a:pt x="3984190" y="3116972"/>
                  </a:lnTo>
                  <a:lnTo>
                    <a:pt x="3985045" y="3116972"/>
                  </a:lnTo>
                  <a:lnTo>
                    <a:pt x="3985901" y="3116972"/>
                  </a:lnTo>
                  <a:lnTo>
                    <a:pt x="3986756" y="3116972"/>
                  </a:lnTo>
                  <a:lnTo>
                    <a:pt x="3987612" y="3116972"/>
                  </a:lnTo>
                  <a:lnTo>
                    <a:pt x="3988467" y="3116972"/>
                  </a:lnTo>
                  <a:lnTo>
                    <a:pt x="3989323" y="3116972"/>
                  </a:lnTo>
                  <a:lnTo>
                    <a:pt x="3990178" y="3116972"/>
                  </a:lnTo>
                  <a:lnTo>
                    <a:pt x="3991034" y="3116972"/>
                  </a:lnTo>
                  <a:lnTo>
                    <a:pt x="3991889" y="3084016"/>
                  </a:lnTo>
                  <a:lnTo>
                    <a:pt x="3992745" y="3074341"/>
                  </a:lnTo>
                  <a:lnTo>
                    <a:pt x="3993600" y="3044072"/>
                  </a:lnTo>
                  <a:lnTo>
                    <a:pt x="3994456" y="3025358"/>
                  </a:lnTo>
                  <a:lnTo>
                    <a:pt x="3995312" y="3038329"/>
                  </a:lnTo>
                  <a:lnTo>
                    <a:pt x="3996167" y="3023396"/>
                  </a:lnTo>
                  <a:lnTo>
                    <a:pt x="3997023" y="3037318"/>
                  </a:lnTo>
                  <a:lnTo>
                    <a:pt x="3997878" y="3041532"/>
                  </a:lnTo>
                  <a:lnTo>
                    <a:pt x="3998734" y="3049946"/>
                  </a:lnTo>
                  <a:lnTo>
                    <a:pt x="3999589" y="3073487"/>
                  </a:lnTo>
                  <a:lnTo>
                    <a:pt x="4000445" y="3040091"/>
                  </a:lnTo>
                  <a:lnTo>
                    <a:pt x="4001300" y="3045368"/>
                  </a:lnTo>
                  <a:lnTo>
                    <a:pt x="4002156" y="3078411"/>
                  </a:lnTo>
                  <a:lnTo>
                    <a:pt x="4003011" y="3076658"/>
                  </a:lnTo>
                  <a:lnTo>
                    <a:pt x="4003867" y="3100584"/>
                  </a:lnTo>
                  <a:lnTo>
                    <a:pt x="4004722" y="3116972"/>
                  </a:lnTo>
                  <a:lnTo>
                    <a:pt x="4004722" y="3116972"/>
                  </a:lnTo>
                  <a:lnTo>
                    <a:pt x="4005578" y="3116972"/>
                  </a:lnTo>
                  <a:lnTo>
                    <a:pt x="4006433" y="3116972"/>
                  </a:lnTo>
                  <a:lnTo>
                    <a:pt x="4007289" y="3116972"/>
                  </a:lnTo>
                  <a:lnTo>
                    <a:pt x="4008144" y="3116972"/>
                  </a:lnTo>
                  <a:lnTo>
                    <a:pt x="4009000" y="3116972"/>
                  </a:lnTo>
                  <a:lnTo>
                    <a:pt x="4009855" y="3115516"/>
                  </a:lnTo>
                  <a:lnTo>
                    <a:pt x="4010711" y="3085412"/>
                  </a:lnTo>
                  <a:lnTo>
                    <a:pt x="4011567" y="3044407"/>
                  </a:lnTo>
                  <a:lnTo>
                    <a:pt x="4012422" y="3062110"/>
                  </a:lnTo>
                  <a:lnTo>
                    <a:pt x="4013278" y="3076294"/>
                  </a:lnTo>
                  <a:lnTo>
                    <a:pt x="4014133" y="2995784"/>
                  </a:lnTo>
                  <a:lnTo>
                    <a:pt x="4014989" y="2994238"/>
                  </a:lnTo>
                  <a:lnTo>
                    <a:pt x="4015844" y="3061204"/>
                  </a:lnTo>
                  <a:lnTo>
                    <a:pt x="4016700" y="3116972"/>
                  </a:lnTo>
                  <a:lnTo>
                    <a:pt x="4016700" y="3116972"/>
                  </a:lnTo>
                  <a:lnTo>
                    <a:pt x="4017555" y="3116972"/>
                  </a:lnTo>
                  <a:lnTo>
                    <a:pt x="4018411" y="3112724"/>
                  </a:lnTo>
                  <a:lnTo>
                    <a:pt x="4019266" y="3114837"/>
                  </a:lnTo>
                  <a:lnTo>
                    <a:pt x="4020122" y="3099944"/>
                  </a:lnTo>
                  <a:lnTo>
                    <a:pt x="4020977" y="3072283"/>
                  </a:lnTo>
                  <a:lnTo>
                    <a:pt x="4021833" y="3039095"/>
                  </a:lnTo>
                  <a:lnTo>
                    <a:pt x="4022688" y="3039476"/>
                  </a:lnTo>
                  <a:lnTo>
                    <a:pt x="4023544" y="3073909"/>
                  </a:lnTo>
                  <a:lnTo>
                    <a:pt x="4024399" y="3108415"/>
                  </a:lnTo>
                  <a:lnTo>
                    <a:pt x="4025255" y="3116972"/>
                  </a:lnTo>
                  <a:lnTo>
                    <a:pt x="4025255" y="3116972"/>
                  </a:lnTo>
                  <a:lnTo>
                    <a:pt x="4026111" y="3116972"/>
                  </a:lnTo>
                  <a:lnTo>
                    <a:pt x="4026966" y="3116972"/>
                  </a:lnTo>
                  <a:lnTo>
                    <a:pt x="4027822" y="3116972"/>
                  </a:lnTo>
                  <a:lnTo>
                    <a:pt x="4028677" y="3116972"/>
                  </a:lnTo>
                  <a:lnTo>
                    <a:pt x="4029533" y="3116972"/>
                  </a:lnTo>
                  <a:lnTo>
                    <a:pt x="4030388" y="3036387"/>
                  </a:lnTo>
                  <a:lnTo>
                    <a:pt x="4031244" y="3021117"/>
                  </a:lnTo>
                  <a:lnTo>
                    <a:pt x="4032099" y="2988309"/>
                  </a:lnTo>
                  <a:lnTo>
                    <a:pt x="4032955" y="2947176"/>
                  </a:lnTo>
                  <a:lnTo>
                    <a:pt x="4033810" y="2950800"/>
                  </a:lnTo>
                  <a:lnTo>
                    <a:pt x="4034666" y="3002951"/>
                  </a:lnTo>
                  <a:lnTo>
                    <a:pt x="4035521" y="3070427"/>
                  </a:lnTo>
                  <a:lnTo>
                    <a:pt x="4036377" y="3072899"/>
                  </a:lnTo>
                  <a:lnTo>
                    <a:pt x="4037232" y="3116972"/>
                  </a:lnTo>
                  <a:lnTo>
                    <a:pt x="4037232" y="3116972"/>
                  </a:lnTo>
                  <a:lnTo>
                    <a:pt x="4038088" y="3116972"/>
                  </a:lnTo>
                  <a:lnTo>
                    <a:pt x="4038943" y="3116972"/>
                  </a:lnTo>
                  <a:lnTo>
                    <a:pt x="4039799" y="3116972"/>
                  </a:lnTo>
                  <a:lnTo>
                    <a:pt x="4040654" y="3101405"/>
                  </a:lnTo>
                  <a:lnTo>
                    <a:pt x="4041510" y="3116972"/>
                  </a:lnTo>
                  <a:lnTo>
                    <a:pt x="4041510" y="3116972"/>
                  </a:lnTo>
                  <a:lnTo>
                    <a:pt x="4042366" y="3116972"/>
                  </a:lnTo>
                  <a:lnTo>
                    <a:pt x="4043221" y="3116972"/>
                  </a:lnTo>
                  <a:lnTo>
                    <a:pt x="4044077" y="3116972"/>
                  </a:lnTo>
                  <a:lnTo>
                    <a:pt x="4044932" y="3116972"/>
                  </a:lnTo>
                  <a:lnTo>
                    <a:pt x="4045788" y="3116972"/>
                  </a:lnTo>
                  <a:lnTo>
                    <a:pt x="4046643" y="3116972"/>
                  </a:lnTo>
                  <a:lnTo>
                    <a:pt x="4047499" y="3116972"/>
                  </a:lnTo>
                  <a:lnTo>
                    <a:pt x="4048354" y="3093712"/>
                  </a:lnTo>
                  <a:lnTo>
                    <a:pt x="4049210" y="3068405"/>
                  </a:lnTo>
                  <a:lnTo>
                    <a:pt x="4050065" y="3116972"/>
                  </a:lnTo>
                  <a:lnTo>
                    <a:pt x="4050065" y="3116972"/>
                  </a:lnTo>
                  <a:lnTo>
                    <a:pt x="4050921" y="3116972"/>
                  </a:lnTo>
                  <a:lnTo>
                    <a:pt x="4051776" y="3019076"/>
                  </a:lnTo>
                  <a:lnTo>
                    <a:pt x="4052632" y="2923213"/>
                  </a:lnTo>
                  <a:lnTo>
                    <a:pt x="4053487" y="2848859"/>
                  </a:lnTo>
                  <a:lnTo>
                    <a:pt x="4054343" y="2869733"/>
                  </a:lnTo>
                  <a:lnTo>
                    <a:pt x="4055198" y="2875390"/>
                  </a:lnTo>
                  <a:lnTo>
                    <a:pt x="4056054" y="2900548"/>
                  </a:lnTo>
                  <a:lnTo>
                    <a:pt x="4056909" y="2978775"/>
                  </a:lnTo>
                  <a:lnTo>
                    <a:pt x="4057765" y="3060813"/>
                  </a:lnTo>
                  <a:lnTo>
                    <a:pt x="4058621" y="3116972"/>
                  </a:lnTo>
                  <a:lnTo>
                    <a:pt x="4058621" y="3116972"/>
                  </a:lnTo>
                  <a:lnTo>
                    <a:pt x="4059476" y="3114295"/>
                  </a:lnTo>
                  <a:lnTo>
                    <a:pt x="4060332" y="3079946"/>
                  </a:lnTo>
                  <a:lnTo>
                    <a:pt x="4061187" y="3026760"/>
                  </a:lnTo>
                  <a:lnTo>
                    <a:pt x="4062043" y="3041549"/>
                  </a:lnTo>
                  <a:lnTo>
                    <a:pt x="4062898" y="3068508"/>
                  </a:lnTo>
                  <a:lnTo>
                    <a:pt x="4063754" y="3079985"/>
                  </a:lnTo>
                  <a:lnTo>
                    <a:pt x="4064609" y="3113382"/>
                  </a:lnTo>
                  <a:lnTo>
                    <a:pt x="4065465" y="3116972"/>
                  </a:lnTo>
                  <a:lnTo>
                    <a:pt x="4065465" y="3116972"/>
                  </a:lnTo>
                  <a:lnTo>
                    <a:pt x="4066320" y="3116972"/>
                  </a:lnTo>
                  <a:lnTo>
                    <a:pt x="4067176" y="3116972"/>
                  </a:lnTo>
                  <a:lnTo>
                    <a:pt x="4068031" y="3116972"/>
                  </a:lnTo>
                  <a:lnTo>
                    <a:pt x="4068887" y="3076268"/>
                  </a:lnTo>
                  <a:lnTo>
                    <a:pt x="4069742" y="3067769"/>
                  </a:lnTo>
                  <a:lnTo>
                    <a:pt x="4070598" y="3078375"/>
                  </a:lnTo>
                  <a:lnTo>
                    <a:pt x="4071453" y="3060359"/>
                  </a:lnTo>
                  <a:lnTo>
                    <a:pt x="4072309" y="3045195"/>
                  </a:lnTo>
                  <a:lnTo>
                    <a:pt x="4073165" y="3039002"/>
                  </a:lnTo>
                  <a:lnTo>
                    <a:pt x="4074020" y="3116972"/>
                  </a:lnTo>
                  <a:lnTo>
                    <a:pt x="4074020" y="3116972"/>
                  </a:lnTo>
                  <a:lnTo>
                    <a:pt x="4074876" y="3116972"/>
                  </a:lnTo>
                  <a:lnTo>
                    <a:pt x="4075731" y="3116972"/>
                  </a:lnTo>
                  <a:lnTo>
                    <a:pt x="4076587" y="3116972"/>
                  </a:lnTo>
                  <a:lnTo>
                    <a:pt x="4077442" y="3114729"/>
                  </a:lnTo>
                  <a:lnTo>
                    <a:pt x="4078298" y="3116972"/>
                  </a:lnTo>
                  <a:lnTo>
                    <a:pt x="4078298" y="3116972"/>
                  </a:lnTo>
                  <a:lnTo>
                    <a:pt x="4079153" y="3105204"/>
                  </a:lnTo>
                  <a:lnTo>
                    <a:pt x="4080009" y="3078710"/>
                  </a:lnTo>
                  <a:lnTo>
                    <a:pt x="4080864" y="3063462"/>
                  </a:lnTo>
                  <a:lnTo>
                    <a:pt x="4081720" y="3097458"/>
                  </a:lnTo>
                  <a:lnTo>
                    <a:pt x="4082575" y="3116972"/>
                  </a:lnTo>
                  <a:lnTo>
                    <a:pt x="4082575" y="3116972"/>
                  </a:lnTo>
                  <a:lnTo>
                    <a:pt x="4083431" y="3116972"/>
                  </a:lnTo>
                  <a:lnTo>
                    <a:pt x="4084286" y="3116972"/>
                  </a:lnTo>
                  <a:lnTo>
                    <a:pt x="4085142" y="3116972"/>
                  </a:lnTo>
                  <a:lnTo>
                    <a:pt x="4085997" y="3116972"/>
                  </a:lnTo>
                  <a:lnTo>
                    <a:pt x="4086853" y="3116972"/>
                  </a:lnTo>
                  <a:lnTo>
                    <a:pt x="4087708" y="3116972"/>
                  </a:lnTo>
                  <a:lnTo>
                    <a:pt x="4088564" y="3116972"/>
                  </a:lnTo>
                  <a:lnTo>
                    <a:pt x="4089420" y="3116972"/>
                  </a:lnTo>
                  <a:lnTo>
                    <a:pt x="4090275" y="3102662"/>
                  </a:lnTo>
                  <a:lnTo>
                    <a:pt x="4091131" y="3036671"/>
                  </a:lnTo>
                  <a:lnTo>
                    <a:pt x="4091986" y="3062844"/>
                  </a:lnTo>
                  <a:lnTo>
                    <a:pt x="4092842" y="3064068"/>
                  </a:lnTo>
                  <a:lnTo>
                    <a:pt x="4093697" y="3068359"/>
                  </a:lnTo>
                  <a:lnTo>
                    <a:pt x="4094553" y="3116972"/>
                  </a:lnTo>
                  <a:lnTo>
                    <a:pt x="4094553" y="3116972"/>
                  </a:lnTo>
                  <a:lnTo>
                    <a:pt x="4095408" y="3116972"/>
                  </a:lnTo>
                  <a:lnTo>
                    <a:pt x="4096264" y="3094077"/>
                  </a:lnTo>
                  <a:lnTo>
                    <a:pt x="4097119" y="3075100"/>
                  </a:lnTo>
                  <a:lnTo>
                    <a:pt x="4097975" y="2993821"/>
                  </a:lnTo>
                  <a:lnTo>
                    <a:pt x="4098830" y="2977350"/>
                  </a:lnTo>
                  <a:lnTo>
                    <a:pt x="4099686" y="3028007"/>
                  </a:lnTo>
                  <a:lnTo>
                    <a:pt x="4100541" y="3018907"/>
                  </a:lnTo>
                  <a:lnTo>
                    <a:pt x="4101397" y="3035002"/>
                  </a:lnTo>
                  <a:lnTo>
                    <a:pt x="4102252" y="3024575"/>
                  </a:lnTo>
                  <a:lnTo>
                    <a:pt x="4103108" y="3080508"/>
                  </a:lnTo>
                  <a:lnTo>
                    <a:pt x="4103963" y="3116972"/>
                  </a:lnTo>
                  <a:lnTo>
                    <a:pt x="4103963" y="3116972"/>
                  </a:lnTo>
                  <a:lnTo>
                    <a:pt x="4104819" y="3114905"/>
                  </a:lnTo>
                  <a:lnTo>
                    <a:pt x="4105675" y="3116972"/>
                  </a:lnTo>
                  <a:lnTo>
                    <a:pt x="4105675" y="3116972"/>
                  </a:lnTo>
                  <a:lnTo>
                    <a:pt x="4106530" y="3116972"/>
                  </a:lnTo>
                  <a:lnTo>
                    <a:pt x="4107386" y="3116972"/>
                  </a:lnTo>
                  <a:lnTo>
                    <a:pt x="4108241" y="3116972"/>
                  </a:lnTo>
                  <a:lnTo>
                    <a:pt x="4109097" y="3104068"/>
                  </a:lnTo>
                  <a:lnTo>
                    <a:pt x="4109952" y="3018636"/>
                  </a:lnTo>
                  <a:lnTo>
                    <a:pt x="4110808" y="2931273"/>
                  </a:lnTo>
                  <a:lnTo>
                    <a:pt x="4111663" y="2894814"/>
                  </a:lnTo>
                  <a:lnTo>
                    <a:pt x="4112519" y="2983872"/>
                  </a:lnTo>
                  <a:lnTo>
                    <a:pt x="4113374" y="3066015"/>
                  </a:lnTo>
                  <a:lnTo>
                    <a:pt x="4114230" y="3116972"/>
                  </a:lnTo>
                  <a:lnTo>
                    <a:pt x="4114230" y="3116972"/>
                  </a:lnTo>
                  <a:lnTo>
                    <a:pt x="4115085" y="3116972"/>
                  </a:lnTo>
                  <a:lnTo>
                    <a:pt x="4115941" y="3116972"/>
                  </a:lnTo>
                  <a:lnTo>
                    <a:pt x="4116796" y="3116972"/>
                  </a:lnTo>
                  <a:lnTo>
                    <a:pt x="4117652" y="3116972"/>
                  </a:lnTo>
                  <a:lnTo>
                    <a:pt x="4118507" y="3116972"/>
                  </a:lnTo>
                  <a:lnTo>
                    <a:pt x="4119363" y="3116972"/>
                  </a:lnTo>
                  <a:lnTo>
                    <a:pt x="4120219" y="3115932"/>
                  </a:lnTo>
                  <a:lnTo>
                    <a:pt x="4121074" y="3078374"/>
                  </a:lnTo>
                  <a:lnTo>
                    <a:pt x="4121930" y="3111769"/>
                  </a:lnTo>
                  <a:lnTo>
                    <a:pt x="4122785" y="3116972"/>
                  </a:lnTo>
                  <a:lnTo>
                    <a:pt x="4122785" y="3116972"/>
                  </a:lnTo>
                  <a:lnTo>
                    <a:pt x="4123641" y="3116972"/>
                  </a:lnTo>
                  <a:lnTo>
                    <a:pt x="4124496" y="3116972"/>
                  </a:lnTo>
                  <a:lnTo>
                    <a:pt x="4125352" y="3116972"/>
                  </a:lnTo>
                  <a:lnTo>
                    <a:pt x="4126207" y="3101035"/>
                  </a:lnTo>
                  <a:lnTo>
                    <a:pt x="4127063" y="3067639"/>
                  </a:lnTo>
                  <a:lnTo>
                    <a:pt x="4127918" y="3062328"/>
                  </a:lnTo>
                  <a:lnTo>
                    <a:pt x="4128774" y="3095986"/>
                  </a:lnTo>
                  <a:lnTo>
                    <a:pt x="4129629" y="3116972"/>
                  </a:lnTo>
                  <a:lnTo>
                    <a:pt x="4129629" y="3116972"/>
                  </a:lnTo>
                  <a:lnTo>
                    <a:pt x="4130485" y="3116972"/>
                  </a:lnTo>
                  <a:lnTo>
                    <a:pt x="4131340" y="3116972"/>
                  </a:lnTo>
                  <a:lnTo>
                    <a:pt x="4132196" y="3116972"/>
                  </a:lnTo>
                  <a:lnTo>
                    <a:pt x="4133051" y="3116972"/>
                  </a:lnTo>
                  <a:lnTo>
                    <a:pt x="4133907" y="3116972"/>
                  </a:lnTo>
                  <a:lnTo>
                    <a:pt x="4134762" y="3116972"/>
                  </a:lnTo>
                  <a:lnTo>
                    <a:pt x="4135618" y="3116972"/>
                  </a:lnTo>
                  <a:lnTo>
                    <a:pt x="4136474" y="3083897"/>
                  </a:lnTo>
                  <a:lnTo>
                    <a:pt x="4137329" y="3033420"/>
                  </a:lnTo>
                  <a:lnTo>
                    <a:pt x="4138185" y="3011462"/>
                  </a:lnTo>
                  <a:lnTo>
                    <a:pt x="4139040" y="2935047"/>
                  </a:lnTo>
                  <a:lnTo>
                    <a:pt x="4139896" y="2904903"/>
                  </a:lnTo>
                  <a:lnTo>
                    <a:pt x="4140751" y="2945550"/>
                  </a:lnTo>
                  <a:lnTo>
                    <a:pt x="4141607" y="2945541"/>
                  </a:lnTo>
                  <a:lnTo>
                    <a:pt x="4142462" y="2900796"/>
                  </a:lnTo>
                  <a:lnTo>
                    <a:pt x="4143318" y="2891461"/>
                  </a:lnTo>
                  <a:lnTo>
                    <a:pt x="4144173" y="2952629"/>
                  </a:lnTo>
                  <a:lnTo>
                    <a:pt x="4145029" y="3049133"/>
                  </a:lnTo>
                  <a:lnTo>
                    <a:pt x="4145884" y="3080257"/>
                  </a:lnTo>
                  <a:lnTo>
                    <a:pt x="4146740" y="3116972"/>
                  </a:lnTo>
                  <a:lnTo>
                    <a:pt x="4146740" y="3116972"/>
                  </a:lnTo>
                  <a:lnTo>
                    <a:pt x="4147595" y="3116972"/>
                  </a:lnTo>
                  <a:lnTo>
                    <a:pt x="4148451" y="3116972"/>
                  </a:lnTo>
                  <a:lnTo>
                    <a:pt x="4149306" y="3095655"/>
                  </a:lnTo>
                  <a:lnTo>
                    <a:pt x="4150162" y="3071658"/>
                  </a:lnTo>
                  <a:lnTo>
                    <a:pt x="4151017" y="3065911"/>
                  </a:lnTo>
                  <a:lnTo>
                    <a:pt x="4151873" y="3052472"/>
                  </a:lnTo>
                  <a:lnTo>
                    <a:pt x="4152729" y="3042707"/>
                  </a:lnTo>
                  <a:lnTo>
                    <a:pt x="4153584" y="3116972"/>
                  </a:lnTo>
                  <a:lnTo>
                    <a:pt x="4153584" y="3116972"/>
                  </a:lnTo>
                  <a:lnTo>
                    <a:pt x="4154440" y="3116972"/>
                  </a:lnTo>
                  <a:lnTo>
                    <a:pt x="4155295" y="3116972"/>
                  </a:lnTo>
                  <a:lnTo>
                    <a:pt x="4156151" y="3116972"/>
                  </a:lnTo>
                  <a:lnTo>
                    <a:pt x="4157006" y="3068216"/>
                  </a:lnTo>
                  <a:lnTo>
                    <a:pt x="4157862" y="3035182"/>
                  </a:lnTo>
                  <a:lnTo>
                    <a:pt x="4158717" y="3005933"/>
                  </a:lnTo>
                  <a:lnTo>
                    <a:pt x="4159573" y="2978390"/>
                  </a:lnTo>
                  <a:lnTo>
                    <a:pt x="4160428" y="2967083"/>
                  </a:lnTo>
                  <a:lnTo>
                    <a:pt x="4161284" y="2994357"/>
                  </a:lnTo>
                  <a:lnTo>
                    <a:pt x="4162139" y="3061104"/>
                  </a:lnTo>
                  <a:lnTo>
                    <a:pt x="4162995" y="3055349"/>
                  </a:lnTo>
                  <a:lnTo>
                    <a:pt x="4163850" y="2981273"/>
                  </a:lnTo>
                  <a:lnTo>
                    <a:pt x="4164706" y="2898657"/>
                  </a:lnTo>
                  <a:lnTo>
                    <a:pt x="4165561" y="2872170"/>
                  </a:lnTo>
                  <a:lnTo>
                    <a:pt x="4166417" y="2850686"/>
                  </a:lnTo>
                  <a:lnTo>
                    <a:pt x="4167273" y="2881233"/>
                  </a:lnTo>
                  <a:lnTo>
                    <a:pt x="4168128" y="3035499"/>
                  </a:lnTo>
                  <a:lnTo>
                    <a:pt x="4168984" y="3116972"/>
                  </a:lnTo>
                  <a:lnTo>
                    <a:pt x="4168984" y="3116972"/>
                  </a:lnTo>
                  <a:lnTo>
                    <a:pt x="4169839" y="3116972"/>
                  </a:lnTo>
                  <a:lnTo>
                    <a:pt x="4170695" y="3116972"/>
                  </a:lnTo>
                  <a:lnTo>
                    <a:pt x="4171550" y="3116972"/>
                  </a:lnTo>
                  <a:lnTo>
                    <a:pt x="4172406" y="3116972"/>
                  </a:lnTo>
                  <a:lnTo>
                    <a:pt x="4173261" y="3049224"/>
                  </a:lnTo>
                  <a:lnTo>
                    <a:pt x="4174117" y="2971419"/>
                  </a:lnTo>
                  <a:lnTo>
                    <a:pt x="4174972" y="2943009"/>
                  </a:lnTo>
                  <a:lnTo>
                    <a:pt x="4175828" y="2974376"/>
                  </a:lnTo>
                  <a:lnTo>
                    <a:pt x="4176683" y="3096173"/>
                  </a:lnTo>
                  <a:lnTo>
                    <a:pt x="4177539" y="3116972"/>
                  </a:lnTo>
                  <a:lnTo>
                    <a:pt x="4177539" y="3116972"/>
                  </a:lnTo>
                  <a:lnTo>
                    <a:pt x="4178394" y="3116972"/>
                  </a:lnTo>
                  <a:lnTo>
                    <a:pt x="4179250" y="3116972"/>
                  </a:lnTo>
                  <a:lnTo>
                    <a:pt x="4180105" y="3116972"/>
                  </a:lnTo>
                  <a:lnTo>
                    <a:pt x="4180961" y="3116972"/>
                  </a:lnTo>
                  <a:lnTo>
                    <a:pt x="4181816" y="3107719"/>
                  </a:lnTo>
                  <a:lnTo>
                    <a:pt x="4182672" y="3083020"/>
                  </a:lnTo>
                  <a:lnTo>
                    <a:pt x="4183528" y="3045660"/>
                  </a:lnTo>
                  <a:lnTo>
                    <a:pt x="4184383" y="3063782"/>
                  </a:lnTo>
                  <a:lnTo>
                    <a:pt x="4185239" y="3064843"/>
                  </a:lnTo>
                  <a:lnTo>
                    <a:pt x="4186094" y="3056784"/>
                  </a:lnTo>
                  <a:lnTo>
                    <a:pt x="4186950" y="3087578"/>
                  </a:lnTo>
                  <a:lnTo>
                    <a:pt x="4187805" y="3102627"/>
                  </a:lnTo>
                  <a:lnTo>
                    <a:pt x="4188661" y="3116972"/>
                  </a:lnTo>
                  <a:lnTo>
                    <a:pt x="4188661" y="3116972"/>
                  </a:lnTo>
                  <a:lnTo>
                    <a:pt x="4189516" y="3116972"/>
                  </a:lnTo>
                  <a:lnTo>
                    <a:pt x="4190372" y="3116972"/>
                  </a:lnTo>
                  <a:lnTo>
                    <a:pt x="4191227" y="3116972"/>
                  </a:lnTo>
                  <a:lnTo>
                    <a:pt x="4192083" y="3116972"/>
                  </a:lnTo>
                  <a:lnTo>
                    <a:pt x="4192938" y="3116972"/>
                  </a:lnTo>
                  <a:lnTo>
                    <a:pt x="4193794" y="3116972"/>
                  </a:lnTo>
                  <a:lnTo>
                    <a:pt x="4194649" y="3116972"/>
                  </a:lnTo>
                  <a:lnTo>
                    <a:pt x="4195505" y="3116972"/>
                  </a:lnTo>
                  <a:lnTo>
                    <a:pt x="4196360" y="3116972"/>
                  </a:lnTo>
                  <a:lnTo>
                    <a:pt x="4197216" y="3116972"/>
                  </a:lnTo>
                  <a:lnTo>
                    <a:pt x="4198071" y="3116972"/>
                  </a:lnTo>
                  <a:lnTo>
                    <a:pt x="4198927" y="3116972"/>
                  </a:lnTo>
                  <a:lnTo>
                    <a:pt x="4199783" y="3116972"/>
                  </a:lnTo>
                  <a:lnTo>
                    <a:pt x="4200638" y="3116972"/>
                  </a:lnTo>
                  <a:lnTo>
                    <a:pt x="4201494" y="3052108"/>
                  </a:lnTo>
                  <a:lnTo>
                    <a:pt x="4202349" y="2996128"/>
                  </a:lnTo>
                  <a:lnTo>
                    <a:pt x="4203205" y="2912291"/>
                  </a:lnTo>
                  <a:lnTo>
                    <a:pt x="4204060" y="2811406"/>
                  </a:lnTo>
                  <a:lnTo>
                    <a:pt x="4204916" y="2768023"/>
                  </a:lnTo>
                  <a:lnTo>
                    <a:pt x="4205771" y="2824700"/>
                  </a:lnTo>
                  <a:lnTo>
                    <a:pt x="4206627" y="2882575"/>
                  </a:lnTo>
                  <a:lnTo>
                    <a:pt x="4207482" y="2929365"/>
                  </a:lnTo>
                  <a:lnTo>
                    <a:pt x="4208338" y="3001418"/>
                  </a:lnTo>
                  <a:lnTo>
                    <a:pt x="4209193" y="3101688"/>
                  </a:lnTo>
                  <a:lnTo>
                    <a:pt x="4210049" y="3116972"/>
                  </a:lnTo>
                  <a:lnTo>
                    <a:pt x="4210049" y="3116972"/>
                  </a:lnTo>
                  <a:lnTo>
                    <a:pt x="4210904" y="3116972"/>
                  </a:lnTo>
                  <a:lnTo>
                    <a:pt x="4211760" y="3116972"/>
                  </a:lnTo>
                  <a:lnTo>
                    <a:pt x="4212615" y="3116972"/>
                  </a:lnTo>
                  <a:lnTo>
                    <a:pt x="4213471" y="3116972"/>
                  </a:lnTo>
                  <a:lnTo>
                    <a:pt x="4214326" y="3116972"/>
                  </a:lnTo>
                  <a:lnTo>
                    <a:pt x="4215182" y="3116972"/>
                  </a:lnTo>
                  <a:lnTo>
                    <a:pt x="4216038" y="3116972"/>
                  </a:lnTo>
                  <a:lnTo>
                    <a:pt x="4216893" y="3116972"/>
                  </a:lnTo>
                  <a:lnTo>
                    <a:pt x="4217749" y="3116972"/>
                  </a:lnTo>
                  <a:lnTo>
                    <a:pt x="4218604" y="3108385"/>
                  </a:lnTo>
                  <a:lnTo>
                    <a:pt x="4219460" y="3046897"/>
                  </a:lnTo>
                  <a:lnTo>
                    <a:pt x="4220315" y="3029692"/>
                  </a:lnTo>
                  <a:lnTo>
                    <a:pt x="4221171" y="3068491"/>
                  </a:lnTo>
                  <a:lnTo>
                    <a:pt x="4222026" y="3069070"/>
                  </a:lnTo>
                  <a:lnTo>
                    <a:pt x="4222882" y="3013730"/>
                  </a:lnTo>
                  <a:lnTo>
                    <a:pt x="4223737" y="3040058"/>
                  </a:lnTo>
                  <a:lnTo>
                    <a:pt x="4224593" y="3116972"/>
                  </a:lnTo>
                  <a:lnTo>
                    <a:pt x="4224593" y="3116972"/>
                  </a:lnTo>
                  <a:lnTo>
                    <a:pt x="4225448" y="3116972"/>
                  </a:lnTo>
                  <a:lnTo>
                    <a:pt x="4226304" y="3116972"/>
                  </a:lnTo>
                  <a:lnTo>
                    <a:pt x="4227159" y="3116972"/>
                  </a:lnTo>
                  <a:lnTo>
                    <a:pt x="4228015" y="3116972"/>
                  </a:lnTo>
                  <a:lnTo>
                    <a:pt x="4228870" y="3116972"/>
                  </a:lnTo>
                  <a:lnTo>
                    <a:pt x="4229726" y="3116972"/>
                  </a:lnTo>
                  <a:lnTo>
                    <a:pt x="4230582" y="3116846"/>
                  </a:lnTo>
                  <a:lnTo>
                    <a:pt x="4231437" y="3044658"/>
                  </a:lnTo>
                  <a:lnTo>
                    <a:pt x="4232293" y="3050651"/>
                  </a:lnTo>
                  <a:lnTo>
                    <a:pt x="4233148" y="3110792"/>
                  </a:lnTo>
                  <a:lnTo>
                    <a:pt x="4234004" y="3116972"/>
                  </a:lnTo>
                  <a:lnTo>
                    <a:pt x="4234004" y="3116972"/>
                  </a:lnTo>
                  <a:lnTo>
                    <a:pt x="4234859" y="3116972"/>
                  </a:lnTo>
                  <a:lnTo>
                    <a:pt x="4235715" y="3116972"/>
                  </a:lnTo>
                  <a:lnTo>
                    <a:pt x="4236570" y="3116972"/>
                  </a:lnTo>
                  <a:lnTo>
                    <a:pt x="4237426" y="3116972"/>
                  </a:lnTo>
                  <a:lnTo>
                    <a:pt x="4238281" y="3116972"/>
                  </a:lnTo>
                  <a:lnTo>
                    <a:pt x="4239137" y="3116972"/>
                  </a:lnTo>
                  <a:lnTo>
                    <a:pt x="4239992" y="3116972"/>
                  </a:lnTo>
                  <a:lnTo>
                    <a:pt x="4240848" y="3116972"/>
                  </a:lnTo>
                  <a:lnTo>
                    <a:pt x="4241703" y="3116972"/>
                  </a:lnTo>
                  <a:lnTo>
                    <a:pt x="4242559" y="3116972"/>
                  </a:lnTo>
                  <a:lnTo>
                    <a:pt x="4243414" y="3103523"/>
                  </a:lnTo>
                  <a:lnTo>
                    <a:pt x="4244270" y="3050033"/>
                  </a:lnTo>
                  <a:lnTo>
                    <a:pt x="4245125" y="3051562"/>
                  </a:lnTo>
                  <a:lnTo>
                    <a:pt x="4245981" y="3048738"/>
                  </a:lnTo>
                  <a:lnTo>
                    <a:pt x="4246837" y="3018361"/>
                  </a:lnTo>
                  <a:lnTo>
                    <a:pt x="4247692" y="2963234"/>
                  </a:lnTo>
                  <a:lnTo>
                    <a:pt x="4248548" y="2935246"/>
                  </a:lnTo>
                  <a:lnTo>
                    <a:pt x="4249403" y="2958075"/>
                  </a:lnTo>
                  <a:lnTo>
                    <a:pt x="4250259" y="3028162"/>
                  </a:lnTo>
                  <a:lnTo>
                    <a:pt x="4251114" y="3032174"/>
                  </a:lnTo>
                  <a:lnTo>
                    <a:pt x="4251970" y="3024467"/>
                  </a:lnTo>
                  <a:lnTo>
                    <a:pt x="4252825" y="3056938"/>
                  </a:lnTo>
                  <a:lnTo>
                    <a:pt x="4253681" y="3110955"/>
                  </a:lnTo>
                  <a:lnTo>
                    <a:pt x="4254536" y="3111390"/>
                  </a:lnTo>
                  <a:lnTo>
                    <a:pt x="4255392" y="3050303"/>
                  </a:lnTo>
                  <a:lnTo>
                    <a:pt x="4256247" y="3026995"/>
                  </a:lnTo>
                  <a:lnTo>
                    <a:pt x="4257103" y="3031350"/>
                  </a:lnTo>
                  <a:lnTo>
                    <a:pt x="4257958" y="3045805"/>
                  </a:lnTo>
                  <a:lnTo>
                    <a:pt x="4258814" y="3055164"/>
                  </a:lnTo>
                  <a:lnTo>
                    <a:pt x="4259669" y="3097724"/>
                  </a:lnTo>
                  <a:lnTo>
                    <a:pt x="4260525" y="3114489"/>
                  </a:lnTo>
                  <a:lnTo>
                    <a:pt x="4261380" y="3116972"/>
                  </a:lnTo>
                  <a:lnTo>
                    <a:pt x="4261380" y="3116972"/>
                  </a:lnTo>
                  <a:lnTo>
                    <a:pt x="4262236" y="3116972"/>
                  </a:lnTo>
                  <a:lnTo>
                    <a:pt x="4263092" y="3116972"/>
                  </a:lnTo>
                  <a:lnTo>
                    <a:pt x="4263947" y="3116972"/>
                  </a:lnTo>
                  <a:lnTo>
                    <a:pt x="4264803" y="3116972"/>
                  </a:lnTo>
                  <a:lnTo>
                    <a:pt x="4265658" y="3116972"/>
                  </a:lnTo>
                  <a:lnTo>
                    <a:pt x="4266514" y="3116972"/>
                  </a:lnTo>
                  <a:lnTo>
                    <a:pt x="4267369" y="3116972"/>
                  </a:lnTo>
                  <a:lnTo>
                    <a:pt x="4268225" y="3116972"/>
                  </a:lnTo>
                  <a:lnTo>
                    <a:pt x="4269080" y="3116972"/>
                  </a:lnTo>
                  <a:lnTo>
                    <a:pt x="4269936" y="3116972"/>
                  </a:lnTo>
                  <a:lnTo>
                    <a:pt x="4270791" y="3116972"/>
                  </a:lnTo>
                  <a:lnTo>
                    <a:pt x="4271647" y="3116972"/>
                  </a:lnTo>
                  <a:lnTo>
                    <a:pt x="4272502" y="3108951"/>
                  </a:lnTo>
                  <a:lnTo>
                    <a:pt x="4273358" y="3116972"/>
                  </a:lnTo>
                  <a:lnTo>
                    <a:pt x="4273358" y="3116972"/>
                  </a:lnTo>
                  <a:lnTo>
                    <a:pt x="4274213" y="3116972"/>
                  </a:lnTo>
                  <a:lnTo>
                    <a:pt x="4275069" y="3116972"/>
                  </a:lnTo>
                  <a:lnTo>
                    <a:pt x="4275924" y="3116972"/>
                  </a:lnTo>
                  <a:lnTo>
                    <a:pt x="4276780" y="3116972"/>
                  </a:lnTo>
                  <a:lnTo>
                    <a:pt x="4277636" y="3116972"/>
                  </a:lnTo>
                  <a:lnTo>
                    <a:pt x="4278491" y="3116972"/>
                  </a:lnTo>
                  <a:lnTo>
                    <a:pt x="4279347" y="3116972"/>
                  </a:lnTo>
                  <a:lnTo>
                    <a:pt x="4280202" y="3116972"/>
                  </a:lnTo>
                  <a:lnTo>
                    <a:pt x="4281058" y="3116972"/>
                  </a:lnTo>
                  <a:lnTo>
                    <a:pt x="4281913" y="3116972"/>
                  </a:lnTo>
                  <a:lnTo>
                    <a:pt x="4282769" y="3116972"/>
                  </a:lnTo>
                  <a:lnTo>
                    <a:pt x="4283624" y="3116972"/>
                  </a:lnTo>
                  <a:lnTo>
                    <a:pt x="4284480" y="3116972"/>
                  </a:lnTo>
                  <a:lnTo>
                    <a:pt x="4285335" y="3116972"/>
                  </a:lnTo>
                  <a:lnTo>
                    <a:pt x="4286191" y="3077326"/>
                  </a:lnTo>
                  <a:lnTo>
                    <a:pt x="4287046" y="2993462"/>
                  </a:lnTo>
                  <a:lnTo>
                    <a:pt x="4287902" y="2991716"/>
                  </a:lnTo>
                  <a:lnTo>
                    <a:pt x="4288757" y="2986945"/>
                  </a:lnTo>
                  <a:lnTo>
                    <a:pt x="4289613" y="2992933"/>
                  </a:lnTo>
                  <a:lnTo>
                    <a:pt x="4290468" y="3016509"/>
                  </a:lnTo>
                  <a:lnTo>
                    <a:pt x="4291324" y="3039304"/>
                  </a:lnTo>
                  <a:lnTo>
                    <a:pt x="4292179" y="3040051"/>
                  </a:lnTo>
                  <a:lnTo>
                    <a:pt x="4293035" y="2995563"/>
                  </a:lnTo>
                  <a:lnTo>
                    <a:pt x="4293891" y="2956409"/>
                  </a:lnTo>
                  <a:lnTo>
                    <a:pt x="4294746" y="2903721"/>
                  </a:lnTo>
                  <a:lnTo>
                    <a:pt x="4295602" y="2873355"/>
                  </a:lnTo>
                  <a:lnTo>
                    <a:pt x="4296457" y="2947177"/>
                  </a:lnTo>
                  <a:lnTo>
                    <a:pt x="4297313" y="3065093"/>
                  </a:lnTo>
                  <a:lnTo>
                    <a:pt x="4298168" y="3116972"/>
                  </a:lnTo>
                  <a:lnTo>
                    <a:pt x="4298168" y="3116972"/>
                  </a:lnTo>
                  <a:lnTo>
                    <a:pt x="4299024" y="3116972"/>
                  </a:lnTo>
                  <a:lnTo>
                    <a:pt x="4299879" y="3116972"/>
                  </a:lnTo>
                  <a:lnTo>
                    <a:pt x="4300735" y="3116972"/>
                  </a:lnTo>
                  <a:lnTo>
                    <a:pt x="4301590" y="3116972"/>
                  </a:lnTo>
                  <a:lnTo>
                    <a:pt x="4302446" y="3116972"/>
                  </a:lnTo>
                  <a:lnTo>
                    <a:pt x="4303301" y="3087773"/>
                  </a:lnTo>
                  <a:lnTo>
                    <a:pt x="4304157" y="3062328"/>
                  </a:lnTo>
                  <a:lnTo>
                    <a:pt x="4305012" y="3062328"/>
                  </a:lnTo>
                  <a:lnTo>
                    <a:pt x="4305868" y="3062328"/>
                  </a:lnTo>
                  <a:lnTo>
                    <a:pt x="4306723" y="3062328"/>
                  </a:lnTo>
                  <a:lnTo>
                    <a:pt x="4307579" y="3087128"/>
                  </a:lnTo>
                  <a:lnTo>
                    <a:pt x="4308434" y="3109461"/>
                  </a:lnTo>
                  <a:lnTo>
                    <a:pt x="4309290" y="3086680"/>
                  </a:lnTo>
                  <a:lnTo>
                    <a:pt x="4310146" y="3107693"/>
                  </a:lnTo>
                  <a:lnTo>
                    <a:pt x="4311001" y="3116972"/>
                  </a:lnTo>
                  <a:lnTo>
                    <a:pt x="4311001" y="3116972"/>
                  </a:lnTo>
                  <a:lnTo>
                    <a:pt x="4311857" y="3116972"/>
                  </a:lnTo>
                  <a:lnTo>
                    <a:pt x="4312712" y="3116972"/>
                  </a:lnTo>
                  <a:lnTo>
                    <a:pt x="4313568" y="3109865"/>
                  </a:lnTo>
                  <a:lnTo>
                    <a:pt x="4314423" y="3116972"/>
                  </a:lnTo>
                  <a:lnTo>
                    <a:pt x="4314423" y="3116972"/>
                  </a:lnTo>
                  <a:lnTo>
                    <a:pt x="4315279" y="3081077"/>
                  </a:lnTo>
                  <a:lnTo>
                    <a:pt x="4316134" y="2979539"/>
                  </a:lnTo>
                  <a:lnTo>
                    <a:pt x="4316990" y="3007923"/>
                  </a:lnTo>
                  <a:lnTo>
                    <a:pt x="4317845" y="3064582"/>
                  </a:lnTo>
                  <a:lnTo>
                    <a:pt x="4318701" y="3075601"/>
                  </a:lnTo>
                  <a:lnTo>
                    <a:pt x="4319556" y="3039066"/>
                  </a:lnTo>
                  <a:lnTo>
                    <a:pt x="4320412" y="3098608"/>
                  </a:lnTo>
                  <a:lnTo>
                    <a:pt x="4321267" y="3116972"/>
                  </a:lnTo>
                  <a:lnTo>
                    <a:pt x="4321267" y="3116972"/>
                  </a:lnTo>
                  <a:lnTo>
                    <a:pt x="4322123" y="3116972"/>
                  </a:lnTo>
                  <a:lnTo>
                    <a:pt x="4322978" y="3078027"/>
                  </a:lnTo>
                  <a:lnTo>
                    <a:pt x="4323834" y="3090500"/>
                  </a:lnTo>
                  <a:lnTo>
                    <a:pt x="4324690" y="3116972"/>
                  </a:lnTo>
                  <a:lnTo>
                    <a:pt x="4324690" y="3116972"/>
                  </a:lnTo>
                  <a:lnTo>
                    <a:pt x="4325545" y="3116972"/>
                  </a:lnTo>
                  <a:lnTo>
                    <a:pt x="4326401" y="3038921"/>
                  </a:lnTo>
                  <a:lnTo>
                    <a:pt x="4327256" y="2982140"/>
                  </a:lnTo>
                  <a:lnTo>
                    <a:pt x="4328112" y="2923569"/>
                  </a:lnTo>
                  <a:lnTo>
                    <a:pt x="4328967" y="2811202"/>
                  </a:lnTo>
                  <a:lnTo>
                    <a:pt x="4329823" y="2694423"/>
                  </a:lnTo>
                  <a:lnTo>
                    <a:pt x="4330678" y="2698347"/>
                  </a:lnTo>
                  <a:lnTo>
                    <a:pt x="4331534" y="2775048"/>
                  </a:lnTo>
                  <a:lnTo>
                    <a:pt x="4332389" y="2760553"/>
                  </a:lnTo>
                  <a:lnTo>
                    <a:pt x="4333245" y="2822418"/>
                  </a:lnTo>
                  <a:lnTo>
                    <a:pt x="4334100" y="2942723"/>
                  </a:lnTo>
                  <a:lnTo>
                    <a:pt x="4334956" y="3052168"/>
                  </a:lnTo>
                  <a:lnTo>
                    <a:pt x="4335811" y="3057926"/>
                  </a:lnTo>
                  <a:lnTo>
                    <a:pt x="4336667" y="3030688"/>
                  </a:lnTo>
                  <a:lnTo>
                    <a:pt x="4337522" y="3086648"/>
                  </a:lnTo>
                  <a:lnTo>
                    <a:pt x="4338378" y="3116972"/>
                  </a:lnTo>
                  <a:lnTo>
                    <a:pt x="4338378" y="3116972"/>
                  </a:lnTo>
                  <a:lnTo>
                    <a:pt x="4339233" y="3116972"/>
                  </a:lnTo>
                  <a:lnTo>
                    <a:pt x="4340089" y="3116972"/>
                  </a:lnTo>
                  <a:lnTo>
                    <a:pt x="4340945" y="3116972"/>
                  </a:lnTo>
                  <a:lnTo>
                    <a:pt x="4341800" y="3116972"/>
                  </a:lnTo>
                  <a:lnTo>
                    <a:pt x="4342656" y="3116972"/>
                  </a:lnTo>
                  <a:lnTo>
                    <a:pt x="4343511" y="3116972"/>
                  </a:lnTo>
                  <a:lnTo>
                    <a:pt x="4344367" y="3116972"/>
                  </a:lnTo>
                  <a:lnTo>
                    <a:pt x="4345222" y="3116972"/>
                  </a:lnTo>
                  <a:lnTo>
                    <a:pt x="4346078" y="3116972"/>
                  </a:lnTo>
                  <a:lnTo>
                    <a:pt x="4346933" y="3116972"/>
                  </a:lnTo>
                  <a:lnTo>
                    <a:pt x="4347789" y="3116972"/>
                  </a:lnTo>
                  <a:lnTo>
                    <a:pt x="4348644" y="3116972"/>
                  </a:lnTo>
                  <a:lnTo>
                    <a:pt x="4349500" y="3116972"/>
                  </a:lnTo>
                  <a:lnTo>
                    <a:pt x="4350355" y="3116972"/>
                  </a:lnTo>
                  <a:lnTo>
                    <a:pt x="4351211" y="3116972"/>
                  </a:lnTo>
                  <a:lnTo>
                    <a:pt x="4352066" y="3116972"/>
                  </a:lnTo>
                  <a:lnTo>
                    <a:pt x="4352922" y="3054544"/>
                  </a:lnTo>
                  <a:lnTo>
                    <a:pt x="4353777" y="2949222"/>
                  </a:lnTo>
                  <a:lnTo>
                    <a:pt x="4354633" y="2876416"/>
                  </a:lnTo>
                  <a:lnTo>
                    <a:pt x="4355488" y="2837095"/>
                  </a:lnTo>
                  <a:lnTo>
                    <a:pt x="4356344" y="2889074"/>
                  </a:lnTo>
                  <a:lnTo>
                    <a:pt x="4357200" y="3004927"/>
                  </a:lnTo>
                  <a:lnTo>
                    <a:pt x="4358055" y="3040384"/>
                  </a:lnTo>
                  <a:lnTo>
                    <a:pt x="4358911" y="3052802"/>
                  </a:lnTo>
                  <a:lnTo>
                    <a:pt x="4359766" y="3070708"/>
                  </a:lnTo>
                  <a:lnTo>
                    <a:pt x="4360622" y="3059039"/>
                  </a:lnTo>
                  <a:lnTo>
                    <a:pt x="4361477" y="2994163"/>
                  </a:lnTo>
                  <a:lnTo>
                    <a:pt x="4362333" y="2940106"/>
                  </a:lnTo>
                  <a:lnTo>
                    <a:pt x="4363188" y="2976772"/>
                  </a:lnTo>
                  <a:lnTo>
                    <a:pt x="4364044" y="3030050"/>
                  </a:lnTo>
                  <a:lnTo>
                    <a:pt x="4364899" y="3011144"/>
                  </a:lnTo>
                  <a:lnTo>
                    <a:pt x="4365755" y="2931966"/>
                  </a:lnTo>
                  <a:lnTo>
                    <a:pt x="4366610" y="2920933"/>
                  </a:lnTo>
                  <a:lnTo>
                    <a:pt x="4367466" y="2942029"/>
                  </a:lnTo>
                  <a:lnTo>
                    <a:pt x="4368321" y="2896455"/>
                  </a:lnTo>
                  <a:lnTo>
                    <a:pt x="4369177" y="2834803"/>
                  </a:lnTo>
                  <a:lnTo>
                    <a:pt x="4370032" y="2838725"/>
                  </a:lnTo>
                  <a:lnTo>
                    <a:pt x="4370888" y="2941329"/>
                  </a:lnTo>
                  <a:lnTo>
                    <a:pt x="4371744" y="2971860"/>
                  </a:lnTo>
                  <a:lnTo>
                    <a:pt x="4372599" y="2988773"/>
                  </a:lnTo>
                  <a:lnTo>
                    <a:pt x="4373455" y="3014958"/>
                  </a:lnTo>
                  <a:lnTo>
                    <a:pt x="4374310" y="2997607"/>
                  </a:lnTo>
                  <a:lnTo>
                    <a:pt x="4375166" y="2955969"/>
                  </a:lnTo>
                  <a:lnTo>
                    <a:pt x="4376021" y="2888718"/>
                  </a:lnTo>
                  <a:lnTo>
                    <a:pt x="4376877" y="2877248"/>
                  </a:lnTo>
                  <a:lnTo>
                    <a:pt x="4377732" y="2877249"/>
                  </a:lnTo>
                  <a:lnTo>
                    <a:pt x="4378588" y="2899884"/>
                  </a:lnTo>
                  <a:lnTo>
                    <a:pt x="4379443" y="2958077"/>
                  </a:lnTo>
                  <a:lnTo>
                    <a:pt x="4380299" y="2993532"/>
                  </a:lnTo>
                  <a:lnTo>
                    <a:pt x="4381154" y="2982310"/>
                  </a:lnTo>
                  <a:lnTo>
                    <a:pt x="4382010" y="2999404"/>
                  </a:lnTo>
                  <a:lnTo>
                    <a:pt x="4382865" y="3031599"/>
                  </a:lnTo>
                  <a:lnTo>
                    <a:pt x="4383721" y="3045185"/>
                  </a:lnTo>
                  <a:lnTo>
                    <a:pt x="4384576" y="3104974"/>
                  </a:lnTo>
                  <a:lnTo>
                    <a:pt x="4385432" y="3116972"/>
                  </a:lnTo>
                  <a:lnTo>
                    <a:pt x="4385432" y="3116972"/>
                  </a:lnTo>
                  <a:lnTo>
                    <a:pt x="4386287" y="3116972"/>
                  </a:lnTo>
                  <a:lnTo>
                    <a:pt x="4387143" y="3116972"/>
                  </a:lnTo>
                  <a:lnTo>
                    <a:pt x="4387999" y="3106078"/>
                  </a:lnTo>
                  <a:lnTo>
                    <a:pt x="4388854" y="3061568"/>
                  </a:lnTo>
                  <a:lnTo>
                    <a:pt x="4389710" y="2980558"/>
                  </a:lnTo>
                  <a:lnTo>
                    <a:pt x="4390565" y="2923391"/>
                  </a:lnTo>
                  <a:lnTo>
                    <a:pt x="4391421" y="2927332"/>
                  </a:lnTo>
                  <a:lnTo>
                    <a:pt x="4392276" y="2955860"/>
                  </a:lnTo>
                  <a:lnTo>
                    <a:pt x="4393132" y="3087678"/>
                  </a:lnTo>
                  <a:lnTo>
                    <a:pt x="4393987" y="3116972"/>
                  </a:lnTo>
                  <a:lnTo>
                    <a:pt x="4393987" y="3116972"/>
                  </a:lnTo>
                  <a:lnTo>
                    <a:pt x="4394843" y="3116972"/>
                  </a:lnTo>
                  <a:lnTo>
                    <a:pt x="4395698" y="3116972"/>
                  </a:lnTo>
                  <a:lnTo>
                    <a:pt x="4396554" y="3116972"/>
                  </a:lnTo>
                  <a:lnTo>
                    <a:pt x="4397409" y="3116972"/>
                  </a:lnTo>
                  <a:lnTo>
                    <a:pt x="4398265" y="3116972"/>
                  </a:lnTo>
                  <a:lnTo>
                    <a:pt x="4399120" y="2987205"/>
                  </a:lnTo>
                  <a:lnTo>
                    <a:pt x="4399976" y="2981849"/>
                  </a:lnTo>
                  <a:lnTo>
                    <a:pt x="4400831" y="3019090"/>
                  </a:lnTo>
                  <a:lnTo>
                    <a:pt x="4401687" y="3009106"/>
                  </a:lnTo>
                  <a:lnTo>
                    <a:pt x="4402542" y="2944347"/>
                  </a:lnTo>
                  <a:lnTo>
                    <a:pt x="4403398" y="2883839"/>
                  </a:lnTo>
                  <a:lnTo>
                    <a:pt x="4404254" y="2852448"/>
                  </a:lnTo>
                  <a:lnTo>
                    <a:pt x="4405109" y="2785086"/>
                  </a:lnTo>
                  <a:lnTo>
                    <a:pt x="4405965" y="2803391"/>
                  </a:lnTo>
                  <a:lnTo>
                    <a:pt x="4406820" y="2843655"/>
                  </a:lnTo>
                  <a:lnTo>
                    <a:pt x="4407676" y="2872566"/>
                  </a:lnTo>
                  <a:lnTo>
                    <a:pt x="4408531" y="2914290"/>
                  </a:lnTo>
                  <a:lnTo>
                    <a:pt x="4409387" y="2925953"/>
                  </a:lnTo>
                  <a:lnTo>
                    <a:pt x="4410242" y="2960168"/>
                  </a:lnTo>
                  <a:lnTo>
                    <a:pt x="4411098" y="2926549"/>
                  </a:lnTo>
                  <a:lnTo>
                    <a:pt x="4411953" y="2910662"/>
                  </a:lnTo>
                  <a:lnTo>
                    <a:pt x="4412809" y="2931577"/>
                  </a:lnTo>
                  <a:lnTo>
                    <a:pt x="4413664" y="2957191"/>
                  </a:lnTo>
                  <a:lnTo>
                    <a:pt x="4414520" y="3026011"/>
                  </a:lnTo>
                  <a:lnTo>
                    <a:pt x="4415375" y="3071735"/>
                  </a:lnTo>
                  <a:lnTo>
                    <a:pt x="4416231" y="3064219"/>
                  </a:lnTo>
                  <a:lnTo>
                    <a:pt x="4417086" y="3057963"/>
                  </a:lnTo>
                  <a:lnTo>
                    <a:pt x="4417942" y="3116972"/>
                  </a:lnTo>
                  <a:lnTo>
                    <a:pt x="4417942" y="3116972"/>
                  </a:lnTo>
                  <a:lnTo>
                    <a:pt x="4418798" y="3116972"/>
                  </a:lnTo>
                  <a:lnTo>
                    <a:pt x="4419653" y="3116972"/>
                  </a:lnTo>
                  <a:lnTo>
                    <a:pt x="4420509" y="3116972"/>
                  </a:lnTo>
                  <a:lnTo>
                    <a:pt x="4421364" y="3116972"/>
                  </a:lnTo>
                  <a:lnTo>
                    <a:pt x="4422220" y="3099344"/>
                  </a:lnTo>
                  <a:lnTo>
                    <a:pt x="4423075" y="3033695"/>
                  </a:lnTo>
                  <a:lnTo>
                    <a:pt x="4423931" y="3005768"/>
                  </a:lnTo>
                  <a:lnTo>
                    <a:pt x="4424786" y="3016850"/>
                  </a:lnTo>
                  <a:lnTo>
                    <a:pt x="4425642" y="3044992"/>
                  </a:lnTo>
                  <a:lnTo>
                    <a:pt x="4426497" y="3104113"/>
                  </a:lnTo>
                  <a:lnTo>
                    <a:pt x="4427353" y="3116972"/>
                  </a:lnTo>
                  <a:lnTo>
                    <a:pt x="4427353" y="3116972"/>
                  </a:lnTo>
                  <a:lnTo>
                    <a:pt x="4428208" y="3116972"/>
                  </a:lnTo>
                  <a:lnTo>
                    <a:pt x="4429064" y="3116972"/>
                  </a:lnTo>
                  <a:lnTo>
                    <a:pt x="4429919" y="3106938"/>
                  </a:lnTo>
                  <a:lnTo>
                    <a:pt x="4430775" y="3057630"/>
                  </a:lnTo>
                  <a:lnTo>
                    <a:pt x="4431630" y="3011726"/>
                  </a:lnTo>
                  <a:lnTo>
                    <a:pt x="4432486" y="2957964"/>
                  </a:lnTo>
                  <a:lnTo>
                    <a:pt x="4433341" y="2826727"/>
                  </a:lnTo>
                  <a:lnTo>
                    <a:pt x="4434197" y="2687271"/>
                  </a:lnTo>
                  <a:lnTo>
                    <a:pt x="4435053" y="2615030"/>
                  </a:lnTo>
                  <a:lnTo>
                    <a:pt x="4435908" y="2577673"/>
                  </a:lnTo>
                  <a:lnTo>
                    <a:pt x="4436764" y="2544835"/>
                  </a:lnTo>
                  <a:lnTo>
                    <a:pt x="4437619" y="2534064"/>
                  </a:lnTo>
                  <a:lnTo>
                    <a:pt x="4438475" y="2567271"/>
                  </a:lnTo>
                  <a:lnTo>
                    <a:pt x="4439330" y="2727774"/>
                  </a:lnTo>
                  <a:lnTo>
                    <a:pt x="4440186" y="2830170"/>
                  </a:lnTo>
                  <a:lnTo>
                    <a:pt x="4441041" y="2924949"/>
                  </a:lnTo>
                  <a:lnTo>
                    <a:pt x="4441897" y="2915301"/>
                  </a:lnTo>
                  <a:lnTo>
                    <a:pt x="4442752" y="2884980"/>
                  </a:lnTo>
                  <a:lnTo>
                    <a:pt x="4443608" y="2917541"/>
                  </a:lnTo>
                  <a:lnTo>
                    <a:pt x="4444463" y="2849930"/>
                  </a:lnTo>
                  <a:lnTo>
                    <a:pt x="4445319" y="2772592"/>
                  </a:lnTo>
                  <a:lnTo>
                    <a:pt x="4446174" y="2669598"/>
                  </a:lnTo>
                  <a:lnTo>
                    <a:pt x="4447030" y="2627244"/>
                  </a:lnTo>
                  <a:lnTo>
                    <a:pt x="4447885" y="2662819"/>
                  </a:lnTo>
                  <a:lnTo>
                    <a:pt x="4448741" y="2619325"/>
                  </a:lnTo>
                  <a:lnTo>
                    <a:pt x="4449596" y="2652951"/>
                  </a:lnTo>
                  <a:lnTo>
                    <a:pt x="4450452" y="2729226"/>
                  </a:lnTo>
                  <a:lnTo>
                    <a:pt x="4451308" y="2804836"/>
                  </a:lnTo>
                  <a:lnTo>
                    <a:pt x="4452163" y="2881880"/>
                  </a:lnTo>
                  <a:lnTo>
                    <a:pt x="4453019" y="2930598"/>
                  </a:lnTo>
                  <a:lnTo>
                    <a:pt x="4453874" y="3016815"/>
                  </a:lnTo>
                  <a:lnTo>
                    <a:pt x="4454730" y="2989285"/>
                  </a:lnTo>
                  <a:lnTo>
                    <a:pt x="4455585" y="2917943"/>
                  </a:lnTo>
                  <a:lnTo>
                    <a:pt x="4456441" y="2866456"/>
                  </a:lnTo>
                  <a:lnTo>
                    <a:pt x="4457296" y="2835153"/>
                  </a:lnTo>
                  <a:lnTo>
                    <a:pt x="4458152" y="2803848"/>
                  </a:lnTo>
                  <a:lnTo>
                    <a:pt x="4459007" y="2839002"/>
                  </a:lnTo>
                  <a:lnTo>
                    <a:pt x="4459863" y="2939108"/>
                  </a:lnTo>
                  <a:lnTo>
                    <a:pt x="4460718" y="2962643"/>
                  </a:lnTo>
                  <a:lnTo>
                    <a:pt x="4461574" y="2950775"/>
                  </a:lnTo>
                  <a:lnTo>
                    <a:pt x="4462429" y="2932541"/>
                  </a:lnTo>
                  <a:lnTo>
                    <a:pt x="4463285" y="2995158"/>
                  </a:lnTo>
                  <a:lnTo>
                    <a:pt x="4464140" y="3049441"/>
                  </a:lnTo>
                  <a:lnTo>
                    <a:pt x="4464996" y="2965774"/>
                  </a:lnTo>
                  <a:lnTo>
                    <a:pt x="4465851" y="2897639"/>
                  </a:lnTo>
                  <a:lnTo>
                    <a:pt x="4466707" y="2925985"/>
                  </a:lnTo>
                  <a:lnTo>
                    <a:pt x="4467563" y="2927229"/>
                  </a:lnTo>
                  <a:lnTo>
                    <a:pt x="4468418" y="2837102"/>
                  </a:lnTo>
                  <a:lnTo>
                    <a:pt x="4469274" y="2698629"/>
                  </a:lnTo>
                  <a:lnTo>
                    <a:pt x="4470129" y="2630503"/>
                  </a:lnTo>
                  <a:lnTo>
                    <a:pt x="4470985" y="2670810"/>
                  </a:lnTo>
                  <a:lnTo>
                    <a:pt x="4471840" y="2720347"/>
                  </a:lnTo>
                  <a:lnTo>
                    <a:pt x="4472696" y="2670405"/>
                  </a:lnTo>
                  <a:lnTo>
                    <a:pt x="4473551" y="2620447"/>
                  </a:lnTo>
                  <a:lnTo>
                    <a:pt x="4474407" y="2663671"/>
                  </a:lnTo>
                  <a:lnTo>
                    <a:pt x="4475262" y="2775480"/>
                  </a:lnTo>
                  <a:lnTo>
                    <a:pt x="4476118" y="2792790"/>
                  </a:lnTo>
                  <a:lnTo>
                    <a:pt x="4476973" y="2780672"/>
                  </a:lnTo>
                  <a:lnTo>
                    <a:pt x="4477829" y="2942236"/>
                  </a:lnTo>
                  <a:lnTo>
                    <a:pt x="4478684" y="3063298"/>
                  </a:lnTo>
                  <a:lnTo>
                    <a:pt x="4479540" y="3063798"/>
                  </a:lnTo>
                  <a:lnTo>
                    <a:pt x="4480395" y="3058715"/>
                  </a:lnTo>
                  <a:lnTo>
                    <a:pt x="4481251" y="3038719"/>
                  </a:lnTo>
                  <a:lnTo>
                    <a:pt x="4482107" y="2982696"/>
                  </a:lnTo>
                  <a:lnTo>
                    <a:pt x="4482962" y="2893936"/>
                  </a:lnTo>
                  <a:lnTo>
                    <a:pt x="4483818" y="2805149"/>
                  </a:lnTo>
                  <a:lnTo>
                    <a:pt x="4484673" y="2784111"/>
                  </a:lnTo>
                  <a:lnTo>
                    <a:pt x="4485529" y="2758923"/>
                  </a:lnTo>
                  <a:lnTo>
                    <a:pt x="4486384" y="2769091"/>
                  </a:lnTo>
                  <a:lnTo>
                    <a:pt x="4487240" y="2810581"/>
                  </a:lnTo>
                  <a:lnTo>
                    <a:pt x="4488095" y="2849550"/>
                  </a:lnTo>
                  <a:lnTo>
                    <a:pt x="4488951" y="2921106"/>
                  </a:lnTo>
                  <a:lnTo>
                    <a:pt x="4489806" y="2951422"/>
                  </a:lnTo>
                  <a:lnTo>
                    <a:pt x="4490662" y="2970234"/>
                  </a:lnTo>
                  <a:lnTo>
                    <a:pt x="4491517" y="3050869"/>
                  </a:lnTo>
                  <a:lnTo>
                    <a:pt x="4492373" y="3116972"/>
                  </a:lnTo>
                  <a:lnTo>
                    <a:pt x="4492373" y="3116972"/>
                  </a:lnTo>
                  <a:lnTo>
                    <a:pt x="4493228" y="3116972"/>
                  </a:lnTo>
                  <a:lnTo>
                    <a:pt x="4494084" y="3116972"/>
                  </a:lnTo>
                  <a:lnTo>
                    <a:pt x="4494939" y="3091494"/>
                  </a:lnTo>
                  <a:lnTo>
                    <a:pt x="4495795" y="3016443"/>
                  </a:lnTo>
                  <a:lnTo>
                    <a:pt x="4496650" y="2961924"/>
                  </a:lnTo>
                  <a:lnTo>
                    <a:pt x="4497506" y="2941491"/>
                  </a:lnTo>
                  <a:lnTo>
                    <a:pt x="4498362" y="2910711"/>
                  </a:lnTo>
                  <a:lnTo>
                    <a:pt x="4499217" y="2927779"/>
                  </a:lnTo>
                  <a:lnTo>
                    <a:pt x="4500073" y="2978578"/>
                  </a:lnTo>
                  <a:lnTo>
                    <a:pt x="4500928" y="3027679"/>
                  </a:lnTo>
                  <a:lnTo>
                    <a:pt x="4501784" y="3009881"/>
                  </a:lnTo>
                  <a:lnTo>
                    <a:pt x="4502639" y="2963846"/>
                  </a:lnTo>
                  <a:lnTo>
                    <a:pt x="4503495" y="2944220"/>
                  </a:lnTo>
                  <a:lnTo>
                    <a:pt x="4504350" y="2915220"/>
                  </a:lnTo>
                  <a:lnTo>
                    <a:pt x="4505206" y="2800687"/>
                  </a:lnTo>
                  <a:lnTo>
                    <a:pt x="4506061" y="2794793"/>
                  </a:lnTo>
                  <a:lnTo>
                    <a:pt x="4506917" y="2911106"/>
                  </a:lnTo>
                  <a:lnTo>
                    <a:pt x="4507772" y="2922757"/>
                  </a:lnTo>
                  <a:lnTo>
                    <a:pt x="4508628" y="2942382"/>
                  </a:lnTo>
                  <a:lnTo>
                    <a:pt x="4509483" y="3051423"/>
                  </a:lnTo>
                  <a:lnTo>
                    <a:pt x="4510339" y="3116972"/>
                  </a:lnTo>
                  <a:lnTo>
                    <a:pt x="4510339" y="3116972"/>
                  </a:lnTo>
                  <a:lnTo>
                    <a:pt x="4511194" y="3116972"/>
                  </a:lnTo>
                  <a:lnTo>
                    <a:pt x="4512050" y="3116972"/>
                  </a:lnTo>
                  <a:lnTo>
                    <a:pt x="4512905" y="3116972"/>
                  </a:lnTo>
                  <a:lnTo>
                    <a:pt x="4513761" y="3116972"/>
                  </a:lnTo>
                  <a:lnTo>
                    <a:pt x="4514617" y="3005226"/>
                  </a:lnTo>
                  <a:lnTo>
                    <a:pt x="4515472" y="2868470"/>
                  </a:lnTo>
                  <a:lnTo>
                    <a:pt x="4516328" y="2811340"/>
                  </a:lnTo>
                  <a:lnTo>
                    <a:pt x="4517183" y="2828768"/>
                  </a:lnTo>
                  <a:lnTo>
                    <a:pt x="4518039" y="2790557"/>
                  </a:lnTo>
                  <a:lnTo>
                    <a:pt x="4518894" y="2771675"/>
                  </a:lnTo>
                  <a:lnTo>
                    <a:pt x="4519750" y="2717965"/>
                  </a:lnTo>
                  <a:lnTo>
                    <a:pt x="4520605" y="2704867"/>
                  </a:lnTo>
                  <a:lnTo>
                    <a:pt x="4521461" y="2708879"/>
                  </a:lnTo>
                  <a:lnTo>
                    <a:pt x="4522316" y="2612935"/>
                  </a:lnTo>
                  <a:lnTo>
                    <a:pt x="4523172" y="2608788"/>
                  </a:lnTo>
                  <a:lnTo>
                    <a:pt x="4524027" y="2684991"/>
                  </a:lnTo>
                  <a:lnTo>
                    <a:pt x="4524883" y="2795097"/>
                  </a:lnTo>
                  <a:lnTo>
                    <a:pt x="4525738" y="2801783"/>
                  </a:lnTo>
                  <a:lnTo>
                    <a:pt x="4526594" y="2754187"/>
                  </a:lnTo>
                  <a:lnTo>
                    <a:pt x="4527449" y="2829640"/>
                  </a:lnTo>
                  <a:lnTo>
                    <a:pt x="4528305" y="2878660"/>
                  </a:lnTo>
                  <a:lnTo>
                    <a:pt x="4529161" y="2880025"/>
                  </a:lnTo>
                  <a:lnTo>
                    <a:pt x="4530016" y="2874229"/>
                  </a:lnTo>
                  <a:lnTo>
                    <a:pt x="4530872" y="2913038"/>
                  </a:lnTo>
                  <a:lnTo>
                    <a:pt x="4531727" y="2948071"/>
                  </a:lnTo>
                  <a:lnTo>
                    <a:pt x="4532583" y="2973504"/>
                  </a:lnTo>
                  <a:lnTo>
                    <a:pt x="4533438" y="3041990"/>
                  </a:lnTo>
                  <a:lnTo>
                    <a:pt x="4534294" y="3104049"/>
                  </a:lnTo>
                  <a:lnTo>
                    <a:pt x="4535149" y="3116972"/>
                  </a:lnTo>
                  <a:lnTo>
                    <a:pt x="4535149" y="3116972"/>
                  </a:lnTo>
                  <a:lnTo>
                    <a:pt x="4536005" y="3116972"/>
                  </a:lnTo>
                  <a:lnTo>
                    <a:pt x="4536860" y="3116972"/>
                  </a:lnTo>
                  <a:lnTo>
                    <a:pt x="4537716" y="3116972"/>
                  </a:lnTo>
                  <a:lnTo>
                    <a:pt x="4538571" y="3116972"/>
                  </a:lnTo>
                  <a:lnTo>
                    <a:pt x="4539427" y="3116972"/>
                  </a:lnTo>
                  <a:lnTo>
                    <a:pt x="4540282" y="3116972"/>
                  </a:lnTo>
                  <a:lnTo>
                    <a:pt x="4541138" y="3116972"/>
                  </a:lnTo>
                  <a:lnTo>
                    <a:pt x="4541993" y="3116972"/>
                  </a:lnTo>
                  <a:lnTo>
                    <a:pt x="4542849" y="3116972"/>
                  </a:lnTo>
                  <a:lnTo>
                    <a:pt x="4543704" y="3115085"/>
                  </a:lnTo>
                  <a:lnTo>
                    <a:pt x="4544560" y="3116972"/>
                  </a:lnTo>
                  <a:lnTo>
                    <a:pt x="4544560" y="3116972"/>
                  </a:lnTo>
                  <a:lnTo>
                    <a:pt x="4545416" y="3110343"/>
                  </a:lnTo>
                  <a:lnTo>
                    <a:pt x="4546271" y="3023939"/>
                  </a:lnTo>
                  <a:lnTo>
                    <a:pt x="4547127" y="3005612"/>
                  </a:lnTo>
                  <a:lnTo>
                    <a:pt x="4547982" y="3069927"/>
                  </a:lnTo>
                  <a:lnTo>
                    <a:pt x="4548838" y="3100351"/>
                  </a:lnTo>
                  <a:lnTo>
                    <a:pt x="4549693" y="3081773"/>
                  </a:lnTo>
                  <a:lnTo>
                    <a:pt x="4550549" y="3095728"/>
                  </a:lnTo>
                  <a:lnTo>
                    <a:pt x="4551404" y="3110283"/>
                  </a:lnTo>
                  <a:lnTo>
                    <a:pt x="4552260" y="3093733"/>
                  </a:lnTo>
                  <a:lnTo>
                    <a:pt x="4553115" y="3082744"/>
                  </a:lnTo>
                  <a:lnTo>
                    <a:pt x="4553971" y="3097778"/>
                  </a:lnTo>
                  <a:lnTo>
                    <a:pt x="4554826" y="3116972"/>
                  </a:lnTo>
                  <a:lnTo>
                    <a:pt x="4554826" y="3116972"/>
                  </a:lnTo>
                  <a:lnTo>
                    <a:pt x="4555682" y="3116972"/>
                  </a:lnTo>
                  <a:lnTo>
                    <a:pt x="4556537" y="3116972"/>
                  </a:lnTo>
                  <a:lnTo>
                    <a:pt x="4557393" y="3116972"/>
                  </a:lnTo>
                  <a:lnTo>
                    <a:pt x="4558248" y="3116972"/>
                  </a:lnTo>
                  <a:lnTo>
                    <a:pt x="4559104" y="3116972"/>
                  </a:lnTo>
                  <a:lnTo>
                    <a:pt x="4559959" y="3116972"/>
                  </a:lnTo>
                  <a:lnTo>
                    <a:pt x="4560815" y="3116972"/>
                  </a:lnTo>
                  <a:lnTo>
                    <a:pt x="4561671" y="3116972"/>
                  </a:lnTo>
                  <a:lnTo>
                    <a:pt x="4562526" y="3109957"/>
                  </a:lnTo>
                  <a:lnTo>
                    <a:pt x="4563382" y="3081354"/>
                  </a:lnTo>
                  <a:lnTo>
                    <a:pt x="4564237" y="3015899"/>
                  </a:lnTo>
                  <a:lnTo>
                    <a:pt x="4565093" y="3010923"/>
                  </a:lnTo>
                  <a:lnTo>
                    <a:pt x="4565948" y="3082238"/>
                  </a:lnTo>
                  <a:lnTo>
                    <a:pt x="4566804" y="3116972"/>
                  </a:lnTo>
                  <a:lnTo>
                    <a:pt x="4566804" y="3116972"/>
                  </a:lnTo>
                  <a:lnTo>
                    <a:pt x="4567659" y="3116972"/>
                  </a:lnTo>
                  <a:lnTo>
                    <a:pt x="4568515" y="3116972"/>
                  </a:lnTo>
                  <a:lnTo>
                    <a:pt x="4569370" y="3078031"/>
                  </a:lnTo>
                  <a:lnTo>
                    <a:pt x="4570226" y="3036207"/>
                  </a:lnTo>
                  <a:lnTo>
                    <a:pt x="4571081" y="2945366"/>
                  </a:lnTo>
                  <a:lnTo>
                    <a:pt x="4571937" y="2892473"/>
                  </a:lnTo>
                  <a:lnTo>
                    <a:pt x="4572792" y="2842748"/>
                  </a:lnTo>
                  <a:lnTo>
                    <a:pt x="4573648" y="2864384"/>
                  </a:lnTo>
                  <a:lnTo>
                    <a:pt x="4574503" y="2943727"/>
                  </a:lnTo>
                  <a:lnTo>
                    <a:pt x="4575359" y="2966054"/>
                  </a:lnTo>
                  <a:lnTo>
                    <a:pt x="4576215" y="3036649"/>
                  </a:lnTo>
                  <a:lnTo>
                    <a:pt x="4577070" y="3111249"/>
                  </a:lnTo>
                  <a:lnTo>
                    <a:pt x="4577926" y="3116972"/>
                  </a:lnTo>
                  <a:lnTo>
                    <a:pt x="4577926" y="3116972"/>
                  </a:lnTo>
                  <a:lnTo>
                    <a:pt x="4578781" y="3116972"/>
                  </a:lnTo>
                  <a:lnTo>
                    <a:pt x="4579637" y="3116972"/>
                  </a:lnTo>
                  <a:lnTo>
                    <a:pt x="4580492" y="3116972"/>
                  </a:lnTo>
                  <a:lnTo>
                    <a:pt x="4581348" y="3116972"/>
                  </a:lnTo>
                  <a:lnTo>
                    <a:pt x="4582203" y="3116972"/>
                  </a:lnTo>
                  <a:lnTo>
                    <a:pt x="4583059" y="3116972"/>
                  </a:lnTo>
                  <a:lnTo>
                    <a:pt x="4583914" y="3116972"/>
                  </a:lnTo>
                  <a:lnTo>
                    <a:pt x="4584770" y="3116972"/>
                  </a:lnTo>
                  <a:lnTo>
                    <a:pt x="4585625" y="3116972"/>
                  </a:lnTo>
                  <a:lnTo>
                    <a:pt x="4586481" y="3116972"/>
                  </a:lnTo>
                  <a:lnTo>
                    <a:pt x="4587336" y="3116972"/>
                  </a:lnTo>
                  <a:lnTo>
                    <a:pt x="4588192" y="3116972"/>
                  </a:lnTo>
                  <a:lnTo>
                    <a:pt x="4589047" y="3116972"/>
                  </a:lnTo>
                  <a:lnTo>
                    <a:pt x="4589903" y="3116972"/>
                  </a:lnTo>
                  <a:lnTo>
                    <a:pt x="4590758" y="3116972"/>
                  </a:lnTo>
                  <a:lnTo>
                    <a:pt x="4591614" y="3116972"/>
                  </a:lnTo>
                  <a:lnTo>
                    <a:pt x="4592470" y="3116972"/>
                  </a:lnTo>
                  <a:lnTo>
                    <a:pt x="4593325" y="3116972"/>
                  </a:lnTo>
                  <a:lnTo>
                    <a:pt x="4594181" y="3116972"/>
                  </a:lnTo>
                  <a:lnTo>
                    <a:pt x="4595036" y="3116972"/>
                  </a:lnTo>
                  <a:lnTo>
                    <a:pt x="4595892" y="3116972"/>
                  </a:lnTo>
                  <a:lnTo>
                    <a:pt x="4596747" y="3116972"/>
                  </a:lnTo>
                  <a:lnTo>
                    <a:pt x="4597603" y="3116972"/>
                  </a:lnTo>
                  <a:lnTo>
                    <a:pt x="4598458" y="3116972"/>
                  </a:lnTo>
                  <a:lnTo>
                    <a:pt x="4599314" y="3116972"/>
                  </a:lnTo>
                  <a:lnTo>
                    <a:pt x="4600169" y="3116972"/>
                  </a:lnTo>
                  <a:lnTo>
                    <a:pt x="4601025" y="3116972"/>
                  </a:lnTo>
                  <a:lnTo>
                    <a:pt x="4601880" y="3116972"/>
                  </a:lnTo>
                  <a:lnTo>
                    <a:pt x="4602736" y="3116972"/>
                  </a:lnTo>
                  <a:lnTo>
                    <a:pt x="4603591" y="3116972"/>
                  </a:lnTo>
                  <a:lnTo>
                    <a:pt x="4604447" y="3116972"/>
                  </a:lnTo>
                  <a:lnTo>
                    <a:pt x="4605302" y="3116972"/>
                  </a:lnTo>
                  <a:lnTo>
                    <a:pt x="4606158" y="3116972"/>
                  </a:lnTo>
                  <a:lnTo>
                    <a:pt x="4607013" y="3116972"/>
                  </a:lnTo>
                  <a:lnTo>
                    <a:pt x="4607869" y="3116972"/>
                  </a:lnTo>
                  <a:lnTo>
                    <a:pt x="4608725" y="3116972"/>
                  </a:lnTo>
                  <a:lnTo>
                    <a:pt x="4609580" y="3116972"/>
                  </a:lnTo>
                  <a:lnTo>
                    <a:pt x="4610436" y="3116972"/>
                  </a:lnTo>
                  <a:lnTo>
                    <a:pt x="4611291" y="3116972"/>
                  </a:lnTo>
                  <a:lnTo>
                    <a:pt x="4612147" y="3116972"/>
                  </a:lnTo>
                  <a:lnTo>
                    <a:pt x="4613002" y="3116972"/>
                  </a:lnTo>
                  <a:lnTo>
                    <a:pt x="4613858" y="3116972"/>
                  </a:lnTo>
                  <a:lnTo>
                    <a:pt x="4614713" y="3116972"/>
                  </a:lnTo>
                  <a:lnTo>
                    <a:pt x="4615569" y="3116972"/>
                  </a:lnTo>
                  <a:lnTo>
                    <a:pt x="4616424" y="3116972"/>
                  </a:lnTo>
                  <a:lnTo>
                    <a:pt x="4617280" y="3116972"/>
                  </a:lnTo>
                  <a:lnTo>
                    <a:pt x="4618135" y="3116972"/>
                  </a:lnTo>
                  <a:lnTo>
                    <a:pt x="4618991" y="3116972"/>
                  </a:lnTo>
                  <a:lnTo>
                    <a:pt x="4619846" y="3116972"/>
                  </a:lnTo>
                  <a:lnTo>
                    <a:pt x="4620702" y="3116972"/>
                  </a:lnTo>
                  <a:lnTo>
                    <a:pt x="4621557" y="3116972"/>
                  </a:lnTo>
                  <a:lnTo>
                    <a:pt x="4622413" y="3116972"/>
                  </a:lnTo>
                  <a:lnTo>
                    <a:pt x="4623269" y="3034352"/>
                  </a:lnTo>
                  <a:lnTo>
                    <a:pt x="4624124" y="2948629"/>
                  </a:lnTo>
                  <a:lnTo>
                    <a:pt x="4624980" y="2975863"/>
                  </a:lnTo>
                  <a:lnTo>
                    <a:pt x="4625835" y="3079358"/>
                  </a:lnTo>
                  <a:lnTo>
                    <a:pt x="4626691" y="3077800"/>
                  </a:lnTo>
                  <a:lnTo>
                    <a:pt x="4627546" y="3035458"/>
                  </a:lnTo>
                  <a:lnTo>
                    <a:pt x="4628402" y="3116972"/>
                  </a:lnTo>
                  <a:lnTo>
                    <a:pt x="4628402" y="3116972"/>
                  </a:lnTo>
                  <a:lnTo>
                    <a:pt x="4629257" y="3116972"/>
                  </a:lnTo>
                  <a:lnTo>
                    <a:pt x="4630113" y="3116972"/>
                  </a:lnTo>
                  <a:lnTo>
                    <a:pt x="4630968" y="3041849"/>
                  </a:lnTo>
                  <a:lnTo>
                    <a:pt x="4631824" y="2996167"/>
                  </a:lnTo>
                  <a:lnTo>
                    <a:pt x="4632679" y="3001890"/>
                  </a:lnTo>
                  <a:lnTo>
                    <a:pt x="4633535" y="2965072"/>
                  </a:lnTo>
                  <a:lnTo>
                    <a:pt x="4634390" y="2944493"/>
                  </a:lnTo>
                  <a:lnTo>
                    <a:pt x="4635246" y="3027092"/>
                  </a:lnTo>
                  <a:lnTo>
                    <a:pt x="4636101" y="3097094"/>
                  </a:lnTo>
                  <a:lnTo>
                    <a:pt x="4636957" y="3097626"/>
                  </a:lnTo>
                  <a:lnTo>
                    <a:pt x="4637812" y="3075685"/>
                  </a:lnTo>
                  <a:lnTo>
                    <a:pt x="4638668" y="3116972"/>
                  </a:lnTo>
                  <a:lnTo>
                    <a:pt x="4638668" y="3116972"/>
                  </a:lnTo>
                  <a:lnTo>
                    <a:pt x="4639524" y="3116972"/>
                  </a:lnTo>
                  <a:lnTo>
                    <a:pt x="4640379" y="3116972"/>
                  </a:lnTo>
                  <a:lnTo>
                    <a:pt x="4641235" y="3090563"/>
                  </a:lnTo>
                  <a:lnTo>
                    <a:pt x="4642090" y="3066422"/>
                  </a:lnTo>
                  <a:lnTo>
                    <a:pt x="4642946" y="3067255"/>
                  </a:lnTo>
                  <a:lnTo>
                    <a:pt x="4643801" y="2991524"/>
                  </a:lnTo>
                  <a:lnTo>
                    <a:pt x="4644657" y="2958559"/>
                  </a:lnTo>
                  <a:lnTo>
                    <a:pt x="4645512" y="2998649"/>
                  </a:lnTo>
                  <a:lnTo>
                    <a:pt x="4646368" y="3084471"/>
                  </a:lnTo>
                  <a:lnTo>
                    <a:pt x="4647223" y="3116972"/>
                  </a:lnTo>
                  <a:lnTo>
                    <a:pt x="4647223" y="3116972"/>
                  </a:lnTo>
                  <a:lnTo>
                    <a:pt x="4648079" y="3116972"/>
                  </a:lnTo>
                  <a:lnTo>
                    <a:pt x="4648934" y="3116972"/>
                  </a:lnTo>
                  <a:lnTo>
                    <a:pt x="4649790" y="3116972"/>
                  </a:lnTo>
                  <a:lnTo>
                    <a:pt x="4650645" y="3116972"/>
                  </a:lnTo>
                  <a:lnTo>
                    <a:pt x="4651501" y="3116972"/>
                  </a:lnTo>
                  <a:lnTo>
                    <a:pt x="4652356" y="3116972"/>
                  </a:lnTo>
                  <a:lnTo>
                    <a:pt x="4653212" y="3116972"/>
                  </a:lnTo>
                  <a:lnTo>
                    <a:pt x="4654067" y="3068470"/>
                  </a:lnTo>
                  <a:lnTo>
                    <a:pt x="4654923" y="3006950"/>
                  </a:lnTo>
                  <a:lnTo>
                    <a:pt x="4655779" y="2992420"/>
                  </a:lnTo>
                  <a:lnTo>
                    <a:pt x="4656634" y="2960443"/>
                  </a:lnTo>
                  <a:lnTo>
                    <a:pt x="4657490" y="2899992"/>
                  </a:lnTo>
                  <a:lnTo>
                    <a:pt x="4658345" y="2856555"/>
                  </a:lnTo>
                  <a:lnTo>
                    <a:pt x="4659201" y="2911162"/>
                  </a:lnTo>
                  <a:lnTo>
                    <a:pt x="4660056" y="3003235"/>
                  </a:lnTo>
                  <a:lnTo>
                    <a:pt x="4660912" y="3088863"/>
                  </a:lnTo>
                  <a:lnTo>
                    <a:pt x="4661767" y="3116972"/>
                  </a:lnTo>
                  <a:lnTo>
                    <a:pt x="4661767" y="3116972"/>
                  </a:lnTo>
                  <a:lnTo>
                    <a:pt x="4662623" y="3116972"/>
                  </a:lnTo>
                  <a:lnTo>
                    <a:pt x="4663478" y="3116972"/>
                  </a:lnTo>
                  <a:lnTo>
                    <a:pt x="4664334" y="3116972"/>
                  </a:lnTo>
                  <a:lnTo>
                    <a:pt x="4665189" y="3116972"/>
                  </a:lnTo>
                  <a:lnTo>
                    <a:pt x="4666045" y="3116972"/>
                  </a:lnTo>
                  <a:lnTo>
                    <a:pt x="4666900" y="3049541"/>
                  </a:lnTo>
                  <a:lnTo>
                    <a:pt x="4667756" y="2913722"/>
                  </a:lnTo>
                  <a:lnTo>
                    <a:pt x="4668611" y="2797784"/>
                  </a:lnTo>
                  <a:lnTo>
                    <a:pt x="4669467" y="2805636"/>
                  </a:lnTo>
                  <a:lnTo>
                    <a:pt x="4670322" y="2939858"/>
                  </a:lnTo>
                  <a:lnTo>
                    <a:pt x="4671178" y="3092285"/>
                  </a:lnTo>
                  <a:lnTo>
                    <a:pt x="4672034" y="3116972"/>
                  </a:lnTo>
                  <a:lnTo>
                    <a:pt x="4672034" y="3116972"/>
                  </a:lnTo>
                  <a:lnTo>
                    <a:pt x="4672889" y="3116972"/>
                  </a:lnTo>
                  <a:lnTo>
                    <a:pt x="4673745" y="3116972"/>
                  </a:lnTo>
                  <a:lnTo>
                    <a:pt x="4674600" y="2995613"/>
                  </a:lnTo>
                  <a:lnTo>
                    <a:pt x="4675456" y="2822401"/>
                  </a:lnTo>
                  <a:lnTo>
                    <a:pt x="4676311" y="2672544"/>
                  </a:lnTo>
                  <a:lnTo>
                    <a:pt x="4677167" y="2596274"/>
                  </a:lnTo>
                  <a:lnTo>
                    <a:pt x="4678022" y="2540885"/>
                  </a:lnTo>
                  <a:lnTo>
                    <a:pt x="4678878" y="2504108"/>
                  </a:lnTo>
                  <a:lnTo>
                    <a:pt x="4679733" y="2572199"/>
                  </a:lnTo>
                  <a:lnTo>
                    <a:pt x="4680589" y="2565090"/>
                  </a:lnTo>
                  <a:lnTo>
                    <a:pt x="4681444" y="2405370"/>
                  </a:lnTo>
                  <a:lnTo>
                    <a:pt x="4682300" y="2254152"/>
                  </a:lnTo>
                  <a:lnTo>
                    <a:pt x="4683155" y="2067122"/>
                  </a:lnTo>
                  <a:lnTo>
                    <a:pt x="4684011" y="1957252"/>
                  </a:lnTo>
                  <a:lnTo>
                    <a:pt x="4684866" y="1859680"/>
                  </a:lnTo>
                  <a:lnTo>
                    <a:pt x="4685722" y="1883454"/>
                  </a:lnTo>
                  <a:lnTo>
                    <a:pt x="4686578" y="2019614"/>
                  </a:lnTo>
                  <a:lnTo>
                    <a:pt x="4687433" y="2194572"/>
                  </a:lnTo>
                  <a:lnTo>
                    <a:pt x="4688289" y="2358389"/>
                  </a:lnTo>
                  <a:lnTo>
                    <a:pt x="4689144" y="2464426"/>
                  </a:lnTo>
                  <a:lnTo>
                    <a:pt x="4690000" y="2571521"/>
                  </a:lnTo>
                  <a:lnTo>
                    <a:pt x="4690855" y="2641989"/>
                  </a:lnTo>
                  <a:lnTo>
                    <a:pt x="4691711" y="2621763"/>
                  </a:lnTo>
                  <a:lnTo>
                    <a:pt x="4692566" y="2526410"/>
                  </a:lnTo>
                  <a:lnTo>
                    <a:pt x="4693422" y="2389073"/>
                  </a:lnTo>
                  <a:lnTo>
                    <a:pt x="4694277" y="2280408"/>
                  </a:lnTo>
                  <a:lnTo>
                    <a:pt x="4695133" y="2218933"/>
                  </a:lnTo>
                  <a:lnTo>
                    <a:pt x="4695988" y="2275394"/>
                  </a:lnTo>
                  <a:lnTo>
                    <a:pt x="4696844" y="2331048"/>
                  </a:lnTo>
                  <a:lnTo>
                    <a:pt x="4697699" y="2265412"/>
                  </a:lnTo>
                  <a:lnTo>
                    <a:pt x="4698555" y="2194434"/>
                  </a:lnTo>
                  <a:lnTo>
                    <a:pt x="4699410" y="2167621"/>
                  </a:lnTo>
                  <a:lnTo>
                    <a:pt x="4700266" y="2176373"/>
                  </a:lnTo>
                  <a:lnTo>
                    <a:pt x="4701121" y="1978499"/>
                  </a:lnTo>
                  <a:lnTo>
                    <a:pt x="4701977" y="1842607"/>
                  </a:lnTo>
                  <a:lnTo>
                    <a:pt x="4702833" y="1803536"/>
                  </a:lnTo>
                  <a:lnTo>
                    <a:pt x="4703688" y="1851286"/>
                  </a:lnTo>
                  <a:lnTo>
                    <a:pt x="4704544" y="1898034"/>
                  </a:lnTo>
                  <a:lnTo>
                    <a:pt x="4705399" y="1784032"/>
                  </a:lnTo>
                  <a:lnTo>
                    <a:pt x="4706255" y="1691824"/>
                  </a:lnTo>
                  <a:lnTo>
                    <a:pt x="4707110" y="1692555"/>
                  </a:lnTo>
                  <a:lnTo>
                    <a:pt x="4707966" y="1881652"/>
                  </a:lnTo>
                  <a:lnTo>
                    <a:pt x="4708821" y="2062454"/>
                  </a:lnTo>
                  <a:lnTo>
                    <a:pt x="4709677" y="2111100"/>
                  </a:lnTo>
                  <a:lnTo>
                    <a:pt x="4710532" y="2166925"/>
                  </a:lnTo>
                  <a:lnTo>
                    <a:pt x="4711388" y="2443475"/>
                  </a:lnTo>
                  <a:lnTo>
                    <a:pt x="4712243" y="2669383"/>
                  </a:lnTo>
                  <a:lnTo>
                    <a:pt x="4713099" y="2550111"/>
                  </a:lnTo>
                  <a:lnTo>
                    <a:pt x="4713954" y="2343674"/>
                  </a:lnTo>
                  <a:lnTo>
                    <a:pt x="4714810" y="2261654"/>
                  </a:lnTo>
                  <a:lnTo>
                    <a:pt x="4715665" y="2273054"/>
                  </a:lnTo>
                  <a:lnTo>
                    <a:pt x="4716521" y="2004071"/>
                  </a:lnTo>
                  <a:lnTo>
                    <a:pt x="4717376" y="1609558"/>
                  </a:lnTo>
                  <a:lnTo>
                    <a:pt x="4718232" y="1537211"/>
                  </a:lnTo>
                  <a:lnTo>
                    <a:pt x="4719088" y="1575947"/>
                  </a:lnTo>
                  <a:lnTo>
                    <a:pt x="4719943" y="1543318"/>
                  </a:lnTo>
                  <a:lnTo>
                    <a:pt x="4720799" y="1501708"/>
                  </a:lnTo>
                  <a:lnTo>
                    <a:pt x="4721654" y="1638004"/>
                  </a:lnTo>
                  <a:lnTo>
                    <a:pt x="4722510" y="1808381"/>
                  </a:lnTo>
                  <a:lnTo>
                    <a:pt x="4723365" y="1790582"/>
                  </a:lnTo>
                  <a:lnTo>
                    <a:pt x="4724221" y="1715185"/>
                  </a:lnTo>
                  <a:lnTo>
                    <a:pt x="4725076" y="1662559"/>
                  </a:lnTo>
                  <a:lnTo>
                    <a:pt x="4725932" y="1520947"/>
                  </a:lnTo>
                  <a:lnTo>
                    <a:pt x="4726787" y="1389690"/>
                  </a:lnTo>
                  <a:lnTo>
                    <a:pt x="4727643" y="1339231"/>
                  </a:lnTo>
                  <a:lnTo>
                    <a:pt x="4728498" y="1338855"/>
                  </a:lnTo>
                  <a:lnTo>
                    <a:pt x="4729354" y="1365252"/>
                  </a:lnTo>
                  <a:lnTo>
                    <a:pt x="4730209" y="1460348"/>
                  </a:lnTo>
                  <a:lnTo>
                    <a:pt x="4731065" y="1516629"/>
                  </a:lnTo>
                  <a:lnTo>
                    <a:pt x="4731920" y="1370865"/>
                  </a:lnTo>
                  <a:lnTo>
                    <a:pt x="4732776" y="1242871"/>
                  </a:lnTo>
                  <a:lnTo>
                    <a:pt x="4733632" y="1262683"/>
                  </a:lnTo>
                  <a:lnTo>
                    <a:pt x="4734487" y="1310109"/>
                  </a:lnTo>
                  <a:lnTo>
                    <a:pt x="4735343" y="1296410"/>
                  </a:lnTo>
                  <a:lnTo>
                    <a:pt x="4736198" y="1301822"/>
                  </a:lnTo>
                  <a:lnTo>
                    <a:pt x="4737054" y="1430696"/>
                  </a:lnTo>
                  <a:lnTo>
                    <a:pt x="4737909" y="1540688"/>
                  </a:lnTo>
                  <a:lnTo>
                    <a:pt x="4738765" y="1574532"/>
                  </a:lnTo>
                  <a:lnTo>
                    <a:pt x="4739620" y="1592016"/>
                  </a:lnTo>
                  <a:lnTo>
                    <a:pt x="4740476" y="1688422"/>
                  </a:lnTo>
                  <a:lnTo>
                    <a:pt x="4741331" y="1810189"/>
                  </a:lnTo>
                  <a:lnTo>
                    <a:pt x="4742187" y="1988986"/>
                  </a:lnTo>
                  <a:lnTo>
                    <a:pt x="4743042" y="2200980"/>
                  </a:lnTo>
                  <a:lnTo>
                    <a:pt x="4743898" y="2335782"/>
                  </a:lnTo>
                  <a:lnTo>
                    <a:pt x="4744753" y="2386075"/>
                  </a:lnTo>
                  <a:lnTo>
                    <a:pt x="4745609" y="2318886"/>
                  </a:lnTo>
                  <a:lnTo>
                    <a:pt x="4746464" y="2249668"/>
                  </a:lnTo>
                  <a:lnTo>
                    <a:pt x="4747320" y="2037004"/>
                  </a:lnTo>
                  <a:lnTo>
                    <a:pt x="4748175" y="1831040"/>
                  </a:lnTo>
                  <a:lnTo>
                    <a:pt x="4749031" y="1627386"/>
                  </a:lnTo>
                  <a:lnTo>
                    <a:pt x="4749887" y="1496329"/>
                  </a:lnTo>
                  <a:lnTo>
                    <a:pt x="4750742" y="1338681"/>
                  </a:lnTo>
                  <a:lnTo>
                    <a:pt x="4751598" y="1242620"/>
                  </a:lnTo>
                  <a:lnTo>
                    <a:pt x="4752453" y="1374390"/>
                  </a:lnTo>
                  <a:lnTo>
                    <a:pt x="4753309" y="1504812"/>
                  </a:lnTo>
                  <a:lnTo>
                    <a:pt x="4754164" y="1705839"/>
                  </a:lnTo>
                  <a:lnTo>
                    <a:pt x="4755020" y="1781528"/>
                  </a:lnTo>
                  <a:lnTo>
                    <a:pt x="4755875" y="1910930"/>
                  </a:lnTo>
                  <a:lnTo>
                    <a:pt x="4756731" y="2126971"/>
                  </a:lnTo>
                  <a:lnTo>
                    <a:pt x="4757586" y="2274202"/>
                  </a:lnTo>
                  <a:lnTo>
                    <a:pt x="4758442" y="2289568"/>
                  </a:lnTo>
                  <a:lnTo>
                    <a:pt x="4759297" y="2262833"/>
                  </a:lnTo>
                  <a:lnTo>
                    <a:pt x="4760153" y="2371646"/>
                  </a:lnTo>
                  <a:lnTo>
                    <a:pt x="4761008" y="2597464"/>
                  </a:lnTo>
                  <a:lnTo>
                    <a:pt x="4761864" y="2751505"/>
                  </a:lnTo>
                  <a:lnTo>
                    <a:pt x="4762719" y="2741160"/>
                  </a:lnTo>
                  <a:lnTo>
                    <a:pt x="4763575" y="2822368"/>
                  </a:lnTo>
                  <a:lnTo>
                    <a:pt x="4764430" y="2911747"/>
                  </a:lnTo>
                  <a:lnTo>
                    <a:pt x="4765286" y="2949002"/>
                  </a:lnTo>
                  <a:lnTo>
                    <a:pt x="4766142" y="2873824"/>
                  </a:lnTo>
                  <a:lnTo>
                    <a:pt x="4766997" y="2779333"/>
                  </a:lnTo>
                  <a:lnTo>
                    <a:pt x="4767853" y="2831940"/>
                  </a:lnTo>
                  <a:lnTo>
                    <a:pt x="4768708" y="2851615"/>
                  </a:lnTo>
                  <a:lnTo>
                    <a:pt x="4769564" y="2806457"/>
                  </a:lnTo>
                  <a:lnTo>
                    <a:pt x="4770419" y="2773487"/>
                  </a:lnTo>
                  <a:lnTo>
                    <a:pt x="4771275" y="2808416"/>
                  </a:lnTo>
                  <a:lnTo>
                    <a:pt x="4772130" y="2798457"/>
                  </a:lnTo>
                  <a:lnTo>
                    <a:pt x="4772986" y="2710083"/>
                  </a:lnTo>
                  <a:lnTo>
                    <a:pt x="4773841" y="2733400"/>
                  </a:lnTo>
                  <a:lnTo>
                    <a:pt x="4774697" y="2834930"/>
                  </a:lnTo>
                  <a:lnTo>
                    <a:pt x="4775552" y="2944138"/>
                  </a:lnTo>
                  <a:lnTo>
                    <a:pt x="4776408" y="3014219"/>
                  </a:lnTo>
                  <a:lnTo>
                    <a:pt x="4777263" y="3072716"/>
                  </a:lnTo>
                  <a:lnTo>
                    <a:pt x="4778119" y="3116972"/>
                  </a:lnTo>
                  <a:lnTo>
                    <a:pt x="4778119" y="3116972"/>
                  </a:lnTo>
                  <a:lnTo>
                    <a:pt x="4778974" y="3116972"/>
                  </a:lnTo>
                  <a:lnTo>
                    <a:pt x="4779830" y="3116972"/>
                  </a:lnTo>
                  <a:lnTo>
                    <a:pt x="4780686" y="3080480"/>
                  </a:lnTo>
                  <a:lnTo>
                    <a:pt x="4781541" y="2897514"/>
                  </a:lnTo>
                  <a:lnTo>
                    <a:pt x="4782397" y="2801999"/>
                  </a:lnTo>
                  <a:lnTo>
                    <a:pt x="4783252" y="2797467"/>
                  </a:lnTo>
                  <a:lnTo>
                    <a:pt x="4784108" y="2754844"/>
                  </a:lnTo>
                  <a:lnTo>
                    <a:pt x="4784963" y="2793638"/>
                  </a:lnTo>
                  <a:lnTo>
                    <a:pt x="4785819" y="2878228"/>
                  </a:lnTo>
                  <a:lnTo>
                    <a:pt x="4786674" y="2978003"/>
                  </a:lnTo>
                  <a:lnTo>
                    <a:pt x="4787530" y="2998534"/>
                  </a:lnTo>
                  <a:lnTo>
                    <a:pt x="4788385" y="2927803"/>
                  </a:lnTo>
                  <a:lnTo>
                    <a:pt x="4789241" y="2907974"/>
                  </a:lnTo>
                  <a:lnTo>
                    <a:pt x="4790096" y="2907975"/>
                  </a:lnTo>
                  <a:lnTo>
                    <a:pt x="4790952" y="2914992"/>
                  </a:lnTo>
                  <a:lnTo>
                    <a:pt x="4791807" y="2965681"/>
                  </a:lnTo>
                  <a:lnTo>
                    <a:pt x="4792663" y="3030371"/>
                  </a:lnTo>
                  <a:lnTo>
                    <a:pt x="4793518" y="3028926"/>
                  </a:lnTo>
                  <a:lnTo>
                    <a:pt x="4794374" y="3014585"/>
                  </a:lnTo>
                  <a:lnTo>
                    <a:pt x="4795229" y="3014587"/>
                  </a:lnTo>
                  <a:lnTo>
                    <a:pt x="4796085" y="3000983"/>
                  </a:lnTo>
                  <a:lnTo>
                    <a:pt x="4796941" y="2956987"/>
                  </a:lnTo>
                  <a:lnTo>
                    <a:pt x="4797796" y="2939285"/>
                  </a:lnTo>
                  <a:lnTo>
                    <a:pt x="4798652" y="2960635"/>
                  </a:lnTo>
                  <a:lnTo>
                    <a:pt x="4799507" y="2974976"/>
                  </a:lnTo>
                  <a:lnTo>
                    <a:pt x="4800363" y="2951860"/>
                  </a:lnTo>
                  <a:lnTo>
                    <a:pt x="4801218" y="2884870"/>
                  </a:lnTo>
                  <a:lnTo>
                    <a:pt x="4802074" y="2848337"/>
                  </a:lnTo>
                  <a:lnTo>
                    <a:pt x="4802929" y="2868688"/>
                  </a:lnTo>
                  <a:lnTo>
                    <a:pt x="4803785" y="2882709"/>
                  </a:lnTo>
                  <a:lnTo>
                    <a:pt x="4804640" y="2882709"/>
                  </a:lnTo>
                  <a:lnTo>
                    <a:pt x="4805496" y="2905827"/>
                  </a:lnTo>
                  <a:lnTo>
                    <a:pt x="4806351" y="3009157"/>
                  </a:lnTo>
                  <a:lnTo>
                    <a:pt x="4807207" y="3116972"/>
                  </a:lnTo>
                  <a:lnTo>
                    <a:pt x="4807207" y="3116972"/>
                  </a:lnTo>
                  <a:lnTo>
                    <a:pt x="4808062" y="3116972"/>
                  </a:lnTo>
                  <a:lnTo>
                    <a:pt x="4808918" y="3116972"/>
                  </a:lnTo>
                  <a:lnTo>
                    <a:pt x="4809773" y="3116972"/>
                  </a:lnTo>
                  <a:lnTo>
                    <a:pt x="4810629" y="3116972"/>
                  </a:lnTo>
                  <a:lnTo>
                    <a:pt x="4811484" y="3002987"/>
                  </a:lnTo>
                  <a:lnTo>
                    <a:pt x="4812340" y="2885283"/>
                  </a:lnTo>
                  <a:lnTo>
                    <a:pt x="4813196" y="2798380"/>
                  </a:lnTo>
                  <a:lnTo>
                    <a:pt x="4814051" y="2740879"/>
                  </a:lnTo>
                  <a:lnTo>
                    <a:pt x="4814907" y="2731167"/>
                  </a:lnTo>
                  <a:lnTo>
                    <a:pt x="4815762" y="2801911"/>
                  </a:lnTo>
                  <a:lnTo>
                    <a:pt x="4816618" y="2915173"/>
                  </a:lnTo>
                  <a:lnTo>
                    <a:pt x="4817473" y="3002770"/>
                  </a:lnTo>
                  <a:lnTo>
                    <a:pt x="4818329" y="3086263"/>
                  </a:lnTo>
                  <a:lnTo>
                    <a:pt x="4819184" y="3116972"/>
                  </a:lnTo>
                  <a:lnTo>
                    <a:pt x="4819184" y="3116972"/>
                  </a:lnTo>
                  <a:lnTo>
                    <a:pt x="4820040" y="3116972"/>
                  </a:lnTo>
                  <a:lnTo>
                    <a:pt x="4820895" y="3116972"/>
                  </a:lnTo>
                  <a:lnTo>
                    <a:pt x="4821751" y="3116972"/>
                  </a:lnTo>
                  <a:lnTo>
                    <a:pt x="4822606" y="3116972"/>
                  </a:lnTo>
                  <a:lnTo>
                    <a:pt x="4823462" y="3116972"/>
                  </a:lnTo>
                  <a:lnTo>
                    <a:pt x="4824317" y="3012647"/>
                  </a:lnTo>
                  <a:lnTo>
                    <a:pt x="4825173" y="2984082"/>
                  </a:lnTo>
                  <a:lnTo>
                    <a:pt x="4826028" y="3087559"/>
                  </a:lnTo>
                  <a:lnTo>
                    <a:pt x="4826884" y="3116972"/>
                  </a:lnTo>
                  <a:lnTo>
                    <a:pt x="4826884" y="3116972"/>
                  </a:lnTo>
                  <a:lnTo>
                    <a:pt x="4827740" y="3116972"/>
                  </a:lnTo>
                  <a:lnTo>
                    <a:pt x="4828595" y="3116972"/>
                  </a:lnTo>
                  <a:lnTo>
                    <a:pt x="4829451" y="3116972"/>
                  </a:lnTo>
                  <a:lnTo>
                    <a:pt x="4830306" y="3116972"/>
                  </a:lnTo>
                  <a:lnTo>
                    <a:pt x="4831162" y="3116972"/>
                  </a:lnTo>
                  <a:lnTo>
                    <a:pt x="4832017" y="3116972"/>
                  </a:lnTo>
                  <a:lnTo>
                    <a:pt x="4832873" y="3052139"/>
                  </a:lnTo>
                  <a:lnTo>
                    <a:pt x="4833728" y="2930516"/>
                  </a:lnTo>
                  <a:lnTo>
                    <a:pt x="4834584" y="2918221"/>
                  </a:lnTo>
                  <a:lnTo>
                    <a:pt x="4835439" y="2933816"/>
                  </a:lnTo>
                  <a:lnTo>
                    <a:pt x="4836295" y="2913407"/>
                  </a:lnTo>
                  <a:lnTo>
                    <a:pt x="4837150" y="2959428"/>
                  </a:lnTo>
                  <a:lnTo>
                    <a:pt x="4838006" y="3055310"/>
                  </a:lnTo>
                  <a:lnTo>
                    <a:pt x="4838861" y="3116972"/>
                  </a:lnTo>
                  <a:lnTo>
                    <a:pt x="4838861" y="3116972"/>
                  </a:lnTo>
                  <a:lnTo>
                    <a:pt x="4839717" y="3088538"/>
                  </a:lnTo>
                  <a:lnTo>
                    <a:pt x="4840572" y="3032744"/>
                  </a:lnTo>
                  <a:lnTo>
                    <a:pt x="4841428" y="3017204"/>
                  </a:lnTo>
                  <a:lnTo>
                    <a:pt x="4842283" y="2983808"/>
                  </a:lnTo>
                  <a:lnTo>
                    <a:pt x="4843139" y="2968737"/>
                  </a:lnTo>
                  <a:lnTo>
                    <a:pt x="4843995" y="2919523"/>
                  </a:lnTo>
                  <a:lnTo>
                    <a:pt x="4844850" y="2891976"/>
                  </a:lnTo>
                  <a:lnTo>
                    <a:pt x="4845706" y="2891623"/>
                  </a:lnTo>
                  <a:lnTo>
                    <a:pt x="4846561" y="2895274"/>
                  </a:lnTo>
                  <a:lnTo>
                    <a:pt x="4847417" y="2895275"/>
                  </a:lnTo>
                  <a:lnTo>
                    <a:pt x="4848272" y="2901156"/>
                  </a:lnTo>
                  <a:lnTo>
                    <a:pt x="4849128" y="2956713"/>
                  </a:lnTo>
                  <a:lnTo>
                    <a:pt x="4849983" y="3024298"/>
                  </a:lnTo>
                  <a:lnTo>
                    <a:pt x="4850839" y="3091060"/>
                  </a:lnTo>
                  <a:lnTo>
                    <a:pt x="4851694" y="3116972"/>
                  </a:lnTo>
                  <a:lnTo>
                    <a:pt x="4851694" y="3116972"/>
                  </a:lnTo>
                  <a:lnTo>
                    <a:pt x="4852550" y="3116972"/>
                  </a:lnTo>
                  <a:lnTo>
                    <a:pt x="4853405" y="3116972"/>
                  </a:lnTo>
                  <a:lnTo>
                    <a:pt x="4854261" y="3116972"/>
                  </a:lnTo>
                  <a:lnTo>
                    <a:pt x="4855116" y="3116972"/>
                  </a:lnTo>
                  <a:lnTo>
                    <a:pt x="4855972" y="3116972"/>
                  </a:lnTo>
                  <a:lnTo>
                    <a:pt x="4856827" y="3116972"/>
                  </a:lnTo>
                  <a:lnTo>
                    <a:pt x="4857683" y="3116972"/>
                  </a:lnTo>
                  <a:lnTo>
                    <a:pt x="4858538" y="3116972"/>
                  </a:lnTo>
                  <a:lnTo>
                    <a:pt x="4859394" y="3116972"/>
                  </a:lnTo>
                  <a:lnTo>
                    <a:pt x="4860250" y="3116972"/>
                  </a:lnTo>
                  <a:lnTo>
                    <a:pt x="4861105" y="3116972"/>
                  </a:lnTo>
                  <a:lnTo>
                    <a:pt x="4861961" y="3116972"/>
                  </a:lnTo>
                  <a:lnTo>
                    <a:pt x="4862816" y="3068889"/>
                  </a:lnTo>
                  <a:lnTo>
                    <a:pt x="4863672" y="3037873"/>
                  </a:lnTo>
                  <a:lnTo>
                    <a:pt x="4864527" y="3032563"/>
                  </a:lnTo>
                  <a:lnTo>
                    <a:pt x="4865383" y="3032564"/>
                  </a:lnTo>
                  <a:lnTo>
                    <a:pt x="4866238" y="3058010"/>
                  </a:lnTo>
                  <a:lnTo>
                    <a:pt x="4867094" y="3106137"/>
                  </a:lnTo>
                  <a:lnTo>
                    <a:pt x="4867949" y="3116972"/>
                  </a:lnTo>
                  <a:lnTo>
                    <a:pt x="4867949" y="3116972"/>
                  </a:lnTo>
                  <a:lnTo>
                    <a:pt x="4868805" y="3116972"/>
                  </a:lnTo>
                  <a:lnTo>
                    <a:pt x="4869660" y="3116972"/>
                  </a:lnTo>
                  <a:lnTo>
                    <a:pt x="4870516" y="3116972"/>
                  </a:lnTo>
                  <a:lnTo>
                    <a:pt x="4871371" y="3116972"/>
                  </a:lnTo>
                  <a:lnTo>
                    <a:pt x="4872227" y="3116972"/>
                  </a:lnTo>
                  <a:lnTo>
                    <a:pt x="4873082" y="3116972"/>
                  </a:lnTo>
                  <a:lnTo>
                    <a:pt x="4873938" y="3116972"/>
                  </a:lnTo>
                  <a:lnTo>
                    <a:pt x="4874793" y="3115541"/>
                  </a:lnTo>
                  <a:lnTo>
                    <a:pt x="4875649" y="3116972"/>
                  </a:lnTo>
                  <a:lnTo>
                    <a:pt x="4875649" y="3116972"/>
                  </a:lnTo>
                  <a:lnTo>
                    <a:pt x="4876505" y="3116972"/>
                  </a:lnTo>
                  <a:lnTo>
                    <a:pt x="4877360" y="3116972"/>
                  </a:lnTo>
                  <a:lnTo>
                    <a:pt x="4878216" y="3116972"/>
                  </a:lnTo>
                  <a:lnTo>
                    <a:pt x="4879071" y="3116972"/>
                  </a:lnTo>
                  <a:lnTo>
                    <a:pt x="4879927" y="3116972"/>
                  </a:lnTo>
                  <a:lnTo>
                    <a:pt x="4880782" y="3107984"/>
                  </a:lnTo>
                  <a:lnTo>
                    <a:pt x="4881638" y="3021506"/>
                  </a:lnTo>
                  <a:lnTo>
                    <a:pt x="4882493" y="3096198"/>
                  </a:lnTo>
                  <a:lnTo>
                    <a:pt x="4883349" y="3116972"/>
                  </a:lnTo>
                  <a:lnTo>
                    <a:pt x="4883349" y="3116972"/>
                  </a:lnTo>
                  <a:lnTo>
                    <a:pt x="4884204" y="3116972"/>
                  </a:lnTo>
                  <a:lnTo>
                    <a:pt x="4885060" y="3116972"/>
                  </a:lnTo>
                  <a:lnTo>
                    <a:pt x="4885915" y="3116972"/>
                  </a:lnTo>
                  <a:lnTo>
                    <a:pt x="4886771" y="3116972"/>
                  </a:lnTo>
                  <a:lnTo>
                    <a:pt x="4887626" y="3114730"/>
                  </a:lnTo>
                  <a:lnTo>
                    <a:pt x="4888482" y="3097545"/>
                  </a:lnTo>
                  <a:lnTo>
                    <a:pt x="4889337" y="3116972"/>
                  </a:lnTo>
                  <a:lnTo>
                    <a:pt x="4889337" y="3116972"/>
                  </a:lnTo>
                  <a:lnTo>
                    <a:pt x="4890193" y="3116972"/>
                  </a:lnTo>
                  <a:lnTo>
                    <a:pt x="4891049" y="3116972"/>
                  </a:lnTo>
                  <a:lnTo>
                    <a:pt x="4891904" y="3116972"/>
                  </a:lnTo>
                  <a:lnTo>
                    <a:pt x="4892760" y="3116972"/>
                  </a:lnTo>
                  <a:lnTo>
                    <a:pt x="4893615" y="3116972"/>
                  </a:lnTo>
                  <a:lnTo>
                    <a:pt x="4894471" y="3116972"/>
                  </a:lnTo>
                  <a:lnTo>
                    <a:pt x="4895326" y="3116972"/>
                  </a:lnTo>
                  <a:lnTo>
                    <a:pt x="4896182" y="3116972"/>
                  </a:lnTo>
                  <a:lnTo>
                    <a:pt x="4897037" y="3116972"/>
                  </a:lnTo>
                  <a:lnTo>
                    <a:pt x="4897893" y="3116972"/>
                  </a:lnTo>
                  <a:lnTo>
                    <a:pt x="4898748" y="3116972"/>
                  </a:lnTo>
                  <a:lnTo>
                    <a:pt x="4899604" y="3116972"/>
                  </a:lnTo>
                  <a:lnTo>
                    <a:pt x="4900459" y="3116972"/>
                  </a:lnTo>
                  <a:lnTo>
                    <a:pt x="4901315" y="3108059"/>
                  </a:lnTo>
                  <a:lnTo>
                    <a:pt x="4902170" y="3115005"/>
                  </a:lnTo>
                  <a:lnTo>
                    <a:pt x="4903026" y="3069759"/>
                  </a:lnTo>
                  <a:lnTo>
                    <a:pt x="4903881" y="3046196"/>
                  </a:lnTo>
                  <a:lnTo>
                    <a:pt x="4904737" y="3084007"/>
                  </a:lnTo>
                  <a:lnTo>
                    <a:pt x="4905592" y="3095578"/>
                  </a:lnTo>
                  <a:lnTo>
                    <a:pt x="4906448" y="3056650"/>
                  </a:lnTo>
                  <a:lnTo>
                    <a:pt x="4907304" y="3026220"/>
                  </a:lnTo>
                  <a:lnTo>
                    <a:pt x="4908159" y="3095073"/>
                  </a:lnTo>
                  <a:lnTo>
                    <a:pt x="4909015" y="3116972"/>
                  </a:lnTo>
                  <a:lnTo>
                    <a:pt x="4909015" y="3116972"/>
                  </a:lnTo>
                  <a:lnTo>
                    <a:pt x="4909870" y="3102616"/>
                  </a:lnTo>
                  <a:lnTo>
                    <a:pt x="4910726" y="3099654"/>
                  </a:lnTo>
                  <a:lnTo>
                    <a:pt x="4911581" y="3112568"/>
                  </a:lnTo>
                  <a:lnTo>
                    <a:pt x="4912437" y="3077650"/>
                  </a:lnTo>
                  <a:lnTo>
                    <a:pt x="4913292" y="3023532"/>
                  </a:lnTo>
                  <a:lnTo>
                    <a:pt x="4914148" y="2978735"/>
                  </a:lnTo>
                  <a:lnTo>
                    <a:pt x="4915003" y="2942122"/>
                  </a:lnTo>
                  <a:lnTo>
                    <a:pt x="4915859" y="2950128"/>
                  </a:lnTo>
                  <a:lnTo>
                    <a:pt x="4916714" y="3014164"/>
                  </a:lnTo>
                  <a:lnTo>
                    <a:pt x="4917570" y="3100579"/>
                  </a:lnTo>
                  <a:lnTo>
                    <a:pt x="4918425" y="3116972"/>
                  </a:lnTo>
                  <a:lnTo>
                    <a:pt x="4918425" y="3116972"/>
                  </a:lnTo>
                  <a:lnTo>
                    <a:pt x="4919281" y="3116972"/>
                  </a:lnTo>
                  <a:lnTo>
                    <a:pt x="4920136" y="3116972"/>
                  </a:lnTo>
                  <a:lnTo>
                    <a:pt x="4920992" y="3116972"/>
                  </a:lnTo>
                  <a:lnTo>
                    <a:pt x="4921847" y="3116972"/>
                  </a:lnTo>
                  <a:lnTo>
                    <a:pt x="4922703" y="3116736"/>
                  </a:lnTo>
                  <a:lnTo>
                    <a:pt x="4923559" y="3116972"/>
                  </a:lnTo>
                  <a:lnTo>
                    <a:pt x="4923559" y="3116972"/>
                  </a:lnTo>
                  <a:lnTo>
                    <a:pt x="4924414" y="3116972"/>
                  </a:lnTo>
                  <a:lnTo>
                    <a:pt x="4925270" y="3116972"/>
                  </a:lnTo>
                  <a:lnTo>
                    <a:pt x="4926125" y="3116972"/>
                  </a:lnTo>
                  <a:lnTo>
                    <a:pt x="4926981" y="3116972"/>
                  </a:lnTo>
                  <a:lnTo>
                    <a:pt x="4927836" y="3116972"/>
                  </a:lnTo>
                  <a:lnTo>
                    <a:pt x="4928692" y="3116972"/>
                  </a:lnTo>
                  <a:lnTo>
                    <a:pt x="4929547" y="3116972"/>
                  </a:lnTo>
                  <a:lnTo>
                    <a:pt x="4930403" y="3116972"/>
                  </a:lnTo>
                  <a:lnTo>
                    <a:pt x="4931258" y="3116972"/>
                  </a:lnTo>
                  <a:lnTo>
                    <a:pt x="4932114" y="3116972"/>
                  </a:lnTo>
                  <a:lnTo>
                    <a:pt x="4932969" y="3088532"/>
                  </a:lnTo>
                  <a:lnTo>
                    <a:pt x="4933825" y="3116972"/>
                  </a:lnTo>
                  <a:lnTo>
                    <a:pt x="4933825" y="3116972"/>
                  </a:lnTo>
                  <a:lnTo>
                    <a:pt x="4934680" y="3116972"/>
                  </a:lnTo>
                  <a:lnTo>
                    <a:pt x="4935536" y="3116972"/>
                  </a:lnTo>
                  <a:lnTo>
                    <a:pt x="4936391" y="3116972"/>
                  </a:lnTo>
                  <a:lnTo>
                    <a:pt x="4937247" y="3116972"/>
                  </a:lnTo>
                  <a:lnTo>
                    <a:pt x="4938103" y="3116972"/>
                  </a:lnTo>
                  <a:lnTo>
                    <a:pt x="4938958" y="3088277"/>
                  </a:lnTo>
                  <a:lnTo>
                    <a:pt x="4939814" y="3007090"/>
                  </a:lnTo>
                  <a:lnTo>
                    <a:pt x="4940669" y="2983105"/>
                  </a:lnTo>
                  <a:lnTo>
                    <a:pt x="4941525" y="2979870"/>
                  </a:lnTo>
                  <a:lnTo>
                    <a:pt x="4942380" y="3003532"/>
                  </a:lnTo>
                  <a:lnTo>
                    <a:pt x="4943236" y="3015710"/>
                  </a:lnTo>
                  <a:lnTo>
                    <a:pt x="4944091" y="3056971"/>
                  </a:lnTo>
                  <a:lnTo>
                    <a:pt x="4944947" y="3047949"/>
                  </a:lnTo>
                  <a:lnTo>
                    <a:pt x="4945802" y="3057531"/>
                  </a:lnTo>
                  <a:lnTo>
                    <a:pt x="4946658" y="3062328"/>
                  </a:lnTo>
                  <a:lnTo>
                    <a:pt x="4947513" y="3057905"/>
                  </a:lnTo>
                  <a:lnTo>
                    <a:pt x="4948369" y="3055458"/>
                  </a:lnTo>
                  <a:lnTo>
                    <a:pt x="4949224" y="3046040"/>
                  </a:lnTo>
                  <a:lnTo>
                    <a:pt x="4950080" y="3116972"/>
                  </a:lnTo>
                  <a:lnTo>
                    <a:pt x="4950080" y="3116972"/>
                  </a:lnTo>
                  <a:lnTo>
                    <a:pt x="4950935" y="3116972"/>
                  </a:lnTo>
                  <a:lnTo>
                    <a:pt x="4951791" y="3116972"/>
                  </a:lnTo>
                  <a:lnTo>
                    <a:pt x="4952646" y="3116972"/>
                  </a:lnTo>
                  <a:lnTo>
                    <a:pt x="4953502" y="3116972"/>
                  </a:lnTo>
                  <a:lnTo>
                    <a:pt x="4954358" y="3116972"/>
                  </a:lnTo>
                  <a:lnTo>
                    <a:pt x="4955213" y="3116972"/>
                  </a:lnTo>
                  <a:lnTo>
                    <a:pt x="4956069" y="3116972"/>
                  </a:lnTo>
                  <a:lnTo>
                    <a:pt x="4956924" y="3116972"/>
                  </a:lnTo>
                  <a:lnTo>
                    <a:pt x="4957780" y="3116972"/>
                  </a:lnTo>
                  <a:lnTo>
                    <a:pt x="4958635" y="3116972"/>
                  </a:lnTo>
                  <a:lnTo>
                    <a:pt x="4959491" y="3116972"/>
                  </a:lnTo>
                  <a:lnTo>
                    <a:pt x="4960346" y="3088025"/>
                  </a:lnTo>
                  <a:lnTo>
                    <a:pt x="4961202" y="3116972"/>
                  </a:lnTo>
                  <a:lnTo>
                    <a:pt x="4961202" y="3116972"/>
                  </a:lnTo>
                  <a:lnTo>
                    <a:pt x="4962057" y="3116972"/>
                  </a:lnTo>
                  <a:lnTo>
                    <a:pt x="4962913" y="3073600"/>
                  </a:lnTo>
                  <a:lnTo>
                    <a:pt x="4963768" y="2987308"/>
                  </a:lnTo>
                  <a:lnTo>
                    <a:pt x="4964624" y="3018871"/>
                  </a:lnTo>
                  <a:lnTo>
                    <a:pt x="4965479" y="3042346"/>
                  </a:lnTo>
                  <a:lnTo>
                    <a:pt x="4966335" y="3002219"/>
                  </a:lnTo>
                  <a:lnTo>
                    <a:pt x="4967190" y="3053657"/>
                  </a:lnTo>
                  <a:lnTo>
                    <a:pt x="4968046" y="3116972"/>
                  </a:lnTo>
                  <a:lnTo>
                    <a:pt x="4968046" y="3116972"/>
                  </a:lnTo>
                  <a:lnTo>
                    <a:pt x="4968901" y="3116972"/>
                  </a:lnTo>
                  <a:lnTo>
                    <a:pt x="4969757" y="3104219"/>
                  </a:lnTo>
                  <a:lnTo>
                    <a:pt x="4970613" y="3060489"/>
                  </a:lnTo>
                  <a:lnTo>
                    <a:pt x="4971468" y="3030984"/>
                  </a:lnTo>
                  <a:lnTo>
                    <a:pt x="4972324" y="2945303"/>
                  </a:lnTo>
                  <a:lnTo>
                    <a:pt x="4973179" y="2882371"/>
                  </a:lnTo>
                  <a:lnTo>
                    <a:pt x="4974035" y="2948894"/>
                  </a:lnTo>
                  <a:lnTo>
                    <a:pt x="4974890" y="3010809"/>
                  </a:lnTo>
                  <a:lnTo>
                    <a:pt x="4975746" y="3029093"/>
                  </a:lnTo>
                  <a:lnTo>
                    <a:pt x="4976601" y="3039940"/>
                  </a:lnTo>
                  <a:lnTo>
                    <a:pt x="4977457" y="2991881"/>
                  </a:lnTo>
                  <a:lnTo>
                    <a:pt x="4978312" y="2984550"/>
                  </a:lnTo>
                  <a:lnTo>
                    <a:pt x="4979168" y="2912769"/>
                  </a:lnTo>
                  <a:lnTo>
                    <a:pt x="4980023" y="2831817"/>
                  </a:lnTo>
                  <a:lnTo>
                    <a:pt x="4980879" y="2857264"/>
                  </a:lnTo>
                  <a:lnTo>
                    <a:pt x="4981734" y="2856518"/>
                  </a:lnTo>
                  <a:lnTo>
                    <a:pt x="4982590" y="2921358"/>
                  </a:lnTo>
                  <a:lnTo>
                    <a:pt x="4983445" y="3002503"/>
                  </a:lnTo>
                  <a:lnTo>
                    <a:pt x="4984301" y="3061560"/>
                  </a:lnTo>
                  <a:lnTo>
                    <a:pt x="4985157" y="3116972"/>
                  </a:lnTo>
                  <a:lnTo>
                    <a:pt x="4985157" y="3116972"/>
                  </a:lnTo>
                  <a:lnTo>
                    <a:pt x="4986012" y="3116972"/>
                  </a:lnTo>
                  <a:lnTo>
                    <a:pt x="4986868" y="3116972"/>
                  </a:lnTo>
                  <a:lnTo>
                    <a:pt x="4987723" y="3116972"/>
                  </a:lnTo>
                  <a:lnTo>
                    <a:pt x="4988579" y="3116972"/>
                  </a:lnTo>
                  <a:lnTo>
                    <a:pt x="4989434" y="3113539"/>
                  </a:lnTo>
                  <a:lnTo>
                    <a:pt x="4990290" y="3080246"/>
                  </a:lnTo>
                  <a:lnTo>
                    <a:pt x="4991145" y="3062328"/>
                  </a:lnTo>
                  <a:lnTo>
                    <a:pt x="4992001" y="3048131"/>
                  </a:lnTo>
                  <a:lnTo>
                    <a:pt x="4992856" y="2995910"/>
                  </a:lnTo>
                  <a:lnTo>
                    <a:pt x="4993712" y="2908747"/>
                  </a:lnTo>
                  <a:lnTo>
                    <a:pt x="4994567" y="2839077"/>
                  </a:lnTo>
                  <a:lnTo>
                    <a:pt x="4995423" y="2760675"/>
                  </a:lnTo>
                  <a:lnTo>
                    <a:pt x="4996278" y="2717091"/>
                  </a:lnTo>
                  <a:lnTo>
                    <a:pt x="4997134" y="2696614"/>
                  </a:lnTo>
                  <a:lnTo>
                    <a:pt x="4997989" y="2753280"/>
                  </a:lnTo>
                  <a:lnTo>
                    <a:pt x="4998845" y="2853153"/>
                  </a:lnTo>
                  <a:lnTo>
                    <a:pt x="4999700" y="2922821"/>
                  </a:lnTo>
                  <a:lnTo>
                    <a:pt x="5000556" y="3003840"/>
                  </a:lnTo>
                  <a:lnTo>
                    <a:pt x="5001412" y="3060392"/>
                  </a:lnTo>
                  <a:lnTo>
                    <a:pt x="5002267" y="3116972"/>
                  </a:lnTo>
                  <a:lnTo>
                    <a:pt x="5002267" y="3116972"/>
                  </a:lnTo>
                  <a:lnTo>
                    <a:pt x="5003123" y="3116972"/>
                  </a:lnTo>
                  <a:lnTo>
                    <a:pt x="5003978" y="3116972"/>
                  </a:lnTo>
                  <a:lnTo>
                    <a:pt x="5004834" y="3116972"/>
                  </a:lnTo>
                  <a:lnTo>
                    <a:pt x="5005689" y="3116972"/>
                  </a:lnTo>
                  <a:lnTo>
                    <a:pt x="5006545" y="3116972"/>
                  </a:lnTo>
                  <a:lnTo>
                    <a:pt x="5007400" y="3113006"/>
                  </a:lnTo>
                  <a:lnTo>
                    <a:pt x="5008256" y="3046523"/>
                  </a:lnTo>
                  <a:lnTo>
                    <a:pt x="5009111" y="3011777"/>
                  </a:lnTo>
                  <a:lnTo>
                    <a:pt x="5009967" y="3021518"/>
                  </a:lnTo>
                  <a:lnTo>
                    <a:pt x="5010822" y="2996339"/>
                  </a:lnTo>
                  <a:lnTo>
                    <a:pt x="5011678" y="2948197"/>
                  </a:lnTo>
                  <a:lnTo>
                    <a:pt x="5012533" y="2989590"/>
                  </a:lnTo>
                  <a:lnTo>
                    <a:pt x="5013389" y="3034582"/>
                  </a:lnTo>
                  <a:lnTo>
                    <a:pt x="5014244" y="3076588"/>
                  </a:lnTo>
                  <a:lnTo>
                    <a:pt x="5015100" y="3108882"/>
                  </a:lnTo>
                  <a:lnTo>
                    <a:pt x="5015955" y="3103649"/>
                  </a:lnTo>
                  <a:lnTo>
                    <a:pt x="5016811" y="3103650"/>
                  </a:lnTo>
                  <a:lnTo>
                    <a:pt x="5017667" y="3116972"/>
                  </a:lnTo>
                  <a:lnTo>
                    <a:pt x="5017667" y="3116972"/>
                  </a:lnTo>
                  <a:lnTo>
                    <a:pt x="5018522" y="3092649"/>
                  </a:lnTo>
                  <a:lnTo>
                    <a:pt x="5019378" y="3012780"/>
                  </a:lnTo>
                  <a:lnTo>
                    <a:pt x="5020233" y="2990388"/>
                  </a:lnTo>
                  <a:lnTo>
                    <a:pt x="5021089" y="2900943"/>
                  </a:lnTo>
                  <a:lnTo>
                    <a:pt x="5021944" y="2854548"/>
                  </a:lnTo>
                  <a:lnTo>
                    <a:pt x="5022800" y="2769173"/>
                  </a:lnTo>
                  <a:lnTo>
                    <a:pt x="5023655" y="2759691"/>
                  </a:lnTo>
                  <a:lnTo>
                    <a:pt x="5024511" y="2776610"/>
                  </a:lnTo>
                  <a:lnTo>
                    <a:pt x="5025366" y="2689330"/>
                  </a:lnTo>
                  <a:lnTo>
                    <a:pt x="5026222" y="2703819"/>
                  </a:lnTo>
                  <a:lnTo>
                    <a:pt x="5027077" y="2645556"/>
                  </a:lnTo>
                  <a:lnTo>
                    <a:pt x="5027933" y="2714234"/>
                  </a:lnTo>
                  <a:lnTo>
                    <a:pt x="5028788" y="2771981"/>
                  </a:lnTo>
                  <a:lnTo>
                    <a:pt x="5029644" y="2775231"/>
                  </a:lnTo>
                  <a:lnTo>
                    <a:pt x="5030499" y="2875734"/>
                  </a:lnTo>
                  <a:lnTo>
                    <a:pt x="5031355" y="2994636"/>
                  </a:lnTo>
                  <a:lnTo>
                    <a:pt x="5032211" y="3116972"/>
                  </a:lnTo>
                  <a:lnTo>
                    <a:pt x="5032211" y="3116972"/>
                  </a:lnTo>
                  <a:lnTo>
                    <a:pt x="5033066" y="3112935"/>
                  </a:lnTo>
                  <a:lnTo>
                    <a:pt x="5033922" y="3074641"/>
                  </a:lnTo>
                  <a:lnTo>
                    <a:pt x="5034777" y="3113212"/>
                  </a:lnTo>
                  <a:lnTo>
                    <a:pt x="5035633" y="3116972"/>
                  </a:lnTo>
                  <a:lnTo>
                    <a:pt x="5035633" y="3116972"/>
                  </a:lnTo>
                  <a:lnTo>
                    <a:pt x="5036488" y="3116972"/>
                  </a:lnTo>
                  <a:lnTo>
                    <a:pt x="5037344" y="3057945"/>
                  </a:lnTo>
                  <a:lnTo>
                    <a:pt x="5038199" y="3066034"/>
                  </a:lnTo>
                  <a:lnTo>
                    <a:pt x="5039055" y="3067008"/>
                  </a:lnTo>
                  <a:lnTo>
                    <a:pt x="5039910" y="2999333"/>
                  </a:lnTo>
                  <a:lnTo>
                    <a:pt x="5040766" y="2992315"/>
                  </a:lnTo>
                  <a:lnTo>
                    <a:pt x="5041621" y="2971498"/>
                  </a:lnTo>
                  <a:lnTo>
                    <a:pt x="5042477" y="2990417"/>
                  </a:lnTo>
                  <a:lnTo>
                    <a:pt x="5043332" y="2910858"/>
                  </a:lnTo>
                  <a:lnTo>
                    <a:pt x="5044188" y="2830174"/>
                  </a:lnTo>
                  <a:lnTo>
                    <a:pt x="5045043" y="2795877"/>
                  </a:lnTo>
                  <a:lnTo>
                    <a:pt x="5045899" y="2675251"/>
                  </a:lnTo>
                  <a:lnTo>
                    <a:pt x="5046754" y="2535525"/>
                  </a:lnTo>
                  <a:lnTo>
                    <a:pt x="5047610" y="2497663"/>
                  </a:lnTo>
                  <a:lnTo>
                    <a:pt x="5048466" y="2554789"/>
                  </a:lnTo>
                  <a:lnTo>
                    <a:pt x="5049321" y="2570132"/>
                  </a:lnTo>
                  <a:lnTo>
                    <a:pt x="5050177" y="2643076"/>
                  </a:lnTo>
                  <a:lnTo>
                    <a:pt x="5051032" y="2664396"/>
                  </a:lnTo>
                  <a:lnTo>
                    <a:pt x="5051888" y="2736363"/>
                  </a:lnTo>
                  <a:lnTo>
                    <a:pt x="5052743" y="2807810"/>
                  </a:lnTo>
                  <a:lnTo>
                    <a:pt x="5053599" y="2888018"/>
                  </a:lnTo>
                  <a:lnTo>
                    <a:pt x="5054454" y="2982683"/>
                  </a:lnTo>
                  <a:lnTo>
                    <a:pt x="5055310" y="2962078"/>
                  </a:lnTo>
                  <a:lnTo>
                    <a:pt x="5056165" y="3013135"/>
                  </a:lnTo>
                  <a:lnTo>
                    <a:pt x="5057021" y="3035830"/>
                  </a:lnTo>
                  <a:lnTo>
                    <a:pt x="5057876" y="2985714"/>
                  </a:lnTo>
                  <a:lnTo>
                    <a:pt x="5058732" y="2922314"/>
                  </a:lnTo>
                  <a:lnTo>
                    <a:pt x="5059587" y="2828278"/>
                  </a:lnTo>
                  <a:lnTo>
                    <a:pt x="5060443" y="2782231"/>
                  </a:lnTo>
                  <a:lnTo>
                    <a:pt x="5061298" y="2757441"/>
                  </a:lnTo>
                  <a:lnTo>
                    <a:pt x="5062154" y="2728487"/>
                  </a:lnTo>
                  <a:lnTo>
                    <a:pt x="5063009" y="2732292"/>
                  </a:lnTo>
                  <a:lnTo>
                    <a:pt x="5063865" y="2755438"/>
                  </a:lnTo>
                  <a:lnTo>
                    <a:pt x="5064721" y="2785496"/>
                  </a:lnTo>
                  <a:lnTo>
                    <a:pt x="5065576" y="2751763"/>
                  </a:lnTo>
                  <a:lnTo>
                    <a:pt x="5066432" y="2773836"/>
                  </a:lnTo>
                  <a:lnTo>
                    <a:pt x="5067287" y="2883937"/>
                  </a:lnTo>
                  <a:lnTo>
                    <a:pt x="5068143" y="2890044"/>
                  </a:lnTo>
                  <a:lnTo>
                    <a:pt x="5068998" y="2821690"/>
                  </a:lnTo>
                  <a:lnTo>
                    <a:pt x="5069854" y="2776690"/>
                  </a:lnTo>
                  <a:lnTo>
                    <a:pt x="5070709" y="2838692"/>
                  </a:lnTo>
                  <a:lnTo>
                    <a:pt x="5071565" y="2781983"/>
                  </a:lnTo>
                  <a:lnTo>
                    <a:pt x="5072420" y="2653796"/>
                  </a:lnTo>
                  <a:lnTo>
                    <a:pt x="5073276" y="2598016"/>
                  </a:lnTo>
                  <a:lnTo>
                    <a:pt x="5074131" y="2514116"/>
                  </a:lnTo>
                  <a:lnTo>
                    <a:pt x="5074987" y="2396961"/>
                  </a:lnTo>
                  <a:lnTo>
                    <a:pt x="5075842" y="2330702"/>
                  </a:lnTo>
                  <a:lnTo>
                    <a:pt x="5076698" y="2319510"/>
                  </a:lnTo>
                  <a:lnTo>
                    <a:pt x="5077553" y="2270250"/>
                  </a:lnTo>
                  <a:lnTo>
                    <a:pt x="5078409" y="2206113"/>
                  </a:lnTo>
                  <a:lnTo>
                    <a:pt x="5079265" y="2137543"/>
                  </a:lnTo>
                  <a:lnTo>
                    <a:pt x="5080120" y="2195308"/>
                  </a:lnTo>
                  <a:lnTo>
                    <a:pt x="5080976" y="2269743"/>
                  </a:lnTo>
                  <a:lnTo>
                    <a:pt x="5081831" y="2228006"/>
                  </a:lnTo>
                  <a:lnTo>
                    <a:pt x="5082687" y="2231655"/>
                  </a:lnTo>
                  <a:lnTo>
                    <a:pt x="5083542" y="2277135"/>
                  </a:lnTo>
                  <a:lnTo>
                    <a:pt x="5084398" y="2409323"/>
                  </a:lnTo>
                  <a:lnTo>
                    <a:pt x="5085253" y="2502047"/>
                  </a:lnTo>
                  <a:lnTo>
                    <a:pt x="5086109" y="2538645"/>
                  </a:lnTo>
                  <a:lnTo>
                    <a:pt x="5086964" y="2693701"/>
                  </a:lnTo>
                  <a:lnTo>
                    <a:pt x="5087820" y="2754812"/>
                  </a:lnTo>
                  <a:lnTo>
                    <a:pt x="5088675" y="2779374"/>
                  </a:lnTo>
                  <a:lnTo>
                    <a:pt x="5089531" y="2772001"/>
                  </a:lnTo>
                  <a:lnTo>
                    <a:pt x="5090386" y="2798731"/>
                  </a:lnTo>
                  <a:lnTo>
                    <a:pt x="5091242" y="2799033"/>
                  </a:lnTo>
                  <a:lnTo>
                    <a:pt x="5092097" y="2789107"/>
                  </a:lnTo>
                  <a:lnTo>
                    <a:pt x="5092953" y="2856876"/>
                  </a:lnTo>
                  <a:lnTo>
                    <a:pt x="5093808" y="2935056"/>
                  </a:lnTo>
                  <a:lnTo>
                    <a:pt x="5094664" y="3033859"/>
                  </a:lnTo>
                  <a:lnTo>
                    <a:pt x="5095520" y="3084178"/>
                  </a:lnTo>
                  <a:lnTo>
                    <a:pt x="5096375" y="3099198"/>
                  </a:lnTo>
                  <a:lnTo>
                    <a:pt x="5097231" y="3062504"/>
                  </a:lnTo>
                  <a:lnTo>
                    <a:pt x="5098086" y="3055021"/>
                  </a:lnTo>
                  <a:lnTo>
                    <a:pt x="5098942" y="3020649"/>
                  </a:lnTo>
                  <a:lnTo>
                    <a:pt x="5099797" y="3039717"/>
                  </a:lnTo>
                  <a:lnTo>
                    <a:pt x="5100653" y="3041325"/>
                  </a:lnTo>
                  <a:lnTo>
                    <a:pt x="5101508" y="3021735"/>
                  </a:lnTo>
                  <a:lnTo>
                    <a:pt x="5102364" y="3043145"/>
                  </a:lnTo>
                  <a:lnTo>
                    <a:pt x="5103219" y="2986281"/>
                  </a:lnTo>
                  <a:lnTo>
                    <a:pt x="5104075" y="2987589"/>
                  </a:lnTo>
                  <a:lnTo>
                    <a:pt x="5104930" y="2957271"/>
                  </a:lnTo>
                  <a:lnTo>
                    <a:pt x="5105786" y="2923678"/>
                  </a:lnTo>
                  <a:lnTo>
                    <a:pt x="5106641" y="2777319"/>
                  </a:lnTo>
                  <a:lnTo>
                    <a:pt x="5107497" y="2610667"/>
                  </a:lnTo>
                  <a:lnTo>
                    <a:pt x="5108352" y="2496195"/>
                  </a:lnTo>
                  <a:lnTo>
                    <a:pt x="5109208" y="2352796"/>
                  </a:lnTo>
                  <a:lnTo>
                    <a:pt x="5110063" y="2184354"/>
                  </a:lnTo>
                  <a:lnTo>
                    <a:pt x="5110919" y="2083541"/>
                  </a:lnTo>
                  <a:lnTo>
                    <a:pt x="5111775" y="2165625"/>
                  </a:lnTo>
                  <a:lnTo>
                    <a:pt x="5112630" y="2281944"/>
                  </a:lnTo>
                  <a:lnTo>
                    <a:pt x="5113486" y="2399754"/>
                  </a:lnTo>
                  <a:lnTo>
                    <a:pt x="5114341" y="2540481"/>
                  </a:lnTo>
                  <a:lnTo>
                    <a:pt x="5115197" y="2661491"/>
                  </a:lnTo>
                  <a:lnTo>
                    <a:pt x="5116052" y="2619205"/>
                  </a:lnTo>
                  <a:lnTo>
                    <a:pt x="5116908" y="2489648"/>
                  </a:lnTo>
                  <a:lnTo>
                    <a:pt x="5117763" y="2419002"/>
                  </a:lnTo>
                  <a:lnTo>
                    <a:pt x="5118619" y="2392216"/>
                  </a:lnTo>
                  <a:lnTo>
                    <a:pt x="5119474" y="2390393"/>
                  </a:lnTo>
                  <a:lnTo>
                    <a:pt x="5120330" y="2433220"/>
                  </a:lnTo>
                  <a:lnTo>
                    <a:pt x="5121185" y="2471579"/>
                  </a:lnTo>
                  <a:lnTo>
                    <a:pt x="5122041" y="2571102"/>
                  </a:lnTo>
                  <a:lnTo>
                    <a:pt x="5122896" y="2714226"/>
                  </a:lnTo>
                  <a:lnTo>
                    <a:pt x="5123752" y="2833948"/>
                  </a:lnTo>
                  <a:lnTo>
                    <a:pt x="5124607" y="2821302"/>
                  </a:lnTo>
                  <a:lnTo>
                    <a:pt x="5125463" y="2748561"/>
                  </a:lnTo>
                  <a:lnTo>
                    <a:pt x="5126318" y="2719040"/>
                  </a:lnTo>
                  <a:lnTo>
                    <a:pt x="5127174" y="2694073"/>
                  </a:lnTo>
                  <a:lnTo>
                    <a:pt x="5128030" y="2541194"/>
                  </a:lnTo>
                  <a:lnTo>
                    <a:pt x="5128885" y="2362340"/>
                  </a:lnTo>
                  <a:lnTo>
                    <a:pt x="5129741" y="2297440"/>
                  </a:lnTo>
                  <a:lnTo>
                    <a:pt x="5130596" y="2354292"/>
                  </a:lnTo>
                  <a:lnTo>
                    <a:pt x="5131452" y="2431492"/>
                  </a:lnTo>
                  <a:lnTo>
                    <a:pt x="5132307" y="2418882"/>
                  </a:lnTo>
                  <a:lnTo>
                    <a:pt x="5133163" y="2474834"/>
                  </a:lnTo>
                  <a:lnTo>
                    <a:pt x="5134018" y="2569339"/>
                  </a:lnTo>
                  <a:lnTo>
                    <a:pt x="5134874" y="2642630"/>
                  </a:lnTo>
                  <a:lnTo>
                    <a:pt x="5135729" y="2558533"/>
                  </a:lnTo>
                  <a:lnTo>
                    <a:pt x="5136585" y="2581300"/>
                  </a:lnTo>
                  <a:lnTo>
                    <a:pt x="5137440" y="2722887"/>
                  </a:lnTo>
                  <a:lnTo>
                    <a:pt x="5138296" y="2721038"/>
                  </a:lnTo>
                  <a:lnTo>
                    <a:pt x="5139151" y="2654143"/>
                  </a:lnTo>
                  <a:lnTo>
                    <a:pt x="5140007" y="2598656"/>
                  </a:lnTo>
                  <a:lnTo>
                    <a:pt x="5140862" y="2602813"/>
                  </a:lnTo>
                  <a:lnTo>
                    <a:pt x="5141718" y="2579434"/>
                  </a:lnTo>
                  <a:lnTo>
                    <a:pt x="5142574" y="2567563"/>
                  </a:lnTo>
                  <a:lnTo>
                    <a:pt x="5143429" y="2548762"/>
                  </a:lnTo>
                  <a:lnTo>
                    <a:pt x="5144285" y="2556308"/>
                  </a:lnTo>
                  <a:lnTo>
                    <a:pt x="5145140" y="2543951"/>
                  </a:lnTo>
                  <a:lnTo>
                    <a:pt x="5145996" y="2554279"/>
                  </a:lnTo>
                  <a:lnTo>
                    <a:pt x="5146851" y="2641060"/>
                  </a:lnTo>
                  <a:lnTo>
                    <a:pt x="5147707" y="2677214"/>
                  </a:lnTo>
                  <a:lnTo>
                    <a:pt x="5148562" y="2749582"/>
                  </a:lnTo>
                  <a:lnTo>
                    <a:pt x="5149418" y="2791240"/>
                  </a:lnTo>
                  <a:lnTo>
                    <a:pt x="5150273" y="2804635"/>
                  </a:lnTo>
                  <a:lnTo>
                    <a:pt x="5151129" y="2841581"/>
                  </a:lnTo>
                  <a:lnTo>
                    <a:pt x="5151984" y="2699911"/>
                  </a:lnTo>
                  <a:lnTo>
                    <a:pt x="5152840" y="2567081"/>
                  </a:lnTo>
                  <a:lnTo>
                    <a:pt x="5153695" y="2573599"/>
                  </a:lnTo>
                  <a:lnTo>
                    <a:pt x="5154551" y="2632949"/>
                  </a:lnTo>
                  <a:lnTo>
                    <a:pt x="5155406" y="2678737"/>
                  </a:lnTo>
                  <a:lnTo>
                    <a:pt x="5156262" y="2679149"/>
                  </a:lnTo>
                  <a:lnTo>
                    <a:pt x="5157117" y="2731743"/>
                  </a:lnTo>
                  <a:lnTo>
                    <a:pt x="5157973" y="2762710"/>
                  </a:lnTo>
                  <a:lnTo>
                    <a:pt x="5158829" y="2737349"/>
                  </a:lnTo>
                  <a:lnTo>
                    <a:pt x="5159684" y="2702025"/>
                  </a:lnTo>
                  <a:lnTo>
                    <a:pt x="5160540" y="2716101"/>
                  </a:lnTo>
                  <a:lnTo>
                    <a:pt x="5161395" y="2792401"/>
                  </a:lnTo>
                  <a:lnTo>
                    <a:pt x="5162251" y="2805813"/>
                  </a:lnTo>
                  <a:lnTo>
                    <a:pt x="5163106" y="2791767"/>
                  </a:lnTo>
                  <a:lnTo>
                    <a:pt x="5163962" y="2789328"/>
                  </a:lnTo>
                  <a:lnTo>
                    <a:pt x="5164817" y="2820508"/>
                  </a:lnTo>
                  <a:lnTo>
                    <a:pt x="5165673" y="2856902"/>
                  </a:lnTo>
                  <a:lnTo>
                    <a:pt x="5166528" y="2825346"/>
                  </a:lnTo>
                  <a:lnTo>
                    <a:pt x="5167384" y="2839822"/>
                  </a:lnTo>
                  <a:lnTo>
                    <a:pt x="5168239" y="2905577"/>
                  </a:lnTo>
                  <a:lnTo>
                    <a:pt x="5169095" y="2914520"/>
                  </a:lnTo>
                  <a:lnTo>
                    <a:pt x="5169950" y="2880558"/>
                  </a:lnTo>
                  <a:lnTo>
                    <a:pt x="5170806" y="2864076"/>
                  </a:lnTo>
                  <a:lnTo>
                    <a:pt x="5171661" y="2836564"/>
                  </a:lnTo>
                  <a:lnTo>
                    <a:pt x="5172517" y="2792072"/>
                  </a:lnTo>
                  <a:lnTo>
                    <a:pt x="5173372" y="2743764"/>
                  </a:lnTo>
                  <a:lnTo>
                    <a:pt x="5174228" y="2668291"/>
                  </a:lnTo>
                  <a:lnTo>
                    <a:pt x="5175084" y="2617799"/>
                  </a:lnTo>
                  <a:lnTo>
                    <a:pt x="5175939" y="2636299"/>
                  </a:lnTo>
                  <a:lnTo>
                    <a:pt x="5176795" y="2712203"/>
                  </a:lnTo>
                  <a:lnTo>
                    <a:pt x="5177650" y="2790472"/>
                  </a:lnTo>
                  <a:lnTo>
                    <a:pt x="5178506" y="2729852"/>
                  </a:lnTo>
                  <a:lnTo>
                    <a:pt x="5179361" y="2692570"/>
                  </a:lnTo>
                  <a:lnTo>
                    <a:pt x="5180217" y="2660909"/>
                  </a:lnTo>
                  <a:lnTo>
                    <a:pt x="5181072" y="2506063"/>
                  </a:lnTo>
                  <a:lnTo>
                    <a:pt x="5181928" y="2265771"/>
                  </a:lnTo>
                  <a:lnTo>
                    <a:pt x="5182783" y="2091643"/>
                  </a:lnTo>
                  <a:lnTo>
                    <a:pt x="5183639" y="2113227"/>
                  </a:lnTo>
                  <a:lnTo>
                    <a:pt x="5184494" y="2270006"/>
                  </a:lnTo>
                  <a:lnTo>
                    <a:pt x="5185350" y="2359300"/>
                  </a:lnTo>
                  <a:lnTo>
                    <a:pt x="5186205" y="2411696"/>
                  </a:lnTo>
                  <a:lnTo>
                    <a:pt x="5187061" y="2602194"/>
                  </a:lnTo>
                  <a:lnTo>
                    <a:pt x="5187916" y="2785673"/>
                  </a:lnTo>
                  <a:lnTo>
                    <a:pt x="5188772" y="2895631"/>
                  </a:lnTo>
                  <a:lnTo>
                    <a:pt x="5189628" y="2902298"/>
                  </a:lnTo>
                  <a:lnTo>
                    <a:pt x="5190483" y="2872751"/>
                  </a:lnTo>
                  <a:lnTo>
                    <a:pt x="5191339" y="2899414"/>
                  </a:lnTo>
                  <a:lnTo>
                    <a:pt x="5192194" y="2884386"/>
                  </a:lnTo>
                  <a:lnTo>
                    <a:pt x="5193050" y="2746274"/>
                  </a:lnTo>
                  <a:lnTo>
                    <a:pt x="5193905" y="2661934"/>
                  </a:lnTo>
                  <a:lnTo>
                    <a:pt x="5194761" y="2609319"/>
                  </a:lnTo>
                  <a:lnTo>
                    <a:pt x="5195616" y="2565094"/>
                  </a:lnTo>
                  <a:lnTo>
                    <a:pt x="5196472" y="2508972"/>
                  </a:lnTo>
                  <a:lnTo>
                    <a:pt x="5197327" y="2384933"/>
                  </a:lnTo>
                  <a:lnTo>
                    <a:pt x="5198183" y="2319795"/>
                  </a:lnTo>
                  <a:lnTo>
                    <a:pt x="5199038" y="2176690"/>
                  </a:lnTo>
                  <a:lnTo>
                    <a:pt x="5199894" y="2042039"/>
                  </a:lnTo>
                  <a:lnTo>
                    <a:pt x="5200749" y="2019232"/>
                  </a:lnTo>
                  <a:lnTo>
                    <a:pt x="5201605" y="1999061"/>
                  </a:lnTo>
                  <a:lnTo>
                    <a:pt x="5202460" y="1987238"/>
                  </a:lnTo>
                  <a:lnTo>
                    <a:pt x="5203316" y="2009081"/>
                  </a:lnTo>
                  <a:lnTo>
                    <a:pt x="5204171" y="2096383"/>
                  </a:lnTo>
                  <a:lnTo>
                    <a:pt x="5205027" y="2230393"/>
                  </a:lnTo>
                  <a:lnTo>
                    <a:pt x="5205883" y="2311423"/>
                  </a:lnTo>
                  <a:lnTo>
                    <a:pt x="5206738" y="2384381"/>
                  </a:lnTo>
                  <a:lnTo>
                    <a:pt x="5207594" y="2403354"/>
                  </a:lnTo>
                  <a:lnTo>
                    <a:pt x="5208449" y="2403831"/>
                  </a:lnTo>
                  <a:lnTo>
                    <a:pt x="5209305" y="2404888"/>
                  </a:lnTo>
                  <a:lnTo>
                    <a:pt x="5210160" y="2322445"/>
                  </a:lnTo>
                  <a:lnTo>
                    <a:pt x="5211016" y="2277864"/>
                  </a:lnTo>
                  <a:lnTo>
                    <a:pt x="5211871" y="2215631"/>
                  </a:lnTo>
                  <a:lnTo>
                    <a:pt x="5212727" y="2250556"/>
                  </a:lnTo>
                  <a:lnTo>
                    <a:pt x="5213582" y="2402039"/>
                  </a:lnTo>
                  <a:lnTo>
                    <a:pt x="5214438" y="2594331"/>
                  </a:lnTo>
                  <a:lnTo>
                    <a:pt x="5215293" y="2748805"/>
                  </a:lnTo>
                  <a:lnTo>
                    <a:pt x="5216149" y="2708589"/>
                  </a:lnTo>
                  <a:lnTo>
                    <a:pt x="5217004" y="2727045"/>
                  </a:lnTo>
                  <a:lnTo>
                    <a:pt x="5217860" y="2832851"/>
                  </a:lnTo>
                  <a:lnTo>
                    <a:pt x="5218715" y="2862298"/>
                  </a:lnTo>
                  <a:lnTo>
                    <a:pt x="5219571" y="2783833"/>
                  </a:lnTo>
                  <a:lnTo>
                    <a:pt x="5220426" y="2699894"/>
                  </a:lnTo>
                  <a:lnTo>
                    <a:pt x="5221282" y="2765793"/>
                  </a:lnTo>
                  <a:lnTo>
                    <a:pt x="5222138" y="2874243"/>
                  </a:lnTo>
                  <a:lnTo>
                    <a:pt x="5222993" y="2844566"/>
                  </a:lnTo>
                  <a:lnTo>
                    <a:pt x="5223849" y="2801150"/>
                  </a:lnTo>
                  <a:lnTo>
                    <a:pt x="5224704" y="2821539"/>
                  </a:lnTo>
                  <a:lnTo>
                    <a:pt x="5225560" y="2886703"/>
                  </a:lnTo>
                  <a:lnTo>
                    <a:pt x="5226415" y="2896186"/>
                  </a:lnTo>
                  <a:lnTo>
                    <a:pt x="5227271" y="2795271"/>
                  </a:lnTo>
                  <a:lnTo>
                    <a:pt x="5228126" y="2788448"/>
                  </a:lnTo>
                  <a:lnTo>
                    <a:pt x="5228982" y="2817470"/>
                  </a:lnTo>
                  <a:lnTo>
                    <a:pt x="5229837" y="2837567"/>
                  </a:lnTo>
                  <a:lnTo>
                    <a:pt x="5230693" y="2861100"/>
                  </a:lnTo>
                  <a:lnTo>
                    <a:pt x="5231548" y="2921556"/>
                  </a:lnTo>
                  <a:lnTo>
                    <a:pt x="5232404" y="2991672"/>
                  </a:lnTo>
                  <a:lnTo>
                    <a:pt x="5233259" y="2992349"/>
                  </a:lnTo>
                  <a:lnTo>
                    <a:pt x="5234115" y="2991833"/>
                  </a:lnTo>
                  <a:lnTo>
                    <a:pt x="5234970" y="2937257"/>
                  </a:lnTo>
                  <a:lnTo>
                    <a:pt x="5235826" y="2867353"/>
                  </a:lnTo>
                  <a:lnTo>
                    <a:pt x="5236682" y="2873593"/>
                  </a:lnTo>
                  <a:lnTo>
                    <a:pt x="5237537" y="2868199"/>
                  </a:lnTo>
                  <a:lnTo>
                    <a:pt x="5238393" y="2850720"/>
                  </a:lnTo>
                  <a:lnTo>
                    <a:pt x="5239248" y="2836745"/>
                  </a:lnTo>
                  <a:lnTo>
                    <a:pt x="5240104" y="2787139"/>
                  </a:lnTo>
                  <a:lnTo>
                    <a:pt x="5240959" y="2735986"/>
                  </a:lnTo>
                  <a:lnTo>
                    <a:pt x="5241815" y="2668706"/>
                  </a:lnTo>
                  <a:lnTo>
                    <a:pt x="5242670" y="2606376"/>
                  </a:lnTo>
                  <a:lnTo>
                    <a:pt x="5243526" y="2494766"/>
                  </a:lnTo>
                  <a:lnTo>
                    <a:pt x="5244381" y="2454755"/>
                  </a:lnTo>
                  <a:lnTo>
                    <a:pt x="5245237" y="2471317"/>
                  </a:lnTo>
                  <a:lnTo>
                    <a:pt x="5246092" y="2469363"/>
                  </a:lnTo>
                  <a:lnTo>
                    <a:pt x="5246948" y="2397873"/>
                  </a:lnTo>
                  <a:lnTo>
                    <a:pt x="5247803" y="2363332"/>
                  </a:lnTo>
                  <a:lnTo>
                    <a:pt x="5248659" y="2370381"/>
                  </a:lnTo>
                  <a:lnTo>
                    <a:pt x="5249514" y="2268004"/>
                  </a:lnTo>
                  <a:lnTo>
                    <a:pt x="5250370" y="2177028"/>
                  </a:lnTo>
                  <a:lnTo>
                    <a:pt x="5251225" y="2088392"/>
                  </a:lnTo>
                  <a:lnTo>
                    <a:pt x="5252081" y="2081074"/>
                  </a:lnTo>
                  <a:lnTo>
                    <a:pt x="5252937" y="2068671"/>
                  </a:lnTo>
                  <a:lnTo>
                    <a:pt x="5253792" y="2127018"/>
                  </a:lnTo>
                  <a:lnTo>
                    <a:pt x="5254648" y="2134609"/>
                  </a:lnTo>
                  <a:lnTo>
                    <a:pt x="5255503" y="2094408"/>
                  </a:lnTo>
                  <a:lnTo>
                    <a:pt x="5256359" y="2038133"/>
                  </a:lnTo>
                  <a:lnTo>
                    <a:pt x="5257214" y="2013928"/>
                  </a:lnTo>
                  <a:lnTo>
                    <a:pt x="5258070" y="1959154"/>
                  </a:lnTo>
                  <a:lnTo>
                    <a:pt x="5258925" y="1889338"/>
                  </a:lnTo>
                  <a:lnTo>
                    <a:pt x="5259781" y="1940149"/>
                  </a:lnTo>
                  <a:lnTo>
                    <a:pt x="5260636" y="2038052"/>
                  </a:lnTo>
                  <a:lnTo>
                    <a:pt x="5261492" y="2209413"/>
                  </a:lnTo>
                  <a:lnTo>
                    <a:pt x="5262347" y="2300509"/>
                  </a:lnTo>
                  <a:lnTo>
                    <a:pt x="5263203" y="2460853"/>
                  </a:lnTo>
                  <a:lnTo>
                    <a:pt x="5264058" y="2635935"/>
                  </a:lnTo>
                  <a:lnTo>
                    <a:pt x="5264914" y="2650741"/>
                  </a:lnTo>
                  <a:lnTo>
                    <a:pt x="5265769" y="2573977"/>
                  </a:lnTo>
                  <a:lnTo>
                    <a:pt x="5266625" y="2388390"/>
                  </a:lnTo>
                  <a:lnTo>
                    <a:pt x="5267480" y="2239118"/>
                  </a:lnTo>
                  <a:lnTo>
                    <a:pt x="5268336" y="2148793"/>
                  </a:lnTo>
                  <a:lnTo>
                    <a:pt x="5269192" y="1982027"/>
                  </a:lnTo>
                  <a:lnTo>
                    <a:pt x="5270047" y="1843054"/>
                  </a:lnTo>
                  <a:lnTo>
                    <a:pt x="5270903" y="1878765"/>
                  </a:lnTo>
                  <a:lnTo>
                    <a:pt x="5271758" y="1956391"/>
                  </a:lnTo>
                  <a:lnTo>
                    <a:pt x="5272614" y="1980202"/>
                  </a:lnTo>
                  <a:lnTo>
                    <a:pt x="5273469" y="1974146"/>
                  </a:lnTo>
                  <a:lnTo>
                    <a:pt x="5274325" y="2047619"/>
                  </a:lnTo>
                  <a:lnTo>
                    <a:pt x="5275180" y="2191186"/>
                  </a:lnTo>
                  <a:lnTo>
                    <a:pt x="5276036" y="2341006"/>
                  </a:lnTo>
                  <a:lnTo>
                    <a:pt x="5276891" y="2461731"/>
                  </a:lnTo>
                  <a:lnTo>
                    <a:pt x="5277747" y="2573433"/>
                  </a:lnTo>
                  <a:lnTo>
                    <a:pt x="5278602" y="2654972"/>
                  </a:lnTo>
                  <a:lnTo>
                    <a:pt x="5279458" y="2657940"/>
                  </a:lnTo>
                  <a:lnTo>
                    <a:pt x="5280313" y="2680379"/>
                  </a:lnTo>
                  <a:lnTo>
                    <a:pt x="5281169" y="2623035"/>
                  </a:lnTo>
                  <a:lnTo>
                    <a:pt x="5282024" y="2548073"/>
                  </a:lnTo>
                  <a:lnTo>
                    <a:pt x="5282880" y="2463437"/>
                  </a:lnTo>
                  <a:lnTo>
                    <a:pt x="5283736" y="2431857"/>
                  </a:lnTo>
                  <a:lnTo>
                    <a:pt x="5284591" y="2475750"/>
                  </a:lnTo>
                  <a:lnTo>
                    <a:pt x="5285447" y="2494216"/>
                  </a:lnTo>
                  <a:lnTo>
                    <a:pt x="5286302" y="2494481"/>
                  </a:lnTo>
                  <a:lnTo>
                    <a:pt x="5287158" y="2640513"/>
                  </a:lnTo>
                  <a:lnTo>
                    <a:pt x="5288013" y="2828547"/>
                  </a:lnTo>
                  <a:lnTo>
                    <a:pt x="5288869" y="2958204"/>
                  </a:lnTo>
                  <a:lnTo>
                    <a:pt x="5289724" y="3013244"/>
                  </a:lnTo>
                  <a:lnTo>
                    <a:pt x="5290580" y="3065813"/>
                  </a:lnTo>
                  <a:lnTo>
                    <a:pt x="5291435" y="3116972"/>
                  </a:lnTo>
                  <a:lnTo>
                    <a:pt x="5291435" y="3116972"/>
                  </a:lnTo>
                  <a:lnTo>
                    <a:pt x="5292291" y="3108989"/>
                  </a:lnTo>
                  <a:lnTo>
                    <a:pt x="5293146" y="3081196"/>
                  </a:lnTo>
                  <a:lnTo>
                    <a:pt x="5294002" y="3001369"/>
                  </a:lnTo>
                  <a:lnTo>
                    <a:pt x="5294857" y="2974824"/>
                  </a:lnTo>
                  <a:lnTo>
                    <a:pt x="5295713" y="2974825"/>
                  </a:lnTo>
                  <a:lnTo>
                    <a:pt x="5296568" y="2974826"/>
                  </a:lnTo>
                  <a:lnTo>
                    <a:pt x="5297424" y="2974826"/>
                  </a:lnTo>
                  <a:lnTo>
                    <a:pt x="5298279" y="3020858"/>
                  </a:lnTo>
                  <a:lnTo>
                    <a:pt x="5299135" y="3097913"/>
                  </a:lnTo>
                  <a:lnTo>
                    <a:pt x="5299991" y="3116972"/>
                  </a:lnTo>
                  <a:lnTo>
                    <a:pt x="5299991" y="3116972"/>
                  </a:lnTo>
                  <a:lnTo>
                    <a:pt x="5300846" y="3116972"/>
                  </a:lnTo>
                  <a:lnTo>
                    <a:pt x="5301702" y="3116972"/>
                  </a:lnTo>
                  <a:lnTo>
                    <a:pt x="5302557" y="3116972"/>
                  </a:lnTo>
                  <a:lnTo>
                    <a:pt x="5303413" y="3116972"/>
                  </a:lnTo>
                  <a:lnTo>
                    <a:pt x="5304268" y="3116972"/>
                  </a:lnTo>
                  <a:lnTo>
                    <a:pt x="5305124" y="3116972"/>
                  </a:lnTo>
                  <a:lnTo>
                    <a:pt x="5305979" y="3116972"/>
                  </a:lnTo>
                  <a:lnTo>
                    <a:pt x="5306835" y="3116972"/>
                  </a:lnTo>
                  <a:lnTo>
                    <a:pt x="5307690" y="3116972"/>
                  </a:lnTo>
                  <a:lnTo>
                    <a:pt x="5308546" y="3087436"/>
                  </a:lnTo>
                  <a:lnTo>
                    <a:pt x="5309401" y="2935865"/>
                  </a:lnTo>
                  <a:lnTo>
                    <a:pt x="5310257" y="2733900"/>
                  </a:lnTo>
                  <a:lnTo>
                    <a:pt x="5311112" y="2593541"/>
                  </a:lnTo>
                  <a:lnTo>
                    <a:pt x="5311968" y="2549680"/>
                  </a:lnTo>
                  <a:lnTo>
                    <a:pt x="5312823" y="2411315"/>
                  </a:lnTo>
                  <a:lnTo>
                    <a:pt x="5313679" y="2302011"/>
                  </a:lnTo>
                  <a:lnTo>
                    <a:pt x="5314534" y="2400494"/>
                  </a:lnTo>
                  <a:lnTo>
                    <a:pt x="5315390" y="2564656"/>
                  </a:lnTo>
                  <a:lnTo>
                    <a:pt x="5316246" y="2652820"/>
                  </a:lnTo>
                  <a:lnTo>
                    <a:pt x="5317101" y="2537337"/>
                  </a:lnTo>
                  <a:lnTo>
                    <a:pt x="5317957" y="2465667"/>
                  </a:lnTo>
                  <a:lnTo>
                    <a:pt x="5318812" y="2399097"/>
                  </a:lnTo>
                  <a:lnTo>
                    <a:pt x="5319668" y="2213842"/>
                  </a:lnTo>
                  <a:lnTo>
                    <a:pt x="5320523" y="2058473"/>
                  </a:lnTo>
                  <a:lnTo>
                    <a:pt x="5321379" y="1919577"/>
                  </a:lnTo>
                  <a:lnTo>
                    <a:pt x="5322234" y="1934071"/>
                  </a:lnTo>
                  <a:lnTo>
                    <a:pt x="5323090" y="1986687"/>
                  </a:lnTo>
                  <a:lnTo>
                    <a:pt x="5323945" y="2047555"/>
                  </a:lnTo>
                  <a:lnTo>
                    <a:pt x="5324801" y="2108752"/>
                  </a:lnTo>
                  <a:lnTo>
                    <a:pt x="5325656" y="2126466"/>
                  </a:lnTo>
                  <a:lnTo>
                    <a:pt x="5326512" y="2160660"/>
                  </a:lnTo>
                  <a:lnTo>
                    <a:pt x="5327367" y="2147070"/>
                  </a:lnTo>
                  <a:lnTo>
                    <a:pt x="5328223" y="2047810"/>
                  </a:lnTo>
                  <a:lnTo>
                    <a:pt x="5329078" y="2031132"/>
                  </a:lnTo>
                  <a:lnTo>
                    <a:pt x="5329934" y="2108627"/>
                  </a:lnTo>
                  <a:lnTo>
                    <a:pt x="5330789" y="2181574"/>
                  </a:lnTo>
                  <a:lnTo>
                    <a:pt x="5331645" y="2319479"/>
                  </a:lnTo>
                  <a:lnTo>
                    <a:pt x="5332501" y="2461590"/>
                  </a:lnTo>
                  <a:lnTo>
                    <a:pt x="5333356" y="2636078"/>
                  </a:lnTo>
                  <a:lnTo>
                    <a:pt x="5334212" y="2725285"/>
                  </a:lnTo>
                  <a:lnTo>
                    <a:pt x="5335067" y="2764645"/>
                  </a:lnTo>
                  <a:lnTo>
                    <a:pt x="5335923" y="2790991"/>
                  </a:lnTo>
                  <a:lnTo>
                    <a:pt x="5336778" y="2752155"/>
                  </a:lnTo>
                  <a:lnTo>
                    <a:pt x="5337634" y="2661342"/>
                  </a:lnTo>
                  <a:lnTo>
                    <a:pt x="5338489" y="2587601"/>
                  </a:lnTo>
                  <a:lnTo>
                    <a:pt x="5339345" y="2501883"/>
                  </a:lnTo>
                  <a:lnTo>
                    <a:pt x="5340200" y="2386521"/>
                  </a:lnTo>
                  <a:lnTo>
                    <a:pt x="5341056" y="2355372"/>
                  </a:lnTo>
                  <a:lnTo>
                    <a:pt x="5341911" y="2325581"/>
                  </a:lnTo>
                  <a:lnTo>
                    <a:pt x="5342767" y="2345303"/>
                  </a:lnTo>
                  <a:lnTo>
                    <a:pt x="5343622" y="2366582"/>
                  </a:lnTo>
                  <a:lnTo>
                    <a:pt x="5344478" y="2414431"/>
                  </a:lnTo>
                  <a:lnTo>
                    <a:pt x="5345333" y="2472938"/>
                  </a:lnTo>
                  <a:lnTo>
                    <a:pt x="5346189" y="2422732"/>
                  </a:lnTo>
                  <a:lnTo>
                    <a:pt x="5347045" y="2451469"/>
                  </a:lnTo>
                  <a:lnTo>
                    <a:pt x="5347900" y="2504590"/>
                  </a:lnTo>
                  <a:lnTo>
                    <a:pt x="5348756" y="2538409"/>
                  </a:lnTo>
                  <a:lnTo>
                    <a:pt x="5349611" y="2538888"/>
                  </a:lnTo>
                  <a:lnTo>
                    <a:pt x="5350467" y="2563869"/>
                  </a:lnTo>
                  <a:lnTo>
                    <a:pt x="5351322" y="2644730"/>
                  </a:lnTo>
                  <a:lnTo>
                    <a:pt x="5352178" y="2631048"/>
                  </a:lnTo>
                  <a:lnTo>
                    <a:pt x="5353033" y="2626493"/>
                  </a:lnTo>
                  <a:lnTo>
                    <a:pt x="5353889" y="2622430"/>
                  </a:lnTo>
                  <a:lnTo>
                    <a:pt x="5354744" y="2543343"/>
                  </a:lnTo>
                  <a:lnTo>
                    <a:pt x="5355600" y="2404426"/>
                  </a:lnTo>
                  <a:lnTo>
                    <a:pt x="5356455" y="2303480"/>
                  </a:lnTo>
                  <a:lnTo>
                    <a:pt x="5357311" y="2320210"/>
                  </a:lnTo>
                  <a:lnTo>
                    <a:pt x="5358166" y="2272414"/>
                  </a:lnTo>
                  <a:lnTo>
                    <a:pt x="5359022" y="2180457"/>
                  </a:lnTo>
                  <a:lnTo>
                    <a:pt x="5359877" y="2135478"/>
                  </a:lnTo>
                  <a:lnTo>
                    <a:pt x="5360733" y="2162930"/>
                  </a:lnTo>
                  <a:lnTo>
                    <a:pt x="5361588" y="2186391"/>
                  </a:lnTo>
                  <a:lnTo>
                    <a:pt x="5362444" y="2134966"/>
                  </a:lnTo>
                  <a:lnTo>
                    <a:pt x="5363300" y="2178554"/>
                  </a:lnTo>
                  <a:lnTo>
                    <a:pt x="5364155" y="2364105"/>
                  </a:lnTo>
                  <a:lnTo>
                    <a:pt x="5365011" y="2595293"/>
                  </a:lnTo>
                  <a:lnTo>
                    <a:pt x="5365866" y="2768099"/>
                  </a:lnTo>
                  <a:lnTo>
                    <a:pt x="5366722" y="2814932"/>
                  </a:lnTo>
                  <a:lnTo>
                    <a:pt x="5367577" y="2889972"/>
                  </a:lnTo>
                  <a:lnTo>
                    <a:pt x="5368433" y="2891051"/>
                  </a:lnTo>
                  <a:lnTo>
                    <a:pt x="5369288" y="2813986"/>
                  </a:lnTo>
                  <a:lnTo>
                    <a:pt x="5370144" y="2770335"/>
                  </a:lnTo>
                  <a:lnTo>
                    <a:pt x="5370999" y="2708543"/>
                  </a:lnTo>
                  <a:lnTo>
                    <a:pt x="5371855" y="2740323"/>
                  </a:lnTo>
                  <a:lnTo>
                    <a:pt x="5372710" y="2697915"/>
                  </a:lnTo>
                  <a:lnTo>
                    <a:pt x="5373566" y="2640811"/>
                  </a:lnTo>
                  <a:lnTo>
                    <a:pt x="5374421" y="2600470"/>
                  </a:lnTo>
                  <a:lnTo>
                    <a:pt x="5375277" y="2496928"/>
                  </a:lnTo>
                  <a:lnTo>
                    <a:pt x="5376132" y="2496880"/>
                  </a:lnTo>
                  <a:lnTo>
                    <a:pt x="5376988" y="2550412"/>
                  </a:lnTo>
                  <a:lnTo>
                    <a:pt x="5377843" y="2591757"/>
                  </a:lnTo>
                  <a:lnTo>
                    <a:pt x="5378699" y="2660724"/>
                  </a:lnTo>
                  <a:lnTo>
                    <a:pt x="5379555" y="2741203"/>
                  </a:lnTo>
                  <a:lnTo>
                    <a:pt x="5380410" y="2751993"/>
                  </a:lnTo>
                  <a:lnTo>
                    <a:pt x="5381266" y="2717384"/>
                  </a:lnTo>
                  <a:lnTo>
                    <a:pt x="5382121" y="2689829"/>
                  </a:lnTo>
                  <a:lnTo>
                    <a:pt x="5382977" y="2671586"/>
                  </a:lnTo>
                  <a:lnTo>
                    <a:pt x="5383832" y="2595607"/>
                  </a:lnTo>
                  <a:lnTo>
                    <a:pt x="5384688" y="2472144"/>
                  </a:lnTo>
                  <a:lnTo>
                    <a:pt x="5385543" y="2444239"/>
                  </a:lnTo>
                  <a:lnTo>
                    <a:pt x="5386399" y="2422163"/>
                  </a:lnTo>
                  <a:lnTo>
                    <a:pt x="5387254" y="2366720"/>
                  </a:lnTo>
                  <a:lnTo>
                    <a:pt x="5388110" y="2340711"/>
                  </a:lnTo>
                  <a:lnTo>
                    <a:pt x="5388965" y="2398006"/>
                  </a:lnTo>
                  <a:lnTo>
                    <a:pt x="5389821" y="2431547"/>
                  </a:lnTo>
                  <a:lnTo>
                    <a:pt x="5390676" y="2377971"/>
                  </a:lnTo>
                  <a:lnTo>
                    <a:pt x="5391532" y="2321425"/>
                  </a:lnTo>
                  <a:lnTo>
                    <a:pt x="5392387" y="2234233"/>
                  </a:lnTo>
                  <a:lnTo>
                    <a:pt x="5393243" y="2117672"/>
                  </a:lnTo>
                  <a:lnTo>
                    <a:pt x="5394099" y="1963331"/>
                  </a:lnTo>
                  <a:lnTo>
                    <a:pt x="5394954" y="1864875"/>
                  </a:lnTo>
                  <a:lnTo>
                    <a:pt x="5395810" y="1891197"/>
                  </a:lnTo>
                  <a:lnTo>
                    <a:pt x="5396665" y="1954070"/>
                  </a:lnTo>
                  <a:lnTo>
                    <a:pt x="5397521" y="1952267"/>
                  </a:lnTo>
                  <a:lnTo>
                    <a:pt x="5398376" y="1977105"/>
                  </a:lnTo>
                  <a:lnTo>
                    <a:pt x="5399232" y="2047244"/>
                  </a:lnTo>
                  <a:lnTo>
                    <a:pt x="5400087" y="2070091"/>
                  </a:lnTo>
                  <a:lnTo>
                    <a:pt x="5400943" y="2035879"/>
                  </a:lnTo>
                  <a:lnTo>
                    <a:pt x="5401798" y="1926252"/>
                  </a:lnTo>
                  <a:lnTo>
                    <a:pt x="5402654" y="1848741"/>
                  </a:lnTo>
                  <a:lnTo>
                    <a:pt x="5403509" y="1780123"/>
                  </a:lnTo>
                  <a:lnTo>
                    <a:pt x="5404365" y="1725236"/>
                  </a:lnTo>
                  <a:lnTo>
                    <a:pt x="5405220" y="1688713"/>
                  </a:lnTo>
                  <a:lnTo>
                    <a:pt x="5406076" y="1701447"/>
                  </a:lnTo>
                  <a:lnTo>
                    <a:pt x="5406931" y="1705293"/>
                  </a:lnTo>
                  <a:lnTo>
                    <a:pt x="5407787" y="1749927"/>
                  </a:lnTo>
                  <a:lnTo>
                    <a:pt x="5408642" y="1741031"/>
                  </a:lnTo>
                  <a:lnTo>
                    <a:pt x="5409498" y="1662843"/>
                  </a:lnTo>
                  <a:lnTo>
                    <a:pt x="5410354" y="1653342"/>
                  </a:lnTo>
                  <a:lnTo>
                    <a:pt x="5411209" y="1691704"/>
                  </a:lnTo>
                  <a:lnTo>
                    <a:pt x="5412065" y="1834917"/>
                  </a:lnTo>
                  <a:lnTo>
                    <a:pt x="5412920" y="1901071"/>
                  </a:lnTo>
                  <a:lnTo>
                    <a:pt x="5413776" y="1908716"/>
                  </a:lnTo>
                  <a:lnTo>
                    <a:pt x="5414631" y="1879858"/>
                  </a:lnTo>
                  <a:lnTo>
                    <a:pt x="5415487" y="1823076"/>
                  </a:lnTo>
                  <a:lnTo>
                    <a:pt x="5416342" y="1731331"/>
                  </a:lnTo>
                  <a:lnTo>
                    <a:pt x="5417198" y="1521590"/>
                  </a:lnTo>
                  <a:lnTo>
                    <a:pt x="5418053" y="1303844"/>
                  </a:lnTo>
                  <a:lnTo>
                    <a:pt x="5418909" y="1203983"/>
                  </a:lnTo>
                  <a:lnTo>
                    <a:pt x="5419764" y="1290883"/>
                  </a:lnTo>
                  <a:lnTo>
                    <a:pt x="5420620" y="1367770"/>
                  </a:lnTo>
                  <a:lnTo>
                    <a:pt x="5421475" y="1323956"/>
                  </a:lnTo>
                  <a:lnTo>
                    <a:pt x="5422331" y="1306157"/>
                  </a:lnTo>
                  <a:lnTo>
                    <a:pt x="5423186" y="1342161"/>
                  </a:lnTo>
                  <a:lnTo>
                    <a:pt x="5424042" y="1428745"/>
                  </a:lnTo>
                  <a:lnTo>
                    <a:pt x="5424897" y="1453223"/>
                  </a:lnTo>
                  <a:lnTo>
                    <a:pt x="5425753" y="1446681"/>
                  </a:lnTo>
                  <a:lnTo>
                    <a:pt x="5426609" y="1502433"/>
                  </a:lnTo>
                  <a:lnTo>
                    <a:pt x="5427464" y="1516702"/>
                  </a:lnTo>
                  <a:lnTo>
                    <a:pt x="5428320" y="1504547"/>
                  </a:lnTo>
                  <a:lnTo>
                    <a:pt x="5429175" y="1450669"/>
                  </a:lnTo>
                  <a:lnTo>
                    <a:pt x="5430031" y="1514303"/>
                  </a:lnTo>
                  <a:lnTo>
                    <a:pt x="5430886" y="1712210"/>
                  </a:lnTo>
                  <a:lnTo>
                    <a:pt x="5431742" y="1840553"/>
                  </a:lnTo>
                  <a:lnTo>
                    <a:pt x="5432597" y="1983487"/>
                  </a:lnTo>
                  <a:lnTo>
                    <a:pt x="5433453" y="2183479"/>
                  </a:lnTo>
                  <a:lnTo>
                    <a:pt x="5434308" y="2358955"/>
                  </a:lnTo>
                  <a:lnTo>
                    <a:pt x="5435164" y="2259666"/>
                  </a:lnTo>
                  <a:lnTo>
                    <a:pt x="5436019" y="2016968"/>
                  </a:lnTo>
                  <a:lnTo>
                    <a:pt x="5436875" y="1881889"/>
                  </a:lnTo>
                  <a:lnTo>
                    <a:pt x="5437730" y="1796841"/>
                  </a:lnTo>
                  <a:lnTo>
                    <a:pt x="5438586" y="1715283"/>
                  </a:lnTo>
                  <a:lnTo>
                    <a:pt x="5439441" y="1548268"/>
                  </a:lnTo>
                  <a:lnTo>
                    <a:pt x="5440297" y="1470700"/>
                  </a:lnTo>
                  <a:lnTo>
                    <a:pt x="5441153" y="1417766"/>
                  </a:lnTo>
                  <a:lnTo>
                    <a:pt x="5442008" y="1391961"/>
                  </a:lnTo>
                  <a:lnTo>
                    <a:pt x="5442864" y="1424233"/>
                  </a:lnTo>
                  <a:lnTo>
                    <a:pt x="5443719" y="1341721"/>
                  </a:lnTo>
                  <a:lnTo>
                    <a:pt x="5444575" y="1420811"/>
                  </a:lnTo>
                  <a:lnTo>
                    <a:pt x="5445430" y="1531923"/>
                  </a:lnTo>
                  <a:lnTo>
                    <a:pt x="5446286" y="1596708"/>
                  </a:lnTo>
                  <a:lnTo>
                    <a:pt x="5447141" y="1657585"/>
                  </a:lnTo>
                  <a:lnTo>
                    <a:pt x="5447997" y="1651967"/>
                  </a:lnTo>
                  <a:lnTo>
                    <a:pt x="5448852" y="1748734"/>
                  </a:lnTo>
                  <a:lnTo>
                    <a:pt x="5449708" y="1674422"/>
                  </a:lnTo>
                  <a:lnTo>
                    <a:pt x="5450563" y="1510332"/>
                  </a:lnTo>
                  <a:lnTo>
                    <a:pt x="5451419" y="1397441"/>
                  </a:lnTo>
                  <a:lnTo>
                    <a:pt x="5452274" y="1336176"/>
                  </a:lnTo>
                  <a:lnTo>
                    <a:pt x="5453130" y="1419020"/>
                  </a:lnTo>
                  <a:lnTo>
                    <a:pt x="5453985" y="1476727"/>
                  </a:lnTo>
                  <a:lnTo>
                    <a:pt x="5454841" y="1570010"/>
                  </a:lnTo>
                  <a:lnTo>
                    <a:pt x="5455696" y="1660483"/>
                  </a:lnTo>
                  <a:lnTo>
                    <a:pt x="5456552" y="1715858"/>
                  </a:lnTo>
                  <a:lnTo>
                    <a:pt x="5457408" y="1685026"/>
                  </a:lnTo>
                  <a:lnTo>
                    <a:pt x="5458263" y="1541110"/>
                  </a:lnTo>
                  <a:lnTo>
                    <a:pt x="5459119" y="1435712"/>
                  </a:lnTo>
                  <a:lnTo>
                    <a:pt x="5459974" y="1360076"/>
                  </a:lnTo>
                  <a:lnTo>
                    <a:pt x="5460830" y="1320799"/>
                  </a:lnTo>
                  <a:lnTo>
                    <a:pt x="5461685" y="1339301"/>
                  </a:lnTo>
                  <a:lnTo>
                    <a:pt x="5462541" y="1419931"/>
                  </a:lnTo>
                  <a:lnTo>
                    <a:pt x="5463396" y="1522546"/>
                  </a:lnTo>
                  <a:lnTo>
                    <a:pt x="5464252" y="1457625"/>
                  </a:lnTo>
                  <a:lnTo>
                    <a:pt x="5465107" y="1328629"/>
                  </a:lnTo>
                  <a:lnTo>
                    <a:pt x="5465963" y="1171339"/>
                  </a:lnTo>
                  <a:lnTo>
                    <a:pt x="5466818" y="969181"/>
                  </a:lnTo>
                  <a:lnTo>
                    <a:pt x="5467674" y="698170"/>
                  </a:lnTo>
                  <a:lnTo>
                    <a:pt x="5468529" y="470499"/>
                  </a:lnTo>
                  <a:lnTo>
                    <a:pt x="5469385" y="368840"/>
                  </a:lnTo>
                  <a:lnTo>
                    <a:pt x="5470240" y="319171"/>
                  </a:lnTo>
                  <a:lnTo>
                    <a:pt x="5471096" y="374712"/>
                  </a:lnTo>
                  <a:lnTo>
                    <a:pt x="5471951" y="493434"/>
                  </a:lnTo>
                  <a:lnTo>
                    <a:pt x="5472807" y="629759"/>
                  </a:lnTo>
                  <a:lnTo>
                    <a:pt x="5473663" y="695344"/>
                  </a:lnTo>
                  <a:lnTo>
                    <a:pt x="5474518" y="838003"/>
                  </a:lnTo>
                  <a:lnTo>
                    <a:pt x="5475374" y="943890"/>
                  </a:lnTo>
                  <a:lnTo>
                    <a:pt x="5476229" y="1026558"/>
                  </a:lnTo>
                  <a:lnTo>
                    <a:pt x="5477085" y="1116123"/>
                  </a:lnTo>
                  <a:lnTo>
                    <a:pt x="5477940" y="1228181"/>
                  </a:lnTo>
                  <a:lnTo>
                    <a:pt x="5478796" y="1465660"/>
                  </a:lnTo>
                  <a:lnTo>
                    <a:pt x="5479651" y="1570901"/>
                  </a:lnTo>
                  <a:lnTo>
                    <a:pt x="5480507" y="1648645"/>
                  </a:lnTo>
                  <a:lnTo>
                    <a:pt x="5481362" y="1667258"/>
                  </a:lnTo>
                  <a:lnTo>
                    <a:pt x="5482218" y="1653868"/>
                  </a:lnTo>
                  <a:lnTo>
                    <a:pt x="5483073" y="1680324"/>
                  </a:lnTo>
                  <a:lnTo>
                    <a:pt x="5483929" y="1578895"/>
                  </a:lnTo>
                  <a:lnTo>
                    <a:pt x="5484784" y="1470344"/>
                  </a:lnTo>
                  <a:lnTo>
                    <a:pt x="5485640" y="1500025"/>
                  </a:lnTo>
                  <a:lnTo>
                    <a:pt x="5486495" y="1576263"/>
                  </a:lnTo>
                  <a:lnTo>
                    <a:pt x="5487351" y="1657249"/>
                  </a:lnTo>
                  <a:lnTo>
                    <a:pt x="5488207" y="1536140"/>
                  </a:lnTo>
                  <a:lnTo>
                    <a:pt x="5489062" y="1411415"/>
                  </a:lnTo>
                  <a:lnTo>
                    <a:pt x="5489918" y="1367624"/>
                  </a:lnTo>
                  <a:lnTo>
                    <a:pt x="5490773" y="1232682"/>
                  </a:lnTo>
                  <a:lnTo>
                    <a:pt x="5491629" y="1055865"/>
                  </a:lnTo>
                  <a:lnTo>
                    <a:pt x="5492484" y="904564"/>
                  </a:lnTo>
                  <a:lnTo>
                    <a:pt x="5493340" y="865758"/>
                  </a:lnTo>
                  <a:lnTo>
                    <a:pt x="5494195" y="767033"/>
                  </a:lnTo>
                  <a:lnTo>
                    <a:pt x="5495051" y="655210"/>
                  </a:lnTo>
                  <a:lnTo>
                    <a:pt x="5495906" y="581393"/>
                  </a:lnTo>
                  <a:lnTo>
                    <a:pt x="5496762" y="539939"/>
                  </a:lnTo>
                  <a:lnTo>
                    <a:pt x="5497617" y="495611"/>
                  </a:lnTo>
                  <a:lnTo>
                    <a:pt x="5498473" y="451296"/>
                  </a:lnTo>
                  <a:lnTo>
                    <a:pt x="5499328" y="479968"/>
                  </a:lnTo>
                  <a:lnTo>
                    <a:pt x="5500184" y="482692"/>
                  </a:lnTo>
                  <a:lnTo>
                    <a:pt x="5501039" y="431722"/>
                  </a:lnTo>
                  <a:lnTo>
                    <a:pt x="5501895" y="417650"/>
                  </a:lnTo>
                  <a:lnTo>
                    <a:pt x="5502750" y="384713"/>
                  </a:lnTo>
                  <a:lnTo>
                    <a:pt x="5503606" y="311223"/>
                  </a:lnTo>
                  <a:lnTo>
                    <a:pt x="5504462" y="273278"/>
                  </a:lnTo>
                  <a:lnTo>
                    <a:pt x="5505317" y="324668"/>
                  </a:lnTo>
                  <a:lnTo>
                    <a:pt x="5506173" y="500253"/>
                  </a:lnTo>
                  <a:lnTo>
                    <a:pt x="5507028" y="631475"/>
                  </a:lnTo>
                  <a:lnTo>
                    <a:pt x="5507884" y="761325"/>
                  </a:lnTo>
                  <a:lnTo>
                    <a:pt x="5508739" y="937862"/>
                  </a:lnTo>
                  <a:lnTo>
                    <a:pt x="5509595" y="981317"/>
                  </a:lnTo>
                  <a:lnTo>
                    <a:pt x="5510450" y="901928"/>
                  </a:lnTo>
                  <a:lnTo>
                    <a:pt x="5511306" y="711240"/>
                  </a:lnTo>
                  <a:lnTo>
                    <a:pt x="5512161" y="519510"/>
                  </a:lnTo>
                  <a:lnTo>
                    <a:pt x="5513017" y="360019"/>
                  </a:lnTo>
                  <a:lnTo>
                    <a:pt x="5513872" y="236470"/>
                  </a:lnTo>
                  <a:lnTo>
                    <a:pt x="5514728" y="195910"/>
                  </a:lnTo>
                  <a:lnTo>
                    <a:pt x="5515583" y="223553"/>
                  </a:lnTo>
                  <a:lnTo>
                    <a:pt x="5516439" y="299341"/>
                  </a:lnTo>
                  <a:lnTo>
                    <a:pt x="5517294" y="411926"/>
                  </a:lnTo>
                  <a:lnTo>
                    <a:pt x="5518150" y="494844"/>
                  </a:lnTo>
                  <a:lnTo>
                    <a:pt x="5519005" y="532609"/>
                  </a:lnTo>
                  <a:lnTo>
                    <a:pt x="5519861" y="634234"/>
                  </a:lnTo>
                  <a:lnTo>
                    <a:pt x="5520717" y="893108"/>
                  </a:lnTo>
                  <a:lnTo>
                    <a:pt x="5521572" y="1120496"/>
                  </a:lnTo>
                  <a:lnTo>
                    <a:pt x="5522428" y="1353617"/>
                  </a:lnTo>
                  <a:lnTo>
                    <a:pt x="5523283" y="1562331"/>
                  </a:lnTo>
                  <a:lnTo>
                    <a:pt x="5524139" y="1747590"/>
                  </a:lnTo>
                  <a:lnTo>
                    <a:pt x="5524994" y="1849570"/>
                  </a:lnTo>
                  <a:lnTo>
                    <a:pt x="5525850" y="1769490"/>
                  </a:lnTo>
                  <a:lnTo>
                    <a:pt x="5526705" y="1746111"/>
                  </a:lnTo>
                  <a:lnTo>
                    <a:pt x="5527561" y="1693308"/>
                  </a:lnTo>
                  <a:lnTo>
                    <a:pt x="5528416" y="1626586"/>
                  </a:lnTo>
                  <a:lnTo>
                    <a:pt x="5529272" y="1616878"/>
                  </a:lnTo>
                  <a:lnTo>
                    <a:pt x="5530127" y="1637853"/>
                  </a:lnTo>
                  <a:lnTo>
                    <a:pt x="5530983" y="1672002"/>
                  </a:lnTo>
                  <a:lnTo>
                    <a:pt x="5531838" y="1717992"/>
                  </a:lnTo>
                  <a:lnTo>
                    <a:pt x="5532694" y="1810897"/>
                  </a:lnTo>
                  <a:lnTo>
                    <a:pt x="5533549" y="1830741"/>
                  </a:lnTo>
                  <a:lnTo>
                    <a:pt x="5534405" y="1779368"/>
                  </a:lnTo>
                  <a:lnTo>
                    <a:pt x="5535261" y="1710866"/>
                  </a:lnTo>
                  <a:lnTo>
                    <a:pt x="5536116" y="1702193"/>
                  </a:lnTo>
                  <a:lnTo>
                    <a:pt x="5536972" y="1607904"/>
                  </a:lnTo>
                  <a:lnTo>
                    <a:pt x="5537827" y="1431554"/>
                  </a:lnTo>
                  <a:lnTo>
                    <a:pt x="5538683" y="1376787"/>
                  </a:lnTo>
                  <a:lnTo>
                    <a:pt x="5539538" y="1363397"/>
                  </a:lnTo>
                  <a:lnTo>
                    <a:pt x="5540394" y="1436177"/>
                  </a:lnTo>
                  <a:lnTo>
                    <a:pt x="5541249" y="1426721"/>
                  </a:lnTo>
                  <a:lnTo>
                    <a:pt x="5542105" y="1424734"/>
                  </a:lnTo>
                  <a:lnTo>
                    <a:pt x="5542960" y="1524042"/>
                  </a:lnTo>
                  <a:lnTo>
                    <a:pt x="5543816" y="1614756"/>
                  </a:lnTo>
                  <a:lnTo>
                    <a:pt x="5544671" y="1715867"/>
                  </a:lnTo>
                  <a:lnTo>
                    <a:pt x="5545527" y="1668401"/>
                  </a:lnTo>
                  <a:lnTo>
                    <a:pt x="5546382" y="1625948"/>
                  </a:lnTo>
                  <a:lnTo>
                    <a:pt x="5547238" y="1630564"/>
                  </a:lnTo>
                  <a:lnTo>
                    <a:pt x="5548093" y="1630851"/>
                  </a:lnTo>
                  <a:lnTo>
                    <a:pt x="5548949" y="1622025"/>
                  </a:lnTo>
                  <a:lnTo>
                    <a:pt x="5549804" y="1602212"/>
                  </a:lnTo>
                  <a:lnTo>
                    <a:pt x="5550660" y="1631521"/>
                  </a:lnTo>
                  <a:lnTo>
                    <a:pt x="5551516" y="1728676"/>
                  </a:lnTo>
                  <a:lnTo>
                    <a:pt x="5552371" y="1935536"/>
                  </a:lnTo>
                  <a:lnTo>
                    <a:pt x="5553227" y="2122654"/>
                  </a:lnTo>
                  <a:lnTo>
                    <a:pt x="5554082" y="2239762"/>
                  </a:lnTo>
                  <a:lnTo>
                    <a:pt x="5554938" y="2336076"/>
                  </a:lnTo>
                  <a:lnTo>
                    <a:pt x="5555793" y="2510557"/>
                  </a:lnTo>
                  <a:lnTo>
                    <a:pt x="5556649" y="2506227"/>
                  </a:lnTo>
                  <a:lnTo>
                    <a:pt x="5557504" y="2379099"/>
                  </a:lnTo>
                  <a:lnTo>
                    <a:pt x="5558360" y="2172092"/>
                  </a:lnTo>
                  <a:lnTo>
                    <a:pt x="5559215" y="2065267"/>
                  </a:lnTo>
                  <a:lnTo>
                    <a:pt x="5560071" y="2107736"/>
                  </a:lnTo>
                  <a:lnTo>
                    <a:pt x="5560926" y="2052365"/>
                  </a:lnTo>
                  <a:lnTo>
                    <a:pt x="5561782" y="2150701"/>
                  </a:lnTo>
                  <a:lnTo>
                    <a:pt x="5562637" y="2260997"/>
                  </a:lnTo>
                  <a:lnTo>
                    <a:pt x="5563493" y="2327481"/>
                  </a:lnTo>
                  <a:lnTo>
                    <a:pt x="5564348" y="2385680"/>
                  </a:lnTo>
                  <a:lnTo>
                    <a:pt x="5565204" y="2346660"/>
                  </a:lnTo>
                  <a:lnTo>
                    <a:pt x="5566059" y="2306517"/>
                  </a:lnTo>
                  <a:lnTo>
                    <a:pt x="5566915" y="2324789"/>
                  </a:lnTo>
                  <a:lnTo>
                    <a:pt x="5567771" y="2302393"/>
                  </a:lnTo>
                  <a:lnTo>
                    <a:pt x="5568626" y="2314081"/>
                  </a:lnTo>
                  <a:lnTo>
                    <a:pt x="5569482" y="2376736"/>
                  </a:lnTo>
                  <a:lnTo>
                    <a:pt x="5570337" y="2385654"/>
                  </a:lnTo>
                  <a:lnTo>
                    <a:pt x="5571193" y="2372672"/>
                  </a:lnTo>
                  <a:lnTo>
                    <a:pt x="5572048" y="2274216"/>
                  </a:lnTo>
                  <a:lnTo>
                    <a:pt x="5572904" y="2223130"/>
                  </a:lnTo>
                  <a:lnTo>
                    <a:pt x="5573759" y="2241582"/>
                  </a:lnTo>
                  <a:lnTo>
                    <a:pt x="5574615" y="2201954"/>
                  </a:lnTo>
                  <a:lnTo>
                    <a:pt x="5575470" y="2189103"/>
                  </a:lnTo>
                  <a:lnTo>
                    <a:pt x="5576326" y="2119733"/>
                  </a:lnTo>
                  <a:lnTo>
                    <a:pt x="5577181" y="2061573"/>
                  </a:lnTo>
                  <a:lnTo>
                    <a:pt x="5578037" y="2074149"/>
                  </a:lnTo>
                  <a:lnTo>
                    <a:pt x="5578892" y="2000228"/>
                  </a:lnTo>
                  <a:lnTo>
                    <a:pt x="5579748" y="1975415"/>
                  </a:lnTo>
                  <a:lnTo>
                    <a:pt x="5580603" y="2045378"/>
                  </a:lnTo>
                  <a:lnTo>
                    <a:pt x="5581459" y="2235253"/>
                  </a:lnTo>
                  <a:lnTo>
                    <a:pt x="5582314" y="2389975"/>
                  </a:lnTo>
                  <a:lnTo>
                    <a:pt x="5583170" y="2337361"/>
                  </a:lnTo>
                  <a:lnTo>
                    <a:pt x="5584026" y="2323840"/>
                  </a:lnTo>
                  <a:lnTo>
                    <a:pt x="5584881" y="2326918"/>
                  </a:lnTo>
                  <a:lnTo>
                    <a:pt x="5585737" y="2267790"/>
                  </a:lnTo>
                  <a:lnTo>
                    <a:pt x="5586592" y="2163198"/>
                  </a:lnTo>
                  <a:lnTo>
                    <a:pt x="5587448" y="2044607"/>
                  </a:lnTo>
                  <a:lnTo>
                    <a:pt x="5588303" y="2046408"/>
                  </a:lnTo>
                  <a:lnTo>
                    <a:pt x="5589159" y="2115733"/>
                  </a:lnTo>
                  <a:lnTo>
                    <a:pt x="5590014" y="2094940"/>
                  </a:lnTo>
                  <a:lnTo>
                    <a:pt x="5590870" y="2005945"/>
                  </a:lnTo>
                  <a:lnTo>
                    <a:pt x="5591725" y="1970691"/>
                  </a:lnTo>
                  <a:lnTo>
                    <a:pt x="5592581" y="1981296"/>
                  </a:lnTo>
                  <a:lnTo>
                    <a:pt x="5593436" y="1977555"/>
                  </a:lnTo>
                  <a:lnTo>
                    <a:pt x="5594292" y="1904057"/>
                  </a:lnTo>
                  <a:lnTo>
                    <a:pt x="5595147" y="1796527"/>
                  </a:lnTo>
                  <a:lnTo>
                    <a:pt x="5596003" y="1755534"/>
                  </a:lnTo>
                  <a:lnTo>
                    <a:pt x="5596858" y="1680765"/>
                  </a:lnTo>
                  <a:lnTo>
                    <a:pt x="5597714" y="1609301"/>
                  </a:lnTo>
                  <a:lnTo>
                    <a:pt x="5598570" y="1665851"/>
                  </a:lnTo>
                  <a:lnTo>
                    <a:pt x="5599425" y="1871702"/>
                  </a:lnTo>
                  <a:lnTo>
                    <a:pt x="5600281" y="2085984"/>
                  </a:lnTo>
                  <a:lnTo>
                    <a:pt x="5601136" y="2193306"/>
                  </a:lnTo>
                  <a:lnTo>
                    <a:pt x="5601992" y="2355311"/>
                  </a:lnTo>
                  <a:lnTo>
                    <a:pt x="5602847" y="2538986"/>
                  </a:lnTo>
                  <a:lnTo>
                    <a:pt x="5603703" y="2507515"/>
                  </a:lnTo>
                  <a:lnTo>
                    <a:pt x="5604558" y="2290398"/>
                  </a:lnTo>
                  <a:lnTo>
                    <a:pt x="5605414" y="2160408"/>
                  </a:lnTo>
                  <a:lnTo>
                    <a:pt x="5606269" y="2143462"/>
                  </a:lnTo>
                  <a:lnTo>
                    <a:pt x="5607125" y="2110258"/>
                  </a:lnTo>
                  <a:lnTo>
                    <a:pt x="5607980" y="2118150"/>
                  </a:lnTo>
                  <a:lnTo>
                    <a:pt x="5608836" y="2252907"/>
                  </a:lnTo>
                  <a:lnTo>
                    <a:pt x="5609691" y="2468847"/>
                  </a:lnTo>
                  <a:lnTo>
                    <a:pt x="5610547" y="2574763"/>
                  </a:lnTo>
                  <a:lnTo>
                    <a:pt x="5611402" y="2657716"/>
                  </a:lnTo>
                  <a:lnTo>
                    <a:pt x="5612258" y="2725496"/>
                  </a:lnTo>
                  <a:lnTo>
                    <a:pt x="5613113" y="2669673"/>
                  </a:lnTo>
                  <a:lnTo>
                    <a:pt x="5613969" y="2604559"/>
                  </a:lnTo>
                  <a:lnTo>
                    <a:pt x="5614825" y="2555361"/>
                  </a:lnTo>
                  <a:lnTo>
                    <a:pt x="5615680" y="2616101"/>
                  </a:lnTo>
                  <a:lnTo>
                    <a:pt x="5616536" y="2679526"/>
                  </a:lnTo>
                  <a:lnTo>
                    <a:pt x="5617391" y="2746494"/>
                  </a:lnTo>
                  <a:lnTo>
                    <a:pt x="5618247" y="2880388"/>
                  </a:lnTo>
                  <a:lnTo>
                    <a:pt x="5619102" y="2992547"/>
                  </a:lnTo>
                  <a:lnTo>
                    <a:pt x="5619958" y="3056128"/>
                  </a:lnTo>
                  <a:lnTo>
                    <a:pt x="5620813" y="3062328"/>
                  </a:lnTo>
                  <a:lnTo>
                    <a:pt x="5621669" y="3062328"/>
                  </a:lnTo>
                  <a:lnTo>
                    <a:pt x="5622524" y="3062328"/>
                  </a:lnTo>
                  <a:lnTo>
                    <a:pt x="5623380" y="3062328"/>
                  </a:lnTo>
                  <a:lnTo>
                    <a:pt x="5624235" y="3062328"/>
                  </a:lnTo>
                  <a:lnTo>
                    <a:pt x="5625091" y="3062328"/>
                  </a:lnTo>
                  <a:lnTo>
                    <a:pt x="5625946" y="3062328"/>
                  </a:lnTo>
                  <a:lnTo>
                    <a:pt x="5626802" y="3062328"/>
                  </a:lnTo>
                  <a:lnTo>
                    <a:pt x="5627657" y="3062328"/>
                  </a:lnTo>
                  <a:lnTo>
                    <a:pt x="5628513" y="3062328"/>
                  </a:lnTo>
                  <a:lnTo>
                    <a:pt x="5629368" y="3062328"/>
                  </a:lnTo>
                  <a:lnTo>
                    <a:pt x="5630224" y="3062328"/>
                  </a:lnTo>
                  <a:lnTo>
                    <a:pt x="5631080" y="3062328"/>
                  </a:lnTo>
                  <a:lnTo>
                    <a:pt x="5631935" y="3062328"/>
                  </a:lnTo>
                  <a:lnTo>
                    <a:pt x="5632791" y="3062328"/>
                  </a:lnTo>
                  <a:lnTo>
                    <a:pt x="5633646" y="3062328"/>
                  </a:lnTo>
                  <a:lnTo>
                    <a:pt x="5634502" y="3062328"/>
                  </a:lnTo>
                  <a:lnTo>
                    <a:pt x="5635357" y="3062328"/>
                  </a:lnTo>
                  <a:lnTo>
                    <a:pt x="5636213" y="3062328"/>
                  </a:lnTo>
                  <a:lnTo>
                    <a:pt x="5637068" y="3062328"/>
                  </a:lnTo>
                  <a:lnTo>
                    <a:pt x="5637924" y="3062328"/>
                  </a:lnTo>
                  <a:lnTo>
                    <a:pt x="5638779" y="3062328"/>
                  </a:lnTo>
                  <a:lnTo>
                    <a:pt x="5639635" y="3062328"/>
                  </a:lnTo>
                  <a:lnTo>
                    <a:pt x="5640490" y="3062328"/>
                  </a:lnTo>
                  <a:lnTo>
                    <a:pt x="5641346" y="3062328"/>
                  </a:lnTo>
                  <a:lnTo>
                    <a:pt x="5642201" y="3062328"/>
                  </a:lnTo>
                  <a:lnTo>
                    <a:pt x="5643057" y="3062328"/>
                  </a:lnTo>
                  <a:lnTo>
                    <a:pt x="5643912" y="3080997"/>
                  </a:lnTo>
                  <a:lnTo>
                    <a:pt x="5644768" y="3113844"/>
                  </a:lnTo>
                  <a:lnTo>
                    <a:pt x="5645624" y="3116634"/>
                  </a:lnTo>
                  <a:lnTo>
                    <a:pt x="5646479" y="3116635"/>
                  </a:lnTo>
                  <a:lnTo>
                    <a:pt x="5647335" y="3116638"/>
                  </a:lnTo>
                  <a:lnTo>
                    <a:pt x="5648190" y="3116638"/>
                  </a:lnTo>
                  <a:lnTo>
                    <a:pt x="5649046" y="3068662"/>
                  </a:lnTo>
                  <a:lnTo>
                    <a:pt x="5649901" y="2991068"/>
                  </a:lnTo>
                  <a:lnTo>
                    <a:pt x="5650757" y="2964242"/>
                  </a:lnTo>
                  <a:lnTo>
                    <a:pt x="5651612" y="2912978"/>
                  </a:lnTo>
                  <a:lnTo>
                    <a:pt x="5652468" y="2831400"/>
                  </a:lnTo>
                  <a:lnTo>
                    <a:pt x="5653323" y="2785991"/>
                  </a:lnTo>
                  <a:lnTo>
                    <a:pt x="5654179" y="2795429"/>
                  </a:lnTo>
                  <a:lnTo>
                    <a:pt x="5655034" y="2857361"/>
                  </a:lnTo>
                  <a:lnTo>
                    <a:pt x="5655890" y="2910822"/>
                  </a:lnTo>
                  <a:lnTo>
                    <a:pt x="5656745" y="3016635"/>
                  </a:lnTo>
                  <a:lnTo>
                    <a:pt x="5657601" y="3116972"/>
                  </a:lnTo>
                  <a:lnTo>
                    <a:pt x="5657601" y="3116972"/>
                  </a:lnTo>
                  <a:lnTo>
                    <a:pt x="5658456" y="3116972"/>
                  </a:lnTo>
                  <a:lnTo>
                    <a:pt x="5659312" y="3063066"/>
                  </a:lnTo>
                  <a:lnTo>
                    <a:pt x="5660167" y="2940051"/>
                  </a:lnTo>
                  <a:lnTo>
                    <a:pt x="5661023" y="2857725"/>
                  </a:lnTo>
                  <a:lnTo>
                    <a:pt x="5661879" y="2790634"/>
                  </a:lnTo>
                  <a:lnTo>
                    <a:pt x="5662734" y="2678758"/>
                  </a:lnTo>
                  <a:lnTo>
                    <a:pt x="5663590" y="2579233"/>
                  </a:lnTo>
                  <a:lnTo>
                    <a:pt x="5664445" y="2598264"/>
                  </a:lnTo>
                  <a:lnTo>
                    <a:pt x="5665301" y="2684520"/>
                  </a:lnTo>
                  <a:lnTo>
                    <a:pt x="5666156" y="2724950"/>
                  </a:lnTo>
                  <a:lnTo>
                    <a:pt x="5667012" y="2726290"/>
                  </a:lnTo>
                  <a:lnTo>
                    <a:pt x="5667867" y="2765697"/>
                  </a:lnTo>
                  <a:lnTo>
                    <a:pt x="5668723" y="2851797"/>
                  </a:lnTo>
                  <a:lnTo>
                    <a:pt x="5669578" y="2937078"/>
                  </a:lnTo>
                  <a:lnTo>
                    <a:pt x="5670434" y="2978662"/>
                  </a:lnTo>
                  <a:lnTo>
                    <a:pt x="5671289" y="3023872"/>
                  </a:lnTo>
                  <a:lnTo>
                    <a:pt x="5672145" y="3035075"/>
                  </a:lnTo>
                  <a:lnTo>
                    <a:pt x="5673000" y="3072633"/>
                  </a:lnTo>
                  <a:lnTo>
                    <a:pt x="5673856" y="3116972"/>
                  </a:lnTo>
                  <a:lnTo>
                    <a:pt x="5673856" y="3116972"/>
                  </a:lnTo>
                  <a:lnTo>
                    <a:pt x="5674711" y="3116972"/>
                  </a:lnTo>
                  <a:lnTo>
                    <a:pt x="5675567" y="3043685"/>
                  </a:lnTo>
                  <a:lnTo>
                    <a:pt x="5676422" y="2932236"/>
                  </a:lnTo>
                  <a:lnTo>
                    <a:pt x="5677278" y="2921105"/>
                  </a:lnTo>
                  <a:lnTo>
                    <a:pt x="5678134" y="2902089"/>
                  </a:lnTo>
                  <a:lnTo>
                    <a:pt x="5678989" y="2826806"/>
                  </a:lnTo>
                  <a:lnTo>
                    <a:pt x="5679845" y="2743827"/>
                  </a:lnTo>
                  <a:lnTo>
                    <a:pt x="5680700" y="2705790"/>
                  </a:lnTo>
                  <a:lnTo>
                    <a:pt x="5681556" y="2664385"/>
                  </a:lnTo>
                  <a:lnTo>
                    <a:pt x="5682411" y="2576920"/>
                  </a:lnTo>
                  <a:lnTo>
                    <a:pt x="5683267" y="2487348"/>
                  </a:lnTo>
                  <a:lnTo>
                    <a:pt x="5684122" y="2377234"/>
                  </a:lnTo>
                  <a:lnTo>
                    <a:pt x="5684978" y="2345121"/>
                  </a:lnTo>
                  <a:lnTo>
                    <a:pt x="5685833" y="2369161"/>
                  </a:lnTo>
                  <a:lnTo>
                    <a:pt x="5686689" y="2430049"/>
                  </a:lnTo>
                  <a:lnTo>
                    <a:pt x="5687544" y="2404464"/>
                  </a:lnTo>
                  <a:lnTo>
                    <a:pt x="5688400" y="2367765"/>
                  </a:lnTo>
                  <a:lnTo>
                    <a:pt x="5689255" y="2452523"/>
                  </a:lnTo>
                  <a:lnTo>
                    <a:pt x="5690111" y="2547999"/>
                  </a:lnTo>
                  <a:lnTo>
                    <a:pt x="5690966" y="2581436"/>
                  </a:lnTo>
                  <a:lnTo>
                    <a:pt x="5691822" y="2500777"/>
                  </a:lnTo>
                  <a:lnTo>
                    <a:pt x="5692678" y="2454802"/>
                  </a:lnTo>
                  <a:lnTo>
                    <a:pt x="5693533" y="2519165"/>
                  </a:lnTo>
                  <a:lnTo>
                    <a:pt x="5694389" y="2534793"/>
                  </a:lnTo>
                  <a:lnTo>
                    <a:pt x="5695244" y="2429663"/>
                  </a:lnTo>
                  <a:lnTo>
                    <a:pt x="5696100" y="2373106"/>
                  </a:lnTo>
                  <a:lnTo>
                    <a:pt x="5696955" y="2453925"/>
                  </a:lnTo>
                  <a:lnTo>
                    <a:pt x="5697811" y="2567540"/>
                  </a:lnTo>
                  <a:lnTo>
                    <a:pt x="5698666" y="2603228"/>
                  </a:lnTo>
                  <a:lnTo>
                    <a:pt x="5699522" y="2577589"/>
                  </a:lnTo>
                  <a:lnTo>
                    <a:pt x="5700377" y="2548380"/>
                  </a:lnTo>
                  <a:lnTo>
                    <a:pt x="5701233" y="2563903"/>
                  </a:lnTo>
                  <a:lnTo>
                    <a:pt x="5702088" y="2606780"/>
                  </a:lnTo>
                  <a:lnTo>
                    <a:pt x="5702944" y="2499076"/>
                  </a:lnTo>
                  <a:lnTo>
                    <a:pt x="5703799" y="2294127"/>
                  </a:lnTo>
                  <a:lnTo>
                    <a:pt x="5704655" y="2181272"/>
                  </a:lnTo>
                  <a:lnTo>
                    <a:pt x="5705510" y="2287636"/>
                  </a:lnTo>
                  <a:lnTo>
                    <a:pt x="5706366" y="2378355"/>
                  </a:lnTo>
                  <a:lnTo>
                    <a:pt x="5707221" y="2345542"/>
                  </a:lnTo>
                  <a:lnTo>
                    <a:pt x="5708077" y="2371805"/>
                  </a:lnTo>
                  <a:lnTo>
                    <a:pt x="5708933" y="2460264"/>
                  </a:lnTo>
                  <a:lnTo>
                    <a:pt x="5709788" y="2552549"/>
                  </a:lnTo>
                  <a:lnTo>
                    <a:pt x="5710644" y="2522245"/>
                  </a:lnTo>
                  <a:lnTo>
                    <a:pt x="5711499" y="2437691"/>
                  </a:lnTo>
                  <a:lnTo>
                    <a:pt x="5712355" y="2312429"/>
                  </a:lnTo>
                  <a:lnTo>
                    <a:pt x="5713210" y="2252130"/>
                  </a:lnTo>
                  <a:lnTo>
                    <a:pt x="5714066" y="2229753"/>
                  </a:lnTo>
                  <a:lnTo>
                    <a:pt x="5714921" y="2119172"/>
                  </a:lnTo>
                  <a:lnTo>
                    <a:pt x="5715777" y="1914756"/>
                  </a:lnTo>
                  <a:lnTo>
                    <a:pt x="5716632" y="1767850"/>
                  </a:lnTo>
                  <a:lnTo>
                    <a:pt x="5717488" y="1892248"/>
                  </a:lnTo>
                  <a:lnTo>
                    <a:pt x="5718343" y="2072304"/>
                  </a:lnTo>
                  <a:lnTo>
                    <a:pt x="5719199" y="2244131"/>
                  </a:lnTo>
                  <a:lnTo>
                    <a:pt x="5720054" y="2401869"/>
                  </a:lnTo>
                  <a:lnTo>
                    <a:pt x="5720910" y="2621906"/>
                  </a:lnTo>
                  <a:lnTo>
                    <a:pt x="5721765" y="2769658"/>
                  </a:lnTo>
                  <a:lnTo>
                    <a:pt x="5722621" y="2704904"/>
                  </a:lnTo>
                  <a:lnTo>
                    <a:pt x="5723476" y="2575447"/>
                  </a:lnTo>
                  <a:lnTo>
                    <a:pt x="5724332" y="2413493"/>
                  </a:lnTo>
                  <a:lnTo>
                    <a:pt x="5725188" y="2254129"/>
                  </a:lnTo>
                  <a:lnTo>
                    <a:pt x="5726043" y="2170771"/>
                  </a:lnTo>
                  <a:lnTo>
                    <a:pt x="5726899" y="2157921"/>
                  </a:lnTo>
                  <a:lnTo>
                    <a:pt x="5727754" y="2184046"/>
                  </a:lnTo>
                  <a:lnTo>
                    <a:pt x="5728610" y="2088241"/>
                  </a:lnTo>
                  <a:lnTo>
                    <a:pt x="5729465" y="1930050"/>
                  </a:lnTo>
                  <a:lnTo>
                    <a:pt x="5730321" y="1837542"/>
                  </a:lnTo>
                  <a:lnTo>
                    <a:pt x="5731176" y="1789411"/>
                  </a:lnTo>
                  <a:lnTo>
                    <a:pt x="5732032" y="1896228"/>
                  </a:lnTo>
                  <a:lnTo>
                    <a:pt x="5732887" y="1992065"/>
                  </a:lnTo>
                  <a:lnTo>
                    <a:pt x="5733743" y="2235553"/>
                  </a:lnTo>
                  <a:lnTo>
                    <a:pt x="5734598" y="2567977"/>
                  </a:lnTo>
                  <a:lnTo>
                    <a:pt x="5735454" y="2856073"/>
                  </a:lnTo>
                  <a:lnTo>
                    <a:pt x="5736309" y="2905940"/>
                  </a:lnTo>
                  <a:lnTo>
                    <a:pt x="5737165" y="2698329"/>
                  </a:lnTo>
                  <a:lnTo>
                    <a:pt x="5738020" y="2462597"/>
                  </a:lnTo>
                  <a:lnTo>
                    <a:pt x="5738876" y="2240577"/>
                  </a:lnTo>
                  <a:lnTo>
                    <a:pt x="5739732" y="2023543"/>
                  </a:lnTo>
                  <a:lnTo>
                    <a:pt x="5740587" y="1799838"/>
                  </a:lnTo>
                  <a:lnTo>
                    <a:pt x="5741443" y="1680561"/>
                  </a:lnTo>
                  <a:lnTo>
                    <a:pt x="5742298" y="1607103"/>
                  </a:lnTo>
                  <a:lnTo>
                    <a:pt x="5743154" y="1617627"/>
                  </a:lnTo>
                  <a:lnTo>
                    <a:pt x="5744009" y="1657527"/>
                  </a:lnTo>
                  <a:lnTo>
                    <a:pt x="5744865" y="1710839"/>
                  </a:lnTo>
                  <a:lnTo>
                    <a:pt x="5745720" y="1860913"/>
                  </a:lnTo>
                  <a:lnTo>
                    <a:pt x="5746576" y="2043202"/>
                  </a:lnTo>
                  <a:lnTo>
                    <a:pt x="5747431" y="2227187"/>
                  </a:lnTo>
                  <a:lnTo>
                    <a:pt x="5748287" y="2240710"/>
                  </a:lnTo>
                  <a:lnTo>
                    <a:pt x="5749142" y="2227175"/>
                  </a:lnTo>
                  <a:lnTo>
                    <a:pt x="5749998" y="2201082"/>
                  </a:lnTo>
                  <a:lnTo>
                    <a:pt x="5750853" y="2129750"/>
                  </a:lnTo>
                  <a:lnTo>
                    <a:pt x="5751709" y="2073089"/>
                  </a:lnTo>
                  <a:lnTo>
                    <a:pt x="5752564" y="2030349"/>
                  </a:lnTo>
                  <a:lnTo>
                    <a:pt x="5753420" y="2157801"/>
                  </a:lnTo>
                  <a:lnTo>
                    <a:pt x="5754275" y="2322397"/>
                  </a:lnTo>
                  <a:lnTo>
                    <a:pt x="5755131" y="2409842"/>
                  </a:lnTo>
                  <a:lnTo>
                    <a:pt x="5755987" y="2482049"/>
                  </a:lnTo>
                  <a:lnTo>
                    <a:pt x="5756842" y="2555800"/>
                  </a:lnTo>
                  <a:lnTo>
                    <a:pt x="5757698" y="2563093"/>
                  </a:lnTo>
                  <a:lnTo>
                    <a:pt x="5758553" y="2535709"/>
                  </a:lnTo>
                  <a:lnTo>
                    <a:pt x="5759409" y="2443959"/>
                  </a:lnTo>
                  <a:lnTo>
                    <a:pt x="5760264" y="2439217"/>
                  </a:lnTo>
                  <a:lnTo>
                    <a:pt x="5761120" y="2418834"/>
                  </a:lnTo>
                  <a:lnTo>
                    <a:pt x="5761975" y="2385812"/>
                  </a:lnTo>
                  <a:lnTo>
                    <a:pt x="5762831" y="2496960"/>
                  </a:lnTo>
                  <a:lnTo>
                    <a:pt x="5763686" y="2601230"/>
                  </a:lnTo>
                  <a:lnTo>
                    <a:pt x="5764542" y="2715010"/>
                  </a:lnTo>
                  <a:lnTo>
                    <a:pt x="5765397" y="2768652"/>
                  </a:lnTo>
                  <a:lnTo>
                    <a:pt x="5766253" y="2747740"/>
                  </a:lnTo>
                  <a:lnTo>
                    <a:pt x="5767108" y="2678395"/>
                  </a:lnTo>
                  <a:lnTo>
                    <a:pt x="5767964" y="2537142"/>
                  </a:lnTo>
                  <a:lnTo>
                    <a:pt x="5768819" y="2405862"/>
                  </a:lnTo>
                  <a:lnTo>
                    <a:pt x="5769675" y="2309476"/>
                  </a:lnTo>
                  <a:lnTo>
                    <a:pt x="5770530" y="2211685"/>
                  </a:lnTo>
                  <a:lnTo>
                    <a:pt x="5771386" y="2218983"/>
                  </a:lnTo>
                  <a:lnTo>
                    <a:pt x="5772242" y="2292012"/>
                  </a:lnTo>
                  <a:lnTo>
                    <a:pt x="5773097" y="2346888"/>
                  </a:lnTo>
                  <a:lnTo>
                    <a:pt x="5773953" y="2376276"/>
                  </a:lnTo>
                  <a:lnTo>
                    <a:pt x="5774808" y="2418554"/>
                  </a:lnTo>
                  <a:lnTo>
                    <a:pt x="5775664" y="2491258"/>
                  </a:lnTo>
                  <a:lnTo>
                    <a:pt x="5776519" y="2592172"/>
                  </a:lnTo>
                  <a:lnTo>
                    <a:pt x="5777375" y="2565580"/>
                  </a:lnTo>
                  <a:lnTo>
                    <a:pt x="5778230" y="2472677"/>
                  </a:lnTo>
                  <a:lnTo>
                    <a:pt x="5779086" y="2430297"/>
                  </a:lnTo>
                  <a:lnTo>
                    <a:pt x="5779941" y="2301681"/>
                  </a:lnTo>
                  <a:lnTo>
                    <a:pt x="5780797" y="2147914"/>
                  </a:lnTo>
                  <a:lnTo>
                    <a:pt x="5781652" y="1981412"/>
                  </a:lnTo>
                  <a:lnTo>
                    <a:pt x="5782508" y="1943084"/>
                  </a:lnTo>
                  <a:lnTo>
                    <a:pt x="5783363" y="1965762"/>
                  </a:lnTo>
                  <a:lnTo>
                    <a:pt x="5784219" y="1987283"/>
                  </a:lnTo>
                  <a:lnTo>
                    <a:pt x="5785074" y="2060771"/>
                  </a:lnTo>
                  <a:lnTo>
                    <a:pt x="5785930" y="2176435"/>
                  </a:lnTo>
                  <a:lnTo>
                    <a:pt x="5786785" y="2279442"/>
                  </a:lnTo>
                  <a:lnTo>
                    <a:pt x="5787641" y="2335831"/>
                  </a:lnTo>
                  <a:lnTo>
                    <a:pt x="5788497" y="2424807"/>
                  </a:lnTo>
                  <a:lnTo>
                    <a:pt x="5789352" y="2451064"/>
                  </a:lnTo>
                  <a:lnTo>
                    <a:pt x="5790208" y="2468572"/>
                  </a:lnTo>
                  <a:lnTo>
                    <a:pt x="5791063" y="2507380"/>
                  </a:lnTo>
                  <a:lnTo>
                    <a:pt x="5791919" y="2457528"/>
                  </a:lnTo>
                  <a:lnTo>
                    <a:pt x="5792774" y="2419514"/>
                  </a:lnTo>
                  <a:lnTo>
                    <a:pt x="5793630" y="2396599"/>
                  </a:lnTo>
                  <a:lnTo>
                    <a:pt x="5794485" y="2407329"/>
                  </a:lnTo>
                  <a:lnTo>
                    <a:pt x="5795341" y="2394388"/>
                  </a:lnTo>
                  <a:lnTo>
                    <a:pt x="5796196" y="2377725"/>
                  </a:lnTo>
                  <a:lnTo>
                    <a:pt x="5797052" y="2375183"/>
                  </a:lnTo>
                  <a:lnTo>
                    <a:pt x="5797907" y="2428650"/>
                  </a:lnTo>
                  <a:lnTo>
                    <a:pt x="5798763" y="2485858"/>
                  </a:lnTo>
                  <a:lnTo>
                    <a:pt x="5799618" y="2544722"/>
                  </a:lnTo>
                  <a:lnTo>
                    <a:pt x="5800474" y="2651642"/>
                  </a:lnTo>
                  <a:lnTo>
                    <a:pt x="5801329" y="2642650"/>
                  </a:lnTo>
                  <a:lnTo>
                    <a:pt x="5802185" y="2618630"/>
                  </a:lnTo>
                  <a:lnTo>
                    <a:pt x="5803041" y="2593920"/>
                  </a:lnTo>
                  <a:lnTo>
                    <a:pt x="5803896" y="2615812"/>
                  </a:lnTo>
                  <a:lnTo>
                    <a:pt x="5804752" y="2639824"/>
                  </a:lnTo>
                  <a:lnTo>
                    <a:pt x="5805607" y="2638095"/>
                  </a:lnTo>
                  <a:lnTo>
                    <a:pt x="5806463" y="2727408"/>
                  </a:lnTo>
                  <a:lnTo>
                    <a:pt x="5807318" y="2924576"/>
                  </a:lnTo>
                  <a:lnTo>
                    <a:pt x="5808174" y="3068027"/>
                  </a:lnTo>
                  <a:lnTo>
                    <a:pt x="5809029" y="3097945"/>
                  </a:lnTo>
                  <a:lnTo>
                    <a:pt x="5809885" y="3111084"/>
                  </a:lnTo>
                  <a:lnTo>
                    <a:pt x="5810740" y="3089664"/>
                  </a:lnTo>
                  <a:lnTo>
                    <a:pt x="5811596" y="3069766"/>
                  </a:lnTo>
                  <a:lnTo>
                    <a:pt x="5812451" y="3039481"/>
                  </a:lnTo>
                  <a:lnTo>
                    <a:pt x="5813307" y="3008558"/>
                  </a:lnTo>
                  <a:lnTo>
                    <a:pt x="5814162" y="3008559"/>
                  </a:lnTo>
                  <a:lnTo>
                    <a:pt x="5815018" y="2965413"/>
                  </a:lnTo>
                  <a:lnTo>
                    <a:pt x="5815873" y="2943357"/>
                  </a:lnTo>
                  <a:lnTo>
                    <a:pt x="5816729" y="2999360"/>
                  </a:lnTo>
                  <a:lnTo>
                    <a:pt x="5817584" y="3031927"/>
                  </a:lnTo>
                  <a:lnTo>
                    <a:pt x="5818440" y="3025905"/>
                  </a:lnTo>
                  <a:lnTo>
                    <a:pt x="5819296" y="2985495"/>
                  </a:lnTo>
                  <a:lnTo>
                    <a:pt x="5820151" y="3006126"/>
                  </a:lnTo>
                  <a:lnTo>
                    <a:pt x="5821007" y="3111709"/>
                  </a:lnTo>
                  <a:lnTo>
                    <a:pt x="5821862" y="3100913"/>
                  </a:lnTo>
                  <a:lnTo>
                    <a:pt x="5822718" y="3068345"/>
                  </a:lnTo>
                  <a:lnTo>
                    <a:pt x="5823573" y="3074366"/>
                  </a:lnTo>
                  <a:lnTo>
                    <a:pt x="5824429" y="3114776"/>
                  </a:lnTo>
                  <a:lnTo>
                    <a:pt x="5825284" y="3116972"/>
                  </a:lnTo>
                  <a:lnTo>
                    <a:pt x="5825284" y="3116972"/>
                  </a:lnTo>
                  <a:lnTo>
                    <a:pt x="5826140" y="3116972"/>
                  </a:lnTo>
                  <a:lnTo>
                    <a:pt x="5826995" y="3116972"/>
                  </a:lnTo>
                  <a:lnTo>
                    <a:pt x="5827851" y="3090615"/>
                  </a:lnTo>
                  <a:lnTo>
                    <a:pt x="5828706" y="3091130"/>
                  </a:lnTo>
                  <a:lnTo>
                    <a:pt x="5829562" y="3033634"/>
                  </a:lnTo>
                  <a:lnTo>
                    <a:pt x="5830417" y="2932642"/>
                  </a:lnTo>
                  <a:lnTo>
                    <a:pt x="5831273" y="2869271"/>
                  </a:lnTo>
                  <a:lnTo>
                    <a:pt x="5832128" y="2864061"/>
                  </a:lnTo>
                  <a:lnTo>
                    <a:pt x="5832984" y="2906628"/>
                  </a:lnTo>
                  <a:lnTo>
                    <a:pt x="5833839" y="2947417"/>
                  </a:lnTo>
                  <a:lnTo>
                    <a:pt x="5834695" y="3009322"/>
                  </a:lnTo>
                  <a:lnTo>
                    <a:pt x="5835551" y="3055513"/>
                  </a:lnTo>
                  <a:lnTo>
                    <a:pt x="5836406" y="3074797"/>
                  </a:lnTo>
                  <a:lnTo>
                    <a:pt x="5837262" y="3035296"/>
                  </a:lnTo>
                  <a:lnTo>
                    <a:pt x="5838117" y="2952198"/>
                  </a:lnTo>
                  <a:lnTo>
                    <a:pt x="5838973" y="2814769"/>
                  </a:lnTo>
                  <a:lnTo>
                    <a:pt x="5839828" y="2838070"/>
                  </a:lnTo>
                  <a:lnTo>
                    <a:pt x="5840684" y="2966744"/>
                  </a:lnTo>
                  <a:lnTo>
                    <a:pt x="5841539" y="2986937"/>
                  </a:lnTo>
                  <a:lnTo>
                    <a:pt x="5842395" y="3018261"/>
                  </a:lnTo>
                  <a:lnTo>
                    <a:pt x="5843250" y="3024257"/>
                  </a:lnTo>
                  <a:lnTo>
                    <a:pt x="5844106" y="2983837"/>
                  </a:lnTo>
                  <a:lnTo>
                    <a:pt x="5844961" y="2824267"/>
                  </a:lnTo>
                  <a:lnTo>
                    <a:pt x="5845817" y="2627678"/>
                  </a:lnTo>
                  <a:lnTo>
                    <a:pt x="5846672" y="2544705"/>
                  </a:lnTo>
                  <a:lnTo>
                    <a:pt x="5847528" y="2495616"/>
                  </a:lnTo>
                  <a:lnTo>
                    <a:pt x="5848383" y="2509071"/>
                  </a:lnTo>
                  <a:lnTo>
                    <a:pt x="5849239" y="2621099"/>
                  </a:lnTo>
                  <a:lnTo>
                    <a:pt x="5850095" y="2749785"/>
                  </a:lnTo>
                  <a:lnTo>
                    <a:pt x="5850950" y="2853836"/>
                  </a:lnTo>
                  <a:lnTo>
                    <a:pt x="5851806" y="2897183"/>
                  </a:lnTo>
                  <a:lnTo>
                    <a:pt x="5852661" y="2899896"/>
                  </a:lnTo>
                  <a:lnTo>
                    <a:pt x="5853517" y="2937759"/>
                  </a:lnTo>
                  <a:lnTo>
                    <a:pt x="5854372" y="2988198"/>
                  </a:lnTo>
                  <a:lnTo>
                    <a:pt x="5855228" y="3025535"/>
                  </a:lnTo>
                  <a:lnTo>
                    <a:pt x="5856083" y="3016423"/>
                  </a:lnTo>
                  <a:lnTo>
                    <a:pt x="5856939" y="3011233"/>
                  </a:lnTo>
                  <a:lnTo>
                    <a:pt x="5857794" y="3019306"/>
                  </a:lnTo>
                  <a:lnTo>
                    <a:pt x="5858650" y="3005611"/>
                  </a:lnTo>
                  <a:lnTo>
                    <a:pt x="5859505" y="2979691"/>
                  </a:lnTo>
                  <a:lnTo>
                    <a:pt x="5860361" y="2945526"/>
                  </a:lnTo>
                  <a:lnTo>
                    <a:pt x="5861216" y="2972661"/>
                  </a:lnTo>
                  <a:lnTo>
                    <a:pt x="5862072" y="3041820"/>
                  </a:lnTo>
                  <a:lnTo>
                    <a:pt x="5862927" y="3093881"/>
                  </a:lnTo>
                  <a:lnTo>
                    <a:pt x="5863783" y="3116972"/>
                  </a:lnTo>
                  <a:lnTo>
                    <a:pt x="5863783" y="3116972"/>
                  </a:lnTo>
                  <a:lnTo>
                    <a:pt x="5864638" y="3064836"/>
                  </a:lnTo>
                  <a:lnTo>
                    <a:pt x="5865494" y="2954836"/>
                  </a:lnTo>
                  <a:lnTo>
                    <a:pt x="5866350" y="2871227"/>
                  </a:lnTo>
                  <a:lnTo>
                    <a:pt x="5867205" y="2837935"/>
                  </a:lnTo>
                  <a:lnTo>
                    <a:pt x="5868061" y="2809533"/>
                  </a:lnTo>
                  <a:lnTo>
                    <a:pt x="5868916" y="2747331"/>
                  </a:lnTo>
                  <a:lnTo>
                    <a:pt x="5869772" y="2686957"/>
                  </a:lnTo>
                  <a:lnTo>
                    <a:pt x="5870627" y="2626068"/>
                  </a:lnTo>
                  <a:lnTo>
                    <a:pt x="5871483" y="2586623"/>
                  </a:lnTo>
                  <a:lnTo>
                    <a:pt x="5872338" y="2529656"/>
                  </a:lnTo>
                  <a:lnTo>
                    <a:pt x="5873194" y="2436112"/>
                  </a:lnTo>
                  <a:lnTo>
                    <a:pt x="5874049" y="2408660"/>
                  </a:lnTo>
                  <a:lnTo>
                    <a:pt x="5874905" y="2458254"/>
                  </a:lnTo>
                  <a:lnTo>
                    <a:pt x="5875760" y="2589847"/>
                  </a:lnTo>
                  <a:lnTo>
                    <a:pt x="5876616" y="2627237"/>
                  </a:lnTo>
                  <a:lnTo>
                    <a:pt x="5877471" y="2619659"/>
                  </a:lnTo>
                  <a:lnTo>
                    <a:pt x="5878327" y="2677360"/>
                  </a:lnTo>
                  <a:lnTo>
                    <a:pt x="5879182" y="2648957"/>
                  </a:lnTo>
                  <a:lnTo>
                    <a:pt x="5880038" y="2475693"/>
                  </a:lnTo>
                  <a:lnTo>
                    <a:pt x="5880893" y="2306123"/>
                  </a:lnTo>
                  <a:lnTo>
                    <a:pt x="5881749" y="2264485"/>
                  </a:lnTo>
                  <a:lnTo>
                    <a:pt x="5882605" y="2228513"/>
                  </a:lnTo>
                  <a:lnTo>
                    <a:pt x="5883460" y="2197353"/>
                  </a:lnTo>
                  <a:lnTo>
                    <a:pt x="5884316" y="2175299"/>
                  </a:lnTo>
                  <a:lnTo>
                    <a:pt x="5885171" y="2112046"/>
                  </a:lnTo>
                  <a:lnTo>
                    <a:pt x="5886027" y="2028619"/>
                  </a:lnTo>
                  <a:lnTo>
                    <a:pt x="5886882" y="1935592"/>
                  </a:lnTo>
                  <a:lnTo>
                    <a:pt x="5887738" y="1831242"/>
                  </a:lnTo>
                  <a:lnTo>
                    <a:pt x="5888593" y="1794929"/>
                  </a:lnTo>
                  <a:lnTo>
                    <a:pt x="5889449" y="1861527"/>
                  </a:lnTo>
                  <a:lnTo>
                    <a:pt x="5890304" y="2127110"/>
                  </a:lnTo>
                  <a:lnTo>
                    <a:pt x="5891160" y="2419403"/>
                  </a:lnTo>
                  <a:lnTo>
                    <a:pt x="5892015" y="2631855"/>
                  </a:lnTo>
                  <a:lnTo>
                    <a:pt x="5892871" y="2758704"/>
                  </a:lnTo>
                  <a:lnTo>
                    <a:pt x="5893726" y="2745336"/>
                  </a:lnTo>
                  <a:lnTo>
                    <a:pt x="5894582" y="2732278"/>
                  </a:lnTo>
                  <a:lnTo>
                    <a:pt x="5895437" y="2669915"/>
                  </a:lnTo>
                  <a:lnTo>
                    <a:pt x="5896293" y="2542316"/>
                  </a:lnTo>
                  <a:lnTo>
                    <a:pt x="5897149" y="2359048"/>
                  </a:lnTo>
                  <a:lnTo>
                    <a:pt x="5898004" y="2268001"/>
                  </a:lnTo>
                  <a:lnTo>
                    <a:pt x="5898860" y="2208957"/>
                  </a:lnTo>
                  <a:lnTo>
                    <a:pt x="5899715" y="2137024"/>
                  </a:lnTo>
                  <a:lnTo>
                    <a:pt x="5900571" y="2097498"/>
                  </a:lnTo>
                  <a:lnTo>
                    <a:pt x="5901426" y="2081580"/>
                  </a:lnTo>
                  <a:lnTo>
                    <a:pt x="5902282" y="2096788"/>
                  </a:lnTo>
                  <a:lnTo>
                    <a:pt x="5903137" y="2144197"/>
                  </a:lnTo>
                  <a:lnTo>
                    <a:pt x="5903993" y="2206057"/>
                  </a:lnTo>
                  <a:lnTo>
                    <a:pt x="5904848" y="2303230"/>
                  </a:lnTo>
                  <a:lnTo>
                    <a:pt x="5905704" y="2332857"/>
                  </a:lnTo>
                  <a:lnTo>
                    <a:pt x="5906559" y="2437229"/>
                  </a:lnTo>
                  <a:lnTo>
                    <a:pt x="5907415" y="2587325"/>
                  </a:lnTo>
                  <a:lnTo>
                    <a:pt x="5908270" y="2549380"/>
                  </a:lnTo>
                  <a:lnTo>
                    <a:pt x="5909126" y="2459598"/>
                  </a:lnTo>
                  <a:lnTo>
                    <a:pt x="5909981" y="2315344"/>
                  </a:lnTo>
                  <a:lnTo>
                    <a:pt x="5910837" y="2265177"/>
                  </a:lnTo>
                  <a:lnTo>
                    <a:pt x="5911692" y="2218766"/>
                  </a:lnTo>
                  <a:lnTo>
                    <a:pt x="5912548" y="2143456"/>
                  </a:lnTo>
                  <a:lnTo>
                    <a:pt x="5913404" y="2125193"/>
                  </a:lnTo>
                  <a:lnTo>
                    <a:pt x="5914259" y="2059397"/>
                  </a:lnTo>
                  <a:lnTo>
                    <a:pt x="5915115" y="1888383"/>
                  </a:lnTo>
                  <a:lnTo>
                    <a:pt x="5915970" y="1667888"/>
                  </a:lnTo>
                  <a:lnTo>
                    <a:pt x="5916826" y="1407034"/>
                  </a:lnTo>
                  <a:lnTo>
                    <a:pt x="5917681" y="1254965"/>
                  </a:lnTo>
                  <a:lnTo>
                    <a:pt x="5918537" y="1181031"/>
                  </a:lnTo>
                  <a:lnTo>
                    <a:pt x="5919392" y="1265646"/>
                  </a:lnTo>
                  <a:lnTo>
                    <a:pt x="5920248" y="1453335"/>
                  </a:lnTo>
                  <a:lnTo>
                    <a:pt x="5921103" y="1536892"/>
                  </a:lnTo>
                  <a:lnTo>
                    <a:pt x="5921959" y="1579701"/>
                  </a:lnTo>
                  <a:lnTo>
                    <a:pt x="5922814" y="1498260"/>
                  </a:lnTo>
                  <a:lnTo>
                    <a:pt x="5923670" y="1369700"/>
                  </a:lnTo>
                  <a:lnTo>
                    <a:pt x="5924525" y="1156522"/>
                  </a:lnTo>
                  <a:lnTo>
                    <a:pt x="5925381" y="942318"/>
                  </a:lnTo>
                  <a:lnTo>
                    <a:pt x="5926236" y="889464"/>
                  </a:lnTo>
                  <a:lnTo>
                    <a:pt x="5927092" y="1011546"/>
                  </a:lnTo>
                  <a:lnTo>
                    <a:pt x="5927947" y="1025325"/>
                  </a:lnTo>
                  <a:lnTo>
                    <a:pt x="5928803" y="1045625"/>
                  </a:lnTo>
                  <a:lnTo>
                    <a:pt x="5929659" y="1178437"/>
                  </a:lnTo>
                  <a:lnTo>
                    <a:pt x="5930514" y="1335283"/>
                  </a:lnTo>
                  <a:lnTo>
                    <a:pt x="5931370" y="1340244"/>
                  </a:lnTo>
                  <a:lnTo>
                    <a:pt x="5932225" y="1140982"/>
                  </a:lnTo>
                  <a:lnTo>
                    <a:pt x="5933081" y="1129062"/>
                  </a:lnTo>
                  <a:lnTo>
                    <a:pt x="5933936" y="1180535"/>
                  </a:lnTo>
                  <a:lnTo>
                    <a:pt x="5934792" y="1211781"/>
                  </a:lnTo>
                  <a:lnTo>
                    <a:pt x="5935647" y="1209991"/>
                  </a:lnTo>
                  <a:lnTo>
                    <a:pt x="5936503" y="1257768"/>
                  </a:lnTo>
                  <a:lnTo>
                    <a:pt x="5937358" y="1412532"/>
                  </a:lnTo>
                  <a:lnTo>
                    <a:pt x="5938214" y="1466739"/>
                  </a:lnTo>
                  <a:lnTo>
                    <a:pt x="5939069" y="1490298"/>
                  </a:lnTo>
                  <a:lnTo>
                    <a:pt x="5939925" y="1472989"/>
                  </a:lnTo>
                  <a:lnTo>
                    <a:pt x="5940780" y="1486320"/>
                  </a:lnTo>
                  <a:lnTo>
                    <a:pt x="5941636" y="1608062"/>
                  </a:lnTo>
                  <a:lnTo>
                    <a:pt x="5942491" y="1671513"/>
                  </a:lnTo>
                  <a:lnTo>
                    <a:pt x="5943347" y="1752684"/>
                  </a:lnTo>
                  <a:lnTo>
                    <a:pt x="5944203" y="1842624"/>
                  </a:lnTo>
                  <a:lnTo>
                    <a:pt x="5945058" y="1921403"/>
                  </a:lnTo>
                  <a:lnTo>
                    <a:pt x="5945914" y="2027789"/>
                  </a:lnTo>
                  <a:lnTo>
                    <a:pt x="5946769" y="2162702"/>
                  </a:lnTo>
                  <a:lnTo>
                    <a:pt x="5947625" y="2261225"/>
                  </a:lnTo>
                  <a:lnTo>
                    <a:pt x="5948480" y="2372598"/>
                  </a:lnTo>
                  <a:lnTo>
                    <a:pt x="5949336" y="2475215"/>
                  </a:lnTo>
                  <a:lnTo>
                    <a:pt x="5950191" y="2532570"/>
                  </a:lnTo>
                  <a:lnTo>
                    <a:pt x="5951047" y="2426505"/>
                  </a:lnTo>
                  <a:lnTo>
                    <a:pt x="5951902" y="2200329"/>
                  </a:lnTo>
                  <a:lnTo>
                    <a:pt x="5952758" y="2035908"/>
                  </a:lnTo>
                  <a:lnTo>
                    <a:pt x="5953613" y="1927549"/>
                  </a:lnTo>
                  <a:lnTo>
                    <a:pt x="5954469" y="1837583"/>
                  </a:lnTo>
                  <a:lnTo>
                    <a:pt x="5955324" y="1761552"/>
                  </a:lnTo>
                  <a:lnTo>
                    <a:pt x="5956180" y="1790563"/>
                  </a:lnTo>
                  <a:lnTo>
                    <a:pt x="5957035" y="1903085"/>
                  </a:lnTo>
                  <a:lnTo>
                    <a:pt x="5957891" y="2016515"/>
                  </a:lnTo>
                  <a:lnTo>
                    <a:pt x="5958746" y="2111407"/>
                  </a:lnTo>
                  <a:lnTo>
                    <a:pt x="5959602" y="2208248"/>
                  </a:lnTo>
                  <a:lnTo>
                    <a:pt x="5960458" y="2227467"/>
                  </a:lnTo>
                  <a:lnTo>
                    <a:pt x="5961313" y="2327121"/>
                  </a:lnTo>
                  <a:lnTo>
                    <a:pt x="5962169" y="2320489"/>
                  </a:lnTo>
                  <a:lnTo>
                    <a:pt x="5963024" y="2250669"/>
                  </a:lnTo>
                  <a:lnTo>
                    <a:pt x="5963880" y="2202007"/>
                  </a:lnTo>
                  <a:lnTo>
                    <a:pt x="5964735" y="2252905"/>
                  </a:lnTo>
                  <a:lnTo>
                    <a:pt x="5965591" y="2447661"/>
                  </a:lnTo>
                  <a:lnTo>
                    <a:pt x="5966446" y="2522021"/>
                  </a:lnTo>
                  <a:lnTo>
                    <a:pt x="5967302" y="2576057"/>
                  </a:lnTo>
                  <a:lnTo>
                    <a:pt x="5968157" y="2676241"/>
                  </a:lnTo>
                  <a:lnTo>
                    <a:pt x="5969013" y="2764101"/>
                  </a:lnTo>
                  <a:lnTo>
                    <a:pt x="5969868" y="2733930"/>
                  </a:lnTo>
                  <a:lnTo>
                    <a:pt x="5970724" y="2693348"/>
                  </a:lnTo>
                  <a:lnTo>
                    <a:pt x="5971579" y="2711778"/>
                  </a:lnTo>
                  <a:lnTo>
                    <a:pt x="5972435" y="2758551"/>
                  </a:lnTo>
                  <a:lnTo>
                    <a:pt x="5973290" y="2763124"/>
                  </a:lnTo>
                  <a:lnTo>
                    <a:pt x="5974146" y="2627476"/>
                  </a:lnTo>
                  <a:lnTo>
                    <a:pt x="5975001" y="2540067"/>
                  </a:lnTo>
                  <a:lnTo>
                    <a:pt x="5975857" y="2411204"/>
                  </a:lnTo>
                  <a:lnTo>
                    <a:pt x="5976713" y="2209522"/>
                  </a:lnTo>
                  <a:lnTo>
                    <a:pt x="5977568" y="2032859"/>
                  </a:lnTo>
                  <a:lnTo>
                    <a:pt x="5978424" y="1939976"/>
                  </a:lnTo>
                  <a:lnTo>
                    <a:pt x="5979279" y="2009817"/>
                  </a:lnTo>
                  <a:lnTo>
                    <a:pt x="5980135" y="2080927"/>
                  </a:lnTo>
                  <a:lnTo>
                    <a:pt x="5980990" y="2165112"/>
                  </a:lnTo>
                  <a:lnTo>
                    <a:pt x="5981846" y="2298922"/>
                  </a:lnTo>
                  <a:lnTo>
                    <a:pt x="5982701" y="2458922"/>
                  </a:lnTo>
                  <a:lnTo>
                    <a:pt x="5983557" y="2540840"/>
                  </a:lnTo>
                  <a:lnTo>
                    <a:pt x="5984412" y="2527351"/>
                  </a:lnTo>
                  <a:lnTo>
                    <a:pt x="5985268" y="2456733"/>
                  </a:lnTo>
                  <a:lnTo>
                    <a:pt x="5986123" y="2368290"/>
                  </a:lnTo>
                  <a:lnTo>
                    <a:pt x="5986979" y="2279679"/>
                  </a:lnTo>
                  <a:lnTo>
                    <a:pt x="5987834" y="2241816"/>
                  </a:lnTo>
                  <a:lnTo>
                    <a:pt x="5988690" y="2197027"/>
                  </a:lnTo>
                  <a:lnTo>
                    <a:pt x="5989545" y="2120417"/>
                  </a:lnTo>
                  <a:lnTo>
                    <a:pt x="5990401" y="2114957"/>
                  </a:lnTo>
                  <a:lnTo>
                    <a:pt x="5991256" y="2128644"/>
                  </a:lnTo>
                  <a:lnTo>
                    <a:pt x="5992112" y="2095554"/>
                  </a:lnTo>
                  <a:lnTo>
                    <a:pt x="5992968" y="1963889"/>
                  </a:lnTo>
                  <a:lnTo>
                    <a:pt x="5993823" y="1864190"/>
                  </a:lnTo>
                  <a:lnTo>
                    <a:pt x="5994679" y="1843499"/>
                  </a:lnTo>
                  <a:lnTo>
                    <a:pt x="5995534" y="1840429"/>
                  </a:lnTo>
                  <a:lnTo>
                    <a:pt x="5996390" y="1865987"/>
                  </a:lnTo>
                  <a:lnTo>
                    <a:pt x="5997245" y="1933403"/>
                  </a:lnTo>
                  <a:lnTo>
                    <a:pt x="5998101" y="2091139"/>
                  </a:lnTo>
                  <a:lnTo>
                    <a:pt x="5998956" y="2313645"/>
                  </a:lnTo>
                  <a:lnTo>
                    <a:pt x="5999812" y="2483438"/>
                  </a:lnTo>
                  <a:lnTo>
                    <a:pt x="6000667" y="2652769"/>
                  </a:lnTo>
                  <a:lnTo>
                    <a:pt x="6001523" y="2820627"/>
                  </a:lnTo>
                  <a:lnTo>
                    <a:pt x="6002378" y="2959451"/>
                  </a:lnTo>
                  <a:lnTo>
                    <a:pt x="6003234" y="2899729"/>
                  </a:lnTo>
                  <a:lnTo>
                    <a:pt x="6004089" y="2708087"/>
                  </a:lnTo>
                  <a:lnTo>
                    <a:pt x="6004945" y="2508758"/>
                  </a:lnTo>
                  <a:lnTo>
                    <a:pt x="6005800" y="2268275"/>
                  </a:lnTo>
                  <a:lnTo>
                    <a:pt x="6006656" y="2043396"/>
                  </a:lnTo>
                  <a:lnTo>
                    <a:pt x="6007512" y="1859612"/>
                  </a:lnTo>
                  <a:lnTo>
                    <a:pt x="6008367" y="1880278"/>
                  </a:lnTo>
                  <a:lnTo>
                    <a:pt x="6009223" y="1941063"/>
                  </a:lnTo>
                  <a:lnTo>
                    <a:pt x="6010078" y="2011069"/>
                  </a:lnTo>
                  <a:lnTo>
                    <a:pt x="6010934" y="2084678"/>
                  </a:lnTo>
                  <a:lnTo>
                    <a:pt x="6011789" y="2120662"/>
                  </a:lnTo>
                  <a:lnTo>
                    <a:pt x="6012645" y="2138940"/>
                  </a:lnTo>
                  <a:lnTo>
                    <a:pt x="6013500" y="2120823"/>
                  </a:lnTo>
                  <a:lnTo>
                    <a:pt x="6014356" y="2147609"/>
                  </a:lnTo>
                  <a:lnTo>
                    <a:pt x="6015211" y="2140797"/>
                  </a:lnTo>
                  <a:lnTo>
                    <a:pt x="6016067" y="2138403"/>
                  </a:lnTo>
                  <a:lnTo>
                    <a:pt x="6016922" y="2116615"/>
                  </a:lnTo>
                  <a:lnTo>
                    <a:pt x="6017778" y="2050885"/>
                  </a:lnTo>
                  <a:lnTo>
                    <a:pt x="6018633" y="1974349"/>
                  </a:lnTo>
                  <a:lnTo>
                    <a:pt x="6019489" y="1900308"/>
                  </a:lnTo>
                  <a:lnTo>
                    <a:pt x="6020344" y="1939869"/>
                  </a:lnTo>
                  <a:lnTo>
                    <a:pt x="6021200" y="2017180"/>
                  </a:lnTo>
                  <a:lnTo>
                    <a:pt x="6022055" y="2169581"/>
                  </a:lnTo>
                  <a:lnTo>
                    <a:pt x="6022911" y="2398812"/>
                  </a:lnTo>
                  <a:lnTo>
                    <a:pt x="6023767" y="2616230"/>
                  </a:lnTo>
                  <a:lnTo>
                    <a:pt x="6024622" y="2689137"/>
                  </a:lnTo>
                  <a:lnTo>
                    <a:pt x="6025478" y="2691966"/>
                  </a:lnTo>
                  <a:lnTo>
                    <a:pt x="6026333" y="2639458"/>
                  </a:lnTo>
                  <a:lnTo>
                    <a:pt x="6027189" y="2489568"/>
                  </a:lnTo>
                  <a:lnTo>
                    <a:pt x="6028044" y="2296755"/>
                  </a:lnTo>
                  <a:lnTo>
                    <a:pt x="6028900" y="2166321"/>
                  </a:lnTo>
                  <a:lnTo>
                    <a:pt x="6029755" y="2251019"/>
                  </a:lnTo>
                  <a:lnTo>
                    <a:pt x="6030611" y="2331827"/>
                  </a:lnTo>
                  <a:lnTo>
                    <a:pt x="6031466" y="2419613"/>
                  </a:lnTo>
                  <a:lnTo>
                    <a:pt x="6032322" y="2543477"/>
                  </a:lnTo>
                  <a:lnTo>
                    <a:pt x="6033177" y="2634107"/>
                  </a:lnTo>
                  <a:lnTo>
                    <a:pt x="6034033" y="2669372"/>
                  </a:lnTo>
                  <a:lnTo>
                    <a:pt x="6034888" y="2529381"/>
                  </a:lnTo>
                  <a:lnTo>
                    <a:pt x="6035744" y="2347644"/>
                  </a:lnTo>
                  <a:lnTo>
                    <a:pt x="6036599" y="2200257"/>
                  </a:lnTo>
                  <a:lnTo>
                    <a:pt x="6037455" y="2010514"/>
                  </a:lnTo>
                  <a:lnTo>
                    <a:pt x="6038310" y="1899422"/>
                  </a:lnTo>
                  <a:lnTo>
                    <a:pt x="6039166" y="1896130"/>
                  </a:lnTo>
                  <a:lnTo>
                    <a:pt x="6040022" y="1992811"/>
                  </a:lnTo>
                  <a:lnTo>
                    <a:pt x="6040877" y="2194564"/>
                  </a:lnTo>
                  <a:lnTo>
                    <a:pt x="6041733" y="2319932"/>
                  </a:lnTo>
                  <a:lnTo>
                    <a:pt x="6042588" y="2444475"/>
                  </a:lnTo>
                  <a:lnTo>
                    <a:pt x="6043444" y="2439560"/>
                  </a:lnTo>
                  <a:lnTo>
                    <a:pt x="6044299" y="2368733"/>
                  </a:lnTo>
                  <a:lnTo>
                    <a:pt x="6045155" y="2315902"/>
                  </a:lnTo>
                  <a:lnTo>
                    <a:pt x="6046010" y="2303012"/>
                  </a:lnTo>
                  <a:lnTo>
                    <a:pt x="6046866" y="2367097"/>
                  </a:lnTo>
                  <a:lnTo>
                    <a:pt x="6047721" y="2449532"/>
                  </a:lnTo>
                  <a:lnTo>
                    <a:pt x="6048577" y="2616351"/>
                  </a:lnTo>
                  <a:lnTo>
                    <a:pt x="6049432" y="2787079"/>
                  </a:lnTo>
                  <a:lnTo>
                    <a:pt x="6050288" y="2916772"/>
                  </a:lnTo>
                  <a:lnTo>
                    <a:pt x="6051143" y="2971676"/>
                  </a:lnTo>
                  <a:lnTo>
                    <a:pt x="6051999" y="2977273"/>
                  </a:lnTo>
                  <a:lnTo>
                    <a:pt x="6052854" y="3010956"/>
                  </a:lnTo>
                  <a:lnTo>
                    <a:pt x="6053710" y="3047397"/>
                  </a:lnTo>
                  <a:lnTo>
                    <a:pt x="6054566" y="2941936"/>
                  </a:lnTo>
                  <a:lnTo>
                    <a:pt x="6055421" y="2886307"/>
                  </a:lnTo>
                  <a:lnTo>
                    <a:pt x="6056277" y="2887107"/>
                  </a:lnTo>
                  <a:lnTo>
                    <a:pt x="6057132" y="2868221"/>
                  </a:lnTo>
                  <a:lnTo>
                    <a:pt x="6057988" y="2746942"/>
                  </a:lnTo>
                  <a:lnTo>
                    <a:pt x="6058843" y="2549136"/>
                  </a:lnTo>
                  <a:lnTo>
                    <a:pt x="6059699" y="2519261"/>
                  </a:lnTo>
                  <a:lnTo>
                    <a:pt x="6060554" y="2462596"/>
                  </a:lnTo>
                  <a:lnTo>
                    <a:pt x="6061410" y="2282038"/>
                  </a:lnTo>
                  <a:lnTo>
                    <a:pt x="6062265" y="2173459"/>
                  </a:lnTo>
                  <a:lnTo>
                    <a:pt x="6063121" y="2151434"/>
                  </a:lnTo>
                  <a:lnTo>
                    <a:pt x="6063976" y="2260059"/>
                  </a:lnTo>
                  <a:lnTo>
                    <a:pt x="6064832" y="2349071"/>
                  </a:lnTo>
                  <a:lnTo>
                    <a:pt x="6065687" y="2316808"/>
                  </a:lnTo>
                  <a:lnTo>
                    <a:pt x="6066543" y="2254828"/>
                  </a:lnTo>
                  <a:lnTo>
                    <a:pt x="6067398" y="2132702"/>
                  </a:lnTo>
                  <a:lnTo>
                    <a:pt x="6068254" y="2103835"/>
                  </a:lnTo>
                  <a:lnTo>
                    <a:pt x="6069109" y="2136309"/>
                  </a:lnTo>
                  <a:lnTo>
                    <a:pt x="6069965" y="1985964"/>
                  </a:lnTo>
                  <a:lnTo>
                    <a:pt x="6070821" y="1828445"/>
                  </a:lnTo>
                  <a:lnTo>
                    <a:pt x="6071676" y="1719938"/>
                  </a:lnTo>
                  <a:lnTo>
                    <a:pt x="6072532" y="1572927"/>
                  </a:lnTo>
                  <a:lnTo>
                    <a:pt x="6073387" y="1420604"/>
                  </a:lnTo>
                  <a:lnTo>
                    <a:pt x="6074243" y="1184720"/>
                  </a:lnTo>
                  <a:lnTo>
                    <a:pt x="6075098" y="1122179"/>
                  </a:lnTo>
                  <a:lnTo>
                    <a:pt x="6075954" y="1212316"/>
                  </a:lnTo>
                  <a:lnTo>
                    <a:pt x="6076809" y="1330705"/>
                  </a:lnTo>
                  <a:lnTo>
                    <a:pt x="6077665" y="1424588"/>
                  </a:lnTo>
                  <a:lnTo>
                    <a:pt x="6078520" y="1459464"/>
                  </a:lnTo>
                  <a:lnTo>
                    <a:pt x="6079376" y="1536023"/>
                  </a:lnTo>
                  <a:lnTo>
                    <a:pt x="6080231" y="1509021"/>
                  </a:lnTo>
                  <a:lnTo>
                    <a:pt x="6081087" y="1494867"/>
                  </a:lnTo>
                  <a:lnTo>
                    <a:pt x="6081942" y="1474172"/>
                  </a:lnTo>
                  <a:lnTo>
                    <a:pt x="6082798" y="1538413"/>
                  </a:lnTo>
                  <a:lnTo>
                    <a:pt x="6083653" y="1658209"/>
                  </a:lnTo>
                  <a:lnTo>
                    <a:pt x="6084509" y="1677987"/>
                  </a:lnTo>
                  <a:lnTo>
                    <a:pt x="6085364" y="1714473"/>
                  </a:lnTo>
                  <a:lnTo>
                    <a:pt x="6086220" y="1622608"/>
                  </a:lnTo>
                  <a:lnTo>
                    <a:pt x="6087076" y="1478388"/>
                  </a:lnTo>
                  <a:lnTo>
                    <a:pt x="6087931" y="1339518"/>
                  </a:lnTo>
                  <a:lnTo>
                    <a:pt x="6088787" y="1180772"/>
                  </a:lnTo>
                  <a:lnTo>
                    <a:pt x="6089642" y="1056838"/>
                  </a:lnTo>
                  <a:lnTo>
                    <a:pt x="6090498" y="969031"/>
                  </a:lnTo>
                  <a:lnTo>
                    <a:pt x="6091353" y="951342"/>
                  </a:lnTo>
                  <a:lnTo>
                    <a:pt x="6092209" y="934714"/>
                  </a:lnTo>
                  <a:lnTo>
                    <a:pt x="6093064" y="819509"/>
                  </a:lnTo>
                  <a:lnTo>
                    <a:pt x="6093920" y="653165"/>
                  </a:lnTo>
                  <a:lnTo>
                    <a:pt x="6094775" y="438624"/>
                  </a:lnTo>
                  <a:lnTo>
                    <a:pt x="6095631" y="258129"/>
                  </a:lnTo>
                  <a:lnTo>
                    <a:pt x="6096486" y="197455"/>
                  </a:lnTo>
                  <a:lnTo>
                    <a:pt x="6097342" y="245656"/>
                  </a:lnTo>
                  <a:lnTo>
                    <a:pt x="6098197" y="405467"/>
                  </a:lnTo>
                  <a:lnTo>
                    <a:pt x="6099053" y="498173"/>
                  </a:lnTo>
                  <a:lnTo>
                    <a:pt x="6099908" y="571695"/>
                  </a:lnTo>
                  <a:lnTo>
                    <a:pt x="6100764" y="664604"/>
                  </a:lnTo>
                  <a:lnTo>
                    <a:pt x="6101620" y="714557"/>
                  </a:lnTo>
                  <a:lnTo>
                    <a:pt x="6102475" y="766942"/>
                  </a:lnTo>
                  <a:lnTo>
                    <a:pt x="6103331" y="801555"/>
                  </a:lnTo>
                  <a:lnTo>
                    <a:pt x="6104186" y="886629"/>
                  </a:lnTo>
                  <a:lnTo>
                    <a:pt x="6105042" y="1044288"/>
                  </a:lnTo>
                  <a:lnTo>
                    <a:pt x="6105897" y="1161177"/>
                  </a:lnTo>
                  <a:lnTo>
                    <a:pt x="6106753" y="1002726"/>
                  </a:lnTo>
                  <a:lnTo>
                    <a:pt x="6107608" y="754919"/>
                  </a:lnTo>
                  <a:lnTo>
                    <a:pt x="6108464" y="486764"/>
                  </a:lnTo>
                  <a:lnTo>
                    <a:pt x="6109319" y="313388"/>
                  </a:lnTo>
                  <a:lnTo>
                    <a:pt x="6110175" y="187316"/>
                  </a:lnTo>
                  <a:lnTo>
                    <a:pt x="6111030" y="0"/>
                  </a:lnTo>
                  <a:lnTo>
                    <a:pt x="6111030" y="0"/>
                  </a:lnTo>
                  <a:lnTo>
                    <a:pt x="6111886" y="80274"/>
                  </a:lnTo>
                  <a:lnTo>
                    <a:pt x="6112741" y="263542"/>
                  </a:lnTo>
                  <a:lnTo>
                    <a:pt x="6113597" y="394425"/>
                  </a:lnTo>
                  <a:lnTo>
                    <a:pt x="6114452" y="462167"/>
                  </a:lnTo>
                  <a:lnTo>
                    <a:pt x="6115308" y="537143"/>
                  </a:lnTo>
                  <a:lnTo>
                    <a:pt x="6116163" y="750367"/>
                  </a:lnTo>
                  <a:lnTo>
                    <a:pt x="6117019" y="932706"/>
                  </a:lnTo>
                  <a:lnTo>
                    <a:pt x="6117875" y="1061962"/>
                  </a:lnTo>
                  <a:lnTo>
                    <a:pt x="6118730" y="1188698"/>
                  </a:lnTo>
                  <a:lnTo>
                    <a:pt x="6119586" y="1384117"/>
                  </a:lnTo>
                  <a:lnTo>
                    <a:pt x="6120441" y="1614627"/>
                  </a:lnTo>
                  <a:lnTo>
                    <a:pt x="6121297" y="1719854"/>
                  </a:lnTo>
                  <a:lnTo>
                    <a:pt x="6122152" y="1791133"/>
                  </a:lnTo>
                  <a:lnTo>
                    <a:pt x="6123008" y="1936550"/>
                  </a:lnTo>
                  <a:lnTo>
                    <a:pt x="6123863" y="2157246"/>
                  </a:lnTo>
                  <a:lnTo>
                    <a:pt x="6124719" y="2239225"/>
                  </a:lnTo>
                  <a:lnTo>
                    <a:pt x="6125574" y="2222925"/>
                  </a:lnTo>
                  <a:lnTo>
                    <a:pt x="6126430" y="2251706"/>
                  </a:lnTo>
                  <a:lnTo>
                    <a:pt x="6127285" y="2314340"/>
                  </a:lnTo>
                  <a:lnTo>
                    <a:pt x="6128141" y="2262220"/>
                  </a:lnTo>
                  <a:lnTo>
                    <a:pt x="6128996" y="2083143"/>
                  </a:lnTo>
                  <a:lnTo>
                    <a:pt x="6129852" y="2017872"/>
                  </a:lnTo>
                  <a:lnTo>
                    <a:pt x="6130707" y="2089368"/>
                  </a:lnTo>
                  <a:lnTo>
                    <a:pt x="6131563" y="2118695"/>
                  </a:lnTo>
                  <a:lnTo>
                    <a:pt x="6132418" y="2052032"/>
                  </a:lnTo>
                  <a:lnTo>
                    <a:pt x="6133274" y="2046331"/>
                  </a:lnTo>
                  <a:lnTo>
                    <a:pt x="6134130" y="2077900"/>
                  </a:lnTo>
                  <a:lnTo>
                    <a:pt x="6134985" y="2123493"/>
                  </a:lnTo>
                  <a:lnTo>
                    <a:pt x="6135841" y="2077202"/>
                  </a:lnTo>
                  <a:lnTo>
                    <a:pt x="6136696" y="2062071"/>
                  </a:lnTo>
                  <a:lnTo>
                    <a:pt x="6137552" y="2166980"/>
                  </a:lnTo>
                  <a:lnTo>
                    <a:pt x="6138407" y="2273200"/>
                  </a:lnTo>
                  <a:lnTo>
                    <a:pt x="6139263" y="2444288"/>
                  </a:lnTo>
                  <a:lnTo>
                    <a:pt x="6140118" y="2553120"/>
                  </a:lnTo>
                  <a:lnTo>
                    <a:pt x="6140974" y="2578851"/>
                  </a:lnTo>
                  <a:lnTo>
                    <a:pt x="6141829" y="2604875"/>
                  </a:lnTo>
                  <a:lnTo>
                    <a:pt x="6142685" y="2629364"/>
                  </a:lnTo>
                  <a:lnTo>
                    <a:pt x="6143540" y="2599635"/>
                  </a:lnTo>
                  <a:lnTo>
                    <a:pt x="6144396" y="2535989"/>
                  </a:lnTo>
                  <a:lnTo>
                    <a:pt x="6145251" y="2485837"/>
                  </a:lnTo>
                  <a:lnTo>
                    <a:pt x="6146107" y="2556218"/>
                  </a:lnTo>
                  <a:lnTo>
                    <a:pt x="6146962" y="2656031"/>
                  </a:lnTo>
                  <a:lnTo>
                    <a:pt x="6147818" y="2622410"/>
                  </a:lnTo>
                  <a:lnTo>
                    <a:pt x="6148674" y="2609962"/>
                  </a:lnTo>
                  <a:lnTo>
                    <a:pt x="6149529" y="2586137"/>
                  </a:lnTo>
                  <a:lnTo>
                    <a:pt x="6150385" y="2588034"/>
                  </a:lnTo>
                  <a:lnTo>
                    <a:pt x="6151240" y="2527708"/>
                  </a:lnTo>
                  <a:lnTo>
                    <a:pt x="6152096" y="2406749"/>
                  </a:lnTo>
                  <a:lnTo>
                    <a:pt x="6152951" y="2380815"/>
                  </a:lnTo>
                  <a:lnTo>
                    <a:pt x="6153807" y="2377637"/>
                  </a:lnTo>
                  <a:lnTo>
                    <a:pt x="6154662" y="2405182"/>
                  </a:lnTo>
                  <a:lnTo>
                    <a:pt x="6155518" y="2425988"/>
                  </a:lnTo>
                  <a:lnTo>
                    <a:pt x="6156373" y="2483931"/>
                  </a:lnTo>
                  <a:lnTo>
                    <a:pt x="6157229" y="2602579"/>
                  </a:lnTo>
                  <a:lnTo>
                    <a:pt x="6158084" y="2676989"/>
                  </a:lnTo>
                  <a:lnTo>
                    <a:pt x="6158940" y="2714681"/>
                  </a:lnTo>
                  <a:lnTo>
                    <a:pt x="6159795" y="2696578"/>
                  </a:lnTo>
                  <a:lnTo>
                    <a:pt x="6160651" y="2627756"/>
                  </a:lnTo>
                  <a:lnTo>
                    <a:pt x="6161506" y="2517983"/>
                  </a:lnTo>
                  <a:lnTo>
                    <a:pt x="6162362" y="2344934"/>
                  </a:lnTo>
                  <a:lnTo>
                    <a:pt x="6163217" y="2184189"/>
                  </a:lnTo>
                  <a:lnTo>
                    <a:pt x="6164073" y="1984427"/>
                  </a:lnTo>
                  <a:lnTo>
                    <a:pt x="6164929" y="1866551"/>
                  </a:lnTo>
                  <a:lnTo>
                    <a:pt x="6165784" y="1831950"/>
                  </a:lnTo>
                  <a:lnTo>
                    <a:pt x="6166640" y="1922135"/>
                  </a:lnTo>
                  <a:lnTo>
                    <a:pt x="6167495" y="1923878"/>
                  </a:lnTo>
                  <a:lnTo>
                    <a:pt x="6168351" y="1868012"/>
                  </a:lnTo>
                  <a:lnTo>
                    <a:pt x="6169206" y="1926003"/>
                  </a:lnTo>
                  <a:lnTo>
                    <a:pt x="6170062" y="2059236"/>
                  </a:lnTo>
                  <a:lnTo>
                    <a:pt x="6170917" y="2141492"/>
                  </a:lnTo>
                  <a:lnTo>
                    <a:pt x="6171773" y="1966835"/>
                  </a:lnTo>
                  <a:lnTo>
                    <a:pt x="6172628" y="1892954"/>
                  </a:lnTo>
                  <a:lnTo>
                    <a:pt x="6173484" y="1880606"/>
                  </a:lnTo>
                  <a:lnTo>
                    <a:pt x="6174339" y="1881717"/>
                  </a:lnTo>
                  <a:lnTo>
                    <a:pt x="6175195" y="1891608"/>
                  </a:lnTo>
                  <a:lnTo>
                    <a:pt x="6176050" y="1835695"/>
                  </a:lnTo>
                  <a:lnTo>
                    <a:pt x="6176906" y="1901629"/>
                  </a:lnTo>
                  <a:lnTo>
                    <a:pt x="6177761" y="1994113"/>
                  </a:lnTo>
                  <a:lnTo>
                    <a:pt x="6178617" y="2091506"/>
                  </a:lnTo>
                  <a:lnTo>
                    <a:pt x="6179472" y="2141360"/>
                  </a:lnTo>
                  <a:lnTo>
                    <a:pt x="6180328" y="2097477"/>
                  </a:lnTo>
                  <a:lnTo>
                    <a:pt x="6181184" y="2161615"/>
                  </a:lnTo>
                  <a:lnTo>
                    <a:pt x="6182039" y="2225583"/>
                  </a:lnTo>
                  <a:lnTo>
                    <a:pt x="6182895" y="2191249"/>
                  </a:lnTo>
                  <a:lnTo>
                    <a:pt x="6183750" y="2173210"/>
                  </a:lnTo>
                  <a:lnTo>
                    <a:pt x="6184606" y="2201017"/>
                  </a:lnTo>
                  <a:lnTo>
                    <a:pt x="6185461" y="2239515"/>
                  </a:lnTo>
                  <a:lnTo>
                    <a:pt x="6186317" y="2138971"/>
                  </a:lnTo>
                  <a:lnTo>
                    <a:pt x="6187172" y="2122608"/>
                  </a:lnTo>
                  <a:lnTo>
                    <a:pt x="6188028" y="2342311"/>
                  </a:lnTo>
                  <a:lnTo>
                    <a:pt x="6188883" y="2443748"/>
                  </a:lnTo>
                  <a:lnTo>
                    <a:pt x="6189739" y="2490199"/>
                  </a:lnTo>
                  <a:lnTo>
                    <a:pt x="6190594" y="2562682"/>
                  </a:lnTo>
                  <a:lnTo>
                    <a:pt x="6191450" y="2760347"/>
                  </a:lnTo>
                  <a:lnTo>
                    <a:pt x="6192305" y="2854547"/>
                  </a:lnTo>
                  <a:lnTo>
                    <a:pt x="6193161" y="2781086"/>
                  </a:lnTo>
                  <a:lnTo>
                    <a:pt x="6194016" y="2749828"/>
                  </a:lnTo>
                  <a:lnTo>
                    <a:pt x="6194872" y="2741768"/>
                  </a:lnTo>
                  <a:lnTo>
                    <a:pt x="6195728" y="2727336"/>
                  </a:lnTo>
                  <a:lnTo>
                    <a:pt x="6196583" y="2736109"/>
                  </a:lnTo>
                  <a:lnTo>
                    <a:pt x="6197439" y="2778243"/>
                  </a:lnTo>
                  <a:lnTo>
                    <a:pt x="6198294" y="2829631"/>
                  </a:lnTo>
                  <a:lnTo>
                    <a:pt x="6199150" y="2968441"/>
                  </a:lnTo>
                  <a:lnTo>
                    <a:pt x="6200005" y="3116972"/>
                  </a:lnTo>
                  <a:lnTo>
                    <a:pt x="6200005" y="3116972"/>
                  </a:lnTo>
                  <a:lnTo>
                    <a:pt x="6200861" y="3116972"/>
                  </a:lnTo>
                  <a:lnTo>
                    <a:pt x="6201716" y="3116972"/>
                  </a:lnTo>
                  <a:lnTo>
                    <a:pt x="6202572" y="3116972"/>
                  </a:lnTo>
                  <a:lnTo>
                    <a:pt x="6203427" y="3085039"/>
                  </a:lnTo>
                  <a:lnTo>
                    <a:pt x="6204283" y="2956705"/>
                  </a:lnTo>
                  <a:lnTo>
                    <a:pt x="6205138" y="2770941"/>
                  </a:lnTo>
                  <a:lnTo>
                    <a:pt x="6205994" y="2589095"/>
                  </a:lnTo>
                  <a:lnTo>
                    <a:pt x="6206849" y="2389676"/>
                  </a:lnTo>
                  <a:lnTo>
                    <a:pt x="6207705" y="2274860"/>
                  </a:lnTo>
                  <a:lnTo>
                    <a:pt x="6208560" y="2182350"/>
                  </a:lnTo>
                  <a:lnTo>
                    <a:pt x="6209416" y="2120757"/>
                  </a:lnTo>
                  <a:lnTo>
                    <a:pt x="6210271" y="2134741"/>
                  </a:lnTo>
                  <a:lnTo>
                    <a:pt x="6211127" y="2264080"/>
                  </a:lnTo>
                  <a:lnTo>
                    <a:pt x="6211983" y="2431288"/>
                  </a:lnTo>
                  <a:lnTo>
                    <a:pt x="6212838" y="2608154"/>
                  </a:lnTo>
                  <a:lnTo>
                    <a:pt x="6213694" y="2752830"/>
                  </a:lnTo>
                  <a:lnTo>
                    <a:pt x="6214549" y="2812081"/>
                  </a:lnTo>
                  <a:lnTo>
                    <a:pt x="6215405" y="2792439"/>
                  </a:lnTo>
                  <a:lnTo>
                    <a:pt x="6216260" y="2631638"/>
                  </a:lnTo>
                  <a:lnTo>
                    <a:pt x="6217116" y="2424913"/>
                  </a:lnTo>
                  <a:lnTo>
                    <a:pt x="6217971" y="2385134"/>
                  </a:lnTo>
                  <a:lnTo>
                    <a:pt x="6218827" y="2305626"/>
                  </a:lnTo>
                  <a:lnTo>
                    <a:pt x="6219682" y="2247073"/>
                  </a:lnTo>
                  <a:lnTo>
                    <a:pt x="6220538" y="2229226"/>
                  </a:lnTo>
                  <a:lnTo>
                    <a:pt x="6221393" y="2321189"/>
                  </a:lnTo>
                  <a:lnTo>
                    <a:pt x="6222249" y="2475816"/>
                  </a:lnTo>
                  <a:lnTo>
                    <a:pt x="6223104" y="2461404"/>
                  </a:lnTo>
                  <a:lnTo>
                    <a:pt x="6223960" y="2567158"/>
                  </a:lnTo>
                  <a:lnTo>
                    <a:pt x="6224815" y="2651698"/>
                  </a:lnTo>
                  <a:lnTo>
                    <a:pt x="6225671" y="2712274"/>
                  </a:lnTo>
                  <a:lnTo>
                    <a:pt x="6226526" y="2753665"/>
                  </a:lnTo>
                  <a:lnTo>
                    <a:pt x="6227382" y="2772207"/>
                  </a:lnTo>
                  <a:lnTo>
                    <a:pt x="6228238" y="2782985"/>
                  </a:lnTo>
                  <a:lnTo>
                    <a:pt x="6229093" y="2768925"/>
                  </a:lnTo>
                  <a:lnTo>
                    <a:pt x="6229949" y="2808164"/>
                  </a:lnTo>
                  <a:lnTo>
                    <a:pt x="6230804" y="2827791"/>
                  </a:lnTo>
                  <a:lnTo>
                    <a:pt x="6231660" y="2852321"/>
                  </a:lnTo>
                  <a:lnTo>
                    <a:pt x="6232515" y="2860687"/>
                  </a:lnTo>
                  <a:lnTo>
                    <a:pt x="6233371" y="2865134"/>
                  </a:lnTo>
                  <a:lnTo>
                    <a:pt x="6234226" y="2861611"/>
                  </a:lnTo>
                  <a:lnTo>
                    <a:pt x="6235082" y="2867068"/>
                  </a:lnTo>
                  <a:lnTo>
                    <a:pt x="6235937" y="2766839"/>
                  </a:lnTo>
                  <a:lnTo>
                    <a:pt x="6236793" y="2662019"/>
                  </a:lnTo>
                  <a:lnTo>
                    <a:pt x="6237648" y="2563934"/>
                  </a:lnTo>
                  <a:lnTo>
                    <a:pt x="6238504" y="2454507"/>
                  </a:lnTo>
                  <a:lnTo>
                    <a:pt x="6239359" y="2352964"/>
                  </a:lnTo>
                  <a:lnTo>
                    <a:pt x="6240215" y="2254373"/>
                  </a:lnTo>
                  <a:lnTo>
                    <a:pt x="6241070" y="2276790"/>
                  </a:lnTo>
                  <a:lnTo>
                    <a:pt x="6241926" y="2365365"/>
                  </a:lnTo>
                  <a:lnTo>
                    <a:pt x="6242781" y="2488639"/>
                  </a:lnTo>
                  <a:lnTo>
                    <a:pt x="6243637" y="2612290"/>
                  </a:lnTo>
                  <a:lnTo>
                    <a:pt x="6244493" y="2692996"/>
                  </a:lnTo>
                  <a:lnTo>
                    <a:pt x="6245348" y="2806133"/>
                  </a:lnTo>
                  <a:lnTo>
                    <a:pt x="6246204" y="2934904"/>
                  </a:lnTo>
                  <a:lnTo>
                    <a:pt x="6247059" y="2946469"/>
                  </a:lnTo>
                  <a:lnTo>
                    <a:pt x="6247915" y="2872544"/>
                  </a:lnTo>
                  <a:lnTo>
                    <a:pt x="6248770" y="2862732"/>
                  </a:lnTo>
                  <a:lnTo>
                    <a:pt x="6249626" y="2861343"/>
                  </a:lnTo>
                  <a:lnTo>
                    <a:pt x="6250481" y="2851561"/>
                  </a:lnTo>
                  <a:lnTo>
                    <a:pt x="6251337" y="2851563"/>
                  </a:lnTo>
                  <a:lnTo>
                    <a:pt x="6252192" y="2874739"/>
                  </a:lnTo>
                  <a:lnTo>
                    <a:pt x="6253048" y="2909918"/>
                  </a:lnTo>
                  <a:lnTo>
                    <a:pt x="6253903" y="2903180"/>
                  </a:lnTo>
                  <a:lnTo>
                    <a:pt x="6254759" y="2931489"/>
                  </a:lnTo>
                  <a:lnTo>
                    <a:pt x="6255614" y="2903418"/>
                  </a:lnTo>
                  <a:lnTo>
                    <a:pt x="6256470" y="2836016"/>
                  </a:lnTo>
                  <a:lnTo>
                    <a:pt x="6257325" y="2807865"/>
                  </a:lnTo>
                  <a:lnTo>
                    <a:pt x="6258181" y="2835865"/>
                  </a:lnTo>
                  <a:lnTo>
                    <a:pt x="6259037" y="2833125"/>
                  </a:lnTo>
                  <a:lnTo>
                    <a:pt x="6259892" y="2820850"/>
                  </a:lnTo>
                  <a:lnTo>
                    <a:pt x="6260748" y="2873609"/>
                  </a:lnTo>
                  <a:lnTo>
                    <a:pt x="6261603" y="2941010"/>
                  </a:lnTo>
                  <a:lnTo>
                    <a:pt x="6262459" y="2974180"/>
                  </a:lnTo>
                  <a:lnTo>
                    <a:pt x="6263314" y="2984800"/>
                  </a:lnTo>
                  <a:lnTo>
                    <a:pt x="6264170" y="2985349"/>
                  </a:lnTo>
                  <a:lnTo>
                    <a:pt x="6265025" y="3024025"/>
                  </a:lnTo>
                  <a:lnTo>
                    <a:pt x="6265881" y="3045011"/>
                  </a:lnTo>
                  <a:lnTo>
                    <a:pt x="6266736" y="3045013"/>
                  </a:lnTo>
                  <a:lnTo>
                    <a:pt x="6267592" y="3045014"/>
                  </a:lnTo>
                  <a:lnTo>
                    <a:pt x="6268447" y="3042409"/>
                  </a:lnTo>
                  <a:lnTo>
                    <a:pt x="6269303" y="3019957"/>
                  </a:lnTo>
                  <a:lnTo>
                    <a:pt x="6270158" y="2929852"/>
                  </a:lnTo>
                  <a:lnTo>
                    <a:pt x="6271014" y="2872362"/>
                  </a:lnTo>
                  <a:lnTo>
                    <a:pt x="6271869" y="2848872"/>
                  </a:lnTo>
                  <a:lnTo>
                    <a:pt x="6272725" y="2897225"/>
                  </a:lnTo>
                  <a:lnTo>
                    <a:pt x="6273580" y="2898345"/>
                  </a:lnTo>
                  <a:lnTo>
                    <a:pt x="6274436" y="2884388"/>
                  </a:lnTo>
                  <a:lnTo>
                    <a:pt x="6275292" y="2952807"/>
                  </a:lnTo>
                  <a:lnTo>
                    <a:pt x="6276147" y="2991172"/>
                  </a:lnTo>
                  <a:lnTo>
                    <a:pt x="6277003" y="2995647"/>
                  </a:lnTo>
                  <a:lnTo>
                    <a:pt x="6277858" y="2891998"/>
                  </a:lnTo>
                  <a:lnTo>
                    <a:pt x="6278714" y="2836947"/>
                  </a:lnTo>
                  <a:lnTo>
                    <a:pt x="6279569" y="2877373"/>
                  </a:lnTo>
                  <a:lnTo>
                    <a:pt x="6280425" y="2870016"/>
                  </a:lnTo>
                  <a:lnTo>
                    <a:pt x="6281280" y="2759553"/>
                  </a:lnTo>
                  <a:lnTo>
                    <a:pt x="6282136" y="2652554"/>
                  </a:lnTo>
                  <a:lnTo>
                    <a:pt x="6282991" y="2679438"/>
                  </a:lnTo>
                  <a:lnTo>
                    <a:pt x="6283847" y="2766939"/>
                  </a:lnTo>
                  <a:lnTo>
                    <a:pt x="6284702" y="2789942"/>
                  </a:lnTo>
                  <a:lnTo>
                    <a:pt x="6285558" y="2772747"/>
                  </a:lnTo>
                  <a:lnTo>
                    <a:pt x="6286413" y="2871452"/>
                  </a:lnTo>
                  <a:lnTo>
                    <a:pt x="6287269" y="2997466"/>
                  </a:lnTo>
                  <a:lnTo>
                    <a:pt x="6288124" y="3025879"/>
                  </a:lnTo>
                  <a:lnTo>
                    <a:pt x="6288980" y="2977687"/>
                  </a:lnTo>
                  <a:lnTo>
                    <a:pt x="6289835" y="2963841"/>
                  </a:lnTo>
                  <a:lnTo>
                    <a:pt x="6290691" y="2977593"/>
                  </a:lnTo>
                  <a:lnTo>
                    <a:pt x="6291547" y="2946976"/>
                  </a:lnTo>
                  <a:lnTo>
                    <a:pt x="6292402" y="2925493"/>
                  </a:lnTo>
                  <a:lnTo>
                    <a:pt x="6293258" y="2904746"/>
                  </a:lnTo>
                  <a:lnTo>
                    <a:pt x="6294113" y="2857913"/>
                  </a:lnTo>
                  <a:lnTo>
                    <a:pt x="6294969" y="2827619"/>
                  </a:lnTo>
                  <a:lnTo>
                    <a:pt x="6295824" y="2799145"/>
                  </a:lnTo>
                  <a:lnTo>
                    <a:pt x="6296680" y="2795573"/>
                  </a:lnTo>
                  <a:lnTo>
                    <a:pt x="6297535" y="2790274"/>
                  </a:lnTo>
                  <a:lnTo>
                    <a:pt x="6298391" y="2755214"/>
                  </a:lnTo>
                  <a:lnTo>
                    <a:pt x="6299246" y="2829234"/>
                  </a:lnTo>
                  <a:lnTo>
                    <a:pt x="6300102" y="2944301"/>
                  </a:lnTo>
                  <a:lnTo>
                    <a:pt x="6300957" y="3010014"/>
                  </a:lnTo>
                  <a:lnTo>
                    <a:pt x="6301813" y="3006193"/>
                  </a:lnTo>
                  <a:lnTo>
                    <a:pt x="6302668" y="2977105"/>
                  </a:lnTo>
                  <a:lnTo>
                    <a:pt x="6303524" y="2931403"/>
                  </a:lnTo>
                  <a:lnTo>
                    <a:pt x="6304379" y="2769992"/>
                  </a:lnTo>
                  <a:lnTo>
                    <a:pt x="6305235" y="2614141"/>
                  </a:lnTo>
                  <a:lnTo>
                    <a:pt x="6306091" y="2585228"/>
                  </a:lnTo>
                  <a:lnTo>
                    <a:pt x="6306946" y="2606439"/>
                  </a:lnTo>
                  <a:lnTo>
                    <a:pt x="6307802" y="2597953"/>
                  </a:lnTo>
                  <a:lnTo>
                    <a:pt x="6308657" y="2706281"/>
                  </a:lnTo>
                  <a:lnTo>
                    <a:pt x="6309513" y="2848889"/>
                  </a:lnTo>
                  <a:lnTo>
                    <a:pt x="6310368" y="2845096"/>
                  </a:lnTo>
                  <a:lnTo>
                    <a:pt x="6311224" y="2759493"/>
                  </a:lnTo>
                  <a:lnTo>
                    <a:pt x="6312079" y="2686076"/>
                  </a:lnTo>
                  <a:lnTo>
                    <a:pt x="6312935" y="2638347"/>
                  </a:lnTo>
                  <a:lnTo>
                    <a:pt x="6313790" y="2503350"/>
                  </a:lnTo>
                  <a:lnTo>
                    <a:pt x="6314646" y="2415702"/>
                  </a:lnTo>
                  <a:lnTo>
                    <a:pt x="6315501" y="2473746"/>
                  </a:lnTo>
                  <a:lnTo>
                    <a:pt x="6316357" y="2546161"/>
                  </a:lnTo>
                  <a:lnTo>
                    <a:pt x="6317212" y="2685365"/>
                  </a:lnTo>
                  <a:lnTo>
                    <a:pt x="6318068" y="2899850"/>
                  </a:lnTo>
                  <a:lnTo>
                    <a:pt x="6318923" y="3092759"/>
                  </a:lnTo>
                  <a:lnTo>
                    <a:pt x="6319779" y="3116972"/>
                  </a:lnTo>
                  <a:lnTo>
                    <a:pt x="6319779" y="3116972"/>
                  </a:lnTo>
                  <a:lnTo>
                    <a:pt x="6320634" y="3116972"/>
                  </a:lnTo>
                  <a:lnTo>
                    <a:pt x="6321490" y="3116972"/>
                  </a:lnTo>
                  <a:lnTo>
                    <a:pt x="6322346" y="3116972"/>
                  </a:lnTo>
                  <a:lnTo>
                    <a:pt x="6323201" y="3116972"/>
                  </a:lnTo>
                  <a:lnTo>
                    <a:pt x="6324057" y="3076624"/>
                  </a:lnTo>
                  <a:lnTo>
                    <a:pt x="6324912" y="3006858"/>
                  </a:lnTo>
                  <a:lnTo>
                    <a:pt x="6325768" y="2950278"/>
                  </a:lnTo>
                  <a:lnTo>
                    <a:pt x="6326623" y="2947879"/>
                  </a:lnTo>
                  <a:lnTo>
                    <a:pt x="6327479" y="2901204"/>
                  </a:lnTo>
                  <a:lnTo>
                    <a:pt x="6328334" y="2852886"/>
                  </a:lnTo>
                  <a:lnTo>
                    <a:pt x="6329190" y="2856446"/>
                  </a:lnTo>
                  <a:lnTo>
                    <a:pt x="6330045" y="2870280"/>
                  </a:lnTo>
                  <a:lnTo>
                    <a:pt x="6330901" y="2934058"/>
                  </a:lnTo>
                  <a:lnTo>
                    <a:pt x="6331756" y="3018859"/>
                  </a:lnTo>
                  <a:lnTo>
                    <a:pt x="6332612" y="3116972"/>
                  </a:lnTo>
                  <a:lnTo>
                    <a:pt x="6332612" y="3116972"/>
                  </a:lnTo>
                  <a:lnTo>
                    <a:pt x="6333467" y="3116972"/>
                  </a:lnTo>
                  <a:lnTo>
                    <a:pt x="6334323" y="3116972"/>
                  </a:lnTo>
                  <a:lnTo>
                    <a:pt x="6335178" y="3116972"/>
                  </a:lnTo>
                  <a:lnTo>
                    <a:pt x="6336034" y="3116972"/>
                  </a:lnTo>
                  <a:lnTo>
                    <a:pt x="6336889" y="3116972"/>
                  </a:lnTo>
                  <a:lnTo>
                    <a:pt x="6337745" y="3092408"/>
                  </a:lnTo>
                  <a:lnTo>
                    <a:pt x="6338601" y="2903770"/>
                  </a:lnTo>
                  <a:lnTo>
                    <a:pt x="6339456" y="2814528"/>
                  </a:lnTo>
                  <a:lnTo>
                    <a:pt x="6340312" y="2783831"/>
                  </a:lnTo>
                  <a:lnTo>
                    <a:pt x="6341167" y="2722637"/>
                  </a:lnTo>
                  <a:lnTo>
                    <a:pt x="6342023" y="2698123"/>
                  </a:lnTo>
                  <a:lnTo>
                    <a:pt x="6342878" y="2768666"/>
                  </a:lnTo>
                  <a:lnTo>
                    <a:pt x="6343734" y="2872520"/>
                  </a:lnTo>
                  <a:lnTo>
                    <a:pt x="6344589" y="2837962"/>
                  </a:lnTo>
                  <a:lnTo>
                    <a:pt x="6345445" y="2696542"/>
                  </a:lnTo>
                  <a:lnTo>
                    <a:pt x="6346300" y="2729921"/>
                  </a:lnTo>
                  <a:lnTo>
                    <a:pt x="6347156" y="2779853"/>
                  </a:lnTo>
                  <a:lnTo>
                    <a:pt x="6348011" y="2775211"/>
                  </a:lnTo>
                  <a:lnTo>
                    <a:pt x="6348867" y="2756971"/>
                  </a:lnTo>
                  <a:lnTo>
                    <a:pt x="6349722" y="2794056"/>
                  </a:lnTo>
                  <a:lnTo>
                    <a:pt x="6350578" y="2886663"/>
                  </a:lnTo>
                  <a:lnTo>
                    <a:pt x="6351433" y="2933897"/>
                  </a:lnTo>
                  <a:lnTo>
                    <a:pt x="6352289" y="2961589"/>
                  </a:lnTo>
                  <a:lnTo>
                    <a:pt x="6353145" y="2889077"/>
                  </a:lnTo>
                  <a:lnTo>
                    <a:pt x="6354000" y="2869292"/>
                  </a:lnTo>
                  <a:lnTo>
                    <a:pt x="6354856" y="2943634"/>
                  </a:lnTo>
                  <a:lnTo>
                    <a:pt x="6355711" y="2994457"/>
                  </a:lnTo>
                  <a:lnTo>
                    <a:pt x="6356567" y="2905466"/>
                  </a:lnTo>
                  <a:lnTo>
                    <a:pt x="6357422" y="2829235"/>
                  </a:lnTo>
                  <a:lnTo>
                    <a:pt x="6358278" y="2903425"/>
                  </a:lnTo>
                  <a:lnTo>
                    <a:pt x="6359133" y="2966170"/>
                  </a:lnTo>
                  <a:lnTo>
                    <a:pt x="6359989" y="2953495"/>
                  </a:lnTo>
                  <a:lnTo>
                    <a:pt x="6360844" y="2934753"/>
                  </a:lnTo>
                  <a:lnTo>
                    <a:pt x="6361700" y="2978261"/>
                  </a:lnTo>
                  <a:lnTo>
                    <a:pt x="6362555" y="3030309"/>
                  </a:lnTo>
                  <a:lnTo>
                    <a:pt x="6363411" y="3034926"/>
                  </a:lnTo>
                  <a:lnTo>
                    <a:pt x="6364266" y="2988538"/>
                  </a:lnTo>
                  <a:lnTo>
                    <a:pt x="6365122" y="2962964"/>
                  </a:lnTo>
                  <a:lnTo>
                    <a:pt x="6365977" y="2944347"/>
                  </a:lnTo>
                  <a:lnTo>
                    <a:pt x="6366833" y="2932451"/>
                  </a:lnTo>
                  <a:lnTo>
                    <a:pt x="6367688" y="2942644"/>
                  </a:lnTo>
                  <a:lnTo>
                    <a:pt x="6368544" y="2943442"/>
                  </a:lnTo>
                  <a:lnTo>
                    <a:pt x="6369400" y="2980747"/>
                  </a:lnTo>
                  <a:lnTo>
                    <a:pt x="6370255" y="3014659"/>
                  </a:lnTo>
                  <a:lnTo>
                    <a:pt x="6371111" y="3013540"/>
                  </a:lnTo>
                  <a:lnTo>
                    <a:pt x="6371966" y="2989705"/>
                  </a:lnTo>
                  <a:lnTo>
                    <a:pt x="6372822" y="2974059"/>
                  </a:lnTo>
                  <a:lnTo>
                    <a:pt x="6373677" y="2947468"/>
                  </a:lnTo>
                  <a:lnTo>
                    <a:pt x="6374533" y="2894645"/>
                  </a:lnTo>
                  <a:lnTo>
                    <a:pt x="6375388" y="2892846"/>
                  </a:lnTo>
                  <a:lnTo>
                    <a:pt x="6376244" y="2893704"/>
                  </a:lnTo>
                  <a:lnTo>
                    <a:pt x="6377099" y="2933046"/>
                  </a:lnTo>
                  <a:lnTo>
                    <a:pt x="6377955" y="2985477"/>
                  </a:lnTo>
                  <a:lnTo>
                    <a:pt x="6378810" y="3031374"/>
                  </a:lnTo>
                  <a:lnTo>
                    <a:pt x="6379666" y="3080691"/>
                  </a:lnTo>
                  <a:lnTo>
                    <a:pt x="6380521" y="3035643"/>
                  </a:lnTo>
                  <a:lnTo>
                    <a:pt x="6381377" y="2992482"/>
                  </a:lnTo>
                  <a:lnTo>
                    <a:pt x="6382232" y="2909900"/>
                  </a:lnTo>
                  <a:lnTo>
                    <a:pt x="6383088" y="2812383"/>
                  </a:lnTo>
                  <a:lnTo>
                    <a:pt x="6383943" y="2761070"/>
                  </a:lnTo>
                  <a:lnTo>
                    <a:pt x="6384799" y="2604289"/>
                  </a:lnTo>
                  <a:lnTo>
                    <a:pt x="6385655" y="2533207"/>
                  </a:lnTo>
                  <a:lnTo>
                    <a:pt x="6386510" y="2500369"/>
                  </a:lnTo>
                  <a:lnTo>
                    <a:pt x="6387366" y="2485473"/>
                  </a:lnTo>
                  <a:lnTo>
                    <a:pt x="6388221" y="2497403"/>
                  </a:lnTo>
                  <a:lnTo>
                    <a:pt x="6389077" y="2528308"/>
                  </a:lnTo>
                  <a:lnTo>
                    <a:pt x="6389932" y="2688595"/>
                  </a:lnTo>
                  <a:lnTo>
                    <a:pt x="6390788" y="2815131"/>
                  </a:lnTo>
                  <a:lnTo>
                    <a:pt x="6391643" y="2934152"/>
                  </a:lnTo>
                  <a:lnTo>
                    <a:pt x="6392499" y="3068185"/>
                  </a:lnTo>
                  <a:lnTo>
                    <a:pt x="6393354" y="3116972"/>
                  </a:lnTo>
                  <a:lnTo>
                    <a:pt x="6393354" y="3116972"/>
                  </a:lnTo>
                  <a:lnTo>
                    <a:pt x="6394210" y="3116972"/>
                  </a:lnTo>
                  <a:lnTo>
                    <a:pt x="6395065" y="3116972"/>
                  </a:lnTo>
                  <a:lnTo>
                    <a:pt x="6395921" y="3078098"/>
                  </a:lnTo>
                  <a:lnTo>
                    <a:pt x="6396776" y="3031949"/>
                  </a:lnTo>
                  <a:lnTo>
                    <a:pt x="6397632" y="2900487"/>
                  </a:lnTo>
                  <a:lnTo>
                    <a:pt x="6398487" y="2770290"/>
                  </a:lnTo>
                  <a:lnTo>
                    <a:pt x="6399343" y="2674955"/>
                  </a:lnTo>
                  <a:lnTo>
                    <a:pt x="6400199" y="2611653"/>
                  </a:lnTo>
                  <a:lnTo>
                    <a:pt x="6401054" y="2494599"/>
                  </a:lnTo>
                  <a:lnTo>
                    <a:pt x="6401910" y="2337324"/>
                  </a:lnTo>
                  <a:lnTo>
                    <a:pt x="6402765" y="2399826"/>
                  </a:lnTo>
                  <a:lnTo>
                    <a:pt x="6403621" y="2452536"/>
                  </a:lnTo>
                  <a:lnTo>
                    <a:pt x="6404476" y="2430375"/>
                  </a:lnTo>
                  <a:lnTo>
                    <a:pt x="6405332" y="2407988"/>
                  </a:lnTo>
                  <a:lnTo>
                    <a:pt x="6406187" y="2479506"/>
                  </a:lnTo>
                  <a:lnTo>
                    <a:pt x="6407043" y="2606718"/>
                  </a:lnTo>
                  <a:lnTo>
                    <a:pt x="6407898" y="2587104"/>
                  </a:lnTo>
                  <a:lnTo>
                    <a:pt x="6408754" y="2595955"/>
                  </a:lnTo>
                  <a:lnTo>
                    <a:pt x="6409609" y="2605445"/>
                  </a:lnTo>
                  <a:lnTo>
                    <a:pt x="6410465" y="2623155"/>
                  </a:lnTo>
                  <a:lnTo>
                    <a:pt x="6411320" y="2595791"/>
                  </a:lnTo>
                  <a:lnTo>
                    <a:pt x="6412176" y="2516908"/>
                  </a:lnTo>
                  <a:lnTo>
                    <a:pt x="6413031" y="2456395"/>
                  </a:lnTo>
                  <a:lnTo>
                    <a:pt x="6413887" y="2389741"/>
                  </a:lnTo>
                  <a:lnTo>
                    <a:pt x="6414742" y="2355064"/>
                  </a:lnTo>
                  <a:lnTo>
                    <a:pt x="6415598" y="2405393"/>
                  </a:lnTo>
                  <a:lnTo>
                    <a:pt x="6416454" y="2522157"/>
                  </a:lnTo>
                  <a:lnTo>
                    <a:pt x="6417309" y="2671848"/>
                  </a:lnTo>
                  <a:lnTo>
                    <a:pt x="6418165" y="2780769"/>
                  </a:lnTo>
                  <a:lnTo>
                    <a:pt x="6419020" y="2899411"/>
                  </a:lnTo>
                  <a:lnTo>
                    <a:pt x="6419876" y="3084214"/>
                  </a:lnTo>
                  <a:lnTo>
                    <a:pt x="6420731" y="3116972"/>
                  </a:lnTo>
                  <a:lnTo>
                    <a:pt x="6420731" y="3116972"/>
                  </a:lnTo>
                  <a:lnTo>
                    <a:pt x="6421587" y="3116972"/>
                  </a:lnTo>
                  <a:lnTo>
                    <a:pt x="6422442" y="3116972"/>
                  </a:lnTo>
                  <a:lnTo>
                    <a:pt x="6423298" y="3116972"/>
                  </a:lnTo>
                  <a:lnTo>
                    <a:pt x="6424153" y="3054316"/>
                  </a:lnTo>
                  <a:lnTo>
                    <a:pt x="6425009" y="2971863"/>
                  </a:lnTo>
                  <a:lnTo>
                    <a:pt x="6425864" y="2922633"/>
                  </a:lnTo>
                  <a:lnTo>
                    <a:pt x="6426720" y="2877281"/>
                  </a:lnTo>
                  <a:lnTo>
                    <a:pt x="6427575" y="2910747"/>
                  </a:lnTo>
                  <a:lnTo>
                    <a:pt x="6428431" y="2902857"/>
                  </a:lnTo>
                  <a:lnTo>
                    <a:pt x="6429286" y="2849211"/>
                  </a:lnTo>
                  <a:lnTo>
                    <a:pt x="6430142" y="2805934"/>
                  </a:lnTo>
                  <a:lnTo>
                    <a:pt x="6430997" y="2732681"/>
                  </a:lnTo>
                  <a:lnTo>
                    <a:pt x="6431853" y="2701718"/>
                  </a:lnTo>
                  <a:lnTo>
                    <a:pt x="6432709" y="2645671"/>
                  </a:lnTo>
                  <a:lnTo>
                    <a:pt x="6433564" y="2687224"/>
                  </a:lnTo>
                  <a:lnTo>
                    <a:pt x="6434420" y="2742522"/>
                  </a:lnTo>
                  <a:lnTo>
                    <a:pt x="6435275" y="2725907"/>
                  </a:lnTo>
                  <a:lnTo>
                    <a:pt x="6436131" y="2793681"/>
                  </a:lnTo>
                  <a:lnTo>
                    <a:pt x="6436986" y="2825847"/>
                  </a:lnTo>
                  <a:lnTo>
                    <a:pt x="6437842" y="2799044"/>
                  </a:lnTo>
                  <a:lnTo>
                    <a:pt x="6438697" y="2722018"/>
                  </a:lnTo>
                  <a:lnTo>
                    <a:pt x="6439553" y="2667165"/>
                  </a:lnTo>
                  <a:lnTo>
                    <a:pt x="6440408" y="2645620"/>
                  </a:lnTo>
                  <a:lnTo>
                    <a:pt x="6441264" y="2589757"/>
                  </a:lnTo>
                  <a:lnTo>
                    <a:pt x="6442119" y="2512706"/>
                  </a:lnTo>
                  <a:lnTo>
                    <a:pt x="6442975" y="2508087"/>
                  </a:lnTo>
                  <a:lnTo>
                    <a:pt x="6443830" y="2549615"/>
                  </a:lnTo>
                  <a:lnTo>
                    <a:pt x="6444686" y="2604413"/>
                  </a:lnTo>
                  <a:lnTo>
                    <a:pt x="6445541" y="2697298"/>
                  </a:lnTo>
                  <a:lnTo>
                    <a:pt x="6446397" y="2799727"/>
                  </a:lnTo>
                  <a:lnTo>
                    <a:pt x="6447252" y="2896908"/>
                  </a:lnTo>
                  <a:lnTo>
                    <a:pt x="6448108" y="2894147"/>
                  </a:lnTo>
                  <a:lnTo>
                    <a:pt x="6448964" y="2841920"/>
                  </a:lnTo>
                  <a:lnTo>
                    <a:pt x="6449819" y="2846207"/>
                  </a:lnTo>
                  <a:lnTo>
                    <a:pt x="6450675" y="2887567"/>
                  </a:lnTo>
                  <a:lnTo>
                    <a:pt x="6451530" y="2895942"/>
                  </a:lnTo>
                  <a:lnTo>
                    <a:pt x="6452386" y="2901823"/>
                  </a:lnTo>
                  <a:lnTo>
                    <a:pt x="6453241" y="2961206"/>
                  </a:lnTo>
                  <a:lnTo>
                    <a:pt x="6454097" y="3065920"/>
                  </a:lnTo>
                  <a:lnTo>
                    <a:pt x="6454952" y="3116972"/>
                  </a:lnTo>
                  <a:lnTo>
                    <a:pt x="6454952" y="3116972"/>
                  </a:lnTo>
                  <a:lnTo>
                    <a:pt x="6455808" y="3090252"/>
                  </a:lnTo>
                  <a:lnTo>
                    <a:pt x="6456663" y="3032305"/>
                  </a:lnTo>
                  <a:lnTo>
                    <a:pt x="6457519" y="3031510"/>
                  </a:lnTo>
                  <a:lnTo>
                    <a:pt x="6458374" y="3031511"/>
                  </a:lnTo>
                  <a:lnTo>
                    <a:pt x="6459230" y="3017975"/>
                  </a:lnTo>
                  <a:lnTo>
                    <a:pt x="6460085" y="2886632"/>
                  </a:lnTo>
                  <a:lnTo>
                    <a:pt x="6460941" y="2775142"/>
                  </a:lnTo>
                  <a:lnTo>
                    <a:pt x="6461796" y="2763280"/>
                  </a:lnTo>
                  <a:lnTo>
                    <a:pt x="6462652" y="2749371"/>
                  </a:lnTo>
                  <a:lnTo>
                    <a:pt x="6463508" y="2752513"/>
                  </a:lnTo>
                  <a:lnTo>
                    <a:pt x="6464363" y="2795454"/>
                  </a:lnTo>
                  <a:lnTo>
                    <a:pt x="6465219" y="2917553"/>
                  </a:lnTo>
                  <a:lnTo>
                    <a:pt x="6466074" y="3014414"/>
                  </a:lnTo>
                  <a:lnTo>
                    <a:pt x="6466930" y="3030596"/>
                  </a:lnTo>
                  <a:lnTo>
                    <a:pt x="6467785" y="3034118"/>
                  </a:lnTo>
                  <a:lnTo>
                    <a:pt x="6468641" y="3030976"/>
                  </a:lnTo>
                  <a:lnTo>
                    <a:pt x="6469496" y="2998780"/>
                  </a:lnTo>
                  <a:lnTo>
                    <a:pt x="6470352" y="2923659"/>
                  </a:lnTo>
                  <a:lnTo>
                    <a:pt x="6471207" y="2871033"/>
                  </a:lnTo>
                  <a:lnTo>
                    <a:pt x="6472063" y="2836541"/>
                  </a:lnTo>
                  <a:lnTo>
                    <a:pt x="6472918" y="2820434"/>
                  </a:lnTo>
                  <a:lnTo>
                    <a:pt x="6473774" y="2820436"/>
                  </a:lnTo>
                  <a:lnTo>
                    <a:pt x="6474629" y="2820437"/>
                  </a:lnTo>
                  <a:lnTo>
                    <a:pt x="6475485" y="2827282"/>
                  </a:lnTo>
                  <a:lnTo>
                    <a:pt x="6476340" y="2841077"/>
                  </a:lnTo>
                  <a:lnTo>
                    <a:pt x="6477196" y="2877923"/>
                  </a:lnTo>
                  <a:lnTo>
                    <a:pt x="6478051" y="2894472"/>
                  </a:lnTo>
                  <a:lnTo>
                    <a:pt x="6478907" y="2894473"/>
                  </a:lnTo>
                  <a:lnTo>
                    <a:pt x="6479763" y="2893593"/>
                  </a:lnTo>
                  <a:lnTo>
                    <a:pt x="6480618" y="2880992"/>
                  </a:lnTo>
                  <a:lnTo>
                    <a:pt x="6481474" y="2948163"/>
                  </a:lnTo>
                  <a:lnTo>
                    <a:pt x="6482329" y="3016755"/>
                  </a:lnTo>
                  <a:lnTo>
                    <a:pt x="6483185" y="3004821"/>
                  </a:lnTo>
                  <a:lnTo>
                    <a:pt x="6484040" y="2892428"/>
                  </a:lnTo>
                  <a:lnTo>
                    <a:pt x="6484896" y="2811744"/>
                  </a:lnTo>
                  <a:lnTo>
                    <a:pt x="6485751" y="2846484"/>
                  </a:lnTo>
                  <a:lnTo>
                    <a:pt x="6486607" y="2856667"/>
                  </a:lnTo>
                  <a:lnTo>
                    <a:pt x="6487462" y="2830969"/>
                  </a:lnTo>
                  <a:lnTo>
                    <a:pt x="6488318" y="2875659"/>
                  </a:lnTo>
                  <a:lnTo>
                    <a:pt x="6489173" y="3035702"/>
                  </a:lnTo>
                  <a:lnTo>
                    <a:pt x="6490029" y="3116972"/>
                  </a:lnTo>
                  <a:lnTo>
                    <a:pt x="6490029" y="3116972"/>
                  </a:lnTo>
                  <a:lnTo>
                    <a:pt x="6490884" y="3116972"/>
                  </a:lnTo>
                  <a:lnTo>
                    <a:pt x="6491740" y="3116972"/>
                  </a:lnTo>
                  <a:lnTo>
                    <a:pt x="6492595" y="3116972"/>
                  </a:lnTo>
                  <a:lnTo>
                    <a:pt x="6493451" y="3090159"/>
                  </a:lnTo>
                  <a:lnTo>
                    <a:pt x="6494306" y="2982285"/>
                  </a:lnTo>
                  <a:lnTo>
                    <a:pt x="6495162" y="2912130"/>
                  </a:lnTo>
                  <a:lnTo>
                    <a:pt x="6496018" y="2932074"/>
                  </a:lnTo>
                  <a:lnTo>
                    <a:pt x="6496873" y="3043363"/>
                  </a:lnTo>
                  <a:lnTo>
                    <a:pt x="6497729" y="3116972"/>
                  </a:lnTo>
                  <a:lnTo>
                    <a:pt x="6497729" y="3116972"/>
                  </a:lnTo>
                  <a:lnTo>
                    <a:pt x="6498584" y="3116972"/>
                  </a:lnTo>
                  <a:lnTo>
                    <a:pt x="6499440" y="3116972"/>
                  </a:lnTo>
                  <a:lnTo>
                    <a:pt x="6500295" y="3116972"/>
                  </a:lnTo>
                  <a:lnTo>
                    <a:pt x="6501151" y="3000504"/>
                  </a:lnTo>
                  <a:lnTo>
                    <a:pt x="6502006" y="2786878"/>
                  </a:lnTo>
                  <a:lnTo>
                    <a:pt x="6502862" y="2663706"/>
                  </a:lnTo>
                  <a:lnTo>
                    <a:pt x="6503717" y="2656931"/>
                  </a:lnTo>
                  <a:lnTo>
                    <a:pt x="6504573" y="2665008"/>
                  </a:lnTo>
                  <a:lnTo>
                    <a:pt x="6505428" y="2709241"/>
                  </a:lnTo>
                  <a:lnTo>
                    <a:pt x="6506284" y="2758090"/>
                  </a:lnTo>
                  <a:lnTo>
                    <a:pt x="6507139" y="2775441"/>
                  </a:lnTo>
                  <a:lnTo>
                    <a:pt x="6507995" y="2799878"/>
                  </a:lnTo>
                  <a:lnTo>
                    <a:pt x="6508850" y="2753671"/>
                  </a:lnTo>
                  <a:lnTo>
                    <a:pt x="6509706" y="2706830"/>
                  </a:lnTo>
                  <a:lnTo>
                    <a:pt x="6510562" y="2643469"/>
                  </a:lnTo>
                  <a:lnTo>
                    <a:pt x="6511417" y="2610404"/>
                  </a:lnTo>
                  <a:lnTo>
                    <a:pt x="6512273" y="2705923"/>
                  </a:lnTo>
                  <a:lnTo>
                    <a:pt x="6513128" y="2710660"/>
                  </a:lnTo>
                  <a:lnTo>
                    <a:pt x="6513984" y="2684341"/>
                  </a:lnTo>
                  <a:lnTo>
                    <a:pt x="6514839" y="2739459"/>
                  </a:lnTo>
                  <a:lnTo>
                    <a:pt x="6515695" y="2784508"/>
                  </a:lnTo>
                  <a:lnTo>
                    <a:pt x="6516550" y="2764158"/>
                  </a:lnTo>
                  <a:lnTo>
                    <a:pt x="6517406" y="2723778"/>
                  </a:lnTo>
                  <a:lnTo>
                    <a:pt x="6518261" y="2731614"/>
                  </a:lnTo>
                  <a:lnTo>
                    <a:pt x="6519117" y="2876066"/>
                  </a:lnTo>
                  <a:lnTo>
                    <a:pt x="6519972" y="2982829"/>
                  </a:lnTo>
                  <a:lnTo>
                    <a:pt x="6520828" y="3061681"/>
                  </a:lnTo>
                  <a:lnTo>
                    <a:pt x="6521683" y="3116972"/>
                  </a:lnTo>
                  <a:lnTo>
                    <a:pt x="6521683" y="3116972"/>
                  </a:lnTo>
                  <a:lnTo>
                    <a:pt x="6522539" y="3116972"/>
                  </a:lnTo>
                  <a:lnTo>
                    <a:pt x="6523394" y="3062476"/>
                  </a:lnTo>
                  <a:lnTo>
                    <a:pt x="6524250" y="2980066"/>
                  </a:lnTo>
                  <a:lnTo>
                    <a:pt x="6525105" y="2936918"/>
                  </a:lnTo>
                  <a:lnTo>
                    <a:pt x="6525961" y="2904899"/>
                  </a:lnTo>
                  <a:lnTo>
                    <a:pt x="6526817" y="2859774"/>
                  </a:lnTo>
                  <a:lnTo>
                    <a:pt x="6527672" y="2848578"/>
                  </a:lnTo>
                  <a:lnTo>
                    <a:pt x="6528528" y="2851895"/>
                  </a:lnTo>
                  <a:lnTo>
                    <a:pt x="6529383" y="2825164"/>
                  </a:lnTo>
                  <a:lnTo>
                    <a:pt x="6530239" y="2718313"/>
                  </a:lnTo>
                  <a:lnTo>
                    <a:pt x="6531094" y="2568940"/>
                  </a:lnTo>
                  <a:lnTo>
                    <a:pt x="6531950" y="2516613"/>
                  </a:lnTo>
                  <a:lnTo>
                    <a:pt x="6532805" y="2514828"/>
                  </a:lnTo>
                  <a:lnTo>
                    <a:pt x="6533661" y="2535444"/>
                  </a:lnTo>
                  <a:lnTo>
                    <a:pt x="6534516" y="2525368"/>
                  </a:lnTo>
                  <a:lnTo>
                    <a:pt x="6535372" y="2548485"/>
                  </a:lnTo>
                  <a:lnTo>
                    <a:pt x="6536227" y="2622902"/>
                  </a:lnTo>
                  <a:lnTo>
                    <a:pt x="6537083" y="2625371"/>
                  </a:lnTo>
                  <a:lnTo>
                    <a:pt x="6537938" y="2589902"/>
                  </a:lnTo>
                  <a:lnTo>
                    <a:pt x="6538794" y="2527102"/>
                  </a:lnTo>
                  <a:lnTo>
                    <a:pt x="6539649" y="2430146"/>
                  </a:lnTo>
                  <a:lnTo>
                    <a:pt x="6540505" y="2402177"/>
                  </a:lnTo>
                  <a:lnTo>
                    <a:pt x="6541360" y="2504864"/>
                  </a:lnTo>
                  <a:lnTo>
                    <a:pt x="6542216" y="2585853"/>
                  </a:lnTo>
                  <a:lnTo>
                    <a:pt x="6543072" y="2558762"/>
                  </a:lnTo>
                  <a:lnTo>
                    <a:pt x="6543927" y="2520571"/>
                  </a:lnTo>
                  <a:lnTo>
                    <a:pt x="6544783" y="2496347"/>
                  </a:lnTo>
                  <a:lnTo>
                    <a:pt x="6545638" y="2491720"/>
                  </a:lnTo>
                  <a:lnTo>
                    <a:pt x="6546494" y="2375399"/>
                  </a:lnTo>
                  <a:lnTo>
                    <a:pt x="6547349" y="2212418"/>
                  </a:lnTo>
                  <a:lnTo>
                    <a:pt x="6548205" y="2205956"/>
                  </a:lnTo>
                  <a:lnTo>
                    <a:pt x="6549060" y="2233513"/>
                  </a:lnTo>
                  <a:lnTo>
                    <a:pt x="6549916" y="2311212"/>
                  </a:lnTo>
                  <a:lnTo>
                    <a:pt x="6550771" y="2352138"/>
                  </a:lnTo>
                  <a:lnTo>
                    <a:pt x="6551627" y="2295204"/>
                  </a:lnTo>
                  <a:lnTo>
                    <a:pt x="6552482" y="2309804"/>
                  </a:lnTo>
                  <a:lnTo>
                    <a:pt x="6553338" y="2346251"/>
                  </a:lnTo>
                  <a:lnTo>
                    <a:pt x="6554193" y="2309492"/>
                  </a:lnTo>
                  <a:lnTo>
                    <a:pt x="6555049" y="2284218"/>
                  </a:lnTo>
                  <a:lnTo>
                    <a:pt x="6555904" y="2334851"/>
                  </a:lnTo>
                  <a:lnTo>
                    <a:pt x="6556760" y="2480378"/>
                  </a:lnTo>
                  <a:lnTo>
                    <a:pt x="6557616" y="2638123"/>
                  </a:lnTo>
                  <a:lnTo>
                    <a:pt x="6558471" y="2738834"/>
                  </a:lnTo>
                  <a:lnTo>
                    <a:pt x="6559327" y="2900851"/>
                  </a:lnTo>
                  <a:lnTo>
                    <a:pt x="6560182" y="3037558"/>
                  </a:lnTo>
                  <a:lnTo>
                    <a:pt x="6561038" y="3062328"/>
                  </a:lnTo>
                  <a:lnTo>
                    <a:pt x="6561893" y="3062328"/>
                  </a:lnTo>
                  <a:lnTo>
                    <a:pt x="6562749" y="3062328"/>
                  </a:lnTo>
                  <a:lnTo>
                    <a:pt x="6563604" y="3062328"/>
                  </a:lnTo>
                  <a:lnTo>
                    <a:pt x="6564460" y="3062328"/>
                  </a:lnTo>
                  <a:lnTo>
                    <a:pt x="6565315" y="3062328"/>
                  </a:lnTo>
                  <a:lnTo>
                    <a:pt x="6566171" y="3062328"/>
                  </a:lnTo>
                  <a:lnTo>
                    <a:pt x="6567026" y="3062328"/>
                  </a:lnTo>
                  <a:lnTo>
                    <a:pt x="6567882" y="3062328"/>
                  </a:lnTo>
                  <a:lnTo>
                    <a:pt x="6568737" y="3062328"/>
                  </a:lnTo>
                  <a:lnTo>
                    <a:pt x="6569593" y="3062328"/>
                  </a:lnTo>
                  <a:lnTo>
                    <a:pt x="6570448" y="3062328"/>
                  </a:lnTo>
                  <a:lnTo>
                    <a:pt x="6571304" y="3062328"/>
                  </a:lnTo>
                  <a:lnTo>
                    <a:pt x="6572159" y="3062328"/>
                  </a:lnTo>
                  <a:lnTo>
                    <a:pt x="6573015" y="3062328"/>
                  </a:lnTo>
                  <a:lnTo>
                    <a:pt x="6573871" y="3062328"/>
                  </a:lnTo>
                  <a:lnTo>
                    <a:pt x="6574726" y="3062328"/>
                  </a:lnTo>
                  <a:lnTo>
                    <a:pt x="6575582" y="3062328"/>
                  </a:lnTo>
                  <a:lnTo>
                    <a:pt x="6576437" y="3062328"/>
                  </a:lnTo>
                  <a:lnTo>
                    <a:pt x="6577293" y="3062328"/>
                  </a:lnTo>
                  <a:lnTo>
                    <a:pt x="6578148" y="3062328"/>
                  </a:lnTo>
                  <a:lnTo>
                    <a:pt x="6579004" y="3062328"/>
                  </a:lnTo>
                  <a:lnTo>
                    <a:pt x="6579859" y="3062328"/>
                  </a:lnTo>
                  <a:lnTo>
                    <a:pt x="6580715" y="3062328"/>
                  </a:lnTo>
                  <a:lnTo>
                    <a:pt x="6581570" y="3062328"/>
                  </a:lnTo>
                  <a:lnTo>
                    <a:pt x="6582426" y="3062328"/>
                  </a:lnTo>
                  <a:lnTo>
                    <a:pt x="6583281" y="3062328"/>
                  </a:lnTo>
                  <a:lnTo>
                    <a:pt x="6584137" y="3062328"/>
                  </a:lnTo>
                  <a:lnTo>
                    <a:pt x="6584992" y="3062328"/>
                  </a:lnTo>
                  <a:lnTo>
                    <a:pt x="6585848" y="3062328"/>
                  </a:lnTo>
                  <a:lnTo>
                    <a:pt x="6586703" y="3062328"/>
                  </a:lnTo>
                  <a:lnTo>
                    <a:pt x="6587559" y="3062328"/>
                  </a:lnTo>
                  <a:lnTo>
                    <a:pt x="6588414" y="3062328"/>
                  </a:lnTo>
                  <a:lnTo>
                    <a:pt x="6589270" y="3062328"/>
                  </a:lnTo>
                  <a:lnTo>
                    <a:pt x="6590126" y="3062328"/>
                  </a:lnTo>
                  <a:lnTo>
                    <a:pt x="6590981" y="3062328"/>
                  </a:lnTo>
                  <a:lnTo>
                    <a:pt x="6591837" y="3062328"/>
                  </a:lnTo>
                  <a:lnTo>
                    <a:pt x="6592692" y="3061456"/>
                  </a:lnTo>
                  <a:lnTo>
                    <a:pt x="6593548" y="3038798"/>
                  </a:lnTo>
                  <a:lnTo>
                    <a:pt x="6594403" y="3070353"/>
                  </a:lnTo>
                  <a:lnTo>
                    <a:pt x="6595259" y="3116972"/>
                  </a:lnTo>
                  <a:lnTo>
                    <a:pt x="6595259" y="3116972"/>
                  </a:lnTo>
                  <a:lnTo>
                    <a:pt x="6596114" y="3116972"/>
                  </a:lnTo>
                  <a:lnTo>
                    <a:pt x="6596970" y="3115217"/>
                  </a:lnTo>
                  <a:lnTo>
                    <a:pt x="6597825" y="3065126"/>
                  </a:lnTo>
                  <a:lnTo>
                    <a:pt x="6598681" y="3091236"/>
                  </a:lnTo>
                  <a:lnTo>
                    <a:pt x="6599536" y="3116972"/>
                  </a:lnTo>
                  <a:lnTo>
                    <a:pt x="6599536" y="3116972"/>
                  </a:lnTo>
                  <a:lnTo>
                    <a:pt x="6600392" y="3116972"/>
                  </a:lnTo>
                  <a:lnTo>
                    <a:pt x="6601247" y="3113394"/>
                  </a:lnTo>
                  <a:lnTo>
                    <a:pt x="6602103" y="3085248"/>
                  </a:lnTo>
                  <a:lnTo>
                    <a:pt x="6602958" y="3116972"/>
                  </a:lnTo>
                  <a:lnTo>
                    <a:pt x="6602958" y="3116972"/>
                  </a:lnTo>
                  <a:lnTo>
                    <a:pt x="6603814" y="3116972"/>
                  </a:lnTo>
                  <a:lnTo>
                    <a:pt x="6604670" y="3092386"/>
                  </a:lnTo>
                  <a:lnTo>
                    <a:pt x="6605525" y="3046316"/>
                  </a:lnTo>
                  <a:lnTo>
                    <a:pt x="6606381" y="2983806"/>
                  </a:lnTo>
                  <a:lnTo>
                    <a:pt x="6607236" y="3000803"/>
                  </a:lnTo>
                  <a:lnTo>
                    <a:pt x="6608092" y="3028550"/>
                  </a:lnTo>
                  <a:lnTo>
                    <a:pt x="6608947" y="3017298"/>
                  </a:lnTo>
                  <a:lnTo>
                    <a:pt x="6609803" y="2992585"/>
                  </a:lnTo>
                  <a:lnTo>
                    <a:pt x="6610658" y="2992698"/>
                  </a:lnTo>
                  <a:lnTo>
                    <a:pt x="6611514" y="3027076"/>
                  </a:lnTo>
                  <a:lnTo>
                    <a:pt x="6612369" y="2998100"/>
                  </a:lnTo>
                  <a:lnTo>
                    <a:pt x="6613225" y="2968800"/>
                  </a:lnTo>
                  <a:lnTo>
                    <a:pt x="6614080" y="2963067"/>
                  </a:lnTo>
                  <a:lnTo>
                    <a:pt x="6614936" y="2936205"/>
                  </a:lnTo>
                  <a:lnTo>
                    <a:pt x="6615791" y="2897328"/>
                  </a:lnTo>
                  <a:lnTo>
                    <a:pt x="6616647" y="2884348"/>
                  </a:lnTo>
                  <a:lnTo>
                    <a:pt x="6617502" y="2849494"/>
                  </a:lnTo>
                  <a:lnTo>
                    <a:pt x="6618358" y="2801043"/>
                  </a:lnTo>
                  <a:lnTo>
                    <a:pt x="6619213" y="2707972"/>
                  </a:lnTo>
                  <a:lnTo>
                    <a:pt x="6620069" y="2642193"/>
                  </a:lnTo>
                  <a:lnTo>
                    <a:pt x="6620925" y="2666679"/>
                  </a:lnTo>
                  <a:lnTo>
                    <a:pt x="6621780" y="2727250"/>
                  </a:lnTo>
                  <a:lnTo>
                    <a:pt x="6622636" y="2836981"/>
                  </a:lnTo>
                  <a:lnTo>
                    <a:pt x="6623491" y="2915064"/>
                  </a:lnTo>
                  <a:lnTo>
                    <a:pt x="6624347" y="3016065"/>
                  </a:lnTo>
                  <a:lnTo>
                    <a:pt x="6625202" y="3084675"/>
                  </a:lnTo>
                  <a:lnTo>
                    <a:pt x="6626058" y="3049679"/>
                  </a:lnTo>
                  <a:lnTo>
                    <a:pt x="6626913" y="3046935"/>
                  </a:lnTo>
                  <a:lnTo>
                    <a:pt x="6627769" y="3015835"/>
                  </a:lnTo>
                  <a:lnTo>
                    <a:pt x="6628624" y="2986202"/>
                  </a:lnTo>
                  <a:lnTo>
                    <a:pt x="6629480" y="3015320"/>
                  </a:lnTo>
                  <a:lnTo>
                    <a:pt x="6630335" y="3069982"/>
                  </a:lnTo>
                  <a:lnTo>
                    <a:pt x="6631191" y="3116972"/>
                  </a:lnTo>
                  <a:lnTo>
                    <a:pt x="6631191" y="3116972"/>
                  </a:lnTo>
                  <a:lnTo>
                    <a:pt x="6632046" y="3116904"/>
                  </a:lnTo>
                  <a:lnTo>
                    <a:pt x="6632902" y="3116906"/>
                  </a:lnTo>
                  <a:lnTo>
                    <a:pt x="6633757" y="3116906"/>
                  </a:lnTo>
                  <a:lnTo>
                    <a:pt x="6634613" y="3116972"/>
                  </a:lnTo>
                  <a:lnTo>
                    <a:pt x="6634613" y="3116972"/>
                  </a:lnTo>
                  <a:lnTo>
                    <a:pt x="6635468" y="3116972"/>
                  </a:lnTo>
                  <a:lnTo>
                    <a:pt x="6636324" y="3099278"/>
                  </a:lnTo>
                  <a:lnTo>
                    <a:pt x="6637180" y="3075906"/>
                  </a:lnTo>
                  <a:lnTo>
                    <a:pt x="6638035" y="3075907"/>
                  </a:lnTo>
                  <a:lnTo>
                    <a:pt x="6638891" y="3075907"/>
                  </a:lnTo>
                  <a:lnTo>
                    <a:pt x="6639746" y="3059853"/>
                  </a:lnTo>
                  <a:lnTo>
                    <a:pt x="6640602" y="3046722"/>
                  </a:lnTo>
                  <a:lnTo>
                    <a:pt x="6641457" y="3098144"/>
                  </a:lnTo>
                  <a:lnTo>
                    <a:pt x="6642313" y="3116972"/>
                  </a:lnTo>
                  <a:lnTo>
                    <a:pt x="6642313" y="3116972"/>
                  </a:lnTo>
                  <a:lnTo>
                    <a:pt x="6643168" y="3116972"/>
                  </a:lnTo>
                  <a:lnTo>
                    <a:pt x="6644024" y="3116456"/>
                  </a:lnTo>
                  <a:lnTo>
                    <a:pt x="6644879" y="3002457"/>
                  </a:lnTo>
                  <a:lnTo>
                    <a:pt x="6645735" y="2844495"/>
                  </a:lnTo>
                  <a:lnTo>
                    <a:pt x="6646590" y="2717066"/>
                  </a:lnTo>
                  <a:lnTo>
                    <a:pt x="6647446" y="2612916"/>
                  </a:lnTo>
                  <a:lnTo>
                    <a:pt x="6648301" y="2534918"/>
                  </a:lnTo>
                  <a:lnTo>
                    <a:pt x="6649157" y="2486406"/>
                  </a:lnTo>
                  <a:lnTo>
                    <a:pt x="6650012" y="2517705"/>
                  </a:lnTo>
                  <a:lnTo>
                    <a:pt x="6650868" y="2630947"/>
                  </a:lnTo>
                  <a:lnTo>
                    <a:pt x="6651723" y="2744631"/>
                  </a:lnTo>
                  <a:lnTo>
                    <a:pt x="6652579" y="2850195"/>
                  </a:lnTo>
                  <a:lnTo>
                    <a:pt x="6653435" y="2928192"/>
                  </a:lnTo>
                  <a:lnTo>
                    <a:pt x="6654290" y="2980355"/>
                  </a:lnTo>
                  <a:lnTo>
                    <a:pt x="6655146" y="3045714"/>
                  </a:lnTo>
                  <a:lnTo>
                    <a:pt x="6656001" y="3062328"/>
                  </a:lnTo>
                  <a:lnTo>
                    <a:pt x="6656857" y="3062328"/>
                  </a:lnTo>
                  <a:lnTo>
                    <a:pt x="6657712" y="3062328"/>
                  </a:lnTo>
                  <a:lnTo>
                    <a:pt x="6658568" y="3062328"/>
                  </a:lnTo>
                  <a:lnTo>
                    <a:pt x="6659423" y="3062328"/>
                  </a:lnTo>
                  <a:lnTo>
                    <a:pt x="6660279" y="3062328"/>
                  </a:lnTo>
                  <a:lnTo>
                    <a:pt x="6661134" y="3062328"/>
                  </a:lnTo>
                  <a:lnTo>
                    <a:pt x="6661990" y="3062328"/>
                  </a:lnTo>
                  <a:lnTo>
                    <a:pt x="6662845" y="3062328"/>
                  </a:lnTo>
                  <a:lnTo>
                    <a:pt x="6663701" y="3030333"/>
                  </a:lnTo>
                  <a:lnTo>
                    <a:pt x="6664556" y="2977555"/>
                  </a:lnTo>
                  <a:lnTo>
                    <a:pt x="6665412" y="2958043"/>
                  </a:lnTo>
                  <a:lnTo>
                    <a:pt x="6666267" y="2974937"/>
                  </a:lnTo>
                  <a:lnTo>
                    <a:pt x="6667123" y="3035231"/>
                  </a:lnTo>
                  <a:lnTo>
                    <a:pt x="6667979" y="3021124"/>
                  </a:lnTo>
                  <a:lnTo>
                    <a:pt x="6668834" y="2985730"/>
                  </a:lnTo>
                  <a:lnTo>
                    <a:pt x="6669690" y="2993458"/>
                  </a:lnTo>
                  <a:lnTo>
                    <a:pt x="6670545" y="2998512"/>
                  </a:lnTo>
                  <a:lnTo>
                    <a:pt x="6671401" y="2981618"/>
                  </a:lnTo>
                  <a:lnTo>
                    <a:pt x="6672256" y="2921324"/>
                  </a:lnTo>
                  <a:lnTo>
                    <a:pt x="6673112" y="2921280"/>
                  </a:lnTo>
                  <a:lnTo>
                    <a:pt x="6673967" y="2928463"/>
                  </a:lnTo>
                  <a:lnTo>
                    <a:pt x="6674823" y="2855284"/>
                  </a:lnTo>
                  <a:lnTo>
                    <a:pt x="6675678" y="2775898"/>
                  </a:lnTo>
                  <a:lnTo>
                    <a:pt x="6676534" y="2728865"/>
                  </a:lnTo>
                  <a:lnTo>
                    <a:pt x="6677389" y="2687115"/>
                  </a:lnTo>
                  <a:lnTo>
                    <a:pt x="6678245" y="2692520"/>
                  </a:lnTo>
                  <a:lnTo>
                    <a:pt x="6679100" y="2722798"/>
                  </a:lnTo>
                  <a:lnTo>
                    <a:pt x="6679956" y="2753326"/>
                  </a:lnTo>
                  <a:lnTo>
                    <a:pt x="6680811" y="2746452"/>
                  </a:lnTo>
                  <a:lnTo>
                    <a:pt x="6681667" y="2727156"/>
                  </a:lnTo>
                  <a:lnTo>
                    <a:pt x="6682522" y="2717435"/>
                  </a:lnTo>
                  <a:lnTo>
                    <a:pt x="6683378" y="2681437"/>
                  </a:lnTo>
                  <a:lnTo>
                    <a:pt x="6684234" y="2684942"/>
                  </a:lnTo>
                  <a:lnTo>
                    <a:pt x="6685089" y="2765209"/>
                  </a:lnTo>
                  <a:lnTo>
                    <a:pt x="6685945" y="2837639"/>
                  </a:lnTo>
                  <a:lnTo>
                    <a:pt x="6686800" y="2812336"/>
                  </a:lnTo>
                  <a:lnTo>
                    <a:pt x="6687656" y="2750321"/>
                  </a:lnTo>
                  <a:lnTo>
                    <a:pt x="6688511" y="2767915"/>
                  </a:lnTo>
                  <a:lnTo>
                    <a:pt x="6689367" y="2725307"/>
                  </a:lnTo>
                  <a:lnTo>
                    <a:pt x="6690222" y="2665708"/>
                  </a:lnTo>
                  <a:lnTo>
                    <a:pt x="6691078" y="2609239"/>
                  </a:lnTo>
                  <a:lnTo>
                    <a:pt x="6691933" y="2665974"/>
                  </a:lnTo>
                  <a:lnTo>
                    <a:pt x="6692789" y="2788823"/>
                  </a:lnTo>
                  <a:lnTo>
                    <a:pt x="6693644" y="2849372"/>
                  </a:lnTo>
                  <a:lnTo>
                    <a:pt x="6694500" y="2930294"/>
                  </a:lnTo>
                  <a:lnTo>
                    <a:pt x="6695355" y="2990507"/>
                  </a:lnTo>
                  <a:lnTo>
                    <a:pt x="6696211" y="3034457"/>
                  </a:lnTo>
                  <a:lnTo>
                    <a:pt x="6697066" y="3032049"/>
                  </a:lnTo>
                  <a:lnTo>
                    <a:pt x="6697922" y="3039122"/>
                  </a:lnTo>
                  <a:lnTo>
                    <a:pt x="6698777" y="2997674"/>
                  </a:lnTo>
                  <a:lnTo>
                    <a:pt x="6699633" y="2928427"/>
                  </a:lnTo>
                  <a:lnTo>
                    <a:pt x="6700489" y="2831763"/>
                  </a:lnTo>
                  <a:lnTo>
                    <a:pt x="6701344" y="2789240"/>
                  </a:lnTo>
                  <a:lnTo>
                    <a:pt x="6702200" y="2801142"/>
                  </a:lnTo>
                  <a:lnTo>
                    <a:pt x="6703055" y="2782341"/>
                  </a:lnTo>
                  <a:lnTo>
                    <a:pt x="6703911" y="2783156"/>
                  </a:lnTo>
                  <a:lnTo>
                    <a:pt x="6704766" y="2740601"/>
                  </a:lnTo>
                  <a:lnTo>
                    <a:pt x="6705622" y="2748376"/>
                  </a:lnTo>
                  <a:lnTo>
                    <a:pt x="6706477" y="2861749"/>
                  </a:lnTo>
                  <a:lnTo>
                    <a:pt x="6707333" y="2909515"/>
                  </a:lnTo>
                  <a:lnTo>
                    <a:pt x="6708188" y="2873635"/>
                  </a:lnTo>
                  <a:lnTo>
                    <a:pt x="6709044" y="2855294"/>
                  </a:lnTo>
                  <a:lnTo>
                    <a:pt x="6709899" y="2954533"/>
                  </a:lnTo>
                  <a:lnTo>
                    <a:pt x="6710755" y="3020396"/>
                  </a:lnTo>
                  <a:lnTo>
                    <a:pt x="6711610" y="2921127"/>
                  </a:lnTo>
                  <a:lnTo>
                    <a:pt x="6712466" y="2806414"/>
                  </a:lnTo>
                  <a:lnTo>
                    <a:pt x="6713321" y="2753254"/>
                  </a:lnTo>
                  <a:lnTo>
                    <a:pt x="6714177" y="2760281"/>
                  </a:lnTo>
                  <a:lnTo>
                    <a:pt x="6715033" y="2703397"/>
                  </a:lnTo>
                  <a:lnTo>
                    <a:pt x="6715888" y="2684384"/>
                  </a:lnTo>
                  <a:lnTo>
                    <a:pt x="6716744" y="2730044"/>
                  </a:lnTo>
                  <a:lnTo>
                    <a:pt x="6717599" y="2772155"/>
                  </a:lnTo>
                  <a:lnTo>
                    <a:pt x="6718455" y="2768985"/>
                  </a:lnTo>
                  <a:lnTo>
                    <a:pt x="6719310" y="2745287"/>
                  </a:lnTo>
                  <a:lnTo>
                    <a:pt x="6720166" y="2800596"/>
                  </a:lnTo>
                  <a:lnTo>
                    <a:pt x="6721021" y="2846308"/>
                  </a:lnTo>
                  <a:lnTo>
                    <a:pt x="6721877" y="2875091"/>
                  </a:lnTo>
                  <a:lnTo>
                    <a:pt x="6722732" y="2925329"/>
                  </a:lnTo>
                  <a:lnTo>
                    <a:pt x="6723588" y="3068638"/>
                  </a:lnTo>
                  <a:lnTo>
                    <a:pt x="6724443" y="3116972"/>
                  </a:lnTo>
                  <a:lnTo>
                    <a:pt x="6724443" y="3116972"/>
                  </a:lnTo>
                  <a:lnTo>
                    <a:pt x="6725299" y="3116972"/>
                  </a:lnTo>
                  <a:lnTo>
                    <a:pt x="6726154" y="3092603"/>
                  </a:lnTo>
                  <a:lnTo>
                    <a:pt x="6727010" y="3048629"/>
                  </a:lnTo>
                  <a:lnTo>
                    <a:pt x="6727865" y="2942131"/>
                  </a:lnTo>
                  <a:lnTo>
                    <a:pt x="6728721" y="2835556"/>
                  </a:lnTo>
                  <a:lnTo>
                    <a:pt x="6729576" y="2725199"/>
                  </a:lnTo>
                  <a:lnTo>
                    <a:pt x="6730432" y="2629981"/>
                  </a:lnTo>
                  <a:lnTo>
                    <a:pt x="6731288" y="2617379"/>
                  </a:lnTo>
                  <a:lnTo>
                    <a:pt x="6732143" y="2587869"/>
                  </a:lnTo>
                  <a:lnTo>
                    <a:pt x="6732999" y="2657596"/>
                  </a:lnTo>
                  <a:lnTo>
                    <a:pt x="6733854" y="2706753"/>
                  </a:lnTo>
                  <a:lnTo>
                    <a:pt x="6734710" y="2758348"/>
                  </a:lnTo>
                  <a:lnTo>
                    <a:pt x="6735565" y="2864476"/>
                  </a:lnTo>
                  <a:lnTo>
                    <a:pt x="6736421" y="2919343"/>
                  </a:lnTo>
                  <a:lnTo>
                    <a:pt x="6737276" y="2989159"/>
                  </a:lnTo>
                  <a:lnTo>
                    <a:pt x="6738132" y="2992182"/>
                  </a:lnTo>
                  <a:lnTo>
                    <a:pt x="6738987" y="2930945"/>
                  </a:lnTo>
                  <a:lnTo>
                    <a:pt x="6739843" y="2881684"/>
                  </a:lnTo>
                  <a:lnTo>
                    <a:pt x="6740698" y="2832569"/>
                  </a:lnTo>
                  <a:lnTo>
                    <a:pt x="6741554" y="2784285"/>
                  </a:lnTo>
                  <a:lnTo>
                    <a:pt x="6742409" y="2729486"/>
                  </a:lnTo>
                  <a:lnTo>
                    <a:pt x="6743265" y="2712135"/>
                  </a:lnTo>
                  <a:lnTo>
                    <a:pt x="6744120" y="2713996"/>
                  </a:lnTo>
                  <a:lnTo>
                    <a:pt x="6744976" y="2700015"/>
                  </a:lnTo>
                  <a:lnTo>
                    <a:pt x="6745831" y="2682703"/>
                  </a:lnTo>
                  <a:lnTo>
                    <a:pt x="6746687" y="2633971"/>
                  </a:lnTo>
                  <a:lnTo>
                    <a:pt x="6747543" y="2624124"/>
                  </a:lnTo>
                  <a:lnTo>
                    <a:pt x="6748398" y="2628784"/>
                  </a:lnTo>
                  <a:lnTo>
                    <a:pt x="6749254" y="2607891"/>
                  </a:lnTo>
                  <a:lnTo>
                    <a:pt x="6750109" y="2532904"/>
                  </a:lnTo>
                  <a:lnTo>
                    <a:pt x="6750965" y="2457259"/>
                  </a:lnTo>
                  <a:lnTo>
                    <a:pt x="6751820" y="2490989"/>
                  </a:lnTo>
                  <a:lnTo>
                    <a:pt x="6752676" y="2525951"/>
                  </a:lnTo>
                  <a:lnTo>
                    <a:pt x="6753531" y="2493268"/>
                  </a:lnTo>
                  <a:lnTo>
                    <a:pt x="6754387" y="2454277"/>
                  </a:lnTo>
                  <a:lnTo>
                    <a:pt x="6755242" y="2527104"/>
                  </a:lnTo>
                  <a:lnTo>
                    <a:pt x="6756098" y="2631104"/>
                  </a:lnTo>
                  <a:lnTo>
                    <a:pt x="6756953" y="2643186"/>
                  </a:lnTo>
                  <a:lnTo>
                    <a:pt x="6757809" y="2598705"/>
                  </a:lnTo>
                  <a:lnTo>
                    <a:pt x="6758664" y="2597536"/>
                  </a:lnTo>
                  <a:lnTo>
                    <a:pt x="6759520" y="2669190"/>
                  </a:lnTo>
                  <a:lnTo>
                    <a:pt x="6760375" y="2657990"/>
                  </a:lnTo>
                  <a:lnTo>
                    <a:pt x="6761231" y="2623651"/>
                  </a:lnTo>
                  <a:lnTo>
                    <a:pt x="6762087" y="2603898"/>
                  </a:lnTo>
                  <a:lnTo>
                    <a:pt x="6762942" y="2566426"/>
                  </a:lnTo>
                  <a:lnTo>
                    <a:pt x="6763798" y="2609734"/>
                  </a:lnTo>
                  <a:lnTo>
                    <a:pt x="6764653" y="2596064"/>
                  </a:lnTo>
                  <a:lnTo>
                    <a:pt x="6765509" y="2572522"/>
                  </a:lnTo>
                  <a:lnTo>
                    <a:pt x="6766364" y="2533020"/>
                  </a:lnTo>
                  <a:lnTo>
                    <a:pt x="6767220" y="2509309"/>
                  </a:lnTo>
                  <a:lnTo>
                    <a:pt x="6768075" y="2545096"/>
                  </a:lnTo>
                  <a:lnTo>
                    <a:pt x="6768931" y="2464076"/>
                  </a:lnTo>
                  <a:lnTo>
                    <a:pt x="6769786" y="2406537"/>
                  </a:lnTo>
                  <a:lnTo>
                    <a:pt x="6770642" y="2487182"/>
                  </a:lnTo>
                  <a:lnTo>
                    <a:pt x="6771497" y="2555507"/>
                  </a:lnTo>
                  <a:lnTo>
                    <a:pt x="6772353" y="2673941"/>
                  </a:lnTo>
                  <a:lnTo>
                    <a:pt x="6773208" y="2719672"/>
                  </a:lnTo>
                  <a:lnTo>
                    <a:pt x="6774064" y="2784392"/>
                  </a:lnTo>
                  <a:lnTo>
                    <a:pt x="6774919" y="2899259"/>
                  </a:lnTo>
                  <a:lnTo>
                    <a:pt x="6775775" y="2912338"/>
                  </a:lnTo>
                  <a:lnTo>
                    <a:pt x="6776630" y="2906295"/>
                  </a:lnTo>
                  <a:lnTo>
                    <a:pt x="6777486" y="2823497"/>
                  </a:lnTo>
                  <a:lnTo>
                    <a:pt x="6778342" y="2797945"/>
                  </a:lnTo>
                  <a:lnTo>
                    <a:pt x="6779197" y="2844255"/>
                  </a:lnTo>
                  <a:lnTo>
                    <a:pt x="6780053" y="2888808"/>
                  </a:lnTo>
                  <a:lnTo>
                    <a:pt x="6780908" y="2963973"/>
                  </a:lnTo>
                  <a:lnTo>
                    <a:pt x="6781764" y="3058602"/>
                  </a:lnTo>
                  <a:lnTo>
                    <a:pt x="6782619" y="3103764"/>
                  </a:lnTo>
                  <a:lnTo>
                    <a:pt x="6783475" y="3103776"/>
                  </a:lnTo>
                  <a:lnTo>
                    <a:pt x="6784330" y="3116969"/>
                  </a:lnTo>
                  <a:lnTo>
                    <a:pt x="6785186" y="3093487"/>
                  </a:lnTo>
                  <a:lnTo>
                    <a:pt x="6786041" y="3014404"/>
                  </a:lnTo>
                  <a:lnTo>
                    <a:pt x="6786897" y="2943094"/>
                  </a:lnTo>
                  <a:lnTo>
                    <a:pt x="6787752" y="2960308"/>
                  </a:lnTo>
                  <a:lnTo>
                    <a:pt x="6788608" y="2988587"/>
                  </a:lnTo>
                  <a:lnTo>
                    <a:pt x="6789463" y="2956572"/>
                  </a:lnTo>
                  <a:lnTo>
                    <a:pt x="6790319" y="2948131"/>
                  </a:lnTo>
                  <a:lnTo>
                    <a:pt x="6791174" y="2964321"/>
                  </a:lnTo>
                  <a:lnTo>
                    <a:pt x="6792030" y="2941950"/>
                  </a:lnTo>
                  <a:lnTo>
                    <a:pt x="6792885" y="2948426"/>
                  </a:lnTo>
                  <a:lnTo>
                    <a:pt x="6793741" y="2997384"/>
                  </a:lnTo>
                  <a:lnTo>
                    <a:pt x="6794597" y="2972802"/>
                  </a:lnTo>
                  <a:lnTo>
                    <a:pt x="6795452" y="2921080"/>
                  </a:lnTo>
                  <a:lnTo>
                    <a:pt x="6796308" y="2937344"/>
                  </a:lnTo>
                  <a:lnTo>
                    <a:pt x="6797163" y="2986033"/>
                  </a:lnTo>
                  <a:lnTo>
                    <a:pt x="6798019" y="2976541"/>
                  </a:lnTo>
                  <a:lnTo>
                    <a:pt x="6798874" y="2901785"/>
                  </a:lnTo>
                  <a:lnTo>
                    <a:pt x="6799730" y="2882236"/>
                  </a:lnTo>
                  <a:lnTo>
                    <a:pt x="6800585" y="2862810"/>
                  </a:lnTo>
                  <a:lnTo>
                    <a:pt x="6801441" y="2801742"/>
                  </a:lnTo>
                  <a:lnTo>
                    <a:pt x="6802296" y="2792539"/>
                  </a:lnTo>
                  <a:lnTo>
                    <a:pt x="6803152" y="2782966"/>
                  </a:lnTo>
                  <a:lnTo>
                    <a:pt x="6804007" y="2792846"/>
                  </a:lnTo>
                  <a:lnTo>
                    <a:pt x="6804863" y="2806452"/>
                  </a:lnTo>
                  <a:lnTo>
                    <a:pt x="6805718" y="2829044"/>
                  </a:lnTo>
                  <a:lnTo>
                    <a:pt x="6806574" y="2910845"/>
                  </a:lnTo>
                  <a:lnTo>
                    <a:pt x="6807429" y="2922209"/>
                  </a:lnTo>
                  <a:lnTo>
                    <a:pt x="6808285" y="2847105"/>
                  </a:lnTo>
                  <a:lnTo>
                    <a:pt x="6809141" y="2838640"/>
                  </a:lnTo>
                  <a:lnTo>
                    <a:pt x="6809996" y="2801991"/>
                  </a:lnTo>
                  <a:lnTo>
                    <a:pt x="6810852" y="2798542"/>
                  </a:lnTo>
                  <a:lnTo>
                    <a:pt x="6811707" y="2803287"/>
                  </a:lnTo>
                  <a:lnTo>
                    <a:pt x="6812563" y="2833977"/>
                  </a:lnTo>
                  <a:lnTo>
                    <a:pt x="6813418" y="2923862"/>
                  </a:lnTo>
                  <a:lnTo>
                    <a:pt x="6814274" y="2974077"/>
                  </a:lnTo>
                  <a:lnTo>
                    <a:pt x="6815129" y="3095286"/>
                  </a:lnTo>
                  <a:lnTo>
                    <a:pt x="6815985" y="3116972"/>
                  </a:lnTo>
                  <a:lnTo>
                    <a:pt x="6815985" y="3116972"/>
                  </a:lnTo>
                  <a:lnTo>
                    <a:pt x="6816840" y="3116972"/>
                  </a:lnTo>
                  <a:lnTo>
                    <a:pt x="6817696" y="3116972"/>
                  </a:lnTo>
                  <a:lnTo>
                    <a:pt x="6818551" y="3116972"/>
                  </a:lnTo>
                  <a:lnTo>
                    <a:pt x="6819407" y="3116972"/>
                  </a:lnTo>
                  <a:lnTo>
                    <a:pt x="6820262" y="3116972"/>
                  </a:lnTo>
                  <a:lnTo>
                    <a:pt x="6821118" y="3116972"/>
                  </a:lnTo>
                  <a:lnTo>
                    <a:pt x="6821973" y="3108183"/>
                  </a:lnTo>
                  <a:lnTo>
                    <a:pt x="6822829" y="3046873"/>
                  </a:lnTo>
                  <a:lnTo>
                    <a:pt x="6823684" y="3049288"/>
                  </a:lnTo>
                  <a:lnTo>
                    <a:pt x="6824540" y="3065687"/>
                  </a:lnTo>
                  <a:lnTo>
                    <a:pt x="6825396" y="3089380"/>
                  </a:lnTo>
                  <a:lnTo>
                    <a:pt x="6826251" y="3116972"/>
                  </a:lnTo>
                  <a:lnTo>
                    <a:pt x="6826251" y="3116972"/>
                  </a:lnTo>
                  <a:lnTo>
                    <a:pt x="6827107" y="3116972"/>
                  </a:lnTo>
                  <a:lnTo>
                    <a:pt x="6827962" y="3116972"/>
                  </a:lnTo>
                  <a:lnTo>
                    <a:pt x="6828818" y="3116972"/>
                  </a:lnTo>
                  <a:lnTo>
                    <a:pt x="6829673" y="2988952"/>
                  </a:lnTo>
                  <a:lnTo>
                    <a:pt x="6830529" y="2817556"/>
                  </a:lnTo>
                  <a:lnTo>
                    <a:pt x="6831384" y="2686426"/>
                  </a:lnTo>
                  <a:lnTo>
                    <a:pt x="6832240" y="2600301"/>
                  </a:lnTo>
                  <a:lnTo>
                    <a:pt x="6833095" y="2598890"/>
                  </a:lnTo>
                  <a:lnTo>
                    <a:pt x="6833951" y="2619327"/>
                  </a:lnTo>
                  <a:lnTo>
                    <a:pt x="6834806" y="2710921"/>
                  </a:lnTo>
                  <a:lnTo>
                    <a:pt x="6835662" y="2780152"/>
                  </a:lnTo>
                  <a:lnTo>
                    <a:pt x="6836517" y="2889897"/>
                  </a:lnTo>
                  <a:lnTo>
                    <a:pt x="6837373" y="2960172"/>
                  </a:lnTo>
                  <a:lnTo>
                    <a:pt x="6838228" y="2925400"/>
                  </a:lnTo>
                  <a:lnTo>
                    <a:pt x="6839084" y="2879261"/>
                  </a:lnTo>
                  <a:lnTo>
                    <a:pt x="6839939" y="2879464"/>
                  </a:lnTo>
                  <a:lnTo>
                    <a:pt x="6840795" y="2935643"/>
                  </a:lnTo>
                  <a:lnTo>
                    <a:pt x="6841651" y="2962339"/>
                  </a:lnTo>
                  <a:lnTo>
                    <a:pt x="6842506" y="2981002"/>
                  </a:lnTo>
                  <a:lnTo>
                    <a:pt x="6843362" y="3032975"/>
                  </a:lnTo>
                  <a:lnTo>
                    <a:pt x="6844217" y="3112508"/>
                  </a:lnTo>
                  <a:lnTo>
                    <a:pt x="6845073" y="3116972"/>
                  </a:lnTo>
                  <a:lnTo>
                    <a:pt x="6845073" y="3116972"/>
                  </a:lnTo>
                  <a:lnTo>
                    <a:pt x="6845928" y="3116972"/>
                  </a:lnTo>
                  <a:lnTo>
                    <a:pt x="6846784" y="3116972"/>
                  </a:lnTo>
                  <a:lnTo>
                    <a:pt x="6847639" y="3116972"/>
                  </a:lnTo>
                  <a:lnTo>
                    <a:pt x="6848495" y="3116972"/>
                  </a:lnTo>
                  <a:lnTo>
                    <a:pt x="6849350" y="3116972"/>
                  </a:lnTo>
                  <a:lnTo>
                    <a:pt x="6850206" y="3116972"/>
                  </a:lnTo>
                  <a:lnTo>
                    <a:pt x="6851061" y="3116972"/>
                  </a:lnTo>
                  <a:lnTo>
                    <a:pt x="6851917" y="3116972"/>
                  </a:lnTo>
                  <a:lnTo>
                    <a:pt x="6852772" y="3116972"/>
                  </a:lnTo>
                  <a:lnTo>
                    <a:pt x="6853628" y="3116972"/>
                  </a:lnTo>
                  <a:lnTo>
                    <a:pt x="6854483" y="2946620"/>
                  </a:lnTo>
                  <a:lnTo>
                    <a:pt x="6855339" y="2775309"/>
                  </a:lnTo>
                  <a:lnTo>
                    <a:pt x="6856195" y="2677831"/>
                  </a:lnTo>
                  <a:lnTo>
                    <a:pt x="6857050" y="2571830"/>
                  </a:lnTo>
                  <a:lnTo>
                    <a:pt x="6857906" y="2550011"/>
                  </a:lnTo>
                  <a:lnTo>
                    <a:pt x="6858761" y="2626761"/>
                  </a:lnTo>
                  <a:lnTo>
                    <a:pt x="6859617" y="2790454"/>
                  </a:lnTo>
                  <a:lnTo>
                    <a:pt x="6860472" y="2896028"/>
                  </a:lnTo>
                  <a:lnTo>
                    <a:pt x="6861328" y="2892044"/>
                  </a:lnTo>
                  <a:lnTo>
                    <a:pt x="6862183" y="2913366"/>
                  </a:lnTo>
                  <a:lnTo>
                    <a:pt x="6863039" y="2862499"/>
                  </a:lnTo>
                  <a:lnTo>
                    <a:pt x="6863894" y="2820076"/>
                  </a:lnTo>
                  <a:lnTo>
                    <a:pt x="6864750" y="2770268"/>
                  </a:lnTo>
                  <a:lnTo>
                    <a:pt x="6865605" y="2745209"/>
                  </a:lnTo>
                  <a:lnTo>
                    <a:pt x="6866461" y="2853219"/>
                  </a:lnTo>
                  <a:lnTo>
                    <a:pt x="6867316" y="2919928"/>
                  </a:lnTo>
                  <a:lnTo>
                    <a:pt x="6868172" y="3006077"/>
                  </a:lnTo>
                  <a:lnTo>
                    <a:pt x="6869027" y="3036761"/>
                  </a:lnTo>
                  <a:lnTo>
                    <a:pt x="6869883" y="3045968"/>
                  </a:lnTo>
                  <a:lnTo>
                    <a:pt x="6870738" y="2989201"/>
                  </a:lnTo>
                  <a:lnTo>
                    <a:pt x="6871594" y="2912403"/>
                  </a:lnTo>
                  <a:lnTo>
                    <a:pt x="6872450" y="2855854"/>
                  </a:lnTo>
                  <a:lnTo>
                    <a:pt x="6873305" y="2730153"/>
                  </a:lnTo>
                  <a:lnTo>
                    <a:pt x="6874161" y="2695331"/>
                  </a:lnTo>
                  <a:lnTo>
                    <a:pt x="6875016" y="2681715"/>
                  </a:lnTo>
                  <a:lnTo>
                    <a:pt x="6875872" y="2713102"/>
                  </a:lnTo>
                  <a:lnTo>
                    <a:pt x="6876727" y="2683183"/>
                  </a:lnTo>
                  <a:lnTo>
                    <a:pt x="6877583" y="2691317"/>
                  </a:lnTo>
                  <a:lnTo>
                    <a:pt x="6878438" y="2725417"/>
                  </a:lnTo>
                  <a:lnTo>
                    <a:pt x="6879294" y="2644968"/>
                  </a:lnTo>
                  <a:lnTo>
                    <a:pt x="6880149" y="2644780"/>
                  </a:lnTo>
                  <a:lnTo>
                    <a:pt x="6881005" y="2724356"/>
                  </a:lnTo>
                  <a:lnTo>
                    <a:pt x="6881860" y="2813621"/>
                  </a:lnTo>
                  <a:lnTo>
                    <a:pt x="6882716" y="2817548"/>
                  </a:lnTo>
                  <a:lnTo>
                    <a:pt x="6883571" y="2835054"/>
                  </a:lnTo>
                  <a:lnTo>
                    <a:pt x="6884427" y="2928271"/>
                  </a:lnTo>
                  <a:lnTo>
                    <a:pt x="6885282" y="3003536"/>
                  </a:lnTo>
                  <a:lnTo>
                    <a:pt x="6886138" y="3015437"/>
                  </a:lnTo>
                  <a:lnTo>
                    <a:pt x="6886993" y="3021031"/>
                  </a:lnTo>
                  <a:lnTo>
                    <a:pt x="6887849" y="3021578"/>
                  </a:lnTo>
                  <a:lnTo>
                    <a:pt x="6888705" y="3006027"/>
                  </a:lnTo>
                  <a:lnTo>
                    <a:pt x="6889560" y="2943436"/>
                  </a:lnTo>
                  <a:lnTo>
                    <a:pt x="6890416" y="2859238"/>
                  </a:lnTo>
                  <a:lnTo>
                    <a:pt x="6891271" y="2814327"/>
                  </a:lnTo>
                  <a:lnTo>
                    <a:pt x="6892127" y="2771511"/>
                  </a:lnTo>
                  <a:lnTo>
                    <a:pt x="6892982" y="2757506"/>
                  </a:lnTo>
                  <a:lnTo>
                    <a:pt x="6893838" y="2810518"/>
                  </a:lnTo>
                  <a:lnTo>
                    <a:pt x="6894693" y="2873500"/>
                  </a:lnTo>
                  <a:lnTo>
                    <a:pt x="6895549" y="2904592"/>
                  </a:lnTo>
                  <a:lnTo>
                    <a:pt x="6896404" y="2900185"/>
                  </a:lnTo>
                  <a:lnTo>
                    <a:pt x="6897260" y="2925221"/>
                  </a:lnTo>
                  <a:lnTo>
                    <a:pt x="6898115" y="2951704"/>
                  </a:lnTo>
                  <a:lnTo>
                    <a:pt x="6898971" y="2901016"/>
                  </a:lnTo>
                  <a:lnTo>
                    <a:pt x="6899826" y="2830145"/>
                  </a:lnTo>
                  <a:lnTo>
                    <a:pt x="6900682" y="2840674"/>
                  </a:lnTo>
                  <a:lnTo>
                    <a:pt x="6901537" y="2895842"/>
                  </a:lnTo>
                  <a:lnTo>
                    <a:pt x="6902393" y="2913623"/>
                  </a:lnTo>
                  <a:lnTo>
                    <a:pt x="6903248" y="2929661"/>
                  </a:lnTo>
                  <a:lnTo>
                    <a:pt x="6904104" y="2987477"/>
                  </a:lnTo>
                  <a:lnTo>
                    <a:pt x="6904960" y="3040122"/>
                  </a:lnTo>
                  <a:lnTo>
                    <a:pt x="6905815" y="2998838"/>
                  </a:lnTo>
                  <a:lnTo>
                    <a:pt x="6906671" y="2975206"/>
                  </a:lnTo>
                  <a:lnTo>
                    <a:pt x="6907526" y="2945731"/>
                  </a:lnTo>
                  <a:lnTo>
                    <a:pt x="6908382" y="2849680"/>
                  </a:lnTo>
                  <a:lnTo>
                    <a:pt x="6909237" y="2753867"/>
                  </a:lnTo>
                  <a:lnTo>
                    <a:pt x="6910093" y="2764506"/>
                  </a:lnTo>
                  <a:lnTo>
                    <a:pt x="6910948" y="2815625"/>
                  </a:lnTo>
                  <a:lnTo>
                    <a:pt x="6911804" y="2833406"/>
                  </a:lnTo>
                  <a:lnTo>
                    <a:pt x="6912659" y="2852287"/>
                  </a:lnTo>
                  <a:lnTo>
                    <a:pt x="6913515" y="2895275"/>
                  </a:lnTo>
                  <a:lnTo>
                    <a:pt x="6914370" y="2934243"/>
                  </a:lnTo>
                  <a:lnTo>
                    <a:pt x="6915226" y="2955161"/>
                  </a:lnTo>
                  <a:lnTo>
                    <a:pt x="6916081" y="2955162"/>
                  </a:lnTo>
                  <a:lnTo>
                    <a:pt x="6916937" y="2955162"/>
                  </a:lnTo>
                  <a:lnTo>
                    <a:pt x="6917792" y="2965757"/>
                  </a:lnTo>
                  <a:lnTo>
                    <a:pt x="6918648" y="3018820"/>
                  </a:lnTo>
                  <a:lnTo>
                    <a:pt x="6919504" y="3075665"/>
                  </a:lnTo>
                  <a:lnTo>
                    <a:pt x="6920359" y="3073960"/>
                  </a:lnTo>
                  <a:lnTo>
                    <a:pt x="6921215" y="3056467"/>
                  </a:lnTo>
                  <a:lnTo>
                    <a:pt x="6922070" y="2970938"/>
                  </a:lnTo>
                  <a:lnTo>
                    <a:pt x="6922926" y="2923858"/>
                  </a:lnTo>
                  <a:lnTo>
                    <a:pt x="6923781" y="2854387"/>
                  </a:lnTo>
                  <a:lnTo>
                    <a:pt x="6924637" y="2769746"/>
                  </a:lnTo>
                  <a:lnTo>
                    <a:pt x="6925492" y="2681653"/>
                  </a:lnTo>
                  <a:lnTo>
                    <a:pt x="6926348" y="2602792"/>
                  </a:lnTo>
                  <a:lnTo>
                    <a:pt x="6927203" y="2606960"/>
                  </a:lnTo>
                  <a:lnTo>
                    <a:pt x="6928059" y="2585052"/>
                  </a:lnTo>
                  <a:lnTo>
                    <a:pt x="6928914" y="2632809"/>
                  </a:lnTo>
                  <a:lnTo>
                    <a:pt x="6929770" y="2717454"/>
                  </a:lnTo>
                  <a:lnTo>
                    <a:pt x="6930625" y="2793916"/>
                  </a:lnTo>
                  <a:lnTo>
                    <a:pt x="6931481" y="2890272"/>
                  </a:lnTo>
                  <a:lnTo>
                    <a:pt x="6932336" y="2974249"/>
                  </a:lnTo>
                  <a:lnTo>
                    <a:pt x="6933192" y="3076080"/>
                  </a:lnTo>
                  <a:lnTo>
                    <a:pt x="6934047" y="3116555"/>
                  </a:lnTo>
                  <a:lnTo>
                    <a:pt x="6934903" y="3116972"/>
                  </a:lnTo>
                  <a:lnTo>
                    <a:pt x="6934903" y="3116972"/>
                  </a:lnTo>
                  <a:lnTo>
                    <a:pt x="6935759" y="3116972"/>
                  </a:lnTo>
                  <a:lnTo>
                    <a:pt x="6936614" y="3116972"/>
                  </a:lnTo>
                  <a:lnTo>
                    <a:pt x="6937470" y="3116972"/>
                  </a:lnTo>
                  <a:lnTo>
                    <a:pt x="6938325" y="3116972"/>
                  </a:lnTo>
                  <a:lnTo>
                    <a:pt x="6939181" y="3116972"/>
                  </a:lnTo>
                  <a:lnTo>
                    <a:pt x="6940036" y="3116972"/>
                  </a:lnTo>
                  <a:lnTo>
                    <a:pt x="6940892" y="3105141"/>
                  </a:lnTo>
                  <a:lnTo>
                    <a:pt x="6941747" y="3001319"/>
                  </a:lnTo>
                  <a:lnTo>
                    <a:pt x="6942603" y="2902986"/>
                  </a:lnTo>
                  <a:lnTo>
                    <a:pt x="6943458" y="2900536"/>
                  </a:lnTo>
                  <a:lnTo>
                    <a:pt x="6944314" y="2991390"/>
                  </a:lnTo>
                  <a:lnTo>
                    <a:pt x="6945169" y="3022714"/>
                  </a:lnTo>
                  <a:lnTo>
                    <a:pt x="6946025" y="3032260"/>
                  </a:lnTo>
                  <a:lnTo>
                    <a:pt x="6946880" y="3028016"/>
                  </a:lnTo>
                  <a:lnTo>
                    <a:pt x="6947736" y="2966770"/>
                  </a:lnTo>
                  <a:lnTo>
                    <a:pt x="6948591" y="2887802"/>
                  </a:lnTo>
                  <a:lnTo>
                    <a:pt x="6949447" y="2837719"/>
                  </a:lnTo>
                  <a:lnTo>
                    <a:pt x="6950302" y="2830920"/>
                  </a:lnTo>
                  <a:lnTo>
                    <a:pt x="6951158" y="2812275"/>
                  </a:lnTo>
                  <a:lnTo>
                    <a:pt x="6952014" y="2744997"/>
                  </a:lnTo>
                  <a:lnTo>
                    <a:pt x="6952869" y="2796418"/>
                  </a:lnTo>
                  <a:lnTo>
                    <a:pt x="6953725" y="2875387"/>
                  </a:lnTo>
                  <a:lnTo>
                    <a:pt x="6954580" y="2945523"/>
                  </a:lnTo>
                  <a:lnTo>
                    <a:pt x="6955436" y="2988209"/>
                  </a:lnTo>
                  <a:lnTo>
                    <a:pt x="6956291" y="2974001"/>
                  </a:lnTo>
                  <a:lnTo>
                    <a:pt x="6957147" y="2983486"/>
                  </a:lnTo>
                  <a:lnTo>
                    <a:pt x="6958002" y="2933057"/>
                  </a:lnTo>
                  <a:lnTo>
                    <a:pt x="6958858" y="2834245"/>
                  </a:lnTo>
                  <a:lnTo>
                    <a:pt x="6959713" y="2693520"/>
                  </a:lnTo>
                  <a:lnTo>
                    <a:pt x="6960569" y="2633409"/>
                  </a:lnTo>
                  <a:lnTo>
                    <a:pt x="6961424" y="2634267"/>
                  </a:lnTo>
                  <a:lnTo>
                    <a:pt x="6962280" y="2562552"/>
                  </a:lnTo>
                  <a:lnTo>
                    <a:pt x="6963135" y="2471259"/>
                  </a:lnTo>
                  <a:lnTo>
                    <a:pt x="6963991" y="2464264"/>
                  </a:lnTo>
                  <a:lnTo>
                    <a:pt x="6964846" y="2469019"/>
                  </a:lnTo>
                  <a:lnTo>
                    <a:pt x="6965702" y="2419217"/>
                  </a:lnTo>
                  <a:lnTo>
                    <a:pt x="6966558" y="2454597"/>
                  </a:lnTo>
                  <a:lnTo>
                    <a:pt x="6967413" y="2560797"/>
                  </a:lnTo>
                  <a:lnTo>
                    <a:pt x="6968269" y="2620620"/>
                  </a:lnTo>
                  <a:lnTo>
                    <a:pt x="6969124" y="2706031"/>
                  </a:lnTo>
                  <a:lnTo>
                    <a:pt x="6969980" y="2826012"/>
                  </a:lnTo>
                  <a:lnTo>
                    <a:pt x="6970835" y="2860571"/>
                  </a:lnTo>
                  <a:lnTo>
                    <a:pt x="6971691" y="2797712"/>
                  </a:lnTo>
                  <a:lnTo>
                    <a:pt x="6972546" y="2794167"/>
                  </a:lnTo>
                  <a:lnTo>
                    <a:pt x="6973402" y="2953960"/>
                  </a:lnTo>
                  <a:lnTo>
                    <a:pt x="6974257" y="2951409"/>
                  </a:lnTo>
                  <a:lnTo>
                    <a:pt x="6975113" y="2872647"/>
                  </a:lnTo>
                  <a:lnTo>
                    <a:pt x="6975968" y="2931545"/>
                  </a:lnTo>
                  <a:lnTo>
                    <a:pt x="6976824" y="3019398"/>
                  </a:lnTo>
                  <a:lnTo>
                    <a:pt x="6977679" y="3046992"/>
                  </a:lnTo>
                  <a:lnTo>
                    <a:pt x="6978535" y="2961626"/>
                  </a:lnTo>
                  <a:lnTo>
                    <a:pt x="6979390" y="2991762"/>
                  </a:lnTo>
                  <a:lnTo>
                    <a:pt x="6980246" y="2996712"/>
                  </a:lnTo>
                  <a:lnTo>
                    <a:pt x="6981101" y="2952245"/>
                  </a:lnTo>
                  <a:lnTo>
                    <a:pt x="6981957" y="2893331"/>
                  </a:lnTo>
                  <a:lnTo>
                    <a:pt x="6982813" y="2884878"/>
                  </a:lnTo>
                  <a:lnTo>
                    <a:pt x="6983668" y="2951663"/>
                  </a:lnTo>
                  <a:lnTo>
                    <a:pt x="6984524" y="2967087"/>
                  </a:lnTo>
                  <a:lnTo>
                    <a:pt x="6985379" y="2991720"/>
                  </a:lnTo>
                  <a:lnTo>
                    <a:pt x="6986235" y="3001067"/>
                  </a:lnTo>
                  <a:lnTo>
                    <a:pt x="6987090" y="3035256"/>
                  </a:lnTo>
                  <a:lnTo>
                    <a:pt x="6987946" y="2986925"/>
                  </a:lnTo>
                  <a:lnTo>
                    <a:pt x="6988801" y="2883238"/>
                  </a:lnTo>
                  <a:lnTo>
                    <a:pt x="6989657" y="2825308"/>
                  </a:lnTo>
                  <a:lnTo>
                    <a:pt x="6990512" y="2801732"/>
                  </a:lnTo>
                  <a:lnTo>
                    <a:pt x="6991368" y="2784538"/>
                  </a:lnTo>
                  <a:lnTo>
                    <a:pt x="6992223" y="2766528"/>
                  </a:lnTo>
                  <a:lnTo>
                    <a:pt x="6993079" y="2805215"/>
                  </a:lnTo>
                  <a:lnTo>
                    <a:pt x="6993934" y="2839436"/>
                  </a:lnTo>
                  <a:lnTo>
                    <a:pt x="6994790" y="2815915"/>
                  </a:lnTo>
                  <a:lnTo>
                    <a:pt x="6995645" y="2727358"/>
                  </a:lnTo>
                  <a:lnTo>
                    <a:pt x="6996501" y="2641069"/>
                  </a:lnTo>
                  <a:lnTo>
                    <a:pt x="6997356" y="2644068"/>
                  </a:lnTo>
                  <a:lnTo>
                    <a:pt x="6998212" y="2630277"/>
                  </a:lnTo>
                  <a:lnTo>
                    <a:pt x="6999068" y="2638906"/>
                  </a:lnTo>
                  <a:lnTo>
                    <a:pt x="6999923" y="2697744"/>
                  </a:lnTo>
                  <a:lnTo>
                    <a:pt x="7000779" y="2826211"/>
                  </a:lnTo>
                  <a:lnTo>
                    <a:pt x="7001634" y="2941173"/>
                  </a:lnTo>
                  <a:lnTo>
                    <a:pt x="7002490" y="2994802"/>
                  </a:lnTo>
                  <a:lnTo>
                    <a:pt x="7003345" y="3044475"/>
                  </a:lnTo>
                  <a:lnTo>
                    <a:pt x="7004201" y="2988654"/>
                  </a:lnTo>
                  <a:lnTo>
                    <a:pt x="7005056" y="2871100"/>
                  </a:lnTo>
                  <a:lnTo>
                    <a:pt x="7005912" y="2788353"/>
                  </a:lnTo>
                  <a:lnTo>
                    <a:pt x="7006767" y="2745954"/>
                  </a:lnTo>
                  <a:lnTo>
                    <a:pt x="7007623" y="2743960"/>
                  </a:lnTo>
                  <a:lnTo>
                    <a:pt x="7008478" y="2709098"/>
                  </a:lnTo>
                  <a:lnTo>
                    <a:pt x="7009334" y="2750876"/>
                  </a:lnTo>
                  <a:lnTo>
                    <a:pt x="7010189" y="2920053"/>
                  </a:lnTo>
                  <a:lnTo>
                    <a:pt x="7011045" y="3065399"/>
                  </a:lnTo>
                  <a:lnTo>
                    <a:pt x="7011900" y="3116972"/>
                  </a:lnTo>
                  <a:lnTo>
                    <a:pt x="7011900" y="3116972"/>
                  </a:lnTo>
                  <a:lnTo>
                    <a:pt x="7012756" y="3116972"/>
                  </a:lnTo>
                  <a:lnTo>
                    <a:pt x="7013612" y="3116972"/>
                  </a:lnTo>
                  <a:lnTo>
                    <a:pt x="7014467" y="3097260"/>
                  </a:lnTo>
                  <a:lnTo>
                    <a:pt x="7015323" y="3006884"/>
                  </a:lnTo>
                  <a:lnTo>
                    <a:pt x="7016178" y="2927227"/>
                  </a:lnTo>
                  <a:lnTo>
                    <a:pt x="7017034" y="2834738"/>
                  </a:lnTo>
                  <a:lnTo>
                    <a:pt x="7017889" y="2825108"/>
                  </a:lnTo>
                  <a:lnTo>
                    <a:pt x="7018745" y="2837728"/>
                  </a:lnTo>
                  <a:lnTo>
                    <a:pt x="7019600" y="2935745"/>
                  </a:lnTo>
                  <a:lnTo>
                    <a:pt x="7020456" y="2974496"/>
                  </a:lnTo>
                  <a:lnTo>
                    <a:pt x="7021311" y="2991556"/>
                  </a:lnTo>
                  <a:lnTo>
                    <a:pt x="7022167" y="3038669"/>
                  </a:lnTo>
                  <a:lnTo>
                    <a:pt x="7023022" y="3057630"/>
                  </a:lnTo>
                  <a:lnTo>
                    <a:pt x="7023878" y="3096927"/>
                  </a:lnTo>
                  <a:lnTo>
                    <a:pt x="7024733" y="3098347"/>
                  </a:lnTo>
                  <a:lnTo>
                    <a:pt x="7025589" y="3086879"/>
                  </a:lnTo>
                  <a:lnTo>
                    <a:pt x="7026444" y="3116972"/>
                  </a:lnTo>
                  <a:lnTo>
                    <a:pt x="7026444" y="3116972"/>
                  </a:lnTo>
                  <a:lnTo>
                    <a:pt x="7027300" y="3106186"/>
                  </a:lnTo>
                  <a:lnTo>
                    <a:pt x="7028155" y="3097697"/>
                  </a:lnTo>
                  <a:lnTo>
                    <a:pt x="7029011" y="3053917"/>
                  </a:lnTo>
                  <a:lnTo>
                    <a:pt x="7029867" y="3074269"/>
                  </a:lnTo>
                  <a:lnTo>
                    <a:pt x="7030722" y="3116972"/>
                  </a:lnTo>
                  <a:lnTo>
                    <a:pt x="7030722" y="3116972"/>
                  </a:lnTo>
                  <a:lnTo>
                    <a:pt x="7031578" y="3091682"/>
                  </a:lnTo>
                  <a:lnTo>
                    <a:pt x="7032433" y="3116972"/>
                  </a:lnTo>
                  <a:lnTo>
                    <a:pt x="7032433" y="3116972"/>
                  </a:lnTo>
                  <a:lnTo>
                    <a:pt x="7033289" y="3116972"/>
                  </a:lnTo>
                  <a:lnTo>
                    <a:pt x="7034144" y="3116972"/>
                  </a:lnTo>
                  <a:lnTo>
                    <a:pt x="7035000" y="3116972"/>
                  </a:lnTo>
                  <a:lnTo>
                    <a:pt x="7035855" y="3116972"/>
                  </a:lnTo>
                  <a:lnTo>
                    <a:pt x="7036711" y="3116972"/>
                  </a:lnTo>
                  <a:lnTo>
                    <a:pt x="7037566" y="3116972"/>
                  </a:lnTo>
                  <a:lnTo>
                    <a:pt x="7038422" y="3116972"/>
                  </a:lnTo>
                  <a:lnTo>
                    <a:pt x="7039277" y="3116972"/>
                  </a:lnTo>
                  <a:lnTo>
                    <a:pt x="7040133" y="3116972"/>
                  </a:lnTo>
                  <a:lnTo>
                    <a:pt x="7040988" y="3116972"/>
                  </a:lnTo>
                  <a:lnTo>
                    <a:pt x="7041844" y="3116972"/>
                  </a:lnTo>
                  <a:lnTo>
                    <a:pt x="7042699" y="3116972"/>
                  </a:lnTo>
                  <a:lnTo>
                    <a:pt x="7043555" y="3116972"/>
                  </a:lnTo>
                  <a:lnTo>
                    <a:pt x="7044410" y="3116559"/>
                  </a:lnTo>
                  <a:lnTo>
                    <a:pt x="7045266" y="3113355"/>
                  </a:lnTo>
                  <a:lnTo>
                    <a:pt x="7046122" y="3029450"/>
                  </a:lnTo>
                  <a:lnTo>
                    <a:pt x="7046977" y="2978011"/>
                  </a:lnTo>
                  <a:lnTo>
                    <a:pt x="7047833" y="2972798"/>
                  </a:lnTo>
                  <a:lnTo>
                    <a:pt x="7048688" y="2974485"/>
                  </a:lnTo>
                  <a:lnTo>
                    <a:pt x="7049544" y="2934623"/>
                  </a:lnTo>
                  <a:lnTo>
                    <a:pt x="7050399" y="2895250"/>
                  </a:lnTo>
                  <a:lnTo>
                    <a:pt x="7051255" y="2955777"/>
                  </a:lnTo>
                  <a:lnTo>
                    <a:pt x="7052110" y="3014619"/>
                  </a:lnTo>
                  <a:lnTo>
                    <a:pt x="7052966" y="3073858"/>
                  </a:lnTo>
                  <a:lnTo>
                    <a:pt x="7053821" y="3116972"/>
                  </a:lnTo>
                  <a:lnTo>
                    <a:pt x="7053821" y="3116972"/>
                  </a:lnTo>
                  <a:lnTo>
                    <a:pt x="7054677" y="3116972"/>
                  </a:lnTo>
                  <a:lnTo>
                    <a:pt x="7055532" y="3116972"/>
                  </a:lnTo>
                  <a:lnTo>
                    <a:pt x="7056388" y="3116972"/>
                  </a:lnTo>
                  <a:lnTo>
                    <a:pt x="7057243" y="3116972"/>
                  </a:lnTo>
                  <a:lnTo>
                    <a:pt x="7058099" y="3116972"/>
                  </a:lnTo>
                  <a:lnTo>
                    <a:pt x="7058954" y="3116972"/>
                  </a:lnTo>
                  <a:lnTo>
                    <a:pt x="7059810" y="3116972"/>
                  </a:lnTo>
                  <a:lnTo>
                    <a:pt x="7060666" y="3116972"/>
                  </a:lnTo>
                  <a:lnTo>
                    <a:pt x="7061521" y="3116972"/>
                  </a:lnTo>
                  <a:lnTo>
                    <a:pt x="7062377" y="3116972"/>
                  </a:lnTo>
                  <a:lnTo>
                    <a:pt x="7063232" y="3116972"/>
                  </a:lnTo>
                  <a:lnTo>
                    <a:pt x="7064088" y="3116972"/>
                  </a:lnTo>
                  <a:lnTo>
                    <a:pt x="7064943" y="3116972"/>
                  </a:lnTo>
                  <a:lnTo>
                    <a:pt x="7065799" y="3116972"/>
                  </a:lnTo>
                  <a:lnTo>
                    <a:pt x="7066654" y="3116972"/>
                  </a:lnTo>
                  <a:lnTo>
                    <a:pt x="7067510" y="3116972"/>
                  </a:lnTo>
                  <a:lnTo>
                    <a:pt x="7068365" y="3116972"/>
                  </a:lnTo>
                  <a:lnTo>
                    <a:pt x="7069221" y="3116972"/>
                  </a:lnTo>
                  <a:lnTo>
                    <a:pt x="7070076" y="3036333"/>
                  </a:lnTo>
                  <a:lnTo>
                    <a:pt x="7070932" y="2907379"/>
                  </a:lnTo>
                  <a:lnTo>
                    <a:pt x="7071787" y="2855639"/>
                  </a:lnTo>
                  <a:lnTo>
                    <a:pt x="7072643" y="2866527"/>
                  </a:lnTo>
                  <a:lnTo>
                    <a:pt x="7073498" y="2890912"/>
                  </a:lnTo>
                  <a:lnTo>
                    <a:pt x="7074354" y="2895043"/>
                  </a:lnTo>
                  <a:lnTo>
                    <a:pt x="7075209" y="2904817"/>
                  </a:lnTo>
                  <a:lnTo>
                    <a:pt x="7076065" y="3007295"/>
                  </a:lnTo>
                  <a:lnTo>
                    <a:pt x="7076921" y="3053921"/>
                  </a:lnTo>
                  <a:lnTo>
                    <a:pt x="7077776" y="3097076"/>
                  </a:lnTo>
                  <a:lnTo>
                    <a:pt x="7078632" y="3087772"/>
                  </a:lnTo>
                  <a:lnTo>
                    <a:pt x="7079487" y="3061905"/>
                  </a:lnTo>
                  <a:lnTo>
                    <a:pt x="7080343" y="3116972"/>
                  </a:lnTo>
                  <a:lnTo>
                    <a:pt x="7080343" y="3116972"/>
                  </a:lnTo>
                  <a:lnTo>
                    <a:pt x="7081198" y="3116972"/>
                  </a:lnTo>
                  <a:lnTo>
                    <a:pt x="7082054" y="3116972"/>
                  </a:lnTo>
                  <a:lnTo>
                    <a:pt x="7082909" y="3096680"/>
                  </a:lnTo>
                  <a:lnTo>
                    <a:pt x="7083765" y="3098401"/>
                  </a:lnTo>
                  <a:lnTo>
                    <a:pt x="7084620" y="3116972"/>
                  </a:lnTo>
                  <a:lnTo>
                    <a:pt x="7084620" y="3116972"/>
                  </a:lnTo>
                  <a:lnTo>
                    <a:pt x="7085476" y="3077526"/>
                  </a:lnTo>
                  <a:lnTo>
                    <a:pt x="7086331" y="3004751"/>
                  </a:lnTo>
                  <a:lnTo>
                    <a:pt x="7087187" y="3016730"/>
                  </a:lnTo>
                  <a:lnTo>
                    <a:pt x="7088042" y="3055695"/>
                  </a:lnTo>
                  <a:lnTo>
                    <a:pt x="7088898" y="3112521"/>
                  </a:lnTo>
                  <a:lnTo>
                    <a:pt x="7089753" y="3116972"/>
                  </a:lnTo>
                  <a:lnTo>
                    <a:pt x="7089753" y="3116972"/>
                  </a:lnTo>
                  <a:lnTo>
                    <a:pt x="7090609" y="3066486"/>
                  </a:lnTo>
                  <a:lnTo>
                    <a:pt x="7091464" y="3037201"/>
                  </a:lnTo>
                  <a:lnTo>
                    <a:pt x="7092320" y="3088111"/>
                  </a:lnTo>
                  <a:lnTo>
                    <a:pt x="7093176" y="3066738"/>
                  </a:lnTo>
                  <a:lnTo>
                    <a:pt x="7094031" y="3027348"/>
                  </a:lnTo>
                  <a:lnTo>
                    <a:pt x="7094887" y="3022562"/>
                  </a:lnTo>
                  <a:lnTo>
                    <a:pt x="7095742" y="3030147"/>
                  </a:lnTo>
                  <a:lnTo>
                    <a:pt x="7096598" y="3024958"/>
                  </a:lnTo>
                  <a:lnTo>
                    <a:pt x="7097453" y="2948051"/>
                  </a:lnTo>
                  <a:lnTo>
                    <a:pt x="7098309" y="2863560"/>
                  </a:lnTo>
                  <a:lnTo>
                    <a:pt x="7099164" y="2885844"/>
                  </a:lnTo>
                  <a:lnTo>
                    <a:pt x="7100020" y="2942009"/>
                  </a:lnTo>
                  <a:lnTo>
                    <a:pt x="7100875" y="3051272"/>
                  </a:lnTo>
                  <a:lnTo>
                    <a:pt x="7101731" y="3116972"/>
                  </a:lnTo>
                  <a:lnTo>
                    <a:pt x="7101731" y="3116972"/>
                  </a:lnTo>
                  <a:lnTo>
                    <a:pt x="7102586" y="3116972"/>
                  </a:lnTo>
                  <a:lnTo>
                    <a:pt x="7103442" y="3116972"/>
                  </a:lnTo>
                  <a:lnTo>
                    <a:pt x="7104297" y="3093162"/>
                  </a:lnTo>
                  <a:lnTo>
                    <a:pt x="7105153" y="2944065"/>
                  </a:lnTo>
                  <a:lnTo>
                    <a:pt x="7106008" y="2835174"/>
                  </a:lnTo>
                  <a:lnTo>
                    <a:pt x="7106864" y="2816676"/>
                  </a:lnTo>
                  <a:lnTo>
                    <a:pt x="7107719" y="2788724"/>
                  </a:lnTo>
                  <a:lnTo>
                    <a:pt x="7108575" y="2755454"/>
                  </a:lnTo>
                  <a:lnTo>
                    <a:pt x="7109431" y="2843525"/>
                  </a:lnTo>
                  <a:lnTo>
                    <a:pt x="7110286" y="2931576"/>
                  </a:lnTo>
                  <a:lnTo>
                    <a:pt x="7111142" y="3015612"/>
                  </a:lnTo>
                  <a:lnTo>
                    <a:pt x="7111997" y="3059029"/>
                  </a:lnTo>
                  <a:lnTo>
                    <a:pt x="7112853" y="3088934"/>
                  </a:lnTo>
                  <a:lnTo>
                    <a:pt x="7113708" y="3108693"/>
                  </a:lnTo>
                  <a:lnTo>
                    <a:pt x="7114564" y="3116972"/>
                  </a:lnTo>
                  <a:lnTo>
                    <a:pt x="7114564" y="3116972"/>
                  </a:lnTo>
                  <a:lnTo>
                    <a:pt x="7115419" y="3116972"/>
                  </a:lnTo>
                  <a:lnTo>
                    <a:pt x="7116275" y="3116972"/>
                  </a:lnTo>
                  <a:lnTo>
                    <a:pt x="7117130" y="3114266"/>
                  </a:lnTo>
                  <a:lnTo>
                    <a:pt x="7117986" y="3099350"/>
                  </a:lnTo>
                  <a:lnTo>
                    <a:pt x="7118841" y="3116972"/>
                  </a:lnTo>
                  <a:lnTo>
                    <a:pt x="7118841" y="3116972"/>
                  </a:lnTo>
                  <a:lnTo>
                    <a:pt x="7119697" y="3116972"/>
                  </a:lnTo>
                  <a:lnTo>
                    <a:pt x="7120552" y="3087669"/>
                  </a:lnTo>
                  <a:lnTo>
                    <a:pt x="7121408" y="3040360"/>
                  </a:lnTo>
                  <a:lnTo>
                    <a:pt x="7122263" y="3090168"/>
                  </a:lnTo>
                  <a:lnTo>
                    <a:pt x="7123119" y="3116972"/>
                  </a:lnTo>
                  <a:lnTo>
                    <a:pt x="7123119" y="3116972"/>
                  </a:lnTo>
                  <a:lnTo>
                    <a:pt x="7123975" y="3086886"/>
                  </a:lnTo>
                  <a:lnTo>
                    <a:pt x="7124830" y="3088098"/>
                  </a:lnTo>
                  <a:lnTo>
                    <a:pt x="7125686" y="3116972"/>
                  </a:lnTo>
                  <a:lnTo>
                    <a:pt x="7125686" y="3116972"/>
                  </a:lnTo>
                  <a:lnTo>
                    <a:pt x="7126541" y="3116972"/>
                  </a:lnTo>
                  <a:lnTo>
                    <a:pt x="7127397" y="3095708"/>
                  </a:lnTo>
                  <a:lnTo>
                    <a:pt x="7128252" y="3062328"/>
                  </a:lnTo>
                  <a:lnTo>
                    <a:pt x="7129108" y="3062328"/>
                  </a:lnTo>
                  <a:lnTo>
                    <a:pt x="7129963" y="3062328"/>
                  </a:lnTo>
                  <a:lnTo>
                    <a:pt x="7130819" y="3062328"/>
                  </a:lnTo>
                  <a:lnTo>
                    <a:pt x="7131674" y="3062328"/>
                  </a:lnTo>
                  <a:lnTo>
                    <a:pt x="7132530" y="3062328"/>
                  </a:lnTo>
                  <a:lnTo>
                    <a:pt x="7133385" y="3062328"/>
                  </a:lnTo>
                  <a:lnTo>
                    <a:pt x="7134241" y="3064944"/>
                  </a:lnTo>
                  <a:lnTo>
                    <a:pt x="7135096" y="3116424"/>
                  </a:lnTo>
                  <a:lnTo>
                    <a:pt x="7135952" y="3116972"/>
                  </a:lnTo>
                  <a:lnTo>
                    <a:pt x="7135952" y="3116972"/>
                  </a:lnTo>
                  <a:lnTo>
                    <a:pt x="7136807" y="3116972"/>
                  </a:lnTo>
                  <a:lnTo>
                    <a:pt x="7137663" y="3116972"/>
                  </a:lnTo>
                  <a:lnTo>
                    <a:pt x="7138518" y="3116972"/>
                  </a:lnTo>
                  <a:lnTo>
                    <a:pt x="7139374" y="3105936"/>
                  </a:lnTo>
                  <a:lnTo>
                    <a:pt x="7140230" y="3019364"/>
                  </a:lnTo>
                  <a:lnTo>
                    <a:pt x="7141085" y="2977252"/>
                  </a:lnTo>
                  <a:lnTo>
                    <a:pt x="7141941" y="2977252"/>
                  </a:lnTo>
                  <a:lnTo>
                    <a:pt x="7142796" y="2977253"/>
                  </a:lnTo>
                  <a:lnTo>
                    <a:pt x="7143652" y="2977253"/>
                  </a:lnTo>
                  <a:lnTo>
                    <a:pt x="7144507" y="3027238"/>
                  </a:lnTo>
                  <a:lnTo>
                    <a:pt x="7145363" y="3062328"/>
                  </a:lnTo>
                  <a:lnTo>
                    <a:pt x="7146218" y="3062328"/>
                  </a:lnTo>
                  <a:lnTo>
                    <a:pt x="7147074" y="3036030"/>
                  </a:lnTo>
                  <a:lnTo>
                    <a:pt x="7147929" y="2951616"/>
                  </a:lnTo>
                  <a:lnTo>
                    <a:pt x="7148785" y="2900929"/>
                  </a:lnTo>
                  <a:lnTo>
                    <a:pt x="7149640" y="2900929"/>
                  </a:lnTo>
                  <a:lnTo>
                    <a:pt x="7150496" y="2898060"/>
                  </a:lnTo>
                  <a:lnTo>
                    <a:pt x="7151351" y="2850325"/>
                  </a:lnTo>
                  <a:lnTo>
                    <a:pt x="7152207" y="2841175"/>
                  </a:lnTo>
                  <a:lnTo>
                    <a:pt x="7153062" y="2922417"/>
                  </a:lnTo>
                  <a:lnTo>
                    <a:pt x="7153918" y="2918316"/>
                  </a:lnTo>
                  <a:lnTo>
                    <a:pt x="7154773" y="2899894"/>
                  </a:lnTo>
                  <a:lnTo>
                    <a:pt x="7155629" y="2950300"/>
                  </a:lnTo>
                  <a:lnTo>
                    <a:pt x="7156485" y="3051945"/>
                  </a:lnTo>
                  <a:lnTo>
                    <a:pt x="7157340" y="3116972"/>
                  </a:lnTo>
                  <a:lnTo>
                    <a:pt x="7157340" y="3116972"/>
                  </a:lnTo>
                  <a:lnTo>
                    <a:pt x="7158196" y="3102370"/>
                  </a:lnTo>
                  <a:lnTo>
                    <a:pt x="7159051" y="3116972"/>
                  </a:lnTo>
                  <a:lnTo>
                    <a:pt x="7159051" y="3116972"/>
                  </a:lnTo>
                  <a:lnTo>
                    <a:pt x="7159907" y="3073571"/>
                  </a:lnTo>
                  <a:lnTo>
                    <a:pt x="7160762" y="2965463"/>
                  </a:lnTo>
                  <a:lnTo>
                    <a:pt x="7161618" y="2901922"/>
                  </a:lnTo>
                  <a:lnTo>
                    <a:pt x="7162473" y="2850463"/>
                  </a:lnTo>
                  <a:lnTo>
                    <a:pt x="7163329" y="2866708"/>
                  </a:lnTo>
                  <a:lnTo>
                    <a:pt x="7164184" y="2860349"/>
                  </a:lnTo>
                  <a:lnTo>
                    <a:pt x="7165040" y="2916762"/>
                  </a:lnTo>
                  <a:lnTo>
                    <a:pt x="7165895" y="2979397"/>
                  </a:lnTo>
                  <a:lnTo>
                    <a:pt x="7166751" y="2972234"/>
                  </a:lnTo>
                  <a:lnTo>
                    <a:pt x="7167606" y="3043264"/>
                  </a:lnTo>
                  <a:lnTo>
                    <a:pt x="7168462" y="3086762"/>
                  </a:lnTo>
                  <a:lnTo>
                    <a:pt x="7169317" y="3116972"/>
                  </a:lnTo>
                  <a:lnTo>
                    <a:pt x="7169317" y="3116972"/>
                  </a:lnTo>
                  <a:lnTo>
                    <a:pt x="7170173" y="3116972"/>
                  </a:lnTo>
                  <a:lnTo>
                    <a:pt x="7171029" y="3116972"/>
                  </a:lnTo>
                  <a:lnTo>
                    <a:pt x="7171884" y="3116972"/>
                  </a:lnTo>
                  <a:lnTo>
                    <a:pt x="7172740" y="3061711"/>
                  </a:lnTo>
                  <a:lnTo>
                    <a:pt x="7173595" y="2984810"/>
                  </a:lnTo>
                  <a:lnTo>
                    <a:pt x="7174451" y="2987111"/>
                  </a:lnTo>
                  <a:lnTo>
                    <a:pt x="7175306" y="2931035"/>
                  </a:lnTo>
                  <a:lnTo>
                    <a:pt x="7176162" y="2894549"/>
                  </a:lnTo>
                  <a:lnTo>
                    <a:pt x="7177017" y="2943961"/>
                  </a:lnTo>
                  <a:lnTo>
                    <a:pt x="7177873" y="2955195"/>
                  </a:lnTo>
                  <a:lnTo>
                    <a:pt x="7178728" y="2957235"/>
                  </a:lnTo>
                  <a:lnTo>
                    <a:pt x="7179584" y="2938632"/>
                  </a:lnTo>
                  <a:lnTo>
                    <a:pt x="7180439" y="3003176"/>
                  </a:lnTo>
                  <a:lnTo>
                    <a:pt x="7181295" y="3039278"/>
                  </a:lnTo>
                  <a:lnTo>
                    <a:pt x="7182150" y="3043197"/>
                  </a:lnTo>
                  <a:lnTo>
                    <a:pt x="7183006" y="3093266"/>
                  </a:lnTo>
                  <a:lnTo>
                    <a:pt x="7183861" y="3116972"/>
                  </a:lnTo>
                  <a:lnTo>
                    <a:pt x="7183861" y="3116972"/>
                  </a:lnTo>
                  <a:lnTo>
                    <a:pt x="7184717" y="3116972"/>
                  </a:lnTo>
                  <a:lnTo>
                    <a:pt x="7185572" y="3073867"/>
                  </a:lnTo>
                  <a:lnTo>
                    <a:pt x="7186428" y="3062328"/>
                  </a:lnTo>
                  <a:lnTo>
                    <a:pt x="7187284" y="3081642"/>
                  </a:lnTo>
                  <a:lnTo>
                    <a:pt x="7188139" y="3115037"/>
                  </a:lnTo>
                  <a:lnTo>
                    <a:pt x="7188995" y="3116972"/>
                  </a:lnTo>
                  <a:lnTo>
                    <a:pt x="7188995" y="3116972"/>
                  </a:lnTo>
                  <a:lnTo>
                    <a:pt x="7189850" y="3116972"/>
                  </a:lnTo>
                  <a:lnTo>
                    <a:pt x="7190706" y="3116972"/>
                  </a:lnTo>
                  <a:lnTo>
                    <a:pt x="7191561" y="3116972"/>
                  </a:lnTo>
                  <a:lnTo>
                    <a:pt x="7192417" y="3111122"/>
                  </a:lnTo>
                  <a:lnTo>
                    <a:pt x="7193272" y="3077726"/>
                  </a:lnTo>
                  <a:lnTo>
                    <a:pt x="7194128" y="3084244"/>
                  </a:lnTo>
                  <a:lnTo>
                    <a:pt x="7194983" y="3098332"/>
                  </a:lnTo>
                  <a:lnTo>
                    <a:pt x="7195839" y="3083235"/>
                  </a:lnTo>
                  <a:lnTo>
                    <a:pt x="7196694" y="3080724"/>
                  </a:lnTo>
                  <a:lnTo>
                    <a:pt x="7197550" y="3116972"/>
                  </a:lnTo>
                  <a:lnTo>
                    <a:pt x="7197550" y="3116972"/>
                  </a:lnTo>
                  <a:lnTo>
                    <a:pt x="7198405" y="3116972"/>
                  </a:lnTo>
                  <a:lnTo>
                    <a:pt x="7199261" y="3116972"/>
                  </a:lnTo>
                  <a:lnTo>
                    <a:pt x="7200116" y="3116972"/>
                  </a:lnTo>
                  <a:lnTo>
                    <a:pt x="7200972" y="3116972"/>
                  </a:lnTo>
                  <a:lnTo>
                    <a:pt x="7201827" y="3116972"/>
                  </a:lnTo>
                  <a:lnTo>
                    <a:pt x="7202683" y="3116972"/>
                  </a:lnTo>
                  <a:lnTo>
                    <a:pt x="7203539" y="3116972"/>
                  </a:lnTo>
                  <a:lnTo>
                    <a:pt x="7204394" y="3116972"/>
                  </a:lnTo>
                  <a:lnTo>
                    <a:pt x="7205250" y="3111494"/>
                  </a:lnTo>
                  <a:lnTo>
                    <a:pt x="7206105" y="3068356"/>
                  </a:lnTo>
                  <a:lnTo>
                    <a:pt x="7206961" y="3008266"/>
                  </a:lnTo>
                  <a:lnTo>
                    <a:pt x="7207816" y="2927959"/>
                  </a:lnTo>
                  <a:lnTo>
                    <a:pt x="7208672" y="2890305"/>
                  </a:lnTo>
                  <a:lnTo>
                    <a:pt x="7209527" y="2890305"/>
                  </a:lnTo>
                  <a:lnTo>
                    <a:pt x="7210383" y="2902347"/>
                  </a:lnTo>
                  <a:lnTo>
                    <a:pt x="7211238" y="2945487"/>
                  </a:lnTo>
                  <a:lnTo>
                    <a:pt x="7212094" y="3000170"/>
                  </a:lnTo>
                  <a:lnTo>
                    <a:pt x="7212949" y="3039387"/>
                  </a:lnTo>
                  <a:lnTo>
                    <a:pt x="7213805" y="3036270"/>
                  </a:lnTo>
                  <a:lnTo>
                    <a:pt x="7214660" y="2996298"/>
                  </a:lnTo>
                  <a:lnTo>
                    <a:pt x="7215516" y="2995656"/>
                  </a:lnTo>
                  <a:lnTo>
                    <a:pt x="7216371" y="2995657"/>
                  </a:lnTo>
                  <a:lnTo>
                    <a:pt x="7217227" y="2995659"/>
                  </a:lnTo>
                  <a:lnTo>
                    <a:pt x="7218083" y="3004549"/>
                  </a:lnTo>
                  <a:lnTo>
                    <a:pt x="7218938" y="3038740"/>
                  </a:lnTo>
                  <a:lnTo>
                    <a:pt x="7219794" y="3109755"/>
                  </a:lnTo>
                  <a:lnTo>
                    <a:pt x="7220649" y="3116972"/>
                  </a:lnTo>
                  <a:lnTo>
                    <a:pt x="7220649" y="3116972"/>
                  </a:lnTo>
                  <a:lnTo>
                    <a:pt x="7221505" y="3116972"/>
                  </a:lnTo>
                  <a:lnTo>
                    <a:pt x="7222360" y="3116972"/>
                  </a:lnTo>
                  <a:lnTo>
                    <a:pt x="7223216" y="3116972"/>
                  </a:lnTo>
                  <a:lnTo>
                    <a:pt x="7224071" y="3034966"/>
                  </a:lnTo>
                  <a:lnTo>
                    <a:pt x="7224927" y="2862270"/>
                  </a:lnTo>
                  <a:lnTo>
                    <a:pt x="7225782" y="2759554"/>
                  </a:lnTo>
                  <a:lnTo>
                    <a:pt x="7226638" y="2701942"/>
                  </a:lnTo>
                  <a:lnTo>
                    <a:pt x="7227493" y="2754126"/>
                  </a:lnTo>
                  <a:lnTo>
                    <a:pt x="7228349" y="2741293"/>
                  </a:lnTo>
                  <a:lnTo>
                    <a:pt x="7229204" y="2828528"/>
                  </a:lnTo>
                  <a:lnTo>
                    <a:pt x="7230060" y="2968173"/>
                  </a:lnTo>
                  <a:lnTo>
                    <a:pt x="7230915" y="3051953"/>
                  </a:lnTo>
                  <a:lnTo>
                    <a:pt x="7231771" y="3006549"/>
                  </a:lnTo>
                  <a:lnTo>
                    <a:pt x="7232626" y="2933330"/>
                  </a:lnTo>
                  <a:lnTo>
                    <a:pt x="7233482" y="2995364"/>
                  </a:lnTo>
                  <a:lnTo>
                    <a:pt x="7234338" y="3023907"/>
                  </a:lnTo>
                  <a:lnTo>
                    <a:pt x="7235193" y="3045184"/>
                  </a:lnTo>
                  <a:lnTo>
                    <a:pt x="7236049" y="3039475"/>
                  </a:lnTo>
                  <a:lnTo>
                    <a:pt x="7236904" y="3060211"/>
                  </a:lnTo>
                  <a:lnTo>
                    <a:pt x="7237760" y="3076402"/>
                  </a:lnTo>
                  <a:lnTo>
                    <a:pt x="7238615" y="3111750"/>
                  </a:lnTo>
                  <a:lnTo>
                    <a:pt x="7239471" y="3116972"/>
                  </a:lnTo>
                  <a:lnTo>
                    <a:pt x="7239471" y="3116972"/>
                  </a:lnTo>
                  <a:lnTo>
                    <a:pt x="7240326" y="3104028"/>
                  </a:lnTo>
                  <a:lnTo>
                    <a:pt x="7241182" y="3091433"/>
                  </a:lnTo>
                  <a:lnTo>
                    <a:pt x="7242037" y="3108254"/>
                  </a:lnTo>
                  <a:lnTo>
                    <a:pt x="7242893" y="3116972"/>
                  </a:lnTo>
                  <a:lnTo>
                    <a:pt x="7242893" y="3116972"/>
                  </a:lnTo>
                  <a:lnTo>
                    <a:pt x="7243748" y="3116972"/>
                  </a:lnTo>
                  <a:lnTo>
                    <a:pt x="7244604" y="3116972"/>
                  </a:lnTo>
                  <a:lnTo>
                    <a:pt x="7245459" y="3116972"/>
                  </a:lnTo>
                  <a:lnTo>
                    <a:pt x="7246315" y="3116972"/>
                  </a:lnTo>
                  <a:lnTo>
                    <a:pt x="7247170" y="3116972"/>
                  </a:lnTo>
                  <a:lnTo>
                    <a:pt x="7248026" y="3116972"/>
                  </a:lnTo>
                  <a:lnTo>
                    <a:pt x="7248881" y="3116972"/>
                  </a:lnTo>
                  <a:lnTo>
                    <a:pt x="7249737" y="3116972"/>
                  </a:lnTo>
                  <a:lnTo>
                    <a:pt x="7250593" y="3071977"/>
                  </a:lnTo>
                  <a:lnTo>
                    <a:pt x="7251448" y="3052967"/>
                  </a:lnTo>
                  <a:lnTo>
                    <a:pt x="7252304" y="3086856"/>
                  </a:lnTo>
                  <a:lnTo>
                    <a:pt x="7253159" y="3116972"/>
                  </a:lnTo>
                  <a:lnTo>
                    <a:pt x="7253159" y="3116972"/>
                  </a:lnTo>
                  <a:lnTo>
                    <a:pt x="7254015" y="3112132"/>
                  </a:lnTo>
                  <a:lnTo>
                    <a:pt x="7254870" y="3082029"/>
                  </a:lnTo>
                  <a:lnTo>
                    <a:pt x="7255726" y="3030351"/>
                  </a:lnTo>
                  <a:lnTo>
                    <a:pt x="7256581" y="2893480"/>
                  </a:lnTo>
                  <a:lnTo>
                    <a:pt x="7257437" y="2757766"/>
                  </a:lnTo>
                  <a:lnTo>
                    <a:pt x="7258292" y="2696914"/>
                  </a:lnTo>
                  <a:lnTo>
                    <a:pt x="7259148" y="2634597"/>
                  </a:lnTo>
                  <a:lnTo>
                    <a:pt x="7260003" y="2638116"/>
                  </a:lnTo>
                  <a:lnTo>
                    <a:pt x="7260859" y="2683090"/>
                  </a:lnTo>
                  <a:lnTo>
                    <a:pt x="7261714" y="2833448"/>
                  </a:lnTo>
                  <a:lnTo>
                    <a:pt x="7262570" y="2940145"/>
                  </a:lnTo>
                  <a:lnTo>
                    <a:pt x="7263425" y="2990792"/>
                  </a:lnTo>
                  <a:lnTo>
                    <a:pt x="7264281" y="3054114"/>
                  </a:lnTo>
                  <a:lnTo>
                    <a:pt x="7265137" y="3066903"/>
                  </a:lnTo>
                  <a:lnTo>
                    <a:pt x="7265992" y="3058809"/>
                  </a:lnTo>
                  <a:lnTo>
                    <a:pt x="7266848" y="3015242"/>
                  </a:lnTo>
                  <a:lnTo>
                    <a:pt x="7267703" y="2997265"/>
                  </a:lnTo>
                  <a:lnTo>
                    <a:pt x="7268559" y="2942682"/>
                  </a:lnTo>
                  <a:lnTo>
                    <a:pt x="7269414" y="2922716"/>
                  </a:lnTo>
                  <a:lnTo>
                    <a:pt x="7270270" y="2981378"/>
                  </a:lnTo>
                  <a:lnTo>
                    <a:pt x="7271125" y="3003114"/>
                  </a:lnTo>
                  <a:lnTo>
                    <a:pt x="7271981" y="2993731"/>
                  </a:lnTo>
                  <a:lnTo>
                    <a:pt x="7272836" y="3010501"/>
                  </a:lnTo>
                  <a:lnTo>
                    <a:pt x="7273692" y="3070353"/>
                  </a:lnTo>
                  <a:lnTo>
                    <a:pt x="7274547" y="3074191"/>
                  </a:lnTo>
                  <a:lnTo>
                    <a:pt x="7275403" y="3009251"/>
                  </a:lnTo>
                  <a:lnTo>
                    <a:pt x="7276258" y="2953166"/>
                  </a:lnTo>
                  <a:lnTo>
                    <a:pt x="7277114" y="2967163"/>
                  </a:lnTo>
                  <a:lnTo>
                    <a:pt x="7277969" y="2911805"/>
                  </a:lnTo>
                  <a:lnTo>
                    <a:pt x="7278825" y="2845910"/>
                  </a:lnTo>
                  <a:lnTo>
                    <a:pt x="7279680" y="2931277"/>
                  </a:lnTo>
                  <a:lnTo>
                    <a:pt x="7280536" y="3079957"/>
                  </a:lnTo>
                  <a:lnTo>
                    <a:pt x="7281392" y="3116972"/>
                  </a:lnTo>
                  <a:lnTo>
                    <a:pt x="7281392" y="3116972"/>
                  </a:lnTo>
                  <a:lnTo>
                    <a:pt x="7282247" y="3116972"/>
                  </a:lnTo>
                  <a:lnTo>
                    <a:pt x="7283103" y="3116972"/>
                  </a:lnTo>
                  <a:lnTo>
                    <a:pt x="7283958" y="3116972"/>
                  </a:lnTo>
                  <a:lnTo>
                    <a:pt x="7284814" y="3116972"/>
                  </a:lnTo>
                  <a:lnTo>
                    <a:pt x="7285669" y="3116972"/>
                  </a:lnTo>
                  <a:lnTo>
                    <a:pt x="7286525" y="3116972"/>
                  </a:lnTo>
                  <a:lnTo>
                    <a:pt x="7287380" y="3116972"/>
                  </a:lnTo>
                  <a:lnTo>
                    <a:pt x="7288236" y="3116972"/>
                  </a:lnTo>
                  <a:lnTo>
                    <a:pt x="7289091" y="3090369"/>
                  </a:lnTo>
                  <a:lnTo>
                    <a:pt x="7289947" y="3062328"/>
                  </a:lnTo>
                  <a:lnTo>
                    <a:pt x="7290802" y="3076566"/>
                  </a:lnTo>
                  <a:lnTo>
                    <a:pt x="7291658" y="3082942"/>
                  </a:lnTo>
                  <a:lnTo>
                    <a:pt x="7292513" y="3097141"/>
                  </a:lnTo>
                  <a:lnTo>
                    <a:pt x="7293369" y="3116972"/>
                  </a:lnTo>
                  <a:lnTo>
                    <a:pt x="7293369" y="3116972"/>
                  </a:lnTo>
                  <a:lnTo>
                    <a:pt x="7294224" y="3116972"/>
                  </a:lnTo>
                  <a:lnTo>
                    <a:pt x="7295080" y="3116972"/>
                  </a:lnTo>
                  <a:lnTo>
                    <a:pt x="7295935" y="3116972"/>
                  </a:lnTo>
                  <a:lnTo>
                    <a:pt x="7296791" y="3116972"/>
                  </a:lnTo>
                  <a:lnTo>
                    <a:pt x="7297647" y="3116972"/>
                  </a:lnTo>
                  <a:lnTo>
                    <a:pt x="7298502" y="3116972"/>
                  </a:lnTo>
                  <a:lnTo>
                    <a:pt x="7299358" y="3116972"/>
                  </a:lnTo>
                  <a:lnTo>
                    <a:pt x="7300213" y="3116972"/>
                  </a:lnTo>
                  <a:lnTo>
                    <a:pt x="7301069" y="3116972"/>
                  </a:lnTo>
                  <a:lnTo>
                    <a:pt x="7301924" y="3116972"/>
                  </a:lnTo>
                  <a:lnTo>
                    <a:pt x="7302780" y="3116972"/>
                  </a:lnTo>
                  <a:lnTo>
                    <a:pt x="7303635" y="3116972"/>
                  </a:lnTo>
                  <a:lnTo>
                    <a:pt x="7304491" y="3116972"/>
                  </a:lnTo>
                  <a:lnTo>
                    <a:pt x="7305346" y="3116972"/>
                  </a:lnTo>
                  <a:lnTo>
                    <a:pt x="7306202" y="3116972"/>
                  </a:lnTo>
                  <a:lnTo>
                    <a:pt x="7307057" y="3116972"/>
                  </a:lnTo>
                  <a:lnTo>
                    <a:pt x="7307913" y="3116972"/>
                  </a:lnTo>
                  <a:lnTo>
                    <a:pt x="7308768" y="3116972"/>
                  </a:lnTo>
                  <a:lnTo>
                    <a:pt x="7309624" y="3108100"/>
                  </a:lnTo>
                  <a:lnTo>
                    <a:pt x="7310479" y="3062328"/>
                  </a:lnTo>
                  <a:lnTo>
                    <a:pt x="7311335" y="3062328"/>
                  </a:lnTo>
                  <a:lnTo>
                    <a:pt x="7312190" y="3062328"/>
                  </a:lnTo>
                  <a:lnTo>
                    <a:pt x="7313046" y="3062328"/>
                  </a:lnTo>
                  <a:lnTo>
                    <a:pt x="7313902" y="3062328"/>
                  </a:lnTo>
                  <a:lnTo>
                    <a:pt x="7314757" y="3062328"/>
                  </a:lnTo>
                  <a:lnTo>
                    <a:pt x="7315613" y="3058283"/>
                  </a:lnTo>
                  <a:lnTo>
                    <a:pt x="7316468" y="3098362"/>
                  </a:lnTo>
                  <a:lnTo>
                    <a:pt x="7317324" y="3116972"/>
                  </a:lnTo>
                  <a:lnTo>
                    <a:pt x="7317324" y="3116972"/>
                  </a:lnTo>
                  <a:lnTo>
                    <a:pt x="7318179" y="3116972"/>
                  </a:lnTo>
                  <a:lnTo>
                    <a:pt x="7319035" y="3116972"/>
                  </a:lnTo>
                  <a:lnTo>
                    <a:pt x="7319890" y="3116972"/>
                  </a:lnTo>
                  <a:lnTo>
                    <a:pt x="7320746" y="3116972"/>
                  </a:lnTo>
                  <a:lnTo>
                    <a:pt x="7321601" y="3116972"/>
                  </a:lnTo>
                  <a:lnTo>
                    <a:pt x="7322457" y="3116972"/>
                  </a:lnTo>
                  <a:lnTo>
                    <a:pt x="7323312" y="3116972"/>
                  </a:lnTo>
                  <a:lnTo>
                    <a:pt x="7324168" y="3116972"/>
                  </a:lnTo>
                  <a:lnTo>
                    <a:pt x="7325023" y="3116972"/>
                  </a:lnTo>
                  <a:lnTo>
                    <a:pt x="7325879" y="3116972"/>
                  </a:lnTo>
                  <a:lnTo>
                    <a:pt x="7326734" y="3116972"/>
                  </a:lnTo>
                  <a:lnTo>
                    <a:pt x="7327590" y="3076984"/>
                  </a:lnTo>
                  <a:lnTo>
                    <a:pt x="7328446" y="3091560"/>
                  </a:lnTo>
                  <a:lnTo>
                    <a:pt x="7329301" y="3116972"/>
                  </a:lnTo>
                  <a:lnTo>
                    <a:pt x="7329301" y="3116972"/>
                  </a:lnTo>
                  <a:lnTo>
                    <a:pt x="7330157" y="3116972"/>
                  </a:lnTo>
                  <a:lnTo>
                    <a:pt x="7331012" y="3116972"/>
                  </a:lnTo>
                  <a:lnTo>
                    <a:pt x="7331868" y="3116972"/>
                  </a:lnTo>
                  <a:lnTo>
                    <a:pt x="7332723" y="3116972"/>
                  </a:lnTo>
                  <a:lnTo>
                    <a:pt x="7333579" y="3116972"/>
                  </a:lnTo>
                  <a:lnTo>
                    <a:pt x="7334434" y="3089369"/>
                  </a:lnTo>
                  <a:lnTo>
                    <a:pt x="7335290" y="3039168"/>
                  </a:lnTo>
                  <a:lnTo>
                    <a:pt x="7336145" y="3043160"/>
                  </a:lnTo>
                  <a:lnTo>
                    <a:pt x="7337001" y="3099708"/>
                  </a:lnTo>
                  <a:lnTo>
                    <a:pt x="7337856" y="3116972"/>
                  </a:lnTo>
                  <a:lnTo>
                    <a:pt x="7337856" y="3116972"/>
                  </a:lnTo>
                  <a:lnTo>
                    <a:pt x="7338712" y="3116972"/>
                  </a:lnTo>
                  <a:lnTo>
                    <a:pt x="7339567" y="3116972"/>
                  </a:lnTo>
                  <a:lnTo>
                    <a:pt x="7340423" y="3116972"/>
                  </a:lnTo>
                  <a:lnTo>
                    <a:pt x="7341278" y="3116972"/>
                  </a:lnTo>
                  <a:lnTo>
                    <a:pt x="7342134" y="3116972"/>
                  </a:lnTo>
                  <a:lnTo>
                    <a:pt x="7342989" y="3116972"/>
                  </a:lnTo>
                  <a:lnTo>
                    <a:pt x="7343845" y="3048808"/>
                  </a:lnTo>
                  <a:lnTo>
                    <a:pt x="7344701" y="3059602"/>
                  </a:lnTo>
                  <a:lnTo>
                    <a:pt x="7345556" y="3031209"/>
                  </a:lnTo>
                  <a:lnTo>
                    <a:pt x="7346412" y="2976727"/>
                  </a:lnTo>
                  <a:lnTo>
                    <a:pt x="7347267" y="2976727"/>
                  </a:lnTo>
                  <a:lnTo>
                    <a:pt x="7348123" y="2976728"/>
                  </a:lnTo>
                  <a:lnTo>
                    <a:pt x="7348978" y="2976728"/>
                  </a:lnTo>
                  <a:lnTo>
                    <a:pt x="7349834" y="2976729"/>
                  </a:lnTo>
                  <a:lnTo>
                    <a:pt x="7350689" y="3017422"/>
                  </a:lnTo>
                  <a:lnTo>
                    <a:pt x="7351545" y="3062328"/>
                  </a:lnTo>
                  <a:lnTo>
                    <a:pt x="7352400" y="3062328"/>
                  </a:lnTo>
                  <a:lnTo>
                    <a:pt x="7353256" y="3062328"/>
                  </a:lnTo>
                  <a:lnTo>
                    <a:pt x="7354111" y="3062328"/>
                  </a:lnTo>
                  <a:lnTo>
                    <a:pt x="7354967" y="3062328"/>
                  </a:lnTo>
                  <a:lnTo>
                    <a:pt x="7355822" y="3062328"/>
                  </a:lnTo>
                  <a:lnTo>
                    <a:pt x="7356678" y="3062328"/>
                  </a:lnTo>
                  <a:lnTo>
                    <a:pt x="7357533" y="3090565"/>
                  </a:lnTo>
                  <a:lnTo>
                    <a:pt x="7358389" y="3099175"/>
                  </a:lnTo>
                  <a:lnTo>
                    <a:pt x="7359244" y="3052954"/>
                  </a:lnTo>
                  <a:lnTo>
                    <a:pt x="7360100" y="3030776"/>
                  </a:lnTo>
                  <a:lnTo>
                    <a:pt x="7360956" y="3030777"/>
                  </a:lnTo>
                  <a:lnTo>
                    <a:pt x="7361811" y="3030778"/>
                  </a:lnTo>
                  <a:lnTo>
                    <a:pt x="7362667" y="3028586"/>
                  </a:lnTo>
                  <a:lnTo>
                    <a:pt x="7363522" y="3051177"/>
                  </a:lnTo>
                  <a:lnTo>
                    <a:pt x="7364378" y="3105595"/>
                  </a:lnTo>
                  <a:lnTo>
                    <a:pt x="7365233" y="3116972"/>
                  </a:lnTo>
                  <a:lnTo>
                    <a:pt x="7365233" y="3116972"/>
                  </a:lnTo>
                  <a:lnTo>
                    <a:pt x="7366089" y="3116972"/>
                  </a:lnTo>
                  <a:lnTo>
                    <a:pt x="7366944" y="3116972"/>
                  </a:lnTo>
                  <a:lnTo>
                    <a:pt x="7367800" y="3101732"/>
                  </a:lnTo>
                  <a:lnTo>
                    <a:pt x="7368655" y="3070527"/>
                  </a:lnTo>
                  <a:lnTo>
                    <a:pt x="7369511" y="3062328"/>
                  </a:lnTo>
                  <a:lnTo>
                    <a:pt x="7370366" y="3082813"/>
                  </a:lnTo>
                  <a:lnTo>
                    <a:pt x="7371222" y="3116972"/>
                  </a:lnTo>
                  <a:lnTo>
                    <a:pt x="7371222" y="3116972"/>
                  </a:lnTo>
                  <a:lnTo>
                    <a:pt x="7372077" y="3116972"/>
                  </a:lnTo>
                  <a:lnTo>
                    <a:pt x="7372933" y="3116972"/>
                  </a:lnTo>
                  <a:lnTo>
                    <a:pt x="7373788" y="3116972"/>
                  </a:lnTo>
                  <a:lnTo>
                    <a:pt x="7374644" y="3110436"/>
                  </a:lnTo>
                  <a:lnTo>
                    <a:pt x="7375500" y="3050653"/>
                  </a:lnTo>
                  <a:lnTo>
                    <a:pt x="7376355" y="2974597"/>
                  </a:lnTo>
                  <a:lnTo>
                    <a:pt x="7377211" y="2952250"/>
                  </a:lnTo>
                  <a:lnTo>
                    <a:pt x="7378066" y="2914151"/>
                  </a:lnTo>
                  <a:lnTo>
                    <a:pt x="7378922" y="2922192"/>
                  </a:lnTo>
                  <a:lnTo>
                    <a:pt x="7379777" y="2976991"/>
                  </a:lnTo>
                  <a:lnTo>
                    <a:pt x="7380633" y="3042638"/>
                  </a:lnTo>
                  <a:lnTo>
                    <a:pt x="7381488" y="3072720"/>
                  </a:lnTo>
                  <a:lnTo>
                    <a:pt x="7382344" y="3116972"/>
                  </a:lnTo>
                  <a:lnTo>
                    <a:pt x="7382344" y="3116972"/>
                  </a:lnTo>
                  <a:lnTo>
                    <a:pt x="7383199" y="3116972"/>
                  </a:lnTo>
                  <a:lnTo>
                    <a:pt x="7384055" y="3116972"/>
                  </a:lnTo>
                  <a:lnTo>
                    <a:pt x="7384910" y="3116972"/>
                  </a:lnTo>
                  <a:lnTo>
                    <a:pt x="7385766" y="3116972"/>
                  </a:lnTo>
                  <a:lnTo>
                    <a:pt x="7386621" y="3116972"/>
                  </a:lnTo>
                  <a:lnTo>
                    <a:pt x="7387477" y="3079092"/>
                  </a:lnTo>
                  <a:lnTo>
                    <a:pt x="7388332" y="3066252"/>
                  </a:lnTo>
                  <a:lnTo>
                    <a:pt x="7389188" y="3073893"/>
                  </a:lnTo>
                  <a:lnTo>
                    <a:pt x="7390043" y="3072530"/>
                  </a:lnTo>
                  <a:lnTo>
                    <a:pt x="7390899" y="3068146"/>
                  </a:lnTo>
                  <a:lnTo>
                    <a:pt x="7391755" y="3091226"/>
                  </a:lnTo>
                  <a:lnTo>
                    <a:pt x="7392610" y="3116972"/>
                  </a:lnTo>
                  <a:lnTo>
                    <a:pt x="7392610" y="3116972"/>
                  </a:lnTo>
                  <a:lnTo>
                    <a:pt x="7393466" y="3099498"/>
                  </a:lnTo>
                  <a:lnTo>
                    <a:pt x="7394321" y="3035190"/>
                  </a:lnTo>
                  <a:lnTo>
                    <a:pt x="7395177" y="2979885"/>
                  </a:lnTo>
                  <a:lnTo>
                    <a:pt x="7396032" y="2977441"/>
                  </a:lnTo>
                  <a:lnTo>
                    <a:pt x="7396888" y="2977441"/>
                  </a:lnTo>
                  <a:lnTo>
                    <a:pt x="7397743" y="2977441"/>
                  </a:lnTo>
                  <a:lnTo>
                    <a:pt x="7398599" y="2977441"/>
                  </a:lnTo>
                  <a:lnTo>
                    <a:pt x="7399454" y="3020575"/>
                  </a:lnTo>
                  <a:lnTo>
                    <a:pt x="7400310" y="3061654"/>
                  </a:lnTo>
                  <a:lnTo>
                    <a:pt x="7401165" y="3000858"/>
                  </a:lnTo>
                  <a:lnTo>
                    <a:pt x="7402021" y="2958088"/>
                  </a:lnTo>
                  <a:lnTo>
                    <a:pt x="7402876" y="2997257"/>
                  </a:lnTo>
                  <a:lnTo>
                    <a:pt x="7403732" y="3024080"/>
                  </a:lnTo>
                  <a:lnTo>
                    <a:pt x="7404587" y="3037532"/>
                  </a:lnTo>
                  <a:lnTo>
                    <a:pt x="7405443" y="3054548"/>
                  </a:lnTo>
                  <a:lnTo>
                    <a:pt x="7406298" y="3116972"/>
                  </a:lnTo>
                  <a:lnTo>
                    <a:pt x="7406298" y="3116972"/>
                  </a:lnTo>
                  <a:lnTo>
                    <a:pt x="7407154" y="3116972"/>
                  </a:lnTo>
                  <a:lnTo>
                    <a:pt x="7408010" y="3116972"/>
                  </a:lnTo>
                  <a:lnTo>
                    <a:pt x="7408865" y="3116972"/>
                  </a:lnTo>
                  <a:lnTo>
                    <a:pt x="7409721" y="3116972"/>
                  </a:lnTo>
                  <a:lnTo>
                    <a:pt x="7410576" y="3116972"/>
                  </a:lnTo>
                  <a:lnTo>
                    <a:pt x="7411432" y="3116972"/>
                  </a:lnTo>
                  <a:lnTo>
                    <a:pt x="7412287" y="3116972"/>
                  </a:lnTo>
                  <a:lnTo>
                    <a:pt x="7413143" y="3007751"/>
                  </a:lnTo>
                  <a:lnTo>
                    <a:pt x="7413998" y="2840335"/>
                  </a:lnTo>
                  <a:lnTo>
                    <a:pt x="7414854" y="2739421"/>
                  </a:lnTo>
                  <a:lnTo>
                    <a:pt x="7415709" y="2723178"/>
                  </a:lnTo>
                  <a:lnTo>
                    <a:pt x="7416565" y="2681596"/>
                  </a:lnTo>
                  <a:lnTo>
                    <a:pt x="7417420" y="2649761"/>
                  </a:lnTo>
                  <a:lnTo>
                    <a:pt x="7418276" y="2675618"/>
                  </a:lnTo>
                  <a:lnTo>
                    <a:pt x="7419131" y="2753031"/>
                  </a:lnTo>
                  <a:lnTo>
                    <a:pt x="7419987" y="2772264"/>
                  </a:lnTo>
                  <a:lnTo>
                    <a:pt x="7420842" y="2706116"/>
                  </a:lnTo>
                  <a:lnTo>
                    <a:pt x="7421698" y="2714067"/>
                  </a:lnTo>
                  <a:lnTo>
                    <a:pt x="7422554" y="2749139"/>
                  </a:lnTo>
                  <a:lnTo>
                    <a:pt x="7423409" y="2786478"/>
                  </a:lnTo>
                  <a:lnTo>
                    <a:pt x="7424265" y="2774573"/>
                  </a:lnTo>
                  <a:lnTo>
                    <a:pt x="7425120" y="2821700"/>
                  </a:lnTo>
                  <a:lnTo>
                    <a:pt x="7425976" y="2887618"/>
                  </a:lnTo>
                  <a:lnTo>
                    <a:pt x="7426831" y="2889310"/>
                  </a:lnTo>
                  <a:lnTo>
                    <a:pt x="7427687" y="2847160"/>
                  </a:lnTo>
                  <a:lnTo>
                    <a:pt x="7428542" y="2734612"/>
                  </a:lnTo>
                  <a:lnTo>
                    <a:pt x="7429398" y="2693272"/>
                  </a:lnTo>
                  <a:lnTo>
                    <a:pt x="7430253" y="2746454"/>
                  </a:lnTo>
                  <a:lnTo>
                    <a:pt x="7431109" y="2805593"/>
                  </a:lnTo>
                  <a:lnTo>
                    <a:pt x="7431964" y="2828248"/>
                  </a:lnTo>
                  <a:lnTo>
                    <a:pt x="7432820" y="2862752"/>
                  </a:lnTo>
                  <a:lnTo>
                    <a:pt x="7433675" y="2988168"/>
                  </a:lnTo>
                  <a:lnTo>
                    <a:pt x="7434531" y="3096628"/>
                  </a:lnTo>
                  <a:lnTo>
                    <a:pt x="7435386" y="3078002"/>
                  </a:lnTo>
                  <a:lnTo>
                    <a:pt x="7436242" y="3095001"/>
                  </a:lnTo>
                  <a:lnTo>
                    <a:pt x="7437097" y="3116972"/>
                  </a:lnTo>
                  <a:lnTo>
                    <a:pt x="7437097" y="3116972"/>
                  </a:lnTo>
                  <a:lnTo>
                    <a:pt x="7437953" y="3116972"/>
                  </a:lnTo>
                  <a:lnTo>
                    <a:pt x="7438809" y="3116972"/>
                  </a:lnTo>
                  <a:lnTo>
                    <a:pt x="7439664" y="3087841"/>
                  </a:lnTo>
                  <a:lnTo>
                    <a:pt x="7440520" y="3031467"/>
                  </a:lnTo>
                  <a:lnTo>
                    <a:pt x="7441375" y="2950960"/>
                  </a:lnTo>
                  <a:lnTo>
                    <a:pt x="7442231" y="2868665"/>
                  </a:lnTo>
                  <a:lnTo>
                    <a:pt x="7443086" y="2784421"/>
                  </a:lnTo>
                  <a:lnTo>
                    <a:pt x="7443942" y="2769246"/>
                  </a:lnTo>
                  <a:lnTo>
                    <a:pt x="7444797" y="2849768"/>
                  </a:lnTo>
                  <a:lnTo>
                    <a:pt x="7445653" y="2899289"/>
                  </a:lnTo>
                  <a:lnTo>
                    <a:pt x="7446508" y="2994504"/>
                  </a:lnTo>
                  <a:lnTo>
                    <a:pt x="7447364" y="3091614"/>
                  </a:lnTo>
                  <a:lnTo>
                    <a:pt x="7448219" y="3116972"/>
                  </a:lnTo>
                  <a:lnTo>
                    <a:pt x="7448219" y="3116972"/>
                  </a:lnTo>
                  <a:lnTo>
                    <a:pt x="7449075" y="3116972"/>
                  </a:lnTo>
                  <a:lnTo>
                    <a:pt x="7449930" y="3116972"/>
                  </a:lnTo>
                  <a:lnTo>
                    <a:pt x="7450786" y="3116972"/>
                  </a:lnTo>
                  <a:lnTo>
                    <a:pt x="7451641" y="3116972"/>
                  </a:lnTo>
                  <a:lnTo>
                    <a:pt x="7452497" y="3094412"/>
                  </a:lnTo>
                  <a:lnTo>
                    <a:pt x="7453352" y="2979062"/>
                  </a:lnTo>
                  <a:lnTo>
                    <a:pt x="7454208" y="2962653"/>
                  </a:lnTo>
                  <a:lnTo>
                    <a:pt x="7455064" y="2957130"/>
                  </a:lnTo>
                  <a:lnTo>
                    <a:pt x="7455919" y="2918609"/>
                  </a:lnTo>
                  <a:lnTo>
                    <a:pt x="7456775" y="2914103"/>
                  </a:lnTo>
                  <a:lnTo>
                    <a:pt x="7457630" y="2941626"/>
                  </a:lnTo>
                  <a:lnTo>
                    <a:pt x="7458486" y="3055682"/>
                  </a:lnTo>
                  <a:lnTo>
                    <a:pt x="7459341" y="3048718"/>
                  </a:lnTo>
                  <a:lnTo>
                    <a:pt x="7460197" y="3054242"/>
                  </a:lnTo>
                  <a:lnTo>
                    <a:pt x="7461052" y="3092765"/>
                  </a:lnTo>
                  <a:lnTo>
                    <a:pt x="7461908" y="3096630"/>
                  </a:lnTo>
                  <a:lnTo>
                    <a:pt x="7462763" y="3073463"/>
                  </a:lnTo>
                  <a:lnTo>
                    <a:pt x="7463619" y="3042708"/>
                  </a:lnTo>
                  <a:lnTo>
                    <a:pt x="7464474" y="3001607"/>
                  </a:lnTo>
                  <a:lnTo>
                    <a:pt x="7465330" y="2977140"/>
                  </a:lnTo>
                  <a:lnTo>
                    <a:pt x="7466185" y="2949383"/>
                  </a:lnTo>
                  <a:lnTo>
                    <a:pt x="7467041" y="2968649"/>
                  </a:lnTo>
                  <a:lnTo>
                    <a:pt x="7467896" y="3000889"/>
                  </a:lnTo>
                  <a:lnTo>
                    <a:pt x="7468752" y="3004646"/>
                  </a:lnTo>
                  <a:lnTo>
                    <a:pt x="7469608" y="3072835"/>
                  </a:lnTo>
                  <a:lnTo>
                    <a:pt x="7470463" y="3053589"/>
                  </a:lnTo>
                  <a:lnTo>
                    <a:pt x="7471319" y="2986734"/>
                  </a:lnTo>
                  <a:lnTo>
                    <a:pt x="7472174" y="2942254"/>
                  </a:lnTo>
                  <a:lnTo>
                    <a:pt x="7473030" y="2935010"/>
                  </a:lnTo>
                  <a:lnTo>
                    <a:pt x="7473885" y="2932398"/>
                  </a:lnTo>
                  <a:lnTo>
                    <a:pt x="7474741" y="2879601"/>
                  </a:lnTo>
                  <a:lnTo>
                    <a:pt x="7475596" y="2892474"/>
                  </a:lnTo>
                  <a:lnTo>
                    <a:pt x="7476452" y="2970413"/>
                  </a:lnTo>
                  <a:lnTo>
                    <a:pt x="7477307" y="2972638"/>
                  </a:lnTo>
                  <a:lnTo>
                    <a:pt x="7478163" y="2960602"/>
                  </a:lnTo>
                  <a:lnTo>
                    <a:pt x="7479018" y="3001752"/>
                  </a:lnTo>
                  <a:lnTo>
                    <a:pt x="7479874" y="3058415"/>
                  </a:lnTo>
                  <a:lnTo>
                    <a:pt x="7480729" y="3062754"/>
                  </a:lnTo>
                  <a:lnTo>
                    <a:pt x="7481585" y="3039638"/>
                  </a:lnTo>
                  <a:lnTo>
                    <a:pt x="7482440" y="3054805"/>
                  </a:lnTo>
                  <a:lnTo>
                    <a:pt x="7483296" y="3064895"/>
                  </a:lnTo>
                  <a:lnTo>
                    <a:pt x="7484151" y="3023743"/>
                  </a:lnTo>
                  <a:lnTo>
                    <a:pt x="7485007" y="2987578"/>
                  </a:lnTo>
                  <a:lnTo>
                    <a:pt x="7485863" y="3031900"/>
                  </a:lnTo>
                  <a:lnTo>
                    <a:pt x="7486718" y="3031426"/>
                  </a:lnTo>
                  <a:lnTo>
                    <a:pt x="7487574" y="2976151"/>
                  </a:lnTo>
                  <a:lnTo>
                    <a:pt x="7488429" y="2922360"/>
                  </a:lnTo>
                  <a:lnTo>
                    <a:pt x="7489285" y="2879434"/>
                  </a:lnTo>
                  <a:lnTo>
                    <a:pt x="7490140" y="2926027"/>
                  </a:lnTo>
                  <a:lnTo>
                    <a:pt x="7490996" y="2955598"/>
                  </a:lnTo>
                  <a:lnTo>
                    <a:pt x="7491851" y="2962742"/>
                  </a:lnTo>
                  <a:lnTo>
                    <a:pt x="7492707" y="2934674"/>
                  </a:lnTo>
                  <a:lnTo>
                    <a:pt x="7493562" y="2903241"/>
                  </a:lnTo>
                  <a:lnTo>
                    <a:pt x="7494418" y="2921382"/>
                  </a:lnTo>
                  <a:lnTo>
                    <a:pt x="7495273" y="2840783"/>
                  </a:lnTo>
                  <a:lnTo>
                    <a:pt x="7496129" y="2766674"/>
                  </a:lnTo>
                  <a:lnTo>
                    <a:pt x="7496984" y="2841928"/>
                  </a:lnTo>
                  <a:lnTo>
                    <a:pt x="7497840" y="3006070"/>
                  </a:lnTo>
                  <a:lnTo>
                    <a:pt x="7498695" y="3105732"/>
                  </a:lnTo>
                  <a:lnTo>
                    <a:pt x="7499551" y="3078645"/>
                  </a:lnTo>
                  <a:lnTo>
                    <a:pt x="7500406" y="3116972"/>
                  </a:lnTo>
                  <a:lnTo>
                    <a:pt x="7500406" y="3116972"/>
                  </a:lnTo>
                  <a:lnTo>
                    <a:pt x="7501262" y="3116972"/>
                  </a:lnTo>
                  <a:lnTo>
                    <a:pt x="7502118" y="3053563"/>
                  </a:lnTo>
                  <a:lnTo>
                    <a:pt x="7502973" y="2969755"/>
                  </a:lnTo>
                  <a:lnTo>
                    <a:pt x="7503829" y="2955319"/>
                  </a:lnTo>
                  <a:lnTo>
                    <a:pt x="7504684" y="2981698"/>
                  </a:lnTo>
                  <a:lnTo>
                    <a:pt x="7505540" y="2918488"/>
                  </a:lnTo>
                  <a:lnTo>
                    <a:pt x="7506395" y="2972499"/>
                  </a:lnTo>
                  <a:lnTo>
                    <a:pt x="7507251" y="3060736"/>
                  </a:lnTo>
                  <a:lnTo>
                    <a:pt x="7508106" y="3094544"/>
                  </a:lnTo>
                  <a:lnTo>
                    <a:pt x="7508962" y="3072031"/>
                  </a:lnTo>
                  <a:lnTo>
                    <a:pt x="7509817" y="3080587"/>
                  </a:lnTo>
                  <a:lnTo>
                    <a:pt x="7510673" y="3116972"/>
                  </a:lnTo>
                  <a:lnTo>
                    <a:pt x="7510673" y="3116972"/>
                  </a:lnTo>
                  <a:lnTo>
                    <a:pt x="7511528" y="3084050"/>
                  </a:lnTo>
                  <a:lnTo>
                    <a:pt x="7512384" y="3019101"/>
                  </a:lnTo>
                  <a:lnTo>
                    <a:pt x="7513239" y="2962689"/>
                  </a:lnTo>
                  <a:lnTo>
                    <a:pt x="7514095" y="2904968"/>
                  </a:lnTo>
                  <a:lnTo>
                    <a:pt x="7514950" y="2861872"/>
                  </a:lnTo>
                  <a:lnTo>
                    <a:pt x="7515806" y="2867603"/>
                  </a:lnTo>
                  <a:lnTo>
                    <a:pt x="7516662" y="2898675"/>
                  </a:lnTo>
                  <a:lnTo>
                    <a:pt x="7517517" y="2898045"/>
                  </a:lnTo>
                  <a:lnTo>
                    <a:pt x="7518373" y="2849569"/>
                  </a:lnTo>
                  <a:lnTo>
                    <a:pt x="7519228" y="2848962"/>
                  </a:lnTo>
                  <a:lnTo>
                    <a:pt x="7520084" y="2835648"/>
                  </a:lnTo>
                  <a:lnTo>
                    <a:pt x="7520939" y="2819108"/>
                  </a:lnTo>
                  <a:lnTo>
                    <a:pt x="7521795" y="2856125"/>
                  </a:lnTo>
                  <a:lnTo>
                    <a:pt x="7522650" y="2872879"/>
                  </a:lnTo>
                  <a:lnTo>
                    <a:pt x="7523506" y="2923726"/>
                  </a:lnTo>
                  <a:lnTo>
                    <a:pt x="7524361" y="2993093"/>
                  </a:lnTo>
                  <a:lnTo>
                    <a:pt x="7525217" y="3102693"/>
                  </a:lnTo>
                  <a:lnTo>
                    <a:pt x="7526072" y="3116972"/>
                  </a:lnTo>
                  <a:lnTo>
                    <a:pt x="7526072" y="3116972"/>
                  </a:lnTo>
                  <a:lnTo>
                    <a:pt x="7526928" y="3079966"/>
                  </a:lnTo>
                  <a:lnTo>
                    <a:pt x="7527783" y="3080844"/>
                  </a:lnTo>
                  <a:lnTo>
                    <a:pt x="7528639" y="3112554"/>
                  </a:lnTo>
                  <a:lnTo>
                    <a:pt x="7529494" y="3116972"/>
                  </a:lnTo>
                  <a:lnTo>
                    <a:pt x="7529494" y="3116972"/>
                  </a:lnTo>
                  <a:lnTo>
                    <a:pt x="7530350" y="3098600"/>
                  </a:lnTo>
                  <a:lnTo>
                    <a:pt x="7531205" y="3090700"/>
                  </a:lnTo>
                  <a:lnTo>
                    <a:pt x="7532061" y="3111053"/>
                  </a:lnTo>
                  <a:lnTo>
                    <a:pt x="7532917" y="3059256"/>
                  </a:lnTo>
                  <a:lnTo>
                    <a:pt x="7533772" y="3008710"/>
                  </a:lnTo>
                  <a:lnTo>
                    <a:pt x="7534628" y="2948161"/>
                  </a:lnTo>
                  <a:lnTo>
                    <a:pt x="7535483" y="2921604"/>
                  </a:lnTo>
                  <a:lnTo>
                    <a:pt x="7536339" y="2852491"/>
                  </a:lnTo>
                  <a:lnTo>
                    <a:pt x="7537194" y="2815982"/>
                  </a:lnTo>
                  <a:lnTo>
                    <a:pt x="7538050" y="2867782"/>
                  </a:lnTo>
                  <a:lnTo>
                    <a:pt x="7538905" y="2918328"/>
                  </a:lnTo>
                  <a:lnTo>
                    <a:pt x="7539761" y="2933933"/>
                  </a:lnTo>
                  <a:lnTo>
                    <a:pt x="7540616" y="2925610"/>
                  </a:lnTo>
                  <a:lnTo>
                    <a:pt x="7541472" y="2946244"/>
                  </a:lnTo>
                  <a:lnTo>
                    <a:pt x="7542327" y="2904417"/>
                  </a:lnTo>
                  <a:lnTo>
                    <a:pt x="7543183" y="2823807"/>
                  </a:lnTo>
                  <a:lnTo>
                    <a:pt x="7544038" y="2792594"/>
                  </a:lnTo>
                  <a:lnTo>
                    <a:pt x="7544894" y="2735398"/>
                  </a:lnTo>
                  <a:lnTo>
                    <a:pt x="7545749" y="2753691"/>
                  </a:lnTo>
                  <a:lnTo>
                    <a:pt x="7546605" y="2754518"/>
                  </a:lnTo>
                  <a:lnTo>
                    <a:pt x="7547460" y="2809036"/>
                  </a:lnTo>
                  <a:lnTo>
                    <a:pt x="7548316" y="2866216"/>
                  </a:lnTo>
                  <a:lnTo>
                    <a:pt x="7549172" y="2867681"/>
                  </a:lnTo>
                  <a:lnTo>
                    <a:pt x="7550027" y="2963708"/>
                  </a:lnTo>
                  <a:lnTo>
                    <a:pt x="7550883" y="3012343"/>
                  </a:lnTo>
                  <a:lnTo>
                    <a:pt x="7551738" y="3075843"/>
                  </a:lnTo>
                  <a:lnTo>
                    <a:pt x="7552594" y="3092018"/>
                  </a:lnTo>
                  <a:lnTo>
                    <a:pt x="7553449" y="3097115"/>
                  </a:lnTo>
                  <a:lnTo>
                    <a:pt x="7554305" y="3035602"/>
                  </a:lnTo>
                  <a:lnTo>
                    <a:pt x="7555160" y="2968058"/>
                  </a:lnTo>
                  <a:lnTo>
                    <a:pt x="7556016" y="2969742"/>
                  </a:lnTo>
                  <a:lnTo>
                    <a:pt x="7556871" y="2950881"/>
                  </a:lnTo>
                  <a:lnTo>
                    <a:pt x="7557727" y="2918694"/>
                  </a:lnTo>
                  <a:lnTo>
                    <a:pt x="7558582" y="2967075"/>
                  </a:lnTo>
                  <a:lnTo>
                    <a:pt x="7559438" y="3050857"/>
                  </a:lnTo>
                  <a:lnTo>
                    <a:pt x="7560293" y="3071507"/>
                  </a:lnTo>
                  <a:lnTo>
                    <a:pt x="7561149" y="3000724"/>
                  </a:lnTo>
                  <a:lnTo>
                    <a:pt x="7562004" y="2972736"/>
                  </a:lnTo>
                  <a:lnTo>
                    <a:pt x="7562860" y="2992217"/>
                  </a:lnTo>
                  <a:lnTo>
                    <a:pt x="7563715" y="2944251"/>
                  </a:lnTo>
                  <a:lnTo>
                    <a:pt x="7564571" y="2908310"/>
                  </a:lnTo>
                  <a:lnTo>
                    <a:pt x="7565427" y="2928285"/>
                  </a:lnTo>
                  <a:lnTo>
                    <a:pt x="7566282" y="3012373"/>
                  </a:lnTo>
                  <a:lnTo>
                    <a:pt x="7567138" y="3007259"/>
                  </a:lnTo>
                  <a:lnTo>
                    <a:pt x="7567993" y="2960391"/>
                  </a:lnTo>
                  <a:lnTo>
                    <a:pt x="7568849" y="2964946"/>
                  </a:lnTo>
                  <a:lnTo>
                    <a:pt x="7569704" y="2999469"/>
                  </a:lnTo>
                  <a:lnTo>
                    <a:pt x="7570560" y="2964804"/>
                  </a:lnTo>
                  <a:lnTo>
                    <a:pt x="7571415" y="2871882"/>
                  </a:lnTo>
                  <a:lnTo>
                    <a:pt x="7572271" y="2803512"/>
                  </a:lnTo>
                  <a:lnTo>
                    <a:pt x="7573126" y="2855375"/>
                  </a:lnTo>
                  <a:lnTo>
                    <a:pt x="7573982" y="2903862"/>
                  </a:lnTo>
                  <a:lnTo>
                    <a:pt x="7574837" y="2918068"/>
                  </a:lnTo>
                  <a:lnTo>
                    <a:pt x="7575693" y="2969065"/>
                  </a:lnTo>
                  <a:lnTo>
                    <a:pt x="7576548" y="3039306"/>
                  </a:lnTo>
                  <a:lnTo>
                    <a:pt x="7577404" y="3116972"/>
                  </a:lnTo>
                  <a:lnTo>
                    <a:pt x="7577404" y="3116972"/>
                  </a:lnTo>
                  <a:lnTo>
                    <a:pt x="7578259" y="3055660"/>
                  </a:lnTo>
                  <a:lnTo>
                    <a:pt x="7579115" y="3003022"/>
                  </a:lnTo>
                  <a:lnTo>
                    <a:pt x="7579971" y="3029093"/>
                  </a:lnTo>
                  <a:lnTo>
                    <a:pt x="7580826" y="3046963"/>
                  </a:lnTo>
                  <a:lnTo>
                    <a:pt x="7581682" y="2980289"/>
                  </a:lnTo>
                  <a:lnTo>
                    <a:pt x="7582537" y="2925429"/>
                  </a:lnTo>
                  <a:lnTo>
                    <a:pt x="7583393" y="2926408"/>
                  </a:lnTo>
                  <a:lnTo>
                    <a:pt x="7584248" y="2901968"/>
                  </a:lnTo>
                  <a:lnTo>
                    <a:pt x="7585104" y="2870588"/>
                  </a:lnTo>
                  <a:lnTo>
                    <a:pt x="7585959" y="2844393"/>
                  </a:lnTo>
                  <a:lnTo>
                    <a:pt x="7586815" y="2886414"/>
                  </a:lnTo>
                  <a:lnTo>
                    <a:pt x="7587670" y="2886136"/>
                  </a:lnTo>
                  <a:lnTo>
                    <a:pt x="7588526" y="2885432"/>
                  </a:lnTo>
                  <a:lnTo>
                    <a:pt x="7589381" y="2912618"/>
                  </a:lnTo>
                  <a:lnTo>
                    <a:pt x="7590237" y="2926673"/>
                  </a:lnTo>
                  <a:lnTo>
                    <a:pt x="7591092" y="2995836"/>
                  </a:lnTo>
                  <a:lnTo>
                    <a:pt x="7591948" y="3034982"/>
                  </a:lnTo>
                  <a:lnTo>
                    <a:pt x="7592803" y="3049336"/>
                  </a:lnTo>
                  <a:lnTo>
                    <a:pt x="7593659" y="3089461"/>
                  </a:lnTo>
                  <a:lnTo>
                    <a:pt x="7594514" y="3104233"/>
                  </a:lnTo>
                  <a:lnTo>
                    <a:pt x="7595370" y="3090178"/>
                  </a:lnTo>
                  <a:lnTo>
                    <a:pt x="7596226" y="3021017"/>
                  </a:lnTo>
                  <a:lnTo>
                    <a:pt x="7597081" y="2996355"/>
                  </a:lnTo>
                  <a:lnTo>
                    <a:pt x="7597937" y="3059031"/>
                  </a:lnTo>
                  <a:lnTo>
                    <a:pt x="7598792" y="3115558"/>
                  </a:lnTo>
                  <a:lnTo>
                    <a:pt x="7599648" y="3116972"/>
                  </a:lnTo>
                  <a:lnTo>
                    <a:pt x="7599648" y="3116972"/>
                  </a:lnTo>
                  <a:lnTo>
                    <a:pt x="7600503" y="3116972"/>
                  </a:lnTo>
                  <a:lnTo>
                    <a:pt x="7601359" y="3116972"/>
                  </a:lnTo>
                  <a:lnTo>
                    <a:pt x="7602214" y="3097700"/>
                  </a:lnTo>
                  <a:lnTo>
                    <a:pt x="7603070" y="3111551"/>
                  </a:lnTo>
                  <a:lnTo>
                    <a:pt x="7603925" y="3071026"/>
                  </a:lnTo>
                  <a:lnTo>
                    <a:pt x="7604781" y="3014026"/>
                  </a:lnTo>
                  <a:lnTo>
                    <a:pt x="7605636" y="3005055"/>
                  </a:lnTo>
                  <a:lnTo>
                    <a:pt x="7606492" y="3064299"/>
                  </a:lnTo>
                  <a:lnTo>
                    <a:pt x="7607347" y="3088886"/>
                  </a:lnTo>
                  <a:lnTo>
                    <a:pt x="7608203" y="3062328"/>
                  </a:lnTo>
                  <a:lnTo>
                    <a:pt x="7609058" y="3048574"/>
                  </a:lnTo>
                  <a:lnTo>
                    <a:pt x="7609914" y="3003700"/>
                  </a:lnTo>
                  <a:lnTo>
                    <a:pt x="7610769" y="2949785"/>
                  </a:lnTo>
                  <a:lnTo>
                    <a:pt x="7611625" y="2904158"/>
                  </a:lnTo>
                  <a:lnTo>
                    <a:pt x="7612481" y="2878487"/>
                  </a:lnTo>
                  <a:lnTo>
                    <a:pt x="7613336" y="2832985"/>
                  </a:lnTo>
                  <a:lnTo>
                    <a:pt x="7614192" y="2816030"/>
                  </a:lnTo>
                  <a:lnTo>
                    <a:pt x="7615047" y="2825630"/>
                  </a:lnTo>
                  <a:lnTo>
                    <a:pt x="7615903" y="2829714"/>
                  </a:lnTo>
                  <a:lnTo>
                    <a:pt x="7616758" y="2875017"/>
                  </a:lnTo>
                  <a:lnTo>
                    <a:pt x="7617614" y="2900689"/>
                  </a:lnTo>
                  <a:lnTo>
                    <a:pt x="7618469" y="2946190"/>
                  </a:lnTo>
                  <a:lnTo>
                    <a:pt x="7619325" y="2976898"/>
                  </a:lnTo>
                  <a:lnTo>
                    <a:pt x="7620180" y="3012174"/>
                  </a:lnTo>
                  <a:lnTo>
                    <a:pt x="7621036" y="3062005"/>
                  </a:lnTo>
                  <a:lnTo>
                    <a:pt x="7621891" y="3027356"/>
                  </a:lnTo>
                  <a:lnTo>
                    <a:pt x="7622747" y="2882672"/>
                  </a:lnTo>
                  <a:lnTo>
                    <a:pt x="7623602" y="2790464"/>
                  </a:lnTo>
                  <a:lnTo>
                    <a:pt x="7624458" y="2754267"/>
                  </a:lnTo>
                  <a:lnTo>
                    <a:pt x="7625313" y="2707302"/>
                  </a:lnTo>
                  <a:lnTo>
                    <a:pt x="7626169" y="2695543"/>
                  </a:lnTo>
                  <a:lnTo>
                    <a:pt x="7627025" y="2730516"/>
                  </a:lnTo>
                  <a:lnTo>
                    <a:pt x="7627880" y="2875200"/>
                  </a:lnTo>
                  <a:lnTo>
                    <a:pt x="7628736" y="2967407"/>
                  </a:lnTo>
                  <a:lnTo>
                    <a:pt x="7629591" y="3003605"/>
                  </a:lnTo>
                  <a:lnTo>
                    <a:pt x="7630447" y="3050569"/>
                  </a:lnTo>
                  <a:lnTo>
                    <a:pt x="7631302" y="3062328"/>
                  </a:lnTo>
                  <a:lnTo>
                    <a:pt x="7632158" y="3062328"/>
                  </a:lnTo>
                  <a:lnTo>
                    <a:pt x="7633013" y="3062328"/>
                  </a:lnTo>
                  <a:lnTo>
                    <a:pt x="7633869" y="3062328"/>
                  </a:lnTo>
                  <a:lnTo>
                    <a:pt x="7634724" y="3062328"/>
                  </a:lnTo>
                  <a:lnTo>
                    <a:pt x="7635580" y="3062328"/>
                  </a:lnTo>
                  <a:lnTo>
                    <a:pt x="7636435" y="3062328"/>
                  </a:lnTo>
                  <a:lnTo>
                    <a:pt x="7637291" y="3101864"/>
                  </a:lnTo>
                  <a:lnTo>
                    <a:pt x="7638146" y="3116972"/>
                  </a:lnTo>
                  <a:lnTo>
                    <a:pt x="7638146" y="3116972"/>
                  </a:lnTo>
                  <a:lnTo>
                    <a:pt x="7639002" y="3084545"/>
                  </a:lnTo>
                  <a:lnTo>
                    <a:pt x="7639857" y="3021761"/>
                  </a:lnTo>
                  <a:lnTo>
                    <a:pt x="7640713" y="3023663"/>
                  </a:lnTo>
                  <a:lnTo>
                    <a:pt x="7641568" y="3037465"/>
                  </a:lnTo>
                  <a:lnTo>
                    <a:pt x="7642424" y="2941751"/>
                  </a:lnTo>
                  <a:lnTo>
                    <a:pt x="7643280" y="2889647"/>
                  </a:lnTo>
                  <a:lnTo>
                    <a:pt x="7644135" y="2951117"/>
                  </a:lnTo>
                  <a:lnTo>
                    <a:pt x="7644991" y="3047297"/>
                  </a:lnTo>
                  <a:lnTo>
                    <a:pt x="7645846" y="3050799"/>
                  </a:lnTo>
                  <a:lnTo>
                    <a:pt x="7646702" y="3041257"/>
                  </a:lnTo>
                  <a:lnTo>
                    <a:pt x="7647557" y="3076913"/>
                  </a:lnTo>
                  <a:lnTo>
                    <a:pt x="7648413" y="3090442"/>
                  </a:lnTo>
                  <a:lnTo>
                    <a:pt x="7649268" y="3094401"/>
                  </a:lnTo>
                  <a:lnTo>
                    <a:pt x="7650124" y="3093852"/>
                  </a:lnTo>
                  <a:lnTo>
                    <a:pt x="7650979" y="3088855"/>
                  </a:lnTo>
                  <a:lnTo>
                    <a:pt x="7651835" y="3036887"/>
                  </a:lnTo>
                  <a:lnTo>
                    <a:pt x="7652690" y="2982854"/>
                  </a:lnTo>
                  <a:lnTo>
                    <a:pt x="7653546" y="3045355"/>
                  </a:lnTo>
                  <a:lnTo>
                    <a:pt x="7654401" y="3092048"/>
                  </a:lnTo>
                  <a:lnTo>
                    <a:pt x="7655257" y="3116972"/>
                  </a:lnTo>
                  <a:lnTo>
                    <a:pt x="7655257" y="3116972"/>
                  </a:lnTo>
                  <a:lnTo>
                    <a:pt x="7656112" y="3116972"/>
                  </a:lnTo>
                  <a:lnTo>
                    <a:pt x="7656968" y="3116972"/>
                  </a:lnTo>
                  <a:lnTo>
                    <a:pt x="7657823" y="3116972"/>
                  </a:lnTo>
                  <a:lnTo>
                    <a:pt x="7658679" y="3116972"/>
                  </a:lnTo>
                  <a:lnTo>
                    <a:pt x="7659535" y="3116972"/>
                  </a:lnTo>
                  <a:lnTo>
                    <a:pt x="7660390" y="3049176"/>
                  </a:lnTo>
                  <a:lnTo>
                    <a:pt x="7661246" y="3018595"/>
                  </a:lnTo>
                  <a:lnTo>
                    <a:pt x="7662101" y="2978457"/>
                  </a:lnTo>
                  <a:lnTo>
                    <a:pt x="7662957" y="2976926"/>
                  </a:lnTo>
                  <a:lnTo>
                    <a:pt x="7663812" y="3046944"/>
                  </a:lnTo>
                  <a:lnTo>
                    <a:pt x="7664668" y="3003623"/>
                  </a:lnTo>
                  <a:lnTo>
                    <a:pt x="7665523" y="2950277"/>
                  </a:lnTo>
                  <a:lnTo>
                    <a:pt x="7666379" y="2914153"/>
                  </a:lnTo>
                  <a:lnTo>
                    <a:pt x="7667234" y="2901623"/>
                  </a:lnTo>
                  <a:lnTo>
                    <a:pt x="7668090" y="2901624"/>
                  </a:lnTo>
                  <a:lnTo>
                    <a:pt x="7668945" y="2927577"/>
                  </a:lnTo>
                  <a:lnTo>
                    <a:pt x="7669801" y="3014905"/>
                  </a:lnTo>
                  <a:lnTo>
                    <a:pt x="7670656" y="3059599"/>
                  </a:lnTo>
                  <a:lnTo>
                    <a:pt x="7671512" y="3028856"/>
                  </a:lnTo>
                  <a:lnTo>
                    <a:pt x="7672367" y="3012924"/>
                  </a:lnTo>
                  <a:lnTo>
                    <a:pt x="7673223" y="2974711"/>
                  </a:lnTo>
                  <a:lnTo>
                    <a:pt x="7674079" y="2855449"/>
                  </a:lnTo>
                  <a:lnTo>
                    <a:pt x="7674934" y="2772654"/>
                  </a:lnTo>
                  <a:lnTo>
                    <a:pt x="7675790" y="2772655"/>
                  </a:lnTo>
                  <a:lnTo>
                    <a:pt x="7676645" y="2763151"/>
                  </a:lnTo>
                  <a:lnTo>
                    <a:pt x="7677501" y="2736393"/>
                  </a:lnTo>
                  <a:lnTo>
                    <a:pt x="7678356" y="2774608"/>
                  </a:lnTo>
                  <a:lnTo>
                    <a:pt x="7679212" y="2893869"/>
                  </a:lnTo>
                  <a:lnTo>
                    <a:pt x="7680067" y="2976664"/>
                  </a:lnTo>
                  <a:lnTo>
                    <a:pt x="7680923" y="2981975"/>
                  </a:lnTo>
                  <a:lnTo>
                    <a:pt x="7681778" y="3058345"/>
                  </a:lnTo>
                  <a:lnTo>
                    <a:pt x="7682634" y="3116972"/>
                  </a:lnTo>
                  <a:lnTo>
                    <a:pt x="7682634" y="3116972"/>
                  </a:lnTo>
                  <a:lnTo>
                    <a:pt x="7683489" y="3102236"/>
                  </a:lnTo>
                  <a:lnTo>
                    <a:pt x="7684345" y="3087604"/>
                  </a:lnTo>
                  <a:lnTo>
                    <a:pt x="7685200" y="3085402"/>
                  </a:lnTo>
                  <a:lnTo>
                    <a:pt x="7686056" y="3088735"/>
                  </a:lnTo>
                  <a:lnTo>
                    <a:pt x="7686911" y="3088734"/>
                  </a:lnTo>
                  <a:lnTo>
                    <a:pt x="7687767" y="3087468"/>
                  </a:lnTo>
                  <a:lnTo>
                    <a:pt x="7688622" y="3102310"/>
                  </a:lnTo>
                  <a:lnTo>
                    <a:pt x="7689478" y="3116944"/>
                  </a:lnTo>
                  <a:lnTo>
                    <a:pt x="7690334" y="3086392"/>
                  </a:lnTo>
                  <a:lnTo>
                    <a:pt x="7691189" y="2954841"/>
                  </a:lnTo>
                  <a:lnTo>
                    <a:pt x="7692045" y="2825510"/>
                  </a:lnTo>
                  <a:lnTo>
                    <a:pt x="7692900" y="2803179"/>
                  </a:lnTo>
                  <a:lnTo>
                    <a:pt x="7693756" y="2810666"/>
                  </a:lnTo>
                  <a:lnTo>
                    <a:pt x="7694611" y="2870256"/>
                  </a:lnTo>
                  <a:lnTo>
                    <a:pt x="7695467" y="2961337"/>
                  </a:lnTo>
                  <a:lnTo>
                    <a:pt x="7696322" y="3047134"/>
                  </a:lnTo>
                  <a:lnTo>
                    <a:pt x="7697178" y="3094734"/>
                  </a:lnTo>
                  <a:lnTo>
                    <a:pt x="7698033" y="3099621"/>
                  </a:lnTo>
                  <a:lnTo>
                    <a:pt x="7698889" y="3110826"/>
                  </a:lnTo>
                  <a:lnTo>
                    <a:pt x="7699744" y="3063159"/>
                  </a:lnTo>
                  <a:lnTo>
                    <a:pt x="7700600" y="2984811"/>
                  </a:lnTo>
                  <a:lnTo>
                    <a:pt x="7701455" y="3022177"/>
                  </a:lnTo>
                  <a:lnTo>
                    <a:pt x="7702311" y="3069644"/>
                  </a:lnTo>
                  <a:lnTo>
                    <a:pt x="7703166" y="2957139"/>
                  </a:lnTo>
                  <a:lnTo>
                    <a:pt x="7704022" y="2837895"/>
                  </a:lnTo>
                  <a:lnTo>
                    <a:pt x="7704877" y="2834484"/>
                  </a:lnTo>
                  <a:lnTo>
                    <a:pt x="7705733" y="2840095"/>
                  </a:lnTo>
                  <a:lnTo>
                    <a:pt x="7706589" y="2753217"/>
                  </a:lnTo>
                  <a:lnTo>
                    <a:pt x="7707444" y="2681135"/>
                  </a:lnTo>
                  <a:lnTo>
                    <a:pt x="7708300" y="2771467"/>
                  </a:lnTo>
                  <a:lnTo>
                    <a:pt x="7709155" y="2857735"/>
                  </a:lnTo>
                  <a:lnTo>
                    <a:pt x="7710011" y="2783076"/>
                  </a:lnTo>
                  <a:lnTo>
                    <a:pt x="7710866" y="2723137"/>
                  </a:lnTo>
                  <a:lnTo>
                    <a:pt x="7711722" y="2794706"/>
                  </a:lnTo>
                  <a:lnTo>
                    <a:pt x="7712577" y="2860875"/>
                  </a:lnTo>
                  <a:lnTo>
                    <a:pt x="7713433" y="2881705"/>
                  </a:lnTo>
                  <a:lnTo>
                    <a:pt x="7714288" y="2918018"/>
                  </a:lnTo>
                  <a:lnTo>
                    <a:pt x="7715144" y="2905249"/>
                  </a:lnTo>
                  <a:lnTo>
                    <a:pt x="7715999" y="2905477"/>
                  </a:lnTo>
                  <a:lnTo>
                    <a:pt x="7716855" y="2920528"/>
                  </a:lnTo>
                  <a:lnTo>
                    <a:pt x="7717710" y="2922889"/>
                  </a:lnTo>
                  <a:lnTo>
                    <a:pt x="7718566" y="2896790"/>
                  </a:lnTo>
                  <a:lnTo>
                    <a:pt x="7719421" y="2850872"/>
                  </a:lnTo>
                  <a:lnTo>
                    <a:pt x="7720277" y="2899681"/>
                  </a:lnTo>
                  <a:lnTo>
                    <a:pt x="7721133" y="2971801"/>
                  </a:lnTo>
                  <a:lnTo>
                    <a:pt x="7721988" y="2971801"/>
                  </a:lnTo>
                  <a:lnTo>
                    <a:pt x="7722844" y="2976225"/>
                  </a:lnTo>
                  <a:lnTo>
                    <a:pt x="7723699" y="3006327"/>
                  </a:lnTo>
                  <a:lnTo>
                    <a:pt x="7724555" y="3041985"/>
                  </a:lnTo>
                  <a:lnTo>
                    <a:pt x="7725410" y="3101392"/>
                  </a:lnTo>
                  <a:lnTo>
                    <a:pt x="7726266" y="3116972"/>
                  </a:lnTo>
                  <a:lnTo>
                    <a:pt x="7726266" y="3116972"/>
                  </a:lnTo>
                  <a:lnTo>
                    <a:pt x="7727121" y="3116972"/>
                  </a:lnTo>
                  <a:lnTo>
                    <a:pt x="7727977" y="3116972"/>
                  </a:lnTo>
                  <a:lnTo>
                    <a:pt x="7728832" y="3116972"/>
                  </a:lnTo>
                  <a:lnTo>
                    <a:pt x="7729688" y="3116972"/>
                  </a:lnTo>
                  <a:lnTo>
                    <a:pt x="7730543" y="3116972"/>
                  </a:lnTo>
                  <a:lnTo>
                    <a:pt x="7731399" y="3116972"/>
                  </a:lnTo>
                  <a:lnTo>
                    <a:pt x="7732254" y="3116972"/>
                  </a:lnTo>
                  <a:lnTo>
                    <a:pt x="7733110" y="3071123"/>
                  </a:lnTo>
                  <a:lnTo>
                    <a:pt x="7733965" y="3024330"/>
                  </a:lnTo>
                  <a:lnTo>
                    <a:pt x="7734821" y="2980551"/>
                  </a:lnTo>
                  <a:lnTo>
                    <a:pt x="7735676" y="2907881"/>
                  </a:lnTo>
                  <a:lnTo>
                    <a:pt x="7736532" y="2840073"/>
                  </a:lnTo>
                  <a:lnTo>
                    <a:pt x="7737388" y="2823081"/>
                  </a:lnTo>
                  <a:lnTo>
                    <a:pt x="7738243" y="2859224"/>
                  </a:lnTo>
                  <a:lnTo>
                    <a:pt x="7739099" y="2873275"/>
                  </a:lnTo>
                  <a:lnTo>
                    <a:pt x="7739954" y="2863326"/>
                  </a:lnTo>
                  <a:lnTo>
                    <a:pt x="7740810" y="2830040"/>
                  </a:lnTo>
                  <a:lnTo>
                    <a:pt x="7741665" y="2829292"/>
                  </a:lnTo>
                  <a:lnTo>
                    <a:pt x="7742521" y="2912565"/>
                  </a:lnTo>
                  <a:lnTo>
                    <a:pt x="7743376" y="2952496"/>
                  </a:lnTo>
                  <a:lnTo>
                    <a:pt x="7744232" y="2952498"/>
                  </a:lnTo>
                  <a:lnTo>
                    <a:pt x="7745087" y="3009560"/>
                  </a:lnTo>
                  <a:lnTo>
                    <a:pt x="7745943" y="3116972"/>
                  </a:lnTo>
                  <a:lnTo>
                    <a:pt x="7745943" y="3116972"/>
                  </a:lnTo>
                  <a:lnTo>
                    <a:pt x="7746798" y="3116972"/>
                  </a:lnTo>
                  <a:lnTo>
                    <a:pt x="7747654" y="3116972"/>
                  </a:lnTo>
                  <a:lnTo>
                    <a:pt x="7748509" y="3116972"/>
                  </a:lnTo>
                  <a:lnTo>
                    <a:pt x="7749365" y="3057583"/>
                  </a:lnTo>
                  <a:lnTo>
                    <a:pt x="7750220" y="2972100"/>
                  </a:lnTo>
                  <a:lnTo>
                    <a:pt x="7751076" y="3009087"/>
                  </a:lnTo>
                  <a:lnTo>
                    <a:pt x="7751931" y="3077368"/>
                  </a:lnTo>
                  <a:lnTo>
                    <a:pt x="7752787" y="3065505"/>
                  </a:lnTo>
                  <a:lnTo>
                    <a:pt x="7753643" y="3019708"/>
                  </a:lnTo>
                  <a:lnTo>
                    <a:pt x="7754498" y="3090956"/>
                  </a:lnTo>
                  <a:lnTo>
                    <a:pt x="7755354" y="3116972"/>
                  </a:lnTo>
                  <a:lnTo>
                    <a:pt x="7755354" y="3116972"/>
                  </a:lnTo>
                  <a:lnTo>
                    <a:pt x="7756209" y="3058295"/>
                  </a:lnTo>
                  <a:lnTo>
                    <a:pt x="7757065" y="2906217"/>
                  </a:lnTo>
                  <a:lnTo>
                    <a:pt x="7757920" y="2888640"/>
                  </a:lnTo>
                  <a:lnTo>
                    <a:pt x="7758776" y="2902666"/>
                  </a:lnTo>
                  <a:lnTo>
                    <a:pt x="7759631" y="2856523"/>
                  </a:lnTo>
                  <a:lnTo>
                    <a:pt x="7760487" y="2766894"/>
                  </a:lnTo>
                  <a:lnTo>
                    <a:pt x="7761342" y="2660851"/>
                  </a:lnTo>
                  <a:lnTo>
                    <a:pt x="7762198" y="2675662"/>
                  </a:lnTo>
                  <a:lnTo>
                    <a:pt x="7763053" y="2652860"/>
                  </a:lnTo>
                  <a:lnTo>
                    <a:pt x="7763909" y="2614859"/>
                  </a:lnTo>
                  <a:lnTo>
                    <a:pt x="7764764" y="2612648"/>
                  </a:lnTo>
                  <a:lnTo>
                    <a:pt x="7765620" y="2574575"/>
                  </a:lnTo>
                  <a:lnTo>
                    <a:pt x="7766475" y="2605827"/>
                  </a:lnTo>
                  <a:lnTo>
                    <a:pt x="7767331" y="2617882"/>
                  </a:lnTo>
                  <a:lnTo>
                    <a:pt x="7768186" y="2638243"/>
                  </a:lnTo>
                  <a:lnTo>
                    <a:pt x="7769042" y="2655474"/>
                  </a:lnTo>
                  <a:lnTo>
                    <a:pt x="7769898" y="2663764"/>
                  </a:lnTo>
                  <a:lnTo>
                    <a:pt x="7770753" y="2779125"/>
                  </a:lnTo>
                  <a:lnTo>
                    <a:pt x="7771609" y="2881932"/>
                  </a:lnTo>
                  <a:lnTo>
                    <a:pt x="7772464" y="2952647"/>
                  </a:lnTo>
                  <a:lnTo>
                    <a:pt x="7773320" y="2958089"/>
                  </a:lnTo>
                  <a:lnTo>
                    <a:pt x="7774175" y="2987698"/>
                  </a:lnTo>
                  <a:lnTo>
                    <a:pt x="7775031" y="3018425"/>
                  </a:lnTo>
                  <a:lnTo>
                    <a:pt x="7775886" y="3017683"/>
                  </a:lnTo>
                  <a:lnTo>
                    <a:pt x="7776742" y="2978045"/>
                  </a:lnTo>
                  <a:lnTo>
                    <a:pt x="7777597" y="2906806"/>
                  </a:lnTo>
                  <a:lnTo>
                    <a:pt x="7778453" y="2842895"/>
                  </a:lnTo>
                  <a:lnTo>
                    <a:pt x="7779308" y="2844684"/>
                  </a:lnTo>
                  <a:lnTo>
                    <a:pt x="7780164" y="2863627"/>
                  </a:lnTo>
                  <a:lnTo>
                    <a:pt x="7781019" y="2857527"/>
                  </a:lnTo>
                  <a:lnTo>
                    <a:pt x="7781875" y="2826392"/>
                  </a:lnTo>
                  <a:lnTo>
                    <a:pt x="7782730" y="2807945"/>
                  </a:lnTo>
                  <a:lnTo>
                    <a:pt x="7783586" y="2928593"/>
                  </a:lnTo>
                  <a:lnTo>
                    <a:pt x="7784442" y="2957495"/>
                  </a:lnTo>
                  <a:lnTo>
                    <a:pt x="7785297" y="2913561"/>
                  </a:lnTo>
                  <a:lnTo>
                    <a:pt x="7786153" y="2911436"/>
                  </a:lnTo>
                  <a:lnTo>
                    <a:pt x="7787008" y="2966722"/>
                  </a:lnTo>
                  <a:lnTo>
                    <a:pt x="7787864" y="2997407"/>
                  </a:lnTo>
                  <a:lnTo>
                    <a:pt x="7788719" y="2966680"/>
                  </a:lnTo>
                  <a:lnTo>
                    <a:pt x="7789575" y="2931991"/>
                  </a:lnTo>
                  <a:lnTo>
                    <a:pt x="7790430" y="2869159"/>
                  </a:lnTo>
                  <a:lnTo>
                    <a:pt x="7791286" y="2838746"/>
                  </a:lnTo>
                  <a:lnTo>
                    <a:pt x="7792141" y="2897796"/>
                  </a:lnTo>
                  <a:lnTo>
                    <a:pt x="7792997" y="2925299"/>
                  </a:lnTo>
                  <a:lnTo>
                    <a:pt x="7793852" y="2855838"/>
                  </a:lnTo>
                  <a:lnTo>
                    <a:pt x="7794708" y="2817336"/>
                  </a:lnTo>
                  <a:lnTo>
                    <a:pt x="7795563" y="2870749"/>
                  </a:lnTo>
                  <a:lnTo>
                    <a:pt x="7796419" y="2824485"/>
                  </a:lnTo>
                  <a:lnTo>
                    <a:pt x="7797274" y="2698077"/>
                  </a:lnTo>
                  <a:lnTo>
                    <a:pt x="7798130" y="2585447"/>
                  </a:lnTo>
                  <a:lnTo>
                    <a:pt x="7798985" y="2613858"/>
                  </a:lnTo>
                  <a:lnTo>
                    <a:pt x="7799841" y="2669306"/>
                  </a:lnTo>
                  <a:lnTo>
                    <a:pt x="7800697" y="2635372"/>
                  </a:lnTo>
                  <a:lnTo>
                    <a:pt x="7801552" y="2651757"/>
                  </a:lnTo>
                  <a:lnTo>
                    <a:pt x="7802408" y="2735415"/>
                  </a:lnTo>
                  <a:lnTo>
                    <a:pt x="7803263" y="2746921"/>
                  </a:lnTo>
                  <a:lnTo>
                    <a:pt x="7804119" y="2646736"/>
                  </a:lnTo>
                  <a:lnTo>
                    <a:pt x="7804974" y="2619291"/>
                  </a:lnTo>
                  <a:lnTo>
                    <a:pt x="7805830" y="2687636"/>
                  </a:lnTo>
                  <a:lnTo>
                    <a:pt x="7806685" y="2763337"/>
                  </a:lnTo>
                  <a:lnTo>
                    <a:pt x="7807541" y="2783730"/>
                  </a:lnTo>
                  <a:lnTo>
                    <a:pt x="7808396" y="2860575"/>
                  </a:lnTo>
                  <a:lnTo>
                    <a:pt x="7809252" y="2882856"/>
                  </a:lnTo>
                  <a:lnTo>
                    <a:pt x="7810107" y="2850306"/>
                  </a:lnTo>
                  <a:lnTo>
                    <a:pt x="7810963" y="2800095"/>
                  </a:lnTo>
                  <a:lnTo>
                    <a:pt x="7811818" y="2756254"/>
                  </a:lnTo>
                  <a:lnTo>
                    <a:pt x="7812674" y="2692542"/>
                  </a:lnTo>
                  <a:lnTo>
                    <a:pt x="7813529" y="2705337"/>
                  </a:lnTo>
                  <a:lnTo>
                    <a:pt x="7814385" y="2784963"/>
                  </a:lnTo>
                  <a:lnTo>
                    <a:pt x="7815240" y="2779415"/>
                  </a:lnTo>
                  <a:lnTo>
                    <a:pt x="7816096" y="2720085"/>
                  </a:lnTo>
                  <a:lnTo>
                    <a:pt x="7816952" y="2723866"/>
                  </a:lnTo>
                  <a:lnTo>
                    <a:pt x="7817807" y="2731232"/>
                  </a:lnTo>
                  <a:lnTo>
                    <a:pt x="7818663" y="2733619"/>
                  </a:lnTo>
                  <a:lnTo>
                    <a:pt x="7819518" y="2790030"/>
                  </a:lnTo>
                  <a:lnTo>
                    <a:pt x="7820374" y="2922325"/>
                  </a:lnTo>
                  <a:lnTo>
                    <a:pt x="7821229" y="3025141"/>
                  </a:lnTo>
                  <a:lnTo>
                    <a:pt x="7822085" y="2981338"/>
                  </a:lnTo>
                  <a:lnTo>
                    <a:pt x="7822940" y="2993739"/>
                  </a:lnTo>
                  <a:lnTo>
                    <a:pt x="7823796" y="3030174"/>
                  </a:lnTo>
                  <a:lnTo>
                    <a:pt x="7824651" y="2958662"/>
                  </a:lnTo>
                  <a:lnTo>
                    <a:pt x="7825507" y="2892694"/>
                  </a:lnTo>
                  <a:lnTo>
                    <a:pt x="7826362" y="2873567"/>
                  </a:lnTo>
                  <a:lnTo>
                    <a:pt x="7827218" y="2912324"/>
                  </a:lnTo>
                  <a:lnTo>
                    <a:pt x="7828073" y="2925198"/>
                  </a:lnTo>
                  <a:lnTo>
                    <a:pt x="7828929" y="2857675"/>
                  </a:lnTo>
                  <a:lnTo>
                    <a:pt x="7829784" y="2773741"/>
                  </a:lnTo>
                  <a:lnTo>
                    <a:pt x="7830640" y="2648453"/>
                  </a:lnTo>
                  <a:lnTo>
                    <a:pt x="7831496" y="2546051"/>
                  </a:lnTo>
                  <a:lnTo>
                    <a:pt x="7832351" y="2471443"/>
                  </a:lnTo>
                  <a:lnTo>
                    <a:pt x="7833207" y="2410299"/>
                  </a:lnTo>
                  <a:lnTo>
                    <a:pt x="7834062" y="2434220"/>
                  </a:lnTo>
                  <a:lnTo>
                    <a:pt x="7834918" y="2580075"/>
                  </a:lnTo>
                  <a:lnTo>
                    <a:pt x="7835773" y="2709659"/>
                  </a:lnTo>
                  <a:lnTo>
                    <a:pt x="7836629" y="2777496"/>
                  </a:lnTo>
                  <a:lnTo>
                    <a:pt x="7837484" y="2854496"/>
                  </a:lnTo>
                  <a:lnTo>
                    <a:pt x="7838340" y="2835085"/>
                  </a:lnTo>
                  <a:lnTo>
                    <a:pt x="7839195" y="2810681"/>
                  </a:lnTo>
                  <a:lnTo>
                    <a:pt x="7840051" y="2788351"/>
                  </a:lnTo>
                  <a:lnTo>
                    <a:pt x="7840906" y="2766307"/>
                  </a:lnTo>
                  <a:lnTo>
                    <a:pt x="7841762" y="2705993"/>
                  </a:lnTo>
                  <a:lnTo>
                    <a:pt x="7842617" y="2640632"/>
                  </a:lnTo>
                  <a:lnTo>
                    <a:pt x="7843473" y="2551380"/>
                  </a:lnTo>
                  <a:lnTo>
                    <a:pt x="7844328" y="2413153"/>
                  </a:lnTo>
                  <a:lnTo>
                    <a:pt x="7845184" y="2279714"/>
                  </a:lnTo>
                  <a:lnTo>
                    <a:pt x="7846039" y="2083649"/>
                  </a:lnTo>
                  <a:lnTo>
                    <a:pt x="7846895" y="1934084"/>
                  </a:lnTo>
                  <a:lnTo>
                    <a:pt x="7847751" y="1804439"/>
                  </a:lnTo>
                  <a:lnTo>
                    <a:pt x="7848606" y="1784743"/>
                  </a:lnTo>
                  <a:lnTo>
                    <a:pt x="7849462" y="1880050"/>
                  </a:lnTo>
                  <a:lnTo>
                    <a:pt x="7850317" y="1910126"/>
                  </a:lnTo>
                  <a:lnTo>
                    <a:pt x="7851173" y="1962175"/>
                  </a:lnTo>
                  <a:lnTo>
                    <a:pt x="7852028" y="2051265"/>
                  </a:lnTo>
                  <a:lnTo>
                    <a:pt x="7852884" y="2143242"/>
                  </a:lnTo>
                  <a:lnTo>
                    <a:pt x="7853739" y="2271539"/>
                  </a:lnTo>
                  <a:lnTo>
                    <a:pt x="7854595" y="2236755"/>
                  </a:lnTo>
                  <a:lnTo>
                    <a:pt x="7855450" y="2220682"/>
                  </a:lnTo>
                  <a:lnTo>
                    <a:pt x="7856306" y="2244945"/>
                  </a:lnTo>
                  <a:lnTo>
                    <a:pt x="7857161" y="2255739"/>
                  </a:lnTo>
                  <a:lnTo>
                    <a:pt x="7858017" y="2194146"/>
                  </a:lnTo>
                  <a:lnTo>
                    <a:pt x="7858872" y="2145559"/>
                  </a:lnTo>
                  <a:lnTo>
                    <a:pt x="7859728" y="2156505"/>
                  </a:lnTo>
                  <a:lnTo>
                    <a:pt x="7860583" y="2033527"/>
                  </a:lnTo>
                  <a:lnTo>
                    <a:pt x="7861439" y="1872998"/>
                  </a:lnTo>
                  <a:lnTo>
                    <a:pt x="7862294" y="1782072"/>
                  </a:lnTo>
                  <a:lnTo>
                    <a:pt x="7863150" y="1745041"/>
                  </a:lnTo>
                  <a:lnTo>
                    <a:pt x="7864006" y="1648599"/>
                  </a:lnTo>
                  <a:lnTo>
                    <a:pt x="7864861" y="1605441"/>
                  </a:lnTo>
                  <a:lnTo>
                    <a:pt x="7865717" y="1678371"/>
                  </a:lnTo>
                  <a:lnTo>
                    <a:pt x="7866572" y="1826159"/>
                  </a:lnTo>
                  <a:lnTo>
                    <a:pt x="7867428" y="1905638"/>
                  </a:lnTo>
                  <a:lnTo>
                    <a:pt x="7868283" y="1941460"/>
                  </a:lnTo>
                  <a:lnTo>
                    <a:pt x="7869139" y="1937334"/>
                  </a:lnTo>
                  <a:lnTo>
                    <a:pt x="7869994" y="1836738"/>
                  </a:lnTo>
                  <a:lnTo>
                    <a:pt x="7870850" y="1646879"/>
                  </a:lnTo>
                  <a:lnTo>
                    <a:pt x="7871705" y="1361736"/>
                  </a:lnTo>
                  <a:lnTo>
                    <a:pt x="7872561" y="1102782"/>
                  </a:lnTo>
                  <a:lnTo>
                    <a:pt x="7873416" y="884196"/>
                  </a:lnTo>
                  <a:lnTo>
                    <a:pt x="7874272" y="716086"/>
                  </a:lnTo>
                  <a:lnTo>
                    <a:pt x="7875127" y="674729"/>
                  </a:lnTo>
                  <a:lnTo>
                    <a:pt x="7875983" y="761226"/>
                  </a:lnTo>
                  <a:lnTo>
                    <a:pt x="7876838" y="898762"/>
                  </a:lnTo>
                  <a:lnTo>
                    <a:pt x="7877694" y="1093252"/>
                  </a:lnTo>
                  <a:lnTo>
                    <a:pt x="7878550" y="1256153"/>
                  </a:lnTo>
                  <a:lnTo>
                    <a:pt x="7879405" y="1405982"/>
                  </a:lnTo>
                  <a:lnTo>
                    <a:pt x="7880261" y="1481244"/>
                  </a:lnTo>
                  <a:lnTo>
                    <a:pt x="7881116" y="1648048"/>
                  </a:lnTo>
                  <a:lnTo>
                    <a:pt x="7881972" y="1893157"/>
                  </a:lnTo>
                  <a:lnTo>
                    <a:pt x="7882827" y="2010336"/>
                  </a:lnTo>
                  <a:lnTo>
                    <a:pt x="7883683" y="2130082"/>
                  </a:lnTo>
                  <a:lnTo>
                    <a:pt x="7884538" y="2295340"/>
                  </a:lnTo>
                  <a:lnTo>
                    <a:pt x="7885394" y="2455037"/>
                  </a:lnTo>
                  <a:lnTo>
                    <a:pt x="7886249" y="2481272"/>
                  </a:lnTo>
                  <a:lnTo>
                    <a:pt x="7887105" y="2437605"/>
                  </a:lnTo>
                  <a:lnTo>
                    <a:pt x="7887960" y="2568600"/>
                  </a:lnTo>
                  <a:lnTo>
                    <a:pt x="7888816" y="2690670"/>
                  </a:lnTo>
                  <a:lnTo>
                    <a:pt x="7889671" y="2679277"/>
                  </a:lnTo>
                  <a:lnTo>
                    <a:pt x="7890527" y="2628011"/>
                  </a:lnTo>
                  <a:lnTo>
                    <a:pt x="7891382" y="2524028"/>
                  </a:lnTo>
                  <a:lnTo>
                    <a:pt x="7892238" y="2420077"/>
                  </a:lnTo>
                  <a:lnTo>
                    <a:pt x="7893093" y="2251576"/>
                  </a:lnTo>
                  <a:lnTo>
                    <a:pt x="7893949" y="2108083"/>
                  </a:lnTo>
                  <a:lnTo>
                    <a:pt x="7894805" y="2056639"/>
                  </a:lnTo>
                  <a:lnTo>
                    <a:pt x="7895660" y="2080699"/>
                  </a:lnTo>
                  <a:lnTo>
                    <a:pt x="7896516" y="2157456"/>
                  </a:lnTo>
                  <a:lnTo>
                    <a:pt x="7897371" y="2140456"/>
                  </a:lnTo>
                  <a:lnTo>
                    <a:pt x="7898227" y="2068894"/>
                  </a:lnTo>
                  <a:lnTo>
                    <a:pt x="7899082" y="2020768"/>
                  </a:lnTo>
                  <a:lnTo>
                    <a:pt x="7899938" y="2066706"/>
                  </a:lnTo>
                  <a:lnTo>
                    <a:pt x="7900793" y="2152973"/>
                  </a:lnTo>
                  <a:lnTo>
                    <a:pt x="7901649" y="2267234"/>
                  </a:lnTo>
                  <a:lnTo>
                    <a:pt x="7902504" y="2443488"/>
                  </a:lnTo>
                  <a:lnTo>
                    <a:pt x="7903360" y="2561304"/>
                  </a:lnTo>
                  <a:lnTo>
                    <a:pt x="7904215" y="2636641"/>
                  </a:lnTo>
                  <a:lnTo>
                    <a:pt x="7905071" y="2682731"/>
                  </a:lnTo>
                  <a:lnTo>
                    <a:pt x="7905926" y="2610946"/>
                  </a:lnTo>
                  <a:lnTo>
                    <a:pt x="7906782" y="2555107"/>
                  </a:lnTo>
                  <a:lnTo>
                    <a:pt x="7907637" y="2647732"/>
                  </a:lnTo>
                  <a:lnTo>
                    <a:pt x="7908493" y="2836436"/>
                  </a:lnTo>
                  <a:lnTo>
                    <a:pt x="7909348" y="3020317"/>
                  </a:lnTo>
                  <a:lnTo>
                    <a:pt x="7910204" y="3068731"/>
                  </a:lnTo>
                  <a:lnTo>
                    <a:pt x="7911060" y="3066201"/>
                  </a:lnTo>
                  <a:lnTo>
                    <a:pt x="7911915" y="2980897"/>
                  </a:lnTo>
                  <a:lnTo>
                    <a:pt x="7912771" y="2869912"/>
                  </a:lnTo>
                  <a:lnTo>
                    <a:pt x="7913626" y="2782842"/>
                  </a:lnTo>
                  <a:lnTo>
                    <a:pt x="7914482" y="2740054"/>
                  </a:lnTo>
                  <a:lnTo>
                    <a:pt x="7915337" y="2750377"/>
                  </a:lnTo>
                  <a:lnTo>
                    <a:pt x="7916193" y="2789142"/>
                  </a:lnTo>
                  <a:lnTo>
                    <a:pt x="7917048" y="2895581"/>
                  </a:lnTo>
                  <a:lnTo>
                    <a:pt x="7917904" y="2935007"/>
                  </a:lnTo>
                  <a:lnTo>
                    <a:pt x="7918759" y="2827140"/>
                  </a:lnTo>
                  <a:lnTo>
                    <a:pt x="7919615" y="2765994"/>
                  </a:lnTo>
                  <a:lnTo>
                    <a:pt x="7920470" y="2766369"/>
                  </a:lnTo>
                  <a:lnTo>
                    <a:pt x="7921326" y="2776597"/>
                  </a:lnTo>
                  <a:lnTo>
                    <a:pt x="7922181" y="2764450"/>
                  </a:lnTo>
                  <a:lnTo>
                    <a:pt x="7923037" y="2743218"/>
                  </a:lnTo>
                  <a:lnTo>
                    <a:pt x="7923892" y="2802816"/>
                  </a:lnTo>
                  <a:lnTo>
                    <a:pt x="7924748" y="2801967"/>
                  </a:lnTo>
                  <a:lnTo>
                    <a:pt x="7925604" y="2754784"/>
                  </a:lnTo>
                  <a:lnTo>
                    <a:pt x="7926459" y="2790040"/>
                  </a:lnTo>
                  <a:lnTo>
                    <a:pt x="7927315" y="2852252"/>
                  </a:lnTo>
                  <a:lnTo>
                    <a:pt x="7928170" y="2831714"/>
                  </a:lnTo>
                  <a:lnTo>
                    <a:pt x="7929026" y="2793621"/>
                  </a:lnTo>
                  <a:lnTo>
                    <a:pt x="7929881" y="2802058"/>
                  </a:lnTo>
                  <a:lnTo>
                    <a:pt x="7930737" y="2893015"/>
                  </a:lnTo>
                  <a:lnTo>
                    <a:pt x="7931592" y="2964371"/>
                  </a:lnTo>
                  <a:lnTo>
                    <a:pt x="7932448" y="2972270"/>
                  </a:lnTo>
                  <a:lnTo>
                    <a:pt x="7933303" y="3043270"/>
                  </a:lnTo>
                  <a:lnTo>
                    <a:pt x="7934159" y="3116972"/>
                  </a:lnTo>
                  <a:lnTo>
                    <a:pt x="7934159" y="3116972"/>
                  </a:lnTo>
                  <a:lnTo>
                    <a:pt x="7935014" y="3116972"/>
                  </a:lnTo>
                  <a:lnTo>
                    <a:pt x="7935870" y="3096374"/>
                  </a:lnTo>
                  <a:lnTo>
                    <a:pt x="7936725" y="2981600"/>
                  </a:lnTo>
                  <a:lnTo>
                    <a:pt x="7937581" y="2924332"/>
                  </a:lnTo>
                  <a:lnTo>
                    <a:pt x="7938436" y="2922804"/>
                  </a:lnTo>
                  <a:lnTo>
                    <a:pt x="7939292" y="2959028"/>
                  </a:lnTo>
                  <a:lnTo>
                    <a:pt x="7940147" y="2932072"/>
                  </a:lnTo>
                  <a:lnTo>
                    <a:pt x="7941003" y="2917902"/>
                  </a:lnTo>
                  <a:lnTo>
                    <a:pt x="7941859" y="2926540"/>
                  </a:lnTo>
                  <a:lnTo>
                    <a:pt x="7942714" y="2942601"/>
                  </a:lnTo>
                  <a:lnTo>
                    <a:pt x="7943570" y="2921345"/>
                  </a:lnTo>
                  <a:lnTo>
                    <a:pt x="7944425" y="2855729"/>
                  </a:lnTo>
                  <a:lnTo>
                    <a:pt x="7945281" y="2871856"/>
                  </a:lnTo>
                  <a:lnTo>
                    <a:pt x="7946136" y="2920741"/>
                  </a:lnTo>
                  <a:lnTo>
                    <a:pt x="7946992" y="2905770"/>
                  </a:lnTo>
                  <a:lnTo>
                    <a:pt x="7947847" y="2912175"/>
                  </a:lnTo>
                  <a:lnTo>
                    <a:pt x="7948703" y="2889429"/>
                  </a:lnTo>
                  <a:lnTo>
                    <a:pt x="7949558" y="2854851"/>
                  </a:lnTo>
                  <a:lnTo>
                    <a:pt x="7950414" y="2801489"/>
                  </a:lnTo>
                  <a:lnTo>
                    <a:pt x="7951269" y="2786258"/>
                  </a:lnTo>
                  <a:lnTo>
                    <a:pt x="7952125" y="2805004"/>
                  </a:lnTo>
                  <a:lnTo>
                    <a:pt x="7952980" y="2755732"/>
                  </a:lnTo>
                  <a:lnTo>
                    <a:pt x="7953836" y="2683401"/>
                  </a:lnTo>
                  <a:lnTo>
                    <a:pt x="7954691" y="2634448"/>
                  </a:lnTo>
                  <a:lnTo>
                    <a:pt x="7955547" y="2670182"/>
                  </a:lnTo>
                  <a:lnTo>
                    <a:pt x="7956402" y="2610812"/>
                  </a:lnTo>
                  <a:lnTo>
                    <a:pt x="7957258" y="2581583"/>
                  </a:lnTo>
                  <a:lnTo>
                    <a:pt x="7958114" y="2629571"/>
                  </a:lnTo>
                  <a:lnTo>
                    <a:pt x="7958969" y="2670509"/>
                  </a:lnTo>
                  <a:lnTo>
                    <a:pt x="7959825" y="2756791"/>
                  </a:lnTo>
                  <a:lnTo>
                    <a:pt x="7960680" y="2753884"/>
                  </a:lnTo>
                  <a:lnTo>
                    <a:pt x="7961536" y="2749452"/>
                  </a:lnTo>
                  <a:lnTo>
                    <a:pt x="7962391" y="2781599"/>
                  </a:lnTo>
                  <a:lnTo>
                    <a:pt x="7963247" y="2754471"/>
                  </a:lnTo>
                  <a:lnTo>
                    <a:pt x="7964102" y="2804969"/>
                  </a:lnTo>
                  <a:lnTo>
                    <a:pt x="7964958" y="2831608"/>
                  </a:lnTo>
                  <a:lnTo>
                    <a:pt x="7965813" y="2857926"/>
                  </a:lnTo>
                  <a:lnTo>
                    <a:pt x="7966669" y="2889455"/>
                  </a:lnTo>
                  <a:lnTo>
                    <a:pt x="7967524" y="2823046"/>
                  </a:lnTo>
                  <a:lnTo>
                    <a:pt x="7968380" y="2836654"/>
                  </a:lnTo>
                  <a:lnTo>
                    <a:pt x="7969235" y="2846080"/>
                  </a:lnTo>
                  <a:lnTo>
                    <a:pt x="7970091" y="2846081"/>
                  </a:lnTo>
                  <a:lnTo>
                    <a:pt x="7970946" y="2855349"/>
                  </a:lnTo>
                  <a:lnTo>
                    <a:pt x="7971802" y="2886574"/>
                  </a:lnTo>
                  <a:lnTo>
                    <a:pt x="7972658" y="2982799"/>
                  </a:lnTo>
                  <a:lnTo>
                    <a:pt x="7973513" y="3017174"/>
                  </a:lnTo>
                  <a:lnTo>
                    <a:pt x="7974369" y="3034173"/>
                  </a:lnTo>
                  <a:lnTo>
                    <a:pt x="7975224" y="3014250"/>
                  </a:lnTo>
                  <a:lnTo>
                    <a:pt x="7976080" y="2950259"/>
                  </a:lnTo>
                  <a:lnTo>
                    <a:pt x="7976935" y="2938843"/>
                  </a:lnTo>
                  <a:lnTo>
                    <a:pt x="7977791" y="2952235"/>
                  </a:lnTo>
                  <a:lnTo>
                    <a:pt x="7978646" y="2952237"/>
                  </a:lnTo>
                  <a:lnTo>
                    <a:pt x="7979502" y="2963908"/>
                  </a:lnTo>
                  <a:lnTo>
                    <a:pt x="7980357" y="3055274"/>
                  </a:lnTo>
                  <a:lnTo>
                    <a:pt x="7981213" y="3110470"/>
                  </a:lnTo>
                  <a:lnTo>
                    <a:pt x="7982068" y="3024611"/>
                  </a:lnTo>
                  <a:lnTo>
                    <a:pt x="7982924" y="2979547"/>
                  </a:lnTo>
                  <a:lnTo>
                    <a:pt x="7983779" y="2976758"/>
                  </a:lnTo>
                  <a:lnTo>
                    <a:pt x="7984635" y="2905133"/>
                  </a:lnTo>
                  <a:lnTo>
                    <a:pt x="7985490" y="2747871"/>
                  </a:lnTo>
                  <a:lnTo>
                    <a:pt x="7986346" y="2744764"/>
                  </a:lnTo>
                  <a:lnTo>
                    <a:pt x="7987201" y="2839628"/>
                  </a:lnTo>
                  <a:lnTo>
                    <a:pt x="7988057" y="2850579"/>
                  </a:lnTo>
                  <a:lnTo>
                    <a:pt x="7988913" y="2821709"/>
                  </a:lnTo>
                  <a:lnTo>
                    <a:pt x="7989768" y="2819366"/>
                  </a:lnTo>
                  <a:lnTo>
                    <a:pt x="7990624" y="2799669"/>
                  </a:lnTo>
                  <a:lnTo>
                    <a:pt x="7991479" y="2716920"/>
                  </a:lnTo>
                  <a:lnTo>
                    <a:pt x="7992335" y="2724452"/>
                  </a:lnTo>
                  <a:lnTo>
                    <a:pt x="7993190" y="2758298"/>
                  </a:lnTo>
                  <a:lnTo>
                    <a:pt x="7994046" y="2823355"/>
                  </a:lnTo>
                  <a:lnTo>
                    <a:pt x="7994901" y="2898181"/>
                  </a:lnTo>
                  <a:lnTo>
                    <a:pt x="7995757" y="3003696"/>
                  </a:lnTo>
                  <a:lnTo>
                    <a:pt x="7996612" y="3099147"/>
                  </a:lnTo>
                  <a:lnTo>
                    <a:pt x="7997468" y="3116806"/>
                  </a:lnTo>
                  <a:lnTo>
                    <a:pt x="7998323" y="3113423"/>
                  </a:lnTo>
                  <a:lnTo>
                    <a:pt x="7999179" y="3020254"/>
                  </a:lnTo>
                  <a:lnTo>
                    <a:pt x="8000034" y="2927104"/>
                  </a:lnTo>
                  <a:lnTo>
                    <a:pt x="8000890" y="2890746"/>
                  </a:lnTo>
                  <a:lnTo>
                    <a:pt x="8001745" y="2880559"/>
                  </a:lnTo>
                  <a:lnTo>
                    <a:pt x="8002601" y="2861721"/>
                  </a:lnTo>
                  <a:lnTo>
                    <a:pt x="8003456" y="2817963"/>
                  </a:lnTo>
                  <a:lnTo>
                    <a:pt x="8004312" y="2851643"/>
                  </a:lnTo>
                  <a:lnTo>
                    <a:pt x="8005168" y="2930985"/>
                  </a:lnTo>
                  <a:lnTo>
                    <a:pt x="8006023" y="2939591"/>
                  </a:lnTo>
                  <a:lnTo>
                    <a:pt x="8006879" y="2909445"/>
                  </a:lnTo>
                  <a:lnTo>
                    <a:pt x="8007734" y="2886798"/>
                  </a:lnTo>
                  <a:lnTo>
                    <a:pt x="8008590" y="2889794"/>
                  </a:lnTo>
                  <a:lnTo>
                    <a:pt x="8009445" y="2930515"/>
                  </a:lnTo>
                  <a:lnTo>
                    <a:pt x="8010301" y="3017890"/>
                  </a:lnTo>
                  <a:lnTo>
                    <a:pt x="8011156" y="3089406"/>
                  </a:lnTo>
                  <a:lnTo>
                    <a:pt x="8012012" y="3116972"/>
                  </a:lnTo>
                  <a:lnTo>
                    <a:pt x="8012012" y="3116972"/>
                  </a:lnTo>
                  <a:lnTo>
                    <a:pt x="8012867" y="3116972"/>
                  </a:lnTo>
                  <a:lnTo>
                    <a:pt x="8013723" y="3116972"/>
                  </a:lnTo>
                  <a:lnTo>
                    <a:pt x="8014578" y="3116972"/>
                  </a:lnTo>
                  <a:lnTo>
                    <a:pt x="8015434" y="3116972"/>
                  </a:lnTo>
                  <a:lnTo>
                    <a:pt x="8016289" y="3029623"/>
                  </a:lnTo>
                  <a:lnTo>
                    <a:pt x="8017145" y="2977205"/>
                  </a:lnTo>
                  <a:lnTo>
                    <a:pt x="8018000" y="2963493"/>
                  </a:lnTo>
                  <a:lnTo>
                    <a:pt x="8018856" y="2894800"/>
                  </a:lnTo>
                  <a:lnTo>
                    <a:pt x="8019711" y="2776969"/>
                  </a:lnTo>
                  <a:lnTo>
                    <a:pt x="8020567" y="2668935"/>
                  </a:lnTo>
                  <a:lnTo>
                    <a:pt x="8021423" y="2694869"/>
                  </a:lnTo>
                  <a:lnTo>
                    <a:pt x="8022278" y="2691110"/>
                  </a:lnTo>
                  <a:lnTo>
                    <a:pt x="8023134" y="2670044"/>
                  </a:lnTo>
                  <a:lnTo>
                    <a:pt x="8023989" y="2638491"/>
                  </a:lnTo>
                  <a:lnTo>
                    <a:pt x="8024845" y="2647255"/>
                  </a:lnTo>
                  <a:lnTo>
                    <a:pt x="8025700" y="2752632"/>
                  </a:lnTo>
                  <a:lnTo>
                    <a:pt x="8026556" y="2825370"/>
                  </a:lnTo>
                  <a:lnTo>
                    <a:pt x="8027411" y="2904273"/>
                  </a:lnTo>
                  <a:lnTo>
                    <a:pt x="8028267" y="2894122"/>
                  </a:lnTo>
                  <a:lnTo>
                    <a:pt x="8029122" y="2919458"/>
                  </a:lnTo>
                  <a:lnTo>
                    <a:pt x="8029978" y="2949348"/>
                  </a:lnTo>
                  <a:lnTo>
                    <a:pt x="8030833" y="2918688"/>
                  </a:lnTo>
                  <a:lnTo>
                    <a:pt x="8031689" y="2888437"/>
                  </a:lnTo>
                  <a:lnTo>
                    <a:pt x="8032544" y="2867692"/>
                  </a:lnTo>
                  <a:lnTo>
                    <a:pt x="8033400" y="2875691"/>
                  </a:lnTo>
                  <a:lnTo>
                    <a:pt x="8034255" y="2935066"/>
                  </a:lnTo>
                  <a:lnTo>
                    <a:pt x="8035111" y="2997939"/>
                  </a:lnTo>
                  <a:lnTo>
                    <a:pt x="8035967" y="3084789"/>
                  </a:lnTo>
                  <a:lnTo>
                    <a:pt x="8036822" y="3096476"/>
                  </a:lnTo>
                  <a:lnTo>
                    <a:pt x="8037678" y="3116972"/>
                  </a:lnTo>
                  <a:lnTo>
                    <a:pt x="8037678" y="3116972"/>
                  </a:lnTo>
                  <a:lnTo>
                    <a:pt x="8038533" y="3116972"/>
                  </a:lnTo>
                  <a:lnTo>
                    <a:pt x="8039389" y="3078453"/>
                  </a:lnTo>
                  <a:lnTo>
                    <a:pt x="8040244" y="3022319"/>
                  </a:lnTo>
                  <a:lnTo>
                    <a:pt x="8041100" y="2958243"/>
                  </a:lnTo>
                  <a:lnTo>
                    <a:pt x="8041955" y="2927215"/>
                  </a:lnTo>
                  <a:lnTo>
                    <a:pt x="8042811" y="2885150"/>
                  </a:lnTo>
                  <a:lnTo>
                    <a:pt x="8043666" y="2865927"/>
                  </a:lnTo>
                  <a:lnTo>
                    <a:pt x="8044522" y="2910457"/>
                  </a:lnTo>
                  <a:lnTo>
                    <a:pt x="8045377" y="2990351"/>
                  </a:lnTo>
                  <a:lnTo>
                    <a:pt x="8046233" y="3009665"/>
                  </a:lnTo>
                  <a:lnTo>
                    <a:pt x="8047088" y="3052066"/>
                  </a:lnTo>
                  <a:lnTo>
                    <a:pt x="8047944" y="3060940"/>
                  </a:lnTo>
                  <a:lnTo>
                    <a:pt x="8048799" y="3106472"/>
                  </a:lnTo>
                  <a:lnTo>
                    <a:pt x="8049655" y="3116972"/>
                  </a:lnTo>
                  <a:lnTo>
                    <a:pt x="8049655" y="3116972"/>
                  </a:lnTo>
                  <a:lnTo>
                    <a:pt x="8050510" y="3101356"/>
                  </a:lnTo>
                  <a:lnTo>
                    <a:pt x="8051366" y="3080899"/>
                  </a:lnTo>
                  <a:lnTo>
                    <a:pt x="8052222" y="2981423"/>
                  </a:lnTo>
                  <a:lnTo>
                    <a:pt x="8053077" y="2943248"/>
                  </a:lnTo>
                  <a:lnTo>
                    <a:pt x="8053933" y="2953895"/>
                  </a:lnTo>
                  <a:lnTo>
                    <a:pt x="8054788" y="2952174"/>
                  </a:lnTo>
                  <a:lnTo>
                    <a:pt x="8055644" y="2970190"/>
                  </a:lnTo>
                  <a:lnTo>
                    <a:pt x="8056499" y="3010004"/>
                  </a:lnTo>
                  <a:lnTo>
                    <a:pt x="8057355" y="3039851"/>
                  </a:lnTo>
                  <a:lnTo>
                    <a:pt x="8058210" y="3042288"/>
                  </a:lnTo>
                  <a:lnTo>
                    <a:pt x="8059066" y="3084544"/>
                  </a:lnTo>
                  <a:lnTo>
                    <a:pt x="8059921" y="3116972"/>
                  </a:lnTo>
                  <a:lnTo>
                    <a:pt x="8059921" y="3116972"/>
                  </a:lnTo>
                  <a:lnTo>
                    <a:pt x="8060777" y="3077423"/>
                  </a:lnTo>
                  <a:lnTo>
                    <a:pt x="8061632" y="2945072"/>
                  </a:lnTo>
                  <a:lnTo>
                    <a:pt x="8062488" y="2791508"/>
                  </a:lnTo>
                  <a:lnTo>
                    <a:pt x="8063343" y="2670029"/>
                  </a:lnTo>
                  <a:lnTo>
                    <a:pt x="8064199" y="2574411"/>
                  </a:lnTo>
                  <a:lnTo>
                    <a:pt x="8065054" y="2386377"/>
                  </a:lnTo>
                  <a:lnTo>
                    <a:pt x="8065910" y="2305730"/>
                  </a:lnTo>
                  <a:lnTo>
                    <a:pt x="8066765" y="2387626"/>
                  </a:lnTo>
                  <a:lnTo>
                    <a:pt x="8067621" y="2568413"/>
                  </a:lnTo>
                  <a:lnTo>
                    <a:pt x="8068477" y="2750734"/>
                  </a:lnTo>
                  <a:lnTo>
                    <a:pt x="8069332" y="2836225"/>
                  </a:lnTo>
                  <a:lnTo>
                    <a:pt x="8070188" y="2979547"/>
                  </a:lnTo>
                  <a:lnTo>
                    <a:pt x="8071043" y="3066068"/>
                  </a:lnTo>
                  <a:lnTo>
                    <a:pt x="8071899" y="3026010"/>
                  </a:lnTo>
                  <a:lnTo>
                    <a:pt x="8072754" y="2964498"/>
                  </a:lnTo>
                  <a:lnTo>
                    <a:pt x="8073610" y="2869836"/>
                  </a:lnTo>
                  <a:lnTo>
                    <a:pt x="8074465" y="2786366"/>
                  </a:lnTo>
                  <a:lnTo>
                    <a:pt x="8075321" y="2702858"/>
                  </a:lnTo>
                  <a:lnTo>
                    <a:pt x="8076176" y="2679807"/>
                  </a:lnTo>
                  <a:lnTo>
                    <a:pt x="8077032" y="2699956"/>
                  </a:lnTo>
                  <a:lnTo>
                    <a:pt x="8077887" y="2689364"/>
                  </a:lnTo>
                  <a:lnTo>
                    <a:pt x="8078743" y="2672301"/>
                  </a:lnTo>
                  <a:lnTo>
                    <a:pt x="8079598" y="2710021"/>
                  </a:lnTo>
                  <a:lnTo>
                    <a:pt x="8080454" y="2796444"/>
                  </a:lnTo>
                  <a:lnTo>
                    <a:pt x="8081309" y="2804401"/>
                  </a:lnTo>
                  <a:lnTo>
                    <a:pt x="8082165" y="2764937"/>
                  </a:lnTo>
                  <a:lnTo>
                    <a:pt x="8083021" y="2773854"/>
                  </a:lnTo>
                  <a:lnTo>
                    <a:pt x="8083876" y="2789977"/>
                  </a:lnTo>
                  <a:lnTo>
                    <a:pt x="8084732" y="2757416"/>
                  </a:lnTo>
                  <a:lnTo>
                    <a:pt x="8085587" y="2748129"/>
                  </a:lnTo>
                  <a:lnTo>
                    <a:pt x="8086443" y="2836266"/>
                  </a:lnTo>
                  <a:lnTo>
                    <a:pt x="8087298" y="2889187"/>
                  </a:lnTo>
                  <a:lnTo>
                    <a:pt x="8088154" y="2844535"/>
                  </a:lnTo>
                  <a:lnTo>
                    <a:pt x="8089009" y="2808104"/>
                  </a:lnTo>
                  <a:lnTo>
                    <a:pt x="8089865" y="2758893"/>
                  </a:lnTo>
                  <a:lnTo>
                    <a:pt x="8090720" y="2731983"/>
                  </a:lnTo>
                  <a:lnTo>
                    <a:pt x="8091576" y="2709758"/>
                  </a:lnTo>
                  <a:lnTo>
                    <a:pt x="8092431" y="2744030"/>
                  </a:lnTo>
                  <a:lnTo>
                    <a:pt x="8093287" y="2905947"/>
                  </a:lnTo>
                  <a:lnTo>
                    <a:pt x="8094142" y="3049635"/>
                  </a:lnTo>
                  <a:lnTo>
                    <a:pt x="8094998" y="3116972"/>
                  </a:lnTo>
                  <a:lnTo>
                    <a:pt x="8094998" y="3116972"/>
                  </a:lnTo>
                  <a:lnTo>
                    <a:pt x="8095853" y="3116972"/>
                  </a:lnTo>
                  <a:lnTo>
                    <a:pt x="8096709" y="3116972"/>
                  </a:lnTo>
                  <a:lnTo>
                    <a:pt x="8097564" y="3116972"/>
                  </a:lnTo>
                  <a:lnTo>
                    <a:pt x="8098420" y="3116972"/>
                  </a:lnTo>
                  <a:lnTo>
                    <a:pt x="8099276" y="3038442"/>
                  </a:lnTo>
                  <a:lnTo>
                    <a:pt x="8100131" y="2970197"/>
                  </a:lnTo>
                  <a:lnTo>
                    <a:pt x="8100987" y="2951337"/>
                  </a:lnTo>
                  <a:lnTo>
                    <a:pt x="8101842" y="2932573"/>
                  </a:lnTo>
                  <a:lnTo>
                    <a:pt x="8102698" y="2874037"/>
                  </a:lnTo>
                  <a:lnTo>
                    <a:pt x="8103553" y="2855388"/>
                  </a:lnTo>
                  <a:lnTo>
                    <a:pt x="8104409" y="2934917"/>
                  </a:lnTo>
                  <a:lnTo>
                    <a:pt x="8105264" y="3049305"/>
                  </a:lnTo>
                  <a:lnTo>
                    <a:pt x="8106120" y="3070684"/>
                  </a:lnTo>
                  <a:lnTo>
                    <a:pt x="8106975" y="3070684"/>
                  </a:lnTo>
                  <a:lnTo>
                    <a:pt x="8107831" y="3079599"/>
                  </a:lnTo>
                  <a:lnTo>
                    <a:pt x="8108686" y="3055129"/>
                  </a:lnTo>
                  <a:lnTo>
                    <a:pt x="8109542" y="3024906"/>
                  </a:lnTo>
                  <a:lnTo>
                    <a:pt x="8110397" y="2978764"/>
                  </a:lnTo>
                  <a:lnTo>
                    <a:pt x="8111253" y="2951925"/>
                  </a:lnTo>
                  <a:lnTo>
                    <a:pt x="8112108" y="2892924"/>
                  </a:lnTo>
                  <a:lnTo>
                    <a:pt x="8112964" y="2850618"/>
                  </a:lnTo>
                  <a:lnTo>
                    <a:pt x="8113819" y="2878536"/>
                  </a:lnTo>
                  <a:lnTo>
                    <a:pt x="8114675" y="2838101"/>
                  </a:lnTo>
                  <a:lnTo>
                    <a:pt x="8115531" y="2807372"/>
                  </a:lnTo>
                  <a:lnTo>
                    <a:pt x="8116386" y="2831692"/>
                  </a:lnTo>
                  <a:lnTo>
                    <a:pt x="8117242" y="2890694"/>
                  </a:lnTo>
                  <a:lnTo>
                    <a:pt x="8118097" y="2949773"/>
                  </a:lnTo>
                  <a:lnTo>
                    <a:pt x="8118953" y="2978029"/>
                  </a:lnTo>
                  <a:lnTo>
                    <a:pt x="8119808" y="3031599"/>
                  </a:lnTo>
                  <a:lnTo>
                    <a:pt x="8120664" y="3062328"/>
                  </a:lnTo>
                  <a:lnTo>
                    <a:pt x="8121519" y="3087473"/>
                  </a:lnTo>
                  <a:lnTo>
                    <a:pt x="8122375" y="3116972"/>
                  </a:lnTo>
                  <a:lnTo>
                    <a:pt x="8122375" y="3116972"/>
                  </a:lnTo>
                  <a:lnTo>
                    <a:pt x="8123230" y="3102088"/>
                  </a:lnTo>
                  <a:lnTo>
                    <a:pt x="8124086" y="3082270"/>
                  </a:lnTo>
                  <a:lnTo>
                    <a:pt x="8124941" y="3116972"/>
                  </a:lnTo>
                  <a:lnTo>
                    <a:pt x="8124941" y="3116972"/>
                  </a:lnTo>
                  <a:lnTo>
                    <a:pt x="8125797" y="3116972"/>
                  </a:lnTo>
                  <a:lnTo>
                    <a:pt x="8126652" y="3046746"/>
                  </a:lnTo>
                  <a:lnTo>
                    <a:pt x="8127508" y="2852236"/>
                  </a:lnTo>
                  <a:lnTo>
                    <a:pt x="8128363" y="2756735"/>
                  </a:lnTo>
                  <a:lnTo>
                    <a:pt x="8129219" y="2745339"/>
                  </a:lnTo>
                  <a:lnTo>
                    <a:pt x="8130075" y="2634467"/>
                  </a:lnTo>
                  <a:lnTo>
                    <a:pt x="8130930" y="2530309"/>
                  </a:lnTo>
                  <a:lnTo>
                    <a:pt x="8131786" y="2576621"/>
                  </a:lnTo>
                  <a:lnTo>
                    <a:pt x="8132641" y="2700367"/>
                  </a:lnTo>
                  <a:lnTo>
                    <a:pt x="8133497" y="2718123"/>
                  </a:lnTo>
                  <a:lnTo>
                    <a:pt x="8134352" y="2651024"/>
                  </a:lnTo>
                  <a:lnTo>
                    <a:pt x="8135208" y="2652607"/>
                  </a:lnTo>
                  <a:lnTo>
                    <a:pt x="8136063" y="2653143"/>
                  </a:lnTo>
                  <a:lnTo>
                    <a:pt x="8136919" y="2611318"/>
                  </a:lnTo>
                  <a:lnTo>
                    <a:pt x="8137774" y="2525987"/>
                  </a:lnTo>
                  <a:lnTo>
                    <a:pt x="8138630" y="2517536"/>
                  </a:lnTo>
                  <a:lnTo>
                    <a:pt x="8139485" y="2618018"/>
                  </a:lnTo>
                  <a:lnTo>
                    <a:pt x="8140341" y="2687223"/>
                  </a:lnTo>
                  <a:lnTo>
                    <a:pt x="8141196" y="2764532"/>
                  </a:lnTo>
                  <a:lnTo>
                    <a:pt x="8142052" y="2897936"/>
                  </a:lnTo>
                  <a:lnTo>
                    <a:pt x="8142907" y="3069532"/>
                  </a:lnTo>
                  <a:lnTo>
                    <a:pt x="8143763" y="3116972"/>
                  </a:lnTo>
                  <a:lnTo>
                    <a:pt x="8143763" y="3116972"/>
                  </a:lnTo>
                  <a:lnTo>
                    <a:pt x="8144618" y="3116972"/>
                  </a:lnTo>
                  <a:lnTo>
                    <a:pt x="8145474" y="3116972"/>
                  </a:lnTo>
                  <a:lnTo>
                    <a:pt x="8146330" y="3116972"/>
                  </a:lnTo>
                  <a:lnTo>
                    <a:pt x="8147185" y="3093270"/>
                  </a:lnTo>
                  <a:lnTo>
                    <a:pt x="8148041" y="3102710"/>
                  </a:lnTo>
                  <a:lnTo>
                    <a:pt x="8148896" y="3116972"/>
                  </a:lnTo>
                  <a:lnTo>
                    <a:pt x="8148896" y="3116972"/>
                  </a:lnTo>
                  <a:lnTo>
                    <a:pt x="8149752" y="3074539"/>
                  </a:lnTo>
                  <a:lnTo>
                    <a:pt x="8150607" y="3024776"/>
                  </a:lnTo>
                  <a:lnTo>
                    <a:pt x="8151463" y="2995451"/>
                  </a:lnTo>
                  <a:lnTo>
                    <a:pt x="8152318" y="2956885"/>
                  </a:lnTo>
                  <a:lnTo>
                    <a:pt x="8153174" y="2900118"/>
                  </a:lnTo>
                  <a:lnTo>
                    <a:pt x="8154029" y="2861801"/>
                  </a:lnTo>
                  <a:lnTo>
                    <a:pt x="8154885" y="2843189"/>
                  </a:lnTo>
                  <a:lnTo>
                    <a:pt x="8155740" y="2844509"/>
                  </a:lnTo>
                  <a:lnTo>
                    <a:pt x="8156596" y="2819236"/>
                  </a:lnTo>
                  <a:lnTo>
                    <a:pt x="8157451" y="2839326"/>
                  </a:lnTo>
                  <a:lnTo>
                    <a:pt x="8158307" y="2909564"/>
                  </a:lnTo>
                  <a:lnTo>
                    <a:pt x="8159162" y="2974367"/>
                  </a:lnTo>
                  <a:lnTo>
                    <a:pt x="8160018" y="3053545"/>
                  </a:lnTo>
                  <a:lnTo>
                    <a:pt x="8160873" y="3097759"/>
                  </a:lnTo>
                  <a:lnTo>
                    <a:pt x="8161729" y="3116972"/>
                  </a:lnTo>
                  <a:lnTo>
                    <a:pt x="8161729" y="3116972"/>
                  </a:lnTo>
                  <a:lnTo>
                    <a:pt x="8162585" y="3116972"/>
                  </a:lnTo>
                  <a:lnTo>
                    <a:pt x="8163440" y="3067076"/>
                  </a:lnTo>
                  <a:lnTo>
                    <a:pt x="8164296" y="3036059"/>
                  </a:lnTo>
                  <a:lnTo>
                    <a:pt x="8165151" y="3036060"/>
                  </a:lnTo>
                  <a:lnTo>
                    <a:pt x="8166007" y="3040286"/>
                  </a:lnTo>
                  <a:lnTo>
                    <a:pt x="8166862" y="3010066"/>
                  </a:lnTo>
                  <a:lnTo>
                    <a:pt x="8167718" y="2898308"/>
                  </a:lnTo>
                  <a:lnTo>
                    <a:pt x="8168573" y="2809873"/>
                  </a:lnTo>
                  <a:lnTo>
                    <a:pt x="8169429" y="2823625"/>
                  </a:lnTo>
                  <a:lnTo>
                    <a:pt x="8170284" y="2865620"/>
                  </a:lnTo>
                  <a:lnTo>
                    <a:pt x="8171140" y="2901036"/>
                  </a:lnTo>
                  <a:lnTo>
                    <a:pt x="8171995" y="2993997"/>
                  </a:lnTo>
                  <a:lnTo>
                    <a:pt x="8172851" y="3086596"/>
                  </a:lnTo>
                  <a:lnTo>
                    <a:pt x="8173706" y="3116972"/>
                  </a:lnTo>
                  <a:lnTo>
                    <a:pt x="8173706" y="3116972"/>
                  </a:lnTo>
                  <a:lnTo>
                    <a:pt x="8174562" y="3112363"/>
                  </a:lnTo>
                  <a:lnTo>
                    <a:pt x="8175417" y="3070368"/>
                  </a:lnTo>
                  <a:lnTo>
                    <a:pt x="8176273" y="3034953"/>
                  </a:lnTo>
                  <a:lnTo>
                    <a:pt x="8177129" y="2978378"/>
                  </a:lnTo>
                  <a:lnTo>
                    <a:pt x="8177984" y="2964597"/>
                  </a:lnTo>
                  <a:lnTo>
                    <a:pt x="8178840" y="2978907"/>
                  </a:lnTo>
                  <a:lnTo>
                    <a:pt x="8179695" y="2944222"/>
                  </a:lnTo>
                  <a:lnTo>
                    <a:pt x="8180551" y="2864514"/>
                  </a:lnTo>
                  <a:lnTo>
                    <a:pt x="8181406" y="2844151"/>
                  </a:lnTo>
                  <a:lnTo>
                    <a:pt x="8182262" y="2857816"/>
                  </a:lnTo>
                  <a:lnTo>
                    <a:pt x="8183117" y="2917766"/>
                  </a:lnTo>
                  <a:lnTo>
                    <a:pt x="8183973" y="2994464"/>
                  </a:lnTo>
                  <a:lnTo>
                    <a:pt x="8184828" y="2991343"/>
                  </a:lnTo>
                  <a:lnTo>
                    <a:pt x="8185684" y="3031437"/>
                  </a:lnTo>
                  <a:lnTo>
                    <a:pt x="8186539" y="2982620"/>
                  </a:lnTo>
                  <a:lnTo>
                    <a:pt x="8187395" y="2930525"/>
                  </a:lnTo>
                  <a:lnTo>
                    <a:pt x="8188250" y="2900707"/>
                  </a:lnTo>
                  <a:lnTo>
                    <a:pt x="8189106" y="2849770"/>
                  </a:lnTo>
                  <a:lnTo>
                    <a:pt x="8189961" y="2842149"/>
                  </a:lnTo>
                  <a:lnTo>
                    <a:pt x="8190817" y="2799883"/>
                  </a:lnTo>
                  <a:lnTo>
                    <a:pt x="8191672" y="2842133"/>
                  </a:lnTo>
                  <a:lnTo>
                    <a:pt x="8192528" y="2869080"/>
                  </a:lnTo>
                  <a:lnTo>
                    <a:pt x="8193384" y="2792314"/>
                  </a:lnTo>
                  <a:lnTo>
                    <a:pt x="8194239" y="2740280"/>
                  </a:lnTo>
                  <a:lnTo>
                    <a:pt x="8195095" y="2791279"/>
                  </a:lnTo>
                  <a:lnTo>
                    <a:pt x="8195950" y="2873159"/>
                  </a:lnTo>
                  <a:lnTo>
                    <a:pt x="8196806" y="2900086"/>
                  </a:lnTo>
                  <a:lnTo>
                    <a:pt x="8197661" y="2925235"/>
                  </a:lnTo>
                  <a:lnTo>
                    <a:pt x="8198517" y="3007021"/>
                  </a:lnTo>
                  <a:lnTo>
                    <a:pt x="8199372" y="3060467"/>
                  </a:lnTo>
                  <a:lnTo>
                    <a:pt x="8200228" y="3062328"/>
                  </a:lnTo>
                  <a:lnTo>
                    <a:pt x="8201083" y="3039692"/>
                  </a:lnTo>
                  <a:lnTo>
                    <a:pt x="8201939" y="2992843"/>
                  </a:lnTo>
                  <a:lnTo>
                    <a:pt x="8202794" y="2967798"/>
                  </a:lnTo>
                  <a:lnTo>
                    <a:pt x="8203650" y="2914229"/>
                  </a:lnTo>
                  <a:lnTo>
                    <a:pt x="8204505" y="2851814"/>
                  </a:lnTo>
                  <a:lnTo>
                    <a:pt x="8205361" y="2762299"/>
                  </a:lnTo>
                  <a:lnTo>
                    <a:pt x="8206216" y="2753589"/>
                  </a:lnTo>
                  <a:lnTo>
                    <a:pt x="8207072" y="2796228"/>
                  </a:lnTo>
                  <a:lnTo>
                    <a:pt x="8207927" y="2768520"/>
                  </a:lnTo>
                  <a:lnTo>
                    <a:pt x="8208783" y="2738132"/>
                  </a:lnTo>
                  <a:lnTo>
                    <a:pt x="8209639" y="2788606"/>
                  </a:lnTo>
                  <a:lnTo>
                    <a:pt x="8210494" y="2910142"/>
                  </a:lnTo>
                  <a:lnTo>
                    <a:pt x="8211350" y="2966185"/>
                  </a:lnTo>
                  <a:lnTo>
                    <a:pt x="8212205" y="2952471"/>
                  </a:lnTo>
                  <a:lnTo>
                    <a:pt x="8213061" y="2933487"/>
                  </a:lnTo>
                  <a:lnTo>
                    <a:pt x="8213916" y="2955170"/>
                  </a:lnTo>
                  <a:lnTo>
                    <a:pt x="8214772" y="2954746"/>
                  </a:lnTo>
                  <a:lnTo>
                    <a:pt x="8215627" y="2944285"/>
                  </a:lnTo>
                  <a:lnTo>
                    <a:pt x="8216483" y="2951884"/>
                  </a:lnTo>
                  <a:lnTo>
                    <a:pt x="8217338" y="2972597"/>
                  </a:lnTo>
                  <a:lnTo>
                    <a:pt x="8218194" y="3044336"/>
                  </a:lnTo>
                  <a:lnTo>
                    <a:pt x="8219049" y="3106614"/>
                  </a:lnTo>
                  <a:lnTo>
                    <a:pt x="8219905" y="3116972"/>
                  </a:lnTo>
                  <a:lnTo>
                    <a:pt x="8219905" y="3116972"/>
                  </a:lnTo>
                  <a:lnTo>
                    <a:pt x="8220760" y="3097420"/>
                  </a:lnTo>
                  <a:lnTo>
                    <a:pt x="8221616" y="3020403"/>
                  </a:lnTo>
                  <a:lnTo>
                    <a:pt x="8222471" y="2977392"/>
                  </a:lnTo>
                  <a:lnTo>
                    <a:pt x="8223327" y="2977392"/>
                  </a:lnTo>
                  <a:lnTo>
                    <a:pt x="8224182" y="2978091"/>
                  </a:lnTo>
                  <a:lnTo>
                    <a:pt x="8225038" y="2970954"/>
                  </a:lnTo>
                  <a:lnTo>
                    <a:pt x="8225894" y="2949010"/>
                  </a:lnTo>
                  <a:lnTo>
                    <a:pt x="8226749" y="2959157"/>
                  </a:lnTo>
                  <a:lnTo>
                    <a:pt x="8227605" y="2954422"/>
                  </a:lnTo>
                  <a:lnTo>
                    <a:pt x="8228460" y="2924157"/>
                  </a:lnTo>
                  <a:lnTo>
                    <a:pt x="8229316" y="2893355"/>
                  </a:lnTo>
                  <a:lnTo>
                    <a:pt x="8230171" y="2837060"/>
                  </a:lnTo>
                  <a:lnTo>
                    <a:pt x="8231027" y="2818635"/>
                  </a:lnTo>
                  <a:lnTo>
                    <a:pt x="8231882" y="2862194"/>
                  </a:lnTo>
                  <a:lnTo>
                    <a:pt x="8232738" y="2915900"/>
                  </a:lnTo>
                  <a:lnTo>
                    <a:pt x="8233593" y="2925658"/>
                  </a:lnTo>
                  <a:lnTo>
                    <a:pt x="8234449" y="2899584"/>
                  </a:lnTo>
                  <a:lnTo>
                    <a:pt x="8235304" y="2954593"/>
                  </a:lnTo>
                  <a:lnTo>
                    <a:pt x="8236160" y="2994962"/>
                  </a:lnTo>
                  <a:lnTo>
                    <a:pt x="8237015" y="2985970"/>
                  </a:lnTo>
                  <a:lnTo>
                    <a:pt x="8237871" y="2940449"/>
                  </a:lnTo>
                  <a:lnTo>
                    <a:pt x="8238726" y="2894661"/>
                  </a:lnTo>
                  <a:lnTo>
                    <a:pt x="8239582" y="2901367"/>
                  </a:lnTo>
                  <a:lnTo>
                    <a:pt x="8240438" y="2893786"/>
                  </a:lnTo>
                  <a:lnTo>
                    <a:pt x="8241293" y="2887104"/>
                  </a:lnTo>
                  <a:lnTo>
                    <a:pt x="8242149" y="2838730"/>
                  </a:lnTo>
                  <a:lnTo>
                    <a:pt x="8243004" y="2858565"/>
                  </a:lnTo>
                  <a:lnTo>
                    <a:pt x="8243860" y="2977017"/>
                  </a:lnTo>
                  <a:lnTo>
                    <a:pt x="8244715" y="3039280"/>
                  </a:lnTo>
                  <a:lnTo>
                    <a:pt x="8245571" y="3063558"/>
                  </a:lnTo>
                  <a:lnTo>
                    <a:pt x="8246426" y="3036359"/>
                  </a:lnTo>
                  <a:lnTo>
                    <a:pt x="8247282" y="2998519"/>
                  </a:lnTo>
                  <a:lnTo>
                    <a:pt x="8248137" y="3027700"/>
                  </a:lnTo>
                  <a:lnTo>
                    <a:pt x="8248993" y="3047542"/>
                  </a:lnTo>
                  <a:lnTo>
                    <a:pt x="8249848" y="3088225"/>
                  </a:lnTo>
                  <a:lnTo>
                    <a:pt x="8250704" y="3104660"/>
                  </a:lnTo>
                  <a:lnTo>
                    <a:pt x="8251559" y="3063406"/>
                  </a:lnTo>
                  <a:lnTo>
                    <a:pt x="8252415" y="3073900"/>
                  </a:lnTo>
                  <a:lnTo>
                    <a:pt x="8253270" y="3056786"/>
                  </a:lnTo>
                  <a:lnTo>
                    <a:pt x="8254126" y="2984785"/>
                  </a:lnTo>
                  <a:lnTo>
                    <a:pt x="8254981" y="2911985"/>
                  </a:lnTo>
                  <a:lnTo>
                    <a:pt x="8255837" y="2840419"/>
                  </a:lnTo>
                  <a:lnTo>
                    <a:pt x="8256693" y="2871315"/>
                  </a:lnTo>
                  <a:lnTo>
                    <a:pt x="8257548" y="2892434"/>
                  </a:lnTo>
                  <a:lnTo>
                    <a:pt x="8258404" y="2862471"/>
                  </a:lnTo>
                  <a:lnTo>
                    <a:pt x="8259259" y="2863933"/>
                  </a:lnTo>
                  <a:lnTo>
                    <a:pt x="8260115" y="2883256"/>
                  </a:lnTo>
                  <a:lnTo>
                    <a:pt x="8260970" y="2930116"/>
                  </a:lnTo>
                  <a:lnTo>
                    <a:pt x="8261826" y="2974357"/>
                  </a:lnTo>
                  <a:lnTo>
                    <a:pt x="8262681" y="3010571"/>
                  </a:lnTo>
                  <a:lnTo>
                    <a:pt x="8263537" y="3026697"/>
                  </a:lnTo>
                  <a:lnTo>
                    <a:pt x="8264392" y="2981963"/>
                  </a:lnTo>
                  <a:lnTo>
                    <a:pt x="8265248" y="2899876"/>
                  </a:lnTo>
                  <a:lnTo>
                    <a:pt x="8266103" y="2889673"/>
                  </a:lnTo>
                  <a:lnTo>
                    <a:pt x="8266959" y="2911170"/>
                  </a:lnTo>
                  <a:lnTo>
                    <a:pt x="8267814" y="2915852"/>
                  </a:lnTo>
                  <a:lnTo>
                    <a:pt x="8268670" y="2936407"/>
                  </a:lnTo>
                  <a:lnTo>
                    <a:pt x="8269525" y="2990846"/>
                  </a:lnTo>
                  <a:lnTo>
                    <a:pt x="8270381" y="3075354"/>
                  </a:lnTo>
                  <a:lnTo>
                    <a:pt x="8271236" y="3116972"/>
                  </a:lnTo>
                  <a:lnTo>
                    <a:pt x="8271236" y="3116972"/>
                  </a:lnTo>
                  <a:lnTo>
                    <a:pt x="8272092" y="3083329"/>
                  </a:lnTo>
                  <a:lnTo>
                    <a:pt x="8272948" y="3012534"/>
                  </a:lnTo>
                  <a:lnTo>
                    <a:pt x="8273803" y="2936763"/>
                  </a:lnTo>
                  <a:lnTo>
                    <a:pt x="8274659" y="2853942"/>
                  </a:lnTo>
                  <a:lnTo>
                    <a:pt x="8275514" y="2786444"/>
                  </a:lnTo>
                  <a:lnTo>
                    <a:pt x="8276370" y="2791356"/>
                  </a:lnTo>
                  <a:lnTo>
                    <a:pt x="8277225" y="2870829"/>
                  </a:lnTo>
                  <a:lnTo>
                    <a:pt x="8278081" y="2931897"/>
                  </a:lnTo>
                  <a:lnTo>
                    <a:pt x="8278936" y="3028146"/>
                  </a:lnTo>
                  <a:lnTo>
                    <a:pt x="8279792" y="3116972"/>
                  </a:lnTo>
                  <a:lnTo>
                    <a:pt x="8279792" y="3116972"/>
                  </a:lnTo>
                  <a:lnTo>
                    <a:pt x="8280647" y="3116972"/>
                  </a:lnTo>
                  <a:lnTo>
                    <a:pt x="8281503" y="3072959"/>
                  </a:lnTo>
                  <a:lnTo>
                    <a:pt x="8282358" y="2963091"/>
                  </a:lnTo>
                  <a:lnTo>
                    <a:pt x="8283214" y="2941263"/>
                  </a:lnTo>
                  <a:lnTo>
                    <a:pt x="8284069" y="2865364"/>
                  </a:lnTo>
                  <a:lnTo>
                    <a:pt x="8284925" y="2754307"/>
                  </a:lnTo>
                  <a:lnTo>
                    <a:pt x="8285780" y="2690649"/>
                  </a:lnTo>
                  <a:lnTo>
                    <a:pt x="8286636" y="2710437"/>
                  </a:lnTo>
                  <a:lnTo>
                    <a:pt x="8287492" y="2744194"/>
                  </a:lnTo>
                  <a:lnTo>
                    <a:pt x="8288347" y="2814798"/>
                  </a:lnTo>
                  <a:lnTo>
                    <a:pt x="8289203" y="2897602"/>
                  </a:lnTo>
                  <a:lnTo>
                    <a:pt x="8290058" y="2957606"/>
                  </a:lnTo>
                  <a:lnTo>
                    <a:pt x="8290914" y="2953635"/>
                  </a:lnTo>
                  <a:lnTo>
                    <a:pt x="8291769" y="2922808"/>
                  </a:lnTo>
                  <a:lnTo>
                    <a:pt x="8292625" y="2928347"/>
                  </a:lnTo>
                  <a:lnTo>
                    <a:pt x="8293480" y="2842885"/>
                  </a:lnTo>
                  <a:lnTo>
                    <a:pt x="8294336" y="2791584"/>
                  </a:lnTo>
                  <a:lnTo>
                    <a:pt x="8295191" y="2873033"/>
                  </a:lnTo>
                  <a:lnTo>
                    <a:pt x="8296047" y="2965178"/>
                  </a:lnTo>
                  <a:lnTo>
                    <a:pt x="8296902" y="3050151"/>
                  </a:lnTo>
                  <a:lnTo>
                    <a:pt x="8297758" y="3053041"/>
                  </a:lnTo>
                  <a:lnTo>
                    <a:pt x="8298613" y="3052170"/>
                  </a:lnTo>
                  <a:lnTo>
                    <a:pt x="8299469" y="2974753"/>
                  </a:lnTo>
                  <a:lnTo>
                    <a:pt x="8300324" y="2762577"/>
                  </a:lnTo>
                  <a:lnTo>
                    <a:pt x="8301180" y="2614670"/>
                  </a:lnTo>
                  <a:lnTo>
                    <a:pt x="8302035" y="2565197"/>
                  </a:lnTo>
                  <a:lnTo>
                    <a:pt x="8302891" y="2566413"/>
                  </a:lnTo>
                  <a:lnTo>
                    <a:pt x="8303747" y="2590604"/>
                  </a:lnTo>
                  <a:lnTo>
                    <a:pt x="8304602" y="2652538"/>
                  </a:lnTo>
                  <a:lnTo>
                    <a:pt x="8305458" y="2790329"/>
                  </a:lnTo>
                  <a:lnTo>
                    <a:pt x="8306313" y="2950086"/>
                  </a:lnTo>
                  <a:lnTo>
                    <a:pt x="8307169" y="3025623"/>
                  </a:lnTo>
                  <a:lnTo>
                    <a:pt x="8308024" y="3035297"/>
                  </a:lnTo>
                  <a:lnTo>
                    <a:pt x="8308880" y="3072092"/>
                  </a:lnTo>
                  <a:lnTo>
                    <a:pt x="8309735" y="3109649"/>
                  </a:lnTo>
                  <a:lnTo>
                    <a:pt x="8310591" y="3116972"/>
                  </a:lnTo>
                  <a:lnTo>
                    <a:pt x="8310591" y="3116972"/>
                  </a:lnTo>
                  <a:lnTo>
                    <a:pt x="8311446" y="3088393"/>
                  </a:lnTo>
                  <a:lnTo>
                    <a:pt x="8312302" y="3062328"/>
                  </a:lnTo>
                  <a:lnTo>
                    <a:pt x="8313157" y="3062328"/>
                  </a:lnTo>
                  <a:lnTo>
                    <a:pt x="8314013" y="3062328"/>
                  </a:lnTo>
                  <a:lnTo>
                    <a:pt x="8314868" y="3062328"/>
                  </a:lnTo>
                  <a:lnTo>
                    <a:pt x="8315724" y="3062328"/>
                  </a:lnTo>
                  <a:lnTo>
                    <a:pt x="8316579" y="3062328"/>
                  </a:lnTo>
                  <a:lnTo>
                    <a:pt x="8317435" y="3062328"/>
                  </a:lnTo>
                  <a:lnTo>
                    <a:pt x="8318290" y="3062328"/>
                  </a:lnTo>
                  <a:lnTo>
                    <a:pt x="8319146" y="3062328"/>
                  </a:lnTo>
                  <a:lnTo>
                    <a:pt x="8320002" y="3062328"/>
                  </a:lnTo>
                  <a:lnTo>
                    <a:pt x="8320857" y="3062328"/>
                  </a:lnTo>
                  <a:lnTo>
                    <a:pt x="8321713" y="3062328"/>
                  </a:lnTo>
                  <a:lnTo>
                    <a:pt x="8322568" y="3062328"/>
                  </a:lnTo>
                  <a:lnTo>
                    <a:pt x="8323424" y="3062328"/>
                  </a:lnTo>
                  <a:lnTo>
                    <a:pt x="8324279" y="3062328"/>
                  </a:lnTo>
                  <a:lnTo>
                    <a:pt x="8325135" y="3062328"/>
                  </a:lnTo>
                  <a:lnTo>
                    <a:pt x="8325990" y="3062328"/>
                  </a:lnTo>
                  <a:lnTo>
                    <a:pt x="8326846" y="3062328"/>
                  </a:lnTo>
                  <a:lnTo>
                    <a:pt x="8327701" y="3062328"/>
                  </a:lnTo>
                  <a:lnTo>
                    <a:pt x="8328557" y="3062328"/>
                  </a:lnTo>
                  <a:lnTo>
                    <a:pt x="8329412" y="3062328"/>
                  </a:lnTo>
                  <a:lnTo>
                    <a:pt x="8330268" y="3062328"/>
                  </a:lnTo>
                  <a:lnTo>
                    <a:pt x="8331123" y="3062328"/>
                  </a:lnTo>
                  <a:lnTo>
                    <a:pt x="8331979" y="3021912"/>
                  </a:lnTo>
                  <a:lnTo>
                    <a:pt x="8332834" y="2976719"/>
                  </a:lnTo>
                  <a:lnTo>
                    <a:pt x="8333690" y="2976720"/>
                  </a:lnTo>
                  <a:lnTo>
                    <a:pt x="8334546" y="2976720"/>
                  </a:lnTo>
                  <a:lnTo>
                    <a:pt x="8335401" y="2976720"/>
                  </a:lnTo>
                  <a:lnTo>
                    <a:pt x="8336257" y="2976720"/>
                  </a:lnTo>
                  <a:lnTo>
                    <a:pt x="8337112" y="3017137"/>
                  </a:lnTo>
                  <a:lnTo>
                    <a:pt x="8337968" y="3074115"/>
                  </a:lnTo>
                  <a:lnTo>
                    <a:pt x="8338823" y="3107510"/>
                  </a:lnTo>
                  <a:lnTo>
                    <a:pt x="8339679" y="3116972"/>
                  </a:lnTo>
                  <a:lnTo>
                    <a:pt x="8339679" y="3116972"/>
                  </a:lnTo>
                  <a:lnTo>
                    <a:pt x="8340534" y="3055416"/>
                  </a:lnTo>
                  <a:lnTo>
                    <a:pt x="8341390" y="2967441"/>
                  </a:lnTo>
                  <a:lnTo>
                    <a:pt x="8342245" y="2966959"/>
                  </a:lnTo>
                  <a:lnTo>
                    <a:pt x="8343101" y="2955174"/>
                  </a:lnTo>
                  <a:lnTo>
                    <a:pt x="8343956" y="2921777"/>
                  </a:lnTo>
                  <a:lnTo>
                    <a:pt x="8344812" y="2896743"/>
                  </a:lnTo>
                  <a:lnTo>
                    <a:pt x="8345667" y="2917950"/>
                  </a:lnTo>
                  <a:lnTo>
                    <a:pt x="8346523" y="2982049"/>
                  </a:lnTo>
                  <a:lnTo>
                    <a:pt x="8347378" y="2948834"/>
                  </a:lnTo>
                  <a:lnTo>
                    <a:pt x="8348234" y="2937284"/>
                  </a:lnTo>
                  <a:lnTo>
                    <a:pt x="8349089" y="2914363"/>
                  </a:lnTo>
                  <a:lnTo>
                    <a:pt x="8349945" y="2925849"/>
                  </a:lnTo>
                  <a:lnTo>
                    <a:pt x="8350801" y="2904125"/>
                  </a:lnTo>
                  <a:lnTo>
                    <a:pt x="8351656" y="2841295"/>
                  </a:lnTo>
                  <a:lnTo>
                    <a:pt x="8352512" y="2881795"/>
                  </a:lnTo>
                  <a:lnTo>
                    <a:pt x="8353367" y="2912008"/>
                  </a:lnTo>
                  <a:lnTo>
                    <a:pt x="8354223" y="2901126"/>
                  </a:lnTo>
                  <a:lnTo>
                    <a:pt x="8355078" y="2847854"/>
                  </a:lnTo>
                  <a:lnTo>
                    <a:pt x="8355934" y="2874206"/>
                  </a:lnTo>
                  <a:lnTo>
                    <a:pt x="8356789" y="2922438"/>
                  </a:lnTo>
                  <a:lnTo>
                    <a:pt x="8357645" y="2917152"/>
                  </a:lnTo>
                  <a:lnTo>
                    <a:pt x="8358500" y="2991168"/>
                  </a:lnTo>
                  <a:lnTo>
                    <a:pt x="8359356" y="3116972"/>
                  </a:lnTo>
                  <a:lnTo>
                    <a:pt x="8359356" y="3116972"/>
                  </a:lnTo>
                  <a:lnTo>
                    <a:pt x="8360211" y="3116972"/>
                  </a:lnTo>
                  <a:lnTo>
                    <a:pt x="8361067" y="3116972"/>
                  </a:lnTo>
                  <a:lnTo>
                    <a:pt x="8361922" y="3116972"/>
                  </a:lnTo>
                  <a:lnTo>
                    <a:pt x="8362778" y="3116972"/>
                  </a:lnTo>
                  <a:lnTo>
                    <a:pt x="8363633" y="3116129"/>
                  </a:lnTo>
                  <a:lnTo>
                    <a:pt x="8364489" y="3072559"/>
                  </a:lnTo>
                  <a:lnTo>
                    <a:pt x="8365344" y="3066021"/>
                  </a:lnTo>
                  <a:lnTo>
                    <a:pt x="8366200" y="3077409"/>
                  </a:lnTo>
                  <a:lnTo>
                    <a:pt x="8367056" y="3116972"/>
                  </a:lnTo>
                  <a:lnTo>
                    <a:pt x="8367056" y="3116972"/>
                  </a:lnTo>
                  <a:lnTo>
                    <a:pt x="8367911" y="3116972"/>
                  </a:lnTo>
                  <a:lnTo>
                    <a:pt x="8368767" y="3116972"/>
                  </a:lnTo>
                  <a:lnTo>
                    <a:pt x="8369622" y="3116972"/>
                  </a:lnTo>
                  <a:lnTo>
                    <a:pt x="8370478" y="3114715"/>
                  </a:lnTo>
                  <a:lnTo>
                    <a:pt x="8371333" y="3108866"/>
                  </a:lnTo>
                  <a:lnTo>
                    <a:pt x="8372189" y="3048884"/>
                  </a:lnTo>
                  <a:lnTo>
                    <a:pt x="8373044" y="3029109"/>
                  </a:lnTo>
                  <a:lnTo>
                    <a:pt x="8373900" y="2985586"/>
                  </a:lnTo>
                  <a:lnTo>
                    <a:pt x="8374755" y="2911874"/>
                  </a:lnTo>
                  <a:lnTo>
                    <a:pt x="8375611" y="2806124"/>
                  </a:lnTo>
                  <a:lnTo>
                    <a:pt x="8376466" y="2712601"/>
                  </a:lnTo>
                  <a:lnTo>
                    <a:pt x="8377322" y="2705737"/>
                  </a:lnTo>
                  <a:lnTo>
                    <a:pt x="8378177" y="2693825"/>
                  </a:lnTo>
                  <a:lnTo>
                    <a:pt x="8379033" y="2693168"/>
                  </a:lnTo>
                  <a:lnTo>
                    <a:pt x="8379888" y="2756270"/>
                  </a:lnTo>
                  <a:lnTo>
                    <a:pt x="8380744" y="2835490"/>
                  </a:lnTo>
                  <a:lnTo>
                    <a:pt x="8381600" y="2865070"/>
                  </a:lnTo>
                  <a:lnTo>
                    <a:pt x="8382455" y="2848443"/>
                  </a:lnTo>
                  <a:lnTo>
                    <a:pt x="8383311" y="2837656"/>
                  </a:lnTo>
                  <a:lnTo>
                    <a:pt x="8384166" y="2881840"/>
                  </a:lnTo>
                  <a:lnTo>
                    <a:pt x="8385022" y="2886711"/>
                  </a:lnTo>
                  <a:lnTo>
                    <a:pt x="8385877" y="2885670"/>
                  </a:lnTo>
                  <a:lnTo>
                    <a:pt x="8386733" y="2908249"/>
                  </a:lnTo>
                  <a:lnTo>
                    <a:pt x="8387588" y="2951075"/>
                  </a:lnTo>
                  <a:lnTo>
                    <a:pt x="8388444" y="2993549"/>
                  </a:lnTo>
                  <a:lnTo>
                    <a:pt x="8389299" y="2986817"/>
                  </a:lnTo>
                  <a:lnTo>
                    <a:pt x="8390155" y="2907068"/>
                  </a:lnTo>
                  <a:lnTo>
                    <a:pt x="8391010" y="2861281"/>
                  </a:lnTo>
                  <a:lnTo>
                    <a:pt x="8391866" y="2887472"/>
                  </a:lnTo>
                  <a:lnTo>
                    <a:pt x="8392721" y="2905498"/>
                  </a:lnTo>
                  <a:lnTo>
                    <a:pt x="8393577" y="2884992"/>
                  </a:lnTo>
                  <a:lnTo>
                    <a:pt x="8394432" y="2846430"/>
                  </a:lnTo>
                  <a:lnTo>
                    <a:pt x="8395288" y="2886896"/>
                  </a:lnTo>
                  <a:lnTo>
                    <a:pt x="8396143" y="2858418"/>
                  </a:lnTo>
                  <a:lnTo>
                    <a:pt x="8396999" y="2734523"/>
                  </a:lnTo>
                  <a:lnTo>
                    <a:pt x="8397855" y="2678514"/>
                  </a:lnTo>
                  <a:lnTo>
                    <a:pt x="8398710" y="2699021"/>
                  </a:lnTo>
                  <a:lnTo>
                    <a:pt x="8399566" y="2727404"/>
                  </a:lnTo>
                  <a:lnTo>
                    <a:pt x="8400421" y="2739721"/>
                  </a:lnTo>
                  <a:lnTo>
                    <a:pt x="8401277" y="2847754"/>
                  </a:lnTo>
                  <a:lnTo>
                    <a:pt x="8402132" y="3006746"/>
                  </a:lnTo>
                  <a:lnTo>
                    <a:pt x="8402988" y="3087135"/>
                  </a:lnTo>
                  <a:lnTo>
                    <a:pt x="8403843" y="3091717"/>
                  </a:lnTo>
                  <a:lnTo>
                    <a:pt x="8404699" y="3075225"/>
                  </a:lnTo>
                  <a:lnTo>
                    <a:pt x="8405554" y="3028765"/>
                  </a:lnTo>
                  <a:lnTo>
                    <a:pt x="8406410" y="2944691"/>
                  </a:lnTo>
                  <a:lnTo>
                    <a:pt x="8407265" y="2930168"/>
                  </a:lnTo>
                  <a:lnTo>
                    <a:pt x="8408121" y="2947256"/>
                  </a:lnTo>
                  <a:lnTo>
                    <a:pt x="8408976" y="2976782"/>
                  </a:lnTo>
                  <a:lnTo>
                    <a:pt x="8409832" y="2978993"/>
                  </a:lnTo>
                  <a:lnTo>
                    <a:pt x="8410687" y="3020088"/>
                  </a:lnTo>
                  <a:lnTo>
                    <a:pt x="8411543" y="3087276"/>
                  </a:lnTo>
                  <a:lnTo>
                    <a:pt x="8412398" y="3056877"/>
                  </a:lnTo>
                  <a:lnTo>
                    <a:pt x="8413254" y="3033422"/>
                  </a:lnTo>
                  <a:lnTo>
                    <a:pt x="8414110" y="3002811"/>
                  </a:lnTo>
                  <a:lnTo>
                    <a:pt x="8414965" y="3012961"/>
                  </a:lnTo>
                  <a:lnTo>
                    <a:pt x="8415821" y="2990524"/>
                  </a:lnTo>
                  <a:lnTo>
                    <a:pt x="8416676" y="2868562"/>
                  </a:lnTo>
                  <a:lnTo>
                    <a:pt x="8417532" y="2804609"/>
                  </a:lnTo>
                  <a:lnTo>
                    <a:pt x="8418387" y="2814201"/>
                  </a:lnTo>
                  <a:lnTo>
                    <a:pt x="8419243" y="2849912"/>
                  </a:lnTo>
                  <a:lnTo>
                    <a:pt x="8420098" y="2902710"/>
                  </a:lnTo>
                  <a:lnTo>
                    <a:pt x="8420954" y="2996514"/>
                  </a:lnTo>
                  <a:lnTo>
                    <a:pt x="8421809" y="3116972"/>
                  </a:lnTo>
                  <a:lnTo>
                    <a:pt x="8421809" y="3116972"/>
                  </a:lnTo>
                  <a:lnTo>
                    <a:pt x="8422665" y="3116972"/>
                  </a:lnTo>
                  <a:lnTo>
                    <a:pt x="8423520" y="3116954"/>
                  </a:lnTo>
                  <a:lnTo>
                    <a:pt x="8424376" y="3042089"/>
                  </a:lnTo>
                  <a:lnTo>
                    <a:pt x="8425231" y="2968158"/>
                  </a:lnTo>
                  <a:lnTo>
                    <a:pt x="8426087" y="2908528"/>
                  </a:lnTo>
                  <a:lnTo>
                    <a:pt x="8426942" y="2872106"/>
                  </a:lnTo>
                  <a:lnTo>
                    <a:pt x="8427798" y="2851141"/>
                  </a:lnTo>
                  <a:lnTo>
                    <a:pt x="8428653" y="2851485"/>
                  </a:lnTo>
                  <a:lnTo>
                    <a:pt x="8429509" y="2747794"/>
                  </a:lnTo>
                  <a:lnTo>
                    <a:pt x="8430365" y="2705698"/>
                  </a:lnTo>
                  <a:lnTo>
                    <a:pt x="8431220" y="2735005"/>
                  </a:lnTo>
                  <a:lnTo>
                    <a:pt x="8432076" y="2749056"/>
                  </a:lnTo>
                  <a:lnTo>
                    <a:pt x="8432931" y="2784054"/>
                  </a:lnTo>
                  <a:lnTo>
                    <a:pt x="8433787" y="2834223"/>
                  </a:lnTo>
                  <a:lnTo>
                    <a:pt x="8434642" y="2915616"/>
                  </a:lnTo>
                  <a:lnTo>
                    <a:pt x="8435498" y="2919174"/>
                  </a:lnTo>
                  <a:lnTo>
                    <a:pt x="8436353" y="2866241"/>
                  </a:lnTo>
                  <a:lnTo>
                    <a:pt x="8437209" y="2855599"/>
                  </a:lnTo>
                  <a:lnTo>
                    <a:pt x="8438064" y="2871201"/>
                  </a:lnTo>
                  <a:lnTo>
                    <a:pt x="8438920" y="2874852"/>
                  </a:lnTo>
                  <a:lnTo>
                    <a:pt x="8439775" y="2901631"/>
                  </a:lnTo>
                  <a:lnTo>
                    <a:pt x="8440631" y="2932015"/>
                  </a:lnTo>
                  <a:lnTo>
                    <a:pt x="8441486" y="2993629"/>
                  </a:lnTo>
                  <a:lnTo>
                    <a:pt x="8442342" y="2995967"/>
                  </a:lnTo>
                  <a:lnTo>
                    <a:pt x="8443197" y="2978228"/>
                  </a:lnTo>
                  <a:lnTo>
                    <a:pt x="8444053" y="2942030"/>
                  </a:lnTo>
                  <a:lnTo>
                    <a:pt x="8444909" y="2882240"/>
                  </a:lnTo>
                  <a:lnTo>
                    <a:pt x="8445764" y="2874725"/>
                  </a:lnTo>
                  <a:lnTo>
                    <a:pt x="8446620" y="2803177"/>
                  </a:lnTo>
                  <a:lnTo>
                    <a:pt x="8447475" y="2765579"/>
                  </a:lnTo>
                  <a:lnTo>
                    <a:pt x="8448331" y="2693582"/>
                  </a:lnTo>
                  <a:lnTo>
                    <a:pt x="8449186" y="2601720"/>
                  </a:lnTo>
                  <a:lnTo>
                    <a:pt x="8450042" y="2582884"/>
                  </a:lnTo>
                  <a:lnTo>
                    <a:pt x="8450897" y="2643360"/>
                  </a:lnTo>
                  <a:lnTo>
                    <a:pt x="8451753" y="2685370"/>
                  </a:lnTo>
                  <a:lnTo>
                    <a:pt x="8452608" y="2687858"/>
                  </a:lnTo>
                  <a:lnTo>
                    <a:pt x="8453464" y="2707661"/>
                  </a:lnTo>
                  <a:lnTo>
                    <a:pt x="8454319" y="2758462"/>
                  </a:lnTo>
                  <a:lnTo>
                    <a:pt x="8455175" y="2835978"/>
                  </a:lnTo>
                  <a:lnTo>
                    <a:pt x="8456030" y="2806548"/>
                  </a:lnTo>
                  <a:lnTo>
                    <a:pt x="8456886" y="2725273"/>
                  </a:lnTo>
                  <a:lnTo>
                    <a:pt x="8457741" y="2673708"/>
                  </a:lnTo>
                  <a:lnTo>
                    <a:pt x="8458597" y="2654533"/>
                  </a:lnTo>
                  <a:lnTo>
                    <a:pt x="8459452" y="2666484"/>
                  </a:lnTo>
                  <a:lnTo>
                    <a:pt x="8460308" y="2657927"/>
                  </a:lnTo>
                  <a:lnTo>
                    <a:pt x="8461164" y="2611141"/>
                  </a:lnTo>
                  <a:lnTo>
                    <a:pt x="8462019" y="2590245"/>
                  </a:lnTo>
                  <a:lnTo>
                    <a:pt x="8462875" y="2598257"/>
                  </a:lnTo>
                  <a:lnTo>
                    <a:pt x="8463730" y="2653895"/>
                  </a:lnTo>
                  <a:lnTo>
                    <a:pt x="8464586" y="2686582"/>
                  </a:lnTo>
                  <a:lnTo>
                    <a:pt x="8465441" y="2732652"/>
                  </a:lnTo>
                  <a:lnTo>
                    <a:pt x="8466297" y="2824458"/>
                  </a:lnTo>
                  <a:lnTo>
                    <a:pt x="8467152" y="2869620"/>
                  </a:lnTo>
                  <a:lnTo>
                    <a:pt x="8468008" y="2842621"/>
                  </a:lnTo>
                  <a:lnTo>
                    <a:pt x="8468863" y="2830003"/>
                  </a:lnTo>
                  <a:lnTo>
                    <a:pt x="8469719" y="2851996"/>
                  </a:lnTo>
                  <a:lnTo>
                    <a:pt x="8470574" y="2846762"/>
                  </a:lnTo>
                  <a:lnTo>
                    <a:pt x="8471430" y="2828545"/>
                  </a:lnTo>
                  <a:lnTo>
                    <a:pt x="8472285" y="2914231"/>
                  </a:lnTo>
                  <a:lnTo>
                    <a:pt x="8473141" y="3035760"/>
                  </a:lnTo>
                  <a:lnTo>
                    <a:pt x="8473996" y="3043108"/>
                  </a:lnTo>
                  <a:lnTo>
                    <a:pt x="8474852" y="3048795"/>
                  </a:lnTo>
                  <a:lnTo>
                    <a:pt x="8475707" y="3074041"/>
                  </a:lnTo>
                  <a:lnTo>
                    <a:pt x="8476563" y="3105864"/>
                  </a:lnTo>
                  <a:lnTo>
                    <a:pt x="8477419" y="3050720"/>
                  </a:lnTo>
                  <a:lnTo>
                    <a:pt x="8478274" y="3006549"/>
                  </a:lnTo>
                  <a:lnTo>
                    <a:pt x="8479130" y="3052396"/>
                  </a:lnTo>
                  <a:lnTo>
                    <a:pt x="8479985" y="3114106"/>
                  </a:lnTo>
                  <a:lnTo>
                    <a:pt x="8480841" y="3103943"/>
                  </a:lnTo>
                  <a:lnTo>
                    <a:pt x="8481696" y="3072119"/>
                  </a:lnTo>
                  <a:lnTo>
                    <a:pt x="8482552" y="3116972"/>
                  </a:lnTo>
                  <a:lnTo>
                    <a:pt x="8482552" y="3116972"/>
                  </a:lnTo>
                  <a:lnTo>
                    <a:pt x="8483407" y="3116972"/>
                  </a:lnTo>
                  <a:lnTo>
                    <a:pt x="8484263" y="3116972"/>
                  </a:lnTo>
                  <a:lnTo>
                    <a:pt x="8485118" y="3115828"/>
                  </a:lnTo>
                  <a:lnTo>
                    <a:pt x="8485974" y="3116972"/>
                  </a:lnTo>
                  <a:lnTo>
                    <a:pt x="8485974" y="3116972"/>
                  </a:lnTo>
                  <a:lnTo>
                    <a:pt x="8486829" y="3116972"/>
                  </a:lnTo>
                  <a:lnTo>
                    <a:pt x="8487685" y="3096599"/>
                  </a:lnTo>
                  <a:lnTo>
                    <a:pt x="8488540" y="3078875"/>
                  </a:lnTo>
                  <a:lnTo>
                    <a:pt x="8489396" y="3105010"/>
                  </a:lnTo>
                  <a:lnTo>
                    <a:pt x="8490251" y="3088497"/>
                  </a:lnTo>
                  <a:lnTo>
                    <a:pt x="8491107" y="3062328"/>
                  </a:lnTo>
                  <a:lnTo>
                    <a:pt x="8491963" y="3062328"/>
                  </a:lnTo>
                  <a:lnTo>
                    <a:pt x="8492818" y="3020341"/>
                  </a:lnTo>
                  <a:lnTo>
                    <a:pt x="8493674" y="2976385"/>
                  </a:lnTo>
                  <a:lnTo>
                    <a:pt x="8494529" y="2976385"/>
                  </a:lnTo>
                  <a:lnTo>
                    <a:pt x="8495385" y="2976386"/>
                  </a:lnTo>
                  <a:lnTo>
                    <a:pt x="8496240" y="2976386"/>
                  </a:lnTo>
                  <a:lnTo>
                    <a:pt x="8497096" y="2976387"/>
                  </a:lnTo>
                  <a:lnTo>
                    <a:pt x="8497951" y="2994289"/>
                  </a:lnTo>
                  <a:lnTo>
                    <a:pt x="8498807" y="3006240"/>
                  </a:lnTo>
                  <a:lnTo>
                    <a:pt x="8499662" y="2982039"/>
                  </a:lnTo>
                  <a:lnTo>
                    <a:pt x="8500518" y="2982506"/>
                  </a:lnTo>
                  <a:lnTo>
                    <a:pt x="8501373" y="2924362"/>
                  </a:lnTo>
                  <a:lnTo>
                    <a:pt x="8502229" y="2815794"/>
                  </a:lnTo>
                  <a:lnTo>
                    <a:pt x="8503084" y="2799611"/>
                  </a:lnTo>
                  <a:lnTo>
                    <a:pt x="8503940" y="2865015"/>
                  </a:lnTo>
                  <a:lnTo>
                    <a:pt x="8504795" y="2905259"/>
                  </a:lnTo>
                  <a:lnTo>
                    <a:pt x="8505651" y="2904791"/>
                  </a:lnTo>
                  <a:lnTo>
                    <a:pt x="8506506" y="2962938"/>
                  </a:lnTo>
                  <a:lnTo>
                    <a:pt x="8507362" y="3071508"/>
                  </a:lnTo>
                  <a:lnTo>
                    <a:pt x="8508218" y="3111771"/>
                  </a:lnTo>
                  <a:lnTo>
                    <a:pt x="8509073" y="3078374"/>
                  </a:lnTo>
                  <a:lnTo>
                    <a:pt x="8509929" y="3062328"/>
                  </a:lnTo>
                  <a:lnTo>
                    <a:pt x="8510784" y="3062328"/>
                  </a:lnTo>
                  <a:lnTo>
                    <a:pt x="8511640" y="3073671"/>
                  </a:lnTo>
                  <a:lnTo>
                    <a:pt x="8512495" y="3116972"/>
                  </a:lnTo>
                  <a:lnTo>
                    <a:pt x="8512495" y="3116972"/>
                  </a:lnTo>
                  <a:lnTo>
                    <a:pt x="8513351" y="3116972"/>
                  </a:lnTo>
                  <a:lnTo>
                    <a:pt x="8514206" y="3116972"/>
                  </a:lnTo>
                  <a:lnTo>
                    <a:pt x="8515062" y="3116972"/>
                  </a:lnTo>
                  <a:lnTo>
                    <a:pt x="8515917" y="3116972"/>
                  </a:lnTo>
                  <a:lnTo>
                    <a:pt x="8516773" y="3116972"/>
                  </a:lnTo>
                  <a:lnTo>
                    <a:pt x="8517628" y="3113475"/>
                  </a:lnTo>
                  <a:lnTo>
                    <a:pt x="8518484" y="3070971"/>
                  </a:lnTo>
                  <a:lnTo>
                    <a:pt x="8519339" y="3062328"/>
                  </a:lnTo>
                  <a:lnTo>
                    <a:pt x="8520195" y="3062328"/>
                  </a:lnTo>
                  <a:lnTo>
                    <a:pt x="8521050" y="3062328"/>
                  </a:lnTo>
                  <a:lnTo>
                    <a:pt x="8521906" y="3062328"/>
                  </a:lnTo>
                  <a:lnTo>
                    <a:pt x="8522761" y="3062328"/>
                  </a:lnTo>
                  <a:lnTo>
                    <a:pt x="8523617" y="3062328"/>
                  </a:lnTo>
                  <a:lnTo>
                    <a:pt x="8524473" y="3062328"/>
                  </a:lnTo>
                  <a:lnTo>
                    <a:pt x="8525328" y="3062328"/>
                  </a:lnTo>
                  <a:lnTo>
                    <a:pt x="8526184" y="3062328"/>
                  </a:lnTo>
                  <a:lnTo>
                    <a:pt x="8527039" y="3037180"/>
                  </a:lnTo>
                  <a:lnTo>
                    <a:pt x="8527895" y="3019654"/>
                  </a:lnTo>
                  <a:lnTo>
                    <a:pt x="8528750" y="3039389"/>
                  </a:lnTo>
                  <a:lnTo>
                    <a:pt x="8529606" y="3071214"/>
                  </a:lnTo>
                  <a:lnTo>
                    <a:pt x="8530461" y="3096358"/>
                  </a:lnTo>
                  <a:lnTo>
                    <a:pt x="8531317" y="3116972"/>
                  </a:lnTo>
                  <a:lnTo>
                    <a:pt x="8531317" y="3116972"/>
                  </a:lnTo>
                  <a:lnTo>
                    <a:pt x="8532172" y="3116972"/>
                  </a:lnTo>
                  <a:lnTo>
                    <a:pt x="8533028" y="3116972"/>
                  </a:lnTo>
                  <a:lnTo>
                    <a:pt x="8533883" y="3116972"/>
                  </a:lnTo>
                  <a:lnTo>
                    <a:pt x="8534739" y="3116972"/>
                  </a:lnTo>
                  <a:lnTo>
                    <a:pt x="8535594" y="3116972"/>
                  </a:lnTo>
                  <a:lnTo>
                    <a:pt x="8536450" y="3116972"/>
                  </a:lnTo>
                  <a:lnTo>
                    <a:pt x="8537305" y="3087016"/>
                  </a:lnTo>
                  <a:lnTo>
                    <a:pt x="8538161" y="3062597"/>
                  </a:lnTo>
                  <a:lnTo>
                    <a:pt x="8539017" y="3024764"/>
                  </a:lnTo>
                  <a:lnTo>
                    <a:pt x="8539872" y="3018448"/>
                  </a:lnTo>
                  <a:lnTo>
                    <a:pt x="8540728" y="2995209"/>
                  </a:lnTo>
                  <a:lnTo>
                    <a:pt x="8541583" y="2917127"/>
                  </a:lnTo>
                  <a:lnTo>
                    <a:pt x="8542439" y="2875711"/>
                  </a:lnTo>
                  <a:lnTo>
                    <a:pt x="8543294" y="2885488"/>
                  </a:lnTo>
                  <a:lnTo>
                    <a:pt x="8544150" y="2911080"/>
                  </a:lnTo>
                  <a:lnTo>
                    <a:pt x="8545005" y="2953682"/>
                  </a:lnTo>
                  <a:lnTo>
                    <a:pt x="8545861" y="3009105"/>
                  </a:lnTo>
                  <a:lnTo>
                    <a:pt x="8546716" y="3075847"/>
                  </a:lnTo>
                  <a:lnTo>
                    <a:pt x="8547572" y="3111855"/>
                  </a:lnTo>
                  <a:lnTo>
                    <a:pt x="8548427" y="3063277"/>
                  </a:lnTo>
                  <a:lnTo>
                    <a:pt x="8549283" y="3006431"/>
                  </a:lnTo>
                  <a:lnTo>
                    <a:pt x="8550138" y="2980016"/>
                  </a:lnTo>
                  <a:lnTo>
                    <a:pt x="8550994" y="2948067"/>
                  </a:lnTo>
                  <a:lnTo>
                    <a:pt x="8551849" y="2883675"/>
                  </a:lnTo>
                  <a:lnTo>
                    <a:pt x="8552705" y="2801766"/>
                  </a:lnTo>
                  <a:lnTo>
                    <a:pt x="8553560" y="2754846"/>
                  </a:lnTo>
                  <a:lnTo>
                    <a:pt x="8553560" y="27548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05" y="0"/>
                  </a:lnTo>
                  <a:lnTo>
                    <a:pt x="8551849" y="0"/>
                  </a:lnTo>
                  <a:lnTo>
                    <a:pt x="8550994" y="0"/>
                  </a:lnTo>
                  <a:lnTo>
                    <a:pt x="8550138" y="0"/>
                  </a:lnTo>
                  <a:lnTo>
                    <a:pt x="8549283" y="0"/>
                  </a:lnTo>
                  <a:lnTo>
                    <a:pt x="8548427" y="0"/>
                  </a:lnTo>
                  <a:lnTo>
                    <a:pt x="8547572" y="0"/>
                  </a:lnTo>
                  <a:lnTo>
                    <a:pt x="8546716" y="0"/>
                  </a:lnTo>
                  <a:lnTo>
                    <a:pt x="8545861" y="0"/>
                  </a:lnTo>
                  <a:lnTo>
                    <a:pt x="8545005" y="0"/>
                  </a:lnTo>
                  <a:lnTo>
                    <a:pt x="8544150" y="0"/>
                  </a:lnTo>
                  <a:lnTo>
                    <a:pt x="8543294" y="0"/>
                  </a:lnTo>
                  <a:lnTo>
                    <a:pt x="8542439" y="0"/>
                  </a:lnTo>
                  <a:lnTo>
                    <a:pt x="8541583" y="0"/>
                  </a:lnTo>
                  <a:lnTo>
                    <a:pt x="8540728" y="0"/>
                  </a:lnTo>
                  <a:lnTo>
                    <a:pt x="8539872" y="0"/>
                  </a:lnTo>
                  <a:lnTo>
                    <a:pt x="8539017" y="0"/>
                  </a:lnTo>
                  <a:lnTo>
                    <a:pt x="8538161" y="0"/>
                  </a:lnTo>
                  <a:lnTo>
                    <a:pt x="8537305" y="0"/>
                  </a:lnTo>
                  <a:lnTo>
                    <a:pt x="8536450" y="0"/>
                  </a:lnTo>
                  <a:lnTo>
                    <a:pt x="8535594" y="0"/>
                  </a:lnTo>
                  <a:lnTo>
                    <a:pt x="8534739" y="0"/>
                  </a:lnTo>
                  <a:lnTo>
                    <a:pt x="8533883" y="0"/>
                  </a:lnTo>
                  <a:lnTo>
                    <a:pt x="8533028" y="0"/>
                  </a:lnTo>
                  <a:lnTo>
                    <a:pt x="8532172" y="0"/>
                  </a:lnTo>
                  <a:lnTo>
                    <a:pt x="8531317" y="0"/>
                  </a:lnTo>
                  <a:lnTo>
                    <a:pt x="8530461" y="0"/>
                  </a:lnTo>
                  <a:lnTo>
                    <a:pt x="8529606" y="0"/>
                  </a:lnTo>
                  <a:lnTo>
                    <a:pt x="8528750" y="0"/>
                  </a:lnTo>
                  <a:lnTo>
                    <a:pt x="8527895" y="0"/>
                  </a:lnTo>
                  <a:lnTo>
                    <a:pt x="8527039" y="0"/>
                  </a:lnTo>
                  <a:lnTo>
                    <a:pt x="8526184" y="0"/>
                  </a:lnTo>
                  <a:lnTo>
                    <a:pt x="8525328" y="0"/>
                  </a:lnTo>
                  <a:lnTo>
                    <a:pt x="8524473" y="0"/>
                  </a:lnTo>
                  <a:lnTo>
                    <a:pt x="8523617" y="0"/>
                  </a:lnTo>
                  <a:lnTo>
                    <a:pt x="8522761" y="0"/>
                  </a:lnTo>
                  <a:lnTo>
                    <a:pt x="8521906" y="0"/>
                  </a:lnTo>
                  <a:lnTo>
                    <a:pt x="8521050" y="0"/>
                  </a:lnTo>
                  <a:lnTo>
                    <a:pt x="8520195" y="0"/>
                  </a:lnTo>
                  <a:lnTo>
                    <a:pt x="8519339" y="0"/>
                  </a:lnTo>
                  <a:lnTo>
                    <a:pt x="8518484" y="0"/>
                  </a:lnTo>
                  <a:lnTo>
                    <a:pt x="8517628" y="0"/>
                  </a:lnTo>
                  <a:lnTo>
                    <a:pt x="8516773" y="0"/>
                  </a:lnTo>
                  <a:lnTo>
                    <a:pt x="8515917" y="0"/>
                  </a:lnTo>
                  <a:lnTo>
                    <a:pt x="8515062" y="0"/>
                  </a:lnTo>
                  <a:lnTo>
                    <a:pt x="8514206" y="0"/>
                  </a:lnTo>
                  <a:lnTo>
                    <a:pt x="8513351" y="0"/>
                  </a:lnTo>
                  <a:lnTo>
                    <a:pt x="8512495" y="0"/>
                  </a:lnTo>
                  <a:lnTo>
                    <a:pt x="8511640" y="0"/>
                  </a:lnTo>
                  <a:lnTo>
                    <a:pt x="8510784" y="0"/>
                  </a:lnTo>
                  <a:lnTo>
                    <a:pt x="8509929" y="0"/>
                  </a:lnTo>
                  <a:lnTo>
                    <a:pt x="8509073" y="0"/>
                  </a:lnTo>
                  <a:lnTo>
                    <a:pt x="8508218" y="0"/>
                  </a:lnTo>
                  <a:lnTo>
                    <a:pt x="8507362" y="0"/>
                  </a:lnTo>
                  <a:lnTo>
                    <a:pt x="8506506" y="0"/>
                  </a:lnTo>
                  <a:lnTo>
                    <a:pt x="8505651" y="0"/>
                  </a:lnTo>
                  <a:lnTo>
                    <a:pt x="8504795" y="0"/>
                  </a:lnTo>
                  <a:lnTo>
                    <a:pt x="8503940" y="0"/>
                  </a:lnTo>
                  <a:lnTo>
                    <a:pt x="8503084" y="0"/>
                  </a:lnTo>
                  <a:lnTo>
                    <a:pt x="8502229" y="0"/>
                  </a:lnTo>
                  <a:lnTo>
                    <a:pt x="8501373" y="0"/>
                  </a:lnTo>
                  <a:lnTo>
                    <a:pt x="8500518" y="0"/>
                  </a:lnTo>
                  <a:lnTo>
                    <a:pt x="8499662" y="0"/>
                  </a:lnTo>
                  <a:lnTo>
                    <a:pt x="8498807" y="0"/>
                  </a:lnTo>
                  <a:lnTo>
                    <a:pt x="8497951" y="0"/>
                  </a:lnTo>
                  <a:lnTo>
                    <a:pt x="8497096" y="0"/>
                  </a:lnTo>
                  <a:lnTo>
                    <a:pt x="8496240" y="0"/>
                  </a:lnTo>
                  <a:lnTo>
                    <a:pt x="8495385" y="0"/>
                  </a:lnTo>
                  <a:lnTo>
                    <a:pt x="8494529" y="0"/>
                  </a:lnTo>
                  <a:lnTo>
                    <a:pt x="8493674" y="0"/>
                  </a:lnTo>
                  <a:lnTo>
                    <a:pt x="8492818" y="0"/>
                  </a:lnTo>
                  <a:lnTo>
                    <a:pt x="8491963" y="0"/>
                  </a:lnTo>
                  <a:lnTo>
                    <a:pt x="8491107" y="0"/>
                  </a:lnTo>
                  <a:lnTo>
                    <a:pt x="8490251" y="0"/>
                  </a:lnTo>
                  <a:lnTo>
                    <a:pt x="8489396" y="0"/>
                  </a:lnTo>
                  <a:lnTo>
                    <a:pt x="8488540" y="0"/>
                  </a:lnTo>
                  <a:lnTo>
                    <a:pt x="8487685" y="0"/>
                  </a:lnTo>
                  <a:lnTo>
                    <a:pt x="8486829" y="0"/>
                  </a:lnTo>
                  <a:lnTo>
                    <a:pt x="8485974" y="0"/>
                  </a:lnTo>
                  <a:lnTo>
                    <a:pt x="8485118" y="0"/>
                  </a:lnTo>
                  <a:lnTo>
                    <a:pt x="8484263" y="0"/>
                  </a:lnTo>
                  <a:lnTo>
                    <a:pt x="8483407" y="0"/>
                  </a:lnTo>
                  <a:lnTo>
                    <a:pt x="8482552" y="0"/>
                  </a:lnTo>
                  <a:lnTo>
                    <a:pt x="8481696" y="0"/>
                  </a:lnTo>
                  <a:lnTo>
                    <a:pt x="8480841" y="0"/>
                  </a:lnTo>
                  <a:lnTo>
                    <a:pt x="8479985" y="0"/>
                  </a:lnTo>
                  <a:lnTo>
                    <a:pt x="8479130" y="0"/>
                  </a:lnTo>
                  <a:lnTo>
                    <a:pt x="8478274" y="0"/>
                  </a:lnTo>
                  <a:lnTo>
                    <a:pt x="8477419" y="0"/>
                  </a:lnTo>
                  <a:lnTo>
                    <a:pt x="8476563" y="0"/>
                  </a:lnTo>
                  <a:lnTo>
                    <a:pt x="8475707" y="0"/>
                  </a:lnTo>
                  <a:lnTo>
                    <a:pt x="8474852" y="0"/>
                  </a:lnTo>
                  <a:lnTo>
                    <a:pt x="8473996" y="0"/>
                  </a:lnTo>
                  <a:lnTo>
                    <a:pt x="8473141" y="0"/>
                  </a:lnTo>
                  <a:lnTo>
                    <a:pt x="8472285" y="0"/>
                  </a:lnTo>
                  <a:lnTo>
                    <a:pt x="8471430" y="0"/>
                  </a:lnTo>
                  <a:lnTo>
                    <a:pt x="8470574" y="0"/>
                  </a:lnTo>
                  <a:lnTo>
                    <a:pt x="8469719" y="0"/>
                  </a:lnTo>
                  <a:lnTo>
                    <a:pt x="8468863" y="0"/>
                  </a:lnTo>
                  <a:lnTo>
                    <a:pt x="8468008" y="0"/>
                  </a:lnTo>
                  <a:lnTo>
                    <a:pt x="8467152" y="0"/>
                  </a:lnTo>
                  <a:lnTo>
                    <a:pt x="8466297" y="0"/>
                  </a:lnTo>
                  <a:lnTo>
                    <a:pt x="8465441" y="0"/>
                  </a:lnTo>
                  <a:lnTo>
                    <a:pt x="8464586" y="0"/>
                  </a:lnTo>
                  <a:lnTo>
                    <a:pt x="8463730" y="0"/>
                  </a:lnTo>
                  <a:lnTo>
                    <a:pt x="8462875" y="0"/>
                  </a:lnTo>
                  <a:lnTo>
                    <a:pt x="8462019" y="0"/>
                  </a:lnTo>
                  <a:lnTo>
                    <a:pt x="8461164" y="0"/>
                  </a:lnTo>
                  <a:lnTo>
                    <a:pt x="8460308" y="0"/>
                  </a:lnTo>
                  <a:lnTo>
                    <a:pt x="8459452" y="0"/>
                  </a:lnTo>
                  <a:lnTo>
                    <a:pt x="8458597" y="0"/>
                  </a:lnTo>
                  <a:lnTo>
                    <a:pt x="8457741" y="0"/>
                  </a:lnTo>
                  <a:lnTo>
                    <a:pt x="8456886" y="0"/>
                  </a:lnTo>
                  <a:lnTo>
                    <a:pt x="8456030" y="0"/>
                  </a:lnTo>
                  <a:lnTo>
                    <a:pt x="8455175" y="0"/>
                  </a:lnTo>
                  <a:lnTo>
                    <a:pt x="8454319" y="0"/>
                  </a:lnTo>
                  <a:lnTo>
                    <a:pt x="8453464" y="0"/>
                  </a:lnTo>
                  <a:lnTo>
                    <a:pt x="8452608" y="0"/>
                  </a:lnTo>
                  <a:lnTo>
                    <a:pt x="8451753" y="0"/>
                  </a:lnTo>
                  <a:lnTo>
                    <a:pt x="8450897" y="0"/>
                  </a:lnTo>
                  <a:lnTo>
                    <a:pt x="8450042" y="0"/>
                  </a:lnTo>
                  <a:lnTo>
                    <a:pt x="8449186" y="0"/>
                  </a:lnTo>
                  <a:lnTo>
                    <a:pt x="8448331" y="0"/>
                  </a:lnTo>
                  <a:lnTo>
                    <a:pt x="8447475" y="0"/>
                  </a:lnTo>
                  <a:lnTo>
                    <a:pt x="8446620" y="0"/>
                  </a:lnTo>
                  <a:lnTo>
                    <a:pt x="8445764" y="0"/>
                  </a:lnTo>
                  <a:lnTo>
                    <a:pt x="8444909" y="0"/>
                  </a:lnTo>
                  <a:lnTo>
                    <a:pt x="8444053" y="0"/>
                  </a:lnTo>
                  <a:lnTo>
                    <a:pt x="8443197" y="0"/>
                  </a:lnTo>
                  <a:lnTo>
                    <a:pt x="8442342" y="0"/>
                  </a:lnTo>
                  <a:lnTo>
                    <a:pt x="8441486" y="0"/>
                  </a:lnTo>
                  <a:lnTo>
                    <a:pt x="8440631" y="0"/>
                  </a:lnTo>
                  <a:lnTo>
                    <a:pt x="8439775" y="0"/>
                  </a:lnTo>
                  <a:lnTo>
                    <a:pt x="8438920" y="0"/>
                  </a:lnTo>
                  <a:lnTo>
                    <a:pt x="8438064" y="0"/>
                  </a:lnTo>
                  <a:lnTo>
                    <a:pt x="8437209" y="0"/>
                  </a:lnTo>
                  <a:lnTo>
                    <a:pt x="8436353" y="0"/>
                  </a:lnTo>
                  <a:lnTo>
                    <a:pt x="8435498" y="0"/>
                  </a:lnTo>
                  <a:lnTo>
                    <a:pt x="8434642" y="0"/>
                  </a:lnTo>
                  <a:lnTo>
                    <a:pt x="8433787" y="0"/>
                  </a:lnTo>
                  <a:lnTo>
                    <a:pt x="8432931" y="0"/>
                  </a:lnTo>
                  <a:lnTo>
                    <a:pt x="8432076" y="0"/>
                  </a:lnTo>
                  <a:lnTo>
                    <a:pt x="8431220" y="0"/>
                  </a:lnTo>
                  <a:lnTo>
                    <a:pt x="8430365" y="0"/>
                  </a:lnTo>
                  <a:lnTo>
                    <a:pt x="8429509" y="0"/>
                  </a:lnTo>
                  <a:lnTo>
                    <a:pt x="8428653" y="0"/>
                  </a:lnTo>
                  <a:lnTo>
                    <a:pt x="8427798" y="0"/>
                  </a:lnTo>
                  <a:lnTo>
                    <a:pt x="8426942" y="0"/>
                  </a:lnTo>
                  <a:lnTo>
                    <a:pt x="8426087" y="0"/>
                  </a:lnTo>
                  <a:lnTo>
                    <a:pt x="8425231" y="0"/>
                  </a:lnTo>
                  <a:lnTo>
                    <a:pt x="8424376" y="0"/>
                  </a:lnTo>
                  <a:lnTo>
                    <a:pt x="8423520" y="0"/>
                  </a:lnTo>
                  <a:lnTo>
                    <a:pt x="8422665" y="0"/>
                  </a:lnTo>
                  <a:lnTo>
                    <a:pt x="8421809" y="0"/>
                  </a:lnTo>
                  <a:lnTo>
                    <a:pt x="8420954" y="0"/>
                  </a:lnTo>
                  <a:lnTo>
                    <a:pt x="8420098" y="0"/>
                  </a:lnTo>
                  <a:lnTo>
                    <a:pt x="8419243" y="0"/>
                  </a:lnTo>
                  <a:lnTo>
                    <a:pt x="8418387" y="0"/>
                  </a:lnTo>
                  <a:lnTo>
                    <a:pt x="8417532" y="0"/>
                  </a:lnTo>
                  <a:lnTo>
                    <a:pt x="8416676" y="0"/>
                  </a:lnTo>
                  <a:lnTo>
                    <a:pt x="8415821" y="0"/>
                  </a:lnTo>
                  <a:lnTo>
                    <a:pt x="8414965" y="0"/>
                  </a:lnTo>
                  <a:lnTo>
                    <a:pt x="8414110" y="0"/>
                  </a:lnTo>
                  <a:lnTo>
                    <a:pt x="8413254" y="0"/>
                  </a:lnTo>
                  <a:lnTo>
                    <a:pt x="8412398" y="0"/>
                  </a:lnTo>
                  <a:lnTo>
                    <a:pt x="8411543" y="0"/>
                  </a:lnTo>
                  <a:lnTo>
                    <a:pt x="8410687" y="0"/>
                  </a:lnTo>
                  <a:lnTo>
                    <a:pt x="8409832" y="0"/>
                  </a:lnTo>
                  <a:lnTo>
                    <a:pt x="8408976" y="0"/>
                  </a:lnTo>
                  <a:lnTo>
                    <a:pt x="8408121" y="0"/>
                  </a:lnTo>
                  <a:lnTo>
                    <a:pt x="8407265" y="0"/>
                  </a:lnTo>
                  <a:lnTo>
                    <a:pt x="8406410" y="0"/>
                  </a:lnTo>
                  <a:lnTo>
                    <a:pt x="8405554" y="0"/>
                  </a:lnTo>
                  <a:lnTo>
                    <a:pt x="8404699" y="0"/>
                  </a:lnTo>
                  <a:lnTo>
                    <a:pt x="8403843" y="0"/>
                  </a:lnTo>
                  <a:lnTo>
                    <a:pt x="8402988" y="0"/>
                  </a:lnTo>
                  <a:lnTo>
                    <a:pt x="8402132" y="0"/>
                  </a:lnTo>
                  <a:lnTo>
                    <a:pt x="8401277" y="0"/>
                  </a:lnTo>
                  <a:lnTo>
                    <a:pt x="8400421" y="0"/>
                  </a:lnTo>
                  <a:lnTo>
                    <a:pt x="8399566" y="0"/>
                  </a:lnTo>
                  <a:lnTo>
                    <a:pt x="8398710" y="0"/>
                  </a:lnTo>
                  <a:lnTo>
                    <a:pt x="8397855" y="0"/>
                  </a:lnTo>
                  <a:lnTo>
                    <a:pt x="8396999" y="0"/>
                  </a:lnTo>
                  <a:lnTo>
                    <a:pt x="8396143" y="0"/>
                  </a:lnTo>
                  <a:lnTo>
                    <a:pt x="8395288" y="0"/>
                  </a:lnTo>
                  <a:lnTo>
                    <a:pt x="8394432" y="0"/>
                  </a:lnTo>
                  <a:lnTo>
                    <a:pt x="8393577" y="0"/>
                  </a:lnTo>
                  <a:lnTo>
                    <a:pt x="8392721" y="0"/>
                  </a:lnTo>
                  <a:lnTo>
                    <a:pt x="8391866" y="0"/>
                  </a:lnTo>
                  <a:lnTo>
                    <a:pt x="8391010" y="0"/>
                  </a:lnTo>
                  <a:lnTo>
                    <a:pt x="8390155" y="0"/>
                  </a:lnTo>
                  <a:lnTo>
                    <a:pt x="8389299" y="0"/>
                  </a:lnTo>
                  <a:lnTo>
                    <a:pt x="8388444" y="0"/>
                  </a:lnTo>
                  <a:lnTo>
                    <a:pt x="8387588" y="0"/>
                  </a:lnTo>
                  <a:lnTo>
                    <a:pt x="8386733" y="0"/>
                  </a:lnTo>
                  <a:lnTo>
                    <a:pt x="8385877" y="0"/>
                  </a:lnTo>
                  <a:lnTo>
                    <a:pt x="8385022" y="0"/>
                  </a:lnTo>
                  <a:lnTo>
                    <a:pt x="8384166" y="0"/>
                  </a:lnTo>
                  <a:lnTo>
                    <a:pt x="8383311" y="0"/>
                  </a:lnTo>
                  <a:lnTo>
                    <a:pt x="8382455" y="0"/>
                  </a:lnTo>
                  <a:lnTo>
                    <a:pt x="8381600" y="0"/>
                  </a:lnTo>
                  <a:lnTo>
                    <a:pt x="8380744" y="0"/>
                  </a:lnTo>
                  <a:lnTo>
                    <a:pt x="8379888" y="0"/>
                  </a:lnTo>
                  <a:lnTo>
                    <a:pt x="8379033" y="0"/>
                  </a:lnTo>
                  <a:lnTo>
                    <a:pt x="8378177" y="0"/>
                  </a:lnTo>
                  <a:lnTo>
                    <a:pt x="8377322" y="0"/>
                  </a:lnTo>
                  <a:lnTo>
                    <a:pt x="8376466" y="0"/>
                  </a:lnTo>
                  <a:lnTo>
                    <a:pt x="8375611" y="0"/>
                  </a:lnTo>
                  <a:lnTo>
                    <a:pt x="8374755" y="0"/>
                  </a:lnTo>
                  <a:lnTo>
                    <a:pt x="8373900" y="0"/>
                  </a:lnTo>
                  <a:lnTo>
                    <a:pt x="8373044" y="0"/>
                  </a:lnTo>
                  <a:lnTo>
                    <a:pt x="8372189" y="0"/>
                  </a:lnTo>
                  <a:lnTo>
                    <a:pt x="8371333" y="0"/>
                  </a:lnTo>
                  <a:lnTo>
                    <a:pt x="8370478" y="0"/>
                  </a:lnTo>
                  <a:lnTo>
                    <a:pt x="8369622" y="0"/>
                  </a:lnTo>
                  <a:lnTo>
                    <a:pt x="8368767" y="0"/>
                  </a:lnTo>
                  <a:lnTo>
                    <a:pt x="8367911" y="0"/>
                  </a:lnTo>
                  <a:lnTo>
                    <a:pt x="8367056" y="0"/>
                  </a:lnTo>
                  <a:lnTo>
                    <a:pt x="8366200" y="0"/>
                  </a:lnTo>
                  <a:lnTo>
                    <a:pt x="8365344" y="0"/>
                  </a:lnTo>
                  <a:lnTo>
                    <a:pt x="8364489" y="0"/>
                  </a:lnTo>
                  <a:lnTo>
                    <a:pt x="8363633" y="0"/>
                  </a:lnTo>
                  <a:lnTo>
                    <a:pt x="8362778" y="0"/>
                  </a:lnTo>
                  <a:lnTo>
                    <a:pt x="8361922" y="0"/>
                  </a:lnTo>
                  <a:lnTo>
                    <a:pt x="8361067" y="0"/>
                  </a:lnTo>
                  <a:lnTo>
                    <a:pt x="8360211" y="0"/>
                  </a:lnTo>
                  <a:lnTo>
                    <a:pt x="8359356" y="0"/>
                  </a:lnTo>
                  <a:lnTo>
                    <a:pt x="8358500" y="0"/>
                  </a:lnTo>
                  <a:lnTo>
                    <a:pt x="8357645" y="0"/>
                  </a:lnTo>
                  <a:lnTo>
                    <a:pt x="8356789" y="0"/>
                  </a:lnTo>
                  <a:lnTo>
                    <a:pt x="8355934" y="0"/>
                  </a:lnTo>
                  <a:lnTo>
                    <a:pt x="8355078" y="0"/>
                  </a:lnTo>
                  <a:lnTo>
                    <a:pt x="8354223" y="0"/>
                  </a:lnTo>
                  <a:lnTo>
                    <a:pt x="8353367" y="0"/>
                  </a:lnTo>
                  <a:lnTo>
                    <a:pt x="8352512" y="0"/>
                  </a:lnTo>
                  <a:lnTo>
                    <a:pt x="8351656" y="0"/>
                  </a:lnTo>
                  <a:lnTo>
                    <a:pt x="8350801" y="0"/>
                  </a:lnTo>
                  <a:lnTo>
                    <a:pt x="8349945" y="0"/>
                  </a:lnTo>
                  <a:lnTo>
                    <a:pt x="8349089" y="0"/>
                  </a:lnTo>
                  <a:lnTo>
                    <a:pt x="8348234" y="0"/>
                  </a:lnTo>
                  <a:lnTo>
                    <a:pt x="8347378" y="0"/>
                  </a:lnTo>
                  <a:lnTo>
                    <a:pt x="8346523" y="0"/>
                  </a:lnTo>
                  <a:lnTo>
                    <a:pt x="8345667" y="0"/>
                  </a:lnTo>
                  <a:lnTo>
                    <a:pt x="8344812" y="0"/>
                  </a:lnTo>
                  <a:lnTo>
                    <a:pt x="8343956" y="0"/>
                  </a:lnTo>
                  <a:lnTo>
                    <a:pt x="8343101" y="0"/>
                  </a:lnTo>
                  <a:lnTo>
                    <a:pt x="8342245" y="0"/>
                  </a:lnTo>
                  <a:lnTo>
                    <a:pt x="8341390" y="0"/>
                  </a:lnTo>
                  <a:lnTo>
                    <a:pt x="8340534" y="0"/>
                  </a:lnTo>
                  <a:lnTo>
                    <a:pt x="8339679" y="0"/>
                  </a:lnTo>
                  <a:lnTo>
                    <a:pt x="8338823" y="0"/>
                  </a:lnTo>
                  <a:lnTo>
                    <a:pt x="8337968" y="0"/>
                  </a:lnTo>
                  <a:lnTo>
                    <a:pt x="8337112" y="0"/>
                  </a:lnTo>
                  <a:lnTo>
                    <a:pt x="8336257" y="0"/>
                  </a:lnTo>
                  <a:lnTo>
                    <a:pt x="8335401" y="0"/>
                  </a:lnTo>
                  <a:lnTo>
                    <a:pt x="8334546" y="0"/>
                  </a:lnTo>
                  <a:lnTo>
                    <a:pt x="8333690" y="0"/>
                  </a:lnTo>
                  <a:lnTo>
                    <a:pt x="8332834" y="0"/>
                  </a:lnTo>
                  <a:lnTo>
                    <a:pt x="8331979" y="0"/>
                  </a:lnTo>
                  <a:lnTo>
                    <a:pt x="8331123" y="0"/>
                  </a:lnTo>
                  <a:lnTo>
                    <a:pt x="8330268" y="0"/>
                  </a:lnTo>
                  <a:lnTo>
                    <a:pt x="8329412" y="0"/>
                  </a:lnTo>
                  <a:lnTo>
                    <a:pt x="8328557" y="0"/>
                  </a:lnTo>
                  <a:lnTo>
                    <a:pt x="8327701" y="0"/>
                  </a:lnTo>
                  <a:lnTo>
                    <a:pt x="8326846" y="0"/>
                  </a:lnTo>
                  <a:lnTo>
                    <a:pt x="8325990" y="0"/>
                  </a:lnTo>
                  <a:lnTo>
                    <a:pt x="8325135" y="0"/>
                  </a:lnTo>
                  <a:lnTo>
                    <a:pt x="8324279" y="0"/>
                  </a:lnTo>
                  <a:lnTo>
                    <a:pt x="8323424" y="0"/>
                  </a:lnTo>
                  <a:lnTo>
                    <a:pt x="8322568" y="0"/>
                  </a:lnTo>
                  <a:lnTo>
                    <a:pt x="8321713" y="0"/>
                  </a:lnTo>
                  <a:lnTo>
                    <a:pt x="8320857" y="0"/>
                  </a:lnTo>
                  <a:lnTo>
                    <a:pt x="8320002" y="0"/>
                  </a:lnTo>
                  <a:lnTo>
                    <a:pt x="8319146" y="0"/>
                  </a:lnTo>
                  <a:lnTo>
                    <a:pt x="8318290" y="0"/>
                  </a:lnTo>
                  <a:lnTo>
                    <a:pt x="8317435" y="0"/>
                  </a:lnTo>
                  <a:lnTo>
                    <a:pt x="8316579" y="0"/>
                  </a:lnTo>
                  <a:lnTo>
                    <a:pt x="8315724" y="0"/>
                  </a:lnTo>
                  <a:lnTo>
                    <a:pt x="8314868" y="0"/>
                  </a:lnTo>
                  <a:lnTo>
                    <a:pt x="8314013" y="0"/>
                  </a:lnTo>
                  <a:lnTo>
                    <a:pt x="8313157" y="0"/>
                  </a:lnTo>
                  <a:lnTo>
                    <a:pt x="8312302" y="0"/>
                  </a:lnTo>
                  <a:lnTo>
                    <a:pt x="8311446" y="0"/>
                  </a:lnTo>
                  <a:lnTo>
                    <a:pt x="8310591" y="0"/>
                  </a:lnTo>
                  <a:lnTo>
                    <a:pt x="8309735" y="0"/>
                  </a:lnTo>
                  <a:lnTo>
                    <a:pt x="8308880" y="0"/>
                  </a:lnTo>
                  <a:lnTo>
                    <a:pt x="8308024" y="0"/>
                  </a:lnTo>
                  <a:lnTo>
                    <a:pt x="8307169" y="0"/>
                  </a:lnTo>
                  <a:lnTo>
                    <a:pt x="8306313" y="0"/>
                  </a:lnTo>
                  <a:lnTo>
                    <a:pt x="8305458" y="0"/>
                  </a:lnTo>
                  <a:lnTo>
                    <a:pt x="8304602" y="0"/>
                  </a:lnTo>
                  <a:lnTo>
                    <a:pt x="8303747" y="0"/>
                  </a:lnTo>
                  <a:lnTo>
                    <a:pt x="8302891" y="0"/>
                  </a:lnTo>
                  <a:lnTo>
                    <a:pt x="8302035" y="0"/>
                  </a:lnTo>
                  <a:lnTo>
                    <a:pt x="8301180" y="0"/>
                  </a:lnTo>
                  <a:lnTo>
                    <a:pt x="8300324" y="0"/>
                  </a:lnTo>
                  <a:lnTo>
                    <a:pt x="8299469" y="0"/>
                  </a:lnTo>
                  <a:lnTo>
                    <a:pt x="8298613" y="0"/>
                  </a:lnTo>
                  <a:lnTo>
                    <a:pt x="8297758" y="0"/>
                  </a:lnTo>
                  <a:lnTo>
                    <a:pt x="8296902" y="0"/>
                  </a:lnTo>
                  <a:lnTo>
                    <a:pt x="8296047" y="0"/>
                  </a:lnTo>
                  <a:lnTo>
                    <a:pt x="8295191" y="0"/>
                  </a:lnTo>
                  <a:lnTo>
                    <a:pt x="8294336" y="0"/>
                  </a:lnTo>
                  <a:lnTo>
                    <a:pt x="8293480" y="0"/>
                  </a:lnTo>
                  <a:lnTo>
                    <a:pt x="8292625" y="0"/>
                  </a:lnTo>
                  <a:lnTo>
                    <a:pt x="8291769" y="0"/>
                  </a:lnTo>
                  <a:lnTo>
                    <a:pt x="8290914" y="0"/>
                  </a:lnTo>
                  <a:lnTo>
                    <a:pt x="8290058" y="0"/>
                  </a:lnTo>
                  <a:lnTo>
                    <a:pt x="8289203" y="0"/>
                  </a:lnTo>
                  <a:lnTo>
                    <a:pt x="8288347" y="0"/>
                  </a:lnTo>
                  <a:lnTo>
                    <a:pt x="8287492" y="0"/>
                  </a:lnTo>
                  <a:lnTo>
                    <a:pt x="8286636" y="0"/>
                  </a:lnTo>
                  <a:lnTo>
                    <a:pt x="8285780" y="0"/>
                  </a:lnTo>
                  <a:lnTo>
                    <a:pt x="8284925" y="0"/>
                  </a:lnTo>
                  <a:lnTo>
                    <a:pt x="8284069" y="0"/>
                  </a:lnTo>
                  <a:lnTo>
                    <a:pt x="8283214" y="0"/>
                  </a:lnTo>
                  <a:lnTo>
                    <a:pt x="8282358" y="0"/>
                  </a:lnTo>
                  <a:lnTo>
                    <a:pt x="8281503" y="0"/>
                  </a:lnTo>
                  <a:lnTo>
                    <a:pt x="8280647" y="0"/>
                  </a:lnTo>
                  <a:lnTo>
                    <a:pt x="8279792" y="0"/>
                  </a:lnTo>
                  <a:lnTo>
                    <a:pt x="8278936" y="0"/>
                  </a:lnTo>
                  <a:lnTo>
                    <a:pt x="8278081" y="0"/>
                  </a:lnTo>
                  <a:lnTo>
                    <a:pt x="8277225" y="0"/>
                  </a:lnTo>
                  <a:lnTo>
                    <a:pt x="8276370" y="0"/>
                  </a:lnTo>
                  <a:lnTo>
                    <a:pt x="8275514" y="0"/>
                  </a:lnTo>
                  <a:lnTo>
                    <a:pt x="8274659" y="0"/>
                  </a:lnTo>
                  <a:lnTo>
                    <a:pt x="8273803" y="0"/>
                  </a:lnTo>
                  <a:lnTo>
                    <a:pt x="8272948" y="0"/>
                  </a:lnTo>
                  <a:lnTo>
                    <a:pt x="8272092" y="0"/>
                  </a:lnTo>
                  <a:lnTo>
                    <a:pt x="8271236" y="0"/>
                  </a:lnTo>
                  <a:lnTo>
                    <a:pt x="8270381" y="0"/>
                  </a:lnTo>
                  <a:lnTo>
                    <a:pt x="8269525" y="0"/>
                  </a:lnTo>
                  <a:lnTo>
                    <a:pt x="8268670" y="0"/>
                  </a:lnTo>
                  <a:lnTo>
                    <a:pt x="8267814" y="0"/>
                  </a:lnTo>
                  <a:lnTo>
                    <a:pt x="8266959" y="0"/>
                  </a:lnTo>
                  <a:lnTo>
                    <a:pt x="8266103" y="0"/>
                  </a:lnTo>
                  <a:lnTo>
                    <a:pt x="8265248" y="0"/>
                  </a:lnTo>
                  <a:lnTo>
                    <a:pt x="8264392" y="0"/>
                  </a:lnTo>
                  <a:lnTo>
                    <a:pt x="8263537" y="0"/>
                  </a:lnTo>
                  <a:lnTo>
                    <a:pt x="8262681" y="0"/>
                  </a:lnTo>
                  <a:lnTo>
                    <a:pt x="8261826" y="0"/>
                  </a:lnTo>
                  <a:lnTo>
                    <a:pt x="8260970" y="0"/>
                  </a:lnTo>
                  <a:lnTo>
                    <a:pt x="8260115" y="0"/>
                  </a:lnTo>
                  <a:lnTo>
                    <a:pt x="8259259" y="0"/>
                  </a:lnTo>
                  <a:lnTo>
                    <a:pt x="8258404" y="0"/>
                  </a:lnTo>
                  <a:lnTo>
                    <a:pt x="8257548" y="0"/>
                  </a:lnTo>
                  <a:lnTo>
                    <a:pt x="8256693" y="0"/>
                  </a:lnTo>
                  <a:lnTo>
                    <a:pt x="8255837" y="0"/>
                  </a:lnTo>
                  <a:lnTo>
                    <a:pt x="8254981" y="0"/>
                  </a:lnTo>
                  <a:lnTo>
                    <a:pt x="8254126" y="0"/>
                  </a:lnTo>
                  <a:lnTo>
                    <a:pt x="8253270" y="0"/>
                  </a:lnTo>
                  <a:lnTo>
                    <a:pt x="8252415" y="0"/>
                  </a:lnTo>
                  <a:lnTo>
                    <a:pt x="8251559" y="0"/>
                  </a:lnTo>
                  <a:lnTo>
                    <a:pt x="8250704" y="0"/>
                  </a:lnTo>
                  <a:lnTo>
                    <a:pt x="8249848" y="0"/>
                  </a:lnTo>
                  <a:lnTo>
                    <a:pt x="8248993" y="0"/>
                  </a:lnTo>
                  <a:lnTo>
                    <a:pt x="8248137" y="0"/>
                  </a:lnTo>
                  <a:lnTo>
                    <a:pt x="8247282" y="0"/>
                  </a:lnTo>
                  <a:lnTo>
                    <a:pt x="8246426" y="0"/>
                  </a:lnTo>
                  <a:lnTo>
                    <a:pt x="8245571" y="0"/>
                  </a:lnTo>
                  <a:lnTo>
                    <a:pt x="8244715" y="0"/>
                  </a:lnTo>
                  <a:lnTo>
                    <a:pt x="8243860" y="0"/>
                  </a:lnTo>
                  <a:lnTo>
                    <a:pt x="8243004" y="0"/>
                  </a:lnTo>
                  <a:lnTo>
                    <a:pt x="8242149" y="0"/>
                  </a:lnTo>
                  <a:lnTo>
                    <a:pt x="8241293" y="0"/>
                  </a:lnTo>
                  <a:lnTo>
                    <a:pt x="8240438" y="0"/>
                  </a:lnTo>
                  <a:lnTo>
                    <a:pt x="8239582" y="0"/>
                  </a:lnTo>
                  <a:lnTo>
                    <a:pt x="8238726" y="0"/>
                  </a:lnTo>
                  <a:lnTo>
                    <a:pt x="8237871" y="0"/>
                  </a:lnTo>
                  <a:lnTo>
                    <a:pt x="8237015" y="0"/>
                  </a:lnTo>
                  <a:lnTo>
                    <a:pt x="8236160" y="0"/>
                  </a:lnTo>
                  <a:lnTo>
                    <a:pt x="8235304" y="0"/>
                  </a:lnTo>
                  <a:lnTo>
                    <a:pt x="8234449" y="0"/>
                  </a:lnTo>
                  <a:lnTo>
                    <a:pt x="8233593" y="0"/>
                  </a:lnTo>
                  <a:lnTo>
                    <a:pt x="8232738" y="0"/>
                  </a:lnTo>
                  <a:lnTo>
                    <a:pt x="8231882" y="0"/>
                  </a:lnTo>
                  <a:lnTo>
                    <a:pt x="8231027" y="0"/>
                  </a:lnTo>
                  <a:lnTo>
                    <a:pt x="8230171" y="0"/>
                  </a:lnTo>
                  <a:lnTo>
                    <a:pt x="8229316" y="0"/>
                  </a:lnTo>
                  <a:lnTo>
                    <a:pt x="8228460" y="0"/>
                  </a:lnTo>
                  <a:lnTo>
                    <a:pt x="8227605" y="0"/>
                  </a:lnTo>
                  <a:lnTo>
                    <a:pt x="8226749" y="0"/>
                  </a:lnTo>
                  <a:lnTo>
                    <a:pt x="8225894" y="0"/>
                  </a:lnTo>
                  <a:lnTo>
                    <a:pt x="8225038" y="0"/>
                  </a:lnTo>
                  <a:lnTo>
                    <a:pt x="8224182" y="0"/>
                  </a:lnTo>
                  <a:lnTo>
                    <a:pt x="8223327" y="0"/>
                  </a:lnTo>
                  <a:lnTo>
                    <a:pt x="8222471" y="0"/>
                  </a:lnTo>
                  <a:lnTo>
                    <a:pt x="8221616" y="0"/>
                  </a:lnTo>
                  <a:lnTo>
                    <a:pt x="8220760" y="0"/>
                  </a:lnTo>
                  <a:lnTo>
                    <a:pt x="8219905" y="0"/>
                  </a:lnTo>
                  <a:lnTo>
                    <a:pt x="8219049" y="0"/>
                  </a:lnTo>
                  <a:lnTo>
                    <a:pt x="8218194" y="0"/>
                  </a:lnTo>
                  <a:lnTo>
                    <a:pt x="8217338" y="0"/>
                  </a:lnTo>
                  <a:lnTo>
                    <a:pt x="8216483" y="0"/>
                  </a:lnTo>
                  <a:lnTo>
                    <a:pt x="8215627" y="0"/>
                  </a:lnTo>
                  <a:lnTo>
                    <a:pt x="8214772" y="0"/>
                  </a:lnTo>
                  <a:lnTo>
                    <a:pt x="8213916" y="0"/>
                  </a:lnTo>
                  <a:lnTo>
                    <a:pt x="8213061" y="0"/>
                  </a:lnTo>
                  <a:lnTo>
                    <a:pt x="8212205" y="0"/>
                  </a:lnTo>
                  <a:lnTo>
                    <a:pt x="8211350" y="0"/>
                  </a:lnTo>
                  <a:lnTo>
                    <a:pt x="8210494" y="0"/>
                  </a:lnTo>
                  <a:lnTo>
                    <a:pt x="8209639" y="0"/>
                  </a:lnTo>
                  <a:lnTo>
                    <a:pt x="8208783" y="0"/>
                  </a:lnTo>
                  <a:lnTo>
                    <a:pt x="8207927" y="0"/>
                  </a:lnTo>
                  <a:lnTo>
                    <a:pt x="8207072" y="0"/>
                  </a:lnTo>
                  <a:lnTo>
                    <a:pt x="8206216" y="0"/>
                  </a:lnTo>
                  <a:lnTo>
                    <a:pt x="8205361" y="0"/>
                  </a:lnTo>
                  <a:lnTo>
                    <a:pt x="8204505" y="0"/>
                  </a:lnTo>
                  <a:lnTo>
                    <a:pt x="8203650" y="0"/>
                  </a:lnTo>
                  <a:lnTo>
                    <a:pt x="8202794" y="0"/>
                  </a:lnTo>
                  <a:lnTo>
                    <a:pt x="8201939" y="0"/>
                  </a:lnTo>
                  <a:lnTo>
                    <a:pt x="8201083" y="0"/>
                  </a:lnTo>
                  <a:lnTo>
                    <a:pt x="8200228" y="0"/>
                  </a:lnTo>
                  <a:lnTo>
                    <a:pt x="8199372" y="0"/>
                  </a:lnTo>
                  <a:lnTo>
                    <a:pt x="8198517" y="0"/>
                  </a:lnTo>
                  <a:lnTo>
                    <a:pt x="8197661" y="0"/>
                  </a:lnTo>
                  <a:lnTo>
                    <a:pt x="8196806" y="0"/>
                  </a:lnTo>
                  <a:lnTo>
                    <a:pt x="8195950" y="0"/>
                  </a:lnTo>
                  <a:lnTo>
                    <a:pt x="8195095" y="0"/>
                  </a:lnTo>
                  <a:lnTo>
                    <a:pt x="8194239" y="0"/>
                  </a:lnTo>
                  <a:lnTo>
                    <a:pt x="8193384" y="0"/>
                  </a:lnTo>
                  <a:lnTo>
                    <a:pt x="8192528" y="0"/>
                  </a:lnTo>
                  <a:lnTo>
                    <a:pt x="8191672" y="0"/>
                  </a:lnTo>
                  <a:lnTo>
                    <a:pt x="8190817" y="0"/>
                  </a:lnTo>
                  <a:lnTo>
                    <a:pt x="8189961" y="0"/>
                  </a:lnTo>
                  <a:lnTo>
                    <a:pt x="8189106" y="0"/>
                  </a:lnTo>
                  <a:lnTo>
                    <a:pt x="8188250" y="0"/>
                  </a:lnTo>
                  <a:lnTo>
                    <a:pt x="8187395" y="0"/>
                  </a:lnTo>
                  <a:lnTo>
                    <a:pt x="8186539" y="0"/>
                  </a:lnTo>
                  <a:lnTo>
                    <a:pt x="8185684" y="0"/>
                  </a:lnTo>
                  <a:lnTo>
                    <a:pt x="8184828" y="0"/>
                  </a:lnTo>
                  <a:lnTo>
                    <a:pt x="8183973" y="0"/>
                  </a:lnTo>
                  <a:lnTo>
                    <a:pt x="8183117" y="0"/>
                  </a:lnTo>
                  <a:lnTo>
                    <a:pt x="8182262" y="0"/>
                  </a:lnTo>
                  <a:lnTo>
                    <a:pt x="8181406" y="0"/>
                  </a:lnTo>
                  <a:lnTo>
                    <a:pt x="8180551" y="0"/>
                  </a:lnTo>
                  <a:lnTo>
                    <a:pt x="8179695" y="0"/>
                  </a:lnTo>
                  <a:lnTo>
                    <a:pt x="8178840" y="0"/>
                  </a:lnTo>
                  <a:lnTo>
                    <a:pt x="8177984" y="0"/>
                  </a:lnTo>
                  <a:lnTo>
                    <a:pt x="8177129" y="0"/>
                  </a:lnTo>
                  <a:lnTo>
                    <a:pt x="8176273" y="0"/>
                  </a:lnTo>
                  <a:lnTo>
                    <a:pt x="8175417" y="0"/>
                  </a:lnTo>
                  <a:lnTo>
                    <a:pt x="8174562" y="0"/>
                  </a:lnTo>
                  <a:lnTo>
                    <a:pt x="8173706" y="0"/>
                  </a:lnTo>
                  <a:lnTo>
                    <a:pt x="8172851" y="0"/>
                  </a:lnTo>
                  <a:lnTo>
                    <a:pt x="8171995" y="0"/>
                  </a:lnTo>
                  <a:lnTo>
                    <a:pt x="8171140" y="0"/>
                  </a:lnTo>
                  <a:lnTo>
                    <a:pt x="8170284" y="0"/>
                  </a:lnTo>
                  <a:lnTo>
                    <a:pt x="8169429" y="0"/>
                  </a:lnTo>
                  <a:lnTo>
                    <a:pt x="8168573" y="0"/>
                  </a:lnTo>
                  <a:lnTo>
                    <a:pt x="8167718" y="0"/>
                  </a:lnTo>
                  <a:lnTo>
                    <a:pt x="8166862" y="0"/>
                  </a:lnTo>
                  <a:lnTo>
                    <a:pt x="8166007" y="0"/>
                  </a:lnTo>
                  <a:lnTo>
                    <a:pt x="8165151" y="0"/>
                  </a:lnTo>
                  <a:lnTo>
                    <a:pt x="8164296" y="0"/>
                  </a:lnTo>
                  <a:lnTo>
                    <a:pt x="8163440" y="0"/>
                  </a:lnTo>
                  <a:lnTo>
                    <a:pt x="8162585" y="0"/>
                  </a:lnTo>
                  <a:lnTo>
                    <a:pt x="8161729" y="0"/>
                  </a:lnTo>
                  <a:lnTo>
                    <a:pt x="8160873" y="0"/>
                  </a:lnTo>
                  <a:lnTo>
                    <a:pt x="8160018" y="0"/>
                  </a:lnTo>
                  <a:lnTo>
                    <a:pt x="8159162" y="0"/>
                  </a:lnTo>
                  <a:lnTo>
                    <a:pt x="8158307" y="0"/>
                  </a:lnTo>
                  <a:lnTo>
                    <a:pt x="8157451" y="0"/>
                  </a:lnTo>
                  <a:lnTo>
                    <a:pt x="8156596" y="0"/>
                  </a:lnTo>
                  <a:lnTo>
                    <a:pt x="8155740" y="0"/>
                  </a:lnTo>
                  <a:lnTo>
                    <a:pt x="8154885" y="0"/>
                  </a:lnTo>
                  <a:lnTo>
                    <a:pt x="8154029" y="0"/>
                  </a:lnTo>
                  <a:lnTo>
                    <a:pt x="8153174" y="0"/>
                  </a:lnTo>
                  <a:lnTo>
                    <a:pt x="8152318" y="0"/>
                  </a:lnTo>
                  <a:lnTo>
                    <a:pt x="8151463" y="0"/>
                  </a:lnTo>
                  <a:lnTo>
                    <a:pt x="8150607" y="0"/>
                  </a:lnTo>
                  <a:lnTo>
                    <a:pt x="8149752" y="0"/>
                  </a:lnTo>
                  <a:lnTo>
                    <a:pt x="8148896" y="0"/>
                  </a:lnTo>
                  <a:lnTo>
                    <a:pt x="8148041" y="0"/>
                  </a:lnTo>
                  <a:lnTo>
                    <a:pt x="8147185" y="0"/>
                  </a:lnTo>
                  <a:lnTo>
                    <a:pt x="8146330" y="0"/>
                  </a:lnTo>
                  <a:lnTo>
                    <a:pt x="8145474" y="0"/>
                  </a:lnTo>
                  <a:lnTo>
                    <a:pt x="8144618" y="0"/>
                  </a:lnTo>
                  <a:lnTo>
                    <a:pt x="8143763" y="0"/>
                  </a:lnTo>
                  <a:lnTo>
                    <a:pt x="8142907" y="0"/>
                  </a:lnTo>
                  <a:lnTo>
                    <a:pt x="8142052" y="0"/>
                  </a:lnTo>
                  <a:lnTo>
                    <a:pt x="8141196" y="0"/>
                  </a:lnTo>
                  <a:lnTo>
                    <a:pt x="8140341" y="0"/>
                  </a:lnTo>
                  <a:lnTo>
                    <a:pt x="8139485" y="0"/>
                  </a:lnTo>
                  <a:lnTo>
                    <a:pt x="8138630" y="0"/>
                  </a:lnTo>
                  <a:lnTo>
                    <a:pt x="8137774" y="0"/>
                  </a:lnTo>
                  <a:lnTo>
                    <a:pt x="8136919" y="0"/>
                  </a:lnTo>
                  <a:lnTo>
                    <a:pt x="8136063" y="0"/>
                  </a:lnTo>
                  <a:lnTo>
                    <a:pt x="8135208" y="0"/>
                  </a:lnTo>
                  <a:lnTo>
                    <a:pt x="8134352" y="0"/>
                  </a:lnTo>
                  <a:lnTo>
                    <a:pt x="8133497" y="0"/>
                  </a:lnTo>
                  <a:lnTo>
                    <a:pt x="8132641" y="0"/>
                  </a:lnTo>
                  <a:lnTo>
                    <a:pt x="8131786" y="0"/>
                  </a:lnTo>
                  <a:lnTo>
                    <a:pt x="8130930" y="0"/>
                  </a:lnTo>
                  <a:lnTo>
                    <a:pt x="8130075" y="0"/>
                  </a:lnTo>
                  <a:lnTo>
                    <a:pt x="8129219" y="0"/>
                  </a:lnTo>
                  <a:lnTo>
                    <a:pt x="8128363" y="0"/>
                  </a:lnTo>
                  <a:lnTo>
                    <a:pt x="8127508" y="0"/>
                  </a:lnTo>
                  <a:lnTo>
                    <a:pt x="8126652" y="0"/>
                  </a:lnTo>
                  <a:lnTo>
                    <a:pt x="8125797" y="0"/>
                  </a:lnTo>
                  <a:lnTo>
                    <a:pt x="8124941" y="0"/>
                  </a:lnTo>
                  <a:lnTo>
                    <a:pt x="8124086" y="0"/>
                  </a:lnTo>
                  <a:lnTo>
                    <a:pt x="8123230" y="0"/>
                  </a:lnTo>
                  <a:lnTo>
                    <a:pt x="8122375" y="0"/>
                  </a:lnTo>
                  <a:lnTo>
                    <a:pt x="8121519" y="0"/>
                  </a:lnTo>
                  <a:lnTo>
                    <a:pt x="8120664" y="0"/>
                  </a:lnTo>
                  <a:lnTo>
                    <a:pt x="8119808" y="0"/>
                  </a:lnTo>
                  <a:lnTo>
                    <a:pt x="8118953" y="0"/>
                  </a:lnTo>
                  <a:lnTo>
                    <a:pt x="8118097" y="0"/>
                  </a:lnTo>
                  <a:lnTo>
                    <a:pt x="8117242" y="0"/>
                  </a:lnTo>
                  <a:lnTo>
                    <a:pt x="8116386" y="0"/>
                  </a:lnTo>
                  <a:lnTo>
                    <a:pt x="8115531" y="0"/>
                  </a:lnTo>
                  <a:lnTo>
                    <a:pt x="8114675" y="0"/>
                  </a:lnTo>
                  <a:lnTo>
                    <a:pt x="8113819" y="0"/>
                  </a:lnTo>
                  <a:lnTo>
                    <a:pt x="8112964" y="0"/>
                  </a:lnTo>
                  <a:lnTo>
                    <a:pt x="8112108" y="0"/>
                  </a:lnTo>
                  <a:lnTo>
                    <a:pt x="8111253" y="0"/>
                  </a:lnTo>
                  <a:lnTo>
                    <a:pt x="8110397" y="0"/>
                  </a:lnTo>
                  <a:lnTo>
                    <a:pt x="8109542" y="0"/>
                  </a:lnTo>
                  <a:lnTo>
                    <a:pt x="8108686" y="0"/>
                  </a:lnTo>
                  <a:lnTo>
                    <a:pt x="8107831" y="0"/>
                  </a:lnTo>
                  <a:lnTo>
                    <a:pt x="8106975" y="0"/>
                  </a:lnTo>
                  <a:lnTo>
                    <a:pt x="8106120" y="0"/>
                  </a:lnTo>
                  <a:lnTo>
                    <a:pt x="8105264" y="0"/>
                  </a:lnTo>
                  <a:lnTo>
                    <a:pt x="8104409" y="0"/>
                  </a:lnTo>
                  <a:lnTo>
                    <a:pt x="8103553" y="0"/>
                  </a:lnTo>
                  <a:lnTo>
                    <a:pt x="8102698" y="0"/>
                  </a:lnTo>
                  <a:lnTo>
                    <a:pt x="8101842" y="0"/>
                  </a:lnTo>
                  <a:lnTo>
                    <a:pt x="8100987" y="0"/>
                  </a:lnTo>
                  <a:lnTo>
                    <a:pt x="8100131" y="0"/>
                  </a:lnTo>
                  <a:lnTo>
                    <a:pt x="8099276" y="0"/>
                  </a:lnTo>
                  <a:lnTo>
                    <a:pt x="8098420" y="0"/>
                  </a:lnTo>
                  <a:lnTo>
                    <a:pt x="8097564" y="0"/>
                  </a:lnTo>
                  <a:lnTo>
                    <a:pt x="8096709" y="0"/>
                  </a:lnTo>
                  <a:lnTo>
                    <a:pt x="8095853" y="0"/>
                  </a:lnTo>
                  <a:lnTo>
                    <a:pt x="8094998" y="0"/>
                  </a:lnTo>
                  <a:lnTo>
                    <a:pt x="8094142" y="0"/>
                  </a:lnTo>
                  <a:lnTo>
                    <a:pt x="8093287" y="0"/>
                  </a:lnTo>
                  <a:lnTo>
                    <a:pt x="8092431" y="0"/>
                  </a:lnTo>
                  <a:lnTo>
                    <a:pt x="8091576" y="0"/>
                  </a:lnTo>
                  <a:lnTo>
                    <a:pt x="8090720" y="0"/>
                  </a:lnTo>
                  <a:lnTo>
                    <a:pt x="8089865" y="0"/>
                  </a:lnTo>
                  <a:lnTo>
                    <a:pt x="8089009" y="0"/>
                  </a:lnTo>
                  <a:lnTo>
                    <a:pt x="8088154" y="0"/>
                  </a:lnTo>
                  <a:lnTo>
                    <a:pt x="8087298" y="0"/>
                  </a:lnTo>
                  <a:lnTo>
                    <a:pt x="8086443" y="0"/>
                  </a:lnTo>
                  <a:lnTo>
                    <a:pt x="8085587" y="0"/>
                  </a:lnTo>
                  <a:lnTo>
                    <a:pt x="8084732" y="0"/>
                  </a:lnTo>
                  <a:lnTo>
                    <a:pt x="8083876" y="0"/>
                  </a:lnTo>
                  <a:lnTo>
                    <a:pt x="8083021" y="0"/>
                  </a:lnTo>
                  <a:lnTo>
                    <a:pt x="8082165" y="0"/>
                  </a:lnTo>
                  <a:lnTo>
                    <a:pt x="8081309" y="0"/>
                  </a:lnTo>
                  <a:lnTo>
                    <a:pt x="8080454" y="0"/>
                  </a:lnTo>
                  <a:lnTo>
                    <a:pt x="8079598" y="0"/>
                  </a:lnTo>
                  <a:lnTo>
                    <a:pt x="8078743" y="0"/>
                  </a:lnTo>
                  <a:lnTo>
                    <a:pt x="8077887" y="0"/>
                  </a:lnTo>
                  <a:lnTo>
                    <a:pt x="8077032" y="0"/>
                  </a:lnTo>
                  <a:lnTo>
                    <a:pt x="8076176" y="0"/>
                  </a:lnTo>
                  <a:lnTo>
                    <a:pt x="8075321" y="0"/>
                  </a:lnTo>
                  <a:lnTo>
                    <a:pt x="8074465" y="0"/>
                  </a:lnTo>
                  <a:lnTo>
                    <a:pt x="8073610" y="0"/>
                  </a:lnTo>
                  <a:lnTo>
                    <a:pt x="8072754" y="0"/>
                  </a:lnTo>
                  <a:lnTo>
                    <a:pt x="8071899" y="0"/>
                  </a:lnTo>
                  <a:lnTo>
                    <a:pt x="8071043" y="0"/>
                  </a:lnTo>
                  <a:lnTo>
                    <a:pt x="8070188" y="0"/>
                  </a:lnTo>
                  <a:lnTo>
                    <a:pt x="8069332" y="0"/>
                  </a:lnTo>
                  <a:lnTo>
                    <a:pt x="8068477" y="0"/>
                  </a:lnTo>
                  <a:lnTo>
                    <a:pt x="8067621" y="0"/>
                  </a:lnTo>
                  <a:lnTo>
                    <a:pt x="8066765" y="0"/>
                  </a:lnTo>
                  <a:lnTo>
                    <a:pt x="8065910" y="0"/>
                  </a:lnTo>
                  <a:lnTo>
                    <a:pt x="8065054" y="0"/>
                  </a:lnTo>
                  <a:lnTo>
                    <a:pt x="8064199" y="0"/>
                  </a:lnTo>
                  <a:lnTo>
                    <a:pt x="8063343" y="0"/>
                  </a:lnTo>
                  <a:lnTo>
                    <a:pt x="8062488" y="0"/>
                  </a:lnTo>
                  <a:lnTo>
                    <a:pt x="8061632" y="0"/>
                  </a:lnTo>
                  <a:lnTo>
                    <a:pt x="8060777" y="0"/>
                  </a:lnTo>
                  <a:lnTo>
                    <a:pt x="8059921" y="0"/>
                  </a:lnTo>
                  <a:lnTo>
                    <a:pt x="8059066" y="0"/>
                  </a:lnTo>
                  <a:lnTo>
                    <a:pt x="8058210" y="0"/>
                  </a:lnTo>
                  <a:lnTo>
                    <a:pt x="8057355" y="0"/>
                  </a:lnTo>
                  <a:lnTo>
                    <a:pt x="8056499" y="0"/>
                  </a:lnTo>
                  <a:lnTo>
                    <a:pt x="8055644" y="0"/>
                  </a:lnTo>
                  <a:lnTo>
                    <a:pt x="8054788" y="0"/>
                  </a:lnTo>
                  <a:lnTo>
                    <a:pt x="8053933" y="0"/>
                  </a:lnTo>
                  <a:lnTo>
                    <a:pt x="8053077" y="0"/>
                  </a:lnTo>
                  <a:lnTo>
                    <a:pt x="8052222" y="0"/>
                  </a:lnTo>
                  <a:lnTo>
                    <a:pt x="8051366" y="0"/>
                  </a:lnTo>
                  <a:lnTo>
                    <a:pt x="8050510" y="0"/>
                  </a:lnTo>
                  <a:lnTo>
                    <a:pt x="8049655" y="0"/>
                  </a:lnTo>
                  <a:lnTo>
                    <a:pt x="8048799" y="0"/>
                  </a:lnTo>
                  <a:lnTo>
                    <a:pt x="8047944" y="0"/>
                  </a:lnTo>
                  <a:lnTo>
                    <a:pt x="8047088" y="0"/>
                  </a:lnTo>
                  <a:lnTo>
                    <a:pt x="8046233" y="0"/>
                  </a:lnTo>
                  <a:lnTo>
                    <a:pt x="8045377" y="0"/>
                  </a:lnTo>
                  <a:lnTo>
                    <a:pt x="8044522" y="0"/>
                  </a:lnTo>
                  <a:lnTo>
                    <a:pt x="8043666" y="0"/>
                  </a:lnTo>
                  <a:lnTo>
                    <a:pt x="8042811" y="0"/>
                  </a:lnTo>
                  <a:lnTo>
                    <a:pt x="8041955" y="0"/>
                  </a:lnTo>
                  <a:lnTo>
                    <a:pt x="8041100" y="0"/>
                  </a:lnTo>
                  <a:lnTo>
                    <a:pt x="8040244" y="0"/>
                  </a:lnTo>
                  <a:lnTo>
                    <a:pt x="8039389" y="0"/>
                  </a:lnTo>
                  <a:lnTo>
                    <a:pt x="8038533" y="0"/>
                  </a:lnTo>
                  <a:lnTo>
                    <a:pt x="8037678" y="0"/>
                  </a:lnTo>
                  <a:lnTo>
                    <a:pt x="8036822" y="0"/>
                  </a:lnTo>
                  <a:lnTo>
                    <a:pt x="8035967" y="0"/>
                  </a:lnTo>
                  <a:lnTo>
                    <a:pt x="8035111" y="0"/>
                  </a:lnTo>
                  <a:lnTo>
                    <a:pt x="8034255" y="0"/>
                  </a:lnTo>
                  <a:lnTo>
                    <a:pt x="8033400" y="0"/>
                  </a:lnTo>
                  <a:lnTo>
                    <a:pt x="8032544" y="0"/>
                  </a:lnTo>
                  <a:lnTo>
                    <a:pt x="8031689" y="0"/>
                  </a:lnTo>
                  <a:lnTo>
                    <a:pt x="8030833" y="0"/>
                  </a:lnTo>
                  <a:lnTo>
                    <a:pt x="8029978" y="0"/>
                  </a:lnTo>
                  <a:lnTo>
                    <a:pt x="8029122" y="0"/>
                  </a:lnTo>
                  <a:lnTo>
                    <a:pt x="8028267" y="0"/>
                  </a:lnTo>
                  <a:lnTo>
                    <a:pt x="8027411" y="0"/>
                  </a:lnTo>
                  <a:lnTo>
                    <a:pt x="8026556" y="0"/>
                  </a:lnTo>
                  <a:lnTo>
                    <a:pt x="8025700" y="0"/>
                  </a:lnTo>
                  <a:lnTo>
                    <a:pt x="8024845" y="0"/>
                  </a:lnTo>
                  <a:lnTo>
                    <a:pt x="8023989" y="0"/>
                  </a:lnTo>
                  <a:lnTo>
                    <a:pt x="8023134" y="0"/>
                  </a:lnTo>
                  <a:lnTo>
                    <a:pt x="8022278" y="0"/>
                  </a:lnTo>
                  <a:lnTo>
                    <a:pt x="8021423" y="0"/>
                  </a:lnTo>
                  <a:lnTo>
                    <a:pt x="8020567" y="0"/>
                  </a:lnTo>
                  <a:lnTo>
                    <a:pt x="8019711" y="0"/>
                  </a:lnTo>
                  <a:lnTo>
                    <a:pt x="8018856" y="0"/>
                  </a:lnTo>
                  <a:lnTo>
                    <a:pt x="8018000" y="0"/>
                  </a:lnTo>
                  <a:lnTo>
                    <a:pt x="8017145" y="0"/>
                  </a:lnTo>
                  <a:lnTo>
                    <a:pt x="8016289" y="0"/>
                  </a:lnTo>
                  <a:lnTo>
                    <a:pt x="8015434" y="0"/>
                  </a:lnTo>
                  <a:lnTo>
                    <a:pt x="8014578" y="0"/>
                  </a:lnTo>
                  <a:lnTo>
                    <a:pt x="8013723" y="0"/>
                  </a:lnTo>
                  <a:lnTo>
                    <a:pt x="8012867" y="0"/>
                  </a:lnTo>
                  <a:lnTo>
                    <a:pt x="8012012" y="0"/>
                  </a:lnTo>
                  <a:lnTo>
                    <a:pt x="8011156" y="0"/>
                  </a:lnTo>
                  <a:lnTo>
                    <a:pt x="8010301" y="0"/>
                  </a:lnTo>
                  <a:lnTo>
                    <a:pt x="8009445" y="0"/>
                  </a:lnTo>
                  <a:lnTo>
                    <a:pt x="8008590" y="0"/>
                  </a:lnTo>
                  <a:lnTo>
                    <a:pt x="8007734" y="0"/>
                  </a:lnTo>
                  <a:lnTo>
                    <a:pt x="8006879" y="0"/>
                  </a:lnTo>
                  <a:lnTo>
                    <a:pt x="8006023" y="0"/>
                  </a:lnTo>
                  <a:lnTo>
                    <a:pt x="8005168" y="0"/>
                  </a:lnTo>
                  <a:lnTo>
                    <a:pt x="8004312" y="0"/>
                  </a:lnTo>
                  <a:lnTo>
                    <a:pt x="8003456" y="0"/>
                  </a:lnTo>
                  <a:lnTo>
                    <a:pt x="8002601" y="0"/>
                  </a:lnTo>
                  <a:lnTo>
                    <a:pt x="8001745" y="0"/>
                  </a:lnTo>
                  <a:lnTo>
                    <a:pt x="8000890" y="0"/>
                  </a:lnTo>
                  <a:lnTo>
                    <a:pt x="8000034" y="0"/>
                  </a:lnTo>
                  <a:lnTo>
                    <a:pt x="7999179" y="0"/>
                  </a:lnTo>
                  <a:lnTo>
                    <a:pt x="7998323" y="0"/>
                  </a:lnTo>
                  <a:lnTo>
                    <a:pt x="7997468" y="0"/>
                  </a:lnTo>
                  <a:lnTo>
                    <a:pt x="7996612" y="0"/>
                  </a:lnTo>
                  <a:lnTo>
                    <a:pt x="7995757" y="0"/>
                  </a:lnTo>
                  <a:lnTo>
                    <a:pt x="7994901" y="0"/>
                  </a:lnTo>
                  <a:lnTo>
                    <a:pt x="7994046" y="0"/>
                  </a:lnTo>
                  <a:lnTo>
                    <a:pt x="7993190" y="0"/>
                  </a:lnTo>
                  <a:lnTo>
                    <a:pt x="7992335" y="0"/>
                  </a:lnTo>
                  <a:lnTo>
                    <a:pt x="7991479" y="0"/>
                  </a:lnTo>
                  <a:lnTo>
                    <a:pt x="7990624" y="0"/>
                  </a:lnTo>
                  <a:lnTo>
                    <a:pt x="7989768" y="0"/>
                  </a:lnTo>
                  <a:lnTo>
                    <a:pt x="7988913" y="0"/>
                  </a:lnTo>
                  <a:lnTo>
                    <a:pt x="7988057" y="0"/>
                  </a:lnTo>
                  <a:lnTo>
                    <a:pt x="7987201" y="0"/>
                  </a:lnTo>
                  <a:lnTo>
                    <a:pt x="7986346" y="0"/>
                  </a:lnTo>
                  <a:lnTo>
                    <a:pt x="7985490" y="0"/>
                  </a:lnTo>
                  <a:lnTo>
                    <a:pt x="7984635" y="0"/>
                  </a:lnTo>
                  <a:lnTo>
                    <a:pt x="7983779" y="0"/>
                  </a:lnTo>
                  <a:lnTo>
                    <a:pt x="7982924" y="0"/>
                  </a:lnTo>
                  <a:lnTo>
                    <a:pt x="7982068" y="0"/>
                  </a:lnTo>
                  <a:lnTo>
                    <a:pt x="7981213" y="0"/>
                  </a:lnTo>
                  <a:lnTo>
                    <a:pt x="7980357" y="0"/>
                  </a:lnTo>
                  <a:lnTo>
                    <a:pt x="7979502" y="0"/>
                  </a:lnTo>
                  <a:lnTo>
                    <a:pt x="7978646" y="0"/>
                  </a:lnTo>
                  <a:lnTo>
                    <a:pt x="7977791" y="0"/>
                  </a:lnTo>
                  <a:lnTo>
                    <a:pt x="7976935" y="0"/>
                  </a:lnTo>
                  <a:lnTo>
                    <a:pt x="7976080" y="0"/>
                  </a:lnTo>
                  <a:lnTo>
                    <a:pt x="7975224" y="0"/>
                  </a:lnTo>
                  <a:lnTo>
                    <a:pt x="7974369" y="0"/>
                  </a:lnTo>
                  <a:lnTo>
                    <a:pt x="7973513" y="0"/>
                  </a:lnTo>
                  <a:lnTo>
                    <a:pt x="7972658" y="0"/>
                  </a:lnTo>
                  <a:lnTo>
                    <a:pt x="7971802" y="0"/>
                  </a:lnTo>
                  <a:lnTo>
                    <a:pt x="7970946" y="0"/>
                  </a:lnTo>
                  <a:lnTo>
                    <a:pt x="7970091" y="0"/>
                  </a:lnTo>
                  <a:lnTo>
                    <a:pt x="7969235" y="0"/>
                  </a:lnTo>
                  <a:lnTo>
                    <a:pt x="7968380" y="0"/>
                  </a:lnTo>
                  <a:lnTo>
                    <a:pt x="7967524" y="0"/>
                  </a:lnTo>
                  <a:lnTo>
                    <a:pt x="7966669" y="0"/>
                  </a:lnTo>
                  <a:lnTo>
                    <a:pt x="7965813" y="0"/>
                  </a:lnTo>
                  <a:lnTo>
                    <a:pt x="7964958" y="0"/>
                  </a:lnTo>
                  <a:lnTo>
                    <a:pt x="7964102" y="0"/>
                  </a:lnTo>
                  <a:lnTo>
                    <a:pt x="7963247" y="0"/>
                  </a:lnTo>
                  <a:lnTo>
                    <a:pt x="7962391" y="0"/>
                  </a:lnTo>
                  <a:lnTo>
                    <a:pt x="7961536" y="0"/>
                  </a:lnTo>
                  <a:lnTo>
                    <a:pt x="7960680" y="0"/>
                  </a:lnTo>
                  <a:lnTo>
                    <a:pt x="7959825" y="0"/>
                  </a:lnTo>
                  <a:lnTo>
                    <a:pt x="7958969" y="0"/>
                  </a:lnTo>
                  <a:lnTo>
                    <a:pt x="7958114" y="0"/>
                  </a:lnTo>
                  <a:lnTo>
                    <a:pt x="7957258" y="0"/>
                  </a:lnTo>
                  <a:lnTo>
                    <a:pt x="7956402" y="0"/>
                  </a:lnTo>
                  <a:lnTo>
                    <a:pt x="7955547" y="0"/>
                  </a:lnTo>
                  <a:lnTo>
                    <a:pt x="7954691" y="0"/>
                  </a:lnTo>
                  <a:lnTo>
                    <a:pt x="7953836" y="0"/>
                  </a:lnTo>
                  <a:lnTo>
                    <a:pt x="7952980" y="0"/>
                  </a:lnTo>
                  <a:lnTo>
                    <a:pt x="7952125" y="0"/>
                  </a:lnTo>
                  <a:lnTo>
                    <a:pt x="7951269" y="0"/>
                  </a:lnTo>
                  <a:lnTo>
                    <a:pt x="7950414" y="0"/>
                  </a:lnTo>
                  <a:lnTo>
                    <a:pt x="7949558" y="0"/>
                  </a:lnTo>
                  <a:lnTo>
                    <a:pt x="7948703" y="0"/>
                  </a:lnTo>
                  <a:lnTo>
                    <a:pt x="7947847" y="0"/>
                  </a:lnTo>
                  <a:lnTo>
                    <a:pt x="7946992" y="0"/>
                  </a:lnTo>
                  <a:lnTo>
                    <a:pt x="7946136" y="0"/>
                  </a:lnTo>
                  <a:lnTo>
                    <a:pt x="7945281" y="0"/>
                  </a:lnTo>
                  <a:lnTo>
                    <a:pt x="7944425" y="0"/>
                  </a:lnTo>
                  <a:lnTo>
                    <a:pt x="7943570" y="0"/>
                  </a:lnTo>
                  <a:lnTo>
                    <a:pt x="7942714" y="0"/>
                  </a:lnTo>
                  <a:lnTo>
                    <a:pt x="7941859" y="0"/>
                  </a:lnTo>
                  <a:lnTo>
                    <a:pt x="7941003" y="0"/>
                  </a:lnTo>
                  <a:lnTo>
                    <a:pt x="7940147" y="0"/>
                  </a:lnTo>
                  <a:lnTo>
                    <a:pt x="7939292" y="0"/>
                  </a:lnTo>
                  <a:lnTo>
                    <a:pt x="7938436" y="0"/>
                  </a:lnTo>
                  <a:lnTo>
                    <a:pt x="7937581" y="0"/>
                  </a:lnTo>
                  <a:lnTo>
                    <a:pt x="7936725" y="0"/>
                  </a:lnTo>
                  <a:lnTo>
                    <a:pt x="7935870" y="0"/>
                  </a:lnTo>
                  <a:lnTo>
                    <a:pt x="7935014" y="0"/>
                  </a:lnTo>
                  <a:lnTo>
                    <a:pt x="7934159" y="0"/>
                  </a:lnTo>
                  <a:lnTo>
                    <a:pt x="7933303" y="0"/>
                  </a:lnTo>
                  <a:lnTo>
                    <a:pt x="7932448" y="0"/>
                  </a:lnTo>
                  <a:lnTo>
                    <a:pt x="7931592" y="0"/>
                  </a:lnTo>
                  <a:lnTo>
                    <a:pt x="7930737" y="0"/>
                  </a:lnTo>
                  <a:lnTo>
                    <a:pt x="7929881" y="0"/>
                  </a:lnTo>
                  <a:lnTo>
                    <a:pt x="7929026" y="0"/>
                  </a:lnTo>
                  <a:lnTo>
                    <a:pt x="7928170" y="0"/>
                  </a:lnTo>
                  <a:lnTo>
                    <a:pt x="7927315" y="0"/>
                  </a:lnTo>
                  <a:lnTo>
                    <a:pt x="7926459" y="0"/>
                  </a:lnTo>
                  <a:lnTo>
                    <a:pt x="7925604" y="0"/>
                  </a:lnTo>
                  <a:lnTo>
                    <a:pt x="7924748" y="0"/>
                  </a:lnTo>
                  <a:lnTo>
                    <a:pt x="7923892" y="0"/>
                  </a:lnTo>
                  <a:lnTo>
                    <a:pt x="7923037" y="0"/>
                  </a:lnTo>
                  <a:lnTo>
                    <a:pt x="7922181" y="0"/>
                  </a:lnTo>
                  <a:lnTo>
                    <a:pt x="7921326" y="0"/>
                  </a:lnTo>
                  <a:lnTo>
                    <a:pt x="7920470" y="0"/>
                  </a:lnTo>
                  <a:lnTo>
                    <a:pt x="7919615" y="0"/>
                  </a:lnTo>
                  <a:lnTo>
                    <a:pt x="7918759" y="0"/>
                  </a:lnTo>
                  <a:lnTo>
                    <a:pt x="7917904" y="0"/>
                  </a:lnTo>
                  <a:lnTo>
                    <a:pt x="7917048" y="0"/>
                  </a:lnTo>
                  <a:lnTo>
                    <a:pt x="7916193" y="0"/>
                  </a:lnTo>
                  <a:lnTo>
                    <a:pt x="7915337" y="0"/>
                  </a:lnTo>
                  <a:lnTo>
                    <a:pt x="7914482" y="0"/>
                  </a:lnTo>
                  <a:lnTo>
                    <a:pt x="7913626" y="0"/>
                  </a:lnTo>
                  <a:lnTo>
                    <a:pt x="7912771" y="0"/>
                  </a:lnTo>
                  <a:lnTo>
                    <a:pt x="7911915" y="0"/>
                  </a:lnTo>
                  <a:lnTo>
                    <a:pt x="7911060" y="0"/>
                  </a:lnTo>
                  <a:lnTo>
                    <a:pt x="7910204" y="0"/>
                  </a:lnTo>
                  <a:lnTo>
                    <a:pt x="7909348" y="0"/>
                  </a:lnTo>
                  <a:lnTo>
                    <a:pt x="7908493" y="0"/>
                  </a:lnTo>
                  <a:lnTo>
                    <a:pt x="7907637" y="0"/>
                  </a:lnTo>
                  <a:lnTo>
                    <a:pt x="7906782" y="0"/>
                  </a:lnTo>
                  <a:lnTo>
                    <a:pt x="7905926" y="0"/>
                  </a:lnTo>
                  <a:lnTo>
                    <a:pt x="7905071" y="0"/>
                  </a:lnTo>
                  <a:lnTo>
                    <a:pt x="7904215" y="0"/>
                  </a:lnTo>
                  <a:lnTo>
                    <a:pt x="7903360" y="0"/>
                  </a:lnTo>
                  <a:lnTo>
                    <a:pt x="7902504" y="0"/>
                  </a:lnTo>
                  <a:lnTo>
                    <a:pt x="7901649" y="0"/>
                  </a:lnTo>
                  <a:lnTo>
                    <a:pt x="7900793" y="0"/>
                  </a:lnTo>
                  <a:lnTo>
                    <a:pt x="7899938" y="0"/>
                  </a:lnTo>
                  <a:lnTo>
                    <a:pt x="7899082" y="0"/>
                  </a:lnTo>
                  <a:lnTo>
                    <a:pt x="7898227" y="0"/>
                  </a:lnTo>
                  <a:lnTo>
                    <a:pt x="7897371" y="0"/>
                  </a:lnTo>
                  <a:lnTo>
                    <a:pt x="7896516" y="0"/>
                  </a:lnTo>
                  <a:lnTo>
                    <a:pt x="7895660" y="0"/>
                  </a:lnTo>
                  <a:lnTo>
                    <a:pt x="7894805" y="0"/>
                  </a:lnTo>
                  <a:lnTo>
                    <a:pt x="7893949" y="0"/>
                  </a:lnTo>
                  <a:lnTo>
                    <a:pt x="7893093" y="0"/>
                  </a:lnTo>
                  <a:lnTo>
                    <a:pt x="7892238" y="0"/>
                  </a:lnTo>
                  <a:lnTo>
                    <a:pt x="7891382" y="0"/>
                  </a:lnTo>
                  <a:lnTo>
                    <a:pt x="7890527" y="0"/>
                  </a:lnTo>
                  <a:lnTo>
                    <a:pt x="7889671" y="0"/>
                  </a:lnTo>
                  <a:lnTo>
                    <a:pt x="7888816" y="0"/>
                  </a:lnTo>
                  <a:lnTo>
                    <a:pt x="7887960" y="0"/>
                  </a:lnTo>
                  <a:lnTo>
                    <a:pt x="7887105" y="0"/>
                  </a:lnTo>
                  <a:lnTo>
                    <a:pt x="7886249" y="0"/>
                  </a:lnTo>
                  <a:lnTo>
                    <a:pt x="7885394" y="0"/>
                  </a:lnTo>
                  <a:lnTo>
                    <a:pt x="7884538" y="0"/>
                  </a:lnTo>
                  <a:lnTo>
                    <a:pt x="7883683" y="0"/>
                  </a:lnTo>
                  <a:lnTo>
                    <a:pt x="7882827" y="0"/>
                  </a:lnTo>
                  <a:lnTo>
                    <a:pt x="7881972" y="0"/>
                  </a:lnTo>
                  <a:lnTo>
                    <a:pt x="7881116" y="0"/>
                  </a:lnTo>
                  <a:lnTo>
                    <a:pt x="7880261" y="0"/>
                  </a:lnTo>
                  <a:lnTo>
                    <a:pt x="7879405" y="0"/>
                  </a:lnTo>
                  <a:lnTo>
                    <a:pt x="7878550" y="0"/>
                  </a:lnTo>
                  <a:lnTo>
                    <a:pt x="7877694" y="0"/>
                  </a:lnTo>
                  <a:lnTo>
                    <a:pt x="7876838" y="0"/>
                  </a:lnTo>
                  <a:lnTo>
                    <a:pt x="7875983" y="0"/>
                  </a:lnTo>
                  <a:lnTo>
                    <a:pt x="7875127" y="0"/>
                  </a:lnTo>
                  <a:lnTo>
                    <a:pt x="7874272" y="0"/>
                  </a:lnTo>
                  <a:lnTo>
                    <a:pt x="7873416" y="0"/>
                  </a:lnTo>
                  <a:lnTo>
                    <a:pt x="7872561" y="0"/>
                  </a:lnTo>
                  <a:lnTo>
                    <a:pt x="7871705" y="0"/>
                  </a:lnTo>
                  <a:lnTo>
                    <a:pt x="7870850" y="0"/>
                  </a:lnTo>
                  <a:lnTo>
                    <a:pt x="7869994" y="0"/>
                  </a:lnTo>
                  <a:lnTo>
                    <a:pt x="7869139" y="0"/>
                  </a:lnTo>
                  <a:lnTo>
                    <a:pt x="7868283" y="0"/>
                  </a:lnTo>
                  <a:lnTo>
                    <a:pt x="7867428" y="0"/>
                  </a:lnTo>
                  <a:lnTo>
                    <a:pt x="7866572" y="0"/>
                  </a:lnTo>
                  <a:lnTo>
                    <a:pt x="7865717" y="0"/>
                  </a:lnTo>
                  <a:lnTo>
                    <a:pt x="7864861" y="0"/>
                  </a:lnTo>
                  <a:lnTo>
                    <a:pt x="7864006" y="0"/>
                  </a:lnTo>
                  <a:lnTo>
                    <a:pt x="7863150" y="0"/>
                  </a:lnTo>
                  <a:lnTo>
                    <a:pt x="7862294" y="0"/>
                  </a:lnTo>
                  <a:lnTo>
                    <a:pt x="7861439" y="0"/>
                  </a:lnTo>
                  <a:lnTo>
                    <a:pt x="7860583" y="0"/>
                  </a:lnTo>
                  <a:lnTo>
                    <a:pt x="7859728" y="0"/>
                  </a:lnTo>
                  <a:lnTo>
                    <a:pt x="7858872" y="0"/>
                  </a:lnTo>
                  <a:lnTo>
                    <a:pt x="7858017" y="0"/>
                  </a:lnTo>
                  <a:lnTo>
                    <a:pt x="7857161" y="0"/>
                  </a:lnTo>
                  <a:lnTo>
                    <a:pt x="7856306" y="0"/>
                  </a:lnTo>
                  <a:lnTo>
                    <a:pt x="7855450" y="0"/>
                  </a:lnTo>
                  <a:lnTo>
                    <a:pt x="7854595" y="0"/>
                  </a:lnTo>
                  <a:lnTo>
                    <a:pt x="7853739" y="0"/>
                  </a:lnTo>
                  <a:lnTo>
                    <a:pt x="7852884" y="0"/>
                  </a:lnTo>
                  <a:lnTo>
                    <a:pt x="7852028" y="0"/>
                  </a:lnTo>
                  <a:lnTo>
                    <a:pt x="7851173" y="0"/>
                  </a:lnTo>
                  <a:lnTo>
                    <a:pt x="7850317" y="0"/>
                  </a:lnTo>
                  <a:lnTo>
                    <a:pt x="7849462" y="0"/>
                  </a:lnTo>
                  <a:lnTo>
                    <a:pt x="7848606" y="0"/>
                  </a:lnTo>
                  <a:lnTo>
                    <a:pt x="7847751" y="0"/>
                  </a:lnTo>
                  <a:lnTo>
                    <a:pt x="7846895" y="0"/>
                  </a:lnTo>
                  <a:lnTo>
                    <a:pt x="7846039" y="0"/>
                  </a:lnTo>
                  <a:lnTo>
                    <a:pt x="7845184" y="0"/>
                  </a:lnTo>
                  <a:lnTo>
                    <a:pt x="7844328" y="0"/>
                  </a:lnTo>
                  <a:lnTo>
                    <a:pt x="7843473" y="0"/>
                  </a:lnTo>
                  <a:lnTo>
                    <a:pt x="7842617" y="0"/>
                  </a:lnTo>
                  <a:lnTo>
                    <a:pt x="7841762" y="0"/>
                  </a:lnTo>
                  <a:lnTo>
                    <a:pt x="7840906" y="0"/>
                  </a:lnTo>
                  <a:lnTo>
                    <a:pt x="7840051" y="0"/>
                  </a:lnTo>
                  <a:lnTo>
                    <a:pt x="7839195" y="0"/>
                  </a:lnTo>
                  <a:lnTo>
                    <a:pt x="7838340" y="0"/>
                  </a:lnTo>
                  <a:lnTo>
                    <a:pt x="7837484" y="0"/>
                  </a:lnTo>
                  <a:lnTo>
                    <a:pt x="7836629" y="0"/>
                  </a:lnTo>
                  <a:lnTo>
                    <a:pt x="7835773" y="0"/>
                  </a:lnTo>
                  <a:lnTo>
                    <a:pt x="7834918" y="0"/>
                  </a:lnTo>
                  <a:lnTo>
                    <a:pt x="7834062" y="0"/>
                  </a:lnTo>
                  <a:lnTo>
                    <a:pt x="7833207" y="0"/>
                  </a:lnTo>
                  <a:lnTo>
                    <a:pt x="7832351" y="0"/>
                  </a:lnTo>
                  <a:lnTo>
                    <a:pt x="7831496" y="0"/>
                  </a:lnTo>
                  <a:lnTo>
                    <a:pt x="7830640" y="0"/>
                  </a:lnTo>
                  <a:lnTo>
                    <a:pt x="7829784" y="0"/>
                  </a:lnTo>
                  <a:lnTo>
                    <a:pt x="7828929" y="0"/>
                  </a:lnTo>
                  <a:lnTo>
                    <a:pt x="7828073" y="0"/>
                  </a:lnTo>
                  <a:lnTo>
                    <a:pt x="7827218" y="0"/>
                  </a:lnTo>
                  <a:lnTo>
                    <a:pt x="7826362" y="0"/>
                  </a:lnTo>
                  <a:lnTo>
                    <a:pt x="7825507" y="0"/>
                  </a:lnTo>
                  <a:lnTo>
                    <a:pt x="7824651" y="0"/>
                  </a:lnTo>
                  <a:lnTo>
                    <a:pt x="7823796" y="0"/>
                  </a:lnTo>
                  <a:lnTo>
                    <a:pt x="7822940" y="0"/>
                  </a:lnTo>
                  <a:lnTo>
                    <a:pt x="7822085" y="0"/>
                  </a:lnTo>
                  <a:lnTo>
                    <a:pt x="7821229" y="0"/>
                  </a:lnTo>
                  <a:lnTo>
                    <a:pt x="7820374" y="0"/>
                  </a:lnTo>
                  <a:lnTo>
                    <a:pt x="7819518" y="0"/>
                  </a:lnTo>
                  <a:lnTo>
                    <a:pt x="7818663" y="0"/>
                  </a:lnTo>
                  <a:lnTo>
                    <a:pt x="7817807" y="0"/>
                  </a:lnTo>
                  <a:lnTo>
                    <a:pt x="7816952" y="0"/>
                  </a:lnTo>
                  <a:lnTo>
                    <a:pt x="7816096" y="0"/>
                  </a:lnTo>
                  <a:lnTo>
                    <a:pt x="7815240" y="0"/>
                  </a:lnTo>
                  <a:lnTo>
                    <a:pt x="7814385" y="0"/>
                  </a:lnTo>
                  <a:lnTo>
                    <a:pt x="7813529" y="0"/>
                  </a:lnTo>
                  <a:lnTo>
                    <a:pt x="7812674" y="0"/>
                  </a:lnTo>
                  <a:lnTo>
                    <a:pt x="7811818" y="0"/>
                  </a:lnTo>
                  <a:lnTo>
                    <a:pt x="7810963" y="0"/>
                  </a:lnTo>
                  <a:lnTo>
                    <a:pt x="7810107" y="0"/>
                  </a:lnTo>
                  <a:lnTo>
                    <a:pt x="7809252" y="0"/>
                  </a:lnTo>
                  <a:lnTo>
                    <a:pt x="7808396" y="0"/>
                  </a:lnTo>
                  <a:lnTo>
                    <a:pt x="7807541" y="0"/>
                  </a:lnTo>
                  <a:lnTo>
                    <a:pt x="7806685" y="0"/>
                  </a:lnTo>
                  <a:lnTo>
                    <a:pt x="7805830" y="0"/>
                  </a:lnTo>
                  <a:lnTo>
                    <a:pt x="7804974" y="0"/>
                  </a:lnTo>
                  <a:lnTo>
                    <a:pt x="7804119" y="0"/>
                  </a:lnTo>
                  <a:lnTo>
                    <a:pt x="7803263" y="0"/>
                  </a:lnTo>
                  <a:lnTo>
                    <a:pt x="7802408" y="0"/>
                  </a:lnTo>
                  <a:lnTo>
                    <a:pt x="7801552" y="0"/>
                  </a:lnTo>
                  <a:lnTo>
                    <a:pt x="7800697" y="0"/>
                  </a:lnTo>
                  <a:lnTo>
                    <a:pt x="7799841" y="0"/>
                  </a:lnTo>
                  <a:lnTo>
                    <a:pt x="7798985" y="0"/>
                  </a:lnTo>
                  <a:lnTo>
                    <a:pt x="7798130" y="0"/>
                  </a:lnTo>
                  <a:lnTo>
                    <a:pt x="7797274" y="0"/>
                  </a:lnTo>
                  <a:lnTo>
                    <a:pt x="7796419" y="0"/>
                  </a:lnTo>
                  <a:lnTo>
                    <a:pt x="7795563" y="0"/>
                  </a:lnTo>
                  <a:lnTo>
                    <a:pt x="7794708" y="0"/>
                  </a:lnTo>
                  <a:lnTo>
                    <a:pt x="7793852" y="0"/>
                  </a:lnTo>
                  <a:lnTo>
                    <a:pt x="7792997" y="0"/>
                  </a:lnTo>
                  <a:lnTo>
                    <a:pt x="7792141" y="0"/>
                  </a:lnTo>
                  <a:lnTo>
                    <a:pt x="7791286" y="0"/>
                  </a:lnTo>
                  <a:lnTo>
                    <a:pt x="7790430" y="0"/>
                  </a:lnTo>
                  <a:lnTo>
                    <a:pt x="7789575" y="0"/>
                  </a:lnTo>
                  <a:lnTo>
                    <a:pt x="7788719" y="0"/>
                  </a:lnTo>
                  <a:lnTo>
                    <a:pt x="7787864" y="0"/>
                  </a:lnTo>
                  <a:lnTo>
                    <a:pt x="7787008" y="0"/>
                  </a:lnTo>
                  <a:lnTo>
                    <a:pt x="7786153" y="0"/>
                  </a:lnTo>
                  <a:lnTo>
                    <a:pt x="7785297" y="0"/>
                  </a:lnTo>
                  <a:lnTo>
                    <a:pt x="7784442" y="0"/>
                  </a:lnTo>
                  <a:lnTo>
                    <a:pt x="7783586" y="0"/>
                  </a:lnTo>
                  <a:lnTo>
                    <a:pt x="7782730" y="0"/>
                  </a:lnTo>
                  <a:lnTo>
                    <a:pt x="7781875" y="0"/>
                  </a:lnTo>
                  <a:lnTo>
                    <a:pt x="7781019" y="0"/>
                  </a:lnTo>
                  <a:lnTo>
                    <a:pt x="7780164" y="0"/>
                  </a:lnTo>
                  <a:lnTo>
                    <a:pt x="7779308" y="0"/>
                  </a:lnTo>
                  <a:lnTo>
                    <a:pt x="7778453" y="0"/>
                  </a:lnTo>
                  <a:lnTo>
                    <a:pt x="7777597" y="0"/>
                  </a:lnTo>
                  <a:lnTo>
                    <a:pt x="7776742" y="0"/>
                  </a:lnTo>
                  <a:lnTo>
                    <a:pt x="7775886" y="0"/>
                  </a:lnTo>
                  <a:lnTo>
                    <a:pt x="7775031" y="0"/>
                  </a:lnTo>
                  <a:lnTo>
                    <a:pt x="7774175" y="0"/>
                  </a:lnTo>
                  <a:lnTo>
                    <a:pt x="7773320" y="0"/>
                  </a:lnTo>
                  <a:lnTo>
                    <a:pt x="7772464" y="0"/>
                  </a:lnTo>
                  <a:lnTo>
                    <a:pt x="7771609" y="0"/>
                  </a:lnTo>
                  <a:lnTo>
                    <a:pt x="7770753" y="0"/>
                  </a:lnTo>
                  <a:lnTo>
                    <a:pt x="7769898" y="0"/>
                  </a:lnTo>
                  <a:lnTo>
                    <a:pt x="7769042" y="0"/>
                  </a:lnTo>
                  <a:lnTo>
                    <a:pt x="7768186" y="0"/>
                  </a:lnTo>
                  <a:lnTo>
                    <a:pt x="7767331" y="0"/>
                  </a:lnTo>
                  <a:lnTo>
                    <a:pt x="7766475" y="0"/>
                  </a:lnTo>
                  <a:lnTo>
                    <a:pt x="7765620" y="0"/>
                  </a:lnTo>
                  <a:lnTo>
                    <a:pt x="7764764" y="0"/>
                  </a:lnTo>
                  <a:lnTo>
                    <a:pt x="7763909" y="0"/>
                  </a:lnTo>
                  <a:lnTo>
                    <a:pt x="7763053" y="0"/>
                  </a:lnTo>
                  <a:lnTo>
                    <a:pt x="7762198" y="0"/>
                  </a:lnTo>
                  <a:lnTo>
                    <a:pt x="7761342" y="0"/>
                  </a:lnTo>
                  <a:lnTo>
                    <a:pt x="7760487" y="0"/>
                  </a:lnTo>
                  <a:lnTo>
                    <a:pt x="7759631" y="0"/>
                  </a:lnTo>
                  <a:lnTo>
                    <a:pt x="7758776" y="0"/>
                  </a:lnTo>
                  <a:lnTo>
                    <a:pt x="7757920" y="0"/>
                  </a:lnTo>
                  <a:lnTo>
                    <a:pt x="7757065" y="0"/>
                  </a:lnTo>
                  <a:lnTo>
                    <a:pt x="7756209" y="0"/>
                  </a:lnTo>
                  <a:lnTo>
                    <a:pt x="7755354" y="0"/>
                  </a:lnTo>
                  <a:lnTo>
                    <a:pt x="7754498" y="0"/>
                  </a:lnTo>
                  <a:lnTo>
                    <a:pt x="7753643" y="0"/>
                  </a:lnTo>
                  <a:lnTo>
                    <a:pt x="7752787" y="0"/>
                  </a:lnTo>
                  <a:lnTo>
                    <a:pt x="7751931" y="0"/>
                  </a:lnTo>
                  <a:lnTo>
                    <a:pt x="7751076" y="0"/>
                  </a:lnTo>
                  <a:lnTo>
                    <a:pt x="7750220" y="0"/>
                  </a:lnTo>
                  <a:lnTo>
                    <a:pt x="7749365" y="0"/>
                  </a:lnTo>
                  <a:lnTo>
                    <a:pt x="7748509" y="0"/>
                  </a:lnTo>
                  <a:lnTo>
                    <a:pt x="7747654" y="0"/>
                  </a:lnTo>
                  <a:lnTo>
                    <a:pt x="7746798" y="0"/>
                  </a:lnTo>
                  <a:lnTo>
                    <a:pt x="7745943" y="0"/>
                  </a:lnTo>
                  <a:lnTo>
                    <a:pt x="7745087" y="0"/>
                  </a:lnTo>
                  <a:lnTo>
                    <a:pt x="7744232" y="0"/>
                  </a:lnTo>
                  <a:lnTo>
                    <a:pt x="7743376" y="0"/>
                  </a:lnTo>
                  <a:lnTo>
                    <a:pt x="7742521" y="0"/>
                  </a:lnTo>
                  <a:lnTo>
                    <a:pt x="7741665" y="0"/>
                  </a:lnTo>
                  <a:lnTo>
                    <a:pt x="7740810" y="0"/>
                  </a:lnTo>
                  <a:lnTo>
                    <a:pt x="7739954" y="0"/>
                  </a:lnTo>
                  <a:lnTo>
                    <a:pt x="7739099" y="0"/>
                  </a:lnTo>
                  <a:lnTo>
                    <a:pt x="7738243" y="0"/>
                  </a:lnTo>
                  <a:lnTo>
                    <a:pt x="7737388" y="0"/>
                  </a:lnTo>
                  <a:lnTo>
                    <a:pt x="7736532" y="0"/>
                  </a:lnTo>
                  <a:lnTo>
                    <a:pt x="7735676" y="0"/>
                  </a:lnTo>
                  <a:lnTo>
                    <a:pt x="7734821" y="0"/>
                  </a:lnTo>
                  <a:lnTo>
                    <a:pt x="7733965" y="0"/>
                  </a:lnTo>
                  <a:lnTo>
                    <a:pt x="7733110" y="0"/>
                  </a:lnTo>
                  <a:lnTo>
                    <a:pt x="7732254" y="0"/>
                  </a:lnTo>
                  <a:lnTo>
                    <a:pt x="7731399" y="0"/>
                  </a:lnTo>
                  <a:lnTo>
                    <a:pt x="7730543" y="0"/>
                  </a:lnTo>
                  <a:lnTo>
                    <a:pt x="7729688" y="0"/>
                  </a:lnTo>
                  <a:lnTo>
                    <a:pt x="7728832" y="0"/>
                  </a:lnTo>
                  <a:lnTo>
                    <a:pt x="7727977" y="0"/>
                  </a:lnTo>
                  <a:lnTo>
                    <a:pt x="7727121" y="0"/>
                  </a:lnTo>
                  <a:lnTo>
                    <a:pt x="7726266" y="0"/>
                  </a:lnTo>
                  <a:lnTo>
                    <a:pt x="7725410" y="0"/>
                  </a:lnTo>
                  <a:lnTo>
                    <a:pt x="7724555" y="0"/>
                  </a:lnTo>
                  <a:lnTo>
                    <a:pt x="7723699" y="0"/>
                  </a:lnTo>
                  <a:lnTo>
                    <a:pt x="7722844" y="0"/>
                  </a:lnTo>
                  <a:lnTo>
                    <a:pt x="7721988" y="0"/>
                  </a:lnTo>
                  <a:lnTo>
                    <a:pt x="7721133" y="0"/>
                  </a:lnTo>
                  <a:lnTo>
                    <a:pt x="7720277" y="0"/>
                  </a:lnTo>
                  <a:lnTo>
                    <a:pt x="7719421" y="0"/>
                  </a:lnTo>
                  <a:lnTo>
                    <a:pt x="7718566" y="0"/>
                  </a:lnTo>
                  <a:lnTo>
                    <a:pt x="7717710" y="0"/>
                  </a:lnTo>
                  <a:lnTo>
                    <a:pt x="7716855" y="0"/>
                  </a:lnTo>
                  <a:lnTo>
                    <a:pt x="7715999" y="0"/>
                  </a:lnTo>
                  <a:lnTo>
                    <a:pt x="7715144" y="0"/>
                  </a:lnTo>
                  <a:lnTo>
                    <a:pt x="7714288" y="0"/>
                  </a:lnTo>
                  <a:lnTo>
                    <a:pt x="7713433" y="0"/>
                  </a:lnTo>
                  <a:lnTo>
                    <a:pt x="7712577" y="0"/>
                  </a:lnTo>
                  <a:lnTo>
                    <a:pt x="7711722" y="0"/>
                  </a:lnTo>
                  <a:lnTo>
                    <a:pt x="7710866" y="0"/>
                  </a:lnTo>
                  <a:lnTo>
                    <a:pt x="7710011" y="0"/>
                  </a:lnTo>
                  <a:lnTo>
                    <a:pt x="7709155" y="0"/>
                  </a:lnTo>
                  <a:lnTo>
                    <a:pt x="7708300" y="0"/>
                  </a:lnTo>
                  <a:lnTo>
                    <a:pt x="7707444" y="0"/>
                  </a:lnTo>
                  <a:lnTo>
                    <a:pt x="7706589" y="0"/>
                  </a:lnTo>
                  <a:lnTo>
                    <a:pt x="7705733" y="0"/>
                  </a:lnTo>
                  <a:lnTo>
                    <a:pt x="7704877" y="0"/>
                  </a:lnTo>
                  <a:lnTo>
                    <a:pt x="7704022" y="0"/>
                  </a:lnTo>
                  <a:lnTo>
                    <a:pt x="7703166" y="0"/>
                  </a:lnTo>
                  <a:lnTo>
                    <a:pt x="7702311" y="0"/>
                  </a:lnTo>
                  <a:lnTo>
                    <a:pt x="7701455" y="0"/>
                  </a:lnTo>
                  <a:lnTo>
                    <a:pt x="7700600" y="0"/>
                  </a:lnTo>
                  <a:lnTo>
                    <a:pt x="7699744" y="0"/>
                  </a:lnTo>
                  <a:lnTo>
                    <a:pt x="7698889" y="0"/>
                  </a:lnTo>
                  <a:lnTo>
                    <a:pt x="7698033" y="0"/>
                  </a:lnTo>
                  <a:lnTo>
                    <a:pt x="7697178" y="0"/>
                  </a:lnTo>
                  <a:lnTo>
                    <a:pt x="7696322" y="0"/>
                  </a:lnTo>
                  <a:lnTo>
                    <a:pt x="7695467" y="0"/>
                  </a:lnTo>
                  <a:lnTo>
                    <a:pt x="7694611" y="0"/>
                  </a:lnTo>
                  <a:lnTo>
                    <a:pt x="7693756" y="0"/>
                  </a:lnTo>
                  <a:lnTo>
                    <a:pt x="7692900" y="0"/>
                  </a:lnTo>
                  <a:lnTo>
                    <a:pt x="7692045" y="0"/>
                  </a:lnTo>
                  <a:lnTo>
                    <a:pt x="7691189" y="0"/>
                  </a:lnTo>
                  <a:lnTo>
                    <a:pt x="7690334" y="0"/>
                  </a:lnTo>
                  <a:lnTo>
                    <a:pt x="7689478" y="0"/>
                  </a:lnTo>
                  <a:lnTo>
                    <a:pt x="7688622" y="0"/>
                  </a:lnTo>
                  <a:lnTo>
                    <a:pt x="7687767" y="0"/>
                  </a:lnTo>
                  <a:lnTo>
                    <a:pt x="7686911" y="0"/>
                  </a:lnTo>
                  <a:lnTo>
                    <a:pt x="7686056" y="0"/>
                  </a:lnTo>
                  <a:lnTo>
                    <a:pt x="7685200" y="0"/>
                  </a:lnTo>
                  <a:lnTo>
                    <a:pt x="7684345" y="0"/>
                  </a:lnTo>
                  <a:lnTo>
                    <a:pt x="7683489" y="0"/>
                  </a:lnTo>
                  <a:lnTo>
                    <a:pt x="7682634" y="0"/>
                  </a:lnTo>
                  <a:lnTo>
                    <a:pt x="7681778" y="0"/>
                  </a:lnTo>
                  <a:lnTo>
                    <a:pt x="7680923" y="0"/>
                  </a:lnTo>
                  <a:lnTo>
                    <a:pt x="7680067" y="0"/>
                  </a:lnTo>
                  <a:lnTo>
                    <a:pt x="7679212" y="0"/>
                  </a:lnTo>
                  <a:lnTo>
                    <a:pt x="7678356" y="0"/>
                  </a:lnTo>
                  <a:lnTo>
                    <a:pt x="7677501" y="0"/>
                  </a:lnTo>
                  <a:lnTo>
                    <a:pt x="7676645" y="0"/>
                  </a:lnTo>
                  <a:lnTo>
                    <a:pt x="7675790" y="0"/>
                  </a:lnTo>
                  <a:lnTo>
                    <a:pt x="7674934" y="0"/>
                  </a:lnTo>
                  <a:lnTo>
                    <a:pt x="7674079" y="0"/>
                  </a:lnTo>
                  <a:lnTo>
                    <a:pt x="7673223" y="0"/>
                  </a:lnTo>
                  <a:lnTo>
                    <a:pt x="7672367" y="0"/>
                  </a:lnTo>
                  <a:lnTo>
                    <a:pt x="7671512" y="0"/>
                  </a:lnTo>
                  <a:lnTo>
                    <a:pt x="7670656" y="0"/>
                  </a:lnTo>
                  <a:lnTo>
                    <a:pt x="7669801" y="0"/>
                  </a:lnTo>
                  <a:lnTo>
                    <a:pt x="7668945" y="0"/>
                  </a:lnTo>
                  <a:lnTo>
                    <a:pt x="7668090" y="0"/>
                  </a:lnTo>
                  <a:lnTo>
                    <a:pt x="7667234" y="0"/>
                  </a:lnTo>
                  <a:lnTo>
                    <a:pt x="7666379" y="0"/>
                  </a:lnTo>
                  <a:lnTo>
                    <a:pt x="7665523" y="0"/>
                  </a:lnTo>
                  <a:lnTo>
                    <a:pt x="7664668" y="0"/>
                  </a:lnTo>
                  <a:lnTo>
                    <a:pt x="7663812" y="0"/>
                  </a:lnTo>
                  <a:lnTo>
                    <a:pt x="7662957" y="0"/>
                  </a:lnTo>
                  <a:lnTo>
                    <a:pt x="7662101" y="0"/>
                  </a:lnTo>
                  <a:lnTo>
                    <a:pt x="7661246" y="0"/>
                  </a:lnTo>
                  <a:lnTo>
                    <a:pt x="7660390" y="0"/>
                  </a:lnTo>
                  <a:lnTo>
                    <a:pt x="7659535" y="0"/>
                  </a:lnTo>
                  <a:lnTo>
                    <a:pt x="7658679" y="0"/>
                  </a:lnTo>
                  <a:lnTo>
                    <a:pt x="7657823" y="0"/>
                  </a:lnTo>
                  <a:lnTo>
                    <a:pt x="7656968" y="0"/>
                  </a:lnTo>
                  <a:lnTo>
                    <a:pt x="7656112" y="0"/>
                  </a:lnTo>
                  <a:lnTo>
                    <a:pt x="7655257" y="0"/>
                  </a:lnTo>
                  <a:lnTo>
                    <a:pt x="7654401" y="0"/>
                  </a:lnTo>
                  <a:lnTo>
                    <a:pt x="7653546" y="0"/>
                  </a:lnTo>
                  <a:lnTo>
                    <a:pt x="7652690" y="0"/>
                  </a:lnTo>
                  <a:lnTo>
                    <a:pt x="7651835" y="0"/>
                  </a:lnTo>
                  <a:lnTo>
                    <a:pt x="7650979" y="0"/>
                  </a:lnTo>
                  <a:lnTo>
                    <a:pt x="7650124" y="0"/>
                  </a:lnTo>
                  <a:lnTo>
                    <a:pt x="7649268" y="0"/>
                  </a:lnTo>
                  <a:lnTo>
                    <a:pt x="7648413" y="0"/>
                  </a:lnTo>
                  <a:lnTo>
                    <a:pt x="7647557" y="0"/>
                  </a:lnTo>
                  <a:lnTo>
                    <a:pt x="7646702" y="0"/>
                  </a:lnTo>
                  <a:lnTo>
                    <a:pt x="7645846" y="0"/>
                  </a:lnTo>
                  <a:lnTo>
                    <a:pt x="7644991" y="0"/>
                  </a:lnTo>
                  <a:lnTo>
                    <a:pt x="7644135" y="0"/>
                  </a:lnTo>
                  <a:lnTo>
                    <a:pt x="7643280" y="0"/>
                  </a:lnTo>
                  <a:lnTo>
                    <a:pt x="7642424" y="0"/>
                  </a:lnTo>
                  <a:lnTo>
                    <a:pt x="7641568" y="0"/>
                  </a:lnTo>
                  <a:lnTo>
                    <a:pt x="7640713" y="0"/>
                  </a:lnTo>
                  <a:lnTo>
                    <a:pt x="7639857" y="0"/>
                  </a:lnTo>
                  <a:lnTo>
                    <a:pt x="7639002" y="0"/>
                  </a:lnTo>
                  <a:lnTo>
                    <a:pt x="7638146" y="0"/>
                  </a:lnTo>
                  <a:lnTo>
                    <a:pt x="7637291" y="0"/>
                  </a:lnTo>
                  <a:lnTo>
                    <a:pt x="7636435" y="0"/>
                  </a:lnTo>
                  <a:lnTo>
                    <a:pt x="7635580" y="0"/>
                  </a:lnTo>
                  <a:lnTo>
                    <a:pt x="7634724" y="0"/>
                  </a:lnTo>
                  <a:lnTo>
                    <a:pt x="7633869" y="0"/>
                  </a:lnTo>
                  <a:lnTo>
                    <a:pt x="7633013" y="0"/>
                  </a:lnTo>
                  <a:lnTo>
                    <a:pt x="7632158" y="0"/>
                  </a:lnTo>
                  <a:lnTo>
                    <a:pt x="7631302" y="0"/>
                  </a:lnTo>
                  <a:lnTo>
                    <a:pt x="7630447" y="0"/>
                  </a:lnTo>
                  <a:lnTo>
                    <a:pt x="7629591" y="0"/>
                  </a:lnTo>
                  <a:lnTo>
                    <a:pt x="7628736" y="0"/>
                  </a:lnTo>
                  <a:lnTo>
                    <a:pt x="7627880" y="0"/>
                  </a:lnTo>
                  <a:lnTo>
                    <a:pt x="7627025" y="0"/>
                  </a:lnTo>
                  <a:lnTo>
                    <a:pt x="7626169" y="0"/>
                  </a:lnTo>
                  <a:lnTo>
                    <a:pt x="7625313" y="0"/>
                  </a:lnTo>
                  <a:lnTo>
                    <a:pt x="7624458" y="0"/>
                  </a:lnTo>
                  <a:lnTo>
                    <a:pt x="7623602" y="0"/>
                  </a:lnTo>
                  <a:lnTo>
                    <a:pt x="7622747" y="0"/>
                  </a:lnTo>
                  <a:lnTo>
                    <a:pt x="7621891" y="0"/>
                  </a:lnTo>
                  <a:lnTo>
                    <a:pt x="7621036" y="0"/>
                  </a:lnTo>
                  <a:lnTo>
                    <a:pt x="7620180" y="0"/>
                  </a:lnTo>
                  <a:lnTo>
                    <a:pt x="7619325" y="0"/>
                  </a:lnTo>
                  <a:lnTo>
                    <a:pt x="7618469" y="0"/>
                  </a:lnTo>
                  <a:lnTo>
                    <a:pt x="7617614" y="0"/>
                  </a:lnTo>
                  <a:lnTo>
                    <a:pt x="7616758" y="0"/>
                  </a:lnTo>
                  <a:lnTo>
                    <a:pt x="7615903" y="0"/>
                  </a:lnTo>
                  <a:lnTo>
                    <a:pt x="7615047" y="0"/>
                  </a:lnTo>
                  <a:lnTo>
                    <a:pt x="7614192" y="0"/>
                  </a:lnTo>
                  <a:lnTo>
                    <a:pt x="7613336" y="0"/>
                  </a:lnTo>
                  <a:lnTo>
                    <a:pt x="7612481" y="0"/>
                  </a:lnTo>
                  <a:lnTo>
                    <a:pt x="7611625" y="0"/>
                  </a:lnTo>
                  <a:lnTo>
                    <a:pt x="7610769" y="0"/>
                  </a:lnTo>
                  <a:lnTo>
                    <a:pt x="7609914" y="0"/>
                  </a:lnTo>
                  <a:lnTo>
                    <a:pt x="7609058" y="0"/>
                  </a:lnTo>
                  <a:lnTo>
                    <a:pt x="7608203" y="0"/>
                  </a:lnTo>
                  <a:lnTo>
                    <a:pt x="7607347" y="0"/>
                  </a:lnTo>
                  <a:lnTo>
                    <a:pt x="7606492" y="0"/>
                  </a:lnTo>
                  <a:lnTo>
                    <a:pt x="7605636" y="0"/>
                  </a:lnTo>
                  <a:lnTo>
                    <a:pt x="7604781" y="0"/>
                  </a:lnTo>
                  <a:lnTo>
                    <a:pt x="7603925" y="0"/>
                  </a:lnTo>
                  <a:lnTo>
                    <a:pt x="7603070" y="0"/>
                  </a:lnTo>
                  <a:lnTo>
                    <a:pt x="7602214" y="0"/>
                  </a:lnTo>
                  <a:lnTo>
                    <a:pt x="7601359" y="0"/>
                  </a:lnTo>
                  <a:lnTo>
                    <a:pt x="7600503" y="0"/>
                  </a:lnTo>
                  <a:lnTo>
                    <a:pt x="7599648" y="0"/>
                  </a:lnTo>
                  <a:lnTo>
                    <a:pt x="7598792" y="0"/>
                  </a:lnTo>
                  <a:lnTo>
                    <a:pt x="7597937" y="0"/>
                  </a:lnTo>
                  <a:lnTo>
                    <a:pt x="7597081" y="0"/>
                  </a:lnTo>
                  <a:lnTo>
                    <a:pt x="7596226" y="0"/>
                  </a:lnTo>
                  <a:lnTo>
                    <a:pt x="7595370" y="0"/>
                  </a:lnTo>
                  <a:lnTo>
                    <a:pt x="7594514" y="0"/>
                  </a:lnTo>
                  <a:lnTo>
                    <a:pt x="7593659" y="0"/>
                  </a:lnTo>
                  <a:lnTo>
                    <a:pt x="7592803" y="0"/>
                  </a:lnTo>
                  <a:lnTo>
                    <a:pt x="7591948" y="0"/>
                  </a:lnTo>
                  <a:lnTo>
                    <a:pt x="7591092" y="0"/>
                  </a:lnTo>
                  <a:lnTo>
                    <a:pt x="7590237" y="0"/>
                  </a:lnTo>
                  <a:lnTo>
                    <a:pt x="7589381" y="0"/>
                  </a:lnTo>
                  <a:lnTo>
                    <a:pt x="7588526" y="0"/>
                  </a:lnTo>
                  <a:lnTo>
                    <a:pt x="7587670" y="0"/>
                  </a:lnTo>
                  <a:lnTo>
                    <a:pt x="7586815" y="0"/>
                  </a:lnTo>
                  <a:lnTo>
                    <a:pt x="7585959" y="0"/>
                  </a:lnTo>
                  <a:lnTo>
                    <a:pt x="7585104" y="0"/>
                  </a:lnTo>
                  <a:lnTo>
                    <a:pt x="7584248" y="0"/>
                  </a:lnTo>
                  <a:lnTo>
                    <a:pt x="7583393" y="0"/>
                  </a:lnTo>
                  <a:lnTo>
                    <a:pt x="7582537" y="0"/>
                  </a:lnTo>
                  <a:lnTo>
                    <a:pt x="7581682" y="0"/>
                  </a:lnTo>
                  <a:lnTo>
                    <a:pt x="7580826" y="0"/>
                  </a:lnTo>
                  <a:lnTo>
                    <a:pt x="7579971" y="0"/>
                  </a:lnTo>
                  <a:lnTo>
                    <a:pt x="7579115" y="0"/>
                  </a:lnTo>
                  <a:lnTo>
                    <a:pt x="7578259" y="0"/>
                  </a:lnTo>
                  <a:lnTo>
                    <a:pt x="7577404" y="0"/>
                  </a:lnTo>
                  <a:lnTo>
                    <a:pt x="7576548" y="0"/>
                  </a:lnTo>
                  <a:lnTo>
                    <a:pt x="7575693" y="0"/>
                  </a:lnTo>
                  <a:lnTo>
                    <a:pt x="7574837" y="0"/>
                  </a:lnTo>
                  <a:lnTo>
                    <a:pt x="7573982" y="0"/>
                  </a:lnTo>
                  <a:lnTo>
                    <a:pt x="7573126" y="0"/>
                  </a:lnTo>
                  <a:lnTo>
                    <a:pt x="7572271" y="0"/>
                  </a:lnTo>
                  <a:lnTo>
                    <a:pt x="7571415" y="0"/>
                  </a:lnTo>
                  <a:lnTo>
                    <a:pt x="7570560" y="0"/>
                  </a:lnTo>
                  <a:lnTo>
                    <a:pt x="7569704" y="0"/>
                  </a:lnTo>
                  <a:lnTo>
                    <a:pt x="7568849" y="0"/>
                  </a:lnTo>
                  <a:lnTo>
                    <a:pt x="7567993" y="0"/>
                  </a:lnTo>
                  <a:lnTo>
                    <a:pt x="7567138" y="0"/>
                  </a:lnTo>
                  <a:lnTo>
                    <a:pt x="7566282" y="0"/>
                  </a:lnTo>
                  <a:lnTo>
                    <a:pt x="7565427" y="0"/>
                  </a:lnTo>
                  <a:lnTo>
                    <a:pt x="7564571" y="0"/>
                  </a:lnTo>
                  <a:lnTo>
                    <a:pt x="7563715" y="0"/>
                  </a:lnTo>
                  <a:lnTo>
                    <a:pt x="7562860" y="0"/>
                  </a:lnTo>
                  <a:lnTo>
                    <a:pt x="7562004" y="0"/>
                  </a:lnTo>
                  <a:lnTo>
                    <a:pt x="7561149" y="0"/>
                  </a:lnTo>
                  <a:lnTo>
                    <a:pt x="7560293" y="0"/>
                  </a:lnTo>
                  <a:lnTo>
                    <a:pt x="7559438" y="0"/>
                  </a:lnTo>
                  <a:lnTo>
                    <a:pt x="7558582" y="0"/>
                  </a:lnTo>
                  <a:lnTo>
                    <a:pt x="7557727" y="0"/>
                  </a:lnTo>
                  <a:lnTo>
                    <a:pt x="7556871" y="0"/>
                  </a:lnTo>
                  <a:lnTo>
                    <a:pt x="7556016" y="0"/>
                  </a:lnTo>
                  <a:lnTo>
                    <a:pt x="7555160" y="0"/>
                  </a:lnTo>
                  <a:lnTo>
                    <a:pt x="7554305" y="0"/>
                  </a:lnTo>
                  <a:lnTo>
                    <a:pt x="7553449" y="0"/>
                  </a:lnTo>
                  <a:lnTo>
                    <a:pt x="7552594" y="0"/>
                  </a:lnTo>
                  <a:lnTo>
                    <a:pt x="7551738" y="0"/>
                  </a:lnTo>
                  <a:lnTo>
                    <a:pt x="7550883" y="0"/>
                  </a:lnTo>
                  <a:lnTo>
                    <a:pt x="7550027" y="0"/>
                  </a:lnTo>
                  <a:lnTo>
                    <a:pt x="7549172" y="0"/>
                  </a:lnTo>
                  <a:lnTo>
                    <a:pt x="7548316" y="0"/>
                  </a:lnTo>
                  <a:lnTo>
                    <a:pt x="7547460" y="0"/>
                  </a:lnTo>
                  <a:lnTo>
                    <a:pt x="7546605" y="0"/>
                  </a:lnTo>
                  <a:lnTo>
                    <a:pt x="7545749" y="0"/>
                  </a:lnTo>
                  <a:lnTo>
                    <a:pt x="7544894" y="0"/>
                  </a:lnTo>
                  <a:lnTo>
                    <a:pt x="7544038" y="0"/>
                  </a:lnTo>
                  <a:lnTo>
                    <a:pt x="7543183" y="0"/>
                  </a:lnTo>
                  <a:lnTo>
                    <a:pt x="7542327" y="0"/>
                  </a:lnTo>
                  <a:lnTo>
                    <a:pt x="7541472" y="0"/>
                  </a:lnTo>
                  <a:lnTo>
                    <a:pt x="7540616" y="0"/>
                  </a:lnTo>
                  <a:lnTo>
                    <a:pt x="7539761" y="0"/>
                  </a:lnTo>
                  <a:lnTo>
                    <a:pt x="7538905" y="0"/>
                  </a:lnTo>
                  <a:lnTo>
                    <a:pt x="7538050" y="0"/>
                  </a:lnTo>
                  <a:lnTo>
                    <a:pt x="7537194" y="0"/>
                  </a:lnTo>
                  <a:lnTo>
                    <a:pt x="7536339" y="0"/>
                  </a:lnTo>
                  <a:lnTo>
                    <a:pt x="7535483" y="0"/>
                  </a:lnTo>
                  <a:lnTo>
                    <a:pt x="7534628" y="0"/>
                  </a:lnTo>
                  <a:lnTo>
                    <a:pt x="7533772" y="0"/>
                  </a:lnTo>
                  <a:lnTo>
                    <a:pt x="7532917" y="0"/>
                  </a:lnTo>
                  <a:lnTo>
                    <a:pt x="7532061" y="0"/>
                  </a:lnTo>
                  <a:lnTo>
                    <a:pt x="7531205" y="0"/>
                  </a:lnTo>
                  <a:lnTo>
                    <a:pt x="7530350" y="0"/>
                  </a:lnTo>
                  <a:lnTo>
                    <a:pt x="7529494" y="0"/>
                  </a:lnTo>
                  <a:lnTo>
                    <a:pt x="7528639" y="0"/>
                  </a:lnTo>
                  <a:lnTo>
                    <a:pt x="7527783" y="0"/>
                  </a:lnTo>
                  <a:lnTo>
                    <a:pt x="7526928" y="0"/>
                  </a:lnTo>
                  <a:lnTo>
                    <a:pt x="7526072" y="0"/>
                  </a:lnTo>
                  <a:lnTo>
                    <a:pt x="7525217" y="0"/>
                  </a:lnTo>
                  <a:lnTo>
                    <a:pt x="7524361" y="0"/>
                  </a:lnTo>
                  <a:lnTo>
                    <a:pt x="7523506" y="0"/>
                  </a:lnTo>
                  <a:lnTo>
                    <a:pt x="7522650" y="0"/>
                  </a:lnTo>
                  <a:lnTo>
                    <a:pt x="7521795" y="0"/>
                  </a:lnTo>
                  <a:lnTo>
                    <a:pt x="7520939" y="0"/>
                  </a:lnTo>
                  <a:lnTo>
                    <a:pt x="7520084" y="0"/>
                  </a:lnTo>
                  <a:lnTo>
                    <a:pt x="7519228" y="0"/>
                  </a:lnTo>
                  <a:lnTo>
                    <a:pt x="7518373" y="0"/>
                  </a:lnTo>
                  <a:lnTo>
                    <a:pt x="7517517" y="0"/>
                  </a:lnTo>
                  <a:lnTo>
                    <a:pt x="7516662" y="0"/>
                  </a:lnTo>
                  <a:lnTo>
                    <a:pt x="7515806" y="0"/>
                  </a:lnTo>
                  <a:lnTo>
                    <a:pt x="7514950" y="0"/>
                  </a:lnTo>
                  <a:lnTo>
                    <a:pt x="7514095" y="0"/>
                  </a:lnTo>
                  <a:lnTo>
                    <a:pt x="7513239" y="0"/>
                  </a:lnTo>
                  <a:lnTo>
                    <a:pt x="7512384" y="0"/>
                  </a:lnTo>
                  <a:lnTo>
                    <a:pt x="7511528" y="0"/>
                  </a:lnTo>
                  <a:lnTo>
                    <a:pt x="7510673" y="0"/>
                  </a:lnTo>
                  <a:lnTo>
                    <a:pt x="7509817" y="0"/>
                  </a:lnTo>
                  <a:lnTo>
                    <a:pt x="7508962" y="0"/>
                  </a:lnTo>
                  <a:lnTo>
                    <a:pt x="7508106" y="0"/>
                  </a:lnTo>
                  <a:lnTo>
                    <a:pt x="7507251" y="0"/>
                  </a:lnTo>
                  <a:lnTo>
                    <a:pt x="7506395" y="0"/>
                  </a:lnTo>
                  <a:lnTo>
                    <a:pt x="7505540" y="0"/>
                  </a:lnTo>
                  <a:lnTo>
                    <a:pt x="7504684" y="0"/>
                  </a:lnTo>
                  <a:lnTo>
                    <a:pt x="7503829" y="0"/>
                  </a:lnTo>
                  <a:lnTo>
                    <a:pt x="7502973" y="0"/>
                  </a:lnTo>
                  <a:lnTo>
                    <a:pt x="7502118" y="0"/>
                  </a:lnTo>
                  <a:lnTo>
                    <a:pt x="7501262" y="0"/>
                  </a:lnTo>
                  <a:lnTo>
                    <a:pt x="7500406" y="0"/>
                  </a:lnTo>
                  <a:lnTo>
                    <a:pt x="7499551" y="0"/>
                  </a:lnTo>
                  <a:lnTo>
                    <a:pt x="7498695" y="0"/>
                  </a:lnTo>
                  <a:lnTo>
                    <a:pt x="7497840" y="0"/>
                  </a:lnTo>
                  <a:lnTo>
                    <a:pt x="7496984" y="0"/>
                  </a:lnTo>
                  <a:lnTo>
                    <a:pt x="7496129" y="0"/>
                  </a:lnTo>
                  <a:lnTo>
                    <a:pt x="7495273" y="0"/>
                  </a:lnTo>
                  <a:lnTo>
                    <a:pt x="7494418" y="0"/>
                  </a:lnTo>
                  <a:lnTo>
                    <a:pt x="7493562" y="0"/>
                  </a:lnTo>
                  <a:lnTo>
                    <a:pt x="7492707" y="0"/>
                  </a:lnTo>
                  <a:lnTo>
                    <a:pt x="7491851" y="0"/>
                  </a:lnTo>
                  <a:lnTo>
                    <a:pt x="7490996" y="0"/>
                  </a:lnTo>
                  <a:lnTo>
                    <a:pt x="7490140" y="0"/>
                  </a:lnTo>
                  <a:lnTo>
                    <a:pt x="7489285" y="0"/>
                  </a:lnTo>
                  <a:lnTo>
                    <a:pt x="7488429" y="0"/>
                  </a:lnTo>
                  <a:lnTo>
                    <a:pt x="7487574" y="0"/>
                  </a:lnTo>
                  <a:lnTo>
                    <a:pt x="7486718" y="0"/>
                  </a:lnTo>
                  <a:lnTo>
                    <a:pt x="7485863" y="0"/>
                  </a:lnTo>
                  <a:lnTo>
                    <a:pt x="7485007" y="0"/>
                  </a:lnTo>
                  <a:lnTo>
                    <a:pt x="7484151" y="0"/>
                  </a:lnTo>
                  <a:lnTo>
                    <a:pt x="7483296" y="0"/>
                  </a:lnTo>
                  <a:lnTo>
                    <a:pt x="7482440" y="0"/>
                  </a:lnTo>
                  <a:lnTo>
                    <a:pt x="7481585" y="0"/>
                  </a:lnTo>
                  <a:lnTo>
                    <a:pt x="7480729" y="0"/>
                  </a:lnTo>
                  <a:lnTo>
                    <a:pt x="7479874" y="0"/>
                  </a:lnTo>
                  <a:lnTo>
                    <a:pt x="7479018" y="0"/>
                  </a:lnTo>
                  <a:lnTo>
                    <a:pt x="7478163" y="0"/>
                  </a:lnTo>
                  <a:lnTo>
                    <a:pt x="7477307" y="0"/>
                  </a:lnTo>
                  <a:lnTo>
                    <a:pt x="7476452" y="0"/>
                  </a:lnTo>
                  <a:lnTo>
                    <a:pt x="7475596" y="0"/>
                  </a:lnTo>
                  <a:lnTo>
                    <a:pt x="7474741" y="0"/>
                  </a:lnTo>
                  <a:lnTo>
                    <a:pt x="7473885" y="0"/>
                  </a:lnTo>
                  <a:lnTo>
                    <a:pt x="7473030" y="0"/>
                  </a:lnTo>
                  <a:lnTo>
                    <a:pt x="7472174" y="0"/>
                  </a:lnTo>
                  <a:lnTo>
                    <a:pt x="7471319" y="0"/>
                  </a:lnTo>
                  <a:lnTo>
                    <a:pt x="7470463" y="0"/>
                  </a:lnTo>
                  <a:lnTo>
                    <a:pt x="7469608" y="0"/>
                  </a:lnTo>
                  <a:lnTo>
                    <a:pt x="7468752" y="0"/>
                  </a:lnTo>
                  <a:lnTo>
                    <a:pt x="7467896" y="0"/>
                  </a:lnTo>
                  <a:lnTo>
                    <a:pt x="7467041" y="0"/>
                  </a:lnTo>
                  <a:lnTo>
                    <a:pt x="7466185" y="0"/>
                  </a:lnTo>
                  <a:lnTo>
                    <a:pt x="7465330" y="0"/>
                  </a:lnTo>
                  <a:lnTo>
                    <a:pt x="7464474" y="0"/>
                  </a:lnTo>
                  <a:lnTo>
                    <a:pt x="7463619" y="0"/>
                  </a:lnTo>
                  <a:lnTo>
                    <a:pt x="7462763" y="0"/>
                  </a:lnTo>
                  <a:lnTo>
                    <a:pt x="7461908" y="0"/>
                  </a:lnTo>
                  <a:lnTo>
                    <a:pt x="7461052" y="0"/>
                  </a:lnTo>
                  <a:lnTo>
                    <a:pt x="7460197" y="0"/>
                  </a:lnTo>
                  <a:lnTo>
                    <a:pt x="7459341" y="0"/>
                  </a:lnTo>
                  <a:lnTo>
                    <a:pt x="7458486" y="0"/>
                  </a:lnTo>
                  <a:lnTo>
                    <a:pt x="7457630" y="0"/>
                  </a:lnTo>
                  <a:lnTo>
                    <a:pt x="7456775" y="0"/>
                  </a:lnTo>
                  <a:lnTo>
                    <a:pt x="7455919" y="0"/>
                  </a:lnTo>
                  <a:lnTo>
                    <a:pt x="7455064" y="0"/>
                  </a:lnTo>
                  <a:lnTo>
                    <a:pt x="7454208" y="0"/>
                  </a:lnTo>
                  <a:lnTo>
                    <a:pt x="7453352" y="0"/>
                  </a:lnTo>
                  <a:lnTo>
                    <a:pt x="7452497" y="0"/>
                  </a:lnTo>
                  <a:lnTo>
                    <a:pt x="7451641" y="0"/>
                  </a:lnTo>
                  <a:lnTo>
                    <a:pt x="7450786" y="0"/>
                  </a:lnTo>
                  <a:lnTo>
                    <a:pt x="7449930" y="0"/>
                  </a:lnTo>
                  <a:lnTo>
                    <a:pt x="7449075" y="0"/>
                  </a:lnTo>
                  <a:lnTo>
                    <a:pt x="7448219" y="0"/>
                  </a:lnTo>
                  <a:lnTo>
                    <a:pt x="7447364" y="0"/>
                  </a:lnTo>
                  <a:lnTo>
                    <a:pt x="7446508" y="0"/>
                  </a:lnTo>
                  <a:lnTo>
                    <a:pt x="7445653" y="0"/>
                  </a:lnTo>
                  <a:lnTo>
                    <a:pt x="7444797" y="0"/>
                  </a:lnTo>
                  <a:lnTo>
                    <a:pt x="7443942" y="0"/>
                  </a:lnTo>
                  <a:lnTo>
                    <a:pt x="7443086" y="0"/>
                  </a:lnTo>
                  <a:lnTo>
                    <a:pt x="7442231" y="0"/>
                  </a:lnTo>
                  <a:lnTo>
                    <a:pt x="7441375" y="0"/>
                  </a:lnTo>
                  <a:lnTo>
                    <a:pt x="7440520" y="0"/>
                  </a:lnTo>
                  <a:lnTo>
                    <a:pt x="7439664" y="0"/>
                  </a:lnTo>
                  <a:lnTo>
                    <a:pt x="7438809" y="0"/>
                  </a:lnTo>
                  <a:lnTo>
                    <a:pt x="7437953" y="0"/>
                  </a:lnTo>
                  <a:lnTo>
                    <a:pt x="7437097" y="0"/>
                  </a:lnTo>
                  <a:lnTo>
                    <a:pt x="7436242" y="0"/>
                  </a:lnTo>
                  <a:lnTo>
                    <a:pt x="7435386" y="0"/>
                  </a:lnTo>
                  <a:lnTo>
                    <a:pt x="7434531" y="0"/>
                  </a:lnTo>
                  <a:lnTo>
                    <a:pt x="7433675" y="0"/>
                  </a:lnTo>
                  <a:lnTo>
                    <a:pt x="7432820" y="0"/>
                  </a:lnTo>
                  <a:lnTo>
                    <a:pt x="7431964" y="0"/>
                  </a:lnTo>
                  <a:lnTo>
                    <a:pt x="7431109" y="0"/>
                  </a:lnTo>
                  <a:lnTo>
                    <a:pt x="7430253" y="0"/>
                  </a:lnTo>
                  <a:lnTo>
                    <a:pt x="7429398" y="0"/>
                  </a:lnTo>
                  <a:lnTo>
                    <a:pt x="7428542" y="0"/>
                  </a:lnTo>
                  <a:lnTo>
                    <a:pt x="7427687" y="0"/>
                  </a:lnTo>
                  <a:lnTo>
                    <a:pt x="7426831" y="0"/>
                  </a:lnTo>
                  <a:lnTo>
                    <a:pt x="7425976" y="0"/>
                  </a:lnTo>
                  <a:lnTo>
                    <a:pt x="7425120" y="0"/>
                  </a:lnTo>
                  <a:lnTo>
                    <a:pt x="7424265" y="0"/>
                  </a:lnTo>
                  <a:lnTo>
                    <a:pt x="7423409" y="0"/>
                  </a:lnTo>
                  <a:lnTo>
                    <a:pt x="7422554" y="0"/>
                  </a:lnTo>
                  <a:lnTo>
                    <a:pt x="7421698" y="0"/>
                  </a:lnTo>
                  <a:lnTo>
                    <a:pt x="7420842" y="0"/>
                  </a:lnTo>
                  <a:lnTo>
                    <a:pt x="7419987" y="0"/>
                  </a:lnTo>
                  <a:lnTo>
                    <a:pt x="7419131" y="0"/>
                  </a:lnTo>
                  <a:lnTo>
                    <a:pt x="7418276" y="0"/>
                  </a:lnTo>
                  <a:lnTo>
                    <a:pt x="7417420" y="0"/>
                  </a:lnTo>
                  <a:lnTo>
                    <a:pt x="7416565" y="0"/>
                  </a:lnTo>
                  <a:lnTo>
                    <a:pt x="7415709" y="0"/>
                  </a:lnTo>
                  <a:lnTo>
                    <a:pt x="7414854" y="0"/>
                  </a:lnTo>
                  <a:lnTo>
                    <a:pt x="7413998" y="0"/>
                  </a:lnTo>
                  <a:lnTo>
                    <a:pt x="7413143" y="0"/>
                  </a:lnTo>
                  <a:lnTo>
                    <a:pt x="7412287" y="0"/>
                  </a:lnTo>
                  <a:lnTo>
                    <a:pt x="7411432" y="0"/>
                  </a:lnTo>
                  <a:lnTo>
                    <a:pt x="7410576" y="0"/>
                  </a:lnTo>
                  <a:lnTo>
                    <a:pt x="7409721" y="0"/>
                  </a:lnTo>
                  <a:lnTo>
                    <a:pt x="7408865" y="0"/>
                  </a:lnTo>
                  <a:lnTo>
                    <a:pt x="7408010" y="0"/>
                  </a:lnTo>
                  <a:lnTo>
                    <a:pt x="7407154" y="0"/>
                  </a:lnTo>
                  <a:lnTo>
                    <a:pt x="7406298" y="0"/>
                  </a:lnTo>
                  <a:lnTo>
                    <a:pt x="7405443" y="0"/>
                  </a:lnTo>
                  <a:lnTo>
                    <a:pt x="7404587" y="0"/>
                  </a:lnTo>
                  <a:lnTo>
                    <a:pt x="7403732" y="0"/>
                  </a:lnTo>
                  <a:lnTo>
                    <a:pt x="7402876" y="0"/>
                  </a:lnTo>
                  <a:lnTo>
                    <a:pt x="7402021" y="0"/>
                  </a:lnTo>
                  <a:lnTo>
                    <a:pt x="7401165" y="0"/>
                  </a:lnTo>
                  <a:lnTo>
                    <a:pt x="7400310" y="0"/>
                  </a:lnTo>
                  <a:lnTo>
                    <a:pt x="7399454" y="0"/>
                  </a:lnTo>
                  <a:lnTo>
                    <a:pt x="7398599" y="0"/>
                  </a:lnTo>
                  <a:lnTo>
                    <a:pt x="7397743" y="0"/>
                  </a:lnTo>
                  <a:lnTo>
                    <a:pt x="7396888" y="0"/>
                  </a:lnTo>
                  <a:lnTo>
                    <a:pt x="7396032" y="0"/>
                  </a:lnTo>
                  <a:lnTo>
                    <a:pt x="7395177" y="0"/>
                  </a:lnTo>
                  <a:lnTo>
                    <a:pt x="7394321" y="0"/>
                  </a:lnTo>
                  <a:lnTo>
                    <a:pt x="7393466" y="0"/>
                  </a:lnTo>
                  <a:lnTo>
                    <a:pt x="7392610" y="0"/>
                  </a:lnTo>
                  <a:lnTo>
                    <a:pt x="7391755" y="0"/>
                  </a:lnTo>
                  <a:lnTo>
                    <a:pt x="7390899" y="0"/>
                  </a:lnTo>
                  <a:lnTo>
                    <a:pt x="7390043" y="0"/>
                  </a:lnTo>
                  <a:lnTo>
                    <a:pt x="7389188" y="0"/>
                  </a:lnTo>
                  <a:lnTo>
                    <a:pt x="7388332" y="0"/>
                  </a:lnTo>
                  <a:lnTo>
                    <a:pt x="7387477" y="0"/>
                  </a:lnTo>
                  <a:lnTo>
                    <a:pt x="7386621" y="0"/>
                  </a:lnTo>
                  <a:lnTo>
                    <a:pt x="7385766" y="0"/>
                  </a:lnTo>
                  <a:lnTo>
                    <a:pt x="7384910" y="0"/>
                  </a:lnTo>
                  <a:lnTo>
                    <a:pt x="7384055" y="0"/>
                  </a:lnTo>
                  <a:lnTo>
                    <a:pt x="7383199" y="0"/>
                  </a:lnTo>
                  <a:lnTo>
                    <a:pt x="7382344" y="0"/>
                  </a:lnTo>
                  <a:lnTo>
                    <a:pt x="7381488" y="0"/>
                  </a:lnTo>
                  <a:lnTo>
                    <a:pt x="7380633" y="0"/>
                  </a:lnTo>
                  <a:lnTo>
                    <a:pt x="7379777" y="0"/>
                  </a:lnTo>
                  <a:lnTo>
                    <a:pt x="7378922" y="0"/>
                  </a:lnTo>
                  <a:lnTo>
                    <a:pt x="7378066" y="0"/>
                  </a:lnTo>
                  <a:lnTo>
                    <a:pt x="7377211" y="0"/>
                  </a:lnTo>
                  <a:lnTo>
                    <a:pt x="7376355" y="0"/>
                  </a:lnTo>
                  <a:lnTo>
                    <a:pt x="7375500" y="0"/>
                  </a:lnTo>
                  <a:lnTo>
                    <a:pt x="7374644" y="0"/>
                  </a:lnTo>
                  <a:lnTo>
                    <a:pt x="7373788" y="0"/>
                  </a:lnTo>
                  <a:lnTo>
                    <a:pt x="7372933" y="0"/>
                  </a:lnTo>
                  <a:lnTo>
                    <a:pt x="7372077" y="0"/>
                  </a:lnTo>
                  <a:lnTo>
                    <a:pt x="7371222" y="0"/>
                  </a:lnTo>
                  <a:lnTo>
                    <a:pt x="7370366" y="0"/>
                  </a:lnTo>
                  <a:lnTo>
                    <a:pt x="7369511" y="0"/>
                  </a:lnTo>
                  <a:lnTo>
                    <a:pt x="7368655" y="0"/>
                  </a:lnTo>
                  <a:lnTo>
                    <a:pt x="7367800" y="0"/>
                  </a:lnTo>
                  <a:lnTo>
                    <a:pt x="7366944" y="0"/>
                  </a:lnTo>
                  <a:lnTo>
                    <a:pt x="7366089" y="0"/>
                  </a:lnTo>
                  <a:lnTo>
                    <a:pt x="7365233" y="0"/>
                  </a:lnTo>
                  <a:lnTo>
                    <a:pt x="7364378" y="0"/>
                  </a:lnTo>
                  <a:lnTo>
                    <a:pt x="7363522" y="0"/>
                  </a:lnTo>
                  <a:lnTo>
                    <a:pt x="7362667" y="0"/>
                  </a:lnTo>
                  <a:lnTo>
                    <a:pt x="7361811" y="0"/>
                  </a:lnTo>
                  <a:lnTo>
                    <a:pt x="7360956" y="0"/>
                  </a:lnTo>
                  <a:lnTo>
                    <a:pt x="7360100" y="0"/>
                  </a:lnTo>
                  <a:lnTo>
                    <a:pt x="7359244" y="0"/>
                  </a:lnTo>
                  <a:lnTo>
                    <a:pt x="7358389" y="0"/>
                  </a:lnTo>
                  <a:lnTo>
                    <a:pt x="7357533" y="0"/>
                  </a:lnTo>
                  <a:lnTo>
                    <a:pt x="7356678" y="0"/>
                  </a:lnTo>
                  <a:lnTo>
                    <a:pt x="7355822" y="0"/>
                  </a:lnTo>
                  <a:lnTo>
                    <a:pt x="7354967" y="0"/>
                  </a:lnTo>
                  <a:lnTo>
                    <a:pt x="7354111" y="0"/>
                  </a:lnTo>
                  <a:lnTo>
                    <a:pt x="7353256" y="0"/>
                  </a:lnTo>
                  <a:lnTo>
                    <a:pt x="7352400" y="0"/>
                  </a:lnTo>
                  <a:lnTo>
                    <a:pt x="7351545" y="0"/>
                  </a:lnTo>
                  <a:lnTo>
                    <a:pt x="7350689" y="0"/>
                  </a:lnTo>
                  <a:lnTo>
                    <a:pt x="7349834" y="0"/>
                  </a:lnTo>
                  <a:lnTo>
                    <a:pt x="7348978" y="0"/>
                  </a:lnTo>
                  <a:lnTo>
                    <a:pt x="7348123" y="0"/>
                  </a:lnTo>
                  <a:lnTo>
                    <a:pt x="7347267" y="0"/>
                  </a:lnTo>
                  <a:lnTo>
                    <a:pt x="7346412" y="0"/>
                  </a:lnTo>
                  <a:lnTo>
                    <a:pt x="7345556" y="0"/>
                  </a:lnTo>
                  <a:lnTo>
                    <a:pt x="7344701" y="0"/>
                  </a:lnTo>
                  <a:lnTo>
                    <a:pt x="7343845" y="0"/>
                  </a:lnTo>
                  <a:lnTo>
                    <a:pt x="7342989" y="0"/>
                  </a:lnTo>
                  <a:lnTo>
                    <a:pt x="7342134" y="0"/>
                  </a:lnTo>
                  <a:lnTo>
                    <a:pt x="7341278" y="0"/>
                  </a:lnTo>
                  <a:lnTo>
                    <a:pt x="7340423" y="0"/>
                  </a:lnTo>
                  <a:lnTo>
                    <a:pt x="7339567" y="0"/>
                  </a:lnTo>
                  <a:lnTo>
                    <a:pt x="7338712" y="0"/>
                  </a:lnTo>
                  <a:lnTo>
                    <a:pt x="7337856" y="0"/>
                  </a:lnTo>
                  <a:lnTo>
                    <a:pt x="7337001" y="0"/>
                  </a:lnTo>
                  <a:lnTo>
                    <a:pt x="7336145" y="0"/>
                  </a:lnTo>
                  <a:lnTo>
                    <a:pt x="7335290" y="0"/>
                  </a:lnTo>
                  <a:lnTo>
                    <a:pt x="7334434" y="0"/>
                  </a:lnTo>
                  <a:lnTo>
                    <a:pt x="7333579" y="0"/>
                  </a:lnTo>
                  <a:lnTo>
                    <a:pt x="7332723" y="0"/>
                  </a:lnTo>
                  <a:lnTo>
                    <a:pt x="7331868" y="0"/>
                  </a:lnTo>
                  <a:lnTo>
                    <a:pt x="7331012" y="0"/>
                  </a:lnTo>
                  <a:lnTo>
                    <a:pt x="7330157" y="0"/>
                  </a:lnTo>
                  <a:lnTo>
                    <a:pt x="7329301" y="0"/>
                  </a:lnTo>
                  <a:lnTo>
                    <a:pt x="7328446" y="0"/>
                  </a:lnTo>
                  <a:lnTo>
                    <a:pt x="7327590" y="0"/>
                  </a:lnTo>
                  <a:lnTo>
                    <a:pt x="7326734" y="0"/>
                  </a:lnTo>
                  <a:lnTo>
                    <a:pt x="7325879" y="0"/>
                  </a:lnTo>
                  <a:lnTo>
                    <a:pt x="7325023" y="0"/>
                  </a:lnTo>
                  <a:lnTo>
                    <a:pt x="7324168" y="0"/>
                  </a:lnTo>
                  <a:lnTo>
                    <a:pt x="7323312" y="0"/>
                  </a:lnTo>
                  <a:lnTo>
                    <a:pt x="7322457" y="0"/>
                  </a:lnTo>
                  <a:lnTo>
                    <a:pt x="7321601" y="0"/>
                  </a:lnTo>
                  <a:lnTo>
                    <a:pt x="7320746" y="0"/>
                  </a:lnTo>
                  <a:lnTo>
                    <a:pt x="7319890" y="0"/>
                  </a:lnTo>
                  <a:lnTo>
                    <a:pt x="7319035" y="0"/>
                  </a:lnTo>
                  <a:lnTo>
                    <a:pt x="7318179" y="0"/>
                  </a:lnTo>
                  <a:lnTo>
                    <a:pt x="7317324" y="0"/>
                  </a:lnTo>
                  <a:lnTo>
                    <a:pt x="7316468" y="0"/>
                  </a:lnTo>
                  <a:lnTo>
                    <a:pt x="7315613" y="0"/>
                  </a:lnTo>
                  <a:lnTo>
                    <a:pt x="7314757" y="0"/>
                  </a:lnTo>
                  <a:lnTo>
                    <a:pt x="7313902" y="0"/>
                  </a:lnTo>
                  <a:lnTo>
                    <a:pt x="7313046" y="0"/>
                  </a:lnTo>
                  <a:lnTo>
                    <a:pt x="7312190" y="0"/>
                  </a:lnTo>
                  <a:lnTo>
                    <a:pt x="7311335" y="0"/>
                  </a:lnTo>
                  <a:lnTo>
                    <a:pt x="7310479" y="0"/>
                  </a:lnTo>
                  <a:lnTo>
                    <a:pt x="7309624" y="0"/>
                  </a:lnTo>
                  <a:lnTo>
                    <a:pt x="7308768" y="0"/>
                  </a:lnTo>
                  <a:lnTo>
                    <a:pt x="7307913" y="0"/>
                  </a:lnTo>
                  <a:lnTo>
                    <a:pt x="7307057" y="0"/>
                  </a:lnTo>
                  <a:lnTo>
                    <a:pt x="7306202" y="0"/>
                  </a:lnTo>
                  <a:lnTo>
                    <a:pt x="7305346" y="0"/>
                  </a:lnTo>
                  <a:lnTo>
                    <a:pt x="7304491" y="0"/>
                  </a:lnTo>
                  <a:lnTo>
                    <a:pt x="7303635" y="0"/>
                  </a:lnTo>
                  <a:lnTo>
                    <a:pt x="7302780" y="0"/>
                  </a:lnTo>
                  <a:lnTo>
                    <a:pt x="7301924" y="0"/>
                  </a:lnTo>
                  <a:lnTo>
                    <a:pt x="7301069" y="0"/>
                  </a:lnTo>
                  <a:lnTo>
                    <a:pt x="7300213" y="0"/>
                  </a:lnTo>
                  <a:lnTo>
                    <a:pt x="7299358" y="0"/>
                  </a:lnTo>
                  <a:lnTo>
                    <a:pt x="7298502" y="0"/>
                  </a:lnTo>
                  <a:lnTo>
                    <a:pt x="7297647" y="0"/>
                  </a:lnTo>
                  <a:lnTo>
                    <a:pt x="7296791" y="0"/>
                  </a:lnTo>
                  <a:lnTo>
                    <a:pt x="7295935" y="0"/>
                  </a:lnTo>
                  <a:lnTo>
                    <a:pt x="7295080" y="0"/>
                  </a:lnTo>
                  <a:lnTo>
                    <a:pt x="7294224" y="0"/>
                  </a:lnTo>
                  <a:lnTo>
                    <a:pt x="7293369" y="0"/>
                  </a:lnTo>
                  <a:lnTo>
                    <a:pt x="7292513" y="0"/>
                  </a:lnTo>
                  <a:lnTo>
                    <a:pt x="7291658" y="0"/>
                  </a:lnTo>
                  <a:lnTo>
                    <a:pt x="7290802" y="0"/>
                  </a:lnTo>
                  <a:lnTo>
                    <a:pt x="7289947" y="0"/>
                  </a:lnTo>
                  <a:lnTo>
                    <a:pt x="7289091" y="0"/>
                  </a:lnTo>
                  <a:lnTo>
                    <a:pt x="7288236" y="0"/>
                  </a:lnTo>
                  <a:lnTo>
                    <a:pt x="7287380" y="0"/>
                  </a:lnTo>
                  <a:lnTo>
                    <a:pt x="7286525" y="0"/>
                  </a:lnTo>
                  <a:lnTo>
                    <a:pt x="7285669" y="0"/>
                  </a:lnTo>
                  <a:lnTo>
                    <a:pt x="7284814" y="0"/>
                  </a:lnTo>
                  <a:lnTo>
                    <a:pt x="7283958" y="0"/>
                  </a:lnTo>
                  <a:lnTo>
                    <a:pt x="7283103" y="0"/>
                  </a:lnTo>
                  <a:lnTo>
                    <a:pt x="7282247" y="0"/>
                  </a:lnTo>
                  <a:lnTo>
                    <a:pt x="7281392" y="0"/>
                  </a:lnTo>
                  <a:lnTo>
                    <a:pt x="7280536" y="0"/>
                  </a:lnTo>
                  <a:lnTo>
                    <a:pt x="7279680" y="0"/>
                  </a:lnTo>
                  <a:lnTo>
                    <a:pt x="7278825" y="0"/>
                  </a:lnTo>
                  <a:lnTo>
                    <a:pt x="7277969" y="0"/>
                  </a:lnTo>
                  <a:lnTo>
                    <a:pt x="7277114" y="0"/>
                  </a:lnTo>
                  <a:lnTo>
                    <a:pt x="7276258" y="0"/>
                  </a:lnTo>
                  <a:lnTo>
                    <a:pt x="7275403" y="0"/>
                  </a:lnTo>
                  <a:lnTo>
                    <a:pt x="7274547" y="0"/>
                  </a:lnTo>
                  <a:lnTo>
                    <a:pt x="7273692" y="0"/>
                  </a:lnTo>
                  <a:lnTo>
                    <a:pt x="7272836" y="0"/>
                  </a:lnTo>
                  <a:lnTo>
                    <a:pt x="7271981" y="0"/>
                  </a:lnTo>
                  <a:lnTo>
                    <a:pt x="7271125" y="0"/>
                  </a:lnTo>
                  <a:lnTo>
                    <a:pt x="7270270" y="0"/>
                  </a:lnTo>
                  <a:lnTo>
                    <a:pt x="7269414" y="0"/>
                  </a:lnTo>
                  <a:lnTo>
                    <a:pt x="7268559" y="0"/>
                  </a:lnTo>
                  <a:lnTo>
                    <a:pt x="7267703" y="0"/>
                  </a:lnTo>
                  <a:lnTo>
                    <a:pt x="7266848" y="0"/>
                  </a:lnTo>
                  <a:lnTo>
                    <a:pt x="7265992" y="0"/>
                  </a:lnTo>
                  <a:lnTo>
                    <a:pt x="7265137" y="0"/>
                  </a:lnTo>
                  <a:lnTo>
                    <a:pt x="7264281" y="0"/>
                  </a:lnTo>
                  <a:lnTo>
                    <a:pt x="7263425" y="0"/>
                  </a:lnTo>
                  <a:lnTo>
                    <a:pt x="7262570" y="0"/>
                  </a:lnTo>
                  <a:lnTo>
                    <a:pt x="7261714" y="0"/>
                  </a:lnTo>
                  <a:lnTo>
                    <a:pt x="7260859" y="0"/>
                  </a:lnTo>
                  <a:lnTo>
                    <a:pt x="7260003" y="0"/>
                  </a:lnTo>
                  <a:lnTo>
                    <a:pt x="7259148" y="0"/>
                  </a:lnTo>
                  <a:lnTo>
                    <a:pt x="7258292" y="0"/>
                  </a:lnTo>
                  <a:lnTo>
                    <a:pt x="7257437" y="0"/>
                  </a:lnTo>
                  <a:lnTo>
                    <a:pt x="7256581" y="0"/>
                  </a:lnTo>
                  <a:lnTo>
                    <a:pt x="7255726" y="0"/>
                  </a:lnTo>
                  <a:lnTo>
                    <a:pt x="7254870" y="0"/>
                  </a:lnTo>
                  <a:lnTo>
                    <a:pt x="7254015" y="0"/>
                  </a:lnTo>
                  <a:lnTo>
                    <a:pt x="7253159" y="0"/>
                  </a:lnTo>
                  <a:lnTo>
                    <a:pt x="7252304" y="0"/>
                  </a:lnTo>
                  <a:lnTo>
                    <a:pt x="7251448" y="0"/>
                  </a:lnTo>
                  <a:lnTo>
                    <a:pt x="7250593" y="0"/>
                  </a:lnTo>
                  <a:lnTo>
                    <a:pt x="7249737" y="0"/>
                  </a:lnTo>
                  <a:lnTo>
                    <a:pt x="7248881" y="0"/>
                  </a:lnTo>
                  <a:lnTo>
                    <a:pt x="7248026" y="0"/>
                  </a:lnTo>
                  <a:lnTo>
                    <a:pt x="7247170" y="0"/>
                  </a:lnTo>
                  <a:lnTo>
                    <a:pt x="7246315" y="0"/>
                  </a:lnTo>
                  <a:lnTo>
                    <a:pt x="7245459" y="0"/>
                  </a:lnTo>
                  <a:lnTo>
                    <a:pt x="7244604" y="0"/>
                  </a:lnTo>
                  <a:lnTo>
                    <a:pt x="7243748" y="0"/>
                  </a:lnTo>
                  <a:lnTo>
                    <a:pt x="7242893" y="0"/>
                  </a:lnTo>
                  <a:lnTo>
                    <a:pt x="7242037" y="0"/>
                  </a:lnTo>
                  <a:lnTo>
                    <a:pt x="7241182" y="0"/>
                  </a:lnTo>
                  <a:lnTo>
                    <a:pt x="7240326" y="0"/>
                  </a:lnTo>
                  <a:lnTo>
                    <a:pt x="7239471" y="0"/>
                  </a:lnTo>
                  <a:lnTo>
                    <a:pt x="7238615" y="0"/>
                  </a:lnTo>
                  <a:lnTo>
                    <a:pt x="7237760" y="0"/>
                  </a:lnTo>
                  <a:lnTo>
                    <a:pt x="7236904" y="0"/>
                  </a:lnTo>
                  <a:lnTo>
                    <a:pt x="7236049" y="0"/>
                  </a:lnTo>
                  <a:lnTo>
                    <a:pt x="7235193" y="0"/>
                  </a:lnTo>
                  <a:lnTo>
                    <a:pt x="7234338" y="0"/>
                  </a:lnTo>
                  <a:lnTo>
                    <a:pt x="7233482" y="0"/>
                  </a:lnTo>
                  <a:lnTo>
                    <a:pt x="7232626" y="0"/>
                  </a:lnTo>
                  <a:lnTo>
                    <a:pt x="7231771" y="0"/>
                  </a:lnTo>
                  <a:lnTo>
                    <a:pt x="7230915" y="0"/>
                  </a:lnTo>
                  <a:lnTo>
                    <a:pt x="7230060" y="0"/>
                  </a:lnTo>
                  <a:lnTo>
                    <a:pt x="7229204" y="0"/>
                  </a:lnTo>
                  <a:lnTo>
                    <a:pt x="7228349" y="0"/>
                  </a:lnTo>
                  <a:lnTo>
                    <a:pt x="7227493" y="0"/>
                  </a:lnTo>
                  <a:lnTo>
                    <a:pt x="7226638" y="0"/>
                  </a:lnTo>
                  <a:lnTo>
                    <a:pt x="7225782" y="0"/>
                  </a:lnTo>
                  <a:lnTo>
                    <a:pt x="7224927" y="0"/>
                  </a:lnTo>
                  <a:lnTo>
                    <a:pt x="7224071" y="0"/>
                  </a:lnTo>
                  <a:lnTo>
                    <a:pt x="7223216" y="0"/>
                  </a:lnTo>
                  <a:lnTo>
                    <a:pt x="7222360" y="0"/>
                  </a:lnTo>
                  <a:lnTo>
                    <a:pt x="7221505" y="0"/>
                  </a:lnTo>
                  <a:lnTo>
                    <a:pt x="7220649" y="0"/>
                  </a:lnTo>
                  <a:lnTo>
                    <a:pt x="7219794" y="0"/>
                  </a:lnTo>
                  <a:lnTo>
                    <a:pt x="7218938" y="0"/>
                  </a:lnTo>
                  <a:lnTo>
                    <a:pt x="7218083" y="0"/>
                  </a:lnTo>
                  <a:lnTo>
                    <a:pt x="7217227" y="0"/>
                  </a:lnTo>
                  <a:lnTo>
                    <a:pt x="7216371" y="0"/>
                  </a:lnTo>
                  <a:lnTo>
                    <a:pt x="7215516" y="0"/>
                  </a:lnTo>
                  <a:lnTo>
                    <a:pt x="7214660" y="0"/>
                  </a:lnTo>
                  <a:lnTo>
                    <a:pt x="7213805" y="0"/>
                  </a:lnTo>
                  <a:lnTo>
                    <a:pt x="7212949" y="0"/>
                  </a:lnTo>
                  <a:lnTo>
                    <a:pt x="7212094" y="0"/>
                  </a:lnTo>
                  <a:lnTo>
                    <a:pt x="7211238" y="0"/>
                  </a:lnTo>
                  <a:lnTo>
                    <a:pt x="7210383" y="0"/>
                  </a:lnTo>
                  <a:lnTo>
                    <a:pt x="7209527" y="0"/>
                  </a:lnTo>
                  <a:lnTo>
                    <a:pt x="7208672" y="0"/>
                  </a:lnTo>
                  <a:lnTo>
                    <a:pt x="7207816" y="0"/>
                  </a:lnTo>
                  <a:lnTo>
                    <a:pt x="7206961" y="0"/>
                  </a:lnTo>
                  <a:lnTo>
                    <a:pt x="7206105" y="0"/>
                  </a:lnTo>
                  <a:lnTo>
                    <a:pt x="7205250" y="0"/>
                  </a:lnTo>
                  <a:lnTo>
                    <a:pt x="7204394" y="0"/>
                  </a:lnTo>
                  <a:lnTo>
                    <a:pt x="7203539" y="0"/>
                  </a:lnTo>
                  <a:lnTo>
                    <a:pt x="7202683" y="0"/>
                  </a:lnTo>
                  <a:lnTo>
                    <a:pt x="7201827" y="0"/>
                  </a:lnTo>
                  <a:lnTo>
                    <a:pt x="7200972" y="0"/>
                  </a:lnTo>
                  <a:lnTo>
                    <a:pt x="7200116" y="0"/>
                  </a:lnTo>
                  <a:lnTo>
                    <a:pt x="7199261" y="0"/>
                  </a:lnTo>
                  <a:lnTo>
                    <a:pt x="7198405" y="0"/>
                  </a:lnTo>
                  <a:lnTo>
                    <a:pt x="7197550" y="0"/>
                  </a:lnTo>
                  <a:lnTo>
                    <a:pt x="7196694" y="0"/>
                  </a:lnTo>
                  <a:lnTo>
                    <a:pt x="7195839" y="0"/>
                  </a:lnTo>
                  <a:lnTo>
                    <a:pt x="7194983" y="0"/>
                  </a:lnTo>
                  <a:lnTo>
                    <a:pt x="7194128" y="0"/>
                  </a:lnTo>
                  <a:lnTo>
                    <a:pt x="7193272" y="0"/>
                  </a:lnTo>
                  <a:lnTo>
                    <a:pt x="7192417" y="0"/>
                  </a:lnTo>
                  <a:lnTo>
                    <a:pt x="7191561" y="0"/>
                  </a:lnTo>
                  <a:lnTo>
                    <a:pt x="7190706" y="0"/>
                  </a:lnTo>
                  <a:lnTo>
                    <a:pt x="7189850" y="0"/>
                  </a:lnTo>
                  <a:lnTo>
                    <a:pt x="7188995" y="0"/>
                  </a:lnTo>
                  <a:lnTo>
                    <a:pt x="7188139" y="0"/>
                  </a:lnTo>
                  <a:lnTo>
                    <a:pt x="7187284" y="0"/>
                  </a:lnTo>
                  <a:lnTo>
                    <a:pt x="7186428" y="0"/>
                  </a:lnTo>
                  <a:lnTo>
                    <a:pt x="7185572" y="0"/>
                  </a:lnTo>
                  <a:lnTo>
                    <a:pt x="7184717" y="0"/>
                  </a:lnTo>
                  <a:lnTo>
                    <a:pt x="7183861" y="0"/>
                  </a:lnTo>
                  <a:lnTo>
                    <a:pt x="7183006" y="0"/>
                  </a:lnTo>
                  <a:lnTo>
                    <a:pt x="7182150" y="0"/>
                  </a:lnTo>
                  <a:lnTo>
                    <a:pt x="7181295" y="0"/>
                  </a:lnTo>
                  <a:lnTo>
                    <a:pt x="7180439" y="0"/>
                  </a:lnTo>
                  <a:lnTo>
                    <a:pt x="7179584" y="0"/>
                  </a:lnTo>
                  <a:lnTo>
                    <a:pt x="7178728" y="0"/>
                  </a:lnTo>
                  <a:lnTo>
                    <a:pt x="7177873" y="0"/>
                  </a:lnTo>
                  <a:lnTo>
                    <a:pt x="7177017" y="0"/>
                  </a:lnTo>
                  <a:lnTo>
                    <a:pt x="7176162" y="0"/>
                  </a:lnTo>
                  <a:lnTo>
                    <a:pt x="7175306" y="0"/>
                  </a:lnTo>
                  <a:lnTo>
                    <a:pt x="7174451" y="0"/>
                  </a:lnTo>
                  <a:lnTo>
                    <a:pt x="7173595" y="0"/>
                  </a:lnTo>
                  <a:lnTo>
                    <a:pt x="7172740" y="0"/>
                  </a:lnTo>
                  <a:lnTo>
                    <a:pt x="7171884" y="0"/>
                  </a:lnTo>
                  <a:lnTo>
                    <a:pt x="7171029" y="0"/>
                  </a:lnTo>
                  <a:lnTo>
                    <a:pt x="7170173" y="0"/>
                  </a:lnTo>
                  <a:lnTo>
                    <a:pt x="7169317" y="0"/>
                  </a:lnTo>
                  <a:lnTo>
                    <a:pt x="7168462" y="0"/>
                  </a:lnTo>
                  <a:lnTo>
                    <a:pt x="7167606" y="0"/>
                  </a:lnTo>
                  <a:lnTo>
                    <a:pt x="7166751" y="0"/>
                  </a:lnTo>
                  <a:lnTo>
                    <a:pt x="7165895" y="0"/>
                  </a:lnTo>
                  <a:lnTo>
                    <a:pt x="7165040" y="0"/>
                  </a:lnTo>
                  <a:lnTo>
                    <a:pt x="7164184" y="0"/>
                  </a:lnTo>
                  <a:lnTo>
                    <a:pt x="7163329" y="0"/>
                  </a:lnTo>
                  <a:lnTo>
                    <a:pt x="7162473" y="0"/>
                  </a:lnTo>
                  <a:lnTo>
                    <a:pt x="7161618" y="0"/>
                  </a:lnTo>
                  <a:lnTo>
                    <a:pt x="7160762" y="0"/>
                  </a:lnTo>
                  <a:lnTo>
                    <a:pt x="7159907" y="0"/>
                  </a:lnTo>
                  <a:lnTo>
                    <a:pt x="7159051" y="0"/>
                  </a:lnTo>
                  <a:lnTo>
                    <a:pt x="7158196" y="0"/>
                  </a:lnTo>
                  <a:lnTo>
                    <a:pt x="7157340" y="0"/>
                  </a:lnTo>
                  <a:lnTo>
                    <a:pt x="7156485" y="0"/>
                  </a:lnTo>
                  <a:lnTo>
                    <a:pt x="7155629" y="0"/>
                  </a:lnTo>
                  <a:lnTo>
                    <a:pt x="7154773" y="0"/>
                  </a:lnTo>
                  <a:lnTo>
                    <a:pt x="7153918" y="0"/>
                  </a:lnTo>
                  <a:lnTo>
                    <a:pt x="7153062" y="0"/>
                  </a:lnTo>
                  <a:lnTo>
                    <a:pt x="7152207" y="0"/>
                  </a:lnTo>
                  <a:lnTo>
                    <a:pt x="7151351" y="0"/>
                  </a:lnTo>
                  <a:lnTo>
                    <a:pt x="7150496" y="0"/>
                  </a:lnTo>
                  <a:lnTo>
                    <a:pt x="7149640" y="0"/>
                  </a:lnTo>
                  <a:lnTo>
                    <a:pt x="7148785" y="0"/>
                  </a:lnTo>
                  <a:lnTo>
                    <a:pt x="7147929" y="0"/>
                  </a:lnTo>
                  <a:lnTo>
                    <a:pt x="7147074" y="0"/>
                  </a:lnTo>
                  <a:lnTo>
                    <a:pt x="7146218" y="0"/>
                  </a:lnTo>
                  <a:lnTo>
                    <a:pt x="7145363" y="0"/>
                  </a:lnTo>
                  <a:lnTo>
                    <a:pt x="7144507" y="0"/>
                  </a:lnTo>
                  <a:lnTo>
                    <a:pt x="7143652" y="0"/>
                  </a:lnTo>
                  <a:lnTo>
                    <a:pt x="7142796" y="0"/>
                  </a:lnTo>
                  <a:lnTo>
                    <a:pt x="7141941" y="0"/>
                  </a:lnTo>
                  <a:lnTo>
                    <a:pt x="7141085" y="0"/>
                  </a:lnTo>
                  <a:lnTo>
                    <a:pt x="7140230" y="0"/>
                  </a:lnTo>
                  <a:lnTo>
                    <a:pt x="7139374" y="0"/>
                  </a:lnTo>
                  <a:lnTo>
                    <a:pt x="7138518" y="0"/>
                  </a:lnTo>
                  <a:lnTo>
                    <a:pt x="7137663" y="0"/>
                  </a:lnTo>
                  <a:lnTo>
                    <a:pt x="7136807" y="0"/>
                  </a:lnTo>
                  <a:lnTo>
                    <a:pt x="7135952" y="0"/>
                  </a:lnTo>
                  <a:lnTo>
                    <a:pt x="7135096" y="0"/>
                  </a:lnTo>
                  <a:lnTo>
                    <a:pt x="7134241" y="0"/>
                  </a:lnTo>
                  <a:lnTo>
                    <a:pt x="7133385" y="0"/>
                  </a:lnTo>
                  <a:lnTo>
                    <a:pt x="7132530" y="0"/>
                  </a:lnTo>
                  <a:lnTo>
                    <a:pt x="7131674" y="0"/>
                  </a:lnTo>
                  <a:lnTo>
                    <a:pt x="7130819" y="0"/>
                  </a:lnTo>
                  <a:lnTo>
                    <a:pt x="7129963" y="0"/>
                  </a:lnTo>
                  <a:lnTo>
                    <a:pt x="7129108" y="0"/>
                  </a:lnTo>
                  <a:lnTo>
                    <a:pt x="7128252" y="0"/>
                  </a:lnTo>
                  <a:lnTo>
                    <a:pt x="7127397" y="0"/>
                  </a:lnTo>
                  <a:lnTo>
                    <a:pt x="7126541" y="0"/>
                  </a:lnTo>
                  <a:lnTo>
                    <a:pt x="7125686" y="0"/>
                  </a:lnTo>
                  <a:lnTo>
                    <a:pt x="7124830" y="0"/>
                  </a:lnTo>
                  <a:lnTo>
                    <a:pt x="7123975" y="0"/>
                  </a:lnTo>
                  <a:lnTo>
                    <a:pt x="7123119" y="0"/>
                  </a:lnTo>
                  <a:lnTo>
                    <a:pt x="7122263" y="0"/>
                  </a:lnTo>
                  <a:lnTo>
                    <a:pt x="7121408" y="0"/>
                  </a:lnTo>
                  <a:lnTo>
                    <a:pt x="7120552" y="0"/>
                  </a:lnTo>
                  <a:lnTo>
                    <a:pt x="7119697" y="0"/>
                  </a:lnTo>
                  <a:lnTo>
                    <a:pt x="7118841" y="0"/>
                  </a:lnTo>
                  <a:lnTo>
                    <a:pt x="7117986" y="0"/>
                  </a:lnTo>
                  <a:lnTo>
                    <a:pt x="7117130" y="0"/>
                  </a:lnTo>
                  <a:lnTo>
                    <a:pt x="7116275" y="0"/>
                  </a:lnTo>
                  <a:lnTo>
                    <a:pt x="7115419" y="0"/>
                  </a:lnTo>
                  <a:lnTo>
                    <a:pt x="7114564" y="0"/>
                  </a:lnTo>
                  <a:lnTo>
                    <a:pt x="7113708" y="0"/>
                  </a:lnTo>
                  <a:lnTo>
                    <a:pt x="7112853" y="0"/>
                  </a:lnTo>
                  <a:lnTo>
                    <a:pt x="7111997" y="0"/>
                  </a:lnTo>
                  <a:lnTo>
                    <a:pt x="7111142" y="0"/>
                  </a:lnTo>
                  <a:lnTo>
                    <a:pt x="7110286" y="0"/>
                  </a:lnTo>
                  <a:lnTo>
                    <a:pt x="7109431" y="0"/>
                  </a:lnTo>
                  <a:lnTo>
                    <a:pt x="7108575" y="0"/>
                  </a:lnTo>
                  <a:lnTo>
                    <a:pt x="7107719" y="0"/>
                  </a:lnTo>
                  <a:lnTo>
                    <a:pt x="7106864" y="0"/>
                  </a:lnTo>
                  <a:lnTo>
                    <a:pt x="7106008" y="0"/>
                  </a:lnTo>
                  <a:lnTo>
                    <a:pt x="7105153" y="0"/>
                  </a:lnTo>
                  <a:lnTo>
                    <a:pt x="7104297" y="0"/>
                  </a:lnTo>
                  <a:lnTo>
                    <a:pt x="7103442" y="0"/>
                  </a:lnTo>
                  <a:lnTo>
                    <a:pt x="7102586" y="0"/>
                  </a:lnTo>
                  <a:lnTo>
                    <a:pt x="7101731" y="0"/>
                  </a:lnTo>
                  <a:lnTo>
                    <a:pt x="7100875" y="0"/>
                  </a:lnTo>
                  <a:lnTo>
                    <a:pt x="7100020" y="0"/>
                  </a:lnTo>
                  <a:lnTo>
                    <a:pt x="7099164" y="0"/>
                  </a:lnTo>
                  <a:lnTo>
                    <a:pt x="7098309" y="0"/>
                  </a:lnTo>
                  <a:lnTo>
                    <a:pt x="7097453" y="0"/>
                  </a:lnTo>
                  <a:lnTo>
                    <a:pt x="7096598" y="0"/>
                  </a:lnTo>
                  <a:lnTo>
                    <a:pt x="7095742" y="0"/>
                  </a:lnTo>
                  <a:lnTo>
                    <a:pt x="7094887" y="0"/>
                  </a:lnTo>
                  <a:lnTo>
                    <a:pt x="7094031" y="0"/>
                  </a:lnTo>
                  <a:lnTo>
                    <a:pt x="7093176" y="0"/>
                  </a:lnTo>
                  <a:lnTo>
                    <a:pt x="7092320" y="0"/>
                  </a:lnTo>
                  <a:lnTo>
                    <a:pt x="7091464" y="0"/>
                  </a:lnTo>
                  <a:lnTo>
                    <a:pt x="7090609" y="0"/>
                  </a:lnTo>
                  <a:lnTo>
                    <a:pt x="7089753" y="0"/>
                  </a:lnTo>
                  <a:lnTo>
                    <a:pt x="7088898" y="0"/>
                  </a:lnTo>
                  <a:lnTo>
                    <a:pt x="7088042" y="0"/>
                  </a:lnTo>
                  <a:lnTo>
                    <a:pt x="7087187" y="0"/>
                  </a:lnTo>
                  <a:lnTo>
                    <a:pt x="7086331" y="0"/>
                  </a:lnTo>
                  <a:lnTo>
                    <a:pt x="7085476" y="0"/>
                  </a:lnTo>
                  <a:lnTo>
                    <a:pt x="7084620" y="0"/>
                  </a:lnTo>
                  <a:lnTo>
                    <a:pt x="7083765" y="0"/>
                  </a:lnTo>
                  <a:lnTo>
                    <a:pt x="7082909" y="0"/>
                  </a:lnTo>
                  <a:lnTo>
                    <a:pt x="7082054" y="0"/>
                  </a:lnTo>
                  <a:lnTo>
                    <a:pt x="7081198" y="0"/>
                  </a:lnTo>
                  <a:lnTo>
                    <a:pt x="7080343" y="0"/>
                  </a:lnTo>
                  <a:lnTo>
                    <a:pt x="7079487" y="0"/>
                  </a:lnTo>
                  <a:lnTo>
                    <a:pt x="7078632" y="0"/>
                  </a:lnTo>
                  <a:lnTo>
                    <a:pt x="7077776" y="0"/>
                  </a:lnTo>
                  <a:lnTo>
                    <a:pt x="7076921" y="0"/>
                  </a:lnTo>
                  <a:lnTo>
                    <a:pt x="7076065" y="0"/>
                  </a:lnTo>
                  <a:lnTo>
                    <a:pt x="7075209" y="0"/>
                  </a:lnTo>
                  <a:lnTo>
                    <a:pt x="7074354" y="0"/>
                  </a:lnTo>
                  <a:lnTo>
                    <a:pt x="7073498" y="0"/>
                  </a:lnTo>
                  <a:lnTo>
                    <a:pt x="7072643" y="0"/>
                  </a:lnTo>
                  <a:lnTo>
                    <a:pt x="7071787" y="0"/>
                  </a:lnTo>
                  <a:lnTo>
                    <a:pt x="7070932" y="0"/>
                  </a:lnTo>
                  <a:lnTo>
                    <a:pt x="7070076" y="0"/>
                  </a:lnTo>
                  <a:lnTo>
                    <a:pt x="7069221" y="0"/>
                  </a:lnTo>
                  <a:lnTo>
                    <a:pt x="7068365" y="0"/>
                  </a:lnTo>
                  <a:lnTo>
                    <a:pt x="7067510" y="0"/>
                  </a:lnTo>
                  <a:lnTo>
                    <a:pt x="7066654" y="0"/>
                  </a:lnTo>
                  <a:lnTo>
                    <a:pt x="7065799" y="0"/>
                  </a:lnTo>
                  <a:lnTo>
                    <a:pt x="7064943" y="0"/>
                  </a:lnTo>
                  <a:lnTo>
                    <a:pt x="7064088" y="0"/>
                  </a:lnTo>
                  <a:lnTo>
                    <a:pt x="7063232" y="0"/>
                  </a:lnTo>
                  <a:lnTo>
                    <a:pt x="7062377" y="0"/>
                  </a:lnTo>
                  <a:lnTo>
                    <a:pt x="7061521" y="0"/>
                  </a:lnTo>
                  <a:lnTo>
                    <a:pt x="7060666" y="0"/>
                  </a:lnTo>
                  <a:lnTo>
                    <a:pt x="7059810" y="0"/>
                  </a:lnTo>
                  <a:lnTo>
                    <a:pt x="7058954" y="0"/>
                  </a:lnTo>
                  <a:lnTo>
                    <a:pt x="7058099" y="0"/>
                  </a:lnTo>
                  <a:lnTo>
                    <a:pt x="7057243" y="0"/>
                  </a:lnTo>
                  <a:lnTo>
                    <a:pt x="7056388" y="0"/>
                  </a:lnTo>
                  <a:lnTo>
                    <a:pt x="7055532" y="0"/>
                  </a:lnTo>
                  <a:lnTo>
                    <a:pt x="7054677" y="0"/>
                  </a:lnTo>
                  <a:lnTo>
                    <a:pt x="7053821" y="0"/>
                  </a:lnTo>
                  <a:lnTo>
                    <a:pt x="7052966" y="0"/>
                  </a:lnTo>
                  <a:lnTo>
                    <a:pt x="7052110" y="0"/>
                  </a:lnTo>
                  <a:lnTo>
                    <a:pt x="7051255" y="0"/>
                  </a:lnTo>
                  <a:lnTo>
                    <a:pt x="7050399" y="0"/>
                  </a:lnTo>
                  <a:lnTo>
                    <a:pt x="7049544" y="0"/>
                  </a:lnTo>
                  <a:lnTo>
                    <a:pt x="7048688" y="0"/>
                  </a:lnTo>
                  <a:lnTo>
                    <a:pt x="7047833" y="0"/>
                  </a:lnTo>
                  <a:lnTo>
                    <a:pt x="7046977" y="0"/>
                  </a:lnTo>
                  <a:lnTo>
                    <a:pt x="7046122" y="0"/>
                  </a:lnTo>
                  <a:lnTo>
                    <a:pt x="7045266" y="0"/>
                  </a:lnTo>
                  <a:lnTo>
                    <a:pt x="7044410" y="0"/>
                  </a:lnTo>
                  <a:lnTo>
                    <a:pt x="7043555" y="0"/>
                  </a:lnTo>
                  <a:lnTo>
                    <a:pt x="7042699" y="0"/>
                  </a:lnTo>
                  <a:lnTo>
                    <a:pt x="7041844" y="0"/>
                  </a:lnTo>
                  <a:lnTo>
                    <a:pt x="7040988" y="0"/>
                  </a:lnTo>
                  <a:lnTo>
                    <a:pt x="7040133" y="0"/>
                  </a:lnTo>
                  <a:lnTo>
                    <a:pt x="7039277" y="0"/>
                  </a:lnTo>
                  <a:lnTo>
                    <a:pt x="7038422" y="0"/>
                  </a:lnTo>
                  <a:lnTo>
                    <a:pt x="7037566" y="0"/>
                  </a:lnTo>
                  <a:lnTo>
                    <a:pt x="7036711" y="0"/>
                  </a:lnTo>
                  <a:lnTo>
                    <a:pt x="7035855" y="0"/>
                  </a:lnTo>
                  <a:lnTo>
                    <a:pt x="7035000" y="0"/>
                  </a:lnTo>
                  <a:lnTo>
                    <a:pt x="7034144" y="0"/>
                  </a:lnTo>
                  <a:lnTo>
                    <a:pt x="7033289" y="0"/>
                  </a:lnTo>
                  <a:lnTo>
                    <a:pt x="7032433" y="0"/>
                  </a:lnTo>
                  <a:lnTo>
                    <a:pt x="7031578" y="0"/>
                  </a:lnTo>
                  <a:lnTo>
                    <a:pt x="7030722" y="0"/>
                  </a:lnTo>
                  <a:lnTo>
                    <a:pt x="7029867" y="0"/>
                  </a:lnTo>
                  <a:lnTo>
                    <a:pt x="7029011" y="0"/>
                  </a:lnTo>
                  <a:lnTo>
                    <a:pt x="7028155" y="0"/>
                  </a:lnTo>
                  <a:lnTo>
                    <a:pt x="7027300" y="0"/>
                  </a:lnTo>
                  <a:lnTo>
                    <a:pt x="7026444" y="0"/>
                  </a:lnTo>
                  <a:lnTo>
                    <a:pt x="7025589" y="0"/>
                  </a:lnTo>
                  <a:lnTo>
                    <a:pt x="7024733" y="0"/>
                  </a:lnTo>
                  <a:lnTo>
                    <a:pt x="7023878" y="0"/>
                  </a:lnTo>
                  <a:lnTo>
                    <a:pt x="7023022" y="0"/>
                  </a:lnTo>
                  <a:lnTo>
                    <a:pt x="7022167" y="0"/>
                  </a:lnTo>
                  <a:lnTo>
                    <a:pt x="7021311" y="0"/>
                  </a:lnTo>
                  <a:lnTo>
                    <a:pt x="7020456" y="0"/>
                  </a:lnTo>
                  <a:lnTo>
                    <a:pt x="7019600" y="0"/>
                  </a:lnTo>
                  <a:lnTo>
                    <a:pt x="7018745" y="0"/>
                  </a:lnTo>
                  <a:lnTo>
                    <a:pt x="7017889" y="0"/>
                  </a:lnTo>
                  <a:lnTo>
                    <a:pt x="7017034" y="0"/>
                  </a:lnTo>
                  <a:lnTo>
                    <a:pt x="7016178" y="0"/>
                  </a:lnTo>
                  <a:lnTo>
                    <a:pt x="7015323" y="0"/>
                  </a:lnTo>
                  <a:lnTo>
                    <a:pt x="7014467" y="0"/>
                  </a:lnTo>
                  <a:lnTo>
                    <a:pt x="7013612" y="0"/>
                  </a:lnTo>
                  <a:lnTo>
                    <a:pt x="7012756" y="0"/>
                  </a:lnTo>
                  <a:lnTo>
                    <a:pt x="7011900" y="0"/>
                  </a:lnTo>
                  <a:lnTo>
                    <a:pt x="7011045" y="0"/>
                  </a:lnTo>
                  <a:lnTo>
                    <a:pt x="7010189" y="0"/>
                  </a:lnTo>
                  <a:lnTo>
                    <a:pt x="7009334" y="0"/>
                  </a:lnTo>
                  <a:lnTo>
                    <a:pt x="7008478" y="0"/>
                  </a:lnTo>
                  <a:lnTo>
                    <a:pt x="7007623" y="0"/>
                  </a:lnTo>
                  <a:lnTo>
                    <a:pt x="7006767" y="0"/>
                  </a:lnTo>
                  <a:lnTo>
                    <a:pt x="7005912" y="0"/>
                  </a:lnTo>
                  <a:lnTo>
                    <a:pt x="7005056" y="0"/>
                  </a:lnTo>
                  <a:lnTo>
                    <a:pt x="7004201" y="0"/>
                  </a:lnTo>
                  <a:lnTo>
                    <a:pt x="7003345" y="0"/>
                  </a:lnTo>
                  <a:lnTo>
                    <a:pt x="7002490" y="0"/>
                  </a:lnTo>
                  <a:lnTo>
                    <a:pt x="7001634" y="0"/>
                  </a:lnTo>
                  <a:lnTo>
                    <a:pt x="7000779" y="0"/>
                  </a:lnTo>
                  <a:lnTo>
                    <a:pt x="6999923" y="0"/>
                  </a:lnTo>
                  <a:lnTo>
                    <a:pt x="6999068" y="0"/>
                  </a:lnTo>
                  <a:lnTo>
                    <a:pt x="6998212" y="0"/>
                  </a:lnTo>
                  <a:lnTo>
                    <a:pt x="6997356" y="0"/>
                  </a:lnTo>
                  <a:lnTo>
                    <a:pt x="6996501" y="0"/>
                  </a:lnTo>
                  <a:lnTo>
                    <a:pt x="6995645" y="0"/>
                  </a:lnTo>
                  <a:lnTo>
                    <a:pt x="6994790" y="0"/>
                  </a:lnTo>
                  <a:lnTo>
                    <a:pt x="6993934" y="0"/>
                  </a:lnTo>
                  <a:lnTo>
                    <a:pt x="6993079" y="0"/>
                  </a:lnTo>
                  <a:lnTo>
                    <a:pt x="6992223" y="0"/>
                  </a:lnTo>
                  <a:lnTo>
                    <a:pt x="6991368" y="0"/>
                  </a:lnTo>
                  <a:lnTo>
                    <a:pt x="6990512" y="0"/>
                  </a:lnTo>
                  <a:lnTo>
                    <a:pt x="6989657" y="0"/>
                  </a:lnTo>
                  <a:lnTo>
                    <a:pt x="6988801" y="0"/>
                  </a:lnTo>
                  <a:lnTo>
                    <a:pt x="6987946" y="0"/>
                  </a:lnTo>
                  <a:lnTo>
                    <a:pt x="6987090" y="0"/>
                  </a:lnTo>
                  <a:lnTo>
                    <a:pt x="6986235" y="0"/>
                  </a:lnTo>
                  <a:lnTo>
                    <a:pt x="6985379" y="0"/>
                  </a:lnTo>
                  <a:lnTo>
                    <a:pt x="6984524" y="0"/>
                  </a:lnTo>
                  <a:lnTo>
                    <a:pt x="6983668" y="0"/>
                  </a:lnTo>
                  <a:lnTo>
                    <a:pt x="6982813" y="0"/>
                  </a:lnTo>
                  <a:lnTo>
                    <a:pt x="6981957" y="0"/>
                  </a:lnTo>
                  <a:lnTo>
                    <a:pt x="6981101" y="0"/>
                  </a:lnTo>
                  <a:lnTo>
                    <a:pt x="6980246" y="0"/>
                  </a:lnTo>
                  <a:lnTo>
                    <a:pt x="6979390" y="0"/>
                  </a:lnTo>
                  <a:lnTo>
                    <a:pt x="6978535" y="0"/>
                  </a:lnTo>
                  <a:lnTo>
                    <a:pt x="6977679" y="0"/>
                  </a:lnTo>
                  <a:lnTo>
                    <a:pt x="6976824" y="0"/>
                  </a:lnTo>
                  <a:lnTo>
                    <a:pt x="6975968" y="0"/>
                  </a:lnTo>
                  <a:lnTo>
                    <a:pt x="6975113" y="0"/>
                  </a:lnTo>
                  <a:lnTo>
                    <a:pt x="6974257" y="0"/>
                  </a:lnTo>
                  <a:lnTo>
                    <a:pt x="6973402" y="0"/>
                  </a:lnTo>
                  <a:lnTo>
                    <a:pt x="6972546" y="0"/>
                  </a:lnTo>
                  <a:lnTo>
                    <a:pt x="6971691" y="0"/>
                  </a:lnTo>
                  <a:lnTo>
                    <a:pt x="6970835" y="0"/>
                  </a:lnTo>
                  <a:lnTo>
                    <a:pt x="6969980" y="0"/>
                  </a:lnTo>
                  <a:lnTo>
                    <a:pt x="6969124" y="0"/>
                  </a:lnTo>
                  <a:lnTo>
                    <a:pt x="6968269" y="0"/>
                  </a:lnTo>
                  <a:lnTo>
                    <a:pt x="6967413" y="0"/>
                  </a:lnTo>
                  <a:lnTo>
                    <a:pt x="6966558" y="0"/>
                  </a:lnTo>
                  <a:lnTo>
                    <a:pt x="6965702" y="0"/>
                  </a:lnTo>
                  <a:lnTo>
                    <a:pt x="6964846" y="0"/>
                  </a:lnTo>
                  <a:lnTo>
                    <a:pt x="6963991" y="0"/>
                  </a:lnTo>
                  <a:lnTo>
                    <a:pt x="6963135" y="0"/>
                  </a:lnTo>
                  <a:lnTo>
                    <a:pt x="6962280" y="0"/>
                  </a:lnTo>
                  <a:lnTo>
                    <a:pt x="6961424" y="0"/>
                  </a:lnTo>
                  <a:lnTo>
                    <a:pt x="6960569" y="0"/>
                  </a:lnTo>
                  <a:lnTo>
                    <a:pt x="6959713" y="0"/>
                  </a:lnTo>
                  <a:lnTo>
                    <a:pt x="6958858" y="0"/>
                  </a:lnTo>
                  <a:lnTo>
                    <a:pt x="6958002" y="0"/>
                  </a:lnTo>
                  <a:lnTo>
                    <a:pt x="6957147" y="0"/>
                  </a:lnTo>
                  <a:lnTo>
                    <a:pt x="6956291" y="0"/>
                  </a:lnTo>
                  <a:lnTo>
                    <a:pt x="6955436" y="0"/>
                  </a:lnTo>
                  <a:lnTo>
                    <a:pt x="6954580" y="0"/>
                  </a:lnTo>
                  <a:lnTo>
                    <a:pt x="6953725" y="0"/>
                  </a:lnTo>
                  <a:lnTo>
                    <a:pt x="6952869" y="0"/>
                  </a:lnTo>
                  <a:lnTo>
                    <a:pt x="6952014" y="0"/>
                  </a:lnTo>
                  <a:lnTo>
                    <a:pt x="6951158" y="0"/>
                  </a:lnTo>
                  <a:lnTo>
                    <a:pt x="6950302" y="0"/>
                  </a:lnTo>
                  <a:lnTo>
                    <a:pt x="6949447" y="0"/>
                  </a:lnTo>
                  <a:lnTo>
                    <a:pt x="6948591" y="0"/>
                  </a:lnTo>
                  <a:lnTo>
                    <a:pt x="6947736" y="0"/>
                  </a:lnTo>
                  <a:lnTo>
                    <a:pt x="6946880" y="0"/>
                  </a:lnTo>
                  <a:lnTo>
                    <a:pt x="6946025" y="0"/>
                  </a:lnTo>
                  <a:lnTo>
                    <a:pt x="6945169" y="0"/>
                  </a:lnTo>
                  <a:lnTo>
                    <a:pt x="6944314" y="0"/>
                  </a:lnTo>
                  <a:lnTo>
                    <a:pt x="6943458" y="0"/>
                  </a:lnTo>
                  <a:lnTo>
                    <a:pt x="6942603" y="0"/>
                  </a:lnTo>
                  <a:lnTo>
                    <a:pt x="6941747" y="0"/>
                  </a:lnTo>
                  <a:lnTo>
                    <a:pt x="6940892" y="0"/>
                  </a:lnTo>
                  <a:lnTo>
                    <a:pt x="6940036" y="0"/>
                  </a:lnTo>
                  <a:lnTo>
                    <a:pt x="6939181" y="0"/>
                  </a:lnTo>
                  <a:lnTo>
                    <a:pt x="6938325" y="0"/>
                  </a:lnTo>
                  <a:lnTo>
                    <a:pt x="6937470" y="0"/>
                  </a:lnTo>
                  <a:lnTo>
                    <a:pt x="6936614" y="0"/>
                  </a:lnTo>
                  <a:lnTo>
                    <a:pt x="6935759" y="0"/>
                  </a:lnTo>
                  <a:lnTo>
                    <a:pt x="6934903" y="0"/>
                  </a:lnTo>
                  <a:lnTo>
                    <a:pt x="6934047" y="0"/>
                  </a:lnTo>
                  <a:lnTo>
                    <a:pt x="6933192" y="0"/>
                  </a:lnTo>
                  <a:lnTo>
                    <a:pt x="6932336" y="0"/>
                  </a:lnTo>
                  <a:lnTo>
                    <a:pt x="6931481" y="0"/>
                  </a:lnTo>
                  <a:lnTo>
                    <a:pt x="6930625" y="0"/>
                  </a:lnTo>
                  <a:lnTo>
                    <a:pt x="6929770" y="0"/>
                  </a:lnTo>
                  <a:lnTo>
                    <a:pt x="6928914" y="0"/>
                  </a:lnTo>
                  <a:lnTo>
                    <a:pt x="6928059" y="0"/>
                  </a:lnTo>
                  <a:lnTo>
                    <a:pt x="6927203" y="0"/>
                  </a:lnTo>
                  <a:lnTo>
                    <a:pt x="6926348" y="0"/>
                  </a:lnTo>
                  <a:lnTo>
                    <a:pt x="6925492" y="0"/>
                  </a:lnTo>
                  <a:lnTo>
                    <a:pt x="6924637" y="0"/>
                  </a:lnTo>
                  <a:lnTo>
                    <a:pt x="6923781" y="0"/>
                  </a:lnTo>
                  <a:lnTo>
                    <a:pt x="6922926" y="0"/>
                  </a:lnTo>
                  <a:lnTo>
                    <a:pt x="6922070" y="0"/>
                  </a:lnTo>
                  <a:lnTo>
                    <a:pt x="6921215" y="0"/>
                  </a:lnTo>
                  <a:lnTo>
                    <a:pt x="6920359" y="0"/>
                  </a:lnTo>
                  <a:lnTo>
                    <a:pt x="6919504" y="0"/>
                  </a:lnTo>
                  <a:lnTo>
                    <a:pt x="6918648" y="0"/>
                  </a:lnTo>
                  <a:lnTo>
                    <a:pt x="6917792" y="0"/>
                  </a:lnTo>
                  <a:lnTo>
                    <a:pt x="6916937" y="0"/>
                  </a:lnTo>
                  <a:lnTo>
                    <a:pt x="6916081" y="0"/>
                  </a:lnTo>
                  <a:lnTo>
                    <a:pt x="6915226" y="0"/>
                  </a:lnTo>
                  <a:lnTo>
                    <a:pt x="6914370" y="0"/>
                  </a:lnTo>
                  <a:lnTo>
                    <a:pt x="6913515" y="0"/>
                  </a:lnTo>
                  <a:lnTo>
                    <a:pt x="6912659" y="0"/>
                  </a:lnTo>
                  <a:lnTo>
                    <a:pt x="6911804" y="0"/>
                  </a:lnTo>
                  <a:lnTo>
                    <a:pt x="6910948" y="0"/>
                  </a:lnTo>
                  <a:lnTo>
                    <a:pt x="6910093" y="0"/>
                  </a:lnTo>
                  <a:lnTo>
                    <a:pt x="6909237" y="0"/>
                  </a:lnTo>
                  <a:lnTo>
                    <a:pt x="6908382" y="0"/>
                  </a:lnTo>
                  <a:lnTo>
                    <a:pt x="6907526" y="0"/>
                  </a:lnTo>
                  <a:lnTo>
                    <a:pt x="6906671" y="0"/>
                  </a:lnTo>
                  <a:lnTo>
                    <a:pt x="6905815" y="0"/>
                  </a:lnTo>
                  <a:lnTo>
                    <a:pt x="6904960" y="0"/>
                  </a:lnTo>
                  <a:lnTo>
                    <a:pt x="6904104" y="0"/>
                  </a:lnTo>
                  <a:lnTo>
                    <a:pt x="6903248" y="0"/>
                  </a:lnTo>
                  <a:lnTo>
                    <a:pt x="6902393" y="0"/>
                  </a:lnTo>
                  <a:lnTo>
                    <a:pt x="6901537" y="0"/>
                  </a:lnTo>
                  <a:lnTo>
                    <a:pt x="6900682" y="0"/>
                  </a:lnTo>
                  <a:lnTo>
                    <a:pt x="6899826" y="0"/>
                  </a:lnTo>
                  <a:lnTo>
                    <a:pt x="6898971" y="0"/>
                  </a:lnTo>
                  <a:lnTo>
                    <a:pt x="6898115" y="0"/>
                  </a:lnTo>
                  <a:lnTo>
                    <a:pt x="6897260" y="0"/>
                  </a:lnTo>
                  <a:lnTo>
                    <a:pt x="6896404" y="0"/>
                  </a:lnTo>
                  <a:lnTo>
                    <a:pt x="6895549" y="0"/>
                  </a:lnTo>
                  <a:lnTo>
                    <a:pt x="6894693" y="0"/>
                  </a:lnTo>
                  <a:lnTo>
                    <a:pt x="6893838" y="0"/>
                  </a:lnTo>
                  <a:lnTo>
                    <a:pt x="6892982" y="0"/>
                  </a:lnTo>
                  <a:lnTo>
                    <a:pt x="6892127" y="0"/>
                  </a:lnTo>
                  <a:lnTo>
                    <a:pt x="6891271" y="0"/>
                  </a:lnTo>
                  <a:lnTo>
                    <a:pt x="6890416" y="0"/>
                  </a:lnTo>
                  <a:lnTo>
                    <a:pt x="6889560" y="0"/>
                  </a:lnTo>
                  <a:lnTo>
                    <a:pt x="6888705" y="0"/>
                  </a:lnTo>
                  <a:lnTo>
                    <a:pt x="6887849" y="0"/>
                  </a:lnTo>
                  <a:lnTo>
                    <a:pt x="6886993" y="0"/>
                  </a:lnTo>
                  <a:lnTo>
                    <a:pt x="6886138" y="0"/>
                  </a:lnTo>
                  <a:lnTo>
                    <a:pt x="6885282" y="0"/>
                  </a:lnTo>
                  <a:lnTo>
                    <a:pt x="6884427" y="0"/>
                  </a:lnTo>
                  <a:lnTo>
                    <a:pt x="6883571" y="0"/>
                  </a:lnTo>
                  <a:lnTo>
                    <a:pt x="6882716" y="0"/>
                  </a:lnTo>
                  <a:lnTo>
                    <a:pt x="6881860" y="0"/>
                  </a:lnTo>
                  <a:lnTo>
                    <a:pt x="6881005" y="0"/>
                  </a:lnTo>
                  <a:lnTo>
                    <a:pt x="6880149" y="0"/>
                  </a:lnTo>
                  <a:lnTo>
                    <a:pt x="6879294" y="0"/>
                  </a:lnTo>
                  <a:lnTo>
                    <a:pt x="6878438" y="0"/>
                  </a:lnTo>
                  <a:lnTo>
                    <a:pt x="6877583" y="0"/>
                  </a:lnTo>
                  <a:lnTo>
                    <a:pt x="6876727" y="0"/>
                  </a:lnTo>
                  <a:lnTo>
                    <a:pt x="6875872" y="0"/>
                  </a:lnTo>
                  <a:lnTo>
                    <a:pt x="6875016" y="0"/>
                  </a:lnTo>
                  <a:lnTo>
                    <a:pt x="6874161" y="0"/>
                  </a:lnTo>
                  <a:lnTo>
                    <a:pt x="6873305" y="0"/>
                  </a:lnTo>
                  <a:lnTo>
                    <a:pt x="6872450" y="0"/>
                  </a:lnTo>
                  <a:lnTo>
                    <a:pt x="6871594" y="0"/>
                  </a:lnTo>
                  <a:lnTo>
                    <a:pt x="6870738" y="0"/>
                  </a:lnTo>
                  <a:lnTo>
                    <a:pt x="6869883" y="0"/>
                  </a:lnTo>
                  <a:lnTo>
                    <a:pt x="6869027" y="0"/>
                  </a:lnTo>
                  <a:lnTo>
                    <a:pt x="6868172" y="0"/>
                  </a:lnTo>
                  <a:lnTo>
                    <a:pt x="6867316" y="0"/>
                  </a:lnTo>
                  <a:lnTo>
                    <a:pt x="6866461" y="0"/>
                  </a:lnTo>
                  <a:lnTo>
                    <a:pt x="6865605" y="0"/>
                  </a:lnTo>
                  <a:lnTo>
                    <a:pt x="6864750" y="0"/>
                  </a:lnTo>
                  <a:lnTo>
                    <a:pt x="6863894" y="0"/>
                  </a:lnTo>
                  <a:lnTo>
                    <a:pt x="6863039" y="0"/>
                  </a:lnTo>
                  <a:lnTo>
                    <a:pt x="6862183" y="0"/>
                  </a:lnTo>
                  <a:lnTo>
                    <a:pt x="6861328" y="0"/>
                  </a:lnTo>
                  <a:lnTo>
                    <a:pt x="6860472" y="0"/>
                  </a:lnTo>
                  <a:lnTo>
                    <a:pt x="6859617" y="0"/>
                  </a:lnTo>
                  <a:lnTo>
                    <a:pt x="6858761" y="0"/>
                  </a:lnTo>
                  <a:lnTo>
                    <a:pt x="6857906" y="0"/>
                  </a:lnTo>
                  <a:lnTo>
                    <a:pt x="6857050" y="0"/>
                  </a:lnTo>
                  <a:lnTo>
                    <a:pt x="6856195" y="0"/>
                  </a:lnTo>
                  <a:lnTo>
                    <a:pt x="6855339" y="0"/>
                  </a:lnTo>
                  <a:lnTo>
                    <a:pt x="6854483" y="0"/>
                  </a:lnTo>
                  <a:lnTo>
                    <a:pt x="6853628" y="0"/>
                  </a:lnTo>
                  <a:lnTo>
                    <a:pt x="6852772" y="0"/>
                  </a:lnTo>
                  <a:lnTo>
                    <a:pt x="6851917" y="0"/>
                  </a:lnTo>
                  <a:lnTo>
                    <a:pt x="6851061" y="0"/>
                  </a:lnTo>
                  <a:lnTo>
                    <a:pt x="6850206" y="0"/>
                  </a:lnTo>
                  <a:lnTo>
                    <a:pt x="6849350" y="0"/>
                  </a:lnTo>
                  <a:lnTo>
                    <a:pt x="6848495" y="0"/>
                  </a:lnTo>
                  <a:lnTo>
                    <a:pt x="6847639" y="0"/>
                  </a:lnTo>
                  <a:lnTo>
                    <a:pt x="6846784" y="0"/>
                  </a:lnTo>
                  <a:lnTo>
                    <a:pt x="6845928" y="0"/>
                  </a:lnTo>
                  <a:lnTo>
                    <a:pt x="6845073" y="0"/>
                  </a:lnTo>
                  <a:lnTo>
                    <a:pt x="6844217" y="0"/>
                  </a:lnTo>
                  <a:lnTo>
                    <a:pt x="6843362" y="0"/>
                  </a:lnTo>
                  <a:lnTo>
                    <a:pt x="6842506" y="0"/>
                  </a:lnTo>
                  <a:lnTo>
                    <a:pt x="6841651" y="0"/>
                  </a:lnTo>
                  <a:lnTo>
                    <a:pt x="6840795" y="0"/>
                  </a:lnTo>
                  <a:lnTo>
                    <a:pt x="6839939" y="0"/>
                  </a:lnTo>
                  <a:lnTo>
                    <a:pt x="6839084" y="0"/>
                  </a:lnTo>
                  <a:lnTo>
                    <a:pt x="6838228" y="0"/>
                  </a:lnTo>
                  <a:lnTo>
                    <a:pt x="6837373" y="0"/>
                  </a:lnTo>
                  <a:lnTo>
                    <a:pt x="6836517" y="0"/>
                  </a:lnTo>
                  <a:lnTo>
                    <a:pt x="6835662" y="0"/>
                  </a:lnTo>
                  <a:lnTo>
                    <a:pt x="6834806" y="0"/>
                  </a:lnTo>
                  <a:lnTo>
                    <a:pt x="6833951" y="0"/>
                  </a:lnTo>
                  <a:lnTo>
                    <a:pt x="6833095" y="0"/>
                  </a:lnTo>
                  <a:lnTo>
                    <a:pt x="6832240" y="0"/>
                  </a:lnTo>
                  <a:lnTo>
                    <a:pt x="6831384" y="0"/>
                  </a:lnTo>
                  <a:lnTo>
                    <a:pt x="6830529" y="0"/>
                  </a:lnTo>
                  <a:lnTo>
                    <a:pt x="6829673" y="0"/>
                  </a:lnTo>
                  <a:lnTo>
                    <a:pt x="6828818" y="0"/>
                  </a:lnTo>
                  <a:lnTo>
                    <a:pt x="6827962" y="0"/>
                  </a:lnTo>
                  <a:lnTo>
                    <a:pt x="6827107" y="0"/>
                  </a:lnTo>
                  <a:lnTo>
                    <a:pt x="6826251" y="0"/>
                  </a:lnTo>
                  <a:lnTo>
                    <a:pt x="6825396" y="0"/>
                  </a:lnTo>
                  <a:lnTo>
                    <a:pt x="6824540" y="0"/>
                  </a:lnTo>
                  <a:lnTo>
                    <a:pt x="6823684" y="0"/>
                  </a:lnTo>
                  <a:lnTo>
                    <a:pt x="6822829" y="0"/>
                  </a:lnTo>
                  <a:lnTo>
                    <a:pt x="6821973" y="0"/>
                  </a:lnTo>
                  <a:lnTo>
                    <a:pt x="6821118" y="0"/>
                  </a:lnTo>
                  <a:lnTo>
                    <a:pt x="6820262" y="0"/>
                  </a:lnTo>
                  <a:lnTo>
                    <a:pt x="6819407" y="0"/>
                  </a:lnTo>
                  <a:lnTo>
                    <a:pt x="6818551" y="0"/>
                  </a:lnTo>
                  <a:lnTo>
                    <a:pt x="6817696" y="0"/>
                  </a:lnTo>
                  <a:lnTo>
                    <a:pt x="6816840" y="0"/>
                  </a:lnTo>
                  <a:lnTo>
                    <a:pt x="6815985" y="0"/>
                  </a:lnTo>
                  <a:lnTo>
                    <a:pt x="6815129" y="0"/>
                  </a:lnTo>
                  <a:lnTo>
                    <a:pt x="6814274" y="0"/>
                  </a:lnTo>
                  <a:lnTo>
                    <a:pt x="6813418" y="0"/>
                  </a:lnTo>
                  <a:lnTo>
                    <a:pt x="6812563" y="0"/>
                  </a:lnTo>
                  <a:lnTo>
                    <a:pt x="6811707" y="0"/>
                  </a:lnTo>
                  <a:lnTo>
                    <a:pt x="6810852" y="0"/>
                  </a:lnTo>
                  <a:lnTo>
                    <a:pt x="6809996" y="0"/>
                  </a:lnTo>
                  <a:lnTo>
                    <a:pt x="6809141" y="0"/>
                  </a:lnTo>
                  <a:lnTo>
                    <a:pt x="6808285" y="0"/>
                  </a:lnTo>
                  <a:lnTo>
                    <a:pt x="6807429" y="0"/>
                  </a:lnTo>
                  <a:lnTo>
                    <a:pt x="6806574" y="0"/>
                  </a:lnTo>
                  <a:lnTo>
                    <a:pt x="6805718" y="0"/>
                  </a:lnTo>
                  <a:lnTo>
                    <a:pt x="6804863" y="0"/>
                  </a:lnTo>
                  <a:lnTo>
                    <a:pt x="6804007" y="0"/>
                  </a:lnTo>
                  <a:lnTo>
                    <a:pt x="6803152" y="0"/>
                  </a:lnTo>
                  <a:lnTo>
                    <a:pt x="6802296" y="0"/>
                  </a:lnTo>
                  <a:lnTo>
                    <a:pt x="6801441" y="0"/>
                  </a:lnTo>
                  <a:lnTo>
                    <a:pt x="6800585" y="0"/>
                  </a:lnTo>
                  <a:lnTo>
                    <a:pt x="6799730" y="0"/>
                  </a:lnTo>
                  <a:lnTo>
                    <a:pt x="6798874" y="0"/>
                  </a:lnTo>
                  <a:lnTo>
                    <a:pt x="6798019" y="0"/>
                  </a:lnTo>
                  <a:lnTo>
                    <a:pt x="6797163" y="0"/>
                  </a:lnTo>
                  <a:lnTo>
                    <a:pt x="6796308" y="0"/>
                  </a:lnTo>
                  <a:lnTo>
                    <a:pt x="6795452" y="0"/>
                  </a:lnTo>
                  <a:lnTo>
                    <a:pt x="6794597" y="0"/>
                  </a:lnTo>
                  <a:lnTo>
                    <a:pt x="6793741" y="0"/>
                  </a:lnTo>
                  <a:lnTo>
                    <a:pt x="6792885" y="0"/>
                  </a:lnTo>
                  <a:lnTo>
                    <a:pt x="6792030" y="0"/>
                  </a:lnTo>
                  <a:lnTo>
                    <a:pt x="6791174" y="0"/>
                  </a:lnTo>
                  <a:lnTo>
                    <a:pt x="6790319" y="0"/>
                  </a:lnTo>
                  <a:lnTo>
                    <a:pt x="6789463" y="0"/>
                  </a:lnTo>
                  <a:lnTo>
                    <a:pt x="6788608" y="0"/>
                  </a:lnTo>
                  <a:lnTo>
                    <a:pt x="6787752" y="0"/>
                  </a:lnTo>
                  <a:lnTo>
                    <a:pt x="6786897" y="0"/>
                  </a:lnTo>
                  <a:lnTo>
                    <a:pt x="6786041" y="0"/>
                  </a:lnTo>
                  <a:lnTo>
                    <a:pt x="6785186" y="0"/>
                  </a:lnTo>
                  <a:lnTo>
                    <a:pt x="6784330" y="0"/>
                  </a:lnTo>
                  <a:lnTo>
                    <a:pt x="6783475" y="0"/>
                  </a:lnTo>
                  <a:lnTo>
                    <a:pt x="6782619" y="0"/>
                  </a:lnTo>
                  <a:lnTo>
                    <a:pt x="6781764" y="0"/>
                  </a:lnTo>
                  <a:lnTo>
                    <a:pt x="6780908" y="0"/>
                  </a:lnTo>
                  <a:lnTo>
                    <a:pt x="6780053" y="0"/>
                  </a:lnTo>
                  <a:lnTo>
                    <a:pt x="6779197" y="0"/>
                  </a:lnTo>
                  <a:lnTo>
                    <a:pt x="6778342" y="0"/>
                  </a:lnTo>
                  <a:lnTo>
                    <a:pt x="6777486" y="0"/>
                  </a:lnTo>
                  <a:lnTo>
                    <a:pt x="6776630" y="0"/>
                  </a:lnTo>
                  <a:lnTo>
                    <a:pt x="6775775" y="0"/>
                  </a:lnTo>
                  <a:lnTo>
                    <a:pt x="6774919" y="0"/>
                  </a:lnTo>
                  <a:lnTo>
                    <a:pt x="6774064" y="0"/>
                  </a:lnTo>
                  <a:lnTo>
                    <a:pt x="6773208" y="0"/>
                  </a:lnTo>
                  <a:lnTo>
                    <a:pt x="6772353" y="0"/>
                  </a:lnTo>
                  <a:lnTo>
                    <a:pt x="6771497" y="0"/>
                  </a:lnTo>
                  <a:lnTo>
                    <a:pt x="6770642" y="0"/>
                  </a:lnTo>
                  <a:lnTo>
                    <a:pt x="6769786" y="0"/>
                  </a:lnTo>
                  <a:lnTo>
                    <a:pt x="6768931" y="0"/>
                  </a:lnTo>
                  <a:lnTo>
                    <a:pt x="6768075" y="0"/>
                  </a:lnTo>
                  <a:lnTo>
                    <a:pt x="6767220" y="0"/>
                  </a:lnTo>
                  <a:lnTo>
                    <a:pt x="6766364" y="0"/>
                  </a:lnTo>
                  <a:lnTo>
                    <a:pt x="6765509" y="0"/>
                  </a:lnTo>
                  <a:lnTo>
                    <a:pt x="6764653" y="0"/>
                  </a:lnTo>
                  <a:lnTo>
                    <a:pt x="6763798" y="0"/>
                  </a:lnTo>
                  <a:lnTo>
                    <a:pt x="6762942" y="0"/>
                  </a:lnTo>
                  <a:lnTo>
                    <a:pt x="6762087" y="0"/>
                  </a:lnTo>
                  <a:lnTo>
                    <a:pt x="6761231" y="0"/>
                  </a:lnTo>
                  <a:lnTo>
                    <a:pt x="6760375" y="0"/>
                  </a:lnTo>
                  <a:lnTo>
                    <a:pt x="6759520" y="0"/>
                  </a:lnTo>
                  <a:lnTo>
                    <a:pt x="6758664" y="0"/>
                  </a:lnTo>
                  <a:lnTo>
                    <a:pt x="6757809" y="0"/>
                  </a:lnTo>
                  <a:lnTo>
                    <a:pt x="6756953" y="0"/>
                  </a:lnTo>
                  <a:lnTo>
                    <a:pt x="6756098" y="0"/>
                  </a:lnTo>
                  <a:lnTo>
                    <a:pt x="6755242" y="0"/>
                  </a:lnTo>
                  <a:lnTo>
                    <a:pt x="6754387" y="0"/>
                  </a:lnTo>
                  <a:lnTo>
                    <a:pt x="6753531" y="0"/>
                  </a:lnTo>
                  <a:lnTo>
                    <a:pt x="6752676" y="0"/>
                  </a:lnTo>
                  <a:lnTo>
                    <a:pt x="6751820" y="0"/>
                  </a:lnTo>
                  <a:lnTo>
                    <a:pt x="6750965" y="0"/>
                  </a:lnTo>
                  <a:lnTo>
                    <a:pt x="6750109" y="0"/>
                  </a:lnTo>
                  <a:lnTo>
                    <a:pt x="6749254" y="0"/>
                  </a:lnTo>
                  <a:lnTo>
                    <a:pt x="6748398" y="0"/>
                  </a:lnTo>
                  <a:lnTo>
                    <a:pt x="6747543" y="0"/>
                  </a:lnTo>
                  <a:lnTo>
                    <a:pt x="6746687" y="0"/>
                  </a:lnTo>
                  <a:lnTo>
                    <a:pt x="6745831" y="0"/>
                  </a:lnTo>
                  <a:lnTo>
                    <a:pt x="6744976" y="0"/>
                  </a:lnTo>
                  <a:lnTo>
                    <a:pt x="6744120" y="0"/>
                  </a:lnTo>
                  <a:lnTo>
                    <a:pt x="6743265" y="0"/>
                  </a:lnTo>
                  <a:lnTo>
                    <a:pt x="6742409" y="0"/>
                  </a:lnTo>
                  <a:lnTo>
                    <a:pt x="6741554" y="0"/>
                  </a:lnTo>
                  <a:lnTo>
                    <a:pt x="6740698" y="0"/>
                  </a:lnTo>
                  <a:lnTo>
                    <a:pt x="6739843" y="0"/>
                  </a:lnTo>
                  <a:lnTo>
                    <a:pt x="6738987" y="0"/>
                  </a:lnTo>
                  <a:lnTo>
                    <a:pt x="6738132" y="0"/>
                  </a:lnTo>
                  <a:lnTo>
                    <a:pt x="6737276" y="0"/>
                  </a:lnTo>
                  <a:lnTo>
                    <a:pt x="6736421" y="0"/>
                  </a:lnTo>
                  <a:lnTo>
                    <a:pt x="6735565" y="0"/>
                  </a:lnTo>
                  <a:lnTo>
                    <a:pt x="6734710" y="0"/>
                  </a:lnTo>
                  <a:lnTo>
                    <a:pt x="6733854" y="0"/>
                  </a:lnTo>
                  <a:lnTo>
                    <a:pt x="6732999" y="0"/>
                  </a:lnTo>
                  <a:lnTo>
                    <a:pt x="6732143" y="0"/>
                  </a:lnTo>
                  <a:lnTo>
                    <a:pt x="6731288" y="0"/>
                  </a:lnTo>
                  <a:lnTo>
                    <a:pt x="6730432" y="0"/>
                  </a:lnTo>
                  <a:lnTo>
                    <a:pt x="6729576" y="0"/>
                  </a:lnTo>
                  <a:lnTo>
                    <a:pt x="6728721" y="0"/>
                  </a:lnTo>
                  <a:lnTo>
                    <a:pt x="6727865" y="0"/>
                  </a:lnTo>
                  <a:lnTo>
                    <a:pt x="6727010" y="0"/>
                  </a:lnTo>
                  <a:lnTo>
                    <a:pt x="6726154" y="0"/>
                  </a:lnTo>
                  <a:lnTo>
                    <a:pt x="6725299" y="0"/>
                  </a:lnTo>
                  <a:lnTo>
                    <a:pt x="6724443" y="0"/>
                  </a:lnTo>
                  <a:lnTo>
                    <a:pt x="6723588" y="0"/>
                  </a:lnTo>
                  <a:lnTo>
                    <a:pt x="6722732" y="0"/>
                  </a:lnTo>
                  <a:lnTo>
                    <a:pt x="6721877" y="0"/>
                  </a:lnTo>
                  <a:lnTo>
                    <a:pt x="6721021" y="0"/>
                  </a:lnTo>
                  <a:lnTo>
                    <a:pt x="6720166" y="0"/>
                  </a:lnTo>
                  <a:lnTo>
                    <a:pt x="6719310" y="0"/>
                  </a:lnTo>
                  <a:lnTo>
                    <a:pt x="6718455" y="0"/>
                  </a:lnTo>
                  <a:lnTo>
                    <a:pt x="6717599" y="0"/>
                  </a:lnTo>
                  <a:lnTo>
                    <a:pt x="6716744" y="0"/>
                  </a:lnTo>
                  <a:lnTo>
                    <a:pt x="6715888" y="0"/>
                  </a:lnTo>
                  <a:lnTo>
                    <a:pt x="6715033" y="0"/>
                  </a:lnTo>
                  <a:lnTo>
                    <a:pt x="6714177" y="0"/>
                  </a:lnTo>
                  <a:lnTo>
                    <a:pt x="6713321" y="0"/>
                  </a:lnTo>
                  <a:lnTo>
                    <a:pt x="6712466" y="0"/>
                  </a:lnTo>
                  <a:lnTo>
                    <a:pt x="6711610" y="0"/>
                  </a:lnTo>
                  <a:lnTo>
                    <a:pt x="6710755" y="0"/>
                  </a:lnTo>
                  <a:lnTo>
                    <a:pt x="6709899" y="0"/>
                  </a:lnTo>
                  <a:lnTo>
                    <a:pt x="6709044" y="0"/>
                  </a:lnTo>
                  <a:lnTo>
                    <a:pt x="6708188" y="0"/>
                  </a:lnTo>
                  <a:lnTo>
                    <a:pt x="6707333" y="0"/>
                  </a:lnTo>
                  <a:lnTo>
                    <a:pt x="6706477" y="0"/>
                  </a:lnTo>
                  <a:lnTo>
                    <a:pt x="6705622" y="0"/>
                  </a:lnTo>
                  <a:lnTo>
                    <a:pt x="6704766" y="0"/>
                  </a:lnTo>
                  <a:lnTo>
                    <a:pt x="6703911" y="0"/>
                  </a:lnTo>
                  <a:lnTo>
                    <a:pt x="6703055" y="0"/>
                  </a:lnTo>
                  <a:lnTo>
                    <a:pt x="6702200" y="0"/>
                  </a:lnTo>
                  <a:lnTo>
                    <a:pt x="6701344" y="0"/>
                  </a:lnTo>
                  <a:lnTo>
                    <a:pt x="6700489" y="0"/>
                  </a:lnTo>
                  <a:lnTo>
                    <a:pt x="6699633" y="0"/>
                  </a:lnTo>
                  <a:lnTo>
                    <a:pt x="6698777" y="0"/>
                  </a:lnTo>
                  <a:lnTo>
                    <a:pt x="6697922" y="0"/>
                  </a:lnTo>
                  <a:lnTo>
                    <a:pt x="6697066" y="0"/>
                  </a:lnTo>
                  <a:lnTo>
                    <a:pt x="6696211" y="0"/>
                  </a:lnTo>
                  <a:lnTo>
                    <a:pt x="6695355" y="0"/>
                  </a:lnTo>
                  <a:lnTo>
                    <a:pt x="6694500" y="0"/>
                  </a:lnTo>
                  <a:lnTo>
                    <a:pt x="6693644" y="0"/>
                  </a:lnTo>
                  <a:lnTo>
                    <a:pt x="6692789" y="0"/>
                  </a:lnTo>
                  <a:lnTo>
                    <a:pt x="6691933" y="0"/>
                  </a:lnTo>
                  <a:lnTo>
                    <a:pt x="6691078" y="0"/>
                  </a:lnTo>
                  <a:lnTo>
                    <a:pt x="6690222" y="0"/>
                  </a:lnTo>
                  <a:lnTo>
                    <a:pt x="6689367" y="0"/>
                  </a:lnTo>
                  <a:lnTo>
                    <a:pt x="6688511" y="0"/>
                  </a:lnTo>
                  <a:lnTo>
                    <a:pt x="6687656" y="0"/>
                  </a:lnTo>
                  <a:lnTo>
                    <a:pt x="6686800" y="0"/>
                  </a:lnTo>
                  <a:lnTo>
                    <a:pt x="6685945" y="0"/>
                  </a:lnTo>
                  <a:lnTo>
                    <a:pt x="6685089" y="0"/>
                  </a:lnTo>
                  <a:lnTo>
                    <a:pt x="6684234" y="0"/>
                  </a:lnTo>
                  <a:lnTo>
                    <a:pt x="6683378" y="0"/>
                  </a:lnTo>
                  <a:lnTo>
                    <a:pt x="6682522" y="0"/>
                  </a:lnTo>
                  <a:lnTo>
                    <a:pt x="6681667" y="0"/>
                  </a:lnTo>
                  <a:lnTo>
                    <a:pt x="6680811" y="0"/>
                  </a:lnTo>
                  <a:lnTo>
                    <a:pt x="6679956" y="0"/>
                  </a:lnTo>
                  <a:lnTo>
                    <a:pt x="6679100" y="0"/>
                  </a:lnTo>
                  <a:lnTo>
                    <a:pt x="6678245" y="0"/>
                  </a:lnTo>
                  <a:lnTo>
                    <a:pt x="6677389" y="0"/>
                  </a:lnTo>
                  <a:lnTo>
                    <a:pt x="6676534" y="0"/>
                  </a:lnTo>
                  <a:lnTo>
                    <a:pt x="6675678" y="0"/>
                  </a:lnTo>
                  <a:lnTo>
                    <a:pt x="6674823" y="0"/>
                  </a:lnTo>
                  <a:lnTo>
                    <a:pt x="6673967" y="0"/>
                  </a:lnTo>
                  <a:lnTo>
                    <a:pt x="6673112" y="0"/>
                  </a:lnTo>
                  <a:lnTo>
                    <a:pt x="6672256" y="0"/>
                  </a:lnTo>
                  <a:lnTo>
                    <a:pt x="6671401" y="0"/>
                  </a:lnTo>
                  <a:lnTo>
                    <a:pt x="6670545" y="0"/>
                  </a:lnTo>
                  <a:lnTo>
                    <a:pt x="6669690" y="0"/>
                  </a:lnTo>
                  <a:lnTo>
                    <a:pt x="6668834" y="0"/>
                  </a:lnTo>
                  <a:lnTo>
                    <a:pt x="6667979" y="0"/>
                  </a:lnTo>
                  <a:lnTo>
                    <a:pt x="6667123" y="0"/>
                  </a:lnTo>
                  <a:lnTo>
                    <a:pt x="6666267" y="0"/>
                  </a:lnTo>
                  <a:lnTo>
                    <a:pt x="6665412" y="0"/>
                  </a:lnTo>
                  <a:lnTo>
                    <a:pt x="6664556" y="0"/>
                  </a:lnTo>
                  <a:lnTo>
                    <a:pt x="6663701" y="0"/>
                  </a:lnTo>
                  <a:lnTo>
                    <a:pt x="6662845" y="0"/>
                  </a:lnTo>
                  <a:lnTo>
                    <a:pt x="6661990" y="0"/>
                  </a:lnTo>
                  <a:lnTo>
                    <a:pt x="6661134" y="0"/>
                  </a:lnTo>
                  <a:lnTo>
                    <a:pt x="6660279" y="0"/>
                  </a:lnTo>
                  <a:lnTo>
                    <a:pt x="6659423" y="0"/>
                  </a:lnTo>
                  <a:lnTo>
                    <a:pt x="6658568" y="0"/>
                  </a:lnTo>
                  <a:lnTo>
                    <a:pt x="6657712" y="0"/>
                  </a:lnTo>
                  <a:lnTo>
                    <a:pt x="6656857" y="0"/>
                  </a:lnTo>
                  <a:lnTo>
                    <a:pt x="6656001" y="0"/>
                  </a:lnTo>
                  <a:lnTo>
                    <a:pt x="6655146" y="0"/>
                  </a:lnTo>
                  <a:lnTo>
                    <a:pt x="6654290" y="0"/>
                  </a:lnTo>
                  <a:lnTo>
                    <a:pt x="6653435" y="0"/>
                  </a:lnTo>
                  <a:lnTo>
                    <a:pt x="6652579" y="0"/>
                  </a:lnTo>
                  <a:lnTo>
                    <a:pt x="6651723" y="0"/>
                  </a:lnTo>
                  <a:lnTo>
                    <a:pt x="6650868" y="0"/>
                  </a:lnTo>
                  <a:lnTo>
                    <a:pt x="6650012" y="0"/>
                  </a:lnTo>
                  <a:lnTo>
                    <a:pt x="6649157" y="0"/>
                  </a:lnTo>
                  <a:lnTo>
                    <a:pt x="6648301" y="0"/>
                  </a:lnTo>
                  <a:lnTo>
                    <a:pt x="6647446" y="0"/>
                  </a:lnTo>
                  <a:lnTo>
                    <a:pt x="6646590" y="0"/>
                  </a:lnTo>
                  <a:lnTo>
                    <a:pt x="6645735" y="0"/>
                  </a:lnTo>
                  <a:lnTo>
                    <a:pt x="6644879" y="0"/>
                  </a:lnTo>
                  <a:lnTo>
                    <a:pt x="6644024" y="0"/>
                  </a:lnTo>
                  <a:lnTo>
                    <a:pt x="6643168" y="0"/>
                  </a:lnTo>
                  <a:lnTo>
                    <a:pt x="6642313" y="0"/>
                  </a:lnTo>
                  <a:lnTo>
                    <a:pt x="6641457" y="0"/>
                  </a:lnTo>
                  <a:lnTo>
                    <a:pt x="6640602" y="0"/>
                  </a:lnTo>
                  <a:lnTo>
                    <a:pt x="6639746" y="0"/>
                  </a:lnTo>
                  <a:lnTo>
                    <a:pt x="6638891" y="0"/>
                  </a:lnTo>
                  <a:lnTo>
                    <a:pt x="6638035" y="0"/>
                  </a:lnTo>
                  <a:lnTo>
                    <a:pt x="6637180" y="0"/>
                  </a:lnTo>
                  <a:lnTo>
                    <a:pt x="6636324" y="0"/>
                  </a:lnTo>
                  <a:lnTo>
                    <a:pt x="6635468" y="0"/>
                  </a:lnTo>
                  <a:lnTo>
                    <a:pt x="6634613" y="0"/>
                  </a:lnTo>
                  <a:lnTo>
                    <a:pt x="6633757" y="0"/>
                  </a:lnTo>
                  <a:lnTo>
                    <a:pt x="6632902" y="0"/>
                  </a:lnTo>
                  <a:lnTo>
                    <a:pt x="6632046" y="0"/>
                  </a:lnTo>
                  <a:lnTo>
                    <a:pt x="6631191" y="0"/>
                  </a:lnTo>
                  <a:lnTo>
                    <a:pt x="6630335" y="0"/>
                  </a:lnTo>
                  <a:lnTo>
                    <a:pt x="6629480" y="0"/>
                  </a:lnTo>
                  <a:lnTo>
                    <a:pt x="6628624" y="0"/>
                  </a:lnTo>
                  <a:lnTo>
                    <a:pt x="6627769" y="0"/>
                  </a:lnTo>
                  <a:lnTo>
                    <a:pt x="6626913" y="0"/>
                  </a:lnTo>
                  <a:lnTo>
                    <a:pt x="6626058" y="0"/>
                  </a:lnTo>
                  <a:lnTo>
                    <a:pt x="6625202" y="0"/>
                  </a:lnTo>
                  <a:lnTo>
                    <a:pt x="6624347" y="0"/>
                  </a:lnTo>
                  <a:lnTo>
                    <a:pt x="6623491" y="0"/>
                  </a:lnTo>
                  <a:lnTo>
                    <a:pt x="6622636" y="0"/>
                  </a:lnTo>
                  <a:lnTo>
                    <a:pt x="6621780" y="0"/>
                  </a:lnTo>
                  <a:lnTo>
                    <a:pt x="6620925" y="0"/>
                  </a:lnTo>
                  <a:lnTo>
                    <a:pt x="6620069" y="0"/>
                  </a:lnTo>
                  <a:lnTo>
                    <a:pt x="6619213" y="0"/>
                  </a:lnTo>
                  <a:lnTo>
                    <a:pt x="6618358" y="0"/>
                  </a:lnTo>
                  <a:lnTo>
                    <a:pt x="6617502" y="0"/>
                  </a:lnTo>
                  <a:lnTo>
                    <a:pt x="6616647" y="0"/>
                  </a:lnTo>
                  <a:lnTo>
                    <a:pt x="6615791" y="0"/>
                  </a:lnTo>
                  <a:lnTo>
                    <a:pt x="6614936" y="0"/>
                  </a:lnTo>
                  <a:lnTo>
                    <a:pt x="6614080" y="0"/>
                  </a:lnTo>
                  <a:lnTo>
                    <a:pt x="6613225" y="0"/>
                  </a:lnTo>
                  <a:lnTo>
                    <a:pt x="6612369" y="0"/>
                  </a:lnTo>
                  <a:lnTo>
                    <a:pt x="6611514" y="0"/>
                  </a:lnTo>
                  <a:lnTo>
                    <a:pt x="6610658" y="0"/>
                  </a:lnTo>
                  <a:lnTo>
                    <a:pt x="6609803" y="0"/>
                  </a:lnTo>
                  <a:lnTo>
                    <a:pt x="6608947" y="0"/>
                  </a:lnTo>
                  <a:lnTo>
                    <a:pt x="6608092" y="0"/>
                  </a:lnTo>
                  <a:lnTo>
                    <a:pt x="6607236" y="0"/>
                  </a:lnTo>
                  <a:lnTo>
                    <a:pt x="6606381" y="0"/>
                  </a:lnTo>
                  <a:lnTo>
                    <a:pt x="6605525" y="0"/>
                  </a:lnTo>
                  <a:lnTo>
                    <a:pt x="6604670" y="0"/>
                  </a:lnTo>
                  <a:lnTo>
                    <a:pt x="6603814" y="0"/>
                  </a:lnTo>
                  <a:lnTo>
                    <a:pt x="6602958" y="0"/>
                  </a:lnTo>
                  <a:lnTo>
                    <a:pt x="6602103" y="0"/>
                  </a:lnTo>
                  <a:lnTo>
                    <a:pt x="6601247" y="0"/>
                  </a:lnTo>
                  <a:lnTo>
                    <a:pt x="6600392" y="0"/>
                  </a:lnTo>
                  <a:lnTo>
                    <a:pt x="6599536" y="0"/>
                  </a:lnTo>
                  <a:lnTo>
                    <a:pt x="6598681" y="0"/>
                  </a:lnTo>
                  <a:lnTo>
                    <a:pt x="6597825" y="0"/>
                  </a:lnTo>
                  <a:lnTo>
                    <a:pt x="6596970" y="0"/>
                  </a:lnTo>
                  <a:lnTo>
                    <a:pt x="6596114" y="0"/>
                  </a:lnTo>
                  <a:lnTo>
                    <a:pt x="6595259" y="0"/>
                  </a:lnTo>
                  <a:lnTo>
                    <a:pt x="6594403" y="0"/>
                  </a:lnTo>
                  <a:lnTo>
                    <a:pt x="6593548" y="0"/>
                  </a:lnTo>
                  <a:lnTo>
                    <a:pt x="6592692" y="0"/>
                  </a:lnTo>
                  <a:lnTo>
                    <a:pt x="6591837" y="0"/>
                  </a:lnTo>
                  <a:lnTo>
                    <a:pt x="6590981" y="0"/>
                  </a:lnTo>
                  <a:lnTo>
                    <a:pt x="6590126" y="0"/>
                  </a:lnTo>
                  <a:lnTo>
                    <a:pt x="6589270" y="0"/>
                  </a:lnTo>
                  <a:lnTo>
                    <a:pt x="6588414" y="0"/>
                  </a:lnTo>
                  <a:lnTo>
                    <a:pt x="6587559" y="0"/>
                  </a:lnTo>
                  <a:lnTo>
                    <a:pt x="6586703" y="0"/>
                  </a:lnTo>
                  <a:lnTo>
                    <a:pt x="6585848" y="0"/>
                  </a:lnTo>
                  <a:lnTo>
                    <a:pt x="6584992" y="0"/>
                  </a:lnTo>
                  <a:lnTo>
                    <a:pt x="6584137" y="0"/>
                  </a:lnTo>
                  <a:lnTo>
                    <a:pt x="6583281" y="0"/>
                  </a:lnTo>
                  <a:lnTo>
                    <a:pt x="6582426" y="0"/>
                  </a:lnTo>
                  <a:lnTo>
                    <a:pt x="6581570" y="0"/>
                  </a:lnTo>
                  <a:lnTo>
                    <a:pt x="6580715" y="0"/>
                  </a:lnTo>
                  <a:lnTo>
                    <a:pt x="6579859" y="0"/>
                  </a:lnTo>
                  <a:lnTo>
                    <a:pt x="6579004" y="0"/>
                  </a:lnTo>
                  <a:lnTo>
                    <a:pt x="6578148" y="0"/>
                  </a:lnTo>
                  <a:lnTo>
                    <a:pt x="6577293" y="0"/>
                  </a:lnTo>
                  <a:lnTo>
                    <a:pt x="6576437" y="0"/>
                  </a:lnTo>
                  <a:lnTo>
                    <a:pt x="6575582" y="0"/>
                  </a:lnTo>
                  <a:lnTo>
                    <a:pt x="6574726" y="0"/>
                  </a:lnTo>
                  <a:lnTo>
                    <a:pt x="6573871" y="0"/>
                  </a:lnTo>
                  <a:lnTo>
                    <a:pt x="6573015" y="0"/>
                  </a:lnTo>
                  <a:lnTo>
                    <a:pt x="6572159" y="0"/>
                  </a:lnTo>
                  <a:lnTo>
                    <a:pt x="6571304" y="0"/>
                  </a:lnTo>
                  <a:lnTo>
                    <a:pt x="6570448" y="0"/>
                  </a:lnTo>
                  <a:lnTo>
                    <a:pt x="6569593" y="0"/>
                  </a:lnTo>
                  <a:lnTo>
                    <a:pt x="6568737" y="0"/>
                  </a:lnTo>
                  <a:lnTo>
                    <a:pt x="6567882" y="0"/>
                  </a:lnTo>
                  <a:lnTo>
                    <a:pt x="6567026" y="0"/>
                  </a:lnTo>
                  <a:lnTo>
                    <a:pt x="6566171" y="0"/>
                  </a:lnTo>
                  <a:lnTo>
                    <a:pt x="6565315" y="0"/>
                  </a:lnTo>
                  <a:lnTo>
                    <a:pt x="6564460" y="0"/>
                  </a:lnTo>
                  <a:lnTo>
                    <a:pt x="6563604" y="0"/>
                  </a:lnTo>
                  <a:lnTo>
                    <a:pt x="6562749" y="0"/>
                  </a:lnTo>
                  <a:lnTo>
                    <a:pt x="6561893" y="0"/>
                  </a:lnTo>
                  <a:lnTo>
                    <a:pt x="6561038" y="0"/>
                  </a:lnTo>
                  <a:lnTo>
                    <a:pt x="6560182" y="0"/>
                  </a:lnTo>
                  <a:lnTo>
                    <a:pt x="6559327" y="0"/>
                  </a:lnTo>
                  <a:lnTo>
                    <a:pt x="6558471" y="0"/>
                  </a:lnTo>
                  <a:lnTo>
                    <a:pt x="6557616" y="0"/>
                  </a:lnTo>
                  <a:lnTo>
                    <a:pt x="6556760" y="0"/>
                  </a:lnTo>
                  <a:lnTo>
                    <a:pt x="6555904" y="0"/>
                  </a:lnTo>
                  <a:lnTo>
                    <a:pt x="6555049" y="0"/>
                  </a:lnTo>
                  <a:lnTo>
                    <a:pt x="6554193" y="0"/>
                  </a:lnTo>
                  <a:lnTo>
                    <a:pt x="6553338" y="0"/>
                  </a:lnTo>
                  <a:lnTo>
                    <a:pt x="6552482" y="0"/>
                  </a:lnTo>
                  <a:lnTo>
                    <a:pt x="6551627" y="0"/>
                  </a:lnTo>
                  <a:lnTo>
                    <a:pt x="6550771" y="0"/>
                  </a:lnTo>
                  <a:lnTo>
                    <a:pt x="6549916" y="0"/>
                  </a:lnTo>
                  <a:lnTo>
                    <a:pt x="6549060" y="0"/>
                  </a:lnTo>
                  <a:lnTo>
                    <a:pt x="6548205" y="0"/>
                  </a:lnTo>
                  <a:lnTo>
                    <a:pt x="6547349" y="0"/>
                  </a:lnTo>
                  <a:lnTo>
                    <a:pt x="6546494" y="0"/>
                  </a:lnTo>
                  <a:lnTo>
                    <a:pt x="6545638" y="0"/>
                  </a:lnTo>
                  <a:lnTo>
                    <a:pt x="6544783" y="0"/>
                  </a:lnTo>
                  <a:lnTo>
                    <a:pt x="6543927" y="0"/>
                  </a:lnTo>
                  <a:lnTo>
                    <a:pt x="6543072" y="0"/>
                  </a:lnTo>
                  <a:lnTo>
                    <a:pt x="6542216" y="0"/>
                  </a:lnTo>
                  <a:lnTo>
                    <a:pt x="6541360" y="0"/>
                  </a:lnTo>
                  <a:lnTo>
                    <a:pt x="6540505" y="0"/>
                  </a:lnTo>
                  <a:lnTo>
                    <a:pt x="6539649" y="0"/>
                  </a:lnTo>
                  <a:lnTo>
                    <a:pt x="6538794" y="0"/>
                  </a:lnTo>
                  <a:lnTo>
                    <a:pt x="6537938" y="0"/>
                  </a:lnTo>
                  <a:lnTo>
                    <a:pt x="6537083" y="0"/>
                  </a:lnTo>
                  <a:lnTo>
                    <a:pt x="6536227" y="0"/>
                  </a:lnTo>
                  <a:lnTo>
                    <a:pt x="6535372" y="0"/>
                  </a:lnTo>
                  <a:lnTo>
                    <a:pt x="6534516" y="0"/>
                  </a:lnTo>
                  <a:lnTo>
                    <a:pt x="6533661" y="0"/>
                  </a:lnTo>
                  <a:lnTo>
                    <a:pt x="6532805" y="0"/>
                  </a:lnTo>
                  <a:lnTo>
                    <a:pt x="6531950" y="0"/>
                  </a:lnTo>
                  <a:lnTo>
                    <a:pt x="6531094" y="0"/>
                  </a:lnTo>
                  <a:lnTo>
                    <a:pt x="6530239" y="0"/>
                  </a:lnTo>
                  <a:lnTo>
                    <a:pt x="6529383" y="0"/>
                  </a:lnTo>
                  <a:lnTo>
                    <a:pt x="6528528" y="0"/>
                  </a:lnTo>
                  <a:lnTo>
                    <a:pt x="6527672" y="0"/>
                  </a:lnTo>
                  <a:lnTo>
                    <a:pt x="6526817" y="0"/>
                  </a:lnTo>
                  <a:lnTo>
                    <a:pt x="6525961" y="0"/>
                  </a:lnTo>
                  <a:lnTo>
                    <a:pt x="6525105" y="0"/>
                  </a:lnTo>
                  <a:lnTo>
                    <a:pt x="6524250" y="0"/>
                  </a:lnTo>
                  <a:lnTo>
                    <a:pt x="6523394" y="0"/>
                  </a:lnTo>
                  <a:lnTo>
                    <a:pt x="6522539" y="0"/>
                  </a:lnTo>
                  <a:lnTo>
                    <a:pt x="6521683" y="0"/>
                  </a:lnTo>
                  <a:lnTo>
                    <a:pt x="6520828" y="0"/>
                  </a:lnTo>
                  <a:lnTo>
                    <a:pt x="6519972" y="0"/>
                  </a:lnTo>
                  <a:lnTo>
                    <a:pt x="6519117" y="0"/>
                  </a:lnTo>
                  <a:lnTo>
                    <a:pt x="6518261" y="0"/>
                  </a:lnTo>
                  <a:lnTo>
                    <a:pt x="6517406" y="0"/>
                  </a:lnTo>
                  <a:lnTo>
                    <a:pt x="6516550" y="0"/>
                  </a:lnTo>
                  <a:lnTo>
                    <a:pt x="6515695" y="0"/>
                  </a:lnTo>
                  <a:lnTo>
                    <a:pt x="6514839" y="0"/>
                  </a:lnTo>
                  <a:lnTo>
                    <a:pt x="6513984" y="0"/>
                  </a:lnTo>
                  <a:lnTo>
                    <a:pt x="6513128" y="0"/>
                  </a:lnTo>
                  <a:lnTo>
                    <a:pt x="6512273" y="0"/>
                  </a:lnTo>
                  <a:lnTo>
                    <a:pt x="6511417" y="0"/>
                  </a:lnTo>
                  <a:lnTo>
                    <a:pt x="6510562" y="0"/>
                  </a:lnTo>
                  <a:lnTo>
                    <a:pt x="6509706" y="0"/>
                  </a:lnTo>
                  <a:lnTo>
                    <a:pt x="6508850" y="0"/>
                  </a:lnTo>
                  <a:lnTo>
                    <a:pt x="6507995" y="0"/>
                  </a:lnTo>
                  <a:lnTo>
                    <a:pt x="6507139" y="0"/>
                  </a:lnTo>
                  <a:lnTo>
                    <a:pt x="6506284" y="0"/>
                  </a:lnTo>
                  <a:lnTo>
                    <a:pt x="6505428" y="0"/>
                  </a:lnTo>
                  <a:lnTo>
                    <a:pt x="6504573" y="0"/>
                  </a:lnTo>
                  <a:lnTo>
                    <a:pt x="6503717" y="0"/>
                  </a:lnTo>
                  <a:lnTo>
                    <a:pt x="6502862" y="0"/>
                  </a:lnTo>
                  <a:lnTo>
                    <a:pt x="6502006" y="0"/>
                  </a:lnTo>
                  <a:lnTo>
                    <a:pt x="6501151" y="0"/>
                  </a:lnTo>
                  <a:lnTo>
                    <a:pt x="6500295" y="0"/>
                  </a:lnTo>
                  <a:lnTo>
                    <a:pt x="6499440" y="0"/>
                  </a:lnTo>
                  <a:lnTo>
                    <a:pt x="6498584" y="0"/>
                  </a:lnTo>
                  <a:lnTo>
                    <a:pt x="6497729" y="0"/>
                  </a:lnTo>
                  <a:lnTo>
                    <a:pt x="6496873" y="0"/>
                  </a:lnTo>
                  <a:lnTo>
                    <a:pt x="6496018" y="0"/>
                  </a:lnTo>
                  <a:lnTo>
                    <a:pt x="6495162" y="0"/>
                  </a:lnTo>
                  <a:lnTo>
                    <a:pt x="6494306" y="0"/>
                  </a:lnTo>
                  <a:lnTo>
                    <a:pt x="6493451" y="0"/>
                  </a:lnTo>
                  <a:lnTo>
                    <a:pt x="6492595" y="0"/>
                  </a:lnTo>
                  <a:lnTo>
                    <a:pt x="6491740" y="0"/>
                  </a:lnTo>
                  <a:lnTo>
                    <a:pt x="6490884" y="0"/>
                  </a:lnTo>
                  <a:lnTo>
                    <a:pt x="6490029" y="0"/>
                  </a:lnTo>
                  <a:lnTo>
                    <a:pt x="6489173" y="0"/>
                  </a:lnTo>
                  <a:lnTo>
                    <a:pt x="6488318" y="0"/>
                  </a:lnTo>
                  <a:lnTo>
                    <a:pt x="6487462" y="0"/>
                  </a:lnTo>
                  <a:lnTo>
                    <a:pt x="6486607" y="0"/>
                  </a:lnTo>
                  <a:lnTo>
                    <a:pt x="6485751" y="0"/>
                  </a:lnTo>
                  <a:lnTo>
                    <a:pt x="6484896" y="0"/>
                  </a:lnTo>
                  <a:lnTo>
                    <a:pt x="6484040" y="0"/>
                  </a:lnTo>
                  <a:lnTo>
                    <a:pt x="6483185" y="0"/>
                  </a:lnTo>
                  <a:lnTo>
                    <a:pt x="6482329" y="0"/>
                  </a:lnTo>
                  <a:lnTo>
                    <a:pt x="6481474" y="0"/>
                  </a:lnTo>
                  <a:lnTo>
                    <a:pt x="6480618" y="0"/>
                  </a:lnTo>
                  <a:lnTo>
                    <a:pt x="6479763" y="0"/>
                  </a:lnTo>
                  <a:lnTo>
                    <a:pt x="6478907" y="0"/>
                  </a:lnTo>
                  <a:lnTo>
                    <a:pt x="6478051" y="0"/>
                  </a:lnTo>
                  <a:lnTo>
                    <a:pt x="6477196" y="0"/>
                  </a:lnTo>
                  <a:lnTo>
                    <a:pt x="6476340" y="0"/>
                  </a:lnTo>
                  <a:lnTo>
                    <a:pt x="6475485" y="0"/>
                  </a:lnTo>
                  <a:lnTo>
                    <a:pt x="6474629" y="0"/>
                  </a:lnTo>
                  <a:lnTo>
                    <a:pt x="6473774" y="0"/>
                  </a:lnTo>
                  <a:lnTo>
                    <a:pt x="6472918" y="0"/>
                  </a:lnTo>
                  <a:lnTo>
                    <a:pt x="6472063" y="0"/>
                  </a:lnTo>
                  <a:lnTo>
                    <a:pt x="6471207" y="0"/>
                  </a:lnTo>
                  <a:lnTo>
                    <a:pt x="6470352" y="0"/>
                  </a:lnTo>
                  <a:lnTo>
                    <a:pt x="6469496" y="0"/>
                  </a:lnTo>
                  <a:lnTo>
                    <a:pt x="6468641" y="0"/>
                  </a:lnTo>
                  <a:lnTo>
                    <a:pt x="6467785" y="0"/>
                  </a:lnTo>
                  <a:lnTo>
                    <a:pt x="6466930" y="0"/>
                  </a:lnTo>
                  <a:lnTo>
                    <a:pt x="6466074" y="0"/>
                  </a:lnTo>
                  <a:lnTo>
                    <a:pt x="6465219" y="0"/>
                  </a:lnTo>
                  <a:lnTo>
                    <a:pt x="6464363" y="0"/>
                  </a:lnTo>
                  <a:lnTo>
                    <a:pt x="6463508" y="0"/>
                  </a:lnTo>
                  <a:lnTo>
                    <a:pt x="6462652" y="0"/>
                  </a:lnTo>
                  <a:lnTo>
                    <a:pt x="6461796" y="0"/>
                  </a:lnTo>
                  <a:lnTo>
                    <a:pt x="6460941" y="0"/>
                  </a:lnTo>
                  <a:lnTo>
                    <a:pt x="6460085" y="0"/>
                  </a:lnTo>
                  <a:lnTo>
                    <a:pt x="6459230" y="0"/>
                  </a:lnTo>
                  <a:lnTo>
                    <a:pt x="6458374" y="0"/>
                  </a:lnTo>
                  <a:lnTo>
                    <a:pt x="6457519" y="0"/>
                  </a:lnTo>
                  <a:lnTo>
                    <a:pt x="6456663" y="0"/>
                  </a:lnTo>
                  <a:lnTo>
                    <a:pt x="6455808" y="0"/>
                  </a:lnTo>
                  <a:lnTo>
                    <a:pt x="6454952" y="0"/>
                  </a:lnTo>
                  <a:lnTo>
                    <a:pt x="6454097" y="0"/>
                  </a:lnTo>
                  <a:lnTo>
                    <a:pt x="6453241" y="0"/>
                  </a:lnTo>
                  <a:lnTo>
                    <a:pt x="6452386" y="0"/>
                  </a:lnTo>
                  <a:lnTo>
                    <a:pt x="6451530" y="0"/>
                  </a:lnTo>
                  <a:lnTo>
                    <a:pt x="6450675" y="0"/>
                  </a:lnTo>
                  <a:lnTo>
                    <a:pt x="6449819" y="0"/>
                  </a:lnTo>
                  <a:lnTo>
                    <a:pt x="6448964" y="0"/>
                  </a:lnTo>
                  <a:lnTo>
                    <a:pt x="6448108" y="0"/>
                  </a:lnTo>
                  <a:lnTo>
                    <a:pt x="6447252" y="0"/>
                  </a:lnTo>
                  <a:lnTo>
                    <a:pt x="6446397" y="0"/>
                  </a:lnTo>
                  <a:lnTo>
                    <a:pt x="6445541" y="0"/>
                  </a:lnTo>
                  <a:lnTo>
                    <a:pt x="6444686" y="0"/>
                  </a:lnTo>
                  <a:lnTo>
                    <a:pt x="6443830" y="0"/>
                  </a:lnTo>
                  <a:lnTo>
                    <a:pt x="6442975" y="0"/>
                  </a:lnTo>
                  <a:lnTo>
                    <a:pt x="6442119" y="0"/>
                  </a:lnTo>
                  <a:lnTo>
                    <a:pt x="6441264" y="0"/>
                  </a:lnTo>
                  <a:lnTo>
                    <a:pt x="6440408" y="0"/>
                  </a:lnTo>
                  <a:lnTo>
                    <a:pt x="6439553" y="0"/>
                  </a:lnTo>
                  <a:lnTo>
                    <a:pt x="6438697" y="0"/>
                  </a:lnTo>
                  <a:lnTo>
                    <a:pt x="6437842" y="0"/>
                  </a:lnTo>
                  <a:lnTo>
                    <a:pt x="6436986" y="0"/>
                  </a:lnTo>
                  <a:lnTo>
                    <a:pt x="6436131" y="0"/>
                  </a:lnTo>
                  <a:lnTo>
                    <a:pt x="6435275" y="0"/>
                  </a:lnTo>
                  <a:lnTo>
                    <a:pt x="6434420" y="0"/>
                  </a:lnTo>
                  <a:lnTo>
                    <a:pt x="6433564" y="0"/>
                  </a:lnTo>
                  <a:lnTo>
                    <a:pt x="6432709" y="0"/>
                  </a:lnTo>
                  <a:lnTo>
                    <a:pt x="6431853" y="0"/>
                  </a:lnTo>
                  <a:lnTo>
                    <a:pt x="6430997" y="0"/>
                  </a:lnTo>
                  <a:lnTo>
                    <a:pt x="6430142" y="0"/>
                  </a:lnTo>
                  <a:lnTo>
                    <a:pt x="6429286" y="0"/>
                  </a:lnTo>
                  <a:lnTo>
                    <a:pt x="6428431" y="0"/>
                  </a:lnTo>
                  <a:lnTo>
                    <a:pt x="6427575" y="0"/>
                  </a:lnTo>
                  <a:lnTo>
                    <a:pt x="6426720" y="0"/>
                  </a:lnTo>
                  <a:lnTo>
                    <a:pt x="6425864" y="0"/>
                  </a:lnTo>
                  <a:lnTo>
                    <a:pt x="6425009" y="0"/>
                  </a:lnTo>
                  <a:lnTo>
                    <a:pt x="6424153" y="0"/>
                  </a:lnTo>
                  <a:lnTo>
                    <a:pt x="6423298" y="0"/>
                  </a:lnTo>
                  <a:lnTo>
                    <a:pt x="6422442" y="0"/>
                  </a:lnTo>
                  <a:lnTo>
                    <a:pt x="6421587" y="0"/>
                  </a:lnTo>
                  <a:lnTo>
                    <a:pt x="6420731" y="0"/>
                  </a:lnTo>
                  <a:lnTo>
                    <a:pt x="6419876" y="0"/>
                  </a:lnTo>
                  <a:lnTo>
                    <a:pt x="6419020" y="0"/>
                  </a:lnTo>
                  <a:lnTo>
                    <a:pt x="6418165" y="0"/>
                  </a:lnTo>
                  <a:lnTo>
                    <a:pt x="6417309" y="0"/>
                  </a:lnTo>
                  <a:lnTo>
                    <a:pt x="6416454" y="0"/>
                  </a:lnTo>
                  <a:lnTo>
                    <a:pt x="6415598" y="0"/>
                  </a:lnTo>
                  <a:lnTo>
                    <a:pt x="6414742" y="0"/>
                  </a:lnTo>
                  <a:lnTo>
                    <a:pt x="6413887" y="0"/>
                  </a:lnTo>
                  <a:lnTo>
                    <a:pt x="6413031" y="0"/>
                  </a:lnTo>
                  <a:lnTo>
                    <a:pt x="6412176" y="0"/>
                  </a:lnTo>
                  <a:lnTo>
                    <a:pt x="6411320" y="0"/>
                  </a:lnTo>
                  <a:lnTo>
                    <a:pt x="6410465" y="0"/>
                  </a:lnTo>
                  <a:lnTo>
                    <a:pt x="6409609" y="0"/>
                  </a:lnTo>
                  <a:lnTo>
                    <a:pt x="6408754" y="0"/>
                  </a:lnTo>
                  <a:lnTo>
                    <a:pt x="6407898" y="0"/>
                  </a:lnTo>
                  <a:lnTo>
                    <a:pt x="6407043" y="0"/>
                  </a:lnTo>
                  <a:lnTo>
                    <a:pt x="6406187" y="0"/>
                  </a:lnTo>
                  <a:lnTo>
                    <a:pt x="6405332" y="0"/>
                  </a:lnTo>
                  <a:lnTo>
                    <a:pt x="6404476" y="0"/>
                  </a:lnTo>
                  <a:lnTo>
                    <a:pt x="6403621" y="0"/>
                  </a:lnTo>
                  <a:lnTo>
                    <a:pt x="6402765" y="0"/>
                  </a:lnTo>
                  <a:lnTo>
                    <a:pt x="6401910" y="0"/>
                  </a:lnTo>
                  <a:lnTo>
                    <a:pt x="6401054" y="0"/>
                  </a:lnTo>
                  <a:lnTo>
                    <a:pt x="6400199" y="0"/>
                  </a:lnTo>
                  <a:lnTo>
                    <a:pt x="6399343" y="0"/>
                  </a:lnTo>
                  <a:lnTo>
                    <a:pt x="6398487" y="0"/>
                  </a:lnTo>
                  <a:lnTo>
                    <a:pt x="6397632" y="0"/>
                  </a:lnTo>
                  <a:lnTo>
                    <a:pt x="6396776" y="0"/>
                  </a:lnTo>
                  <a:lnTo>
                    <a:pt x="6395921" y="0"/>
                  </a:lnTo>
                  <a:lnTo>
                    <a:pt x="6395065" y="0"/>
                  </a:lnTo>
                  <a:lnTo>
                    <a:pt x="6394210" y="0"/>
                  </a:lnTo>
                  <a:lnTo>
                    <a:pt x="6393354" y="0"/>
                  </a:lnTo>
                  <a:lnTo>
                    <a:pt x="6392499" y="0"/>
                  </a:lnTo>
                  <a:lnTo>
                    <a:pt x="6391643" y="0"/>
                  </a:lnTo>
                  <a:lnTo>
                    <a:pt x="6390788" y="0"/>
                  </a:lnTo>
                  <a:lnTo>
                    <a:pt x="6389932" y="0"/>
                  </a:lnTo>
                  <a:lnTo>
                    <a:pt x="6389077" y="0"/>
                  </a:lnTo>
                  <a:lnTo>
                    <a:pt x="6388221" y="0"/>
                  </a:lnTo>
                  <a:lnTo>
                    <a:pt x="6387366" y="0"/>
                  </a:lnTo>
                  <a:lnTo>
                    <a:pt x="6386510" y="0"/>
                  </a:lnTo>
                  <a:lnTo>
                    <a:pt x="6385655" y="0"/>
                  </a:lnTo>
                  <a:lnTo>
                    <a:pt x="6384799" y="0"/>
                  </a:lnTo>
                  <a:lnTo>
                    <a:pt x="6383943" y="0"/>
                  </a:lnTo>
                  <a:lnTo>
                    <a:pt x="6383088" y="0"/>
                  </a:lnTo>
                  <a:lnTo>
                    <a:pt x="6382232" y="0"/>
                  </a:lnTo>
                  <a:lnTo>
                    <a:pt x="6381377" y="0"/>
                  </a:lnTo>
                  <a:lnTo>
                    <a:pt x="6380521" y="0"/>
                  </a:lnTo>
                  <a:lnTo>
                    <a:pt x="6379666" y="0"/>
                  </a:lnTo>
                  <a:lnTo>
                    <a:pt x="6378810" y="0"/>
                  </a:lnTo>
                  <a:lnTo>
                    <a:pt x="6377955" y="0"/>
                  </a:lnTo>
                  <a:lnTo>
                    <a:pt x="6377099" y="0"/>
                  </a:lnTo>
                  <a:lnTo>
                    <a:pt x="6376244" y="0"/>
                  </a:lnTo>
                  <a:lnTo>
                    <a:pt x="6375388" y="0"/>
                  </a:lnTo>
                  <a:lnTo>
                    <a:pt x="6374533" y="0"/>
                  </a:lnTo>
                  <a:lnTo>
                    <a:pt x="6373677" y="0"/>
                  </a:lnTo>
                  <a:lnTo>
                    <a:pt x="6372822" y="0"/>
                  </a:lnTo>
                  <a:lnTo>
                    <a:pt x="6371966" y="0"/>
                  </a:lnTo>
                  <a:lnTo>
                    <a:pt x="6371111" y="0"/>
                  </a:lnTo>
                  <a:lnTo>
                    <a:pt x="6370255" y="0"/>
                  </a:lnTo>
                  <a:lnTo>
                    <a:pt x="6369400" y="0"/>
                  </a:lnTo>
                  <a:lnTo>
                    <a:pt x="6368544" y="0"/>
                  </a:lnTo>
                  <a:lnTo>
                    <a:pt x="6367688" y="0"/>
                  </a:lnTo>
                  <a:lnTo>
                    <a:pt x="6366833" y="0"/>
                  </a:lnTo>
                  <a:lnTo>
                    <a:pt x="6365977" y="0"/>
                  </a:lnTo>
                  <a:lnTo>
                    <a:pt x="6365122" y="0"/>
                  </a:lnTo>
                  <a:lnTo>
                    <a:pt x="6364266" y="0"/>
                  </a:lnTo>
                  <a:lnTo>
                    <a:pt x="6363411" y="0"/>
                  </a:lnTo>
                  <a:lnTo>
                    <a:pt x="6362555" y="0"/>
                  </a:lnTo>
                  <a:lnTo>
                    <a:pt x="6361700" y="0"/>
                  </a:lnTo>
                  <a:lnTo>
                    <a:pt x="6360844" y="0"/>
                  </a:lnTo>
                  <a:lnTo>
                    <a:pt x="6359989" y="0"/>
                  </a:lnTo>
                  <a:lnTo>
                    <a:pt x="6359133" y="0"/>
                  </a:lnTo>
                  <a:lnTo>
                    <a:pt x="6358278" y="0"/>
                  </a:lnTo>
                  <a:lnTo>
                    <a:pt x="6357422" y="0"/>
                  </a:lnTo>
                  <a:lnTo>
                    <a:pt x="6356567" y="0"/>
                  </a:lnTo>
                  <a:lnTo>
                    <a:pt x="6355711" y="0"/>
                  </a:lnTo>
                  <a:lnTo>
                    <a:pt x="6354856" y="0"/>
                  </a:lnTo>
                  <a:lnTo>
                    <a:pt x="6354000" y="0"/>
                  </a:lnTo>
                  <a:lnTo>
                    <a:pt x="6353145" y="0"/>
                  </a:lnTo>
                  <a:lnTo>
                    <a:pt x="6352289" y="0"/>
                  </a:lnTo>
                  <a:lnTo>
                    <a:pt x="6351433" y="0"/>
                  </a:lnTo>
                  <a:lnTo>
                    <a:pt x="6350578" y="0"/>
                  </a:lnTo>
                  <a:lnTo>
                    <a:pt x="6349722" y="0"/>
                  </a:lnTo>
                  <a:lnTo>
                    <a:pt x="6348867" y="0"/>
                  </a:lnTo>
                  <a:lnTo>
                    <a:pt x="6348011" y="0"/>
                  </a:lnTo>
                  <a:lnTo>
                    <a:pt x="6347156" y="0"/>
                  </a:lnTo>
                  <a:lnTo>
                    <a:pt x="6346300" y="0"/>
                  </a:lnTo>
                  <a:lnTo>
                    <a:pt x="6345445" y="0"/>
                  </a:lnTo>
                  <a:lnTo>
                    <a:pt x="6344589" y="0"/>
                  </a:lnTo>
                  <a:lnTo>
                    <a:pt x="6343734" y="0"/>
                  </a:lnTo>
                  <a:lnTo>
                    <a:pt x="6342878" y="0"/>
                  </a:lnTo>
                  <a:lnTo>
                    <a:pt x="6342023" y="0"/>
                  </a:lnTo>
                  <a:lnTo>
                    <a:pt x="6341167" y="0"/>
                  </a:lnTo>
                  <a:lnTo>
                    <a:pt x="6340312" y="0"/>
                  </a:lnTo>
                  <a:lnTo>
                    <a:pt x="6339456" y="0"/>
                  </a:lnTo>
                  <a:lnTo>
                    <a:pt x="6338601" y="0"/>
                  </a:lnTo>
                  <a:lnTo>
                    <a:pt x="6337745" y="0"/>
                  </a:lnTo>
                  <a:lnTo>
                    <a:pt x="6336889" y="0"/>
                  </a:lnTo>
                  <a:lnTo>
                    <a:pt x="6336034" y="0"/>
                  </a:lnTo>
                  <a:lnTo>
                    <a:pt x="6335178" y="0"/>
                  </a:lnTo>
                  <a:lnTo>
                    <a:pt x="6334323" y="0"/>
                  </a:lnTo>
                  <a:lnTo>
                    <a:pt x="6333467" y="0"/>
                  </a:lnTo>
                  <a:lnTo>
                    <a:pt x="6332612" y="0"/>
                  </a:lnTo>
                  <a:lnTo>
                    <a:pt x="6331756" y="0"/>
                  </a:lnTo>
                  <a:lnTo>
                    <a:pt x="6330901" y="0"/>
                  </a:lnTo>
                  <a:lnTo>
                    <a:pt x="6330045" y="0"/>
                  </a:lnTo>
                  <a:lnTo>
                    <a:pt x="6329190" y="0"/>
                  </a:lnTo>
                  <a:lnTo>
                    <a:pt x="6328334" y="0"/>
                  </a:lnTo>
                  <a:lnTo>
                    <a:pt x="6327479" y="0"/>
                  </a:lnTo>
                  <a:lnTo>
                    <a:pt x="6326623" y="0"/>
                  </a:lnTo>
                  <a:lnTo>
                    <a:pt x="6325768" y="0"/>
                  </a:lnTo>
                  <a:lnTo>
                    <a:pt x="6324912" y="0"/>
                  </a:lnTo>
                  <a:lnTo>
                    <a:pt x="6324057" y="0"/>
                  </a:lnTo>
                  <a:lnTo>
                    <a:pt x="6323201" y="0"/>
                  </a:lnTo>
                  <a:lnTo>
                    <a:pt x="6322346" y="0"/>
                  </a:lnTo>
                  <a:lnTo>
                    <a:pt x="6321490" y="0"/>
                  </a:lnTo>
                  <a:lnTo>
                    <a:pt x="6320634" y="0"/>
                  </a:lnTo>
                  <a:lnTo>
                    <a:pt x="6319779" y="0"/>
                  </a:lnTo>
                  <a:lnTo>
                    <a:pt x="6318923" y="0"/>
                  </a:lnTo>
                  <a:lnTo>
                    <a:pt x="6318068" y="0"/>
                  </a:lnTo>
                  <a:lnTo>
                    <a:pt x="6317212" y="0"/>
                  </a:lnTo>
                  <a:lnTo>
                    <a:pt x="6316357" y="0"/>
                  </a:lnTo>
                  <a:lnTo>
                    <a:pt x="6315501" y="0"/>
                  </a:lnTo>
                  <a:lnTo>
                    <a:pt x="6314646" y="0"/>
                  </a:lnTo>
                  <a:lnTo>
                    <a:pt x="6313790" y="0"/>
                  </a:lnTo>
                  <a:lnTo>
                    <a:pt x="6312935" y="0"/>
                  </a:lnTo>
                  <a:lnTo>
                    <a:pt x="6312079" y="0"/>
                  </a:lnTo>
                  <a:lnTo>
                    <a:pt x="6311224" y="0"/>
                  </a:lnTo>
                  <a:lnTo>
                    <a:pt x="6310368" y="0"/>
                  </a:lnTo>
                  <a:lnTo>
                    <a:pt x="6309513" y="0"/>
                  </a:lnTo>
                  <a:lnTo>
                    <a:pt x="6308657" y="0"/>
                  </a:lnTo>
                  <a:lnTo>
                    <a:pt x="6307802" y="0"/>
                  </a:lnTo>
                  <a:lnTo>
                    <a:pt x="6306946" y="0"/>
                  </a:lnTo>
                  <a:lnTo>
                    <a:pt x="6306091" y="0"/>
                  </a:lnTo>
                  <a:lnTo>
                    <a:pt x="6305235" y="0"/>
                  </a:lnTo>
                  <a:lnTo>
                    <a:pt x="6304379" y="0"/>
                  </a:lnTo>
                  <a:lnTo>
                    <a:pt x="6303524" y="0"/>
                  </a:lnTo>
                  <a:lnTo>
                    <a:pt x="6302668" y="0"/>
                  </a:lnTo>
                  <a:lnTo>
                    <a:pt x="6301813" y="0"/>
                  </a:lnTo>
                  <a:lnTo>
                    <a:pt x="6300957" y="0"/>
                  </a:lnTo>
                  <a:lnTo>
                    <a:pt x="6300102" y="0"/>
                  </a:lnTo>
                  <a:lnTo>
                    <a:pt x="6299246" y="0"/>
                  </a:lnTo>
                  <a:lnTo>
                    <a:pt x="6298391" y="0"/>
                  </a:lnTo>
                  <a:lnTo>
                    <a:pt x="6297535" y="0"/>
                  </a:lnTo>
                  <a:lnTo>
                    <a:pt x="6296680" y="0"/>
                  </a:lnTo>
                  <a:lnTo>
                    <a:pt x="6295824" y="0"/>
                  </a:lnTo>
                  <a:lnTo>
                    <a:pt x="6294969" y="0"/>
                  </a:lnTo>
                  <a:lnTo>
                    <a:pt x="6294113" y="0"/>
                  </a:lnTo>
                  <a:lnTo>
                    <a:pt x="6293258" y="0"/>
                  </a:lnTo>
                  <a:lnTo>
                    <a:pt x="6292402" y="0"/>
                  </a:lnTo>
                  <a:lnTo>
                    <a:pt x="6291547" y="0"/>
                  </a:lnTo>
                  <a:lnTo>
                    <a:pt x="6290691" y="0"/>
                  </a:lnTo>
                  <a:lnTo>
                    <a:pt x="6289835" y="0"/>
                  </a:lnTo>
                  <a:lnTo>
                    <a:pt x="6288980" y="0"/>
                  </a:lnTo>
                  <a:lnTo>
                    <a:pt x="6288124" y="0"/>
                  </a:lnTo>
                  <a:lnTo>
                    <a:pt x="6287269" y="0"/>
                  </a:lnTo>
                  <a:lnTo>
                    <a:pt x="6286413" y="0"/>
                  </a:lnTo>
                  <a:lnTo>
                    <a:pt x="6285558" y="0"/>
                  </a:lnTo>
                  <a:lnTo>
                    <a:pt x="6284702" y="0"/>
                  </a:lnTo>
                  <a:lnTo>
                    <a:pt x="6283847" y="0"/>
                  </a:lnTo>
                  <a:lnTo>
                    <a:pt x="6282991" y="0"/>
                  </a:lnTo>
                  <a:lnTo>
                    <a:pt x="6282136" y="0"/>
                  </a:lnTo>
                  <a:lnTo>
                    <a:pt x="6281280" y="0"/>
                  </a:lnTo>
                  <a:lnTo>
                    <a:pt x="6280425" y="0"/>
                  </a:lnTo>
                  <a:lnTo>
                    <a:pt x="6279569" y="0"/>
                  </a:lnTo>
                  <a:lnTo>
                    <a:pt x="6278714" y="0"/>
                  </a:lnTo>
                  <a:lnTo>
                    <a:pt x="6277858" y="0"/>
                  </a:lnTo>
                  <a:lnTo>
                    <a:pt x="6277003" y="0"/>
                  </a:lnTo>
                  <a:lnTo>
                    <a:pt x="6276147" y="0"/>
                  </a:lnTo>
                  <a:lnTo>
                    <a:pt x="6275292" y="0"/>
                  </a:lnTo>
                  <a:lnTo>
                    <a:pt x="6274436" y="0"/>
                  </a:lnTo>
                  <a:lnTo>
                    <a:pt x="6273580" y="0"/>
                  </a:lnTo>
                  <a:lnTo>
                    <a:pt x="6272725" y="0"/>
                  </a:lnTo>
                  <a:lnTo>
                    <a:pt x="6271869" y="0"/>
                  </a:lnTo>
                  <a:lnTo>
                    <a:pt x="6271014" y="0"/>
                  </a:lnTo>
                  <a:lnTo>
                    <a:pt x="6270158" y="0"/>
                  </a:lnTo>
                  <a:lnTo>
                    <a:pt x="6269303" y="0"/>
                  </a:lnTo>
                  <a:lnTo>
                    <a:pt x="6268447" y="0"/>
                  </a:lnTo>
                  <a:lnTo>
                    <a:pt x="6267592" y="0"/>
                  </a:lnTo>
                  <a:lnTo>
                    <a:pt x="6266736" y="0"/>
                  </a:lnTo>
                  <a:lnTo>
                    <a:pt x="6265881" y="0"/>
                  </a:lnTo>
                  <a:lnTo>
                    <a:pt x="6265025" y="0"/>
                  </a:lnTo>
                  <a:lnTo>
                    <a:pt x="6264170" y="0"/>
                  </a:lnTo>
                  <a:lnTo>
                    <a:pt x="6263314" y="0"/>
                  </a:lnTo>
                  <a:lnTo>
                    <a:pt x="6262459" y="0"/>
                  </a:lnTo>
                  <a:lnTo>
                    <a:pt x="6261603" y="0"/>
                  </a:lnTo>
                  <a:lnTo>
                    <a:pt x="6260748" y="0"/>
                  </a:lnTo>
                  <a:lnTo>
                    <a:pt x="6259892" y="0"/>
                  </a:lnTo>
                  <a:lnTo>
                    <a:pt x="6259037" y="0"/>
                  </a:lnTo>
                  <a:lnTo>
                    <a:pt x="6258181" y="0"/>
                  </a:lnTo>
                  <a:lnTo>
                    <a:pt x="6257325" y="0"/>
                  </a:lnTo>
                  <a:lnTo>
                    <a:pt x="6256470" y="0"/>
                  </a:lnTo>
                  <a:lnTo>
                    <a:pt x="6255614" y="0"/>
                  </a:lnTo>
                  <a:lnTo>
                    <a:pt x="6254759" y="0"/>
                  </a:lnTo>
                  <a:lnTo>
                    <a:pt x="6253903" y="0"/>
                  </a:lnTo>
                  <a:lnTo>
                    <a:pt x="6253048" y="0"/>
                  </a:lnTo>
                  <a:lnTo>
                    <a:pt x="6252192" y="0"/>
                  </a:lnTo>
                  <a:lnTo>
                    <a:pt x="6251337" y="0"/>
                  </a:lnTo>
                  <a:lnTo>
                    <a:pt x="6250481" y="0"/>
                  </a:lnTo>
                  <a:lnTo>
                    <a:pt x="6249626" y="0"/>
                  </a:lnTo>
                  <a:lnTo>
                    <a:pt x="6248770" y="0"/>
                  </a:lnTo>
                  <a:lnTo>
                    <a:pt x="6247915" y="0"/>
                  </a:lnTo>
                  <a:lnTo>
                    <a:pt x="6247059" y="0"/>
                  </a:lnTo>
                  <a:lnTo>
                    <a:pt x="6246204" y="0"/>
                  </a:lnTo>
                  <a:lnTo>
                    <a:pt x="6245348" y="0"/>
                  </a:lnTo>
                  <a:lnTo>
                    <a:pt x="6244493" y="0"/>
                  </a:lnTo>
                  <a:lnTo>
                    <a:pt x="6243637" y="0"/>
                  </a:lnTo>
                  <a:lnTo>
                    <a:pt x="6242781" y="0"/>
                  </a:lnTo>
                  <a:lnTo>
                    <a:pt x="6241926" y="0"/>
                  </a:lnTo>
                  <a:lnTo>
                    <a:pt x="6241070" y="0"/>
                  </a:lnTo>
                  <a:lnTo>
                    <a:pt x="6240215" y="0"/>
                  </a:lnTo>
                  <a:lnTo>
                    <a:pt x="6239359" y="0"/>
                  </a:lnTo>
                  <a:lnTo>
                    <a:pt x="6238504" y="0"/>
                  </a:lnTo>
                  <a:lnTo>
                    <a:pt x="6237648" y="0"/>
                  </a:lnTo>
                  <a:lnTo>
                    <a:pt x="6236793" y="0"/>
                  </a:lnTo>
                  <a:lnTo>
                    <a:pt x="6235937" y="0"/>
                  </a:lnTo>
                  <a:lnTo>
                    <a:pt x="6235082" y="0"/>
                  </a:lnTo>
                  <a:lnTo>
                    <a:pt x="6234226" y="0"/>
                  </a:lnTo>
                  <a:lnTo>
                    <a:pt x="6233371" y="0"/>
                  </a:lnTo>
                  <a:lnTo>
                    <a:pt x="6232515" y="0"/>
                  </a:lnTo>
                  <a:lnTo>
                    <a:pt x="6231660" y="0"/>
                  </a:lnTo>
                  <a:lnTo>
                    <a:pt x="6230804" y="0"/>
                  </a:lnTo>
                  <a:lnTo>
                    <a:pt x="6229949" y="0"/>
                  </a:lnTo>
                  <a:lnTo>
                    <a:pt x="6229093" y="0"/>
                  </a:lnTo>
                  <a:lnTo>
                    <a:pt x="6228238" y="0"/>
                  </a:lnTo>
                  <a:lnTo>
                    <a:pt x="6227382" y="0"/>
                  </a:lnTo>
                  <a:lnTo>
                    <a:pt x="6226526" y="0"/>
                  </a:lnTo>
                  <a:lnTo>
                    <a:pt x="6225671" y="0"/>
                  </a:lnTo>
                  <a:lnTo>
                    <a:pt x="6224815" y="0"/>
                  </a:lnTo>
                  <a:lnTo>
                    <a:pt x="6223960" y="0"/>
                  </a:lnTo>
                  <a:lnTo>
                    <a:pt x="6223104" y="0"/>
                  </a:lnTo>
                  <a:lnTo>
                    <a:pt x="6222249" y="0"/>
                  </a:lnTo>
                  <a:lnTo>
                    <a:pt x="6221393" y="0"/>
                  </a:lnTo>
                  <a:lnTo>
                    <a:pt x="6220538" y="0"/>
                  </a:lnTo>
                  <a:lnTo>
                    <a:pt x="6219682" y="0"/>
                  </a:lnTo>
                  <a:lnTo>
                    <a:pt x="6218827" y="0"/>
                  </a:lnTo>
                  <a:lnTo>
                    <a:pt x="6217971" y="0"/>
                  </a:lnTo>
                  <a:lnTo>
                    <a:pt x="6217116" y="0"/>
                  </a:lnTo>
                  <a:lnTo>
                    <a:pt x="6216260" y="0"/>
                  </a:lnTo>
                  <a:lnTo>
                    <a:pt x="6215405" y="0"/>
                  </a:lnTo>
                  <a:lnTo>
                    <a:pt x="6214549" y="0"/>
                  </a:lnTo>
                  <a:lnTo>
                    <a:pt x="6213694" y="0"/>
                  </a:lnTo>
                  <a:lnTo>
                    <a:pt x="6212838" y="0"/>
                  </a:lnTo>
                  <a:lnTo>
                    <a:pt x="6211983" y="0"/>
                  </a:lnTo>
                  <a:lnTo>
                    <a:pt x="6211127" y="0"/>
                  </a:lnTo>
                  <a:lnTo>
                    <a:pt x="6210271" y="0"/>
                  </a:lnTo>
                  <a:lnTo>
                    <a:pt x="6209416" y="0"/>
                  </a:lnTo>
                  <a:lnTo>
                    <a:pt x="6208560" y="0"/>
                  </a:lnTo>
                  <a:lnTo>
                    <a:pt x="6207705" y="0"/>
                  </a:lnTo>
                  <a:lnTo>
                    <a:pt x="6206849" y="0"/>
                  </a:lnTo>
                  <a:lnTo>
                    <a:pt x="6205994" y="0"/>
                  </a:lnTo>
                  <a:lnTo>
                    <a:pt x="6205138" y="0"/>
                  </a:lnTo>
                  <a:lnTo>
                    <a:pt x="6204283" y="0"/>
                  </a:lnTo>
                  <a:lnTo>
                    <a:pt x="6203427" y="0"/>
                  </a:lnTo>
                  <a:lnTo>
                    <a:pt x="6202572" y="0"/>
                  </a:lnTo>
                  <a:lnTo>
                    <a:pt x="6201716" y="0"/>
                  </a:lnTo>
                  <a:lnTo>
                    <a:pt x="6200861" y="0"/>
                  </a:lnTo>
                  <a:lnTo>
                    <a:pt x="6200005" y="0"/>
                  </a:lnTo>
                  <a:lnTo>
                    <a:pt x="6199150" y="0"/>
                  </a:lnTo>
                  <a:lnTo>
                    <a:pt x="6198294" y="0"/>
                  </a:lnTo>
                  <a:lnTo>
                    <a:pt x="6197439" y="0"/>
                  </a:lnTo>
                  <a:lnTo>
                    <a:pt x="6196583" y="0"/>
                  </a:lnTo>
                  <a:lnTo>
                    <a:pt x="6195728" y="0"/>
                  </a:lnTo>
                  <a:lnTo>
                    <a:pt x="6194872" y="0"/>
                  </a:lnTo>
                  <a:lnTo>
                    <a:pt x="6194016" y="0"/>
                  </a:lnTo>
                  <a:lnTo>
                    <a:pt x="6193161" y="0"/>
                  </a:lnTo>
                  <a:lnTo>
                    <a:pt x="6192305" y="0"/>
                  </a:lnTo>
                  <a:lnTo>
                    <a:pt x="6191450" y="0"/>
                  </a:lnTo>
                  <a:lnTo>
                    <a:pt x="6190594" y="0"/>
                  </a:lnTo>
                  <a:lnTo>
                    <a:pt x="6189739" y="0"/>
                  </a:lnTo>
                  <a:lnTo>
                    <a:pt x="6188883" y="0"/>
                  </a:lnTo>
                  <a:lnTo>
                    <a:pt x="6188028" y="0"/>
                  </a:lnTo>
                  <a:lnTo>
                    <a:pt x="6187172" y="0"/>
                  </a:lnTo>
                  <a:lnTo>
                    <a:pt x="6186317" y="0"/>
                  </a:lnTo>
                  <a:lnTo>
                    <a:pt x="6185461" y="0"/>
                  </a:lnTo>
                  <a:lnTo>
                    <a:pt x="6184606" y="0"/>
                  </a:lnTo>
                  <a:lnTo>
                    <a:pt x="6183750" y="0"/>
                  </a:lnTo>
                  <a:lnTo>
                    <a:pt x="6182895" y="0"/>
                  </a:lnTo>
                  <a:lnTo>
                    <a:pt x="6182039" y="0"/>
                  </a:lnTo>
                  <a:lnTo>
                    <a:pt x="6181184" y="0"/>
                  </a:lnTo>
                  <a:lnTo>
                    <a:pt x="6180328" y="0"/>
                  </a:lnTo>
                  <a:lnTo>
                    <a:pt x="6179472" y="0"/>
                  </a:lnTo>
                  <a:lnTo>
                    <a:pt x="6178617" y="0"/>
                  </a:lnTo>
                  <a:lnTo>
                    <a:pt x="6177761" y="0"/>
                  </a:lnTo>
                  <a:lnTo>
                    <a:pt x="6176906" y="0"/>
                  </a:lnTo>
                  <a:lnTo>
                    <a:pt x="6176050" y="0"/>
                  </a:lnTo>
                  <a:lnTo>
                    <a:pt x="6175195" y="0"/>
                  </a:lnTo>
                  <a:lnTo>
                    <a:pt x="6174339" y="0"/>
                  </a:lnTo>
                  <a:lnTo>
                    <a:pt x="6173484" y="0"/>
                  </a:lnTo>
                  <a:lnTo>
                    <a:pt x="6172628" y="0"/>
                  </a:lnTo>
                  <a:lnTo>
                    <a:pt x="6171773" y="0"/>
                  </a:lnTo>
                  <a:lnTo>
                    <a:pt x="6170917" y="0"/>
                  </a:lnTo>
                  <a:lnTo>
                    <a:pt x="6170062" y="0"/>
                  </a:lnTo>
                  <a:lnTo>
                    <a:pt x="6169206" y="0"/>
                  </a:lnTo>
                  <a:lnTo>
                    <a:pt x="6168351" y="0"/>
                  </a:lnTo>
                  <a:lnTo>
                    <a:pt x="6167495" y="0"/>
                  </a:lnTo>
                  <a:lnTo>
                    <a:pt x="6166640" y="0"/>
                  </a:lnTo>
                  <a:lnTo>
                    <a:pt x="6165784" y="0"/>
                  </a:lnTo>
                  <a:lnTo>
                    <a:pt x="6164929" y="0"/>
                  </a:lnTo>
                  <a:lnTo>
                    <a:pt x="6164073" y="0"/>
                  </a:lnTo>
                  <a:lnTo>
                    <a:pt x="6163217" y="0"/>
                  </a:lnTo>
                  <a:lnTo>
                    <a:pt x="6162362" y="0"/>
                  </a:lnTo>
                  <a:lnTo>
                    <a:pt x="6161506" y="0"/>
                  </a:lnTo>
                  <a:lnTo>
                    <a:pt x="6160651" y="0"/>
                  </a:lnTo>
                  <a:lnTo>
                    <a:pt x="6159795" y="0"/>
                  </a:lnTo>
                  <a:lnTo>
                    <a:pt x="6158940" y="0"/>
                  </a:lnTo>
                  <a:lnTo>
                    <a:pt x="6158084" y="0"/>
                  </a:lnTo>
                  <a:lnTo>
                    <a:pt x="6157229" y="0"/>
                  </a:lnTo>
                  <a:lnTo>
                    <a:pt x="6156373" y="0"/>
                  </a:lnTo>
                  <a:lnTo>
                    <a:pt x="6155518" y="0"/>
                  </a:lnTo>
                  <a:lnTo>
                    <a:pt x="6154662" y="0"/>
                  </a:lnTo>
                  <a:lnTo>
                    <a:pt x="6153807" y="0"/>
                  </a:lnTo>
                  <a:lnTo>
                    <a:pt x="6152951" y="0"/>
                  </a:lnTo>
                  <a:lnTo>
                    <a:pt x="6152096" y="0"/>
                  </a:lnTo>
                  <a:lnTo>
                    <a:pt x="6151240" y="0"/>
                  </a:lnTo>
                  <a:lnTo>
                    <a:pt x="6150385" y="0"/>
                  </a:lnTo>
                  <a:lnTo>
                    <a:pt x="6149529" y="0"/>
                  </a:lnTo>
                  <a:lnTo>
                    <a:pt x="6148674" y="0"/>
                  </a:lnTo>
                  <a:lnTo>
                    <a:pt x="6147818" y="0"/>
                  </a:lnTo>
                  <a:lnTo>
                    <a:pt x="6146962" y="0"/>
                  </a:lnTo>
                  <a:lnTo>
                    <a:pt x="6146107" y="0"/>
                  </a:lnTo>
                  <a:lnTo>
                    <a:pt x="6145251" y="0"/>
                  </a:lnTo>
                  <a:lnTo>
                    <a:pt x="6144396" y="0"/>
                  </a:lnTo>
                  <a:lnTo>
                    <a:pt x="6143540" y="0"/>
                  </a:lnTo>
                  <a:lnTo>
                    <a:pt x="6142685" y="0"/>
                  </a:lnTo>
                  <a:lnTo>
                    <a:pt x="6141829" y="0"/>
                  </a:lnTo>
                  <a:lnTo>
                    <a:pt x="6140974" y="0"/>
                  </a:lnTo>
                  <a:lnTo>
                    <a:pt x="6140118" y="0"/>
                  </a:lnTo>
                  <a:lnTo>
                    <a:pt x="6139263" y="0"/>
                  </a:lnTo>
                  <a:lnTo>
                    <a:pt x="6138407" y="0"/>
                  </a:lnTo>
                  <a:lnTo>
                    <a:pt x="6137552" y="0"/>
                  </a:lnTo>
                  <a:lnTo>
                    <a:pt x="6136696" y="0"/>
                  </a:lnTo>
                  <a:lnTo>
                    <a:pt x="6135841" y="0"/>
                  </a:lnTo>
                  <a:lnTo>
                    <a:pt x="6134985" y="0"/>
                  </a:lnTo>
                  <a:lnTo>
                    <a:pt x="6134130" y="0"/>
                  </a:lnTo>
                  <a:lnTo>
                    <a:pt x="6133274" y="0"/>
                  </a:lnTo>
                  <a:lnTo>
                    <a:pt x="6132418" y="0"/>
                  </a:lnTo>
                  <a:lnTo>
                    <a:pt x="6131563" y="0"/>
                  </a:lnTo>
                  <a:lnTo>
                    <a:pt x="6130707" y="0"/>
                  </a:lnTo>
                  <a:lnTo>
                    <a:pt x="6129852" y="0"/>
                  </a:lnTo>
                  <a:lnTo>
                    <a:pt x="6128996" y="0"/>
                  </a:lnTo>
                  <a:lnTo>
                    <a:pt x="6128141" y="0"/>
                  </a:lnTo>
                  <a:lnTo>
                    <a:pt x="6127285" y="0"/>
                  </a:lnTo>
                  <a:lnTo>
                    <a:pt x="6126430" y="0"/>
                  </a:lnTo>
                  <a:lnTo>
                    <a:pt x="6125574" y="0"/>
                  </a:lnTo>
                  <a:lnTo>
                    <a:pt x="6124719" y="0"/>
                  </a:lnTo>
                  <a:lnTo>
                    <a:pt x="6123863" y="0"/>
                  </a:lnTo>
                  <a:lnTo>
                    <a:pt x="6123008" y="0"/>
                  </a:lnTo>
                  <a:lnTo>
                    <a:pt x="6122152" y="0"/>
                  </a:lnTo>
                  <a:lnTo>
                    <a:pt x="6121297" y="0"/>
                  </a:lnTo>
                  <a:lnTo>
                    <a:pt x="6120441" y="0"/>
                  </a:lnTo>
                  <a:lnTo>
                    <a:pt x="6119586" y="0"/>
                  </a:lnTo>
                  <a:lnTo>
                    <a:pt x="6118730" y="0"/>
                  </a:lnTo>
                  <a:lnTo>
                    <a:pt x="6117875" y="0"/>
                  </a:lnTo>
                  <a:lnTo>
                    <a:pt x="6117019" y="0"/>
                  </a:lnTo>
                  <a:lnTo>
                    <a:pt x="6116163" y="0"/>
                  </a:lnTo>
                  <a:lnTo>
                    <a:pt x="6115308" y="0"/>
                  </a:lnTo>
                  <a:lnTo>
                    <a:pt x="6114452" y="0"/>
                  </a:lnTo>
                  <a:lnTo>
                    <a:pt x="6113597" y="0"/>
                  </a:lnTo>
                  <a:lnTo>
                    <a:pt x="6112741" y="0"/>
                  </a:lnTo>
                  <a:lnTo>
                    <a:pt x="6111886" y="0"/>
                  </a:lnTo>
                  <a:lnTo>
                    <a:pt x="6111030" y="0"/>
                  </a:lnTo>
                  <a:lnTo>
                    <a:pt x="6110175" y="0"/>
                  </a:lnTo>
                  <a:lnTo>
                    <a:pt x="6109319" y="0"/>
                  </a:lnTo>
                  <a:lnTo>
                    <a:pt x="6108464" y="0"/>
                  </a:lnTo>
                  <a:lnTo>
                    <a:pt x="6107608" y="0"/>
                  </a:lnTo>
                  <a:lnTo>
                    <a:pt x="6106753" y="0"/>
                  </a:lnTo>
                  <a:lnTo>
                    <a:pt x="6105897" y="0"/>
                  </a:lnTo>
                  <a:lnTo>
                    <a:pt x="6105042" y="0"/>
                  </a:lnTo>
                  <a:lnTo>
                    <a:pt x="6104186" y="0"/>
                  </a:lnTo>
                  <a:lnTo>
                    <a:pt x="6103331" y="0"/>
                  </a:lnTo>
                  <a:lnTo>
                    <a:pt x="6102475" y="0"/>
                  </a:lnTo>
                  <a:lnTo>
                    <a:pt x="6101620" y="0"/>
                  </a:lnTo>
                  <a:lnTo>
                    <a:pt x="6100764" y="0"/>
                  </a:lnTo>
                  <a:lnTo>
                    <a:pt x="6099908" y="0"/>
                  </a:lnTo>
                  <a:lnTo>
                    <a:pt x="6099053" y="0"/>
                  </a:lnTo>
                  <a:lnTo>
                    <a:pt x="6098197" y="0"/>
                  </a:lnTo>
                  <a:lnTo>
                    <a:pt x="6097342" y="0"/>
                  </a:lnTo>
                  <a:lnTo>
                    <a:pt x="6096486" y="0"/>
                  </a:lnTo>
                  <a:lnTo>
                    <a:pt x="6095631" y="0"/>
                  </a:lnTo>
                  <a:lnTo>
                    <a:pt x="6094775" y="0"/>
                  </a:lnTo>
                  <a:lnTo>
                    <a:pt x="6093920" y="0"/>
                  </a:lnTo>
                  <a:lnTo>
                    <a:pt x="6093064" y="0"/>
                  </a:lnTo>
                  <a:lnTo>
                    <a:pt x="6092209" y="0"/>
                  </a:lnTo>
                  <a:lnTo>
                    <a:pt x="6091353" y="0"/>
                  </a:lnTo>
                  <a:lnTo>
                    <a:pt x="6090498" y="0"/>
                  </a:lnTo>
                  <a:lnTo>
                    <a:pt x="6089642" y="0"/>
                  </a:lnTo>
                  <a:lnTo>
                    <a:pt x="6088787" y="0"/>
                  </a:lnTo>
                  <a:lnTo>
                    <a:pt x="6087931" y="0"/>
                  </a:lnTo>
                  <a:lnTo>
                    <a:pt x="6087076" y="0"/>
                  </a:lnTo>
                  <a:lnTo>
                    <a:pt x="6086220" y="0"/>
                  </a:lnTo>
                  <a:lnTo>
                    <a:pt x="6085364" y="0"/>
                  </a:lnTo>
                  <a:lnTo>
                    <a:pt x="6084509" y="0"/>
                  </a:lnTo>
                  <a:lnTo>
                    <a:pt x="6083653" y="0"/>
                  </a:lnTo>
                  <a:lnTo>
                    <a:pt x="6082798" y="0"/>
                  </a:lnTo>
                  <a:lnTo>
                    <a:pt x="6081942" y="0"/>
                  </a:lnTo>
                  <a:lnTo>
                    <a:pt x="6081087" y="0"/>
                  </a:lnTo>
                  <a:lnTo>
                    <a:pt x="6080231" y="0"/>
                  </a:lnTo>
                  <a:lnTo>
                    <a:pt x="6079376" y="0"/>
                  </a:lnTo>
                  <a:lnTo>
                    <a:pt x="6078520" y="0"/>
                  </a:lnTo>
                  <a:lnTo>
                    <a:pt x="6077665" y="0"/>
                  </a:lnTo>
                  <a:lnTo>
                    <a:pt x="6076809" y="0"/>
                  </a:lnTo>
                  <a:lnTo>
                    <a:pt x="6075954" y="0"/>
                  </a:lnTo>
                  <a:lnTo>
                    <a:pt x="6075098" y="0"/>
                  </a:lnTo>
                  <a:lnTo>
                    <a:pt x="6074243" y="0"/>
                  </a:lnTo>
                  <a:lnTo>
                    <a:pt x="6073387" y="0"/>
                  </a:lnTo>
                  <a:lnTo>
                    <a:pt x="6072532" y="0"/>
                  </a:lnTo>
                  <a:lnTo>
                    <a:pt x="6071676" y="0"/>
                  </a:lnTo>
                  <a:lnTo>
                    <a:pt x="6070821" y="0"/>
                  </a:lnTo>
                  <a:lnTo>
                    <a:pt x="6069965" y="0"/>
                  </a:lnTo>
                  <a:lnTo>
                    <a:pt x="6069109" y="0"/>
                  </a:lnTo>
                  <a:lnTo>
                    <a:pt x="6068254" y="0"/>
                  </a:lnTo>
                  <a:lnTo>
                    <a:pt x="6067398" y="0"/>
                  </a:lnTo>
                  <a:lnTo>
                    <a:pt x="6066543" y="0"/>
                  </a:lnTo>
                  <a:lnTo>
                    <a:pt x="6065687" y="0"/>
                  </a:lnTo>
                  <a:lnTo>
                    <a:pt x="6064832" y="0"/>
                  </a:lnTo>
                  <a:lnTo>
                    <a:pt x="6063976" y="0"/>
                  </a:lnTo>
                  <a:lnTo>
                    <a:pt x="6063121" y="0"/>
                  </a:lnTo>
                  <a:lnTo>
                    <a:pt x="6062265" y="0"/>
                  </a:lnTo>
                  <a:lnTo>
                    <a:pt x="6061410" y="0"/>
                  </a:lnTo>
                  <a:lnTo>
                    <a:pt x="6060554" y="0"/>
                  </a:lnTo>
                  <a:lnTo>
                    <a:pt x="6059699" y="0"/>
                  </a:lnTo>
                  <a:lnTo>
                    <a:pt x="6058843" y="0"/>
                  </a:lnTo>
                  <a:lnTo>
                    <a:pt x="6057988" y="0"/>
                  </a:lnTo>
                  <a:lnTo>
                    <a:pt x="6057132" y="0"/>
                  </a:lnTo>
                  <a:lnTo>
                    <a:pt x="6056277" y="0"/>
                  </a:lnTo>
                  <a:lnTo>
                    <a:pt x="6055421" y="0"/>
                  </a:lnTo>
                  <a:lnTo>
                    <a:pt x="6054566" y="0"/>
                  </a:lnTo>
                  <a:lnTo>
                    <a:pt x="6053710" y="0"/>
                  </a:lnTo>
                  <a:lnTo>
                    <a:pt x="6052854" y="0"/>
                  </a:lnTo>
                  <a:lnTo>
                    <a:pt x="6051999" y="0"/>
                  </a:lnTo>
                  <a:lnTo>
                    <a:pt x="6051143" y="0"/>
                  </a:lnTo>
                  <a:lnTo>
                    <a:pt x="6050288" y="0"/>
                  </a:lnTo>
                  <a:lnTo>
                    <a:pt x="6049432" y="0"/>
                  </a:lnTo>
                  <a:lnTo>
                    <a:pt x="6048577" y="0"/>
                  </a:lnTo>
                  <a:lnTo>
                    <a:pt x="6047721" y="0"/>
                  </a:lnTo>
                  <a:lnTo>
                    <a:pt x="6046866" y="0"/>
                  </a:lnTo>
                  <a:lnTo>
                    <a:pt x="6046010" y="0"/>
                  </a:lnTo>
                  <a:lnTo>
                    <a:pt x="6045155" y="0"/>
                  </a:lnTo>
                  <a:lnTo>
                    <a:pt x="6044299" y="0"/>
                  </a:lnTo>
                  <a:lnTo>
                    <a:pt x="6043444" y="0"/>
                  </a:lnTo>
                  <a:lnTo>
                    <a:pt x="6042588" y="0"/>
                  </a:lnTo>
                  <a:lnTo>
                    <a:pt x="6041733" y="0"/>
                  </a:lnTo>
                  <a:lnTo>
                    <a:pt x="6040877" y="0"/>
                  </a:lnTo>
                  <a:lnTo>
                    <a:pt x="6040022" y="0"/>
                  </a:lnTo>
                  <a:lnTo>
                    <a:pt x="6039166" y="0"/>
                  </a:lnTo>
                  <a:lnTo>
                    <a:pt x="6038310" y="0"/>
                  </a:lnTo>
                  <a:lnTo>
                    <a:pt x="6037455" y="0"/>
                  </a:lnTo>
                  <a:lnTo>
                    <a:pt x="6036599" y="0"/>
                  </a:lnTo>
                  <a:lnTo>
                    <a:pt x="6035744" y="0"/>
                  </a:lnTo>
                  <a:lnTo>
                    <a:pt x="6034888" y="0"/>
                  </a:lnTo>
                  <a:lnTo>
                    <a:pt x="6034033" y="0"/>
                  </a:lnTo>
                  <a:lnTo>
                    <a:pt x="6033177" y="0"/>
                  </a:lnTo>
                  <a:lnTo>
                    <a:pt x="6032322" y="0"/>
                  </a:lnTo>
                  <a:lnTo>
                    <a:pt x="6031466" y="0"/>
                  </a:lnTo>
                  <a:lnTo>
                    <a:pt x="6030611" y="0"/>
                  </a:lnTo>
                  <a:lnTo>
                    <a:pt x="6029755" y="0"/>
                  </a:lnTo>
                  <a:lnTo>
                    <a:pt x="6028900" y="0"/>
                  </a:lnTo>
                  <a:lnTo>
                    <a:pt x="6028044" y="0"/>
                  </a:lnTo>
                  <a:lnTo>
                    <a:pt x="6027189" y="0"/>
                  </a:lnTo>
                  <a:lnTo>
                    <a:pt x="6026333" y="0"/>
                  </a:lnTo>
                  <a:lnTo>
                    <a:pt x="6025478" y="0"/>
                  </a:lnTo>
                  <a:lnTo>
                    <a:pt x="6024622" y="0"/>
                  </a:lnTo>
                  <a:lnTo>
                    <a:pt x="6023767" y="0"/>
                  </a:lnTo>
                  <a:lnTo>
                    <a:pt x="6022911" y="0"/>
                  </a:lnTo>
                  <a:lnTo>
                    <a:pt x="6022055" y="0"/>
                  </a:lnTo>
                  <a:lnTo>
                    <a:pt x="6021200" y="0"/>
                  </a:lnTo>
                  <a:lnTo>
                    <a:pt x="6020344" y="0"/>
                  </a:lnTo>
                  <a:lnTo>
                    <a:pt x="6019489" y="0"/>
                  </a:lnTo>
                  <a:lnTo>
                    <a:pt x="6018633" y="0"/>
                  </a:lnTo>
                  <a:lnTo>
                    <a:pt x="6017778" y="0"/>
                  </a:lnTo>
                  <a:lnTo>
                    <a:pt x="6016922" y="0"/>
                  </a:lnTo>
                  <a:lnTo>
                    <a:pt x="6016067" y="0"/>
                  </a:lnTo>
                  <a:lnTo>
                    <a:pt x="6015211" y="0"/>
                  </a:lnTo>
                  <a:lnTo>
                    <a:pt x="6014356" y="0"/>
                  </a:lnTo>
                  <a:lnTo>
                    <a:pt x="6013500" y="0"/>
                  </a:lnTo>
                  <a:lnTo>
                    <a:pt x="6012645" y="0"/>
                  </a:lnTo>
                  <a:lnTo>
                    <a:pt x="6011789" y="0"/>
                  </a:lnTo>
                  <a:lnTo>
                    <a:pt x="6010934" y="0"/>
                  </a:lnTo>
                  <a:lnTo>
                    <a:pt x="6010078" y="0"/>
                  </a:lnTo>
                  <a:lnTo>
                    <a:pt x="6009223" y="0"/>
                  </a:lnTo>
                  <a:lnTo>
                    <a:pt x="6008367" y="0"/>
                  </a:lnTo>
                  <a:lnTo>
                    <a:pt x="6007512" y="0"/>
                  </a:lnTo>
                  <a:lnTo>
                    <a:pt x="6006656" y="0"/>
                  </a:lnTo>
                  <a:lnTo>
                    <a:pt x="6005800" y="0"/>
                  </a:lnTo>
                  <a:lnTo>
                    <a:pt x="6004945" y="0"/>
                  </a:lnTo>
                  <a:lnTo>
                    <a:pt x="6004089" y="0"/>
                  </a:lnTo>
                  <a:lnTo>
                    <a:pt x="6003234" y="0"/>
                  </a:lnTo>
                  <a:lnTo>
                    <a:pt x="6002378" y="0"/>
                  </a:lnTo>
                  <a:lnTo>
                    <a:pt x="6001523" y="0"/>
                  </a:lnTo>
                  <a:lnTo>
                    <a:pt x="6000667" y="0"/>
                  </a:lnTo>
                  <a:lnTo>
                    <a:pt x="5999812" y="0"/>
                  </a:lnTo>
                  <a:lnTo>
                    <a:pt x="5998956" y="0"/>
                  </a:lnTo>
                  <a:lnTo>
                    <a:pt x="5998101" y="0"/>
                  </a:lnTo>
                  <a:lnTo>
                    <a:pt x="5997245" y="0"/>
                  </a:lnTo>
                  <a:lnTo>
                    <a:pt x="5996390" y="0"/>
                  </a:lnTo>
                  <a:lnTo>
                    <a:pt x="5995534" y="0"/>
                  </a:lnTo>
                  <a:lnTo>
                    <a:pt x="5994679" y="0"/>
                  </a:lnTo>
                  <a:lnTo>
                    <a:pt x="5993823" y="0"/>
                  </a:lnTo>
                  <a:lnTo>
                    <a:pt x="5992968" y="0"/>
                  </a:lnTo>
                  <a:lnTo>
                    <a:pt x="5992112" y="0"/>
                  </a:lnTo>
                  <a:lnTo>
                    <a:pt x="5991256" y="0"/>
                  </a:lnTo>
                  <a:lnTo>
                    <a:pt x="5990401" y="0"/>
                  </a:lnTo>
                  <a:lnTo>
                    <a:pt x="5989545" y="0"/>
                  </a:lnTo>
                  <a:lnTo>
                    <a:pt x="5988690" y="0"/>
                  </a:lnTo>
                  <a:lnTo>
                    <a:pt x="5987834" y="0"/>
                  </a:lnTo>
                  <a:lnTo>
                    <a:pt x="5986979" y="0"/>
                  </a:lnTo>
                  <a:lnTo>
                    <a:pt x="5986123" y="0"/>
                  </a:lnTo>
                  <a:lnTo>
                    <a:pt x="5985268" y="0"/>
                  </a:lnTo>
                  <a:lnTo>
                    <a:pt x="5984412" y="0"/>
                  </a:lnTo>
                  <a:lnTo>
                    <a:pt x="5983557" y="0"/>
                  </a:lnTo>
                  <a:lnTo>
                    <a:pt x="5982701" y="0"/>
                  </a:lnTo>
                  <a:lnTo>
                    <a:pt x="5981846" y="0"/>
                  </a:lnTo>
                  <a:lnTo>
                    <a:pt x="5980990" y="0"/>
                  </a:lnTo>
                  <a:lnTo>
                    <a:pt x="5980135" y="0"/>
                  </a:lnTo>
                  <a:lnTo>
                    <a:pt x="5979279" y="0"/>
                  </a:lnTo>
                  <a:lnTo>
                    <a:pt x="5978424" y="0"/>
                  </a:lnTo>
                  <a:lnTo>
                    <a:pt x="5977568" y="0"/>
                  </a:lnTo>
                  <a:lnTo>
                    <a:pt x="5976713" y="0"/>
                  </a:lnTo>
                  <a:lnTo>
                    <a:pt x="5975857" y="0"/>
                  </a:lnTo>
                  <a:lnTo>
                    <a:pt x="5975001" y="0"/>
                  </a:lnTo>
                  <a:lnTo>
                    <a:pt x="5974146" y="0"/>
                  </a:lnTo>
                  <a:lnTo>
                    <a:pt x="5973290" y="0"/>
                  </a:lnTo>
                  <a:lnTo>
                    <a:pt x="5972435" y="0"/>
                  </a:lnTo>
                  <a:lnTo>
                    <a:pt x="5971579" y="0"/>
                  </a:lnTo>
                  <a:lnTo>
                    <a:pt x="5970724" y="0"/>
                  </a:lnTo>
                  <a:lnTo>
                    <a:pt x="5969868" y="0"/>
                  </a:lnTo>
                  <a:lnTo>
                    <a:pt x="5969013" y="0"/>
                  </a:lnTo>
                  <a:lnTo>
                    <a:pt x="5968157" y="0"/>
                  </a:lnTo>
                  <a:lnTo>
                    <a:pt x="5967302" y="0"/>
                  </a:lnTo>
                  <a:lnTo>
                    <a:pt x="5966446" y="0"/>
                  </a:lnTo>
                  <a:lnTo>
                    <a:pt x="5965591" y="0"/>
                  </a:lnTo>
                  <a:lnTo>
                    <a:pt x="5964735" y="0"/>
                  </a:lnTo>
                  <a:lnTo>
                    <a:pt x="5963880" y="0"/>
                  </a:lnTo>
                  <a:lnTo>
                    <a:pt x="5963024" y="0"/>
                  </a:lnTo>
                  <a:lnTo>
                    <a:pt x="5962169" y="0"/>
                  </a:lnTo>
                  <a:lnTo>
                    <a:pt x="5961313" y="0"/>
                  </a:lnTo>
                  <a:lnTo>
                    <a:pt x="5960458" y="0"/>
                  </a:lnTo>
                  <a:lnTo>
                    <a:pt x="5959602" y="0"/>
                  </a:lnTo>
                  <a:lnTo>
                    <a:pt x="5958746" y="0"/>
                  </a:lnTo>
                  <a:lnTo>
                    <a:pt x="5957891" y="0"/>
                  </a:lnTo>
                  <a:lnTo>
                    <a:pt x="5957035" y="0"/>
                  </a:lnTo>
                  <a:lnTo>
                    <a:pt x="5956180" y="0"/>
                  </a:lnTo>
                  <a:lnTo>
                    <a:pt x="5955324" y="0"/>
                  </a:lnTo>
                  <a:lnTo>
                    <a:pt x="5954469" y="0"/>
                  </a:lnTo>
                  <a:lnTo>
                    <a:pt x="5953613" y="0"/>
                  </a:lnTo>
                  <a:lnTo>
                    <a:pt x="5952758" y="0"/>
                  </a:lnTo>
                  <a:lnTo>
                    <a:pt x="5951902" y="0"/>
                  </a:lnTo>
                  <a:lnTo>
                    <a:pt x="5951047" y="0"/>
                  </a:lnTo>
                  <a:lnTo>
                    <a:pt x="5950191" y="0"/>
                  </a:lnTo>
                  <a:lnTo>
                    <a:pt x="5949336" y="0"/>
                  </a:lnTo>
                  <a:lnTo>
                    <a:pt x="5948480" y="0"/>
                  </a:lnTo>
                  <a:lnTo>
                    <a:pt x="5947625" y="0"/>
                  </a:lnTo>
                  <a:lnTo>
                    <a:pt x="5946769" y="0"/>
                  </a:lnTo>
                  <a:lnTo>
                    <a:pt x="5945914" y="0"/>
                  </a:lnTo>
                  <a:lnTo>
                    <a:pt x="5945058" y="0"/>
                  </a:lnTo>
                  <a:lnTo>
                    <a:pt x="5944203" y="0"/>
                  </a:lnTo>
                  <a:lnTo>
                    <a:pt x="5943347" y="0"/>
                  </a:lnTo>
                  <a:lnTo>
                    <a:pt x="5942491" y="0"/>
                  </a:lnTo>
                  <a:lnTo>
                    <a:pt x="5941636" y="0"/>
                  </a:lnTo>
                  <a:lnTo>
                    <a:pt x="5940780" y="0"/>
                  </a:lnTo>
                  <a:lnTo>
                    <a:pt x="5939925" y="0"/>
                  </a:lnTo>
                  <a:lnTo>
                    <a:pt x="5939069" y="0"/>
                  </a:lnTo>
                  <a:lnTo>
                    <a:pt x="5938214" y="0"/>
                  </a:lnTo>
                  <a:lnTo>
                    <a:pt x="5937358" y="0"/>
                  </a:lnTo>
                  <a:lnTo>
                    <a:pt x="5936503" y="0"/>
                  </a:lnTo>
                  <a:lnTo>
                    <a:pt x="5935647" y="0"/>
                  </a:lnTo>
                  <a:lnTo>
                    <a:pt x="5934792" y="0"/>
                  </a:lnTo>
                  <a:lnTo>
                    <a:pt x="5933936" y="0"/>
                  </a:lnTo>
                  <a:lnTo>
                    <a:pt x="5933081" y="0"/>
                  </a:lnTo>
                  <a:lnTo>
                    <a:pt x="5932225" y="0"/>
                  </a:lnTo>
                  <a:lnTo>
                    <a:pt x="5931370" y="0"/>
                  </a:lnTo>
                  <a:lnTo>
                    <a:pt x="5930514" y="0"/>
                  </a:lnTo>
                  <a:lnTo>
                    <a:pt x="5929659" y="0"/>
                  </a:lnTo>
                  <a:lnTo>
                    <a:pt x="5928803" y="0"/>
                  </a:lnTo>
                  <a:lnTo>
                    <a:pt x="5927947" y="0"/>
                  </a:lnTo>
                  <a:lnTo>
                    <a:pt x="5927092" y="0"/>
                  </a:lnTo>
                  <a:lnTo>
                    <a:pt x="5926236" y="0"/>
                  </a:lnTo>
                  <a:lnTo>
                    <a:pt x="5925381" y="0"/>
                  </a:lnTo>
                  <a:lnTo>
                    <a:pt x="5924525" y="0"/>
                  </a:lnTo>
                  <a:lnTo>
                    <a:pt x="5923670" y="0"/>
                  </a:lnTo>
                  <a:lnTo>
                    <a:pt x="5922814" y="0"/>
                  </a:lnTo>
                  <a:lnTo>
                    <a:pt x="5921959" y="0"/>
                  </a:lnTo>
                  <a:lnTo>
                    <a:pt x="5921103" y="0"/>
                  </a:lnTo>
                  <a:lnTo>
                    <a:pt x="5920248" y="0"/>
                  </a:lnTo>
                  <a:lnTo>
                    <a:pt x="5919392" y="0"/>
                  </a:lnTo>
                  <a:lnTo>
                    <a:pt x="5918537" y="0"/>
                  </a:lnTo>
                  <a:lnTo>
                    <a:pt x="5917681" y="0"/>
                  </a:lnTo>
                  <a:lnTo>
                    <a:pt x="5916826" y="0"/>
                  </a:lnTo>
                  <a:lnTo>
                    <a:pt x="5915970" y="0"/>
                  </a:lnTo>
                  <a:lnTo>
                    <a:pt x="5915115" y="0"/>
                  </a:lnTo>
                  <a:lnTo>
                    <a:pt x="5914259" y="0"/>
                  </a:lnTo>
                  <a:lnTo>
                    <a:pt x="5913404" y="0"/>
                  </a:lnTo>
                  <a:lnTo>
                    <a:pt x="5912548" y="0"/>
                  </a:lnTo>
                  <a:lnTo>
                    <a:pt x="5911692" y="0"/>
                  </a:lnTo>
                  <a:lnTo>
                    <a:pt x="5910837" y="0"/>
                  </a:lnTo>
                  <a:lnTo>
                    <a:pt x="5909981" y="0"/>
                  </a:lnTo>
                  <a:lnTo>
                    <a:pt x="5909126" y="0"/>
                  </a:lnTo>
                  <a:lnTo>
                    <a:pt x="5908270" y="0"/>
                  </a:lnTo>
                  <a:lnTo>
                    <a:pt x="5907415" y="0"/>
                  </a:lnTo>
                  <a:lnTo>
                    <a:pt x="5906559" y="0"/>
                  </a:lnTo>
                  <a:lnTo>
                    <a:pt x="5905704" y="0"/>
                  </a:lnTo>
                  <a:lnTo>
                    <a:pt x="5904848" y="0"/>
                  </a:lnTo>
                  <a:lnTo>
                    <a:pt x="5903993" y="0"/>
                  </a:lnTo>
                  <a:lnTo>
                    <a:pt x="5903137" y="0"/>
                  </a:lnTo>
                  <a:lnTo>
                    <a:pt x="5902282" y="0"/>
                  </a:lnTo>
                  <a:lnTo>
                    <a:pt x="5901426" y="0"/>
                  </a:lnTo>
                  <a:lnTo>
                    <a:pt x="5900571" y="0"/>
                  </a:lnTo>
                  <a:lnTo>
                    <a:pt x="5899715" y="0"/>
                  </a:lnTo>
                  <a:lnTo>
                    <a:pt x="5898860" y="0"/>
                  </a:lnTo>
                  <a:lnTo>
                    <a:pt x="5898004" y="0"/>
                  </a:lnTo>
                  <a:lnTo>
                    <a:pt x="5897149" y="0"/>
                  </a:lnTo>
                  <a:lnTo>
                    <a:pt x="5896293" y="0"/>
                  </a:lnTo>
                  <a:lnTo>
                    <a:pt x="5895437" y="0"/>
                  </a:lnTo>
                  <a:lnTo>
                    <a:pt x="5894582" y="0"/>
                  </a:lnTo>
                  <a:lnTo>
                    <a:pt x="5893726" y="0"/>
                  </a:lnTo>
                  <a:lnTo>
                    <a:pt x="5892871" y="0"/>
                  </a:lnTo>
                  <a:lnTo>
                    <a:pt x="5892015" y="0"/>
                  </a:lnTo>
                  <a:lnTo>
                    <a:pt x="5891160" y="0"/>
                  </a:lnTo>
                  <a:lnTo>
                    <a:pt x="5890304" y="0"/>
                  </a:lnTo>
                  <a:lnTo>
                    <a:pt x="5889449" y="0"/>
                  </a:lnTo>
                  <a:lnTo>
                    <a:pt x="5888593" y="0"/>
                  </a:lnTo>
                  <a:lnTo>
                    <a:pt x="5887738" y="0"/>
                  </a:lnTo>
                  <a:lnTo>
                    <a:pt x="5886882" y="0"/>
                  </a:lnTo>
                  <a:lnTo>
                    <a:pt x="5886027" y="0"/>
                  </a:lnTo>
                  <a:lnTo>
                    <a:pt x="5885171" y="0"/>
                  </a:lnTo>
                  <a:lnTo>
                    <a:pt x="5884316" y="0"/>
                  </a:lnTo>
                  <a:lnTo>
                    <a:pt x="5883460" y="0"/>
                  </a:lnTo>
                  <a:lnTo>
                    <a:pt x="5882605" y="0"/>
                  </a:lnTo>
                  <a:lnTo>
                    <a:pt x="5881749" y="0"/>
                  </a:lnTo>
                  <a:lnTo>
                    <a:pt x="5880893" y="0"/>
                  </a:lnTo>
                  <a:lnTo>
                    <a:pt x="5880038" y="0"/>
                  </a:lnTo>
                  <a:lnTo>
                    <a:pt x="5879182" y="0"/>
                  </a:lnTo>
                  <a:lnTo>
                    <a:pt x="5878327" y="0"/>
                  </a:lnTo>
                  <a:lnTo>
                    <a:pt x="5877471" y="0"/>
                  </a:lnTo>
                  <a:lnTo>
                    <a:pt x="5876616" y="0"/>
                  </a:lnTo>
                  <a:lnTo>
                    <a:pt x="5875760" y="0"/>
                  </a:lnTo>
                  <a:lnTo>
                    <a:pt x="5874905" y="0"/>
                  </a:lnTo>
                  <a:lnTo>
                    <a:pt x="5874049" y="0"/>
                  </a:lnTo>
                  <a:lnTo>
                    <a:pt x="5873194" y="0"/>
                  </a:lnTo>
                  <a:lnTo>
                    <a:pt x="5872338" y="0"/>
                  </a:lnTo>
                  <a:lnTo>
                    <a:pt x="5871483" y="0"/>
                  </a:lnTo>
                  <a:lnTo>
                    <a:pt x="5870627" y="0"/>
                  </a:lnTo>
                  <a:lnTo>
                    <a:pt x="5869772" y="0"/>
                  </a:lnTo>
                  <a:lnTo>
                    <a:pt x="5868916" y="0"/>
                  </a:lnTo>
                  <a:lnTo>
                    <a:pt x="5868061" y="0"/>
                  </a:lnTo>
                  <a:lnTo>
                    <a:pt x="5867205" y="0"/>
                  </a:lnTo>
                  <a:lnTo>
                    <a:pt x="5866350" y="0"/>
                  </a:lnTo>
                  <a:lnTo>
                    <a:pt x="5865494" y="0"/>
                  </a:lnTo>
                  <a:lnTo>
                    <a:pt x="5864638" y="0"/>
                  </a:lnTo>
                  <a:lnTo>
                    <a:pt x="5863783" y="0"/>
                  </a:lnTo>
                  <a:lnTo>
                    <a:pt x="5862927" y="0"/>
                  </a:lnTo>
                  <a:lnTo>
                    <a:pt x="5862072" y="0"/>
                  </a:lnTo>
                  <a:lnTo>
                    <a:pt x="5861216" y="0"/>
                  </a:lnTo>
                  <a:lnTo>
                    <a:pt x="5860361" y="0"/>
                  </a:lnTo>
                  <a:lnTo>
                    <a:pt x="5859505" y="0"/>
                  </a:lnTo>
                  <a:lnTo>
                    <a:pt x="5858650" y="0"/>
                  </a:lnTo>
                  <a:lnTo>
                    <a:pt x="5857794" y="0"/>
                  </a:lnTo>
                  <a:lnTo>
                    <a:pt x="5856939" y="0"/>
                  </a:lnTo>
                  <a:lnTo>
                    <a:pt x="5856083" y="0"/>
                  </a:lnTo>
                  <a:lnTo>
                    <a:pt x="5855228" y="0"/>
                  </a:lnTo>
                  <a:lnTo>
                    <a:pt x="5854372" y="0"/>
                  </a:lnTo>
                  <a:lnTo>
                    <a:pt x="5853517" y="0"/>
                  </a:lnTo>
                  <a:lnTo>
                    <a:pt x="5852661" y="0"/>
                  </a:lnTo>
                  <a:lnTo>
                    <a:pt x="5851806" y="0"/>
                  </a:lnTo>
                  <a:lnTo>
                    <a:pt x="5850950" y="0"/>
                  </a:lnTo>
                  <a:lnTo>
                    <a:pt x="5850095" y="0"/>
                  </a:lnTo>
                  <a:lnTo>
                    <a:pt x="5849239" y="0"/>
                  </a:lnTo>
                  <a:lnTo>
                    <a:pt x="5848383" y="0"/>
                  </a:lnTo>
                  <a:lnTo>
                    <a:pt x="5847528" y="0"/>
                  </a:lnTo>
                  <a:lnTo>
                    <a:pt x="5846672" y="0"/>
                  </a:lnTo>
                  <a:lnTo>
                    <a:pt x="5845817" y="0"/>
                  </a:lnTo>
                  <a:lnTo>
                    <a:pt x="5844961" y="0"/>
                  </a:lnTo>
                  <a:lnTo>
                    <a:pt x="5844106" y="0"/>
                  </a:lnTo>
                  <a:lnTo>
                    <a:pt x="5843250" y="0"/>
                  </a:lnTo>
                  <a:lnTo>
                    <a:pt x="5842395" y="0"/>
                  </a:lnTo>
                  <a:lnTo>
                    <a:pt x="5841539" y="0"/>
                  </a:lnTo>
                  <a:lnTo>
                    <a:pt x="5840684" y="0"/>
                  </a:lnTo>
                  <a:lnTo>
                    <a:pt x="5839828" y="0"/>
                  </a:lnTo>
                  <a:lnTo>
                    <a:pt x="5838973" y="0"/>
                  </a:lnTo>
                  <a:lnTo>
                    <a:pt x="5838117" y="0"/>
                  </a:lnTo>
                  <a:lnTo>
                    <a:pt x="5837262" y="0"/>
                  </a:lnTo>
                  <a:lnTo>
                    <a:pt x="5836406" y="0"/>
                  </a:lnTo>
                  <a:lnTo>
                    <a:pt x="5835551" y="0"/>
                  </a:lnTo>
                  <a:lnTo>
                    <a:pt x="5834695" y="0"/>
                  </a:lnTo>
                  <a:lnTo>
                    <a:pt x="5833839" y="0"/>
                  </a:lnTo>
                  <a:lnTo>
                    <a:pt x="5832984" y="0"/>
                  </a:lnTo>
                  <a:lnTo>
                    <a:pt x="5832128" y="0"/>
                  </a:lnTo>
                  <a:lnTo>
                    <a:pt x="5831273" y="0"/>
                  </a:lnTo>
                  <a:lnTo>
                    <a:pt x="5830417" y="0"/>
                  </a:lnTo>
                  <a:lnTo>
                    <a:pt x="5829562" y="0"/>
                  </a:lnTo>
                  <a:lnTo>
                    <a:pt x="5828706" y="0"/>
                  </a:lnTo>
                  <a:lnTo>
                    <a:pt x="5827851" y="0"/>
                  </a:lnTo>
                  <a:lnTo>
                    <a:pt x="5826995" y="0"/>
                  </a:lnTo>
                  <a:lnTo>
                    <a:pt x="5826140" y="0"/>
                  </a:lnTo>
                  <a:lnTo>
                    <a:pt x="5825284" y="0"/>
                  </a:lnTo>
                  <a:lnTo>
                    <a:pt x="5824429" y="0"/>
                  </a:lnTo>
                  <a:lnTo>
                    <a:pt x="5823573" y="0"/>
                  </a:lnTo>
                  <a:lnTo>
                    <a:pt x="5822718" y="0"/>
                  </a:lnTo>
                  <a:lnTo>
                    <a:pt x="5821862" y="0"/>
                  </a:lnTo>
                  <a:lnTo>
                    <a:pt x="5821007" y="0"/>
                  </a:lnTo>
                  <a:lnTo>
                    <a:pt x="5820151" y="0"/>
                  </a:lnTo>
                  <a:lnTo>
                    <a:pt x="5819296" y="0"/>
                  </a:lnTo>
                  <a:lnTo>
                    <a:pt x="5818440" y="0"/>
                  </a:lnTo>
                  <a:lnTo>
                    <a:pt x="5817584" y="0"/>
                  </a:lnTo>
                  <a:lnTo>
                    <a:pt x="5816729" y="0"/>
                  </a:lnTo>
                  <a:lnTo>
                    <a:pt x="5815873" y="0"/>
                  </a:lnTo>
                  <a:lnTo>
                    <a:pt x="5815018" y="0"/>
                  </a:lnTo>
                  <a:lnTo>
                    <a:pt x="5814162" y="0"/>
                  </a:lnTo>
                  <a:lnTo>
                    <a:pt x="5813307" y="0"/>
                  </a:lnTo>
                  <a:lnTo>
                    <a:pt x="5812451" y="0"/>
                  </a:lnTo>
                  <a:lnTo>
                    <a:pt x="5811596" y="0"/>
                  </a:lnTo>
                  <a:lnTo>
                    <a:pt x="5810740" y="0"/>
                  </a:lnTo>
                  <a:lnTo>
                    <a:pt x="5809885" y="0"/>
                  </a:lnTo>
                  <a:lnTo>
                    <a:pt x="5809029" y="0"/>
                  </a:lnTo>
                  <a:lnTo>
                    <a:pt x="5808174" y="0"/>
                  </a:lnTo>
                  <a:lnTo>
                    <a:pt x="5807318" y="0"/>
                  </a:lnTo>
                  <a:lnTo>
                    <a:pt x="5806463" y="0"/>
                  </a:lnTo>
                  <a:lnTo>
                    <a:pt x="5805607" y="0"/>
                  </a:lnTo>
                  <a:lnTo>
                    <a:pt x="5804752" y="0"/>
                  </a:lnTo>
                  <a:lnTo>
                    <a:pt x="5803896" y="0"/>
                  </a:lnTo>
                  <a:lnTo>
                    <a:pt x="5803041" y="0"/>
                  </a:lnTo>
                  <a:lnTo>
                    <a:pt x="5802185" y="0"/>
                  </a:lnTo>
                  <a:lnTo>
                    <a:pt x="5801329" y="0"/>
                  </a:lnTo>
                  <a:lnTo>
                    <a:pt x="5800474" y="0"/>
                  </a:lnTo>
                  <a:lnTo>
                    <a:pt x="5799618" y="0"/>
                  </a:lnTo>
                  <a:lnTo>
                    <a:pt x="5798763" y="0"/>
                  </a:lnTo>
                  <a:lnTo>
                    <a:pt x="5797907" y="0"/>
                  </a:lnTo>
                  <a:lnTo>
                    <a:pt x="5797052" y="0"/>
                  </a:lnTo>
                  <a:lnTo>
                    <a:pt x="5796196" y="0"/>
                  </a:lnTo>
                  <a:lnTo>
                    <a:pt x="5795341" y="0"/>
                  </a:lnTo>
                  <a:lnTo>
                    <a:pt x="5794485" y="0"/>
                  </a:lnTo>
                  <a:lnTo>
                    <a:pt x="5793630" y="0"/>
                  </a:lnTo>
                  <a:lnTo>
                    <a:pt x="5792774" y="0"/>
                  </a:lnTo>
                  <a:lnTo>
                    <a:pt x="5791919" y="0"/>
                  </a:lnTo>
                  <a:lnTo>
                    <a:pt x="5791063" y="0"/>
                  </a:lnTo>
                  <a:lnTo>
                    <a:pt x="5790208" y="0"/>
                  </a:lnTo>
                  <a:lnTo>
                    <a:pt x="5789352" y="0"/>
                  </a:lnTo>
                  <a:lnTo>
                    <a:pt x="5788497" y="0"/>
                  </a:lnTo>
                  <a:lnTo>
                    <a:pt x="5787641" y="0"/>
                  </a:lnTo>
                  <a:lnTo>
                    <a:pt x="5786785" y="0"/>
                  </a:lnTo>
                  <a:lnTo>
                    <a:pt x="5785930" y="0"/>
                  </a:lnTo>
                  <a:lnTo>
                    <a:pt x="5785074" y="0"/>
                  </a:lnTo>
                  <a:lnTo>
                    <a:pt x="5784219" y="0"/>
                  </a:lnTo>
                  <a:lnTo>
                    <a:pt x="5783363" y="0"/>
                  </a:lnTo>
                  <a:lnTo>
                    <a:pt x="5782508" y="0"/>
                  </a:lnTo>
                  <a:lnTo>
                    <a:pt x="5781652" y="0"/>
                  </a:lnTo>
                  <a:lnTo>
                    <a:pt x="5780797" y="0"/>
                  </a:lnTo>
                  <a:lnTo>
                    <a:pt x="5779941" y="0"/>
                  </a:lnTo>
                  <a:lnTo>
                    <a:pt x="5779086" y="0"/>
                  </a:lnTo>
                  <a:lnTo>
                    <a:pt x="5778230" y="0"/>
                  </a:lnTo>
                  <a:lnTo>
                    <a:pt x="5777375" y="0"/>
                  </a:lnTo>
                  <a:lnTo>
                    <a:pt x="5776519" y="0"/>
                  </a:lnTo>
                  <a:lnTo>
                    <a:pt x="5775664" y="0"/>
                  </a:lnTo>
                  <a:lnTo>
                    <a:pt x="5774808" y="0"/>
                  </a:lnTo>
                  <a:lnTo>
                    <a:pt x="5773953" y="0"/>
                  </a:lnTo>
                  <a:lnTo>
                    <a:pt x="5773097" y="0"/>
                  </a:lnTo>
                  <a:lnTo>
                    <a:pt x="5772242" y="0"/>
                  </a:lnTo>
                  <a:lnTo>
                    <a:pt x="5771386" y="0"/>
                  </a:lnTo>
                  <a:lnTo>
                    <a:pt x="5770530" y="0"/>
                  </a:lnTo>
                  <a:lnTo>
                    <a:pt x="5769675" y="0"/>
                  </a:lnTo>
                  <a:lnTo>
                    <a:pt x="5768819" y="0"/>
                  </a:lnTo>
                  <a:lnTo>
                    <a:pt x="5767964" y="0"/>
                  </a:lnTo>
                  <a:lnTo>
                    <a:pt x="5767108" y="0"/>
                  </a:lnTo>
                  <a:lnTo>
                    <a:pt x="5766253" y="0"/>
                  </a:lnTo>
                  <a:lnTo>
                    <a:pt x="5765397" y="0"/>
                  </a:lnTo>
                  <a:lnTo>
                    <a:pt x="5764542" y="0"/>
                  </a:lnTo>
                  <a:lnTo>
                    <a:pt x="5763686" y="0"/>
                  </a:lnTo>
                  <a:lnTo>
                    <a:pt x="5762831" y="0"/>
                  </a:lnTo>
                  <a:lnTo>
                    <a:pt x="5761975" y="0"/>
                  </a:lnTo>
                  <a:lnTo>
                    <a:pt x="5761120" y="0"/>
                  </a:lnTo>
                  <a:lnTo>
                    <a:pt x="5760264" y="0"/>
                  </a:lnTo>
                  <a:lnTo>
                    <a:pt x="5759409" y="0"/>
                  </a:lnTo>
                  <a:lnTo>
                    <a:pt x="5758553" y="0"/>
                  </a:lnTo>
                  <a:lnTo>
                    <a:pt x="5757698" y="0"/>
                  </a:lnTo>
                  <a:lnTo>
                    <a:pt x="5756842" y="0"/>
                  </a:lnTo>
                  <a:lnTo>
                    <a:pt x="5755987" y="0"/>
                  </a:lnTo>
                  <a:lnTo>
                    <a:pt x="5755131" y="0"/>
                  </a:lnTo>
                  <a:lnTo>
                    <a:pt x="5754275" y="0"/>
                  </a:lnTo>
                  <a:lnTo>
                    <a:pt x="5753420" y="0"/>
                  </a:lnTo>
                  <a:lnTo>
                    <a:pt x="5752564" y="0"/>
                  </a:lnTo>
                  <a:lnTo>
                    <a:pt x="5751709" y="0"/>
                  </a:lnTo>
                  <a:lnTo>
                    <a:pt x="5750853" y="0"/>
                  </a:lnTo>
                  <a:lnTo>
                    <a:pt x="5749998" y="0"/>
                  </a:lnTo>
                  <a:lnTo>
                    <a:pt x="5749142" y="0"/>
                  </a:lnTo>
                  <a:lnTo>
                    <a:pt x="5748287" y="0"/>
                  </a:lnTo>
                  <a:lnTo>
                    <a:pt x="5747431" y="0"/>
                  </a:lnTo>
                  <a:lnTo>
                    <a:pt x="5746576" y="0"/>
                  </a:lnTo>
                  <a:lnTo>
                    <a:pt x="5745720" y="0"/>
                  </a:lnTo>
                  <a:lnTo>
                    <a:pt x="5744865" y="0"/>
                  </a:lnTo>
                  <a:lnTo>
                    <a:pt x="5744009" y="0"/>
                  </a:lnTo>
                  <a:lnTo>
                    <a:pt x="5743154" y="0"/>
                  </a:lnTo>
                  <a:lnTo>
                    <a:pt x="5742298" y="0"/>
                  </a:lnTo>
                  <a:lnTo>
                    <a:pt x="5741443" y="0"/>
                  </a:lnTo>
                  <a:lnTo>
                    <a:pt x="5740587" y="0"/>
                  </a:lnTo>
                  <a:lnTo>
                    <a:pt x="5739732" y="0"/>
                  </a:lnTo>
                  <a:lnTo>
                    <a:pt x="5738876" y="0"/>
                  </a:lnTo>
                  <a:lnTo>
                    <a:pt x="5738020" y="0"/>
                  </a:lnTo>
                  <a:lnTo>
                    <a:pt x="5737165" y="0"/>
                  </a:lnTo>
                  <a:lnTo>
                    <a:pt x="5736309" y="0"/>
                  </a:lnTo>
                  <a:lnTo>
                    <a:pt x="5735454" y="0"/>
                  </a:lnTo>
                  <a:lnTo>
                    <a:pt x="5734598" y="0"/>
                  </a:lnTo>
                  <a:lnTo>
                    <a:pt x="5733743" y="0"/>
                  </a:lnTo>
                  <a:lnTo>
                    <a:pt x="5732887" y="0"/>
                  </a:lnTo>
                  <a:lnTo>
                    <a:pt x="5732032" y="0"/>
                  </a:lnTo>
                  <a:lnTo>
                    <a:pt x="5731176" y="0"/>
                  </a:lnTo>
                  <a:lnTo>
                    <a:pt x="5730321" y="0"/>
                  </a:lnTo>
                  <a:lnTo>
                    <a:pt x="5729465" y="0"/>
                  </a:lnTo>
                  <a:lnTo>
                    <a:pt x="5728610" y="0"/>
                  </a:lnTo>
                  <a:lnTo>
                    <a:pt x="5727754" y="0"/>
                  </a:lnTo>
                  <a:lnTo>
                    <a:pt x="5726899" y="0"/>
                  </a:lnTo>
                  <a:lnTo>
                    <a:pt x="5726043" y="0"/>
                  </a:lnTo>
                  <a:lnTo>
                    <a:pt x="5725188" y="0"/>
                  </a:lnTo>
                  <a:lnTo>
                    <a:pt x="5724332" y="0"/>
                  </a:lnTo>
                  <a:lnTo>
                    <a:pt x="5723476" y="0"/>
                  </a:lnTo>
                  <a:lnTo>
                    <a:pt x="5722621" y="0"/>
                  </a:lnTo>
                  <a:lnTo>
                    <a:pt x="5721765" y="0"/>
                  </a:lnTo>
                  <a:lnTo>
                    <a:pt x="5720910" y="0"/>
                  </a:lnTo>
                  <a:lnTo>
                    <a:pt x="5720054" y="0"/>
                  </a:lnTo>
                  <a:lnTo>
                    <a:pt x="5719199" y="0"/>
                  </a:lnTo>
                  <a:lnTo>
                    <a:pt x="5718343" y="0"/>
                  </a:lnTo>
                  <a:lnTo>
                    <a:pt x="5717488" y="0"/>
                  </a:lnTo>
                  <a:lnTo>
                    <a:pt x="5716632" y="0"/>
                  </a:lnTo>
                  <a:lnTo>
                    <a:pt x="5715777" y="0"/>
                  </a:lnTo>
                  <a:lnTo>
                    <a:pt x="5714921" y="0"/>
                  </a:lnTo>
                  <a:lnTo>
                    <a:pt x="5714066" y="0"/>
                  </a:lnTo>
                  <a:lnTo>
                    <a:pt x="5713210" y="0"/>
                  </a:lnTo>
                  <a:lnTo>
                    <a:pt x="5712355" y="0"/>
                  </a:lnTo>
                  <a:lnTo>
                    <a:pt x="5711499" y="0"/>
                  </a:lnTo>
                  <a:lnTo>
                    <a:pt x="5710644" y="0"/>
                  </a:lnTo>
                  <a:lnTo>
                    <a:pt x="5709788" y="0"/>
                  </a:lnTo>
                  <a:lnTo>
                    <a:pt x="5708933" y="0"/>
                  </a:lnTo>
                  <a:lnTo>
                    <a:pt x="5708077" y="0"/>
                  </a:lnTo>
                  <a:lnTo>
                    <a:pt x="5707221" y="0"/>
                  </a:lnTo>
                  <a:lnTo>
                    <a:pt x="5706366" y="0"/>
                  </a:lnTo>
                  <a:lnTo>
                    <a:pt x="5705510" y="0"/>
                  </a:lnTo>
                  <a:lnTo>
                    <a:pt x="5704655" y="0"/>
                  </a:lnTo>
                  <a:lnTo>
                    <a:pt x="5703799" y="0"/>
                  </a:lnTo>
                  <a:lnTo>
                    <a:pt x="5702944" y="0"/>
                  </a:lnTo>
                  <a:lnTo>
                    <a:pt x="5702088" y="0"/>
                  </a:lnTo>
                  <a:lnTo>
                    <a:pt x="5701233" y="0"/>
                  </a:lnTo>
                  <a:lnTo>
                    <a:pt x="5700377" y="0"/>
                  </a:lnTo>
                  <a:lnTo>
                    <a:pt x="5699522" y="0"/>
                  </a:lnTo>
                  <a:lnTo>
                    <a:pt x="5698666" y="0"/>
                  </a:lnTo>
                  <a:lnTo>
                    <a:pt x="5697811" y="0"/>
                  </a:lnTo>
                  <a:lnTo>
                    <a:pt x="5696955" y="0"/>
                  </a:lnTo>
                  <a:lnTo>
                    <a:pt x="5696100" y="0"/>
                  </a:lnTo>
                  <a:lnTo>
                    <a:pt x="5695244" y="0"/>
                  </a:lnTo>
                  <a:lnTo>
                    <a:pt x="5694389" y="0"/>
                  </a:lnTo>
                  <a:lnTo>
                    <a:pt x="5693533" y="0"/>
                  </a:lnTo>
                  <a:lnTo>
                    <a:pt x="5692678" y="0"/>
                  </a:lnTo>
                  <a:lnTo>
                    <a:pt x="5691822" y="0"/>
                  </a:lnTo>
                  <a:lnTo>
                    <a:pt x="5690966" y="0"/>
                  </a:lnTo>
                  <a:lnTo>
                    <a:pt x="5690111" y="0"/>
                  </a:lnTo>
                  <a:lnTo>
                    <a:pt x="5689255" y="0"/>
                  </a:lnTo>
                  <a:lnTo>
                    <a:pt x="5688400" y="0"/>
                  </a:lnTo>
                  <a:lnTo>
                    <a:pt x="5687544" y="0"/>
                  </a:lnTo>
                  <a:lnTo>
                    <a:pt x="5686689" y="0"/>
                  </a:lnTo>
                  <a:lnTo>
                    <a:pt x="5685833" y="0"/>
                  </a:lnTo>
                  <a:lnTo>
                    <a:pt x="5684978" y="0"/>
                  </a:lnTo>
                  <a:lnTo>
                    <a:pt x="5684122" y="0"/>
                  </a:lnTo>
                  <a:lnTo>
                    <a:pt x="5683267" y="0"/>
                  </a:lnTo>
                  <a:lnTo>
                    <a:pt x="5682411" y="0"/>
                  </a:lnTo>
                  <a:lnTo>
                    <a:pt x="5681556" y="0"/>
                  </a:lnTo>
                  <a:lnTo>
                    <a:pt x="5680700" y="0"/>
                  </a:lnTo>
                  <a:lnTo>
                    <a:pt x="5679845" y="0"/>
                  </a:lnTo>
                  <a:lnTo>
                    <a:pt x="5678989" y="0"/>
                  </a:lnTo>
                  <a:lnTo>
                    <a:pt x="5678134" y="0"/>
                  </a:lnTo>
                  <a:lnTo>
                    <a:pt x="5677278" y="0"/>
                  </a:lnTo>
                  <a:lnTo>
                    <a:pt x="5676422" y="0"/>
                  </a:lnTo>
                  <a:lnTo>
                    <a:pt x="5675567" y="0"/>
                  </a:lnTo>
                  <a:lnTo>
                    <a:pt x="5674711" y="0"/>
                  </a:lnTo>
                  <a:lnTo>
                    <a:pt x="5673856" y="0"/>
                  </a:lnTo>
                  <a:lnTo>
                    <a:pt x="5673000" y="0"/>
                  </a:lnTo>
                  <a:lnTo>
                    <a:pt x="5672145" y="0"/>
                  </a:lnTo>
                  <a:lnTo>
                    <a:pt x="5671289" y="0"/>
                  </a:lnTo>
                  <a:lnTo>
                    <a:pt x="5670434" y="0"/>
                  </a:lnTo>
                  <a:lnTo>
                    <a:pt x="5669578" y="0"/>
                  </a:lnTo>
                  <a:lnTo>
                    <a:pt x="5668723" y="0"/>
                  </a:lnTo>
                  <a:lnTo>
                    <a:pt x="5667867" y="0"/>
                  </a:lnTo>
                  <a:lnTo>
                    <a:pt x="5667012" y="0"/>
                  </a:lnTo>
                  <a:lnTo>
                    <a:pt x="5666156" y="0"/>
                  </a:lnTo>
                  <a:lnTo>
                    <a:pt x="5665301" y="0"/>
                  </a:lnTo>
                  <a:lnTo>
                    <a:pt x="5664445" y="0"/>
                  </a:lnTo>
                  <a:lnTo>
                    <a:pt x="5663590" y="0"/>
                  </a:lnTo>
                  <a:lnTo>
                    <a:pt x="5662734" y="0"/>
                  </a:lnTo>
                  <a:lnTo>
                    <a:pt x="5661879" y="0"/>
                  </a:lnTo>
                  <a:lnTo>
                    <a:pt x="5661023" y="0"/>
                  </a:lnTo>
                  <a:lnTo>
                    <a:pt x="5660167" y="0"/>
                  </a:lnTo>
                  <a:lnTo>
                    <a:pt x="5659312" y="0"/>
                  </a:lnTo>
                  <a:lnTo>
                    <a:pt x="5658456" y="0"/>
                  </a:lnTo>
                  <a:lnTo>
                    <a:pt x="5657601" y="0"/>
                  </a:lnTo>
                  <a:lnTo>
                    <a:pt x="5656745" y="0"/>
                  </a:lnTo>
                  <a:lnTo>
                    <a:pt x="5655890" y="0"/>
                  </a:lnTo>
                  <a:lnTo>
                    <a:pt x="5655034" y="0"/>
                  </a:lnTo>
                  <a:lnTo>
                    <a:pt x="5654179" y="0"/>
                  </a:lnTo>
                  <a:lnTo>
                    <a:pt x="5653323" y="0"/>
                  </a:lnTo>
                  <a:lnTo>
                    <a:pt x="5652468" y="0"/>
                  </a:lnTo>
                  <a:lnTo>
                    <a:pt x="5651612" y="0"/>
                  </a:lnTo>
                  <a:lnTo>
                    <a:pt x="5650757" y="0"/>
                  </a:lnTo>
                  <a:lnTo>
                    <a:pt x="5649901" y="0"/>
                  </a:lnTo>
                  <a:lnTo>
                    <a:pt x="5649046" y="0"/>
                  </a:lnTo>
                  <a:lnTo>
                    <a:pt x="5648190" y="0"/>
                  </a:lnTo>
                  <a:lnTo>
                    <a:pt x="5647335" y="0"/>
                  </a:lnTo>
                  <a:lnTo>
                    <a:pt x="5646479" y="0"/>
                  </a:lnTo>
                  <a:lnTo>
                    <a:pt x="5645624" y="0"/>
                  </a:lnTo>
                  <a:lnTo>
                    <a:pt x="5644768" y="0"/>
                  </a:lnTo>
                  <a:lnTo>
                    <a:pt x="5643912" y="0"/>
                  </a:lnTo>
                  <a:lnTo>
                    <a:pt x="5643057" y="0"/>
                  </a:lnTo>
                  <a:lnTo>
                    <a:pt x="5642201" y="0"/>
                  </a:lnTo>
                  <a:lnTo>
                    <a:pt x="5641346" y="0"/>
                  </a:lnTo>
                  <a:lnTo>
                    <a:pt x="5640490" y="0"/>
                  </a:lnTo>
                  <a:lnTo>
                    <a:pt x="5639635" y="0"/>
                  </a:lnTo>
                  <a:lnTo>
                    <a:pt x="5638779" y="0"/>
                  </a:lnTo>
                  <a:lnTo>
                    <a:pt x="5637924" y="0"/>
                  </a:lnTo>
                  <a:lnTo>
                    <a:pt x="5637068" y="0"/>
                  </a:lnTo>
                  <a:lnTo>
                    <a:pt x="5636213" y="0"/>
                  </a:lnTo>
                  <a:lnTo>
                    <a:pt x="5635357" y="0"/>
                  </a:lnTo>
                  <a:lnTo>
                    <a:pt x="5634502" y="0"/>
                  </a:lnTo>
                  <a:lnTo>
                    <a:pt x="5633646" y="0"/>
                  </a:lnTo>
                  <a:lnTo>
                    <a:pt x="5632791" y="0"/>
                  </a:lnTo>
                  <a:lnTo>
                    <a:pt x="5631935" y="0"/>
                  </a:lnTo>
                  <a:lnTo>
                    <a:pt x="5631080" y="0"/>
                  </a:lnTo>
                  <a:lnTo>
                    <a:pt x="5630224" y="0"/>
                  </a:lnTo>
                  <a:lnTo>
                    <a:pt x="5629368" y="0"/>
                  </a:lnTo>
                  <a:lnTo>
                    <a:pt x="5628513" y="0"/>
                  </a:lnTo>
                  <a:lnTo>
                    <a:pt x="5627657" y="0"/>
                  </a:lnTo>
                  <a:lnTo>
                    <a:pt x="5626802" y="0"/>
                  </a:lnTo>
                  <a:lnTo>
                    <a:pt x="5625946" y="0"/>
                  </a:lnTo>
                  <a:lnTo>
                    <a:pt x="5625091" y="0"/>
                  </a:lnTo>
                  <a:lnTo>
                    <a:pt x="5624235" y="0"/>
                  </a:lnTo>
                  <a:lnTo>
                    <a:pt x="5623380" y="0"/>
                  </a:lnTo>
                  <a:lnTo>
                    <a:pt x="5622524" y="0"/>
                  </a:lnTo>
                  <a:lnTo>
                    <a:pt x="5621669" y="0"/>
                  </a:lnTo>
                  <a:lnTo>
                    <a:pt x="5620813" y="0"/>
                  </a:lnTo>
                  <a:lnTo>
                    <a:pt x="5619958" y="0"/>
                  </a:lnTo>
                  <a:lnTo>
                    <a:pt x="5619102" y="0"/>
                  </a:lnTo>
                  <a:lnTo>
                    <a:pt x="5618247" y="0"/>
                  </a:lnTo>
                  <a:lnTo>
                    <a:pt x="5617391" y="0"/>
                  </a:lnTo>
                  <a:lnTo>
                    <a:pt x="5616536" y="0"/>
                  </a:lnTo>
                  <a:lnTo>
                    <a:pt x="5615680" y="0"/>
                  </a:lnTo>
                  <a:lnTo>
                    <a:pt x="5614825" y="0"/>
                  </a:lnTo>
                  <a:lnTo>
                    <a:pt x="5613969" y="0"/>
                  </a:lnTo>
                  <a:lnTo>
                    <a:pt x="5613113" y="0"/>
                  </a:lnTo>
                  <a:lnTo>
                    <a:pt x="5612258" y="0"/>
                  </a:lnTo>
                  <a:lnTo>
                    <a:pt x="5611402" y="0"/>
                  </a:lnTo>
                  <a:lnTo>
                    <a:pt x="5610547" y="0"/>
                  </a:lnTo>
                  <a:lnTo>
                    <a:pt x="5609691" y="0"/>
                  </a:lnTo>
                  <a:lnTo>
                    <a:pt x="5608836" y="0"/>
                  </a:lnTo>
                  <a:lnTo>
                    <a:pt x="5607980" y="0"/>
                  </a:lnTo>
                  <a:lnTo>
                    <a:pt x="5607125" y="0"/>
                  </a:lnTo>
                  <a:lnTo>
                    <a:pt x="5606269" y="0"/>
                  </a:lnTo>
                  <a:lnTo>
                    <a:pt x="5605414" y="0"/>
                  </a:lnTo>
                  <a:lnTo>
                    <a:pt x="5604558" y="0"/>
                  </a:lnTo>
                  <a:lnTo>
                    <a:pt x="5603703" y="0"/>
                  </a:lnTo>
                  <a:lnTo>
                    <a:pt x="5602847" y="0"/>
                  </a:lnTo>
                  <a:lnTo>
                    <a:pt x="5601992" y="0"/>
                  </a:lnTo>
                  <a:lnTo>
                    <a:pt x="5601136" y="0"/>
                  </a:lnTo>
                  <a:lnTo>
                    <a:pt x="5600281" y="0"/>
                  </a:lnTo>
                  <a:lnTo>
                    <a:pt x="5599425" y="0"/>
                  </a:lnTo>
                  <a:lnTo>
                    <a:pt x="5598570" y="0"/>
                  </a:lnTo>
                  <a:lnTo>
                    <a:pt x="5597714" y="0"/>
                  </a:lnTo>
                  <a:lnTo>
                    <a:pt x="5596858" y="0"/>
                  </a:lnTo>
                  <a:lnTo>
                    <a:pt x="5596003" y="0"/>
                  </a:lnTo>
                  <a:lnTo>
                    <a:pt x="5595147" y="0"/>
                  </a:lnTo>
                  <a:lnTo>
                    <a:pt x="5594292" y="0"/>
                  </a:lnTo>
                  <a:lnTo>
                    <a:pt x="5593436" y="0"/>
                  </a:lnTo>
                  <a:lnTo>
                    <a:pt x="5592581" y="0"/>
                  </a:lnTo>
                  <a:lnTo>
                    <a:pt x="5591725" y="0"/>
                  </a:lnTo>
                  <a:lnTo>
                    <a:pt x="5590870" y="0"/>
                  </a:lnTo>
                  <a:lnTo>
                    <a:pt x="5590014" y="0"/>
                  </a:lnTo>
                  <a:lnTo>
                    <a:pt x="5589159" y="0"/>
                  </a:lnTo>
                  <a:lnTo>
                    <a:pt x="5588303" y="0"/>
                  </a:lnTo>
                  <a:lnTo>
                    <a:pt x="5587448" y="0"/>
                  </a:lnTo>
                  <a:lnTo>
                    <a:pt x="5586592" y="0"/>
                  </a:lnTo>
                  <a:lnTo>
                    <a:pt x="5585737" y="0"/>
                  </a:lnTo>
                  <a:lnTo>
                    <a:pt x="5584881" y="0"/>
                  </a:lnTo>
                  <a:lnTo>
                    <a:pt x="5584026" y="0"/>
                  </a:lnTo>
                  <a:lnTo>
                    <a:pt x="5583170" y="0"/>
                  </a:lnTo>
                  <a:lnTo>
                    <a:pt x="5582314" y="0"/>
                  </a:lnTo>
                  <a:lnTo>
                    <a:pt x="5581459" y="0"/>
                  </a:lnTo>
                  <a:lnTo>
                    <a:pt x="5580603" y="0"/>
                  </a:lnTo>
                  <a:lnTo>
                    <a:pt x="5579748" y="0"/>
                  </a:lnTo>
                  <a:lnTo>
                    <a:pt x="5578892" y="0"/>
                  </a:lnTo>
                  <a:lnTo>
                    <a:pt x="5578037" y="0"/>
                  </a:lnTo>
                  <a:lnTo>
                    <a:pt x="5577181" y="0"/>
                  </a:lnTo>
                  <a:lnTo>
                    <a:pt x="5576326" y="0"/>
                  </a:lnTo>
                  <a:lnTo>
                    <a:pt x="5575470" y="0"/>
                  </a:lnTo>
                  <a:lnTo>
                    <a:pt x="5574615" y="0"/>
                  </a:lnTo>
                  <a:lnTo>
                    <a:pt x="5573759" y="0"/>
                  </a:lnTo>
                  <a:lnTo>
                    <a:pt x="5572904" y="0"/>
                  </a:lnTo>
                  <a:lnTo>
                    <a:pt x="5572048" y="0"/>
                  </a:lnTo>
                  <a:lnTo>
                    <a:pt x="5571193" y="0"/>
                  </a:lnTo>
                  <a:lnTo>
                    <a:pt x="5570337" y="0"/>
                  </a:lnTo>
                  <a:lnTo>
                    <a:pt x="5569482" y="0"/>
                  </a:lnTo>
                  <a:lnTo>
                    <a:pt x="5568626" y="0"/>
                  </a:lnTo>
                  <a:lnTo>
                    <a:pt x="5567771" y="0"/>
                  </a:lnTo>
                  <a:lnTo>
                    <a:pt x="5566915" y="0"/>
                  </a:lnTo>
                  <a:lnTo>
                    <a:pt x="5566059" y="0"/>
                  </a:lnTo>
                  <a:lnTo>
                    <a:pt x="5565204" y="0"/>
                  </a:lnTo>
                  <a:lnTo>
                    <a:pt x="5564348" y="0"/>
                  </a:lnTo>
                  <a:lnTo>
                    <a:pt x="5563493" y="0"/>
                  </a:lnTo>
                  <a:lnTo>
                    <a:pt x="5562637" y="0"/>
                  </a:lnTo>
                  <a:lnTo>
                    <a:pt x="5561782" y="0"/>
                  </a:lnTo>
                  <a:lnTo>
                    <a:pt x="5560926" y="0"/>
                  </a:lnTo>
                  <a:lnTo>
                    <a:pt x="5560071" y="0"/>
                  </a:lnTo>
                  <a:lnTo>
                    <a:pt x="5559215" y="0"/>
                  </a:lnTo>
                  <a:lnTo>
                    <a:pt x="5558360" y="0"/>
                  </a:lnTo>
                  <a:lnTo>
                    <a:pt x="5557504" y="0"/>
                  </a:lnTo>
                  <a:lnTo>
                    <a:pt x="5556649" y="0"/>
                  </a:lnTo>
                  <a:lnTo>
                    <a:pt x="5555793" y="0"/>
                  </a:lnTo>
                  <a:lnTo>
                    <a:pt x="5554938" y="0"/>
                  </a:lnTo>
                  <a:lnTo>
                    <a:pt x="5554082" y="0"/>
                  </a:lnTo>
                  <a:lnTo>
                    <a:pt x="5553227" y="0"/>
                  </a:lnTo>
                  <a:lnTo>
                    <a:pt x="5552371" y="0"/>
                  </a:lnTo>
                  <a:lnTo>
                    <a:pt x="5551516" y="0"/>
                  </a:lnTo>
                  <a:lnTo>
                    <a:pt x="5550660" y="0"/>
                  </a:lnTo>
                  <a:lnTo>
                    <a:pt x="5549804" y="0"/>
                  </a:lnTo>
                  <a:lnTo>
                    <a:pt x="5548949" y="0"/>
                  </a:lnTo>
                  <a:lnTo>
                    <a:pt x="5548093" y="0"/>
                  </a:lnTo>
                  <a:lnTo>
                    <a:pt x="5547238" y="0"/>
                  </a:lnTo>
                  <a:lnTo>
                    <a:pt x="5546382" y="0"/>
                  </a:lnTo>
                  <a:lnTo>
                    <a:pt x="5545527" y="0"/>
                  </a:lnTo>
                  <a:lnTo>
                    <a:pt x="5544671" y="0"/>
                  </a:lnTo>
                  <a:lnTo>
                    <a:pt x="5543816" y="0"/>
                  </a:lnTo>
                  <a:lnTo>
                    <a:pt x="5542960" y="0"/>
                  </a:lnTo>
                  <a:lnTo>
                    <a:pt x="5542105" y="0"/>
                  </a:lnTo>
                  <a:lnTo>
                    <a:pt x="5541249" y="0"/>
                  </a:lnTo>
                  <a:lnTo>
                    <a:pt x="5540394" y="0"/>
                  </a:lnTo>
                  <a:lnTo>
                    <a:pt x="5539538" y="0"/>
                  </a:lnTo>
                  <a:lnTo>
                    <a:pt x="5538683" y="0"/>
                  </a:lnTo>
                  <a:lnTo>
                    <a:pt x="5537827" y="0"/>
                  </a:lnTo>
                  <a:lnTo>
                    <a:pt x="5536972" y="0"/>
                  </a:lnTo>
                  <a:lnTo>
                    <a:pt x="5536116" y="0"/>
                  </a:lnTo>
                  <a:lnTo>
                    <a:pt x="5535261" y="0"/>
                  </a:lnTo>
                  <a:lnTo>
                    <a:pt x="5534405" y="0"/>
                  </a:lnTo>
                  <a:lnTo>
                    <a:pt x="5533549" y="0"/>
                  </a:lnTo>
                  <a:lnTo>
                    <a:pt x="5532694" y="0"/>
                  </a:lnTo>
                  <a:lnTo>
                    <a:pt x="5531838" y="0"/>
                  </a:lnTo>
                  <a:lnTo>
                    <a:pt x="5530983" y="0"/>
                  </a:lnTo>
                  <a:lnTo>
                    <a:pt x="5530127" y="0"/>
                  </a:lnTo>
                  <a:lnTo>
                    <a:pt x="5529272" y="0"/>
                  </a:lnTo>
                  <a:lnTo>
                    <a:pt x="5528416" y="0"/>
                  </a:lnTo>
                  <a:lnTo>
                    <a:pt x="5527561" y="0"/>
                  </a:lnTo>
                  <a:lnTo>
                    <a:pt x="5526705" y="0"/>
                  </a:lnTo>
                  <a:lnTo>
                    <a:pt x="5525850" y="0"/>
                  </a:lnTo>
                  <a:lnTo>
                    <a:pt x="5524994" y="0"/>
                  </a:lnTo>
                  <a:lnTo>
                    <a:pt x="5524139" y="0"/>
                  </a:lnTo>
                  <a:lnTo>
                    <a:pt x="5523283" y="0"/>
                  </a:lnTo>
                  <a:lnTo>
                    <a:pt x="5522428" y="0"/>
                  </a:lnTo>
                  <a:lnTo>
                    <a:pt x="5521572" y="0"/>
                  </a:lnTo>
                  <a:lnTo>
                    <a:pt x="5520717" y="0"/>
                  </a:lnTo>
                  <a:lnTo>
                    <a:pt x="5519861" y="0"/>
                  </a:lnTo>
                  <a:lnTo>
                    <a:pt x="5519005" y="0"/>
                  </a:lnTo>
                  <a:lnTo>
                    <a:pt x="5518150" y="0"/>
                  </a:lnTo>
                  <a:lnTo>
                    <a:pt x="5517294" y="0"/>
                  </a:lnTo>
                  <a:lnTo>
                    <a:pt x="5516439" y="0"/>
                  </a:lnTo>
                  <a:lnTo>
                    <a:pt x="5515583" y="0"/>
                  </a:lnTo>
                  <a:lnTo>
                    <a:pt x="5514728" y="0"/>
                  </a:lnTo>
                  <a:lnTo>
                    <a:pt x="5513872" y="0"/>
                  </a:lnTo>
                  <a:lnTo>
                    <a:pt x="5513017" y="0"/>
                  </a:lnTo>
                  <a:lnTo>
                    <a:pt x="5512161" y="0"/>
                  </a:lnTo>
                  <a:lnTo>
                    <a:pt x="5511306" y="0"/>
                  </a:lnTo>
                  <a:lnTo>
                    <a:pt x="5510450" y="0"/>
                  </a:lnTo>
                  <a:lnTo>
                    <a:pt x="5509595" y="0"/>
                  </a:lnTo>
                  <a:lnTo>
                    <a:pt x="5508739" y="0"/>
                  </a:lnTo>
                  <a:lnTo>
                    <a:pt x="5507884" y="0"/>
                  </a:lnTo>
                  <a:lnTo>
                    <a:pt x="5507028" y="0"/>
                  </a:lnTo>
                  <a:lnTo>
                    <a:pt x="5506173" y="0"/>
                  </a:lnTo>
                  <a:lnTo>
                    <a:pt x="5505317" y="0"/>
                  </a:lnTo>
                  <a:lnTo>
                    <a:pt x="5504462" y="0"/>
                  </a:lnTo>
                  <a:lnTo>
                    <a:pt x="5503606" y="0"/>
                  </a:lnTo>
                  <a:lnTo>
                    <a:pt x="5502750" y="0"/>
                  </a:lnTo>
                  <a:lnTo>
                    <a:pt x="5501895" y="0"/>
                  </a:lnTo>
                  <a:lnTo>
                    <a:pt x="5501039" y="0"/>
                  </a:lnTo>
                  <a:lnTo>
                    <a:pt x="5500184" y="0"/>
                  </a:lnTo>
                  <a:lnTo>
                    <a:pt x="5499328" y="0"/>
                  </a:lnTo>
                  <a:lnTo>
                    <a:pt x="5498473" y="0"/>
                  </a:lnTo>
                  <a:lnTo>
                    <a:pt x="5497617" y="0"/>
                  </a:lnTo>
                  <a:lnTo>
                    <a:pt x="5496762" y="0"/>
                  </a:lnTo>
                  <a:lnTo>
                    <a:pt x="5495906" y="0"/>
                  </a:lnTo>
                  <a:lnTo>
                    <a:pt x="5495051" y="0"/>
                  </a:lnTo>
                  <a:lnTo>
                    <a:pt x="5494195" y="0"/>
                  </a:lnTo>
                  <a:lnTo>
                    <a:pt x="5493340" y="0"/>
                  </a:lnTo>
                  <a:lnTo>
                    <a:pt x="5492484" y="0"/>
                  </a:lnTo>
                  <a:lnTo>
                    <a:pt x="5491629" y="0"/>
                  </a:lnTo>
                  <a:lnTo>
                    <a:pt x="5490773" y="0"/>
                  </a:lnTo>
                  <a:lnTo>
                    <a:pt x="5489918" y="0"/>
                  </a:lnTo>
                  <a:lnTo>
                    <a:pt x="5489062" y="0"/>
                  </a:lnTo>
                  <a:lnTo>
                    <a:pt x="5488207" y="0"/>
                  </a:lnTo>
                  <a:lnTo>
                    <a:pt x="5487351" y="0"/>
                  </a:lnTo>
                  <a:lnTo>
                    <a:pt x="5486495" y="0"/>
                  </a:lnTo>
                  <a:lnTo>
                    <a:pt x="5485640" y="0"/>
                  </a:lnTo>
                  <a:lnTo>
                    <a:pt x="5484784" y="0"/>
                  </a:lnTo>
                  <a:lnTo>
                    <a:pt x="5483929" y="0"/>
                  </a:lnTo>
                  <a:lnTo>
                    <a:pt x="5483073" y="0"/>
                  </a:lnTo>
                  <a:lnTo>
                    <a:pt x="5482218" y="0"/>
                  </a:lnTo>
                  <a:lnTo>
                    <a:pt x="5481362" y="0"/>
                  </a:lnTo>
                  <a:lnTo>
                    <a:pt x="5480507" y="0"/>
                  </a:lnTo>
                  <a:lnTo>
                    <a:pt x="5479651" y="0"/>
                  </a:lnTo>
                  <a:lnTo>
                    <a:pt x="5478796" y="0"/>
                  </a:lnTo>
                  <a:lnTo>
                    <a:pt x="5477940" y="0"/>
                  </a:lnTo>
                  <a:lnTo>
                    <a:pt x="5477085" y="0"/>
                  </a:lnTo>
                  <a:lnTo>
                    <a:pt x="5476229" y="0"/>
                  </a:lnTo>
                  <a:lnTo>
                    <a:pt x="5475374" y="0"/>
                  </a:lnTo>
                  <a:lnTo>
                    <a:pt x="5474518" y="0"/>
                  </a:lnTo>
                  <a:lnTo>
                    <a:pt x="5473663" y="0"/>
                  </a:lnTo>
                  <a:lnTo>
                    <a:pt x="5472807" y="0"/>
                  </a:lnTo>
                  <a:lnTo>
                    <a:pt x="5471951" y="0"/>
                  </a:lnTo>
                  <a:lnTo>
                    <a:pt x="5471096" y="0"/>
                  </a:lnTo>
                  <a:lnTo>
                    <a:pt x="5470240" y="0"/>
                  </a:lnTo>
                  <a:lnTo>
                    <a:pt x="5469385" y="0"/>
                  </a:lnTo>
                  <a:lnTo>
                    <a:pt x="5468529" y="0"/>
                  </a:lnTo>
                  <a:lnTo>
                    <a:pt x="5467674" y="0"/>
                  </a:lnTo>
                  <a:lnTo>
                    <a:pt x="5466818" y="0"/>
                  </a:lnTo>
                  <a:lnTo>
                    <a:pt x="5465963" y="0"/>
                  </a:lnTo>
                  <a:lnTo>
                    <a:pt x="5465107" y="0"/>
                  </a:lnTo>
                  <a:lnTo>
                    <a:pt x="5464252" y="0"/>
                  </a:lnTo>
                  <a:lnTo>
                    <a:pt x="5463396" y="0"/>
                  </a:lnTo>
                  <a:lnTo>
                    <a:pt x="5462541" y="0"/>
                  </a:lnTo>
                  <a:lnTo>
                    <a:pt x="5461685" y="0"/>
                  </a:lnTo>
                  <a:lnTo>
                    <a:pt x="5460830" y="0"/>
                  </a:lnTo>
                  <a:lnTo>
                    <a:pt x="5459974" y="0"/>
                  </a:lnTo>
                  <a:lnTo>
                    <a:pt x="5459119" y="0"/>
                  </a:lnTo>
                  <a:lnTo>
                    <a:pt x="5458263" y="0"/>
                  </a:lnTo>
                  <a:lnTo>
                    <a:pt x="5457408" y="0"/>
                  </a:lnTo>
                  <a:lnTo>
                    <a:pt x="5456552" y="0"/>
                  </a:lnTo>
                  <a:lnTo>
                    <a:pt x="5455696" y="0"/>
                  </a:lnTo>
                  <a:lnTo>
                    <a:pt x="5454841" y="0"/>
                  </a:lnTo>
                  <a:lnTo>
                    <a:pt x="5453985" y="0"/>
                  </a:lnTo>
                  <a:lnTo>
                    <a:pt x="5453130" y="0"/>
                  </a:lnTo>
                  <a:lnTo>
                    <a:pt x="5452274" y="0"/>
                  </a:lnTo>
                  <a:lnTo>
                    <a:pt x="5451419" y="0"/>
                  </a:lnTo>
                  <a:lnTo>
                    <a:pt x="5450563" y="0"/>
                  </a:lnTo>
                  <a:lnTo>
                    <a:pt x="5449708" y="0"/>
                  </a:lnTo>
                  <a:lnTo>
                    <a:pt x="5448852" y="0"/>
                  </a:lnTo>
                  <a:lnTo>
                    <a:pt x="5447997" y="0"/>
                  </a:lnTo>
                  <a:lnTo>
                    <a:pt x="5447141" y="0"/>
                  </a:lnTo>
                  <a:lnTo>
                    <a:pt x="5446286" y="0"/>
                  </a:lnTo>
                  <a:lnTo>
                    <a:pt x="5445430" y="0"/>
                  </a:lnTo>
                  <a:lnTo>
                    <a:pt x="5444575" y="0"/>
                  </a:lnTo>
                  <a:lnTo>
                    <a:pt x="5443719" y="0"/>
                  </a:lnTo>
                  <a:lnTo>
                    <a:pt x="5442864" y="0"/>
                  </a:lnTo>
                  <a:lnTo>
                    <a:pt x="5442008" y="0"/>
                  </a:lnTo>
                  <a:lnTo>
                    <a:pt x="5441153" y="0"/>
                  </a:lnTo>
                  <a:lnTo>
                    <a:pt x="5440297" y="0"/>
                  </a:lnTo>
                  <a:lnTo>
                    <a:pt x="5439441" y="0"/>
                  </a:lnTo>
                  <a:lnTo>
                    <a:pt x="5438586" y="0"/>
                  </a:lnTo>
                  <a:lnTo>
                    <a:pt x="5437730" y="0"/>
                  </a:lnTo>
                  <a:lnTo>
                    <a:pt x="5436875" y="0"/>
                  </a:lnTo>
                  <a:lnTo>
                    <a:pt x="5436019" y="0"/>
                  </a:lnTo>
                  <a:lnTo>
                    <a:pt x="5435164" y="0"/>
                  </a:lnTo>
                  <a:lnTo>
                    <a:pt x="5434308" y="0"/>
                  </a:lnTo>
                  <a:lnTo>
                    <a:pt x="5433453" y="0"/>
                  </a:lnTo>
                  <a:lnTo>
                    <a:pt x="5432597" y="0"/>
                  </a:lnTo>
                  <a:lnTo>
                    <a:pt x="5431742" y="0"/>
                  </a:lnTo>
                  <a:lnTo>
                    <a:pt x="5430886" y="0"/>
                  </a:lnTo>
                  <a:lnTo>
                    <a:pt x="5430031" y="0"/>
                  </a:lnTo>
                  <a:lnTo>
                    <a:pt x="5429175" y="0"/>
                  </a:lnTo>
                  <a:lnTo>
                    <a:pt x="5428320" y="0"/>
                  </a:lnTo>
                  <a:lnTo>
                    <a:pt x="5427464" y="0"/>
                  </a:lnTo>
                  <a:lnTo>
                    <a:pt x="5426609" y="0"/>
                  </a:lnTo>
                  <a:lnTo>
                    <a:pt x="5425753" y="0"/>
                  </a:lnTo>
                  <a:lnTo>
                    <a:pt x="5424897" y="0"/>
                  </a:lnTo>
                  <a:lnTo>
                    <a:pt x="5424042" y="0"/>
                  </a:lnTo>
                  <a:lnTo>
                    <a:pt x="5423186" y="0"/>
                  </a:lnTo>
                  <a:lnTo>
                    <a:pt x="5422331" y="0"/>
                  </a:lnTo>
                  <a:lnTo>
                    <a:pt x="5421475" y="0"/>
                  </a:lnTo>
                  <a:lnTo>
                    <a:pt x="5420620" y="0"/>
                  </a:lnTo>
                  <a:lnTo>
                    <a:pt x="5419764" y="0"/>
                  </a:lnTo>
                  <a:lnTo>
                    <a:pt x="5418909" y="0"/>
                  </a:lnTo>
                  <a:lnTo>
                    <a:pt x="5418053" y="0"/>
                  </a:lnTo>
                  <a:lnTo>
                    <a:pt x="5417198" y="0"/>
                  </a:lnTo>
                  <a:lnTo>
                    <a:pt x="5416342" y="0"/>
                  </a:lnTo>
                  <a:lnTo>
                    <a:pt x="5415487" y="0"/>
                  </a:lnTo>
                  <a:lnTo>
                    <a:pt x="5414631" y="0"/>
                  </a:lnTo>
                  <a:lnTo>
                    <a:pt x="5413776" y="0"/>
                  </a:lnTo>
                  <a:lnTo>
                    <a:pt x="5412920" y="0"/>
                  </a:lnTo>
                  <a:lnTo>
                    <a:pt x="5412065" y="0"/>
                  </a:lnTo>
                  <a:lnTo>
                    <a:pt x="5411209" y="0"/>
                  </a:lnTo>
                  <a:lnTo>
                    <a:pt x="5410354" y="0"/>
                  </a:lnTo>
                  <a:lnTo>
                    <a:pt x="5409498" y="0"/>
                  </a:lnTo>
                  <a:lnTo>
                    <a:pt x="5408642" y="0"/>
                  </a:lnTo>
                  <a:lnTo>
                    <a:pt x="5407787" y="0"/>
                  </a:lnTo>
                  <a:lnTo>
                    <a:pt x="5406931" y="0"/>
                  </a:lnTo>
                  <a:lnTo>
                    <a:pt x="5406076" y="0"/>
                  </a:lnTo>
                  <a:lnTo>
                    <a:pt x="5405220" y="0"/>
                  </a:lnTo>
                  <a:lnTo>
                    <a:pt x="5404365" y="0"/>
                  </a:lnTo>
                  <a:lnTo>
                    <a:pt x="5403509" y="0"/>
                  </a:lnTo>
                  <a:lnTo>
                    <a:pt x="5402654" y="0"/>
                  </a:lnTo>
                  <a:lnTo>
                    <a:pt x="5401798" y="0"/>
                  </a:lnTo>
                  <a:lnTo>
                    <a:pt x="5400943" y="0"/>
                  </a:lnTo>
                  <a:lnTo>
                    <a:pt x="5400087" y="0"/>
                  </a:lnTo>
                  <a:lnTo>
                    <a:pt x="5399232" y="0"/>
                  </a:lnTo>
                  <a:lnTo>
                    <a:pt x="5398376" y="0"/>
                  </a:lnTo>
                  <a:lnTo>
                    <a:pt x="5397521" y="0"/>
                  </a:lnTo>
                  <a:lnTo>
                    <a:pt x="5396665" y="0"/>
                  </a:lnTo>
                  <a:lnTo>
                    <a:pt x="5395810" y="0"/>
                  </a:lnTo>
                  <a:lnTo>
                    <a:pt x="5394954" y="0"/>
                  </a:lnTo>
                  <a:lnTo>
                    <a:pt x="5394099" y="0"/>
                  </a:lnTo>
                  <a:lnTo>
                    <a:pt x="5393243" y="0"/>
                  </a:lnTo>
                  <a:lnTo>
                    <a:pt x="5392387" y="0"/>
                  </a:lnTo>
                  <a:lnTo>
                    <a:pt x="5391532" y="0"/>
                  </a:lnTo>
                  <a:lnTo>
                    <a:pt x="5390676" y="0"/>
                  </a:lnTo>
                  <a:lnTo>
                    <a:pt x="5389821" y="0"/>
                  </a:lnTo>
                  <a:lnTo>
                    <a:pt x="5388965" y="0"/>
                  </a:lnTo>
                  <a:lnTo>
                    <a:pt x="5388110" y="0"/>
                  </a:lnTo>
                  <a:lnTo>
                    <a:pt x="5387254" y="0"/>
                  </a:lnTo>
                  <a:lnTo>
                    <a:pt x="5386399" y="0"/>
                  </a:lnTo>
                  <a:lnTo>
                    <a:pt x="5385543" y="0"/>
                  </a:lnTo>
                  <a:lnTo>
                    <a:pt x="5384688" y="0"/>
                  </a:lnTo>
                  <a:lnTo>
                    <a:pt x="5383832" y="0"/>
                  </a:lnTo>
                  <a:lnTo>
                    <a:pt x="5382977" y="0"/>
                  </a:lnTo>
                  <a:lnTo>
                    <a:pt x="5382121" y="0"/>
                  </a:lnTo>
                  <a:lnTo>
                    <a:pt x="5381266" y="0"/>
                  </a:lnTo>
                  <a:lnTo>
                    <a:pt x="5380410" y="0"/>
                  </a:lnTo>
                  <a:lnTo>
                    <a:pt x="5379555" y="0"/>
                  </a:lnTo>
                  <a:lnTo>
                    <a:pt x="5378699" y="0"/>
                  </a:lnTo>
                  <a:lnTo>
                    <a:pt x="5377843" y="0"/>
                  </a:lnTo>
                  <a:lnTo>
                    <a:pt x="5376988" y="0"/>
                  </a:lnTo>
                  <a:lnTo>
                    <a:pt x="5376132" y="0"/>
                  </a:lnTo>
                  <a:lnTo>
                    <a:pt x="5375277" y="0"/>
                  </a:lnTo>
                  <a:lnTo>
                    <a:pt x="5374421" y="0"/>
                  </a:lnTo>
                  <a:lnTo>
                    <a:pt x="5373566" y="0"/>
                  </a:lnTo>
                  <a:lnTo>
                    <a:pt x="5372710" y="0"/>
                  </a:lnTo>
                  <a:lnTo>
                    <a:pt x="5371855" y="0"/>
                  </a:lnTo>
                  <a:lnTo>
                    <a:pt x="5370999" y="0"/>
                  </a:lnTo>
                  <a:lnTo>
                    <a:pt x="5370144" y="0"/>
                  </a:lnTo>
                  <a:lnTo>
                    <a:pt x="5369288" y="0"/>
                  </a:lnTo>
                  <a:lnTo>
                    <a:pt x="5368433" y="0"/>
                  </a:lnTo>
                  <a:lnTo>
                    <a:pt x="5367577" y="0"/>
                  </a:lnTo>
                  <a:lnTo>
                    <a:pt x="5366722" y="0"/>
                  </a:lnTo>
                  <a:lnTo>
                    <a:pt x="5365866" y="0"/>
                  </a:lnTo>
                  <a:lnTo>
                    <a:pt x="5365011" y="0"/>
                  </a:lnTo>
                  <a:lnTo>
                    <a:pt x="5364155" y="0"/>
                  </a:lnTo>
                  <a:lnTo>
                    <a:pt x="5363300" y="0"/>
                  </a:lnTo>
                  <a:lnTo>
                    <a:pt x="5362444" y="0"/>
                  </a:lnTo>
                  <a:lnTo>
                    <a:pt x="5361588" y="0"/>
                  </a:lnTo>
                  <a:lnTo>
                    <a:pt x="5360733" y="0"/>
                  </a:lnTo>
                  <a:lnTo>
                    <a:pt x="5359877" y="0"/>
                  </a:lnTo>
                  <a:lnTo>
                    <a:pt x="5359022" y="0"/>
                  </a:lnTo>
                  <a:lnTo>
                    <a:pt x="5358166" y="0"/>
                  </a:lnTo>
                  <a:lnTo>
                    <a:pt x="5357311" y="0"/>
                  </a:lnTo>
                  <a:lnTo>
                    <a:pt x="5356455" y="0"/>
                  </a:lnTo>
                  <a:lnTo>
                    <a:pt x="5355600" y="0"/>
                  </a:lnTo>
                  <a:lnTo>
                    <a:pt x="5354744" y="0"/>
                  </a:lnTo>
                  <a:lnTo>
                    <a:pt x="5353889" y="0"/>
                  </a:lnTo>
                  <a:lnTo>
                    <a:pt x="5353033" y="0"/>
                  </a:lnTo>
                  <a:lnTo>
                    <a:pt x="5352178" y="0"/>
                  </a:lnTo>
                  <a:lnTo>
                    <a:pt x="5351322" y="0"/>
                  </a:lnTo>
                  <a:lnTo>
                    <a:pt x="5350467" y="0"/>
                  </a:lnTo>
                  <a:lnTo>
                    <a:pt x="5349611" y="0"/>
                  </a:lnTo>
                  <a:lnTo>
                    <a:pt x="5348756" y="0"/>
                  </a:lnTo>
                  <a:lnTo>
                    <a:pt x="5347900" y="0"/>
                  </a:lnTo>
                  <a:lnTo>
                    <a:pt x="5347045" y="0"/>
                  </a:lnTo>
                  <a:lnTo>
                    <a:pt x="5346189" y="0"/>
                  </a:lnTo>
                  <a:lnTo>
                    <a:pt x="5345333" y="0"/>
                  </a:lnTo>
                  <a:lnTo>
                    <a:pt x="5344478" y="0"/>
                  </a:lnTo>
                  <a:lnTo>
                    <a:pt x="5343622" y="0"/>
                  </a:lnTo>
                  <a:lnTo>
                    <a:pt x="5342767" y="0"/>
                  </a:lnTo>
                  <a:lnTo>
                    <a:pt x="5341911" y="0"/>
                  </a:lnTo>
                  <a:lnTo>
                    <a:pt x="5341056" y="0"/>
                  </a:lnTo>
                  <a:lnTo>
                    <a:pt x="5340200" y="0"/>
                  </a:lnTo>
                  <a:lnTo>
                    <a:pt x="5339345" y="0"/>
                  </a:lnTo>
                  <a:lnTo>
                    <a:pt x="5338489" y="0"/>
                  </a:lnTo>
                  <a:lnTo>
                    <a:pt x="5337634" y="0"/>
                  </a:lnTo>
                  <a:lnTo>
                    <a:pt x="5336778" y="0"/>
                  </a:lnTo>
                  <a:lnTo>
                    <a:pt x="5335923" y="0"/>
                  </a:lnTo>
                  <a:lnTo>
                    <a:pt x="5335067" y="0"/>
                  </a:lnTo>
                  <a:lnTo>
                    <a:pt x="5334212" y="0"/>
                  </a:lnTo>
                  <a:lnTo>
                    <a:pt x="5333356" y="0"/>
                  </a:lnTo>
                  <a:lnTo>
                    <a:pt x="5332501" y="0"/>
                  </a:lnTo>
                  <a:lnTo>
                    <a:pt x="5331645" y="0"/>
                  </a:lnTo>
                  <a:lnTo>
                    <a:pt x="5330789" y="0"/>
                  </a:lnTo>
                  <a:lnTo>
                    <a:pt x="5329934" y="0"/>
                  </a:lnTo>
                  <a:lnTo>
                    <a:pt x="5329078" y="0"/>
                  </a:lnTo>
                  <a:lnTo>
                    <a:pt x="5328223" y="0"/>
                  </a:lnTo>
                  <a:lnTo>
                    <a:pt x="5327367" y="0"/>
                  </a:lnTo>
                  <a:lnTo>
                    <a:pt x="5326512" y="0"/>
                  </a:lnTo>
                  <a:lnTo>
                    <a:pt x="5325656" y="0"/>
                  </a:lnTo>
                  <a:lnTo>
                    <a:pt x="5324801" y="0"/>
                  </a:lnTo>
                  <a:lnTo>
                    <a:pt x="5323945" y="0"/>
                  </a:lnTo>
                  <a:lnTo>
                    <a:pt x="5323090" y="0"/>
                  </a:lnTo>
                  <a:lnTo>
                    <a:pt x="5322234" y="0"/>
                  </a:lnTo>
                  <a:lnTo>
                    <a:pt x="5321379" y="0"/>
                  </a:lnTo>
                  <a:lnTo>
                    <a:pt x="5320523" y="0"/>
                  </a:lnTo>
                  <a:lnTo>
                    <a:pt x="5319668" y="0"/>
                  </a:lnTo>
                  <a:lnTo>
                    <a:pt x="5318812" y="0"/>
                  </a:lnTo>
                  <a:lnTo>
                    <a:pt x="5317957" y="0"/>
                  </a:lnTo>
                  <a:lnTo>
                    <a:pt x="5317101" y="0"/>
                  </a:lnTo>
                  <a:lnTo>
                    <a:pt x="5316246" y="0"/>
                  </a:lnTo>
                  <a:lnTo>
                    <a:pt x="5315390" y="0"/>
                  </a:lnTo>
                  <a:lnTo>
                    <a:pt x="5314534" y="0"/>
                  </a:lnTo>
                  <a:lnTo>
                    <a:pt x="5313679" y="0"/>
                  </a:lnTo>
                  <a:lnTo>
                    <a:pt x="5312823" y="0"/>
                  </a:lnTo>
                  <a:lnTo>
                    <a:pt x="5311968" y="0"/>
                  </a:lnTo>
                  <a:lnTo>
                    <a:pt x="5311112" y="0"/>
                  </a:lnTo>
                  <a:lnTo>
                    <a:pt x="5310257" y="0"/>
                  </a:lnTo>
                  <a:lnTo>
                    <a:pt x="5309401" y="0"/>
                  </a:lnTo>
                  <a:lnTo>
                    <a:pt x="5308546" y="0"/>
                  </a:lnTo>
                  <a:lnTo>
                    <a:pt x="5307690" y="0"/>
                  </a:lnTo>
                  <a:lnTo>
                    <a:pt x="5306835" y="0"/>
                  </a:lnTo>
                  <a:lnTo>
                    <a:pt x="5305979" y="0"/>
                  </a:lnTo>
                  <a:lnTo>
                    <a:pt x="5305124" y="0"/>
                  </a:lnTo>
                  <a:lnTo>
                    <a:pt x="5304268" y="0"/>
                  </a:lnTo>
                  <a:lnTo>
                    <a:pt x="5303413" y="0"/>
                  </a:lnTo>
                  <a:lnTo>
                    <a:pt x="5302557" y="0"/>
                  </a:lnTo>
                  <a:lnTo>
                    <a:pt x="5301702" y="0"/>
                  </a:lnTo>
                  <a:lnTo>
                    <a:pt x="5300846" y="0"/>
                  </a:lnTo>
                  <a:lnTo>
                    <a:pt x="5299991" y="0"/>
                  </a:lnTo>
                  <a:lnTo>
                    <a:pt x="5299135" y="0"/>
                  </a:lnTo>
                  <a:lnTo>
                    <a:pt x="5298279" y="0"/>
                  </a:lnTo>
                  <a:lnTo>
                    <a:pt x="5297424" y="0"/>
                  </a:lnTo>
                  <a:lnTo>
                    <a:pt x="5296568" y="0"/>
                  </a:lnTo>
                  <a:lnTo>
                    <a:pt x="5295713" y="0"/>
                  </a:lnTo>
                  <a:lnTo>
                    <a:pt x="5294857" y="0"/>
                  </a:lnTo>
                  <a:lnTo>
                    <a:pt x="5294002" y="0"/>
                  </a:lnTo>
                  <a:lnTo>
                    <a:pt x="5293146" y="0"/>
                  </a:lnTo>
                  <a:lnTo>
                    <a:pt x="5292291" y="0"/>
                  </a:lnTo>
                  <a:lnTo>
                    <a:pt x="5291435" y="0"/>
                  </a:lnTo>
                  <a:lnTo>
                    <a:pt x="5290580" y="0"/>
                  </a:lnTo>
                  <a:lnTo>
                    <a:pt x="5289724" y="0"/>
                  </a:lnTo>
                  <a:lnTo>
                    <a:pt x="5288869" y="0"/>
                  </a:lnTo>
                  <a:lnTo>
                    <a:pt x="5288013" y="0"/>
                  </a:lnTo>
                  <a:lnTo>
                    <a:pt x="5287158" y="0"/>
                  </a:lnTo>
                  <a:lnTo>
                    <a:pt x="5286302" y="0"/>
                  </a:lnTo>
                  <a:lnTo>
                    <a:pt x="5285447" y="0"/>
                  </a:lnTo>
                  <a:lnTo>
                    <a:pt x="5284591" y="0"/>
                  </a:lnTo>
                  <a:lnTo>
                    <a:pt x="5283736" y="0"/>
                  </a:lnTo>
                  <a:lnTo>
                    <a:pt x="5282880" y="0"/>
                  </a:lnTo>
                  <a:lnTo>
                    <a:pt x="5282024" y="0"/>
                  </a:lnTo>
                  <a:lnTo>
                    <a:pt x="5281169" y="0"/>
                  </a:lnTo>
                  <a:lnTo>
                    <a:pt x="5280313" y="0"/>
                  </a:lnTo>
                  <a:lnTo>
                    <a:pt x="5279458" y="0"/>
                  </a:lnTo>
                  <a:lnTo>
                    <a:pt x="5278602" y="0"/>
                  </a:lnTo>
                  <a:lnTo>
                    <a:pt x="5277747" y="0"/>
                  </a:lnTo>
                  <a:lnTo>
                    <a:pt x="5276891" y="0"/>
                  </a:lnTo>
                  <a:lnTo>
                    <a:pt x="5276036" y="0"/>
                  </a:lnTo>
                  <a:lnTo>
                    <a:pt x="5275180" y="0"/>
                  </a:lnTo>
                  <a:lnTo>
                    <a:pt x="5274325" y="0"/>
                  </a:lnTo>
                  <a:lnTo>
                    <a:pt x="5273469" y="0"/>
                  </a:lnTo>
                  <a:lnTo>
                    <a:pt x="5272614" y="0"/>
                  </a:lnTo>
                  <a:lnTo>
                    <a:pt x="5271758" y="0"/>
                  </a:lnTo>
                  <a:lnTo>
                    <a:pt x="5270903" y="0"/>
                  </a:lnTo>
                  <a:lnTo>
                    <a:pt x="5270047" y="0"/>
                  </a:lnTo>
                  <a:lnTo>
                    <a:pt x="5269192" y="0"/>
                  </a:lnTo>
                  <a:lnTo>
                    <a:pt x="5268336" y="0"/>
                  </a:lnTo>
                  <a:lnTo>
                    <a:pt x="5267480" y="0"/>
                  </a:lnTo>
                  <a:lnTo>
                    <a:pt x="5266625" y="0"/>
                  </a:lnTo>
                  <a:lnTo>
                    <a:pt x="5265769" y="0"/>
                  </a:lnTo>
                  <a:lnTo>
                    <a:pt x="5264914" y="0"/>
                  </a:lnTo>
                  <a:lnTo>
                    <a:pt x="5264058" y="0"/>
                  </a:lnTo>
                  <a:lnTo>
                    <a:pt x="5263203" y="0"/>
                  </a:lnTo>
                  <a:lnTo>
                    <a:pt x="5262347" y="0"/>
                  </a:lnTo>
                  <a:lnTo>
                    <a:pt x="5261492" y="0"/>
                  </a:lnTo>
                  <a:lnTo>
                    <a:pt x="5260636" y="0"/>
                  </a:lnTo>
                  <a:lnTo>
                    <a:pt x="5259781" y="0"/>
                  </a:lnTo>
                  <a:lnTo>
                    <a:pt x="5258925" y="0"/>
                  </a:lnTo>
                  <a:lnTo>
                    <a:pt x="5258070" y="0"/>
                  </a:lnTo>
                  <a:lnTo>
                    <a:pt x="5257214" y="0"/>
                  </a:lnTo>
                  <a:lnTo>
                    <a:pt x="5256359" y="0"/>
                  </a:lnTo>
                  <a:lnTo>
                    <a:pt x="5255503" y="0"/>
                  </a:lnTo>
                  <a:lnTo>
                    <a:pt x="5254648" y="0"/>
                  </a:lnTo>
                  <a:lnTo>
                    <a:pt x="5253792" y="0"/>
                  </a:lnTo>
                  <a:lnTo>
                    <a:pt x="5252937" y="0"/>
                  </a:lnTo>
                  <a:lnTo>
                    <a:pt x="5252081" y="0"/>
                  </a:lnTo>
                  <a:lnTo>
                    <a:pt x="5251225" y="0"/>
                  </a:lnTo>
                  <a:lnTo>
                    <a:pt x="5250370" y="0"/>
                  </a:lnTo>
                  <a:lnTo>
                    <a:pt x="5249514" y="0"/>
                  </a:lnTo>
                  <a:lnTo>
                    <a:pt x="5248659" y="0"/>
                  </a:lnTo>
                  <a:lnTo>
                    <a:pt x="5247803" y="0"/>
                  </a:lnTo>
                  <a:lnTo>
                    <a:pt x="5246948" y="0"/>
                  </a:lnTo>
                  <a:lnTo>
                    <a:pt x="5246092" y="0"/>
                  </a:lnTo>
                  <a:lnTo>
                    <a:pt x="5245237" y="0"/>
                  </a:lnTo>
                  <a:lnTo>
                    <a:pt x="5244381" y="0"/>
                  </a:lnTo>
                  <a:lnTo>
                    <a:pt x="5243526" y="0"/>
                  </a:lnTo>
                  <a:lnTo>
                    <a:pt x="5242670" y="0"/>
                  </a:lnTo>
                  <a:lnTo>
                    <a:pt x="5241815" y="0"/>
                  </a:lnTo>
                  <a:lnTo>
                    <a:pt x="5240959" y="0"/>
                  </a:lnTo>
                  <a:lnTo>
                    <a:pt x="5240104" y="0"/>
                  </a:lnTo>
                  <a:lnTo>
                    <a:pt x="5239248" y="0"/>
                  </a:lnTo>
                  <a:lnTo>
                    <a:pt x="5238393" y="0"/>
                  </a:lnTo>
                  <a:lnTo>
                    <a:pt x="5237537" y="0"/>
                  </a:lnTo>
                  <a:lnTo>
                    <a:pt x="5236682" y="0"/>
                  </a:lnTo>
                  <a:lnTo>
                    <a:pt x="5235826" y="0"/>
                  </a:lnTo>
                  <a:lnTo>
                    <a:pt x="5234970" y="0"/>
                  </a:lnTo>
                  <a:lnTo>
                    <a:pt x="5234115" y="0"/>
                  </a:lnTo>
                  <a:lnTo>
                    <a:pt x="5233259" y="0"/>
                  </a:lnTo>
                  <a:lnTo>
                    <a:pt x="5232404" y="0"/>
                  </a:lnTo>
                  <a:lnTo>
                    <a:pt x="5231548" y="0"/>
                  </a:lnTo>
                  <a:lnTo>
                    <a:pt x="5230693" y="0"/>
                  </a:lnTo>
                  <a:lnTo>
                    <a:pt x="5229837" y="0"/>
                  </a:lnTo>
                  <a:lnTo>
                    <a:pt x="5228982" y="0"/>
                  </a:lnTo>
                  <a:lnTo>
                    <a:pt x="5228126" y="0"/>
                  </a:lnTo>
                  <a:lnTo>
                    <a:pt x="5227271" y="0"/>
                  </a:lnTo>
                  <a:lnTo>
                    <a:pt x="5226415" y="0"/>
                  </a:lnTo>
                  <a:lnTo>
                    <a:pt x="5225560" y="0"/>
                  </a:lnTo>
                  <a:lnTo>
                    <a:pt x="5224704" y="0"/>
                  </a:lnTo>
                  <a:lnTo>
                    <a:pt x="5223849" y="0"/>
                  </a:lnTo>
                  <a:lnTo>
                    <a:pt x="5222993" y="0"/>
                  </a:lnTo>
                  <a:lnTo>
                    <a:pt x="5222138" y="0"/>
                  </a:lnTo>
                  <a:lnTo>
                    <a:pt x="5221282" y="0"/>
                  </a:lnTo>
                  <a:lnTo>
                    <a:pt x="5220426" y="0"/>
                  </a:lnTo>
                  <a:lnTo>
                    <a:pt x="5219571" y="0"/>
                  </a:lnTo>
                  <a:lnTo>
                    <a:pt x="5218715" y="0"/>
                  </a:lnTo>
                  <a:lnTo>
                    <a:pt x="5217860" y="0"/>
                  </a:lnTo>
                  <a:lnTo>
                    <a:pt x="5217004" y="0"/>
                  </a:lnTo>
                  <a:lnTo>
                    <a:pt x="5216149" y="0"/>
                  </a:lnTo>
                  <a:lnTo>
                    <a:pt x="5215293" y="0"/>
                  </a:lnTo>
                  <a:lnTo>
                    <a:pt x="5214438" y="0"/>
                  </a:lnTo>
                  <a:lnTo>
                    <a:pt x="5213582" y="0"/>
                  </a:lnTo>
                  <a:lnTo>
                    <a:pt x="5212727" y="0"/>
                  </a:lnTo>
                  <a:lnTo>
                    <a:pt x="5211871" y="0"/>
                  </a:lnTo>
                  <a:lnTo>
                    <a:pt x="5211016" y="0"/>
                  </a:lnTo>
                  <a:lnTo>
                    <a:pt x="5210160" y="0"/>
                  </a:lnTo>
                  <a:lnTo>
                    <a:pt x="5209305" y="0"/>
                  </a:lnTo>
                  <a:lnTo>
                    <a:pt x="5208449" y="0"/>
                  </a:lnTo>
                  <a:lnTo>
                    <a:pt x="5207594" y="0"/>
                  </a:lnTo>
                  <a:lnTo>
                    <a:pt x="5206738" y="0"/>
                  </a:lnTo>
                  <a:lnTo>
                    <a:pt x="5205883" y="0"/>
                  </a:lnTo>
                  <a:lnTo>
                    <a:pt x="5205027" y="0"/>
                  </a:lnTo>
                  <a:lnTo>
                    <a:pt x="5204171" y="0"/>
                  </a:lnTo>
                  <a:lnTo>
                    <a:pt x="5203316" y="0"/>
                  </a:lnTo>
                  <a:lnTo>
                    <a:pt x="5202460" y="0"/>
                  </a:lnTo>
                  <a:lnTo>
                    <a:pt x="5201605" y="0"/>
                  </a:lnTo>
                  <a:lnTo>
                    <a:pt x="5200749" y="0"/>
                  </a:lnTo>
                  <a:lnTo>
                    <a:pt x="5199894" y="0"/>
                  </a:lnTo>
                  <a:lnTo>
                    <a:pt x="5199038" y="0"/>
                  </a:lnTo>
                  <a:lnTo>
                    <a:pt x="5198183" y="0"/>
                  </a:lnTo>
                  <a:lnTo>
                    <a:pt x="5197327" y="0"/>
                  </a:lnTo>
                  <a:lnTo>
                    <a:pt x="5196472" y="0"/>
                  </a:lnTo>
                  <a:lnTo>
                    <a:pt x="5195616" y="0"/>
                  </a:lnTo>
                  <a:lnTo>
                    <a:pt x="5194761" y="0"/>
                  </a:lnTo>
                  <a:lnTo>
                    <a:pt x="5193905" y="0"/>
                  </a:lnTo>
                  <a:lnTo>
                    <a:pt x="5193050" y="0"/>
                  </a:lnTo>
                  <a:lnTo>
                    <a:pt x="5192194" y="0"/>
                  </a:lnTo>
                  <a:lnTo>
                    <a:pt x="5191339" y="0"/>
                  </a:lnTo>
                  <a:lnTo>
                    <a:pt x="5190483" y="0"/>
                  </a:lnTo>
                  <a:lnTo>
                    <a:pt x="5189628" y="0"/>
                  </a:lnTo>
                  <a:lnTo>
                    <a:pt x="5188772" y="0"/>
                  </a:lnTo>
                  <a:lnTo>
                    <a:pt x="5187916" y="0"/>
                  </a:lnTo>
                  <a:lnTo>
                    <a:pt x="5187061" y="0"/>
                  </a:lnTo>
                  <a:lnTo>
                    <a:pt x="5186205" y="0"/>
                  </a:lnTo>
                  <a:lnTo>
                    <a:pt x="5185350" y="0"/>
                  </a:lnTo>
                  <a:lnTo>
                    <a:pt x="5184494" y="0"/>
                  </a:lnTo>
                  <a:lnTo>
                    <a:pt x="5183639" y="0"/>
                  </a:lnTo>
                  <a:lnTo>
                    <a:pt x="5182783" y="0"/>
                  </a:lnTo>
                  <a:lnTo>
                    <a:pt x="5181928" y="0"/>
                  </a:lnTo>
                  <a:lnTo>
                    <a:pt x="5181072" y="0"/>
                  </a:lnTo>
                  <a:lnTo>
                    <a:pt x="5180217" y="0"/>
                  </a:lnTo>
                  <a:lnTo>
                    <a:pt x="5179361" y="0"/>
                  </a:lnTo>
                  <a:lnTo>
                    <a:pt x="5178506" y="0"/>
                  </a:lnTo>
                  <a:lnTo>
                    <a:pt x="5177650" y="0"/>
                  </a:lnTo>
                  <a:lnTo>
                    <a:pt x="5176795" y="0"/>
                  </a:lnTo>
                  <a:lnTo>
                    <a:pt x="5175939" y="0"/>
                  </a:lnTo>
                  <a:lnTo>
                    <a:pt x="5175084" y="0"/>
                  </a:lnTo>
                  <a:lnTo>
                    <a:pt x="5174228" y="0"/>
                  </a:lnTo>
                  <a:lnTo>
                    <a:pt x="5173372" y="0"/>
                  </a:lnTo>
                  <a:lnTo>
                    <a:pt x="5172517" y="0"/>
                  </a:lnTo>
                  <a:lnTo>
                    <a:pt x="5171661" y="0"/>
                  </a:lnTo>
                  <a:lnTo>
                    <a:pt x="5170806" y="0"/>
                  </a:lnTo>
                  <a:lnTo>
                    <a:pt x="5169950" y="0"/>
                  </a:lnTo>
                  <a:lnTo>
                    <a:pt x="5169095" y="0"/>
                  </a:lnTo>
                  <a:lnTo>
                    <a:pt x="5168239" y="0"/>
                  </a:lnTo>
                  <a:lnTo>
                    <a:pt x="5167384" y="0"/>
                  </a:lnTo>
                  <a:lnTo>
                    <a:pt x="5166528" y="0"/>
                  </a:lnTo>
                  <a:lnTo>
                    <a:pt x="5165673" y="0"/>
                  </a:lnTo>
                  <a:lnTo>
                    <a:pt x="5164817" y="0"/>
                  </a:lnTo>
                  <a:lnTo>
                    <a:pt x="5163962" y="0"/>
                  </a:lnTo>
                  <a:lnTo>
                    <a:pt x="5163106" y="0"/>
                  </a:lnTo>
                  <a:lnTo>
                    <a:pt x="5162251" y="0"/>
                  </a:lnTo>
                  <a:lnTo>
                    <a:pt x="5161395" y="0"/>
                  </a:lnTo>
                  <a:lnTo>
                    <a:pt x="5160540" y="0"/>
                  </a:lnTo>
                  <a:lnTo>
                    <a:pt x="5159684" y="0"/>
                  </a:lnTo>
                  <a:lnTo>
                    <a:pt x="5158829" y="0"/>
                  </a:lnTo>
                  <a:lnTo>
                    <a:pt x="5157973" y="0"/>
                  </a:lnTo>
                  <a:lnTo>
                    <a:pt x="5157117" y="0"/>
                  </a:lnTo>
                  <a:lnTo>
                    <a:pt x="5156262" y="0"/>
                  </a:lnTo>
                  <a:lnTo>
                    <a:pt x="5155406" y="0"/>
                  </a:lnTo>
                  <a:lnTo>
                    <a:pt x="5154551" y="0"/>
                  </a:lnTo>
                  <a:lnTo>
                    <a:pt x="5153695" y="0"/>
                  </a:lnTo>
                  <a:lnTo>
                    <a:pt x="5152840" y="0"/>
                  </a:lnTo>
                  <a:lnTo>
                    <a:pt x="5151984" y="0"/>
                  </a:lnTo>
                  <a:lnTo>
                    <a:pt x="5151129" y="0"/>
                  </a:lnTo>
                  <a:lnTo>
                    <a:pt x="5150273" y="0"/>
                  </a:lnTo>
                  <a:lnTo>
                    <a:pt x="5149418" y="0"/>
                  </a:lnTo>
                  <a:lnTo>
                    <a:pt x="5148562" y="0"/>
                  </a:lnTo>
                  <a:lnTo>
                    <a:pt x="5147707" y="0"/>
                  </a:lnTo>
                  <a:lnTo>
                    <a:pt x="5146851" y="0"/>
                  </a:lnTo>
                  <a:lnTo>
                    <a:pt x="5145996" y="0"/>
                  </a:lnTo>
                  <a:lnTo>
                    <a:pt x="5145140" y="0"/>
                  </a:lnTo>
                  <a:lnTo>
                    <a:pt x="5144285" y="0"/>
                  </a:lnTo>
                  <a:lnTo>
                    <a:pt x="5143429" y="0"/>
                  </a:lnTo>
                  <a:lnTo>
                    <a:pt x="5142574" y="0"/>
                  </a:lnTo>
                  <a:lnTo>
                    <a:pt x="5141718" y="0"/>
                  </a:lnTo>
                  <a:lnTo>
                    <a:pt x="5140862" y="0"/>
                  </a:lnTo>
                  <a:lnTo>
                    <a:pt x="5140007" y="0"/>
                  </a:lnTo>
                  <a:lnTo>
                    <a:pt x="5139151" y="0"/>
                  </a:lnTo>
                  <a:lnTo>
                    <a:pt x="5138296" y="0"/>
                  </a:lnTo>
                  <a:lnTo>
                    <a:pt x="5137440" y="0"/>
                  </a:lnTo>
                  <a:lnTo>
                    <a:pt x="5136585" y="0"/>
                  </a:lnTo>
                  <a:lnTo>
                    <a:pt x="5135729" y="0"/>
                  </a:lnTo>
                  <a:lnTo>
                    <a:pt x="5134874" y="0"/>
                  </a:lnTo>
                  <a:lnTo>
                    <a:pt x="5134018" y="0"/>
                  </a:lnTo>
                  <a:lnTo>
                    <a:pt x="5133163" y="0"/>
                  </a:lnTo>
                  <a:lnTo>
                    <a:pt x="5132307" y="0"/>
                  </a:lnTo>
                  <a:lnTo>
                    <a:pt x="5131452" y="0"/>
                  </a:lnTo>
                  <a:lnTo>
                    <a:pt x="5130596" y="0"/>
                  </a:lnTo>
                  <a:lnTo>
                    <a:pt x="5129741" y="0"/>
                  </a:lnTo>
                  <a:lnTo>
                    <a:pt x="5128885" y="0"/>
                  </a:lnTo>
                  <a:lnTo>
                    <a:pt x="5128030" y="0"/>
                  </a:lnTo>
                  <a:lnTo>
                    <a:pt x="5127174" y="0"/>
                  </a:lnTo>
                  <a:lnTo>
                    <a:pt x="5126318" y="0"/>
                  </a:lnTo>
                  <a:lnTo>
                    <a:pt x="5125463" y="0"/>
                  </a:lnTo>
                  <a:lnTo>
                    <a:pt x="5124607" y="0"/>
                  </a:lnTo>
                  <a:lnTo>
                    <a:pt x="5123752" y="0"/>
                  </a:lnTo>
                  <a:lnTo>
                    <a:pt x="5122896" y="0"/>
                  </a:lnTo>
                  <a:lnTo>
                    <a:pt x="5122041" y="0"/>
                  </a:lnTo>
                  <a:lnTo>
                    <a:pt x="5121185" y="0"/>
                  </a:lnTo>
                  <a:lnTo>
                    <a:pt x="5120330" y="0"/>
                  </a:lnTo>
                  <a:lnTo>
                    <a:pt x="5119474" y="0"/>
                  </a:lnTo>
                  <a:lnTo>
                    <a:pt x="5118619" y="0"/>
                  </a:lnTo>
                  <a:lnTo>
                    <a:pt x="5117763" y="0"/>
                  </a:lnTo>
                  <a:lnTo>
                    <a:pt x="5116908" y="0"/>
                  </a:lnTo>
                  <a:lnTo>
                    <a:pt x="5116052" y="0"/>
                  </a:lnTo>
                  <a:lnTo>
                    <a:pt x="5115197" y="0"/>
                  </a:lnTo>
                  <a:lnTo>
                    <a:pt x="5114341" y="0"/>
                  </a:lnTo>
                  <a:lnTo>
                    <a:pt x="5113486" y="0"/>
                  </a:lnTo>
                  <a:lnTo>
                    <a:pt x="5112630" y="0"/>
                  </a:lnTo>
                  <a:lnTo>
                    <a:pt x="5111775" y="0"/>
                  </a:lnTo>
                  <a:lnTo>
                    <a:pt x="5110919" y="0"/>
                  </a:lnTo>
                  <a:lnTo>
                    <a:pt x="5110063" y="0"/>
                  </a:lnTo>
                  <a:lnTo>
                    <a:pt x="5109208" y="0"/>
                  </a:lnTo>
                  <a:lnTo>
                    <a:pt x="5108352" y="0"/>
                  </a:lnTo>
                  <a:lnTo>
                    <a:pt x="5107497" y="0"/>
                  </a:lnTo>
                  <a:lnTo>
                    <a:pt x="5106641" y="0"/>
                  </a:lnTo>
                  <a:lnTo>
                    <a:pt x="5105786" y="0"/>
                  </a:lnTo>
                  <a:lnTo>
                    <a:pt x="5104930" y="0"/>
                  </a:lnTo>
                  <a:lnTo>
                    <a:pt x="5104075" y="0"/>
                  </a:lnTo>
                  <a:lnTo>
                    <a:pt x="5103219" y="0"/>
                  </a:lnTo>
                  <a:lnTo>
                    <a:pt x="5102364" y="0"/>
                  </a:lnTo>
                  <a:lnTo>
                    <a:pt x="5101508" y="0"/>
                  </a:lnTo>
                  <a:lnTo>
                    <a:pt x="5100653" y="0"/>
                  </a:lnTo>
                  <a:lnTo>
                    <a:pt x="5099797" y="0"/>
                  </a:lnTo>
                  <a:lnTo>
                    <a:pt x="5098942" y="0"/>
                  </a:lnTo>
                  <a:lnTo>
                    <a:pt x="5098086" y="0"/>
                  </a:lnTo>
                  <a:lnTo>
                    <a:pt x="5097231" y="0"/>
                  </a:lnTo>
                  <a:lnTo>
                    <a:pt x="5096375" y="0"/>
                  </a:lnTo>
                  <a:lnTo>
                    <a:pt x="5095520" y="0"/>
                  </a:lnTo>
                  <a:lnTo>
                    <a:pt x="5094664" y="0"/>
                  </a:lnTo>
                  <a:lnTo>
                    <a:pt x="5093808" y="0"/>
                  </a:lnTo>
                  <a:lnTo>
                    <a:pt x="5092953" y="0"/>
                  </a:lnTo>
                  <a:lnTo>
                    <a:pt x="5092097" y="0"/>
                  </a:lnTo>
                  <a:lnTo>
                    <a:pt x="5091242" y="0"/>
                  </a:lnTo>
                  <a:lnTo>
                    <a:pt x="5090386" y="0"/>
                  </a:lnTo>
                  <a:lnTo>
                    <a:pt x="5089531" y="0"/>
                  </a:lnTo>
                  <a:lnTo>
                    <a:pt x="5088675" y="0"/>
                  </a:lnTo>
                  <a:lnTo>
                    <a:pt x="5087820" y="0"/>
                  </a:lnTo>
                  <a:lnTo>
                    <a:pt x="5086964" y="0"/>
                  </a:lnTo>
                  <a:lnTo>
                    <a:pt x="5086109" y="0"/>
                  </a:lnTo>
                  <a:lnTo>
                    <a:pt x="5085253" y="0"/>
                  </a:lnTo>
                  <a:lnTo>
                    <a:pt x="5084398" y="0"/>
                  </a:lnTo>
                  <a:lnTo>
                    <a:pt x="5083542" y="0"/>
                  </a:lnTo>
                  <a:lnTo>
                    <a:pt x="5082687" y="0"/>
                  </a:lnTo>
                  <a:lnTo>
                    <a:pt x="5081831" y="0"/>
                  </a:lnTo>
                  <a:lnTo>
                    <a:pt x="5080976" y="0"/>
                  </a:lnTo>
                  <a:lnTo>
                    <a:pt x="5080120" y="0"/>
                  </a:lnTo>
                  <a:lnTo>
                    <a:pt x="5079265" y="0"/>
                  </a:lnTo>
                  <a:lnTo>
                    <a:pt x="5078409" y="0"/>
                  </a:lnTo>
                  <a:lnTo>
                    <a:pt x="5077553" y="0"/>
                  </a:lnTo>
                  <a:lnTo>
                    <a:pt x="5076698" y="0"/>
                  </a:lnTo>
                  <a:lnTo>
                    <a:pt x="5075842" y="0"/>
                  </a:lnTo>
                  <a:lnTo>
                    <a:pt x="5074987" y="0"/>
                  </a:lnTo>
                  <a:lnTo>
                    <a:pt x="5074131" y="0"/>
                  </a:lnTo>
                  <a:lnTo>
                    <a:pt x="5073276" y="0"/>
                  </a:lnTo>
                  <a:lnTo>
                    <a:pt x="5072420" y="0"/>
                  </a:lnTo>
                  <a:lnTo>
                    <a:pt x="5071565" y="0"/>
                  </a:lnTo>
                  <a:lnTo>
                    <a:pt x="5070709" y="0"/>
                  </a:lnTo>
                  <a:lnTo>
                    <a:pt x="5069854" y="0"/>
                  </a:lnTo>
                  <a:lnTo>
                    <a:pt x="5068998" y="0"/>
                  </a:lnTo>
                  <a:lnTo>
                    <a:pt x="5068143" y="0"/>
                  </a:lnTo>
                  <a:lnTo>
                    <a:pt x="5067287" y="0"/>
                  </a:lnTo>
                  <a:lnTo>
                    <a:pt x="5066432" y="0"/>
                  </a:lnTo>
                  <a:lnTo>
                    <a:pt x="5065576" y="0"/>
                  </a:lnTo>
                  <a:lnTo>
                    <a:pt x="5064721" y="0"/>
                  </a:lnTo>
                  <a:lnTo>
                    <a:pt x="5063865" y="0"/>
                  </a:lnTo>
                  <a:lnTo>
                    <a:pt x="5063009" y="0"/>
                  </a:lnTo>
                  <a:lnTo>
                    <a:pt x="5062154" y="0"/>
                  </a:lnTo>
                  <a:lnTo>
                    <a:pt x="5061298" y="0"/>
                  </a:lnTo>
                  <a:lnTo>
                    <a:pt x="5060443" y="0"/>
                  </a:lnTo>
                  <a:lnTo>
                    <a:pt x="5059587" y="0"/>
                  </a:lnTo>
                  <a:lnTo>
                    <a:pt x="5058732" y="0"/>
                  </a:lnTo>
                  <a:lnTo>
                    <a:pt x="5057876" y="0"/>
                  </a:lnTo>
                  <a:lnTo>
                    <a:pt x="5057021" y="0"/>
                  </a:lnTo>
                  <a:lnTo>
                    <a:pt x="5056165" y="0"/>
                  </a:lnTo>
                  <a:lnTo>
                    <a:pt x="5055310" y="0"/>
                  </a:lnTo>
                  <a:lnTo>
                    <a:pt x="5054454" y="0"/>
                  </a:lnTo>
                  <a:lnTo>
                    <a:pt x="5053599" y="0"/>
                  </a:lnTo>
                  <a:lnTo>
                    <a:pt x="5052743" y="0"/>
                  </a:lnTo>
                  <a:lnTo>
                    <a:pt x="5051888" y="0"/>
                  </a:lnTo>
                  <a:lnTo>
                    <a:pt x="5051032" y="0"/>
                  </a:lnTo>
                  <a:lnTo>
                    <a:pt x="5050177" y="0"/>
                  </a:lnTo>
                  <a:lnTo>
                    <a:pt x="5049321" y="0"/>
                  </a:lnTo>
                  <a:lnTo>
                    <a:pt x="5048466" y="0"/>
                  </a:lnTo>
                  <a:lnTo>
                    <a:pt x="5047610" y="0"/>
                  </a:lnTo>
                  <a:lnTo>
                    <a:pt x="5046754" y="0"/>
                  </a:lnTo>
                  <a:lnTo>
                    <a:pt x="5045899" y="0"/>
                  </a:lnTo>
                  <a:lnTo>
                    <a:pt x="5045043" y="0"/>
                  </a:lnTo>
                  <a:lnTo>
                    <a:pt x="5044188" y="0"/>
                  </a:lnTo>
                  <a:lnTo>
                    <a:pt x="5043332" y="0"/>
                  </a:lnTo>
                  <a:lnTo>
                    <a:pt x="5042477" y="0"/>
                  </a:lnTo>
                  <a:lnTo>
                    <a:pt x="5041621" y="0"/>
                  </a:lnTo>
                  <a:lnTo>
                    <a:pt x="5040766" y="0"/>
                  </a:lnTo>
                  <a:lnTo>
                    <a:pt x="5039910" y="0"/>
                  </a:lnTo>
                  <a:lnTo>
                    <a:pt x="5039055" y="0"/>
                  </a:lnTo>
                  <a:lnTo>
                    <a:pt x="5038199" y="0"/>
                  </a:lnTo>
                  <a:lnTo>
                    <a:pt x="5037344" y="0"/>
                  </a:lnTo>
                  <a:lnTo>
                    <a:pt x="5036488" y="0"/>
                  </a:lnTo>
                  <a:lnTo>
                    <a:pt x="5035633" y="0"/>
                  </a:lnTo>
                  <a:lnTo>
                    <a:pt x="5034777" y="0"/>
                  </a:lnTo>
                  <a:lnTo>
                    <a:pt x="5033922" y="0"/>
                  </a:lnTo>
                  <a:lnTo>
                    <a:pt x="5033066" y="0"/>
                  </a:lnTo>
                  <a:lnTo>
                    <a:pt x="5032211" y="0"/>
                  </a:lnTo>
                  <a:lnTo>
                    <a:pt x="5031355" y="0"/>
                  </a:lnTo>
                  <a:lnTo>
                    <a:pt x="5030499" y="0"/>
                  </a:lnTo>
                  <a:lnTo>
                    <a:pt x="5029644" y="0"/>
                  </a:lnTo>
                  <a:lnTo>
                    <a:pt x="5028788" y="0"/>
                  </a:lnTo>
                  <a:lnTo>
                    <a:pt x="5027933" y="0"/>
                  </a:lnTo>
                  <a:lnTo>
                    <a:pt x="5027077" y="0"/>
                  </a:lnTo>
                  <a:lnTo>
                    <a:pt x="5026222" y="0"/>
                  </a:lnTo>
                  <a:lnTo>
                    <a:pt x="5025366" y="0"/>
                  </a:lnTo>
                  <a:lnTo>
                    <a:pt x="5024511" y="0"/>
                  </a:lnTo>
                  <a:lnTo>
                    <a:pt x="5023655" y="0"/>
                  </a:lnTo>
                  <a:lnTo>
                    <a:pt x="5022800" y="0"/>
                  </a:lnTo>
                  <a:lnTo>
                    <a:pt x="5021944" y="0"/>
                  </a:lnTo>
                  <a:lnTo>
                    <a:pt x="5021089" y="0"/>
                  </a:lnTo>
                  <a:lnTo>
                    <a:pt x="5020233" y="0"/>
                  </a:lnTo>
                  <a:lnTo>
                    <a:pt x="5019378" y="0"/>
                  </a:lnTo>
                  <a:lnTo>
                    <a:pt x="5018522" y="0"/>
                  </a:lnTo>
                  <a:lnTo>
                    <a:pt x="5017667" y="0"/>
                  </a:lnTo>
                  <a:lnTo>
                    <a:pt x="5016811" y="0"/>
                  </a:lnTo>
                  <a:lnTo>
                    <a:pt x="5015955" y="0"/>
                  </a:lnTo>
                  <a:lnTo>
                    <a:pt x="5015100" y="0"/>
                  </a:lnTo>
                  <a:lnTo>
                    <a:pt x="5014244" y="0"/>
                  </a:lnTo>
                  <a:lnTo>
                    <a:pt x="5013389" y="0"/>
                  </a:lnTo>
                  <a:lnTo>
                    <a:pt x="5012533" y="0"/>
                  </a:lnTo>
                  <a:lnTo>
                    <a:pt x="5011678" y="0"/>
                  </a:lnTo>
                  <a:lnTo>
                    <a:pt x="5010822" y="0"/>
                  </a:lnTo>
                  <a:lnTo>
                    <a:pt x="5009967" y="0"/>
                  </a:lnTo>
                  <a:lnTo>
                    <a:pt x="5009111" y="0"/>
                  </a:lnTo>
                  <a:lnTo>
                    <a:pt x="5008256" y="0"/>
                  </a:lnTo>
                  <a:lnTo>
                    <a:pt x="5007400" y="0"/>
                  </a:lnTo>
                  <a:lnTo>
                    <a:pt x="5006545" y="0"/>
                  </a:lnTo>
                  <a:lnTo>
                    <a:pt x="5005689" y="0"/>
                  </a:lnTo>
                  <a:lnTo>
                    <a:pt x="5004834" y="0"/>
                  </a:lnTo>
                  <a:lnTo>
                    <a:pt x="5003978" y="0"/>
                  </a:lnTo>
                  <a:lnTo>
                    <a:pt x="5003123" y="0"/>
                  </a:lnTo>
                  <a:lnTo>
                    <a:pt x="5002267" y="0"/>
                  </a:lnTo>
                  <a:lnTo>
                    <a:pt x="5001412" y="0"/>
                  </a:lnTo>
                  <a:lnTo>
                    <a:pt x="5000556" y="0"/>
                  </a:lnTo>
                  <a:lnTo>
                    <a:pt x="4999700" y="0"/>
                  </a:lnTo>
                  <a:lnTo>
                    <a:pt x="4998845" y="0"/>
                  </a:lnTo>
                  <a:lnTo>
                    <a:pt x="4997989" y="0"/>
                  </a:lnTo>
                  <a:lnTo>
                    <a:pt x="4997134" y="0"/>
                  </a:lnTo>
                  <a:lnTo>
                    <a:pt x="4996278" y="0"/>
                  </a:lnTo>
                  <a:lnTo>
                    <a:pt x="4995423" y="0"/>
                  </a:lnTo>
                  <a:lnTo>
                    <a:pt x="4994567" y="0"/>
                  </a:lnTo>
                  <a:lnTo>
                    <a:pt x="4993712" y="0"/>
                  </a:lnTo>
                  <a:lnTo>
                    <a:pt x="4992856" y="0"/>
                  </a:lnTo>
                  <a:lnTo>
                    <a:pt x="4992001" y="0"/>
                  </a:lnTo>
                  <a:lnTo>
                    <a:pt x="4991145" y="0"/>
                  </a:lnTo>
                  <a:lnTo>
                    <a:pt x="4990290" y="0"/>
                  </a:lnTo>
                  <a:lnTo>
                    <a:pt x="4989434" y="0"/>
                  </a:lnTo>
                  <a:lnTo>
                    <a:pt x="4988579" y="0"/>
                  </a:lnTo>
                  <a:lnTo>
                    <a:pt x="4987723" y="0"/>
                  </a:lnTo>
                  <a:lnTo>
                    <a:pt x="4986868" y="0"/>
                  </a:lnTo>
                  <a:lnTo>
                    <a:pt x="4986012" y="0"/>
                  </a:lnTo>
                  <a:lnTo>
                    <a:pt x="4985157" y="0"/>
                  </a:lnTo>
                  <a:lnTo>
                    <a:pt x="4984301" y="0"/>
                  </a:lnTo>
                  <a:lnTo>
                    <a:pt x="4983445" y="0"/>
                  </a:lnTo>
                  <a:lnTo>
                    <a:pt x="4982590" y="0"/>
                  </a:lnTo>
                  <a:lnTo>
                    <a:pt x="4981734" y="0"/>
                  </a:lnTo>
                  <a:lnTo>
                    <a:pt x="4980879" y="0"/>
                  </a:lnTo>
                  <a:lnTo>
                    <a:pt x="4980023" y="0"/>
                  </a:lnTo>
                  <a:lnTo>
                    <a:pt x="4979168" y="0"/>
                  </a:lnTo>
                  <a:lnTo>
                    <a:pt x="4978312" y="0"/>
                  </a:lnTo>
                  <a:lnTo>
                    <a:pt x="4977457" y="0"/>
                  </a:lnTo>
                  <a:lnTo>
                    <a:pt x="4976601" y="0"/>
                  </a:lnTo>
                  <a:lnTo>
                    <a:pt x="4975746" y="0"/>
                  </a:lnTo>
                  <a:lnTo>
                    <a:pt x="4974890" y="0"/>
                  </a:lnTo>
                  <a:lnTo>
                    <a:pt x="4974035" y="0"/>
                  </a:lnTo>
                  <a:lnTo>
                    <a:pt x="4973179" y="0"/>
                  </a:lnTo>
                  <a:lnTo>
                    <a:pt x="4972324" y="0"/>
                  </a:lnTo>
                  <a:lnTo>
                    <a:pt x="4971468" y="0"/>
                  </a:lnTo>
                  <a:lnTo>
                    <a:pt x="4970613" y="0"/>
                  </a:lnTo>
                  <a:lnTo>
                    <a:pt x="4969757" y="0"/>
                  </a:lnTo>
                  <a:lnTo>
                    <a:pt x="4968901" y="0"/>
                  </a:lnTo>
                  <a:lnTo>
                    <a:pt x="4968046" y="0"/>
                  </a:lnTo>
                  <a:lnTo>
                    <a:pt x="4967190" y="0"/>
                  </a:lnTo>
                  <a:lnTo>
                    <a:pt x="4966335" y="0"/>
                  </a:lnTo>
                  <a:lnTo>
                    <a:pt x="4965479" y="0"/>
                  </a:lnTo>
                  <a:lnTo>
                    <a:pt x="4964624" y="0"/>
                  </a:lnTo>
                  <a:lnTo>
                    <a:pt x="4963768" y="0"/>
                  </a:lnTo>
                  <a:lnTo>
                    <a:pt x="4962913" y="0"/>
                  </a:lnTo>
                  <a:lnTo>
                    <a:pt x="4962057" y="0"/>
                  </a:lnTo>
                  <a:lnTo>
                    <a:pt x="4961202" y="0"/>
                  </a:lnTo>
                  <a:lnTo>
                    <a:pt x="4960346" y="0"/>
                  </a:lnTo>
                  <a:lnTo>
                    <a:pt x="4959491" y="0"/>
                  </a:lnTo>
                  <a:lnTo>
                    <a:pt x="4958635" y="0"/>
                  </a:lnTo>
                  <a:lnTo>
                    <a:pt x="4957780" y="0"/>
                  </a:lnTo>
                  <a:lnTo>
                    <a:pt x="4956924" y="0"/>
                  </a:lnTo>
                  <a:lnTo>
                    <a:pt x="4956069" y="0"/>
                  </a:lnTo>
                  <a:lnTo>
                    <a:pt x="4955213" y="0"/>
                  </a:lnTo>
                  <a:lnTo>
                    <a:pt x="4954358" y="0"/>
                  </a:lnTo>
                  <a:lnTo>
                    <a:pt x="4953502" y="0"/>
                  </a:lnTo>
                  <a:lnTo>
                    <a:pt x="4952646" y="0"/>
                  </a:lnTo>
                  <a:lnTo>
                    <a:pt x="4951791" y="0"/>
                  </a:lnTo>
                  <a:lnTo>
                    <a:pt x="4950935" y="0"/>
                  </a:lnTo>
                  <a:lnTo>
                    <a:pt x="4950080" y="0"/>
                  </a:lnTo>
                  <a:lnTo>
                    <a:pt x="4949224" y="0"/>
                  </a:lnTo>
                  <a:lnTo>
                    <a:pt x="4948369" y="0"/>
                  </a:lnTo>
                  <a:lnTo>
                    <a:pt x="4947513" y="0"/>
                  </a:lnTo>
                  <a:lnTo>
                    <a:pt x="4946658" y="0"/>
                  </a:lnTo>
                  <a:lnTo>
                    <a:pt x="4945802" y="0"/>
                  </a:lnTo>
                  <a:lnTo>
                    <a:pt x="4944947" y="0"/>
                  </a:lnTo>
                  <a:lnTo>
                    <a:pt x="4944091" y="0"/>
                  </a:lnTo>
                  <a:lnTo>
                    <a:pt x="4943236" y="0"/>
                  </a:lnTo>
                  <a:lnTo>
                    <a:pt x="4942380" y="0"/>
                  </a:lnTo>
                  <a:lnTo>
                    <a:pt x="4941525" y="0"/>
                  </a:lnTo>
                  <a:lnTo>
                    <a:pt x="4940669" y="0"/>
                  </a:lnTo>
                  <a:lnTo>
                    <a:pt x="4939814" y="0"/>
                  </a:lnTo>
                  <a:lnTo>
                    <a:pt x="4938958" y="0"/>
                  </a:lnTo>
                  <a:lnTo>
                    <a:pt x="4938103" y="0"/>
                  </a:lnTo>
                  <a:lnTo>
                    <a:pt x="4937247" y="0"/>
                  </a:lnTo>
                  <a:lnTo>
                    <a:pt x="4936391" y="0"/>
                  </a:lnTo>
                  <a:lnTo>
                    <a:pt x="4935536" y="0"/>
                  </a:lnTo>
                  <a:lnTo>
                    <a:pt x="4934680" y="0"/>
                  </a:lnTo>
                  <a:lnTo>
                    <a:pt x="4933825" y="0"/>
                  </a:lnTo>
                  <a:lnTo>
                    <a:pt x="4932969" y="0"/>
                  </a:lnTo>
                  <a:lnTo>
                    <a:pt x="4932114" y="0"/>
                  </a:lnTo>
                  <a:lnTo>
                    <a:pt x="4931258" y="0"/>
                  </a:lnTo>
                  <a:lnTo>
                    <a:pt x="4930403" y="0"/>
                  </a:lnTo>
                  <a:lnTo>
                    <a:pt x="4929547" y="0"/>
                  </a:lnTo>
                  <a:lnTo>
                    <a:pt x="4928692" y="0"/>
                  </a:lnTo>
                  <a:lnTo>
                    <a:pt x="4927836" y="0"/>
                  </a:lnTo>
                  <a:lnTo>
                    <a:pt x="4926981" y="0"/>
                  </a:lnTo>
                  <a:lnTo>
                    <a:pt x="4926125" y="0"/>
                  </a:lnTo>
                  <a:lnTo>
                    <a:pt x="4925270" y="0"/>
                  </a:lnTo>
                  <a:lnTo>
                    <a:pt x="4924414" y="0"/>
                  </a:lnTo>
                  <a:lnTo>
                    <a:pt x="4923559" y="0"/>
                  </a:lnTo>
                  <a:lnTo>
                    <a:pt x="4922703" y="0"/>
                  </a:lnTo>
                  <a:lnTo>
                    <a:pt x="4921847" y="0"/>
                  </a:lnTo>
                  <a:lnTo>
                    <a:pt x="4920992" y="0"/>
                  </a:lnTo>
                  <a:lnTo>
                    <a:pt x="4920136" y="0"/>
                  </a:lnTo>
                  <a:lnTo>
                    <a:pt x="4919281" y="0"/>
                  </a:lnTo>
                  <a:lnTo>
                    <a:pt x="4918425" y="0"/>
                  </a:lnTo>
                  <a:lnTo>
                    <a:pt x="4917570" y="0"/>
                  </a:lnTo>
                  <a:lnTo>
                    <a:pt x="4916714" y="0"/>
                  </a:lnTo>
                  <a:lnTo>
                    <a:pt x="4915859" y="0"/>
                  </a:lnTo>
                  <a:lnTo>
                    <a:pt x="4915003" y="0"/>
                  </a:lnTo>
                  <a:lnTo>
                    <a:pt x="4914148" y="0"/>
                  </a:lnTo>
                  <a:lnTo>
                    <a:pt x="4913292" y="0"/>
                  </a:lnTo>
                  <a:lnTo>
                    <a:pt x="4912437" y="0"/>
                  </a:lnTo>
                  <a:lnTo>
                    <a:pt x="4911581" y="0"/>
                  </a:lnTo>
                  <a:lnTo>
                    <a:pt x="4910726" y="0"/>
                  </a:lnTo>
                  <a:lnTo>
                    <a:pt x="4909870" y="0"/>
                  </a:lnTo>
                  <a:lnTo>
                    <a:pt x="4909015" y="0"/>
                  </a:lnTo>
                  <a:lnTo>
                    <a:pt x="4908159" y="0"/>
                  </a:lnTo>
                  <a:lnTo>
                    <a:pt x="4907304" y="0"/>
                  </a:lnTo>
                  <a:lnTo>
                    <a:pt x="4906448" y="0"/>
                  </a:lnTo>
                  <a:lnTo>
                    <a:pt x="4905592" y="0"/>
                  </a:lnTo>
                  <a:lnTo>
                    <a:pt x="4904737" y="0"/>
                  </a:lnTo>
                  <a:lnTo>
                    <a:pt x="4903881" y="0"/>
                  </a:lnTo>
                  <a:lnTo>
                    <a:pt x="4903026" y="0"/>
                  </a:lnTo>
                  <a:lnTo>
                    <a:pt x="4902170" y="0"/>
                  </a:lnTo>
                  <a:lnTo>
                    <a:pt x="4901315" y="0"/>
                  </a:lnTo>
                  <a:lnTo>
                    <a:pt x="4900459" y="0"/>
                  </a:lnTo>
                  <a:lnTo>
                    <a:pt x="4899604" y="0"/>
                  </a:lnTo>
                  <a:lnTo>
                    <a:pt x="4898748" y="0"/>
                  </a:lnTo>
                  <a:lnTo>
                    <a:pt x="4897893" y="0"/>
                  </a:lnTo>
                  <a:lnTo>
                    <a:pt x="4897037" y="0"/>
                  </a:lnTo>
                  <a:lnTo>
                    <a:pt x="4896182" y="0"/>
                  </a:lnTo>
                  <a:lnTo>
                    <a:pt x="4895326" y="0"/>
                  </a:lnTo>
                  <a:lnTo>
                    <a:pt x="4894471" y="0"/>
                  </a:lnTo>
                  <a:lnTo>
                    <a:pt x="4893615" y="0"/>
                  </a:lnTo>
                  <a:lnTo>
                    <a:pt x="4892760" y="0"/>
                  </a:lnTo>
                  <a:lnTo>
                    <a:pt x="4891904" y="0"/>
                  </a:lnTo>
                  <a:lnTo>
                    <a:pt x="4891049" y="0"/>
                  </a:lnTo>
                  <a:lnTo>
                    <a:pt x="4890193" y="0"/>
                  </a:lnTo>
                  <a:lnTo>
                    <a:pt x="4889337" y="0"/>
                  </a:lnTo>
                  <a:lnTo>
                    <a:pt x="4888482" y="0"/>
                  </a:lnTo>
                  <a:lnTo>
                    <a:pt x="4887626" y="0"/>
                  </a:lnTo>
                  <a:lnTo>
                    <a:pt x="4886771" y="0"/>
                  </a:lnTo>
                  <a:lnTo>
                    <a:pt x="4885915" y="0"/>
                  </a:lnTo>
                  <a:lnTo>
                    <a:pt x="4885060" y="0"/>
                  </a:lnTo>
                  <a:lnTo>
                    <a:pt x="4884204" y="0"/>
                  </a:lnTo>
                  <a:lnTo>
                    <a:pt x="4883349" y="0"/>
                  </a:lnTo>
                  <a:lnTo>
                    <a:pt x="4882493" y="0"/>
                  </a:lnTo>
                  <a:lnTo>
                    <a:pt x="4881638" y="0"/>
                  </a:lnTo>
                  <a:lnTo>
                    <a:pt x="4880782" y="0"/>
                  </a:lnTo>
                  <a:lnTo>
                    <a:pt x="4879927" y="0"/>
                  </a:lnTo>
                  <a:lnTo>
                    <a:pt x="4879071" y="0"/>
                  </a:lnTo>
                  <a:lnTo>
                    <a:pt x="4878216" y="0"/>
                  </a:lnTo>
                  <a:lnTo>
                    <a:pt x="4877360" y="0"/>
                  </a:lnTo>
                  <a:lnTo>
                    <a:pt x="4876505" y="0"/>
                  </a:lnTo>
                  <a:lnTo>
                    <a:pt x="4875649" y="0"/>
                  </a:lnTo>
                  <a:lnTo>
                    <a:pt x="4874793" y="0"/>
                  </a:lnTo>
                  <a:lnTo>
                    <a:pt x="4873938" y="0"/>
                  </a:lnTo>
                  <a:lnTo>
                    <a:pt x="4873082" y="0"/>
                  </a:lnTo>
                  <a:lnTo>
                    <a:pt x="4872227" y="0"/>
                  </a:lnTo>
                  <a:lnTo>
                    <a:pt x="4871371" y="0"/>
                  </a:lnTo>
                  <a:lnTo>
                    <a:pt x="4870516" y="0"/>
                  </a:lnTo>
                  <a:lnTo>
                    <a:pt x="4869660" y="0"/>
                  </a:lnTo>
                  <a:lnTo>
                    <a:pt x="4868805" y="0"/>
                  </a:lnTo>
                  <a:lnTo>
                    <a:pt x="4867949" y="0"/>
                  </a:lnTo>
                  <a:lnTo>
                    <a:pt x="4867094" y="0"/>
                  </a:lnTo>
                  <a:lnTo>
                    <a:pt x="4866238" y="0"/>
                  </a:lnTo>
                  <a:lnTo>
                    <a:pt x="4865383" y="0"/>
                  </a:lnTo>
                  <a:lnTo>
                    <a:pt x="4864527" y="0"/>
                  </a:lnTo>
                  <a:lnTo>
                    <a:pt x="4863672" y="0"/>
                  </a:lnTo>
                  <a:lnTo>
                    <a:pt x="4862816" y="0"/>
                  </a:lnTo>
                  <a:lnTo>
                    <a:pt x="4861961" y="0"/>
                  </a:lnTo>
                  <a:lnTo>
                    <a:pt x="4861105" y="0"/>
                  </a:lnTo>
                  <a:lnTo>
                    <a:pt x="4860250" y="0"/>
                  </a:lnTo>
                  <a:lnTo>
                    <a:pt x="4859394" y="0"/>
                  </a:lnTo>
                  <a:lnTo>
                    <a:pt x="4858538" y="0"/>
                  </a:lnTo>
                  <a:lnTo>
                    <a:pt x="4857683" y="0"/>
                  </a:lnTo>
                  <a:lnTo>
                    <a:pt x="4856827" y="0"/>
                  </a:lnTo>
                  <a:lnTo>
                    <a:pt x="4855972" y="0"/>
                  </a:lnTo>
                  <a:lnTo>
                    <a:pt x="4855116" y="0"/>
                  </a:lnTo>
                  <a:lnTo>
                    <a:pt x="4854261" y="0"/>
                  </a:lnTo>
                  <a:lnTo>
                    <a:pt x="4853405" y="0"/>
                  </a:lnTo>
                  <a:lnTo>
                    <a:pt x="4852550" y="0"/>
                  </a:lnTo>
                  <a:lnTo>
                    <a:pt x="4851694" y="0"/>
                  </a:lnTo>
                  <a:lnTo>
                    <a:pt x="4850839" y="0"/>
                  </a:lnTo>
                  <a:lnTo>
                    <a:pt x="4849983" y="0"/>
                  </a:lnTo>
                  <a:lnTo>
                    <a:pt x="4849128" y="0"/>
                  </a:lnTo>
                  <a:lnTo>
                    <a:pt x="4848272" y="0"/>
                  </a:lnTo>
                  <a:lnTo>
                    <a:pt x="4847417" y="0"/>
                  </a:lnTo>
                  <a:lnTo>
                    <a:pt x="4846561" y="0"/>
                  </a:lnTo>
                  <a:lnTo>
                    <a:pt x="4845706" y="0"/>
                  </a:lnTo>
                  <a:lnTo>
                    <a:pt x="4844850" y="0"/>
                  </a:lnTo>
                  <a:lnTo>
                    <a:pt x="4843995" y="0"/>
                  </a:lnTo>
                  <a:lnTo>
                    <a:pt x="4843139" y="0"/>
                  </a:lnTo>
                  <a:lnTo>
                    <a:pt x="4842283" y="0"/>
                  </a:lnTo>
                  <a:lnTo>
                    <a:pt x="4841428" y="0"/>
                  </a:lnTo>
                  <a:lnTo>
                    <a:pt x="4840572" y="0"/>
                  </a:lnTo>
                  <a:lnTo>
                    <a:pt x="4839717" y="0"/>
                  </a:lnTo>
                  <a:lnTo>
                    <a:pt x="4838861" y="0"/>
                  </a:lnTo>
                  <a:lnTo>
                    <a:pt x="4838006" y="0"/>
                  </a:lnTo>
                  <a:lnTo>
                    <a:pt x="4837150" y="0"/>
                  </a:lnTo>
                  <a:lnTo>
                    <a:pt x="4836295" y="0"/>
                  </a:lnTo>
                  <a:lnTo>
                    <a:pt x="4835439" y="0"/>
                  </a:lnTo>
                  <a:lnTo>
                    <a:pt x="4834584" y="0"/>
                  </a:lnTo>
                  <a:lnTo>
                    <a:pt x="4833728" y="0"/>
                  </a:lnTo>
                  <a:lnTo>
                    <a:pt x="4832873" y="0"/>
                  </a:lnTo>
                  <a:lnTo>
                    <a:pt x="4832017" y="0"/>
                  </a:lnTo>
                  <a:lnTo>
                    <a:pt x="4831162" y="0"/>
                  </a:lnTo>
                  <a:lnTo>
                    <a:pt x="4830306" y="0"/>
                  </a:lnTo>
                  <a:lnTo>
                    <a:pt x="4829451" y="0"/>
                  </a:lnTo>
                  <a:lnTo>
                    <a:pt x="4828595" y="0"/>
                  </a:lnTo>
                  <a:lnTo>
                    <a:pt x="4827740" y="0"/>
                  </a:lnTo>
                  <a:lnTo>
                    <a:pt x="4826884" y="0"/>
                  </a:lnTo>
                  <a:lnTo>
                    <a:pt x="4826028" y="0"/>
                  </a:lnTo>
                  <a:lnTo>
                    <a:pt x="4825173" y="0"/>
                  </a:lnTo>
                  <a:lnTo>
                    <a:pt x="4824317" y="0"/>
                  </a:lnTo>
                  <a:lnTo>
                    <a:pt x="4823462" y="0"/>
                  </a:lnTo>
                  <a:lnTo>
                    <a:pt x="4822606" y="0"/>
                  </a:lnTo>
                  <a:lnTo>
                    <a:pt x="4821751" y="0"/>
                  </a:lnTo>
                  <a:lnTo>
                    <a:pt x="4820895" y="0"/>
                  </a:lnTo>
                  <a:lnTo>
                    <a:pt x="4820040" y="0"/>
                  </a:lnTo>
                  <a:lnTo>
                    <a:pt x="4819184" y="0"/>
                  </a:lnTo>
                  <a:lnTo>
                    <a:pt x="4818329" y="0"/>
                  </a:lnTo>
                  <a:lnTo>
                    <a:pt x="4817473" y="0"/>
                  </a:lnTo>
                  <a:lnTo>
                    <a:pt x="4816618" y="0"/>
                  </a:lnTo>
                  <a:lnTo>
                    <a:pt x="4815762" y="0"/>
                  </a:lnTo>
                  <a:lnTo>
                    <a:pt x="4814907" y="0"/>
                  </a:lnTo>
                  <a:lnTo>
                    <a:pt x="4814051" y="0"/>
                  </a:lnTo>
                  <a:lnTo>
                    <a:pt x="4813196" y="0"/>
                  </a:lnTo>
                  <a:lnTo>
                    <a:pt x="4812340" y="0"/>
                  </a:lnTo>
                  <a:lnTo>
                    <a:pt x="4811484" y="0"/>
                  </a:lnTo>
                  <a:lnTo>
                    <a:pt x="4810629" y="0"/>
                  </a:lnTo>
                  <a:lnTo>
                    <a:pt x="4809773" y="0"/>
                  </a:lnTo>
                  <a:lnTo>
                    <a:pt x="4808918" y="0"/>
                  </a:lnTo>
                  <a:lnTo>
                    <a:pt x="4808062" y="0"/>
                  </a:lnTo>
                  <a:lnTo>
                    <a:pt x="4807207" y="0"/>
                  </a:lnTo>
                  <a:lnTo>
                    <a:pt x="4806351" y="0"/>
                  </a:lnTo>
                  <a:lnTo>
                    <a:pt x="4805496" y="0"/>
                  </a:lnTo>
                  <a:lnTo>
                    <a:pt x="4804640" y="0"/>
                  </a:lnTo>
                  <a:lnTo>
                    <a:pt x="4803785" y="0"/>
                  </a:lnTo>
                  <a:lnTo>
                    <a:pt x="4802929" y="0"/>
                  </a:lnTo>
                  <a:lnTo>
                    <a:pt x="4802074" y="0"/>
                  </a:lnTo>
                  <a:lnTo>
                    <a:pt x="4801218" y="0"/>
                  </a:lnTo>
                  <a:lnTo>
                    <a:pt x="4800363" y="0"/>
                  </a:lnTo>
                  <a:lnTo>
                    <a:pt x="4799507" y="0"/>
                  </a:lnTo>
                  <a:lnTo>
                    <a:pt x="4798652" y="0"/>
                  </a:lnTo>
                  <a:lnTo>
                    <a:pt x="4797796" y="0"/>
                  </a:lnTo>
                  <a:lnTo>
                    <a:pt x="4796941" y="0"/>
                  </a:lnTo>
                  <a:lnTo>
                    <a:pt x="4796085" y="0"/>
                  </a:lnTo>
                  <a:lnTo>
                    <a:pt x="4795229" y="0"/>
                  </a:lnTo>
                  <a:lnTo>
                    <a:pt x="4794374" y="0"/>
                  </a:lnTo>
                  <a:lnTo>
                    <a:pt x="4793518" y="0"/>
                  </a:lnTo>
                  <a:lnTo>
                    <a:pt x="4792663" y="0"/>
                  </a:lnTo>
                  <a:lnTo>
                    <a:pt x="4791807" y="0"/>
                  </a:lnTo>
                  <a:lnTo>
                    <a:pt x="4790952" y="0"/>
                  </a:lnTo>
                  <a:lnTo>
                    <a:pt x="4790096" y="0"/>
                  </a:lnTo>
                  <a:lnTo>
                    <a:pt x="4789241" y="0"/>
                  </a:lnTo>
                  <a:lnTo>
                    <a:pt x="4788385" y="0"/>
                  </a:lnTo>
                  <a:lnTo>
                    <a:pt x="4787530" y="0"/>
                  </a:lnTo>
                  <a:lnTo>
                    <a:pt x="4786674" y="0"/>
                  </a:lnTo>
                  <a:lnTo>
                    <a:pt x="4785819" y="0"/>
                  </a:lnTo>
                  <a:lnTo>
                    <a:pt x="4784963" y="0"/>
                  </a:lnTo>
                  <a:lnTo>
                    <a:pt x="4784108" y="0"/>
                  </a:lnTo>
                  <a:lnTo>
                    <a:pt x="4783252" y="0"/>
                  </a:lnTo>
                  <a:lnTo>
                    <a:pt x="4782397" y="0"/>
                  </a:lnTo>
                  <a:lnTo>
                    <a:pt x="4781541" y="0"/>
                  </a:lnTo>
                  <a:lnTo>
                    <a:pt x="4780686" y="0"/>
                  </a:lnTo>
                  <a:lnTo>
                    <a:pt x="4779830" y="0"/>
                  </a:lnTo>
                  <a:lnTo>
                    <a:pt x="4778974" y="0"/>
                  </a:lnTo>
                  <a:lnTo>
                    <a:pt x="4778119" y="0"/>
                  </a:lnTo>
                  <a:lnTo>
                    <a:pt x="4777263" y="0"/>
                  </a:lnTo>
                  <a:lnTo>
                    <a:pt x="4776408" y="0"/>
                  </a:lnTo>
                  <a:lnTo>
                    <a:pt x="4775552" y="0"/>
                  </a:lnTo>
                  <a:lnTo>
                    <a:pt x="4774697" y="0"/>
                  </a:lnTo>
                  <a:lnTo>
                    <a:pt x="4773841" y="0"/>
                  </a:lnTo>
                  <a:lnTo>
                    <a:pt x="4772986" y="0"/>
                  </a:lnTo>
                  <a:lnTo>
                    <a:pt x="4772130" y="0"/>
                  </a:lnTo>
                  <a:lnTo>
                    <a:pt x="4771275" y="0"/>
                  </a:lnTo>
                  <a:lnTo>
                    <a:pt x="4770419" y="0"/>
                  </a:lnTo>
                  <a:lnTo>
                    <a:pt x="4769564" y="0"/>
                  </a:lnTo>
                  <a:lnTo>
                    <a:pt x="4768708" y="0"/>
                  </a:lnTo>
                  <a:lnTo>
                    <a:pt x="4767853" y="0"/>
                  </a:lnTo>
                  <a:lnTo>
                    <a:pt x="4766997" y="0"/>
                  </a:lnTo>
                  <a:lnTo>
                    <a:pt x="4766142" y="0"/>
                  </a:lnTo>
                  <a:lnTo>
                    <a:pt x="4765286" y="0"/>
                  </a:lnTo>
                  <a:lnTo>
                    <a:pt x="4764430" y="0"/>
                  </a:lnTo>
                  <a:lnTo>
                    <a:pt x="4763575" y="0"/>
                  </a:lnTo>
                  <a:lnTo>
                    <a:pt x="4762719" y="0"/>
                  </a:lnTo>
                  <a:lnTo>
                    <a:pt x="4761864" y="0"/>
                  </a:lnTo>
                  <a:lnTo>
                    <a:pt x="4761008" y="0"/>
                  </a:lnTo>
                  <a:lnTo>
                    <a:pt x="4760153" y="0"/>
                  </a:lnTo>
                  <a:lnTo>
                    <a:pt x="4759297" y="0"/>
                  </a:lnTo>
                  <a:lnTo>
                    <a:pt x="4758442" y="0"/>
                  </a:lnTo>
                  <a:lnTo>
                    <a:pt x="4757586" y="0"/>
                  </a:lnTo>
                  <a:lnTo>
                    <a:pt x="4756731" y="0"/>
                  </a:lnTo>
                  <a:lnTo>
                    <a:pt x="4755875" y="0"/>
                  </a:lnTo>
                  <a:lnTo>
                    <a:pt x="4755020" y="0"/>
                  </a:lnTo>
                  <a:lnTo>
                    <a:pt x="4754164" y="0"/>
                  </a:lnTo>
                  <a:lnTo>
                    <a:pt x="4753309" y="0"/>
                  </a:lnTo>
                  <a:lnTo>
                    <a:pt x="4752453" y="0"/>
                  </a:lnTo>
                  <a:lnTo>
                    <a:pt x="4751598" y="0"/>
                  </a:lnTo>
                  <a:lnTo>
                    <a:pt x="4750742" y="0"/>
                  </a:lnTo>
                  <a:lnTo>
                    <a:pt x="4749887" y="0"/>
                  </a:lnTo>
                  <a:lnTo>
                    <a:pt x="4749031" y="0"/>
                  </a:lnTo>
                  <a:lnTo>
                    <a:pt x="4748175" y="0"/>
                  </a:lnTo>
                  <a:lnTo>
                    <a:pt x="4747320" y="0"/>
                  </a:lnTo>
                  <a:lnTo>
                    <a:pt x="4746464" y="0"/>
                  </a:lnTo>
                  <a:lnTo>
                    <a:pt x="4745609" y="0"/>
                  </a:lnTo>
                  <a:lnTo>
                    <a:pt x="4744753" y="0"/>
                  </a:lnTo>
                  <a:lnTo>
                    <a:pt x="4743898" y="0"/>
                  </a:lnTo>
                  <a:lnTo>
                    <a:pt x="4743042" y="0"/>
                  </a:lnTo>
                  <a:lnTo>
                    <a:pt x="4742187" y="0"/>
                  </a:lnTo>
                  <a:lnTo>
                    <a:pt x="4741331" y="0"/>
                  </a:lnTo>
                  <a:lnTo>
                    <a:pt x="4740476" y="0"/>
                  </a:lnTo>
                  <a:lnTo>
                    <a:pt x="4739620" y="0"/>
                  </a:lnTo>
                  <a:lnTo>
                    <a:pt x="4738765" y="0"/>
                  </a:lnTo>
                  <a:lnTo>
                    <a:pt x="4737909" y="0"/>
                  </a:lnTo>
                  <a:lnTo>
                    <a:pt x="4737054" y="0"/>
                  </a:lnTo>
                  <a:lnTo>
                    <a:pt x="4736198" y="0"/>
                  </a:lnTo>
                  <a:lnTo>
                    <a:pt x="4735343" y="0"/>
                  </a:lnTo>
                  <a:lnTo>
                    <a:pt x="4734487" y="0"/>
                  </a:lnTo>
                  <a:lnTo>
                    <a:pt x="4733632" y="0"/>
                  </a:lnTo>
                  <a:lnTo>
                    <a:pt x="4732776" y="0"/>
                  </a:lnTo>
                  <a:lnTo>
                    <a:pt x="4731920" y="0"/>
                  </a:lnTo>
                  <a:lnTo>
                    <a:pt x="4731065" y="0"/>
                  </a:lnTo>
                  <a:lnTo>
                    <a:pt x="4730209" y="0"/>
                  </a:lnTo>
                  <a:lnTo>
                    <a:pt x="4729354" y="0"/>
                  </a:lnTo>
                  <a:lnTo>
                    <a:pt x="4728498" y="0"/>
                  </a:lnTo>
                  <a:lnTo>
                    <a:pt x="4727643" y="0"/>
                  </a:lnTo>
                  <a:lnTo>
                    <a:pt x="4726787" y="0"/>
                  </a:lnTo>
                  <a:lnTo>
                    <a:pt x="4725932" y="0"/>
                  </a:lnTo>
                  <a:lnTo>
                    <a:pt x="4725076" y="0"/>
                  </a:lnTo>
                  <a:lnTo>
                    <a:pt x="4724221" y="0"/>
                  </a:lnTo>
                  <a:lnTo>
                    <a:pt x="4723365" y="0"/>
                  </a:lnTo>
                  <a:lnTo>
                    <a:pt x="4722510" y="0"/>
                  </a:lnTo>
                  <a:lnTo>
                    <a:pt x="4721654" y="0"/>
                  </a:lnTo>
                  <a:lnTo>
                    <a:pt x="4720799" y="0"/>
                  </a:lnTo>
                  <a:lnTo>
                    <a:pt x="4719943" y="0"/>
                  </a:lnTo>
                  <a:lnTo>
                    <a:pt x="4719088" y="0"/>
                  </a:lnTo>
                  <a:lnTo>
                    <a:pt x="4718232" y="0"/>
                  </a:lnTo>
                  <a:lnTo>
                    <a:pt x="4717376" y="0"/>
                  </a:lnTo>
                  <a:lnTo>
                    <a:pt x="4716521" y="0"/>
                  </a:lnTo>
                  <a:lnTo>
                    <a:pt x="4715665" y="0"/>
                  </a:lnTo>
                  <a:lnTo>
                    <a:pt x="4714810" y="0"/>
                  </a:lnTo>
                  <a:lnTo>
                    <a:pt x="4713954" y="0"/>
                  </a:lnTo>
                  <a:lnTo>
                    <a:pt x="4713099" y="0"/>
                  </a:lnTo>
                  <a:lnTo>
                    <a:pt x="4712243" y="0"/>
                  </a:lnTo>
                  <a:lnTo>
                    <a:pt x="4711388" y="0"/>
                  </a:lnTo>
                  <a:lnTo>
                    <a:pt x="4710532" y="0"/>
                  </a:lnTo>
                  <a:lnTo>
                    <a:pt x="4709677" y="0"/>
                  </a:lnTo>
                  <a:lnTo>
                    <a:pt x="4708821" y="0"/>
                  </a:lnTo>
                  <a:lnTo>
                    <a:pt x="4707966" y="0"/>
                  </a:lnTo>
                  <a:lnTo>
                    <a:pt x="4707110" y="0"/>
                  </a:lnTo>
                  <a:lnTo>
                    <a:pt x="4706255" y="0"/>
                  </a:lnTo>
                  <a:lnTo>
                    <a:pt x="4705399" y="0"/>
                  </a:lnTo>
                  <a:lnTo>
                    <a:pt x="4704544" y="0"/>
                  </a:lnTo>
                  <a:lnTo>
                    <a:pt x="4703688" y="0"/>
                  </a:lnTo>
                  <a:lnTo>
                    <a:pt x="4702833" y="0"/>
                  </a:lnTo>
                  <a:lnTo>
                    <a:pt x="4701977" y="0"/>
                  </a:lnTo>
                  <a:lnTo>
                    <a:pt x="4701121" y="0"/>
                  </a:lnTo>
                  <a:lnTo>
                    <a:pt x="4700266" y="0"/>
                  </a:lnTo>
                  <a:lnTo>
                    <a:pt x="4699410" y="0"/>
                  </a:lnTo>
                  <a:lnTo>
                    <a:pt x="4698555" y="0"/>
                  </a:lnTo>
                  <a:lnTo>
                    <a:pt x="4697699" y="0"/>
                  </a:lnTo>
                  <a:lnTo>
                    <a:pt x="4696844" y="0"/>
                  </a:lnTo>
                  <a:lnTo>
                    <a:pt x="4695988" y="0"/>
                  </a:lnTo>
                  <a:lnTo>
                    <a:pt x="4695133" y="0"/>
                  </a:lnTo>
                  <a:lnTo>
                    <a:pt x="4694277" y="0"/>
                  </a:lnTo>
                  <a:lnTo>
                    <a:pt x="4693422" y="0"/>
                  </a:lnTo>
                  <a:lnTo>
                    <a:pt x="4692566" y="0"/>
                  </a:lnTo>
                  <a:lnTo>
                    <a:pt x="4691711" y="0"/>
                  </a:lnTo>
                  <a:lnTo>
                    <a:pt x="4690855" y="0"/>
                  </a:lnTo>
                  <a:lnTo>
                    <a:pt x="4690000" y="0"/>
                  </a:lnTo>
                  <a:lnTo>
                    <a:pt x="4689144" y="0"/>
                  </a:lnTo>
                  <a:lnTo>
                    <a:pt x="4688289" y="0"/>
                  </a:lnTo>
                  <a:lnTo>
                    <a:pt x="4687433" y="0"/>
                  </a:lnTo>
                  <a:lnTo>
                    <a:pt x="4686578" y="0"/>
                  </a:lnTo>
                  <a:lnTo>
                    <a:pt x="4685722" y="0"/>
                  </a:lnTo>
                  <a:lnTo>
                    <a:pt x="4684866" y="0"/>
                  </a:lnTo>
                  <a:lnTo>
                    <a:pt x="4684011" y="0"/>
                  </a:lnTo>
                  <a:lnTo>
                    <a:pt x="4683155" y="0"/>
                  </a:lnTo>
                  <a:lnTo>
                    <a:pt x="4682300" y="0"/>
                  </a:lnTo>
                  <a:lnTo>
                    <a:pt x="4681444" y="0"/>
                  </a:lnTo>
                  <a:lnTo>
                    <a:pt x="4680589" y="0"/>
                  </a:lnTo>
                  <a:lnTo>
                    <a:pt x="4679733" y="0"/>
                  </a:lnTo>
                  <a:lnTo>
                    <a:pt x="4678878" y="0"/>
                  </a:lnTo>
                  <a:lnTo>
                    <a:pt x="4678022" y="0"/>
                  </a:lnTo>
                  <a:lnTo>
                    <a:pt x="4677167" y="0"/>
                  </a:lnTo>
                  <a:lnTo>
                    <a:pt x="4676311" y="0"/>
                  </a:lnTo>
                  <a:lnTo>
                    <a:pt x="4675456" y="0"/>
                  </a:lnTo>
                  <a:lnTo>
                    <a:pt x="4674600" y="0"/>
                  </a:lnTo>
                  <a:lnTo>
                    <a:pt x="4673745" y="0"/>
                  </a:lnTo>
                  <a:lnTo>
                    <a:pt x="4672889" y="0"/>
                  </a:lnTo>
                  <a:lnTo>
                    <a:pt x="4672034" y="0"/>
                  </a:lnTo>
                  <a:lnTo>
                    <a:pt x="4671178" y="0"/>
                  </a:lnTo>
                  <a:lnTo>
                    <a:pt x="4670322" y="0"/>
                  </a:lnTo>
                  <a:lnTo>
                    <a:pt x="4669467" y="0"/>
                  </a:lnTo>
                  <a:lnTo>
                    <a:pt x="4668611" y="0"/>
                  </a:lnTo>
                  <a:lnTo>
                    <a:pt x="4667756" y="0"/>
                  </a:lnTo>
                  <a:lnTo>
                    <a:pt x="4666900" y="0"/>
                  </a:lnTo>
                  <a:lnTo>
                    <a:pt x="4666045" y="0"/>
                  </a:lnTo>
                  <a:lnTo>
                    <a:pt x="4665189" y="0"/>
                  </a:lnTo>
                  <a:lnTo>
                    <a:pt x="4664334" y="0"/>
                  </a:lnTo>
                  <a:lnTo>
                    <a:pt x="4663478" y="0"/>
                  </a:lnTo>
                  <a:lnTo>
                    <a:pt x="4662623" y="0"/>
                  </a:lnTo>
                  <a:lnTo>
                    <a:pt x="4661767" y="0"/>
                  </a:lnTo>
                  <a:lnTo>
                    <a:pt x="4660912" y="0"/>
                  </a:lnTo>
                  <a:lnTo>
                    <a:pt x="4660056" y="0"/>
                  </a:lnTo>
                  <a:lnTo>
                    <a:pt x="4659201" y="0"/>
                  </a:lnTo>
                  <a:lnTo>
                    <a:pt x="4658345" y="0"/>
                  </a:lnTo>
                  <a:lnTo>
                    <a:pt x="4657490" y="0"/>
                  </a:lnTo>
                  <a:lnTo>
                    <a:pt x="4656634" y="0"/>
                  </a:lnTo>
                  <a:lnTo>
                    <a:pt x="4655779" y="0"/>
                  </a:lnTo>
                  <a:lnTo>
                    <a:pt x="4654923" y="0"/>
                  </a:lnTo>
                  <a:lnTo>
                    <a:pt x="4654067" y="0"/>
                  </a:lnTo>
                  <a:lnTo>
                    <a:pt x="4653212" y="0"/>
                  </a:lnTo>
                  <a:lnTo>
                    <a:pt x="4652356" y="0"/>
                  </a:lnTo>
                  <a:lnTo>
                    <a:pt x="4651501" y="0"/>
                  </a:lnTo>
                  <a:lnTo>
                    <a:pt x="4650645" y="0"/>
                  </a:lnTo>
                  <a:lnTo>
                    <a:pt x="4649790" y="0"/>
                  </a:lnTo>
                  <a:lnTo>
                    <a:pt x="4648934" y="0"/>
                  </a:lnTo>
                  <a:lnTo>
                    <a:pt x="4648079" y="0"/>
                  </a:lnTo>
                  <a:lnTo>
                    <a:pt x="4647223" y="0"/>
                  </a:lnTo>
                  <a:lnTo>
                    <a:pt x="4646368" y="0"/>
                  </a:lnTo>
                  <a:lnTo>
                    <a:pt x="4645512" y="0"/>
                  </a:lnTo>
                  <a:lnTo>
                    <a:pt x="4644657" y="0"/>
                  </a:lnTo>
                  <a:lnTo>
                    <a:pt x="4643801" y="0"/>
                  </a:lnTo>
                  <a:lnTo>
                    <a:pt x="4642946" y="0"/>
                  </a:lnTo>
                  <a:lnTo>
                    <a:pt x="4642090" y="0"/>
                  </a:lnTo>
                  <a:lnTo>
                    <a:pt x="4641235" y="0"/>
                  </a:lnTo>
                  <a:lnTo>
                    <a:pt x="4640379" y="0"/>
                  </a:lnTo>
                  <a:lnTo>
                    <a:pt x="4639524" y="0"/>
                  </a:lnTo>
                  <a:lnTo>
                    <a:pt x="4638668" y="0"/>
                  </a:lnTo>
                  <a:lnTo>
                    <a:pt x="4637812" y="0"/>
                  </a:lnTo>
                  <a:lnTo>
                    <a:pt x="4636957" y="0"/>
                  </a:lnTo>
                  <a:lnTo>
                    <a:pt x="4636101" y="0"/>
                  </a:lnTo>
                  <a:lnTo>
                    <a:pt x="4635246" y="0"/>
                  </a:lnTo>
                  <a:lnTo>
                    <a:pt x="4634390" y="0"/>
                  </a:lnTo>
                  <a:lnTo>
                    <a:pt x="4633535" y="0"/>
                  </a:lnTo>
                  <a:lnTo>
                    <a:pt x="4632679" y="0"/>
                  </a:lnTo>
                  <a:lnTo>
                    <a:pt x="4631824" y="0"/>
                  </a:lnTo>
                  <a:lnTo>
                    <a:pt x="4630968" y="0"/>
                  </a:lnTo>
                  <a:lnTo>
                    <a:pt x="4630113" y="0"/>
                  </a:lnTo>
                  <a:lnTo>
                    <a:pt x="4629257" y="0"/>
                  </a:lnTo>
                  <a:lnTo>
                    <a:pt x="4628402" y="0"/>
                  </a:lnTo>
                  <a:lnTo>
                    <a:pt x="4627546" y="0"/>
                  </a:lnTo>
                  <a:lnTo>
                    <a:pt x="4626691" y="0"/>
                  </a:lnTo>
                  <a:lnTo>
                    <a:pt x="4625835" y="0"/>
                  </a:lnTo>
                  <a:lnTo>
                    <a:pt x="4624980" y="0"/>
                  </a:lnTo>
                  <a:lnTo>
                    <a:pt x="4624124" y="0"/>
                  </a:lnTo>
                  <a:lnTo>
                    <a:pt x="4623269" y="0"/>
                  </a:lnTo>
                  <a:lnTo>
                    <a:pt x="4622413" y="0"/>
                  </a:lnTo>
                  <a:lnTo>
                    <a:pt x="4621557" y="0"/>
                  </a:lnTo>
                  <a:lnTo>
                    <a:pt x="4620702" y="0"/>
                  </a:lnTo>
                  <a:lnTo>
                    <a:pt x="4619846" y="0"/>
                  </a:lnTo>
                  <a:lnTo>
                    <a:pt x="4618991" y="0"/>
                  </a:lnTo>
                  <a:lnTo>
                    <a:pt x="4618135" y="0"/>
                  </a:lnTo>
                  <a:lnTo>
                    <a:pt x="4617280" y="0"/>
                  </a:lnTo>
                  <a:lnTo>
                    <a:pt x="4616424" y="0"/>
                  </a:lnTo>
                  <a:lnTo>
                    <a:pt x="4615569" y="0"/>
                  </a:lnTo>
                  <a:lnTo>
                    <a:pt x="4614713" y="0"/>
                  </a:lnTo>
                  <a:lnTo>
                    <a:pt x="4613858" y="0"/>
                  </a:lnTo>
                  <a:lnTo>
                    <a:pt x="4613002" y="0"/>
                  </a:lnTo>
                  <a:lnTo>
                    <a:pt x="4612147" y="0"/>
                  </a:lnTo>
                  <a:lnTo>
                    <a:pt x="4611291" y="0"/>
                  </a:lnTo>
                  <a:lnTo>
                    <a:pt x="4610436" y="0"/>
                  </a:lnTo>
                  <a:lnTo>
                    <a:pt x="4609580" y="0"/>
                  </a:lnTo>
                  <a:lnTo>
                    <a:pt x="4608725" y="0"/>
                  </a:lnTo>
                  <a:lnTo>
                    <a:pt x="4607869" y="0"/>
                  </a:lnTo>
                  <a:lnTo>
                    <a:pt x="4607013" y="0"/>
                  </a:lnTo>
                  <a:lnTo>
                    <a:pt x="4606158" y="0"/>
                  </a:lnTo>
                  <a:lnTo>
                    <a:pt x="4605302" y="0"/>
                  </a:lnTo>
                  <a:lnTo>
                    <a:pt x="4604447" y="0"/>
                  </a:lnTo>
                  <a:lnTo>
                    <a:pt x="4603591" y="0"/>
                  </a:lnTo>
                  <a:lnTo>
                    <a:pt x="4602736" y="0"/>
                  </a:lnTo>
                  <a:lnTo>
                    <a:pt x="4601880" y="0"/>
                  </a:lnTo>
                  <a:lnTo>
                    <a:pt x="4601025" y="0"/>
                  </a:lnTo>
                  <a:lnTo>
                    <a:pt x="4600169" y="0"/>
                  </a:lnTo>
                  <a:lnTo>
                    <a:pt x="4599314" y="0"/>
                  </a:lnTo>
                  <a:lnTo>
                    <a:pt x="4598458" y="0"/>
                  </a:lnTo>
                  <a:lnTo>
                    <a:pt x="4597603" y="0"/>
                  </a:lnTo>
                  <a:lnTo>
                    <a:pt x="4596747" y="0"/>
                  </a:lnTo>
                  <a:lnTo>
                    <a:pt x="4595892" y="0"/>
                  </a:lnTo>
                  <a:lnTo>
                    <a:pt x="4595036" y="0"/>
                  </a:lnTo>
                  <a:lnTo>
                    <a:pt x="4594181" y="0"/>
                  </a:lnTo>
                  <a:lnTo>
                    <a:pt x="4593325" y="0"/>
                  </a:lnTo>
                  <a:lnTo>
                    <a:pt x="4592470" y="0"/>
                  </a:lnTo>
                  <a:lnTo>
                    <a:pt x="4591614" y="0"/>
                  </a:lnTo>
                  <a:lnTo>
                    <a:pt x="4590758" y="0"/>
                  </a:lnTo>
                  <a:lnTo>
                    <a:pt x="4589903" y="0"/>
                  </a:lnTo>
                  <a:lnTo>
                    <a:pt x="4589047" y="0"/>
                  </a:lnTo>
                  <a:lnTo>
                    <a:pt x="4588192" y="0"/>
                  </a:lnTo>
                  <a:lnTo>
                    <a:pt x="4587336" y="0"/>
                  </a:lnTo>
                  <a:lnTo>
                    <a:pt x="4586481" y="0"/>
                  </a:lnTo>
                  <a:lnTo>
                    <a:pt x="4585625" y="0"/>
                  </a:lnTo>
                  <a:lnTo>
                    <a:pt x="4584770" y="0"/>
                  </a:lnTo>
                  <a:lnTo>
                    <a:pt x="4583914" y="0"/>
                  </a:lnTo>
                  <a:lnTo>
                    <a:pt x="4583059" y="0"/>
                  </a:lnTo>
                  <a:lnTo>
                    <a:pt x="4582203" y="0"/>
                  </a:lnTo>
                  <a:lnTo>
                    <a:pt x="4581348" y="0"/>
                  </a:lnTo>
                  <a:lnTo>
                    <a:pt x="4580492" y="0"/>
                  </a:lnTo>
                  <a:lnTo>
                    <a:pt x="4579637" y="0"/>
                  </a:lnTo>
                  <a:lnTo>
                    <a:pt x="4578781" y="0"/>
                  </a:lnTo>
                  <a:lnTo>
                    <a:pt x="4577926" y="0"/>
                  </a:lnTo>
                  <a:lnTo>
                    <a:pt x="4577070" y="0"/>
                  </a:lnTo>
                  <a:lnTo>
                    <a:pt x="4576215" y="0"/>
                  </a:lnTo>
                  <a:lnTo>
                    <a:pt x="4575359" y="0"/>
                  </a:lnTo>
                  <a:lnTo>
                    <a:pt x="4574503" y="0"/>
                  </a:lnTo>
                  <a:lnTo>
                    <a:pt x="4573648" y="0"/>
                  </a:lnTo>
                  <a:lnTo>
                    <a:pt x="4572792" y="0"/>
                  </a:lnTo>
                  <a:lnTo>
                    <a:pt x="4571937" y="0"/>
                  </a:lnTo>
                  <a:lnTo>
                    <a:pt x="4571081" y="0"/>
                  </a:lnTo>
                  <a:lnTo>
                    <a:pt x="4570226" y="0"/>
                  </a:lnTo>
                  <a:lnTo>
                    <a:pt x="4569370" y="0"/>
                  </a:lnTo>
                  <a:lnTo>
                    <a:pt x="4568515" y="0"/>
                  </a:lnTo>
                  <a:lnTo>
                    <a:pt x="4567659" y="0"/>
                  </a:lnTo>
                  <a:lnTo>
                    <a:pt x="4566804" y="0"/>
                  </a:lnTo>
                  <a:lnTo>
                    <a:pt x="4565948" y="0"/>
                  </a:lnTo>
                  <a:lnTo>
                    <a:pt x="4565093" y="0"/>
                  </a:lnTo>
                  <a:lnTo>
                    <a:pt x="4564237" y="0"/>
                  </a:lnTo>
                  <a:lnTo>
                    <a:pt x="4563382" y="0"/>
                  </a:lnTo>
                  <a:lnTo>
                    <a:pt x="4562526" y="0"/>
                  </a:lnTo>
                  <a:lnTo>
                    <a:pt x="4561671" y="0"/>
                  </a:lnTo>
                  <a:lnTo>
                    <a:pt x="4560815" y="0"/>
                  </a:lnTo>
                  <a:lnTo>
                    <a:pt x="4559959" y="0"/>
                  </a:lnTo>
                  <a:lnTo>
                    <a:pt x="4559104" y="0"/>
                  </a:lnTo>
                  <a:lnTo>
                    <a:pt x="4558248" y="0"/>
                  </a:lnTo>
                  <a:lnTo>
                    <a:pt x="4557393" y="0"/>
                  </a:lnTo>
                  <a:lnTo>
                    <a:pt x="4556537" y="0"/>
                  </a:lnTo>
                  <a:lnTo>
                    <a:pt x="4555682" y="0"/>
                  </a:lnTo>
                  <a:lnTo>
                    <a:pt x="4554826" y="0"/>
                  </a:lnTo>
                  <a:lnTo>
                    <a:pt x="4553971" y="0"/>
                  </a:lnTo>
                  <a:lnTo>
                    <a:pt x="4553115" y="0"/>
                  </a:lnTo>
                  <a:lnTo>
                    <a:pt x="4552260" y="0"/>
                  </a:lnTo>
                  <a:lnTo>
                    <a:pt x="4551404" y="0"/>
                  </a:lnTo>
                  <a:lnTo>
                    <a:pt x="4550549" y="0"/>
                  </a:lnTo>
                  <a:lnTo>
                    <a:pt x="4549693" y="0"/>
                  </a:lnTo>
                  <a:lnTo>
                    <a:pt x="4548838" y="0"/>
                  </a:lnTo>
                  <a:lnTo>
                    <a:pt x="4547982" y="0"/>
                  </a:lnTo>
                  <a:lnTo>
                    <a:pt x="4547127" y="0"/>
                  </a:lnTo>
                  <a:lnTo>
                    <a:pt x="4546271" y="0"/>
                  </a:lnTo>
                  <a:lnTo>
                    <a:pt x="4545416" y="0"/>
                  </a:lnTo>
                  <a:lnTo>
                    <a:pt x="4544560" y="0"/>
                  </a:lnTo>
                  <a:lnTo>
                    <a:pt x="4543704" y="0"/>
                  </a:lnTo>
                  <a:lnTo>
                    <a:pt x="4542849" y="0"/>
                  </a:lnTo>
                  <a:lnTo>
                    <a:pt x="4541993" y="0"/>
                  </a:lnTo>
                  <a:lnTo>
                    <a:pt x="4541138" y="0"/>
                  </a:lnTo>
                  <a:lnTo>
                    <a:pt x="4540282" y="0"/>
                  </a:lnTo>
                  <a:lnTo>
                    <a:pt x="4539427" y="0"/>
                  </a:lnTo>
                  <a:lnTo>
                    <a:pt x="4538571" y="0"/>
                  </a:lnTo>
                  <a:lnTo>
                    <a:pt x="4537716" y="0"/>
                  </a:lnTo>
                  <a:lnTo>
                    <a:pt x="4536860" y="0"/>
                  </a:lnTo>
                  <a:lnTo>
                    <a:pt x="4536005" y="0"/>
                  </a:lnTo>
                  <a:lnTo>
                    <a:pt x="4535149" y="0"/>
                  </a:lnTo>
                  <a:lnTo>
                    <a:pt x="4534294" y="0"/>
                  </a:lnTo>
                  <a:lnTo>
                    <a:pt x="4533438" y="0"/>
                  </a:lnTo>
                  <a:lnTo>
                    <a:pt x="4532583" y="0"/>
                  </a:lnTo>
                  <a:lnTo>
                    <a:pt x="4531727" y="0"/>
                  </a:lnTo>
                  <a:lnTo>
                    <a:pt x="4530872" y="0"/>
                  </a:lnTo>
                  <a:lnTo>
                    <a:pt x="4530016" y="0"/>
                  </a:lnTo>
                  <a:lnTo>
                    <a:pt x="4529161" y="0"/>
                  </a:lnTo>
                  <a:lnTo>
                    <a:pt x="4528305" y="0"/>
                  </a:lnTo>
                  <a:lnTo>
                    <a:pt x="4527449" y="0"/>
                  </a:lnTo>
                  <a:lnTo>
                    <a:pt x="4526594" y="0"/>
                  </a:lnTo>
                  <a:lnTo>
                    <a:pt x="4525738" y="0"/>
                  </a:lnTo>
                  <a:lnTo>
                    <a:pt x="4524883" y="0"/>
                  </a:lnTo>
                  <a:lnTo>
                    <a:pt x="4524027" y="0"/>
                  </a:lnTo>
                  <a:lnTo>
                    <a:pt x="4523172" y="0"/>
                  </a:lnTo>
                  <a:lnTo>
                    <a:pt x="4522316" y="0"/>
                  </a:lnTo>
                  <a:lnTo>
                    <a:pt x="4521461" y="0"/>
                  </a:lnTo>
                  <a:lnTo>
                    <a:pt x="4520605" y="0"/>
                  </a:lnTo>
                  <a:lnTo>
                    <a:pt x="4519750" y="0"/>
                  </a:lnTo>
                  <a:lnTo>
                    <a:pt x="4518894" y="0"/>
                  </a:lnTo>
                  <a:lnTo>
                    <a:pt x="4518039" y="0"/>
                  </a:lnTo>
                  <a:lnTo>
                    <a:pt x="4517183" y="0"/>
                  </a:lnTo>
                  <a:lnTo>
                    <a:pt x="4516328" y="0"/>
                  </a:lnTo>
                  <a:lnTo>
                    <a:pt x="4515472" y="0"/>
                  </a:lnTo>
                  <a:lnTo>
                    <a:pt x="4514617" y="0"/>
                  </a:lnTo>
                  <a:lnTo>
                    <a:pt x="4513761" y="0"/>
                  </a:lnTo>
                  <a:lnTo>
                    <a:pt x="4512905" y="0"/>
                  </a:lnTo>
                  <a:lnTo>
                    <a:pt x="4512050" y="0"/>
                  </a:lnTo>
                  <a:lnTo>
                    <a:pt x="4511194" y="0"/>
                  </a:lnTo>
                  <a:lnTo>
                    <a:pt x="4510339" y="0"/>
                  </a:lnTo>
                  <a:lnTo>
                    <a:pt x="4509483" y="0"/>
                  </a:lnTo>
                  <a:lnTo>
                    <a:pt x="4508628" y="0"/>
                  </a:lnTo>
                  <a:lnTo>
                    <a:pt x="4507772" y="0"/>
                  </a:lnTo>
                  <a:lnTo>
                    <a:pt x="4506917" y="0"/>
                  </a:lnTo>
                  <a:lnTo>
                    <a:pt x="4506061" y="0"/>
                  </a:lnTo>
                  <a:lnTo>
                    <a:pt x="4505206" y="0"/>
                  </a:lnTo>
                  <a:lnTo>
                    <a:pt x="4504350" y="0"/>
                  </a:lnTo>
                  <a:lnTo>
                    <a:pt x="4503495" y="0"/>
                  </a:lnTo>
                  <a:lnTo>
                    <a:pt x="4502639" y="0"/>
                  </a:lnTo>
                  <a:lnTo>
                    <a:pt x="4501784" y="0"/>
                  </a:lnTo>
                  <a:lnTo>
                    <a:pt x="4500928" y="0"/>
                  </a:lnTo>
                  <a:lnTo>
                    <a:pt x="4500073" y="0"/>
                  </a:lnTo>
                  <a:lnTo>
                    <a:pt x="4499217" y="0"/>
                  </a:lnTo>
                  <a:lnTo>
                    <a:pt x="4498362" y="0"/>
                  </a:lnTo>
                  <a:lnTo>
                    <a:pt x="4497506" y="0"/>
                  </a:lnTo>
                  <a:lnTo>
                    <a:pt x="4496650" y="0"/>
                  </a:lnTo>
                  <a:lnTo>
                    <a:pt x="4495795" y="0"/>
                  </a:lnTo>
                  <a:lnTo>
                    <a:pt x="4494939" y="0"/>
                  </a:lnTo>
                  <a:lnTo>
                    <a:pt x="4494084" y="0"/>
                  </a:lnTo>
                  <a:lnTo>
                    <a:pt x="4493228" y="0"/>
                  </a:lnTo>
                  <a:lnTo>
                    <a:pt x="4492373" y="0"/>
                  </a:lnTo>
                  <a:lnTo>
                    <a:pt x="4491517" y="0"/>
                  </a:lnTo>
                  <a:lnTo>
                    <a:pt x="4490662" y="0"/>
                  </a:lnTo>
                  <a:lnTo>
                    <a:pt x="4489806" y="0"/>
                  </a:lnTo>
                  <a:lnTo>
                    <a:pt x="4488951" y="0"/>
                  </a:lnTo>
                  <a:lnTo>
                    <a:pt x="4488095" y="0"/>
                  </a:lnTo>
                  <a:lnTo>
                    <a:pt x="4487240" y="0"/>
                  </a:lnTo>
                  <a:lnTo>
                    <a:pt x="4486384" y="0"/>
                  </a:lnTo>
                  <a:lnTo>
                    <a:pt x="4485529" y="0"/>
                  </a:lnTo>
                  <a:lnTo>
                    <a:pt x="4484673" y="0"/>
                  </a:lnTo>
                  <a:lnTo>
                    <a:pt x="4483818" y="0"/>
                  </a:lnTo>
                  <a:lnTo>
                    <a:pt x="4482962" y="0"/>
                  </a:lnTo>
                  <a:lnTo>
                    <a:pt x="4482107" y="0"/>
                  </a:lnTo>
                  <a:lnTo>
                    <a:pt x="4481251" y="0"/>
                  </a:lnTo>
                  <a:lnTo>
                    <a:pt x="4480395" y="0"/>
                  </a:lnTo>
                  <a:lnTo>
                    <a:pt x="4479540" y="0"/>
                  </a:lnTo>
                  <a:lnTo>
                    <a:pt x="4478684" y="0"/>
                  </a:lnTo>
                  <a:lnTo>
                    <a:pt x="4477829" y="0"/>
                  </a:lnTo>
                  <a:lnTo>
                    <a:pt x="4476973" y="0"/>
                  </a:lnTo>
                  <a:lnTo>
                    <a:pt x="4476118" y="0"/>
                  </a:lnTo>
                  <a:lnTo>
                    <a:pt x="4475262" y="0"/>
                  </a:lnTo>
                  <a:lnTo>
                    <a:pt x="4474407" y="0"/>
                  </a:lnTo>
                  <a:lnTo>
                    <a:pt x="4473551" y="0"/>
                  </a:lnTo>
                  <a:lnTo>
                    <a:pt x="4472696" y="0"/>
                  </a:lnTo>
                  <a:lnTo>
                    <a:pt x="4471840" y="0"/>
                  </a:lnTo>
                  <a:lnTo>
                    <a:pt x="4470985" y="0"/>
                  </a:lnTo>
                  <a:lnTo>
                    <a:pt x="4470129" y="0"/>
                  </a:lnTo>
                  <a:lnTo>
                    <a:pt x="4469274" y="0"/>
                  </a:lnTo>
                  <a:lnTo>
                    <a:pt x="4468418" y="0"/>
                  </a:lnTo>
                  <a:lnTo>
                    <a:pt x="4467563" y="0"/>
                  </a:lnTo>
                  <a:lnTo>
                    <a:pt x="4466707" y="0"/>
                  </a:lnTo>
                  <a:lnTo>
                    <a:pt x="4465851" y="0"/>
                  </a:lnTo>
                  <a:lnTo>
                    <a:pt x="4464996" y="0"/>
                  </a:lnTo>
                  <a:lnTo>
                    <a:pt x="4464140" y="0"/>
                  </a:lnTo>
                  <a:lnTo>
                    <a:pt x="4463285" y="0"/>
                  </a:lnTo>
                  <a:lnTo>
                    <a:pt x="4462429" y="0"/>
                  </a:lnTo>
                  <a:lnTo>
                    <a:pt x="4461574" y="0"/>
                  </a:lnTo>
                  <a:lnTo>
                    <a:pt x="4460718" y="0"/>
                  </a:lnTo>
                  <a:lnTo>
                    <a:pt x="4459863" y="0"/>
                  </a:lnTo>
                  <a:lnTo>
                    <a:pt x="4459007" y="0"/>
                  </a:lnTo>
                  <a:lnTo>
                    <a:pt x="4458152" y="0"/>
                  </a:lnTo>
                  <a:lnTo>
                    <a:pt x="4457296" y="0"/>
                  </a:lnTo>
                  <a:lnTo>
                    <a:pt x="4456441" y="0"/>
                  </a:lnTo>
                  <a:lnTo>
                    <a:pt x="4455585" y="0"/>
                  </a:lnTo>
                  <a:lnTo>
                    <a:pt x="4454730" y="0"/>
                  </a:lnTo>
                  <a:lnTo>
                    <a:pt x="4453874" y="0"/>
                  </a:lnTo>
                  <a:lnTo>
                    <a:pt x="4453019" y="0"/>
                  </a:lnTo>
                  <a:lnTo>
                    <a:pt x="4452163" y="0"/>
                  </a:lnTo>
                  <a:lnTo>
                    <a:pt x="4451308" y="0"/>
                  </a:lnTo>
                  <a:lnTo>
                    <a:pt x="4450452" y="0"/>
                  </a:lnTo>
                  <a:lnTo>
                    <a:pt x="4449596" y="0"/>
                  </a:lnTo>
                  <a:lnTo>
                    <a:pt x="4448741" y="0"/>
                  </a:lnTo>
                  <a:lnTo>
                    <a:pt x="4447885" y="0"/>
                  </a:lnTo>
                  <a:lnTo>
                    <a:pt x="4447030" y="0"/>
                  </a:lnTo>
                  <a:lnTo>
                    <a:pt x="4446174" y="0"/>
                  </a:lnTo>
                  <a:lnTo>
                    <a:pt x="4445319" y="0"/>
                  </a:lnTo>
                  <a:lnTo>
                    <a:pt x="4444463" y="0"/>
                  </a:lnTo>
                  <a:lnTo>
                    <a:pt x="4443608" y="0"/>
                  </a:lnTo>
                  <a:lnTo>
                    <a:pt x="4442752" y="0"/>
                  </a:lnTo>
                  <a:lnTo>
                    <a:pt x="4441897" y="0"/>
                  </a:lnTo>
                  <a:lnTo>
                    <a:pt x="4441041" y="0"/>
                  </a:lnTo>
                  <a:lnTo>
                    <a:pt x="4440186" y="0"/>
                  </a:lnTo>
                  <a:lnTo>
                    <a:pt x="4439330" y="0"/>
                  </a:lnTo>
                  <a:lnTo>
                    <a:pt x="4438475" y="0"/>
                  </a:lnTo>
                  <a:lnTo>
                    <a:pt x="4437619" y="0"/>
                  </a:lnTo>
                  <a:lnTo>
                    <a:pt x="4436764" y="0"/>
                  </a:lnTo>
                  <a:lnTo>
                    <a:pt x="4435908" y="0"/>
                  </a:lnTo>
                  <a:lnTo>
                    <a:pt x="4435053" y="0"/>
                  </a:lnTo>
                  <a:lnTo>
                    <a:pt x="4434197" y="0"/>
                  </a:lnTo>
                  <a:lnTo>
                    <a:pt x="4433341" y="0"/>
                  </a:lnTo>
                  <a:lnTo>
                    <a:pt x="4432486" y="0"/>
                  </a:lnTo>
                  <a:lnTo>
                    <a:pt x="4431630" y="0"/>
                  </a:lnTo>
                  <a:lnTo>
                    <a:pt x="4430775" y="0"/>
                  </a:lnTo>
                  <a:lnTo>
                    <a:pt x="4429919" y="0"/>
                  </a:lnTo>
                  <a:lnTo>
                    <a:pt x="4429064" y="0"/>
                  </a:lnTo>
                  <a:lnTo>
                    <a:pt x="4428208" y="0"/>
                  </a:lnTo>
                  <a:lnTo>
                    <a:pt x="4427353" y="0"/>
                  </a:lnTo>
                  <a:lnTo>
                    <a:pt x="4426497" y="0"/>
                  </a:lnTo>
                  <a:lnTo>
                    <a:pt x="4425642" y="0"/>
                  </a:lnTo>
                  <a:lnTo>
                    <a:pt x="4424786" y="0"/>
                  </a:lnTo>
                  <a:lnTo>
                    <a:pt x="4423931" y="0"/>
                  </a:lnTo>
                  <a:lnTo>
                    <a:pt x="4423075" y="0"/>
                  </a:lnTo>
                  <a:lnTo>
                    <a:pt x="4422220" y="0"/>
                  </a:lnTo>
                  <a:lnTo>
                    <a:pt x="4421364" y="0"/>
                  </a:lnTo>
                  <a:lnTo>
                    <a:pt x="4420509" y="0"/>
                  </a:lnTo>
                  <a:lnTo>
                    <a:pt x="4419653" y="0"/>
                  </a:lnTo>
                  <a:lnTo>
                    <a:pt x="4418798" y="0"/>
                  </a:lnTo>
                  <a:lnTo>
                    <a:pt x="4417942" y="0"/>
                  </a:lnTo>
                  <a:lnTo>
                    <a:pt x="4417086" y="0"/>
                  </a:lnTo>
                  <a:lnTo>
                    <a:pt x="4416231" y="0"/>
                  </a:lnTo>
                  <a:lnTo>
                    <a:pt x="4415375" y="0"/>
                  </a:lnTo>
                  <a:lnTo>
                    <a:pt x="4414520" y="0"/>
                  </a:lnTo>
                  <a:lnTo>
                    <a:pt x="4413664" y="0"/>
                  </a:lnTo>
                  <a:lnTo>
                    <a:pt x="4412809" y="0"/>
                  </a:lnTo>
                  <a:lnTo>
                    <a:pt x="4411953" y="0"/>
                  </a:lnTo>
                  <a:lnTo>
                    <a:pt x="4411098" y="0"/>
                  </a:lnTo>
                  <a:lnTo>
                    <a:pt x="4410242" y="0"/>
                  </a:lnTo>
                  <a:lnTo>
                    <a:pt x="4409387" y="0"/>
                  </a:lnTo>
                  <a:lnTo>
                    <a:pt x="4408531" y="0"/>
                  </a:lnTo>
                  <a:lnTo>
                    <a:pt x="4407676" y="0"/>
                  </a:lnTo>
                  <a:lnTo>
                    <a:pt x="4406820" y="0"/>
                  </a:lnTo>
                  <a:lnTo>
                    <a:pt x="4405965" y="0"/>
                  </a:lnTo>
                  <a:lnTo>
                    <a:pt x="4405109" y="0"/>
                  </a:lnTo>
                  <a:lnTo>
                    <a:pt x="4404254" y="0"/>
                  </a:lnTo>
                  <a:lnTo>
                    <a:pt x="4403398" y="0"/>
                  </a:lnTo>
                  <a:lnTo>
                    <a:pt x="4402542" y="0"/>
                  </a:lnTo>
                  <a:lnTo>
                    <a:pt x="4401687" y="0"/>
                  </a:lnTo>
                  <a:lnTo>
                    <a:pt x="4400831" y="0"/>
                  </a:lnTo>
                  <a:lnTo>
                    <a:pt x="4399976" y="0"/>
                  </a:lnTo>
                  <a:lnTo>
                    <a:pt x="4399120" y="0"/>
                  </a:lnTo>
                  <a:lnTo>
                    <a:pt x="4398265" y="0"/>
                  </a:lnTo>
                  <a:lnTo>
                    <a:pt x="4397409" y="0"/>
                  </a:lnTo>
                  <a:lnTo>
                    <a:pt x="4396554" y="0"/>
                  </a:lnTo>
                  <a:lnTo>
                    <a:pt x="4395698" y="0"/>
                  </a:lnTo>
                  <a:lnTo>
                    <a:pt x="4394843" y="0"/>
                  </a:lnTo>
                  <a:lnTo>
                    <a:pt x="4393987" y="0"/>
                  </a:lnTo>
                  <a:lnTo>
                    <a:pt x="4393132" y="0"/>
                  </a:lnTo>
                  <a:lnTo>
                    <a:pt x="4392276" y="0"/>
                  </a:lnTo>
                  <a:lnTo>
                    <a:pt x="4391421" y="0"/>
                  </a:lnTo>
                  <a:lnTo>
                    <a:pt x="4390565" y="0"/>
                  </a:lnTo>
                  <a:lnTo>
                    <a:pt x="4389710" y="0"/>
                  </a:lnTo>
                  <a:lnTo>
                    <a:pt x="4388854" y="0"/>
                  </a:lnTo>
                  <a:lnTo>
                    <a:pt x="4387999" y="0"/>
                  </a:lnTo>
                  <a:lnTo>
                    <a:pt x="4387143" y="0"/>
                  </a:lnTo>
                  <a:lnTo>
                    <a:pt x="4386287" y="0"/>
                  </a:lnTo>
                  <a:lnTo>
                    <a:pt x="4385432" y="0"/>
                  </a:lnTo>
                  <a:lnTo>
                    <a:pt x="4384576" y="0"/>
                  </a:lnTo>
                  <a:lnTo>
                    <a:pt x="4383721" y="0"/>
                  </a:lnTo>
                  <a:lnTo>
                    <a:pt x="4382865" y="0"/>
                  </a:lnTo>
                  <a:lnTo>
                    <a:pt x="4382010" y="0"/>
                  </a:lnTo>
                  <a:lnTo>
                    <a:pt x="4381154" y="0"/>
                  </a:lnTo>
                  <a:lnTo>
                    <a:pt x="4380299" y="0"/>
                  </a:lnTo>
                  <a:lnTo>
                    <a:pt x="4379443" y="0"/>
                  </a:lnTo>
                  <a:lnTo>
                    <a:pt x="4378588" y="0"/>
                  </a:lnTo>
                  <a:lnTo>
                    <a:pt x="4377732" y="0"/>
                  </a:lnTo>
                  <a:lnTo>
                    <a:pt x="4376877" y="0"/>
                  </a:lnTo>
                  <a:lnTo>
                    <a:pt x="4376021" y="0"/>
                  </a:lnTo>
                  <a:lnTo>
                    <a:pt x="4375166" y="0"/>
                  </a:lnTo>
                  <a:lnTo>
                    <a:pt x="4374310" y="0"/>
                  </a:lnTo>
                  <a:lnTo>
                    <a:pt x="4373455" y="0"/>
                  </a:lnTo>
                  <a:lnTo>
                    <a:pt x="4372599" y="0"/>
                  </a:lnTo>
                  <a:lnTo>
                    <a:pt x="4371744" y="0"/>
                  </a:lnTo>
                  <a:lnTo>
                    <a:pt x="4370888" y="0"/>
                  </a:lnTo>
                  <a:lnTo>
                    <a:pt x="4370032" y="0"/>
                  </a:lnTo>
                  <a:lnTo>
                    <a:pt x="4369177" y="0"/>
                  </a:lnTo>
                  <a:lnTo>
                    <a:pt x="4368321" y="0"/>
                  </a:lnTo>
                  <a:lnTo>
                    <a:pt x="4367466" y="0"/>
                  </a:lnTo>
                  <a:lnTo>
                    <a:pt x="4366610" y="0"/>
                  </a:lnTo>
                  <a:lnTo>
                    <a:pt x="4365755" y="0"/>
                  </a:lnTo>
                  <a:lnTo>
                    <a:pt x="4364899" y="0"/>
                  </a:lnTo>
                  <a:lnTo>
                    <a:pt x="4364044" y="0"/>
                  </a:lnTo>
                  <a:lnTo>
                    <a:pt x="4363188" y="0"/>
                  </a:lnTo>
                  <a:lnTo>
                    <a:pt x="4362333" y="0"/>
                  </a:lnTo>
                  <a:lnTo>
                    <a:pt x="4361477" y="0"/>
                  </a:lnTo>
                  <a:lnTo>
                    <a:pt x="4360622" y="0"/>
                  </a:lnTo>
                  <a:lnTo>
                    <a:pt x="4359766" y="0"/>
                  </a:lnTo>
                  <a:lnTo>
                    <a:pt x="4358911" y="0"/>
                  </a:lnTo>
                  <a:lnTo>
                    <a:pt x="4358055" y="0"/>
                  </a:lnTo>
                  <a:lnTo>
                    <a:pt x="4357200" y="0"/>
                  </a:lnTo>
                  <a:lnTo>
                    <a:pt x="4356344" y="0"/>
                  </a:lnTo>
                  <a:lnTo>
                    <a:pt x="4355488" y="0"/>
                  </a:lnTo>
                  <a:lnTo>
                    <a:pt x="4354633" y="0"/>
                  </a:lnTo>
                  <a:lnTo>
                    <a:pt x="4353777" y="0"/>
                  </a:lnTo>
                  <a:lnTo>
                    <a:pt x="4352922" y="0"/>
                  </a:lnTo>
                  <a:lnTo>
                    <a:pt x="4352066" y="0"/>
                  </a:lnTo>
                  <a:lnTo>
                    <a:pt x="4351211" y="0"/>
                  </a:lnTo>
                  <a:lnTo>
                    <a:pt x="4350355" y="0"/>
                  </a:lnTo>
                  <a:lnTo>
                    <a:pt x="4349500" y="0"/>
                  </a:lnTo>
                  <a:lnTo>
                    <a:pt x="4348644" y="0"/>
                  </a:lnTo>
                  <a:lnTo>
                    <a:pt x="4347789" y="0"/>
                  </a:lnTo>
                  <a:lnTo>
                    <a:pt x="4346933" y="0"/>
                  </a:lnTo>
                  <a:lnTo>
                    <a:pt x="4346078" y="0"/>
                  </a:lnTo>
                  <a:lnTo>
                    <a:pt x="4345222" y="0"/>
                  </a:lnTo>
                  <a:lnTo>
                    <a:pt x="4344367" y="0"/>
                  </a:lnTo>
                  <a:lnTo>
                    <a:pt x="4343511" y="0"/>
                  </a:lnTo>
                  <a:lnTo>
                    <a:pt x="4342656" y="0"/>
                  </a:lnTo>
                  <a:lnTo>
                    <a:pt x="4341800" y="0"/>
                  </a:lnTo>
                  <a:lnTo>
                    <a:pt x="4340945" y="0"/>
                  </a:lnTo>
                  <a:lnTo>
                    <a:pt x="4340089" y="0"/>
                  </a:lnTo>
                  <a:lnTo>
                    <a:pt x="4339233" y="0"/>
                  </a:lnTo>
                  <a:lnTo>
                    <a:pt x="4338378" y="0"/>
                  </a:lnTo>
                  <a:lnTo>
                    <a:pt x="4337522" y="0"/>
                  </a:lnTo>
                  <a:lnTo>
                    <a:pt x="4336667" y="0"/>
                  </a:lnTo>
                  <a:lnTo>
                    <a:pt x="4335811" y="0"/>
                  </a:lnTo>
                  <a:lnTo>
                    <a:pt x="4334956" y="0"/>
                  </a:lnTo>
                  <a:lnTo>
                    <a:pt x="4334100" y="0"/>
                  </a:lnTo>
                  <a:lnTo>
                    <a:pt x="4333245" y="0"/>
                  </a:lnTo>
                  <a:lnTo>
                    <a:pt x="4332389" y="0"/>
                  </a:lnTo>
                  <a:lnTo>
                    <a:pt x="4331534" y="0"/>
                  </a:lnTo>
                  <a:lnTo>
                    <a:pt x="4330678" y="0"/>
                  </a:lnTo>
                  <a:lnTo>
                    <a:pt x="4329823" y="0"/>
                  </a:lnTo>
                  <a:lnTo>
                    <a:pt x="4328967" y="0"/>
                  </a:lnTo>
                  <a:lnTo>
                    <a:pt x="4328112" y="0"/>
                  </a:lnTo>
                  <a:lnTo>
                    <a:pt x="4327256" y="0"/>
                  </a:lnTo>
                  <a:lnTo>
                    <a:pt x="4326401" y="0"/>
                  </a:lnTo>
                  <a:lnTo>
                    <a:pt x="4325545" y="0"/>
                  </a:lnTo>
                  <a:lnTo>
                    <a:pt x="4324690" y="0"/>
                  </a:lnTo>
                  <a:lnTo>
                    <a:pt x="4323834" y="0"/>
                  </a:lnTo>
                  <a:lnTo>
                    <a:pt x="4322978" y="0"/>
                  </a:lnTo>
                  <a:lnTo>
                    <a:pt x="4322123" y="0"/>
                  </a:lnTo>
                  <a:lnTo>
                    <a:pt x="4321267" y="0"/>
                  </a:lnTo>
                  <a:lnTo>
                    <a:pt x="4320412" y="0"/>
                  </a:lnTo>
                  <a:lnTo>
                    <a:pt x="4319556" y="0"/>
                  </a:lnTo>
                  <a:lnTo>
                    <a:pt x="4318701" y="0"/>
                  </a:lnTo>
                  <a:lnTo>
                    <a:pt x="4317845" y="0"/>
                  </a:lnTo>
                  <a:lnTo>
                    <a:pt x="4316990" y="0"/>
                  </a:lnTo>
                  <a:lnTo>
                    <a:pt x="4316134" y="0"/>
                  </a:lnTo>
                  <a:lnTo>
                    <a:pt x="4315279" y="0"/>
                  </a:lnTo>
                  <a:lnTo>
                    <a:pt x="4314423" y="0"/>
                  </a:lnTo>
                  <a:lnTo>
                    <a:pt x="4313568" y="0"/>
                  </a:lnTo>
                  <a:lnTo>
                    <a:pt x="4312712" y="0"/>
                  </a:lnTo>
                  <a:lnTo>
                    <a:pt x="4311857" y="0"/>
                  </a:lnTo>
                  <a:lnTo>
                    <a:pt x="4311001" y="0"/>
                  </a:lnTo>
                  <a:lnTo>
                    <a:pt x="4310146" y="0"/>
                  </a:lnTo>
                  <a:lnTo>
                    <a:pt x="4309290" y="0"/>
                  </a:lnTo>
                  <a:lnTo>
                    <a:pt x="4308434" y="0"/>
                  </a:lnTo>
                  <a:lnTo>
                    <a:pt x="4307579" y="0"/>
                  </a:lnTo>
                  <a:lnTo>
                    <a:pt x="4306723" y="0"/>
                  </a:lnTo>
                  <a:lnTo>
                    <a:pt x="4305868" y="0"/>
                  </a:lnTo>
                  <a:lnTo>
                    <a:pt x="4305012" y="0"/>
                  </a:lnTo>
                  <a:lnTo>
                    <a:pt x="4304157" y="0"/>
                  </a:lnTo>
                  <a:lnTo>
                    <a:pt x="4303301" y="0"/>
                  </a:lnTo>
                  <a:lnTo>
                    <a:pt x="4302446" y="0"/>
                  </a:lnTo>
                  <a:lnTo>
                    <a:pt x="4301590" y="0"/>
                  </a:lnTo>
                  <a:lnTo>
                    <a:pt x="4300735" y="0"/>
                  </a:lnTo>
                  <a:lnTo>
                    <a:pt x="4299879" y="0"/>
                  </a:lnTo>
                  <a:lnTo>
                    <a:pt x="4299024" y="0"/>
                  </a:lnTo>
                  <a:lnTo>
                    <a:pt x="4298168" y="0"/>
                  </a:lnTo>
                  <a:lnTo>
                    <a:pt x="4297313" y="0"/>
                  </a:lnTo>
                  <a:lnTo>
                    <a:pt x="4296457" y="0"/>
                  </a:lnTo>
                  <a:lnTo>
                    <a:pt x="4295602" y="0"/>
                  </a:lnTo>
                  <a:lnTo>
                    <a:pt x="4294746" y="0"/>
                  </a:lnTo>
                  <a:lnTo>
                    <a:pt x="4293891" y="0"/>
                  </a:lnTo>
                  <a:lnTo>
                    <a:pt x="4293035" y="0"/>
                  </a:lnTo>
                  <a:lnTo>
                    <a:pt x="4292179" y="0"/>
                  </a:lnTo>
                  <a:lnTo>
                    <a:pt x="4291324" y="0"/>
                  </a:lnTo>
                  <a:lnTo>
                    <a:pt x="4290468" y="0"/>
                  </a:lnTo>
                  <a:lnTo>
                    <a:pt x="4289613" y="0"/>
                  </a:lnTo>
                  <a:lnTo>
                    <a:pt x="4288757" y="0"/>
                  </a:lnTo>
                  <a:lnTo>
                    <a:pt x="4287902" y="0"/>
                  </a:lnTo>
                  <a:lnTo>
                    <a:pt x="4287046" y="0"/>
                  </a:lnTo>
                  <a:lnTo>
                    <a:pt x="4286191" y="0"/>
                  </a:lnTo>
                  <a:lnTo>
                    <a:pt x="4285335" y="0"/>
                  </a:lnTo>
                  <a:lnTo>
                    <a:pt x="4284480" y="0"/>
                  </a:lnTo>
                  <a:lnTo>
                    <a:pt x="4283624" y="0"/>
                  </a:lnTo>
                  <a:lnTo>
                    <a:pt x="4282769" y="0"/>
                  </a:lnTo>
                  <a:lnTo>
                    <a:pt x="4281913" y="0"/>
                  </a:lnTo>
                  <a:lnTo>
                    <a:pt x="4281058" y="0"/>
                  </a:lnTo>
                  <a:lnTo>
                    <a:pt x="4280202" y="0"/>
                  </a:lnTo>
                  <a:lnTo>
                    <a:pt x="4279347" y="0"/>
                  </a:lnTo>
                  <a:lnTo>
                    <a:pt x="4278491" y="0"/>
                  </a:lnTo>
                  <a:lnTo>
                    <a:pt x="4277636" y="0"/>
                  </a:lnTo>
                  <a:lnTo>
                    <a:pt x="4276780" y="0"/>
                  </a:lnTo>
                  <a:lnTo>
                    <a:pt x="4275924" y="0"/>
                  </a:lnTo>
                  <a:lnTo>
                    <a:pt x="4275069" y="0"/>
                  </a:lnTo>
                  <a:lnTo>
                    <a:pt x="4274213" y="0"/>
                  </a:lnTo>
                  <a:lnTo>
                    <a:pt x="4273358" y="0"/>
                  </a:lnTo>
                  <a:lnTo>
                    <a:pt x="4272502" y="0"/>
                  </a:lnTo>
                  <a:lnTo>
                    <a:pt x="4271647" y="0"/>
                  </a:lnTo>
                  <a:lnTo>
                    <a:pt x="4270791" y="0"/>
                  </a:lnTo>
                  <a:lnTo>
                    <a:pt x="4269936" y="0"/>
                  </a:lnTo>
                  <a:lnTo>
                    <a:pt x="4269080" y="0"/>
                  </a:lnTo>
                  <a:lnTo>
                    <a:pt x="4268225" y="0"/>
                  </a:lnTo>
                  <a:lnTo>
                    <a:pt x="4267369" y="0"/>
                  </a:lnTo>
                  <a:lnTo>
                    <a:pt x="4266514" y="0"/>
                  </a:lnTo>
                  <a:lnTo>
                    <a:pt x="4265658" y="0"/>
                  </a:lnTo>
                  <a:lnTo>
                    <a:pt x="4264803" y="0"/>
                  </a:lnTo>
                  <a:lnTo>
                    <a:pt x="4263947" y="0"/>
                  </a:lnTo>
                  <a:lnTo>
                    <a:pt x="4263092" y="0"/>
                  </a:lnTo>
                  <a:lnTo>
                    <a:pt x="4262236" y="0"/>
                  </a:lnTo>
                  <a:lnTo>
                    <a:pt x="4261380" y="0"/>
                  </a:lnTo>
                  <a:lnTo>
                    <a:pt x="4260525" y="0"/>
                  </a:lnTo>
                  <a:lnTo>
                    <a:pt x="4259669" y="0"/>
                  </a:lnTo>
                  <a:lnTo>
                    <a:pt x="4258814" y="0"/>
                  </a:lnTo>
                  <a:lnTo>
                    <a:pt x="4257958" y="0"/>
                  </a:lnTo>
                  <a:lnTo>
                    <a:pt x="4257103" y="0"/>
                  </a:lnTo>
                  <a:lnTo>
                    <a:pt x="4256247" y="0"/>
                  </a:lnTo>
                  <a:lnTo>
                    <a:pt x="4255392" y="0"/>
                  </a:lnTo>
                  <a:lnTo>
                    <a:pt x="4254536" y="0"/>
                  </a:lnTo>
                  <a:lnTo>
                    <a:pt x="4253681" y="0"/>
                  </a:lnTo>
                  <a:lnTo>
                    <a:pt x="4252825" y="0"/>
                  </a:lnTo>
                  <a:lnTo>
                    <a:pt x="4251970" y="0"/>
                  </a:lnTo>
                  <a:lnTo>
                    <a:pt x="4251114" y="0"/>
                  </a:lnTo>
                  <a:lnTo>
                    <a:pt x="4250259" y="0"/>
                  </a:lnTo>
                  <a:lnTo>
                    <a:pt x="4249403" y="0"/>
                  </a:lnTo>
                  <a:lnTo>
                    <a:pt x="4248548" y="0"/>
                  </a:lnTo>
                  <a:lnTo>
                    <a:pt x="4247692" y="0"/>
                  </a:lnTo>
                  <a:lnTo>
                    <a:pt x="4246837" y="0"/>
                  </a:lnTo>
                  <a:lnTo>
                    <a:pt x="4245981" y="0"/>
                  </a:lnTo>
                  <a:lnTo>
                    <a:pt x="4245125" y="0"/>
                  </a:lnTo>
                  <a:lnTo>
                    <a:pt x="4244270" y="0"/>
                  </a:lnTo>
                  <a:lnTo>
                    <a:pt x="4243414" y="0"/>
                  </a:lnTo>
                  <a:lnTo>
                    <a:pt x="4242559" y="0"/>
                  </a:lnTo>
                  <a:lnTo>
                    <a:pt x="4241703" y="0"/>
                  </a:lnTo>
                  <a:lnTo>
                    <a:pt x="4240848" y="0"/>
                  </a:lnTo>
                  <a:lnTo>
                    <a:pt x="4239992" y="0"/>
                  </a:lnTo>
                  <a:lnTo>
                    <a:pt x="4239137" y="0"/>
                  </a:lnTo>
                  <a:lnTo>
                    <a:pt x="4238281" y="0"/>
                  </a:lnTo>
                  <a:lnTo>
                    <a:pt x="4237426" y="0"/>
                  </a:lnTo>
                  <a:lnTo>
                    <a:pt x="4236570" y="0"/>
                  </a:lnTo>
                  <a:lnTo>
                    <a:pt x="4235715" y="0"/>
                  </a:lnTo>
                  <a:lnTo>
                    <a:pt x="4234859" y="0"/>
                  </a:lnTo>
                  <a:lnTo>
                    <a:pt x="4234004" y="0"/>
                  </a:lnTo>
                  <a:lnTo>
                    <a:pt x="4233148" y="0"/>
                  </a:lnTo>
                  <a:lnTo>
                    <a:pt x="4232293" y="0"/>
                  </a:lnTo>
                  <a:lnTo>
                    <a:pt x="4231437" y="0"/>
                  </a:lnTo>
                  <a:lnTo>
                    <a:pt x="4230582" y="0"/>
                  </a:lnTo>
                  <a:lnTo>
                    <a:pt x="4229726" y="0"/>
                  </a:lnTo>
                  <a:lnTo>
                    <a:pt x="4228870" y="0"/>
                  </a:lnTo>
                  <a:lnTo>
                    <a:pt x="4228015" y="0"/>
                  </a:lnTo>
                  <a:lnTo>
                    <a:pt x="4227159" y="0"/>
                  </a:lnTo>
                  <a:lnTo>
                    <a:pt x="4226304" y="0"/>
                  </a:lnTo>
                  <a:lnTo>
                    <a:pt x="4225448" y="0"/>
                  </a:lnTo>
                  <a:lnTo>
                    <a:pt x="4224593" y="0"/>
                  </a:lnTo>
                  <a:lnTo>
                    <a:pt x="4223737" y="0"/>
                  </a:lnTo>
                  <a:lnTo>
                    <a:pt x="4222882" y="0"/>
                  </a:lnTo>
                  <a:lnTo>
                    <a:pt x="4222026" y="0"/>
                  </a:lnTo>
                  <a:lnTo>
                    <a:pt x="4221171" y="0"/>
                  </a:lnTo>
                  <a:lnTo>
                    <a:pt x="4220315" y="0"/>
                  </a:lnTo>
                  <a:lnTo>
                    <a:pt x="4219460" y="0"/>
                  </a:lnTo>
                  <a:lnTo>
                    <a:pt x="4218604" y="0"/>
                  </a:lnTo>
                  <a:lnTo>
                    <a:pt x="4217749" y="0"/>
                  </a:lnTo>
                  <a:lnTo>
                    <a:pt x="4216893" y="0"/>
                  </a:lnTo>
                  <a:lnTo>
                    <a:pt x="4216038" y="0"/>
                  </a:lnTo>
                  <a:lnTo>
                    <a:pt x="4215182" y="0"/>
                  </a:lnTo>
                  <a:lnTo>
                    <a:pt x="4214326" y="0"/>
                  </a:lnTo>
                  <a:lnTo>
                    <a:pt x="4213471" y="0"/>
                  </a:lnTo>
                  <a:lnTo>
                    <a:pt x="4212615" y="0"/>
                  </a:lnTo>
                  <a:lnTo>
                    <a:pt x="4211760" y="0"/>
                  </a:lnTo>
                  <a:lnTo>
                    <a:pt x="4210904" y="0"/>
                  </a:lnTo>
                  <a:lnTo>
                    <a:pt x="4210049" y="0"/>
                  </a:lnTo>
                  <a:lnTo>
                    <a:pt x="4209193" y="0"/>
                  </a:lnTo>
                  <a:lnTo>
                    <a:pt x="4208338" y="0"/>
                  </a:lnTo>
                  <a:lnTo>
                    <a:pt x="4207482" y="0"/>
                  </a:lnTo>
                  <a:lnTo>
                    <a:pt x="4206627" y="0"/>
                  </a:lnTo>
                  <a:lnTo>
                    <a:pt x="4205771" y="0"/>
                  </a:lnTo>
                  <a:lnTo>
                    <a:pt x="4204916" y="0"/>
                  </a:lnTo>
                  <a:lnTo>
                    <a:pt x="4204060" y="0"/>
                  </a:lnTo>
                  <a:lnTo>
                    <a:pt x="4203205" y="0"/>
                  </a:lnTo>
                  <a:lnTo>
                    <a:pt x="4202349" y="0"/>
                  </a:lnTo>
                  <a:lnTo>
                    <a:pt x="4201494" y="0"/>
                  </a:lnTo>
                  <a:lnTo>
                    <a:pt x="4200638" y="0"/>
                  </a:lnTo>
                  <a:lnTo>
                    <a:pt x="4199783" y="0"/>
                  </a:lnTo>
                  <a:lnTo>
                    <a:pt x="4198927" y="0"/>
                  </a:lnTo>
                  <a:lnTo>
                    <a:pt x="4198071" y="0"/>
                  </a:lnTo>
                  <a:lnTo>
                    <a:pt x="4197216" y="0"/>
                  </a:lnTo>
                  <a:lnTo>
                    <a:pt x="4196360" y="0"/>
                  </a:lnTo>
                  <a:lnTo>
                    <a:pt x="4195505" y="0"/>
                  </a:lnTo>
                  <a:lnTo>
                    <a:pt x="4194649" y="0"/>
                  </a:lnTo>
                  <a:lnTo>
                    <a:pt x="4193794" y="0"/>
                  </a:lnTo>
                  <a:lnTo>
                    <a:pt x="4192938" y="0"/>
                  </a:lnTo>
                  <a:lnTo>
                    <a:pt x="4192083" y="0"/>
                  </a:lnTo>
                  <a:lnTo>
                    <a:pt x="4191227" y="0"/>
                  </a:lnTo>
                  <a:lnTo>
                    <a:pt x="4190372" y="0"/>
                  </a:lnTo>
                  <a:lnTo>
                    <a:pt x="4189516" y="0"/>
                  </a:lnTo>
                  <a:lnTo>
                    <a:pt x="4188661" y="0"/>
                  </a:lnTo>
                  <a:lnTo>
                    <a:pt x="4187805" y="0"/>
                  </a:lnTo>
                  <a:lnTo>
                    <a:pt x="4186950" y="0"/>
                  </a:lnTo>
                  <a:lnTo>
                    <a:pt x="4186094" y="0"/>
                  </a:lnTo>
                  <a:lnTo>
                    <a:pt x="4185239" y="0"/>
                  </a:lnTo>
                  <a:lnTo>
                    <a:pt x="4184383" y="0"/>
                  </a:lnTo>
                  <a:lnTo>
                    <a:pt x="4183528" y="0"/>
                  </a:lnTo>
                  <a:lnTo>
                    <a:pt x="4182672" y="0"/>
                  </a:lnTo>
                  <a:lnTo>
                    <a:pt x="4181816" y="0"/>
                  </a:lnTo>
                  <a:lnTo>
                    <a:pt x="4180961" y="0"/>
                  </a:lnTo>
                  <a:lnTo>
                    <a:pt x="4180105" y="0"/>
                  </a:lnTo>
                  <a:lnTo>
                    <a:pt x="4179250" y="0"/>
                  </a:lnTo>
                  <a:lnTo>
                    <a:pt x="4178394" y="0"/>
                  </a:lnTo>
                  <a:lnTo>
                    <a:pt x="4177539" y="0"/>
                  </a:lnTo>
                  <a:lnTo>
                    <a:pt x="4176683" y="0"/>
                  </a:lnTo>
                  <a:lnTo>
                    <a:pt x="4175828" y="0"/>
                  </a:lnTo>
                  <a:lnTo>
                    <a:pt x="4174972" y="0"/>
                  </a:lnTo>
                  <a:lnTo>
                    <a:pt x="4174117" y="0"/>
                  </a:lnTo>
                  <a:lnTo>
                    <a:pt x="4173261" y="0"/>
                  </a:lnTo>
                  <a:lnTo>
                    <a:pt x="4172406" y="0"/>
                  </a:lnTo>
                  <a:lnTo>
                    <a:pt x="4171550" y="0"/>
                  </a:lnTo>
                  <a:lnTo>
                    <a:pt x="4170695" y="0"/>
                  </a:lnTo>
                  <a:lnTo>
                    <a:pt x="4169839" y="0"/>
                  </a:lnTo>
                  <a:lnTo>
                    <a:pt x="4168984" y="0"/>
                  </a:lnTo>
                  <a:lnTo>
                    <a:pt x="4168128" y="0"/>
                  </a:lnTo>
                  <a:lnTo>
                    <a:pt x="4167273" y="0"/>
                  </a:lnTo>
                  <a:lnTo>
                    <a:pt x="4166417" y="0"/>
                  </a:lnTo>
                  <a:lnTo>
                    <a:pt x="4165561" y="0"/>
                  </a:lnTo>
                  <a:lnTo>
                    <a:pt x="4164706" y="0"/>
                  </a:lnTo>
                  <a:lnTo>
                    <a:pt x="4163850" y="0"/>
                  </a:lnTo>
                  <a:lnTo>
                    <a:pt x="4162995" y="0"/>
                  </a:lnTo>
                  <a:lnTo>
                    <a:pt x="4162139" y="0"/>
                  </a:lnTo>
                  <a:lnTo>
                    <a:pt x="4161284" y="0"/>
                  </a:lnTo>
                  <a:lnTo>
                    <a:pt x="4160428" y="0"/>
                  </a:lnTo>
                  <a:lnTo>
                    <a:pt x="4159573" y="0"/>
                  </a:lnTo>
                  <a:lnTo>
                    <a:pt x="4158717" y="0"/>
                  </a:lnTo>
                  <a:lnTo>
                    <a:pt x="4157862" y="0"/>
                  </a:lnTo>
                  <a:lnTo>
                    <a:pt x="4157006" y="0"/>
                  </a:lnTo>
                  <a:lnTo>
                    <a:pt x="4156151" y="0"/>
                  </a:lnTo>
                  <a:lnTo>
                    <a:pt x="4155295" y="0"/>
                  </a:lnTo>
                  <a:lnTo>
                    <a:pt x="4154440" y="0"/>
                  </a:lnTo>
                  <a:lnTo>
                    <a:pt x="4153584" y="0"/>
                  </a:lnTo>
                  <a:lnTo>
                    <a:pt x="4152729" y="0"/>
                  </a:lnTo>
                  <a:lnTo>
                    <a:pt x="4151873" y="0"/>
                  </a:lnTo>
                  <a:lnTo>
                    <a:pt x="4151017" y="0"/>
                  </a:lnTo>
                  <a:lnTo>
                    <a:pt x="4150162" y="0"/>
                  </a:lnTo>
                  <a:lnTo>
                    <a:pt x="4149306" y="0"/>
                  </a:lnTo>
                  <a:lnTo>
                    <a:pt x="4148451" y="0"/>
                  </a:lnTo>
                  <a:lnTo>
                    <a:pt x="4147595" y="0"/>
                  </a:lnTo>
                  <a:lnTo>
                    <a:pt x="4146740" y="0"/>
                  </a:lnTo>
                  <a:lnTo>
                    <a:pt x="4145884" y="0"/>
                  </a:lnTo>
                  <a:lnTo>
                    <a:pt x="4145029" y="0"/>
                  </a:lnTo>
                  <a:lnTo>
                    <a:pt x="4144173" y="0"/>
                  </a:lnTo>
                  <a:lnTo>
                    <a:pt x="4143318" y="0"/>
                  </a:lnTo>
                  <a:lnTo>
                    <a:pt x="4142462" y="0"/>
                  </a:lnTo>
                  <a:lnTo>
                    <a:pt x="4141607" y="0"/>
                  </a:lnTo>
                  <a:lnTo>
                    <a:pt x="4140751" y="0"/>
                  </a:lnTo>
                  <a:lnTo>
                    <a:pt x="4139896" y="0"/>
                  </a:lnTo>
                  <a:lnTo>
                    <a:pt x="4139040" y="0"/>
                  </a:lnTo>
                  <a:lnTo>
                    <a:pt x="4138185" y="0"/>
                  </a:lnTo>
                  <a:lnTo>
                    <a:pt x="4137329" y="0"/>
                  </a:lnTo>
                  <a:lnTo>
                    <a:pt x="4136474" y="0"/>
                  </a:lnTo>
                  <a:lnTo>
                    <a:pt x="4135618" y="0"/>
                  </a:lnTo>
                  <a:lnTo>
                    <a:pt x="4134762" y="0"/>
                  </a:lnTo>
                  <a:lnTo>
                    <a:pt x="4133907" y="0"/>
                  </a:lnTo>
                  <a:lnTo>
                    <a:pt x="4133051" y="0"/>
                  </a:lnTo>
                  <a:lnTo>
                    <a:pt x="4132196" y="0"/>
                  </a:lnTo>
                  <a:lnTo>
                    <a:pt x="4131340" y="0"/>
                  </a:lnTo>
                  <a:lnTo>
                    <a:pt x="4130485" y="0"/>
                  </a:lnTo>
                  <a:lnTo>
                    <a:pt x="4129629" y="0"/>
                  </a:lnTo>
                  <a:lnTo>
                    <a:pt x="4128774" y="0"/>
                  </a:lnTo>
                  <a:lnTo>
                    <a:pt x="4127918" y="0"/>
                  </a:lnTo>
                  <a:lnTo>
                    <a:pt x="4127063" y="0"/>
                  </a:lnTo>
                  <a:lnTo>
                    <a:pt x="4126207" y="0"/>
                  </a:lnTo>
                  <a:lnTo>
                    <a:pt x="4125352" y="0"/>
                  </a:lnTo>
                  <a:lnTo>
                    <a:pt x="4124496" y="0"/>
                  </a:lnTo>
                  <a:lnTo>
                    <a:pt x="4123641" y="0"/>
                  </a:lnTo>
                  <a:lnTo>
                    <a:pt x="4122785" y="0"/>
                  </a:lnTo>
                  <a:lnTo>
                    <a:pt x="4121930" y="0"/>
                  </a:lnTo>
                  <a:lnTo>
                    <a:pt x="4121074" y="0"/>
                  </a:lnTo>
                  <a:lnTo>
                    <a:pt x="4120219" y="0"/>
                  </a:lnTo>
                  <a:lnTo>
                    <a:pt x="4119363" y="0"/>
                  </a:lnTo>
                  <a:lnTo>
                    <a:pt x="4118507" y="0"/>
                  </a:lnTo>
                  <a:lnTo>
                    <a:pt x="4117652" y="0"/>
                  </a:lnTo>
                  <a:lnTo>
                    <a:pt x="4116796" y="0"/>
                  </a:lnTo>
                  <a:lnTo>
                    <a:pt x="4115941" y="0"/>
                  </a:lnTo>
                  <a:lnTo>
                    <a:pt x="4115085" y="0"/>
                  </a:lnTo>
                  <a:lnTo>
                    <a:pt x="4114230" y="0"/>
                  </a:lnTo>
                  <a:lnTo>
                    <a:pt x="4113374" y="0"/>
                  </a:lnTo>
                  <a:lnTo>
                    <a:pt x="4112519" y="0"/>
                  </a:lnTo>
                  <a:lnTo>
                    <a:pt x="4111663" y="0"/>
                  </a:lnTo>
                  <a:lnTo>
                    <a:pt x="4110808" y="0"/>
                  </a:lnTo>
                  <a:lnTo>
                    <a:pt x="4109952" y="0"/>
                  </a:lnTo>
                  <a:lnTo>
                    <a:pt x="4109097" y="0"/>
                  </a:lnTo>
                  <a:lnTo>
                    <a:pt x="4108241" y="0"/>
                  </a:lnTo>
                  <a:lnTo>
                    <a:pt x="4107386" y="0"/>
                  </a:lnTo>
                  <a:lnTo>
                    <a:pt x="4106530" y="0"/>
                  </a:lnTo>
                  <a:lnTo>
                    <a:pt x="4105675" y="0"/>
                  </a:lnTo>
                  <a:lnTo>
                    <a:pt x="4104819" y="0"/>
                  </a:lnTo>
                  <a:lnTo>
                    <a:pt x="4103963" y="0"/>
                  </a:lnTo>
                  <a:lnTo>
                    <a:pt x="4103108" y="0"/>
                  </a:lnTo>
                  <a:lnTo>
                    <a:pt x="4102252" y="0"/>
                  </a:lnTo>
                  <a:lnTo>
                    <a:pt x="4101397" y="0"/>
                  </a:lnTo>
                  <a:lnTo>
                    <a:pt x="4100541" y="0"/>
                  </a:lnTo>
                  <a:lnTo>
                    <a:pt x="4099686" y="0"/>
                  </a:lnTo>
                  <a:lnTo>
                    <a:pt x="4098830" y="0"/>
                  </a:lnTo>
                  <a:lnTo>
                    <a:pt x="4097975" y="0"/>
                  </a:lnTo>
                  <a:lnTo>
                    <a:pt x="4097119" y="0"/>
                  </a:lnTo>
                  <a:lnTo>
                    <a:pt x="4096264" y="0"/>
                  </a:lnTo>
                  <a:lnTo>
                    <a:pt x="4095408" y="0"/>
                  </a:lnTo>
                  <a:lnTo>
                    <a:pt x="4094553" y="0"/>
                  </a:lnTo>
                  <a:lnTo>
                    <a:pt x="4093697" y="0"/>
                  </a:lnTo>
                  <a:lnTo>
                    <a:pt x="4092842" y="0"/>
                  </a:lnTo>
                  <a:lnTo>
                    <a:pt x="4091986" y="0"/>
                  </a:lnTo>
                  <a:lnTo>
                    <a:pt x="4091131" y="0"/>
                  </a:lnTo>
                  <a:lnTo>
                    <a:pt x="4090275" y="0"/>
                  </a:lnTo>
                  <a:lnTo>
                    <a:pt x="4089420" y="0"/>
                  </a:lnTo>
                  <a:lnTo>
                    <a:pt x="4088564" y="0"/>
                  </a:lnTo>
                  <a:lnTo>
                    <a:pt x="4087708" y="0"/>
                  </a:lnTo>
                  <a:lnTo>
                    <a:pt x="4086853" y="0"/>
                  </a:lnTo>
                  <a:lnTo>
                    <a:pt x="4085997" y="0"/>
                  </a:lnTo>
                  <a:lnTo>
                    <a:pt x="4085142" y="0"/>
                  </a:lnTo>
                  <a:lnTo>
                    <a:pt x="4084286" y="0"/>
                  </a:lnTo>
                  <a:lnTo>
                    <a:pt x="4083431" y="0"/>
                  </a:lnTo>
                  <a:lnTo>
                    <a:pt x="4082575" y="0"/>
                  </a:lnTo>
                  <a:lnTo>
                    <a:pt x="4081720" y="0"/>
                  </a:lnTo>
                  <a:lnTo>
                    <a:pt x="4080864" y="0"/>
                  </a:lnTo>
                  <a:lnTo>
                    <a:pt x="4080009" y="0"/>
                  </a:lnTo>
                  <a:lnTo>
                    <a:pt x="4079153" y="0"/>
                  </a:lnTo>
                  <a:lnTo>
                    <a:pt x="4078298" y="0"/>
                  </a:lnTo>
                  <a:lnTo>
                    <a:pt x="4077442" y="0"/>
                  </a:lnTo>
                  <a:lnTo>
                    <a:pt x="4076587" y="0"/>
                  </a:lnTo>
                  <a:lnTo>
                    <a:pt x="4075731" y="0"/>
                  </a:lnTo>
                  <a:lnTo>
                    <a:pt x="4074876" y="0"/>
                  </a:lnTo>
                  <a:lnTo>
                    <a:pt x="4074020" y="0"/>
                  </a:lnTo>
                  <a:lnTo>
                    <a:pt x="4073165" y="0"/>
                  </a:lnTo>
                  <a:lnTo>
                    <a:pt x="4072309" y="0"/>
                  </a:lnTo>
                  <a:lnTo>
                    <a:pt x="4071453" y="0"/>
                  </a:lnTo>
                  <a:lnTo>
                    <a:pt x="4070598" y="0"/>
                  </a:lnTo>
                  <a:lnTo>
                    <a:pt x="4069742" y="0"/>
                  </a:lnTo>
                  <a:lnTo>
                    <a:pt x="4068887" y="0"/>
                  </a:lnTo>
                  <a:lnTo>
                    <a:pt x="4068031" y="0"/>
                  </a:lnTo>
                  <a:lnTo>
                    <a:pt x="4067176" y="0"/>
                  </a:lnTo>
                  <a:lnTo>
                    <a:pt x="4066320" y="0"/>
                  </a:lnTo>
                  <a:lnTo>
                    <a:pt x="4065465" y="0"/>
                  </a:lnTo>
                  <a:lnTo>
                    <a:pt x="4064609" y="0"/>
                  </a:lnTo>
                  <a:lnTo>
                    <a:pt x="4063754" y="0"/>
                  </a:lnTo>
                  <a:lnTo>
                    <a:pt x="4062898" y="0"/>
                  </a:lnTo>
                  <a:lnTo>
                    <a:pt x="4062043" y="0"/>
                  </a:lnTo>
                  <a:lnTo>
                    <a:pt x="4061187" y="0"/>
                  </a:lnTo>
                  <a:lnTo>
                    <a:pt x="4060332" y="0"/>
                  </a:lnTo>
                  <a:lnTo>
                    <a:pt x="4059476" y="0"/>
                  </a:lnTo>
                  <a:lnTo>
                    <a:pt x="4058621" y="0"/>
                  </a:lnTo>
                  <a:lnTo>
                    <a:pt x="4057765" y="0"/>
                  </a:lnTo>
                  <a:lnTo>
                    <a:pt x="4056909" y="0"/>
                  </a:lnTo>
                  <a:lnTo>
                    <a:pt x="4056054" y="0"/>
                  </a:lnTo>
                  <a:lnTo>
                    <a:pt x="4055198" y="0"/>
                  </a:lnTo>
                  <a:lnTo>
                    <a:pt x="4054343" y="0"/>
                  </a:lnTo>
                  <a:lnTo>
                    <a:pt x="4053487" y="0"/>
                  </a:lnTo>
                  <a:lnTo>
                    <a:pt x="4052632" y="0"/>
                  </a:lnTo>
                  <a:lnTo>
                    <a:pt x="4051776" y="0"/>
                  </a:lnTo>
                  <a:lnTo>
                    <a:pt x="4050921" y="0"/>
                  </a:lnTo>
                  <a:lnTo>
                    <a:pt x="4050065" y="0"/>
                  </a:lnTo>
                  <a:lnTo>
                    <a:pt x="4049210" y="0"/>
                  </a:lnTo>
                  <a:lnTo>
                    <a:pt x="4048354" y="0"/>
                  </a:lnTo>
                  <a:lnTo>
                    <a:pt x="4047499" y="0"/>
                  </a:lnTo>
                  <a:lnTo>
                    <a:pt x="4046643" y="0"/>
                  </a:lnTo>
                  <a:lnTo>
                    <a:pt x="4045788" y="0"/>
                  </a:lnTo>
                  <a:lnTo>
                    <a:pt x="4044932" y="0"/>
                  </a:lnTo>
                  <a:lnTo>
                    <a:pt x="4044077" y="0"/>
                  </a:lnTo>
                  <a:lnTo>
                    <a:pt x="4043221" y="0"/>
                  </a:lnTo>
                  <a:lnTo>
                    <a:pt x="4042366" y="0"/>
                  </a:lnTo>
                  <a:lnTo>
                    <a:pt x="4041510" y="0"/>
                  </a:lnTo>
                  <a:lnTo>
                    <a:pt x="4040654" y="0"/>
                  </a:lnTo>
                  <a:lnTo>
                    <a:pt x="4039799" y="0"/>
                  </a:lnTo>
                  <a:lnTo>
                    <a:pt x="4038943" y="0"/>
                  </a:lnTo>
                  <a:lnTo>
                    <a:pt x="4038088" y="0"/>
                  </a:lnTo>
                  <a:lnTo>
                    <a:pt x="4037232" y="0"/>
                  </a:lnTo>
                  <a:lnTo>
                    <a:pt x="4036377" y="0"/>
                  </a:lnTo>
                  <a:lnTo>
                    <a:pt x="4035521" y="0"/>
                  </a:lnTo>
                  <a:lnTo>
                    <a:pt x="4034666" y="0"/>
                  </a:lnTo>
                  <a:lnTo>
                    <a:pt x="4033810" y="0"/>
                  </a:lnTo>
                  <a:lnTo>
                    <a:pt x="4032955" y="0"/>
                  </a:lnTo>
                  <a:lnTo>
                    <a:pt x="4032099" y="0"/>
                  </a:lnTo>
                  <a:lnTo>
                    <a:pt x="4031244" y="0"/>
                  </a:lnTo>
                  <a:lnTo>
                    <a:pt x="4030388" y="0"/>
                  </a:lnTo>
                  <a:lnTo>
                    <a:pt x="4029533" y="0"/>
                  </a:lnTo>
                  <a:lnTo>
                    <a:pt x="4028677" y="0"/>
                  </a:lnTo>
                  <a:lnTo>
                    <a:pt x="4027822" y="0"/>
                  </a:lnTo>
                  <a:lnTo>
                    <a:pt x="4026966" y="0"/>
                  </a:lnTo>
                  <a:lnTo>
                    <a:pt x="4026111" y="0"/>
                  </a:lnTo>
                  <a:lnTo>
                    <a:pt x="4025255" y="0"/>
                  </a:lnTo>
                  <a:lnTo>
                    <a:pt x="4024399" y="0"/>
                  </a:lnTo>
                  <a:lnTo>
                    <a:pt x="4023544" y="0"/>
                  </a:lnTo>
                  <a:lnTo>
                    <a:pt x="4022688" y="0"/>
                  </a:lnTo>
                  <a:lnTo>
                    <a:pt x="4021833" y="0"/>
                  </a:lnTo>
                  <a:lnTo>
                    <a:pt x="4020977" y="0"/>
                  </a:lnTo>
                  <a:lnTo>
                    <a:pt x="4020122" y="0"/>
                  </a:lnTo>
                  <a:lnTo>
                    <a:pt x="4019266" y="0"/>
                  </a:lnTo>
                  <a:lnTo>
                    <a:pt x="4018411" y="0"/>
                  </a:lnTo>
                  <a:lnTo>
                    <a:pt x="4017555" y="0"/>
                  </a:lnTo>
                  <a:lnTo>
                    <a:pt x="4016700" y="0"/>
                  </a:lnTo>
                  <a:lnTo>
                    <a:pt x="4015844" y="0"/>
                  </a:lnTo>
                  <a:lnTo>
                    <a:pt x="4014989" y="0"/>
                  </a:lnTo>
                  <a:lnTo>
                    <a:pt x="4014133" y="0"/>
                  </a:lnTo>
                  <a:lnTo>
                    <a:pt x="4013278" y="0"/>
                  </a:lnTo>
                  <a:lnTo>
                    <a:pt x="4012422" y="0"/>
                  </a:lnTo>
                  <a:lnTo>
                    <a:pt x="4011567" y="0"/>
                  </a:lnTo>
                  <a:lnTo>
                    <a:pt x="4010711" y="0"/>
                  </a:lnTo>
                  <a:lnTo>
                    <a:pt x="4009855" y="0"/>
                  </a:lnTo>
                  <a:lnTo>
                    <a:pt x="4009000" y="0"/>
                  </a:lnTo>
                  <a:lnTo>
                    <a:pt x="4008144" y="0"/>
                  </a:lnTo>
                  <a:lnTo>
                    <a:pt x="4007289" y="0"/>
                  </a:lnTo>
                  <a:lnTo>
                    <a:pt x="4006433" y="0"/>
                  </a:lnTo>
                  <a:lnTo>
                    <a:pt x="4005578" y="0"/>
                  </a:lnTo>
                  <a:lnTo>
                    <a:pt x="4004722" y="0"/>
                  </a:lnTo>
                  <a:lnTo>
                    <a:pt x="4003867" y="0"/>
                  </a:lnTo>
                  <a:lnTo>
                    <a:pt x="4003011" y="0"/>
                  </a:lnTo>
                  <a:lnTo>
                    <a:pt x="4002156" y="0"/>
                  </a:lnTo>
                  <a:lnTo>
                    <a:pt x="4001300" y="0"/>
                  </a:lnTo>
                  <a:lnTo>
                    <a:pt x="4000445" y="0"/>
                  </a:lnTo>
                  <a:lnTo>
                    <a:pt x="3999589" y="0"/>
                  </a:lnTo>
                  <a:lnTo>
                    <a:pt x="3998734" y="0"/>
                  </a:lnTo>
                  <a:lnTo>
                    <a:pt x="3997878" y="0"/>
                  </a:lnTo>
                  <a:lnTo>
                    <a:pt x="3997023" y="0"/>
                  </a:lnTo>
                  <a:lnTo>
                    <a:pt x="3996167" y="0"/>
                  </a:lnTo>
                  <a:lnTo>
                    <a:pt x="3995312" y="0"/>
                  </a:lnTo>
                  <a:lnTo>
                    <a:pt x="3994456" y="0"/>
                  </a:lnTo>
                  <a:lnTo>
                    <a:pt x="3993600" y="0"/>
                  </a:lnTo>
                  <a:lnTo>
                    <a:pt x="3992745" y="0"/>
                  </a:lnTo>
                  <a:lnTo>
                    <a:pt x="3991889" y="0"/>
                  </a:lnTo>
                  <a:lnTo>
                    <a:pt x="3991034" y="0"/>
                  </a:lnTo>
                  <a:lnTo>
                    <a:pt x="3990178" y="0"/>
                  </a:lnTo>
                  <a:lnTo>
                    <a:pt x="3989323" y="0"/>
                  </a:lnTo>
                  <a:lnTo>
                    <a:pt x="3988467" y="0"/>
                  </a:lnTo>
                  <a:lnTo>
                    <a:pt x="3987612" y="0"/>
                  </a:lnTo>
                  <a:lnTo>
                    <a:pt x="3986756" y="0"/>
                  </a:lnTo>
                  <a:lnTo>
                    <a:pt x="3985901" y="0"/>
                  </a:lnTo>
                  <a:lnTo>
                    <a:pt x="3985045" y="0"/>
                  </a:lnTo>
                  <a:lnTo>
                    <a:pt x="3984190" y="0"/>
                  </a:lnTo>
                  <a:lnTo>
                    <a:pt x="3983334" y="0"/>
                  </a:lnTo>
                  <a:lnTo>
                    <a:pt x="3982479" y="0"/>
                  </a:lnTo>
                  <a:lnTo>
                    <a:pt x="3981623" y="0"/>
                  </a:lnTo>
                  <a:lnTo>
                    <a:pt x="3980768" y="0"/>
                  </a:lnTo>
                  <a:lnTo>
                    <a:pt x="3979912" y="0"/>
                  </a:lnTo>
                  <a:lnTo>
                    <a:pt x="3979057" y="0"/>
                  </a:lnTo>
                  <a:lnTo>
                    <a:pt x="3978201" y="0"/>
                  </a:lnTo>
                  <a:lnTo>
                    <a:pt x="3977345" y="0"/>
                  </a:lnTo>
                  <a:lnTo>
                    <a:pt x="3976490" y="0"/>
                  </a:lnTo>
                  <a:lnTo>
                    <a:pt x="3975634" y="0"/>
                  </a:lnTo>
                  <a:lnTo>
                    <a:pt x="3974779" y="0"/>
                  </a:lnTo>
                  <a:lnTo>
                    <a:pt x="3973923" y="0"/>
                  </a:lnTo>
                  <a:lnTo>
                    <a:pt x="3973068" y="0"/>
                  </a:lnTo>
                  <a:lnTo>
                    <a:pt x="3972212" y="0"/>
                  </a:lnTo>
                  <a:lnTo>
                    <a:pt x="3971357" y="0"/>
                  </a:lnTo>
                  <a:lnTo>
                    <a:pt x="3970501" y="0"/>
                  </a:lnTo>
                  <a:lnTo>
                    <a:pt x="3969646" y="0"/>
                  </a:lnTo>
                  <a:lnTo>
                    <a:pt x="3968790" y="0"/>
                  </a:lnTo>
                  <a:lnTo>
                    <a:pt x="3967935" y="0"/>
                  </a:lnTo>
                  <a:lnTo>
                    <a:pt x="3967079" y="0"/>
                  </a:lnTo>
                  <a:lnTo>
                    <a:pt x="3966224" y="0"/>
                  </a:lnTo>
                  <a:lnTo>
                    <a:pt x="3965368" y="0"/>
                  </a:lnTo>
                  <a:lnTo>
                    <a:pt x="3964513" y="0"/>
                  </a:lnTo>
                  <a:lnTo>
                    <a:pt x="3963657" y="0"/>
                  </a:lnTo>
                  <a:lnTo>
                    <a:pt x="3962802" y="0"/>
                  </a:lnTo>
                  <a:lnTo>
                    <a:pt x="3961946" y="0"/>
                  </a:lnTo>
                  <a:lnTo>
                    <a:pt x="3961090" y="0"/>
                  </a:lnTo>
                  <a:lnTo>
                    <a:pt x="3960235" y="0"/>
                  </a:lnTo>
                  <a:lnTo>
                    <a:pt x="3959379" y="0"/>
                  </a:lnTo>
                  <a:lnTo>
                    <a:pt x="3958524" y="0"/>
                  </a:lnTo>
                  <a:lnTo>
                    <a:pt x="3957668" y="0"/>
                  </a:lnTo>
                  <a:lnTo>
                    <a:pt x="3956813" y="0"/>
                  </a:lnTo>
                  <a:lnTo>
                    <a:pt x="3955957" y="0"/>
                  </a:lnTo>
                  <a:lnTo>
                    <a:pt x="3955102" y="0"/>
                  </a:lnTo>
                  <a:lnTo>
                    <a:pt x="3954246" y="0"/>
                  </a:lnTo>
                  <a:lnTo>
                    <a:pt x="3953391" y="0"/>
                  </a:lnTo>
                  <a:lnTo>
                    <a:pt x="3952535" y="0"/>
                  </a:lnTo>
                  <a:lnTo>
                    <a:pt x="3951680" y="0"/>
                  </a:lnTo>
                  <a:lnTo>
                    <a:pt x="3950824" y="0"/>
                  </a:lnTo>
                  <a:lnTo>
                    <a:pt x="3949969" y="0"/>
                  </a:lnTo>
                  <a:lnTo>
                    <a:pt x="3949113" y="0"/>
                  </a:lnTo>
                  <a:lnTo>
                    <a:pt x="3948258" y="0"/>
                  </a:lnTo>
                  <a:lnTo>
                    <a:pt x="3947402" y="0"/>
                  </a:lnTo>
                  <a:lnTo>
                    <a:pt x="3946546" y="0"/>
                  </a:lnTo>
                  <a:lnTo>
                    <a:pt x="3945691" y="0"/>
                  </a:lnTo>
                  <a:lnTo>
                    <a:pt x="3944835" y="0"/>
                  </a:lnTo>
                  <a:lnTo>
                    <a:pt x="3943980" y="0"/>
                  </a:lnTo>
                  <a:lnTo>
                    <a:pt x="3943124" y="0"/>
                  </a:lnTo>
                  <a:lnTo>
                    <a:pt x="3942269" y="0"/>
                  </a:lnTo>
                  <a:lnTo>
                    <a:pt x="3941413" y="0"/>
                  </a:lnTo>
                  <a:lnTo>
                    <a:pt x="3940558" y="0"/>
                  </a:lnTo>
                  <a:lnTo>
                    <a:pt x="3939702" y="0"/>
                  </a:lnTo>
                  <a:lnTo>
                    <a:pt x="3938847" y="0"/>
                  </a:lnTo>
                  <a:lnTo>
                    <a:pt x="3937991" y="0"/>
                  </a:lnTo>
                  <a:lnTo>
                    <a:pt x="3937136" y="0"/>
                  </a:lnTo>
                  <a:lnTo>
                    <a:pt x="3936280" y="0"/>
                  </a:lnTo>
                  <a:lnTo>
                    <a:pt x="3935425" y="0"/>
                  </a:lnTo>
                  <a:lnTo>
                    <a:pt x="3934569" y="0"/>
                  </a:lnTo>
                  <a:lnTo>
                    <a:pt x="3933714" y="0"/>
                  </a:lnTo>
                  <a:lnTo>
                    <a:pt x="3932858" y="0"/>
                  </a:lnTo>
                  <a:lnTo>
                    <a:pt x="3932003" y="0"/>
                  </a:lnTo>
                  <a:lnTo>
                    <a:pt x="3931147" y="0"/>
                  </a:lnTo>
                  <a:lnTo>
                    <a:pt x="3930291" y="0"/>
                  </a:lnTo>
                  <a:lnTo>
                    <a:pt x="3929436" y="0"/>
                  </a:lnTo>
                  <a:lnTo>
                    <a:pt x="3928580" y="0"/>
                  </a:lnTo>
                  <a:lnTo>
                    <a:pt x="3927725" y="0"/>
                  </a:lnTo>
                  <a:lnTo>
                    <a:pt x="3926869" y="0"/>
                  </a:lnTo>
                  <a:lnTo>
                    <a:pt x="3926014" y="0"/>
                  </a:lnTo>
                  <a:lnTo>
                    <a:pt x="3925158" y="0"/>
                  </a:lnTo>
                  <a:lnTo>
                    <a:pt x="3924303" y="0"/>
                  </a:lnTo>
                  <a:lnTo>
                    <a:pt x="3923447" y="0"/>
                  </a:lnTo>
                  <a:lnTo>
                    <a:pt x="3922592" y="0"/>
                  </a:lnTo>
                  <a:lnTo>
                    <a:pt x="3921736" y="0"/>
                  </a:lnTo>
                  <a:lnTo>
                    <a:pt x="3920881" y="0"/>
                  </a:lnTo>
                  <a:lnTo>
                    <a:pt x="3920025" y="0"/>
                  </a:lnTo>
                  <a:lnTo>
                    <a:pt x="3919170" y="0"/>
                  </a:lnTo>
                  <a:lnTo>
                    <a:pt x="3918314" y="0"/>
                  </a:lnTo>
                  <a:lnTo>
                    <a:pt x="3917459" y="0"/>
                  </a:lnTo>
                  <a:lnTo>
                    <a:pt x="3916603" y="0"/>
                  </a:lnTo>
                  <a:lnTo>
                    <a:pt x="3915748" y="0"/>
                  </a:lnTo>
                  <a:lnTo>
                    <a:pt x="3914892" y="0"/>
                  </a:lnTo>
                  <a:lnTo>
                    <a:pt x="3914036" y="0"/>
                  </a:lnTo>
                  <a:lnTo>
                    <a:pt x="3913181" y="0"/>
                  </a:lnTo>
                  <a:lnTo>
                    <a:pt x="3912325" y="0"/>
                  </a:lnTo>
                  <a:lnTo>
                    <a:pt x="3911470" y="0"/>
                  </a:lnTo>
                  <a:lnTo>
                    <a:pt x="3910614" y="0"/>
                  </a:lnTo>
                  <a:lnTo>
                    <a:pt x="3909759" y="0"/>
                  </a:lnTo>
                  <a:lnTo>
                    <a:pt x="3908903" y="0"/>
                  </a:lnTo>
                  <a:lnTo>
                    <a:pt x="3908048" y="0"/>
                  </a:lnTo>
                  <a:lnTo>
                    <a:pt x="3907192" y="0"/>
                  </a:lnTo>
                  <a:lnTo>
                    <a:pt x="3906337" y="0"/>
                  </a:lnTo>
                  <a:lnTo>
                    <a:pt x="3905481" y="0"/>
                  </a:lnTo>
                  <a:lnTo>
                    <a:pt x="3904626" y="0"/>
                  </a:lnTo>
                  <a:lnTo>
                    <a:pt x="3903770" y="0"/>
                  </a:lnTo>
                  <a:lnTo>
                    <a:pt x="3902915" y="0"/>
                  </a:lnTo>
                  <a:lnTo>
                    <a:pt x="3902059" y="0"/>
                  </a:lnTo>
                  <a:lnTo>
                    <a:pt x="3901204" y="0"/>
                  </a:lnTo>
                  <a:lnTo>
                    <a:pt x="3900348" y="0"/>
                  </a:lnTo>
                  <a:lnTo>
                    <a:pt x="3899492" y="0"/>
                  </a:lnTo>
                  <a:lnTo>
                    <a:pt x="3898637" y="0"/>
                  </a:lnTo>
                  <a:lnTo>
                    <a:pt x="3897781" y="0"/>
                  </a:lnTo>
                  <a:lnTo>
                    <a:pt x="3896926" y="0"/>
                  </a:lnTo>
                  <a:lnTo>
                    <a:pt x="3896070" y="0"/>
                  </a:lnTo>
                  <a:lnTo>
                    <a:pt x="3895215" y="0"/>
                  </a:lnTo>
                  <a:lnTo>
                    <a:pt x="3894359" y="0"/>
                  </a:lnTo>
                  <a:lnTo>
                    <a:pt x="3893504" y="0"/>
                  </a:lnTo>
                  <a:lnTo>
                    <a:pt x="3892648" y="0"/>
                  </a:lnTo>
                  <a:lnTo>
                    <a:pt x="3891793" y="0"/>
                  </a:lnTo>
                  <a:lnTo>
                    <a:pt x="3890937" y="0"/>
                  </a:lnTo>
                  <a:lnTo>
                    <a:pt x="3890082" y="0"/>
                  </a:lnTo>
                  <a:lnTo>
                    <a:pt x="3889226" y="0"/>
                  </a:lnTo>
                  <a:lnTo>
                    <a:pt x="3888371" y="0"/>
                  </a:lnTo>
                  <a:lnTo>
                    <a:pt x="3887515" y="0"/>
                  </a:lnTo>
                  <a:lnTo>
                    <a:pt x="3886660" y="0"/>
                  </a:lnTo>
                  <a:lnTo>
                    <a:pt x="3885804" y="0"/>
                  </a:lnTo>
                  <a:lnTo>
                    <a:pt x="3884949" y="0"/>
                  </a:lnTo>
                  <a:lnTo>
                    <a:pt x="3884093" y="0"/>
                  </a:lnTo>
                  <a:lnTo>
                    <a:pt x="3883237" y="0"/>
                  </a:lnTo>
                  <a:lnTo>
                    <a:pt x="3882382" y="0"/>
                  </a:lnTo>
                  <a:lnTo>
                    <a:pt x="3881526" y="0"/>
                  </a:lnTo>
                  <a:lnTo>
                    <a:pt x="3880671" y="0"/>
                  </a:lnTo>
                  <a:lnTo>
                    <a:pt x="3879815" y="0"/>
                  </a:lnTo>
                  <a:lnTo>
                    <a:pt x="3878960" y="0"/>
                  </a:lnTo>
                  <a:lnTo>
                    <a:pt x="3878104" y="0"/>
                  </a:lnTo>
                  <a:lnTo>
                    <a:pt x="3877249" y="0"/>
                  </a:lnTo>
                  <a:lnTo>
                    <a:pt x="3876393" y="0"/>
                  </a:lnTo>
                  <a:lnTo>
                    <a:pt x="3875538" y="0"/>
                  </a:lnTo>
                  <a:lnTo>
                    <a:pt x="3874682" y="0"/>
                  </a:lnTo>
                  <a:lnTo>
                    <a:pt x="3873827" y="0"/>
                  </a:lnTo>
                  <a:lnTo>
                    <a:pt x="3872971" y="0"/>
                  </a:lnTo>
                  <a:lnTo>
                    <a:pt x="3872116" y="0"/>
                  </a:lnTo>
                  <a:lnTo>
                    <a:pt x="3871260" y="0"/>
                  </a:lnTo>
                  <a:lnTo>
                    <a:pt x="3870405" y="0"/>
                  </a:lnTo>
                  <a:lnTo>
                    <a:pt x="3869549" y="0"/>
                  </a:lnTo>
                  <a:lnTo>
                    <a:pt x="3868694" y="0"/>
                  </a:lnTo>
                  <a:lnTo>
                    <a:pt x="3867838" y="0"/>
                  </a:lnTo>
                  <a:lnTo>
                    <a:pt x="3866982" y="0"/>
                  </a:lnTo>
                  <a:lnTo>
                    <a:pt x="3866127" y="0"/>
                  </a:lnTo>
                  <a:lnTo>
                    <a:pt x="3865271" y="0"/>
                  </a:lnTo>
                  <a:lnTo>
                    <a:pt x="3864416" y="0"/>
                  </a:lnTo>
                  <a:lnTo>
                    <a:pt x="3863560" y="0"/>
                  </a:lnTo>
                  <a:lnTo>
                    <a:pt x="3862705" y="0"/>
                  </a:lnTo>
                  <a:lnTo>
                    <a:pt x="3861849" y="0"/>
                  </a:lnTo>
                  <a:lnTo>
                    <a:pt x="3860994" y="0"/>
                  </a:lnTo>
                  <a:lnTo>
                    <a:pt x="3860138" y="0"/>
                  </a:lnTo>
                  <a:lnTo>
                    <a:pt x="3859283" y="0"/>
                  </a:lnTo>
                  <a:lnTo>
                    <a:pt x="3858427" y="0"/>
                  </a:lnTo>
                  <a:lnTo>
                    <a:pt x="3857572" y="0"/>
                  </a:lnTo>
                  <a:lnTo>
                    <a:pt x="3856716" y="0"/>
                  </a:lnTo>
                  <a:lnTo>
                    <a:pt x="3855861" y="0"/>
                  </a:lnTo>
                  <a:lnTo>
                    <a:pt x="3855005" y="0"/>
                  </a:lnTo>
                  <a:lnTo>
                    <a:pt x="3854150" y="0"/>
                  </a:lnTo>
                  <a:lnTo>
                    <a:pt x="3853294" y="0"/>
                  </a:lnTo>
                  <a:lnTo>
                    <a:pt x="3852438" y="0"/>
                  </a:lnTo>
                  <a:lnTo>
                    <a:pt x="3851583" y="0"/>
                  </a:lnTo>
                  <a:lnTo>
                    <a:pt x="3850727" y="0"/>
                  </a:lnTo>
                  <a:lnTo>
                    <a:pt x="3849872" y="0"/>
                  </a:lnTo>
                  <a:lnTo>
                    <a:pt x="3849016" y="0"/>
                  </a:lnTo>
                  <a:lnTo>
                    <a:pt x="3848161" y="0"/>
                  </a:lnTo>
                  <a:lnTo>
                    <a:pt x="3847305" y="0"/>
                  </a:lnTo>
                  <a:lnTo>
                    <a:pt x="3846450" y="0"/>
                  </a:lnTo>
                  <a:lnTo>
                    <a:pt x="3845594" y="0"/>
                  </a:lnTo>
                  <a:lnTo>
                    <a:pt x="3844739" y="0"/>
                  </a:lnTo>
                  <a:lnTo>
                    <a:pt x="3843883" y="0"/>
                  </a:lnTo>
                  <a:lnTo>
                    <a:pt x="3843028" y="0"/>
                  </a:lnTo>
                  <a:lnTo>
                    <a:pt x="3842172" y="0"/>
                  </a:lnTo>
                  <a:lnTo>
                    <a:pt x="3841317" y="0"/>
                  </a:lnTo>
                  <a:lnTo>
                    <a:pt x="3840461" y="0"/>
                  </a:lnTo>
                  <a:lnTo>
                    <a:pt x="3839606" y="0"/>
                  </a:lnTo>
                  <a:lnTo>
                    <a:pt x="3838750" y="0"/>
                  </a:lnTo>
                  <a:lnTo>
                    <a:pt x="3837895" y="0"/>
                  </a:lnTo>
                  <a:lnTo>
                    <a:pt x="3837039" y="0"/>
                  </a:lnTo>
                  <a:lnTo>
                    <a:pt x="3836183" y="0"/>
                  </a:lnTo>
                  <a:lnTo>
                    <a:pt x="3835328" y="0"/>
                  </a:lnTo>
                  <a:lnTo>
                    <a:pt x="3834472" y="0"/>
                  </a:lnTo>
                  <a:lnTo>
                    <a:pt x="3833617" y="0"/>
                  </a:lnTo>
                  <a:lnTo>
                    <a:pt x="3832761" y="0"/>
                  </a:lnTo>
                  <a:lnTo>
                    <a:pt x="3831906" y="0"/>
                  </a:lnTo>
                  <a:lnTo>
                    <a:pt x="3831050" y="0"/>
                  </a:lnTo>
                  <a:lnTo>
                    <a:pt x="3830195" y="0"/>
                  </a:lnTo>
                  <a:lnTo>
                    <a:pt x="3829339" y="0"/>
                  </a:lnTo>
                  <a:lnTo>
                    <a:pt x="3828484" y="0"/>
                  </a:lnTo>
                  <a:lnTo>
                    <a:pt x="3827628" y="0"/>
                  </a:lnTo>
                  <a:lnTo>
                    <a:pt x="3826773" y="0"/>
                  </a:lnTo>
                  <a:lnTo>
                    <a:pt x="3825917" y="0"/>
                  </a:lnTo>
                  <a:lnTo>
                    <a:pt x="3825062" y="0"/>
                  </a:lnTo>
                  <a:lnTo>
                    <a:pt x="3824206" y="0"/>
                  </a:lnTo>
                  <a:lnTo>
                    <a:pt x="3823351" y="0"/>
                  </a:lnTo>
                  <a:lnTo>
                    <a:pt x="3822495" y="0"/>
                  </a:lnTo>
                  <a:lnTo>
                    <a:pt x="3821640" y="0"/>
                  </a:lnTo>
                  <a:lnTo>
                    <a:pt x="3820784" y="0"/>
                  </a:lnTo>
                  <a:lnTo>
                    <a:pt x="3819928" y="0"/>
                  </a:lnTo>
                  <a:lnTo>
                    <a:pt x="3819073" y="0"/>
                  </a:lnTo>
                  <a:lnTo>
                    <a:pt x="3818217" y="0"/>
                  </a:lnTo>
                  <a:lnTo>
                    <a:pt x="3817362" y="0"/>
                  </a:lnTo>
                  <a:lnTo>
                    <a:pt x="3816506" y="0"/>
                  </a:lnTo>
                  <a:lnTo>
                    <a:pt x="3815651" y="0"/>
                  </a:lnTo>
                  <a:lnTo>
                    <a:pt x="3814795" y="0"/>
                  </a:lnTo>
                  <a:lnTo>
                    <a:pt x="3813940" y="0"/>
                  </a:lnTo>
                  <a:lnTo>
                    <a:pt x="3813084" y="0"/>
                  </a:lnTo>
                  <a:lnTo>
                    <a:pt x="3812229" y="0"/>
                  </a:lnTo>
                  <a:lnTo>
                    <a:pt x="3811373" y="0"/>
                  </a:lnTo>
                  <a:lnTo>
                    <a:pt x="3810518" y="0"/>
                  </a:lnTo>
                  <a:lnTo>
                    <a:pt x="3809662" y="0"/>
                  </a:lnTo>
                  <a:lnTo>
                    <a:pt x="3808807" y="0"/>
                  </a:lnTo>
                  <a:lnTo>
                    <a:pt x="3807951" y="0"/>
                  </a:lnTo>
                  <a:lnTo>
                    <a:pt x="3807096" y="0"/>
                  </a:lnTo>
                  <a:lnTo>
                    <a:pt x="3806240" y="0"/>
                  </a:lnTo>
                  <a:lnTo>
                    <a:pt x="3805384" y="0"/>
                  </a:lnTo>
                  <a:lnTo>
                    <a:pt x="3804529" y="0"/>
                  </a:lnTo>
                  <a:lnTo>
                    <a:pt x="3803673" y="0"/>
                  </a:lnTo>
                  <a:lnTo>
                    <a:pt x="3802818" y="0"/>
                  </a:lnTo>
                  <a:lnTo>
                    <a:pt x="3801962" y="0"/>
                  </a:lnTo>
                  <a:lnTo>
                    <a:pt x="3801107" y="0"/>
                  </a:lnTo>
                  <a:lnTo>
                    <a:pt x="3800251" y="0"/>
                  </a:lnTo>
                  <a:lnTo>
                    <a:pt x="3799396" y="0"/>
                  </a:lnTo>
                  <a:lnTo>
                    <a:pt x="3798540" y="0"/>
                  </a:lnTo>
                  <a:lnTo>
                    <a:pt x="3797685" y="0"/>
                  </a:lnTo>
                  <a:lnTo>
                    <a:pt x="3796829" y="0"/>
                  </a:lnTo>
                  <a:lnTo>
                    <a:pt x="3795974" y="0"/>
                  </a:lnTo>
                  <a:lnTo>
                    <a:pt x="3795118" y="0"/>
                  </a:lnTo>
                  <a:lnTo>
                    <a:pt x="3794263" y="0"/>
                  </a:lnTo>
                  <a:lnTo>
                    <a:pt x="3793407" y="0"/>
                  </a:lnTo>
                  <a:lnTo>
                    <a:pt x="3792552" y="0"/>
                  </a:lnTo>
                  <a:lnTo>
                    <a:pt x="3791696" y="0"/>
                  </a:lnTo>
                  <a:lnTo>
                    <a:pt x="3790841" y="0"/>
                  </a:lnTo>
                  <a:lnTo>
                    <a:pt x="3789985" y="0"/>
                  </a:lnTo>
                  <a:lnTo>
                    <a:pt x="3789129" y="0"/>
                  </a:lnTo>
                  <a:lnTo>
                    <a:pt x="3788274" y="0"/>
                  </a:lnTo>
                  <a:lnTo>
                    <a:pt x="3787418" y="0"/>
                  </a:lnTo>
                  <a:lnTo>
                    <a:pt x="3786563" y="0"/>
                  </a:lnTo>
                  <a:lnTo>
                    <a:pt x="3785707" y="0"/>
                  </a:lnTo>
                  <a:lnTo>
                    <a:pt x="3784852" y="0"/>
                  </a:lnTo>
                  <a:lnTo>
                    <a:pt x="3783996" y="0"/>
                  </a:lnTo>
                  <a:lnTo>
                    <a:pt x="3783141" y="0"/>
                  </a:lnTo>
                  <a:lnTo>
                    <a:pt x="3782285" y="0"/>
                  </a:lnTo>
                  <a:lnTo>
                    <a:pt x="3781430" y="0"/>
                  </a:lnTo>
                  <a:lnTo>
                    <a:pt x="3780574" y="0"/>
                  </a:lnTo>
                  <a:lnTo>
                    <a:pt x="3779719" y="0"/>
                  </a:lnTo>
                  <a:lnTo>
                    <a:pt x="3778863" y="0"/>
                  </a:lnTo>
                  <a:lnTo>
                    <a:pt x="3778008" y="0"/>
                  </a:lnTo>
                  <a:lnTo>
                    <a:pt x="3777152" y="0"/>
                  </a:lnTo>
                  <a:lnTo>
                    <a:pt x="3776297" y="0"/>
                  </a:lnTo>
                  <a:lnTo>
                    <a:pt x="3775441" y="0"/>
                  </a:lnTo>
                  <a:lnTo>
                    <a:pt x="3774586" y="0"/>
                  </a:lnTo>
                  <a:lnTo>
                    <a:pt x="3773730" y="0"/>
                  </a:lnTo>
                  <a:lnTo>
                    <a:pt x="3772874" y="0"/>
                  </a:lnTo>
                  <a:lnTo>
                    <a:pt x="3772019" y="0"/>
                  </a:lnTo>
                  <a:lnTo>
                    <a:pt x="3771163" y="0"/>
                  </a:lnTo>
                  <a:lnTo>
                    <a:pt x="3770308" y="0"/>
                  </a:lnTo>
                  <a:lnTo>
                    <a:pt x="3769452" y="0"/>
                  </a:lnTo>
                  <a:lnTo>
                    <a:pt x="3768597" y="0"/>
                  </a:lnTo>
                  <a:lnTo>
                    <a:pt x="3767741" y="0"/>
                  </a:lnTo>
                  <a:lnTo>
                    <a:pt x="3766886" y="0"/>
                  </a:lnTo>
                  <a:lnTo>
                    <a:pt x="3766030" y="0"/>
                  </a:lnTo>
                  <a:lnTo>
                    <a:pt x="3765175" y="0"/>
                  </a:lnTo>
                  <a:lnTo>
                    <a:pt x="3764319" y="0"/>
                  </a:lnTo>
                  <a:lnTo>
                    <a:pt x="3763464" y="0"/>
                  </a:lnTo>
                  <a:lnTo>
                    <a:pt x="3762608" y="0"/>
                  </a:lnTo>
                  <a:lnTo>
                    <a:pt x="3761753" y="0"/>
                  </a:lnTo>
                  <a:lnTo>
                    <a:pt x="3760897" y="0"/>
                  </a:lnTo>
                  <a:lnTo>
                    <a:pt x="3760042" y="0"/>
                  </a:lnTo>
                  <a:lnTo>
                    <a:pt x="3759186" y="0"/>
                  </a:lnTo>
                  <a:lnTo>
                    <a:pt x="3758331" y="0"/>
                  </a:lnTo>
                  <a:lnTo>
                    <a:pt x="3757475" y="0"/>
                  </a:lnTo>
                  <a:lnTo>
                    <a:pt x="3756619" y="0"/>
                  </a:lnTo>
                  <a:lnTo>
                    <a:pt x="3755764" y="0"/>
                  </a:lnTo>
                  <a:lnTo>
                    <a:pt x="3754908" y="0"/>
                  </a:lnTo>
                  <a:lnTo>
                    <a:pt x="3754053" y="0"/>
                  </a:lnTo>
                  <a:lnTo>
                    <a:pt x="3753197" y="0"/>
                  </a:lnTo>
                  <a:lnTo>
                    <a:pt x="3752342" y="0"/>
                  </a:lnTo>
                  <a:lnTo>
                    <a:pt x="3751486" y="0"/>
                  </a:lnTo>
                  <a:lnTo>
                    <a:pt x="3750631" y="0"/>
                  </a:lnTo>
                  <a:lnTo>
                    <a:pt x="3749775" y="0"/>
                  </a:lnTo>
                  <a:lnTo>
                    <a:pt x="3748920" y="0"/>
                  </a:lnTo>
                  <a:lnTo>
                    <a:pt x="3748064" y="0"/>
                  </a:lnTo>
                  <a:lnTo>
                    <a:pt x="3747209" y="0"/>
                  </a:lnTo>
                  <a:lnTo>
                    <a:pt x="3746353" y="0"/>
                  </a:lnTo>
                  <a:lnTo>
                    <a:pt x="3745498" y="0"/>
                  </a:lnTo>
                  <a:lnTo>
                    <a:pt x="3744642" y="0"/>
                  </a:lnTo>
                  <a:lnTo>
                    <a:pt x="3743787" y="0"/>
                  </a:lnTo>
                  <a:lnTo>
                    <a:pt x="3742931" y="0"/>
                  </a:lnTo>
                  <a:lnTo>
                    <a:pt x="3742075" y="0"/>
                  </a:lnTo>
                  <a:lnTo>
                    <a:pt x="3741220" y="0"/>
                  </a:lnTo>
                  <a:lnTo>
                    <a:pt x="3740364" y="0"/>
                  </a:lnTo>
                  <a:lnTo>
                    <a:pt x="3739509" y="0"/>
                  </a:lnTo>
                  <a:lnTo>
                    <a:pt x="3738653" y="0"/>
                  </a:lnTo>
                  <a:lnTo>
                    <a:pt x="3737798" y="0"/>
                  </a:lnTo>
                  <a:lnTo>
                    <a:pt x="3736942" y="0"/>
                  </a:lnTo>
                  <a:lnTo>
                    <a:pt x="3736087" y="0"/>
                  </a:lnTo>
                  <a:lnTo>
                    <a:pt x="3735231" y="0"/>
                  </a:lnTo>
                  <a:lnTo>
                    <a:pt x="3734376" y="0"/>
                  </a:lnTo>
                  <a:lnTo>
                    <a:pt x="3733520" y="0"/>
                  </a:lnTo>
                  <a:lnTo>
                    <a:pt x="3732665" y="0"/>
                  </a:lnTo>
                  <a:lnTo>
                    <a:pt x="3731809" y="0"/>
                  </a:lnTo>
                  <a:lnTo>
                    <a:pt x="3730954" y="0"/>
                  </a:lnTo>
                  <a:lnTo>
                    <a:pt x="3730098" y="0"/>
                  </a:lnTo>
                  <a:lnTo>
                    <a:pt x="3729243" y="0"/>
                  </a:lnTo>
                  <a:lnTo>
                    <a:pt x="3728387" y="0"/>
                  </a:lnTo>
                  <a:lnTo>
                    <a:pt x="3727532" y="0"/>
                  </a:lnTo>
                  <a:lnTo>
                    <a:pt x="3726676" y="0"/>
                  </a:lnTo>
                  <a:lnTo>
                    <a:pt x="3725820" y="0"/>
                  </a:lnTo>
                  <a:lnTo>
                    <a:pt x="3724965" y="0"/>
                  </a:lnTo>
                  <a:lnTo>
                    <a:pt x="3724109" y="0"/>
                  </a:lnTo>
                  <a:lnTo>
                    <a:pt x="3723254" y="0"/>
                  </a:lnTo>
                  <a:lnTo>
                    <a:pt x="3722398" y="0"/>
                  </a:lnTo>
                  <a:lnTo>
                    <a:pt x="3721543" y="0"/>
                  </a:lnTo>
                  <a:lnTo>
                    <a:pt x="3720687" y="0"/>
                  </a:lnTo>
                  <a:lnTo>
                    <a:pt x="3719832" y="0"/>
                  </a:lnTo>
                  <a:lnTo>
                    <a:pt x="3718976" y="0"/>
                  </a:lnTo>
                  <a:lnTo>
                    <a:pt x="3718121" y="0"/>
                  </a:lnTo>
                  <a:lnTo>
                    <a:pt x="3717265" y="0"/>
                  </a:lnTo>
                  <a:lnTo>
                    <a:pt x="3716410" y="0"/>
                  </a:lnTo>
                  <a:lnTo>
                    <a:pt x="3715554" y="0"/>
                  </a:lnTo>
                  <a:lnTo>
                    <a:pt x="3714699" y="0"/>
                  </a:lnTo>
                  <a:lnTo>
                    <a:pt x="3713843" y="0"/>
                  </a:lnTo>
                  <a:lnTo>
                    <a:pt x="3712988" y="0"/>
                  </a:lnTo>
                  <a:lnTo>
                    <a:pt x="3712132" y="0"/>
                  </a:lnTo>
                  <a:lnTo>
                    <a:pt x="3711277" y="0"/>
                  </a:lnTo>
                  <a:lnTo>
                    <a:pt x="3710421" y="0"/>
                  </a:lnTo>
                  <a:lnTo>
                    <a:pt x="3709565" y="0"/>
                  </a:lnTo>
                  <a:lnTo>
                    <a:pt x="3708710" y="0"/>
                  </a:lnTo>
                  <a:lnTo>
                    <a:pt x="3707854" y="0"/>
                  </a:lnTo>
                  <a:lnTo>
                    <a:pt x="3706999" y="0"/>
                  </a:lnTo>
                  <a:lnTo>
                    <a:pt x="3706143" y="0"/>
                  </a:lnTo>
                  <a:lnTo>
                    <a:pt x="3705288" y="0"/>
                  </a:lnTo>
                  <a:lnTo>
                    <a:pt x="3704432" y="0"/>
                  </a:lnTo>
                  <a:lnTo>
                    <a:pt x="3703577" y="0"/>
                  </a:lnTo>
                  <a:lnTo>
                    <a:pt x="3702721" y="0"/>
                  </a:lnTo>
                  <a:lnTo>
                    <a:pt x="3701866" y="0"/>
                  </a:lnTo>
                  <a:lnTo>
                    <a:pt x="3701010" y="0"/>
                  </a:lnTo>
                  <a:lnTo>
                    <a:pt x="3700155" y="0"/>
                  </a:lnTo>
                  <a:lnTo>
                    <a:pt x="3699299" y="0"/>
                  </a:lnTo>
                  <a:lnTo>
                    <a:pt x="3698444" y="0"/>
                  </a:lnTo>
                  <a:lnTo>
                    <a:pt x="3697588" y="0"/>
                  </a:lnTo>
                  <a:lnTo>
                    <a:pt x="3696733" y="0"/>
                  </a:lnTo>
                  <a:lnTo>
                    <a:pt x="3695877" y="0"/>
                  </a:lnTo>
                  <a:lnTo>
                    <a:pt x="3695021" y="0"/>
                  </a:lnTo>
                  <a:lnTo>
                    <a:pt x="3694166" y="0"/>
                  </a:lnTo>
                  <a:lnTo>
                    <a:pt x="3693310" y="0"/>
                  </a:lnTo>
                  <a:lnTo>
                    <a:pt x="3692455" y="0"/>
                  </a:lnTo>
                  <a:lnTo>
                    <a:pt x="3691599" y="0"/>
                  </a:lnTo>
                  <a:lnTo>
                    <a:pt x="3690744" y="0"/>
                  </a:lnTo>
                  <a:lnTo>
                    <a:pt x="3689888" y="0"/>
                  </a:lnTo>
                  <a:lnTo>
                    <a:pt x="3689033" y="0"/>
                  </a:lnTo>
                  <a:lnTo>
                    <a:pt x="3688177" y="0"/>
                  </a:lnTo>
                  <a:lnTo>
                    <a:pt x="3687322" y="0"/>
                  </a:lnTo>
                  <a:lnTo>
                    <a:pt x="3686466" y="0"/>
                  </a:lnTo>
                  <a:lnTo>
                    <a:pt x="3685611" y="0"/>
                  </a:lnTo>
                  <a:lnTo>
                    <a:pt x="3684755" y="0"/>
                  </a:lnTo>
                  <a:lnTo>
                    <a:pt x="3683900" y="0"/>
                  </a:lnTo>
                  <a:lnTo>
                    <a:pt x="3683044" y="0"/>
                  </a:lnTo>
                  <a:lnTo>
                    <a:pt x="3682189" y="0"/>
                  </a:lnTo>
                  <a:lnTo>
                    <a:pt x="3681333" y="0"/>
                  </a:lnTo>
                  <a:lnTo>
                    <a:pt x="3680478" y="0"/>
                  </a:lnTo>
                  <a:lnTo>
                    <a:pt x="3679622" y="0"/>
                  </a:lnTo>
                  <a:lnTo>
                    <a:pt x="3678766" y="0"/>
                  </a:lnTo>
                  <a:lnTo>
                    <a:pt x="3677911" y="0"/>
                  </a:lnTo>
                  <a:lnTo>
                    <a:pt x="3677055" y="0"/>
                  </a:lnTo>
                  <a:lnTo>
                    <a:pt x="3676200" y="0"/>
                  </a:lnTo>
                  <a:lnTo>
                    <a:pt x="3675344" y="0"/>
                  </a:lnTo>
                  <a:lnTo>
                    <a:pt x="3674489" y="0"/>
                  </a:lnTo>
                  <a:lnTo>
                    <a:pt x="3673633" y="0"/>
                  </a:lnTo>
                  <a:lnTo>
                    <a:pt x="3672778" y="0"/>
                  </a:lnTo>
                  <a:lnTo>
                    <a:pt x="3671922" y="0"/>
                  </a:lnTo>
                  <a:lnTo>
                    <a:pt x="3671067" y="0"/>
                  </a:lnTo>
                  <a:lnTo>
                    <a:pt x="3670211" y="0"/>
                  </a:lnTo>
                  <a:lnTo>
                    <a:pt x="3669356" y="0"/>
                  </a:lnTo>
                  <a:lnTo>
                    <a:pt x="3668500" y="0"/>
                  </a:lnTo>
                  <a:lnTo>
                    <a:pt x="3667645" y="0"/>
                  </a:lnTo>
                  <a:lnTo>
                    <a:pt x="3666789" y="0"/>
                  </a:lnTo>
                  <a:lnTo>
                    <a:pt x="3665934" y="0"/>
                  </a:lnTo>
                  <a:lnTo>
                    <a:pt x="3665078" y="0"/>
                  </a:lnTo>
                  <a:lnTo>
                    <a:pt x="3664223" y="0"/>
                  </a:lnTo>
                  <a:lnTo>
                    <a:pt x="3663367" y="0"/>
                  </a:lnTo>
                  <a:lnTo>
                    <a:pt x="3662511" y="0"/>
                  </a:lnTo>
                  <a:lnTo>
                    <a:pt x="3661656" y="0"/>
                  </a:lnTo>
                  <a:lnTo>
                    <a:pt x="3660800" y="0"/>
                  </a:lnTo>
                  <a:lnTo>
                    <a:pt x="3659945" y="0"/>
                  </a:lnTo>
                  <a:lnTo>
                    <a:pt x="3659089" y="0"/>
                  </a:lnTo>
                  <a:lnTo>
                    <a:pt x="3658234" y="0"/>
                  </a:lnTo>
                  <a:lnTo>
                    <a:pt x="3657378" y="0"/>
                  </a:lnTo>
                  <a:lnTo>
                    <a:pt x="3656523" y="0"/>
                  </a:lnTo>
                  <a:lnTo>
                    <a:pt x="3655667" y="0"/>
                  </a:lnTo>
                  <a:lnTo>
                    <a:pt x="3654812" y="0"/>
                  </a:lnTo>
                  <a:lnTo>
                    <a:pt x="3653956" y="0"/>
                  </a:lnTo>
                  <a:lnTo>
                    <a:pt x="3653101" y="0"/>
                  </a:lnTo>
                  <a:lnTo>
                    <a:pt x="3652245" y="0"/>
                  </a:lnTo>
                  <a:lnTo>
                    <a:pt x="3651390" y="0"/>
                  </a:lnTo>
                  <a:lnTo>
                    <a:pt x="3650534" y="0"/>
                  </a:lnTo>
                  <a:lnTo>
                    <a:pt x="3649679" y="0"/>
                  </a:lnTo>
                  <a:lnTo>
                    <a:pt x="3648823" y="0"/>
                  </a:lnTo>
                  <a:lnTo>
                    <a:pt x="3647967" y="0"/>
                  </a:lnTo>
                  <a:lnTo>
                    <a:pt x="3647112" y="0"/>
                  </a:lnTo>
                  <a:lnTo>
                    <a:pt x="3646256" y="0"/>
                  </a:lnTo>
                  <a:lnTo>
                    <a:pt x="3645401" y="0"/>
                  </a:lnTo>
                  <a:lnTo>
                    <a:pt x="3644545" y="0"/>
                  </a:lnTo>
                  <a:lnTo>
                    <a:pt x="3643690" y="0"/>
                  </a:lnTo>
                  <a:lnTo>
                    <a:pt x="3642834" y="0"/>
                  </a:lnTo>
                  <a:lnTo>
                    <a:pt x="3641979" y="0"/>
                  </a:lnTo>
                  <a:lnTo>
                    <a:pt x="3641123" y="0"/>
                  </a:lnTo>
                  <a:lnTo>
                    <a:pt x="3640268" y="0"/>
                  </a:lnTo>
                  <a:lnTo>
                    <a:pt x="3639412" y="0"/>
                  </a:lnTo>
                  <a:lnTo>
                    <a:pt x="3638557" y="0"/>
                  </a:lnTo>
                  <a:lnTo>
                    <a:pt x="3637701" y="0"/>
                  </a:lnTo>
                  <a:lnTo>
                    <a:pt x="3636846" y="0"/>
                  </a:lnTo>
                  <a:lnTo>
                    <a:pt x="3635990" y="0"/>
                  </a:lnTo>
                  <a:lnTo>
                    <a:pt x="3635135" y="0"/>
                  </a:lnTo>
                  <a:lnTo>
                    <a:pt x="3634279" y="0"/>
                  </a:lnTo>
                  <a:lnTo>
                    <a:pt x="3633424" y="0"/>
                  </a:lnTo>
                  <a:lnTo>
                    <a:pt x="3632568" y="0"/>
                  </a:lnTo>
                  <a:lnTo>
                    <a:pt x="3631712" y="0"/>
                  </a:lnTo>
                  <a:lnTo>
                    <a:pt x="3630857" y="0"/>
                  </a:lnTo>
                  <a:lnTo>
                    <a:pt x="3630001" y="0"/>
                  </a:lnTo>
                  <a:lnTo>
                    <a:pt x="3629146" y="0"/>
                  </a:lnTo>
                  <a:lnTo>
                    <a:pt x="3628290" y="0"/>
                  </a:lnTo>
                  <a:lnTo>
                    <a:pt x="3627435" y="0"/>
                  </a:lnTo>
                  <a:lnTo>
                    <a:pt x="3626579" y="0"/>
                  </a:lnTo>
                  <a:lnTo>
                    <a:pt x="3625724" y="0"/>
                  </a:lnTo>
                  <a:lnTo>
                    <a:pt x="3624868" y="0"/>
                  </a:lnTo>
                  <a:lnTo>
                    <a:pt x="3624013" y="0"/>
                  </a:lnTo>
                  <a:lnTo>
                    <a:pt x="3623157" y="0"/>
                  </a:lnTo>
                  <a:lnTo>
                    <a:pt x="3622302" y="0"/>
                  </a:lnTo>
                  <a:lnTo>
                    <a:pt x="3621446" y="0"/>
                  </a:lnTo>
                  <a:lnTo>
                    <a:pt x="3620591" y="0"/>
                  </a:lnTo>
                  <a:lnTo>
                    <a:pt x="3619735" y="0"/>
                  </a:lnTo>
                  <a:lnTo>
                    <a:pt x="3618880" y="0"/>
                  </a:lnTo>
                  <a:lnTo>
                    <a:pt x="3618024" y="0"/>
                  </a:lnTo>
                  <a:lnTo>
                    <a:pt x="3617169" y="0"/>
                  </a:lnTo>
                  <a:lnTo>
                    <a:pt x="3616313" y="0"/>
                  </a:lnTo>
                  <a:lnTo>
                    <a:pt x="3615457" y="0"/>
                  </a:lnTo>
                  <a:lnTo>
                    <a:pt x="3614602" y="0"/>
                  </a:lnTo>
                  <a:lnTo>
                    <a:pt x="3613746" y="0"/>
                  </a:lnTo>
                  <a:lnTo>
                    <a:pt x="3612891" y="0"/>
                  </a:lnTo>
                  <a:lnTo>
                    <a:pt x="3612035" y="0"/>
                  </a:lnTo>
                  <a:lnTo>
                    <a:pt x="3611180" y="0"/>
                  </a:lnTo>
                  <a:lnTo>
                    <a:pt x="3610324" y="0"/>
                  </a:lnTo>
                  <a:lnTo>
                    <a:pt x="3609469" y="0"/>
                  </a:lnTo>
                  <a:lnTo>
                    <a:pt x="3608613" y="0"/>
                  </a:lnTo>
                  <a:lnTo>
                    <a:pt x="3607758" y="0"/>
                  </a:lnTo>
                  <a:lnTo>
                    <a:pt x="3606902" y="0"/>
                  </a:lnTo>
                  <a:lnTo>
                    <a:pt x="3606047" y="0"/>
                  </a:lnTo>
                  <a:lnTo>
                    <a:pt x="3605191" y="0"/>
                  </a:lnTo>
                  <a:lnTo>
                    <a:pt x="3604336" y="0"/>
                  </a:lnTo>
                  <a:lnTo>
                    <a:pt x="3603480" y="0"/>
                  </a:lnTo>
                  <a:lnTo>
                    <a:pt x="3602625" y="0"/>
                  </a:lnTo>
                  <a:lnTo>
                    <a:pt x="3601769" y="0"/>
                  </a:lnTo>
                  <a:lnTo>
                    <a:pt x="3600913" y="0"/>
                  </a:lnTo>
                  <a:lnTo>
                    <a:pt x="3600058" y="0"/>
                  </a:lnTo>
                  <a:lnTo>
                    <a:pt x="3599202" y="0"/>
                  </a:lnTo>
                  <a:lnTo>
                    <a:pt x="3598347" y="0"/>
                  </a:lnTo>
                  <a:lnTo>
                    <a:pt x="3597491" y="0"/>
                  </a:lnTo>
                  <a:lnTo>
                    <a:pt x="3596636" y="0"/>
                  </a:lnTo>
                  <a:lnTo>
                    <a:pt x="3595780" y="0"/>
                  </a:lnTo>
                  <a:lnTo>
                    <a:pt x="3594925" y="0"/>
                  </a:lnTo>
                  <a:lnTo>
                    <a:pt x="3594069" y="0"/>
                  </a:lnTo>
                  <a:lnTo>
                    <a:pt x="3593214" y="0"/>
                  </a:lnTo>
                  <a:lnTo>
                    <a:pt x="3592358" y="0"/>
                  </a:lnTo>
                  <a:lnTo>
                    <a:pt x="3591503" y="0"/>
                  </a:lnTo>
                  <a:lnTo>
                    <a:pt x="3590647" y="0"/>
                  </a:lnTo>
                  <a:lnTo>
                    <a:pt x="3589792" y="0"/>
                  </a:lnTo>
                  <a:lnTo>
                    <a:pt x="3588936" y="0"/>
                  </a:lnTo>
                  <a:lnTo>
                    <a:pt x="3588081" y="0"/>
                  </a:lnTo>
                  <a:lnTo>
                    <a:pt x="3587225" y="0"/>
                  </a:lnTo>
                  <a:lnTo>
                    <a:pt x="3586370" y="0"/>
                  </a:lnTo>
                  <a:lnTo>
                    <a:pt x="3585514" y="0"/>
                  </a:lnTo>
                  <a:lnTo>
                    <a:pt x="3584658" y="0"/>
                  </a:lnTo>
                  <a:lnTo>
                    <a:pt x="3583803" y="0"/>
                  </a:lnTo>
                  <a:lnTo>
                    <a:pt x="3582947" y="0"/>
                  </a:lnTo>
                  <a:lnTo>
                    <a:pt x="3582092" y="0"/>
                  </a:lnTo>
                  <a:lnTo>
                    <a:pt x="3581236" y="0"/>
                  </a:lnTo>
                  <a:lnTo>
                    <a:pt x="3580381" y="0"/>
                  </a:lnTo>
                  <a:lnTo>
                    <a:pt x="3579525" y="0"/>
                  </a:lnTo>
                  <a:lnTo>
                    <a:pt x="3578670" y="0"/>
                  </a:lnTo>
                  <a:lnTo>
                    <a:pt x="3577814" y="0"/>
                  </a:lnTo>
                  <a:lnTo>
                    <a:pt x="3576959" y="0"/>
                  </a:lnTo>
                  <a:lnTo>
                    <a:pt x="3576103" y="0"/>
                  </a:lnTo>
                  <a:lnTo>
                    <a:pt x="3575248" y="0"/>
                  </a:lnTo>
                  <a:lnTo>
                    <a:pt x="3574392" y="0"/>
                  </a:lnTo>
                  <a:lnTo>
                    <a:pt x="3573537" y="0"/>
                  </a:lnTo>
                  <a:lnTo>
                    <a:pt x="3572681" y="0"/>
                  </a:lnTo>
                  <a:lnTo>
                    <a:pt x="3571826" y="0"/>
                  </a:lnTo>
                  <a:lnTo>
                    <a:pt x="3570970" y="0"/>
                  </a:lnTo>
                  <a:lnTo>
                    <a:pt x="3570115" y="0"/>
                  </a:lnTo>
                  <a:lnTo>
                    <a:pt x="3569259" y="0"/>
                  </a:lnTo>
                  <a:lnTo>
                    <a:pt x="3568403" y="0"/>
                  </a:lnTo>
                  <a:lnTo>
                    <a:pt x="3567548" y="0"/>
                  </a:lnTo>
                  <a:lnTo>
                    <a:pt x="3566692" y="0"/>
                  </a:lnTo>
                  <a:lnTo>
                    <a:pt x="3565837" y="0"/>
                  </a:lnTo>
                  <a:lnTo>
                    <a:pt x="3564981" y="0"/>
                  </a:lnTo>
                  <a:lnTo>
                    <a:pt x="3564126" y="0"/>
                  </a:lnTo>
                  <a:lnTo>
                    <a:pt x="3563270" y="0"/>
                  </a:lnTo>
                  <a:lnTo>
                    <a:pt x="3562415" y="0"/>
                  </a:lnTo>
                  <a:lnTo>
                    <a:pt x="3561559" y="0"/>
                  </a:lnTo>
                  <a:lnTo>
                    <a:pt x="3560704" y="0"/>
                  </a:lnTo>
                  <a:lnTo>
                    <a:pt x="3559848" y="0"/>
                  </a:lnTo>
                  <a:lnTo>
                    <a:pt x="3558993" y="0"/>
                  </a:lnTo>
                  <a:lnTo>
                    <a:pt x="3558137" y="0"/>
                  </a:lnTo>
                  <a:lnTo>
                    <a:pt x="3557282" y="0"/>
                  </a:lnTo>
                  <a:lnTo>
                    <a:pt x="3556426" y="0"/>
                  </a:lnTo>
                  <a:lnTo>
                    <a:pt x="3555571" y="0"/>
                  </a:lnTo>
                  <a:lnTo>
                    <a:pt x="3554715" y="0"/>
                  </a:lnTo>
                  <a:lnTo>
                    <a:pt x="3553859" y="0"/>
                  </a:lnTo>
                  <a:lnTo>
                    <a:pt x="3553004" y="0"/>
                  </a:lnTo>
                  <a:lnTo>
                    <a:pt x="3552148" y="0"/>
                  </a:lnTo>
                  <a:lnTo>
                    <a:pt x="3551293" y="0"/>
                  </a:lnTo>
                  <a:lnTo>
                    <a:pt x="3550437" y="0"/>
                  </a:lnTo>
                  <a:lnTo>
                    <a:pt x="3549582" y="0"/>
                  </a:lnTo>
                  <a:lnTo>
                    <a:pt x="3548726" y="0"/>
                  </a:lnTo>
                  <a:lnTo>
                    <a:pt x="3547871" y="0"/>
                  </a:lnTo>
                  <a:lnTo>
                    <a:pt x="3547015" y="0"/>
                  </a:lnTo>
                  <a:lnTo>
                    <a:pt x="3546160" y="0"/>
                  </a:lnTo>
                  <a:lnTo>
                    <a:pt x="3545304" y="0"/>
                  </a:lnTo>
                  <a:lnTo>
                    <a:pt x="3544449" y="0"/>
                  </a:lnTo>
                  <a:lnTo>
                    <a:pt x="3543593" y="0"/>
                  </a:lnTo>
                  <a:lnTo>
                    <a:pt x="3542738" y="0"/>
                  </a:lnTo>
                  <a:lnTo>
                    <a:pt x="3541882" y="0"/>
                  </a:lnTo>
                  <a:lnTo>
                    <a:pt x="3541027" y="0"/>
                  </a:lnTo>
                  <a:lnTo>
                    <a:pt x="3540171" y="0"/>
                  </a:lnTo>
                  <a:lnTo>
                    <a:pt x="3539316" y="0"/>
                  </a:lnTo>
                  <a:lnTo>
                    <a:pt x="3538460" y="0"/>
                  </a:lnTo>
                  <a:lnTo>
                    <a:pt x="3537604" y="0"/>
                  </a:lnTo>
                  <a:lnTo>
                    <a:pt x="3536749" y="0"/>
                  </a:lnTo>
                  <a:lnTo>
                    <a:pt x="3535893" y="0"/>
                  </a:lnTo>
                  <a:lnTo>
                    <a:pt x="3535038" y="0"/>
                  </a:lnTo>
                  <a:lnTo>
                    <a:pt x="3534182" y="0"/>
                  </a:lnTo>
                  <a:lnTo>
                    <a:pt x="3533327" y="0"/>
                  </a:lnTo>
                  <a:lnTo>
                    <a:pt x="3532471" y="0"/>
                  </a:lnTo>
                  <a:lnTo>
                    <a:pt x="3531616" y="0"/>
                  </a:lnTo>
                  <a:lnTo>
                    <a:pt x="3530760" y="0"/>
                  </a:lnTo>
                  <a:lnTo>
                    <a:pt x="3529905" y="0"/>
                  </a:lnTo>
                  <a:lnTo>
                    <a:pt x="3529049" y="0"/>
                  </a:lnTo>
                  <a:lnTo>
                    <a:pt x="3528194" y="0"/>
                  </a:lnTo>
                  <a:lnTo>
                    <a:pt x="3527338" y="0"/>
                  </a:lnTo>
                  <a:lnTo>
                    <a:pt x="3526483" y="0"/>
                  </a:lnTo>
                  <a:lnTo>
                    <a:pt x="3525627" y="0"/>
                  </a:lnTo>
                  <a:lnTo>
                    <a:pt x="3524772" y="0"/>
                  </a:lnTo>
                  <a:lnTo>
                    <a:pt x="3523916" y="0"/>
                  </a:lnTo>
                  <a:lnTo>
                    <a:pt x="3523061" y="0"/>
                  </a:lnTo>
                  <a:lnTo>
                    <a:pt x="3522205" y="0"/>
                  </a:lnTo>
                  <a:lnTo>
                    <a:pt x="3521349" y="0"/>
                  </a:lnTo>
                  <a:lnTo>
                    <a:pt x="3520494" y="0"/>
                  </a:lnTo>
                  <a:lnTo>
                    <a:pt x="3519638" y="0"/>
                  </a:lnTo>
                  <a:lnTo>
                    <a:pt x="3518783" y="0"/>
                  </a:lnTo>
                  <a:lnTo>
                    <a:pt x="3517927" y="0"/>
                  </a:lnTo>
                  <a:lnTo>
                    <a:pt x="3517072" y="0"/>
                  </a:lnTo>
                  <a:lnTo>
                    <a:pt x="3516216" y="0"/>
                  </a:lnTo>
                  <a:lnTo>
                    <a:pt x="3515361" y="0"/>
                  </a:lnTo>
                  <a:lnTo>
                    <a:pt x="3514505" y="0"/>
                  </a:lnTo>
                  <a:lnTo>
                    <a:pt x="3513650" y="0"/>
                  </a:lnTo>
                  <a:lnTo>
                    <a:pt x="3512794" y="0"/>
                  </a:lnTo>
                  <a:lnTo>
                    <a:pt x="3511939" y="0"/>
                  </a:lnTo>
                  <a:lnTo>
                    <a:pt x="3511083" y="0"/>
                  </a:lnTo>
                  <a:lnTo>
                    <a:pt x="3510228" y="0"/>
                  </a:lnTo>
                  <a:lnTo>
                    <a:pt x="3509372" y="0"/>
                  </a:lnTo>
                  <a:lnTo>
                    <a:pt x="3508517" y="0"/>
                  </a:lnTo>
                  <a:lnTo>
                    <a:pt x="3507661" y="0"/>
                  </a:lnTo>
                  <a:lnTo>
                    <a:pt x="3506806" y="0"/>
                  </a:lnTo>
                  <a:lnTo>
                    <a:pt x="3505950" y="0"/>
                  </a:lnTo>
                  <a:lnTo>
                    <a:pt x="3505094" y="0"/>
                  </a:lnTo>
                  <a:lnTo>
                    <a:pt x="3504239" y="0"/>
                  </a:lnTo>
                  <a:lnTo>
                    <a:pt x="3503383" y="0"/>
                  </a:lnTo>
                  <a:lnTo>
                    <a:pt x="3502528" y="0"/>
                  </a:lnTo>
                  <a:lnTo>
                    <a:pt x="3501672" y="0"/>
                  </a:lnTo>
                  <a:lnTo>
                    <a:pt x="3500817" y="0"/>
                  </a:lnTo>
                  <a:lnTo>
                    <a:pt x="3499961" y="0"/>
                  </a:lnTo>
                  <a:lnTo>
                    <a:pt x="3499106" y="0"/>
                  </a:lnTo>
                  <a:lnTo>
                    <a:pt x="3498250" y="0"/>
                  </a:lnTo>
                  <a:lnTo>
                    <a:pt x="3497395" y="0"/>
                  </a:lnTo>
                  <a:lnTo>
                    <a:pt x="3496539" y="0"/>
                  </a:lnTo>
                  <a:lnTo>
                    <a:pt x="3495684" y="0"/>
                  </a:lnTo>
                  <a:lnTo>
                    <a:pt x="3494828" y="0"/>
                  </a:lnTo>
                  <a:lnTo>
                    <a:pt x="3493973" y="0"/>
                  </a:lnTo>
                  <a:lnTo>
                    <a:pt x="3493117" y="0"/>
                  </a:lnTo>
                  <a:lnTo>
                    <a:pt x="3492262" y="0"/>
                  </a:lnTo>
                  <a:lnTo>
                    <a:pt x="3491406" y="0"/>
                  </a:lnTo>
                  <a:lnTo>
                    <a:pt x="3490550" y="0"/>
                  </a:lnTo>
                  <a:lnTo>
                    <a:pt x="3489695" y="0"/>
                  </a:lnTo>
                  <a:lnTo>
                    <a:pt x="3488839" y="0"/>
                  </a:lnTo>
                  <a:lnTo>
                    <a:pt x="3487984" y="0"/>
                  </a:lnTo>
                  <a:lnTo>
                    <a:pt x="3487128" y="0"/>
                  </a:lnTo>
                  <a:lnTo>
                    <a:pt x="3486273" y="0"/>
                  </a:lnTo>
                  <a:lnTo>
                    <a:pt x="3485417" y="0"/>
                  </a:lnTo>
                  <a:lnTo>
                    <a:pt x="3484562" y="0"/>
                  </a:lnTo>
                  <a:lnTo>
                    <a:pt x="3483706" y="0"/>
                  </a:lnTo>
                  <a:lnTo>
                    <a:pt x="3482851" y="0"/>
                  </a:lnTo>
                  <a:lnTo>
                    <a:pt x="3481995" y="0"/>
                  </a:lnTo>
                  <a:lnTo>
                    <a:pt x="3481140" y="0"/>
                  </a:lnTo>
                  <a:lnTo>
                    <a:pt x="3480284" y="0"/>
                  </a:lnTo>
                  <a:lnTo>
                    <a:pt x="3479429" y="0"/>
                  </a:lnTo>
                  <a:lnTo>
                    <a:pt x="3478573" y="0"/>
                  </a:lnTo>
                  <a:lnTo>
                    <a:pt x="3477718" y="0"/>
                  </a:lnTo>
                  <a:lnTo>
                    <a:pt x="3476862" y="0"/>
                  </a:lnTo>
                  <a:lnTo>
                    <a:pt x="3476007" y="0"/>
                  </a:lnTo>
                  <a:lnTo>
                    <a:pt x="3475151" y="0"/>
                  </a:lnTo>
                  <a:lnTo>
                    <a:pt x="3474295" y="0"/>
                  </a:lnTo>
                  <a:lnTo>
                    <a:pt x="3473440" y="0"/>
                  </a:lnTo>
                  <a:lnTo>
                    <a:pt x="3472584" y="0"/>
                  </a:lnTo>
                  <a:lnTo>
                    <a:pt x="3471729" y="0"/>
                  </a:lnTo>
                  <a:lnTo>
                    <a:pt x="3470873" y="0"/>
                  </a:lnTo>
                  <a:lnTo>
                    <a:pt x="3470018" y="0"/>
                  </a:lnTo>
                  <a:lnTo>
                    <a:pt x="3469162" y="0"/>
                  </a:lnTo>
                  <a:lnTo>
                    <a:pt x="3468307" y="0"/>
                  </a:lnTo>
                  <a:lnTo>
                    <a:pt x="3467451" y="0"/>
                  </a:lnTo>
                  <a:lnTo>
                    <a:pt x="3466596" y="0"/>
                  </a:lnTo>
                  <a:lnTo>
                    <a:pt x="3465740" y="0"/>
                  </a:lnTo>
                  <a:lnTo>
                    <a:pt x="3464885" y="0"/>
                  </a:lnTo>
                  <a:lnTo>
                    <a:pt x="3464029" y="0"/>
                  </a:lnTo>
                  <a:lnTo>
                    <a:pt x="3463174" y="0"/>
                  </a:lnTo>
                  <a:lnTo>
                    <a:pt x="3462318" y="0"/>
                  </a:lnTo>
                  <a:lnTo>
                    <a:pt x="3461463" y="0"/>
                  </a:lnTo>
                  <a:lnTo>
                    <a:pt x="3460607" y="0"/>
                  </a:lnTo>
                  <a:lnTo>
                    <a:pt x="3459752" y="0"/>
                  </a:lnTo>
                  <a:lnTo>
                    <a:pt x="3458896" y="0"/>
                  </a:lnTo>
                  <a:lnTo>
                    <a:pt x="3458040" y="0"/>
                  </a:lnTo>
                  <a:lnTo>
                    <a:pt x="3457185" y="0"/>
                  </a:lnTo>
                  <a:lnTo>
                    <a:pt x="3456329" y="0"/>
                  </a:lnTo>
                  <a:lnTo>
                    <a:pt x="3455474" y="0"/>
                  </a:lnTo>
                  <a:lnTo>
                    <a:pt x="3454618" y="0"/>
                  </a:lnTo>
                  <a:lnTo>
                    <a:pt x="3453763" y="0"/>
                  </a:lnTo>
                  <a:lnTo>
                    <a:pt x="3452907" y="0"/>
                  </a:lnTo>
                  <a:lnTo>
                    <a:pt x="3452052" y="0"/>
                  </a:lnTo>
                  <a:lnTo>
                    <a:pt x="3451196" y="0"/>
                  </a:lnTo>
                  <a:lnTo>
                    <a:pt x="3450341" y="0"/>
                  </a:lnTo>
                  <a:lnTo>
                    <a:pt x="3449485" y="0"/>
                  </a:lnTo>
                  <a:lnTo>
                    <a:pt x="3448630" y="0"/>
                  </a:lnTo>
                  <a:lnTo>
                    <a:pt x="3447774" y="0"/>
                  </a:lnTo>
                  <a:lnTo>
                    <a:pt x="3446919" y="0"/>
                  </a:lnTo>
                  <a:lnTo>
                    <a:pt x="3446063" y="0"/>
                  </a:lnTo>
                  <a:lnTo>
                    <a:pt x="3445208" y="0"/>
                  </a:lnTo>
                  <a:lnTo>
                    <a:pt x="3444352" y="0"/>
                  </a:lnTo>
                  <a:lnTo>
                    <a:pt x="3443496" y="0"/>
                  </a:lnTo>
                  <a:lnTo>
                    <a:pt x="3442641" y="0"/>
                  </a:lnTo>
                  <a:lnTo>
                    <a:pt x="3441785" y="0"/>
                  </a:lnTo>
                  <a:lnTo>
                    <a:pt x="3440930" y="0"/>
                  </a:lnTo>
                  <a:lnTo>
                    <a:pt x="3440074" y="0"/>
                  </a:lnTo>
                  <a:lnTo>
                    <a:pt x="3439219" y="0"/>
                  </a:lnTo>
                  <a:lnTo>
                    <a:pt x="3438363" y="0"/>
                  </a:lnTo>
                  <a:lnTo>
                    <a:pt x="3437508" y="0"/>
                  </a:lnTo>
                  <a:lnTo>
                    <a:pt x="3436652" y="0"/>
                  </a:lnTo>
                  <a:lnTo>
                    <a:pt x="3435797" y="0"/>
                  </a:lnTo>
                  <a:lnTo>
                    <a:pt x="3434941" y="0"/>
                  </a:lnTo>
                  <a:lnTo>
                    <a:pt x="3434086" y="0"/>
                  </a:lnTo>
                  <a:lnTo>
                    <a:pt x="3433230" y="0"/>
                  </a:lnTo>
                  <a:lnTo>
                    <a:pt x="3432375" y="0"/>
                  </a:lnTo>
                  <a:lnTo>
                    <a:pt x="3431519" y="0"/>
                  </a:lnTo>
                  <a:lnTo>
                    <a:pt x="3430664" y="0"/>
                  </a:lnTo>
                  <a:lnTo>
                    <a:pt x="3429808" y="0"/>
                  </a:lnTo>
                  <a:lnTo>
                    <a:pt x="3428953" y="0"/>
                  </a:lnTo>
                  <a:lnTo>
                    <a:pt x="3428097" y="0"/>
                  </a:lnTo>
                  <a:lnTo>
                    <a:pt x="3427241" y="0"/>
                  </a:lnTo>
                  <a:lnTo>
                    <a:pt x="3426386" y="0"/>
                  </a:lnTo>
                  <a:lnTo>
                    <a:pt x="3425530" y="0"/>
                  </a:lnTo>
                  <a:lnTo>
                    <a:pt x="3424675" y="0"/>
                  </a:lnTo>
                  <a:lnTo>
                    <a:pt x="3423819" y="0"/>
                  </a:lnTo>
                  <a:lnTo>
                    <a:pt x="3422964" y="0"/>
                  </a:lnTo>
                  <a:lnTo>
                    <a:pt x="3422108" y="0"/>
                  </a:lnTo>
                  <a:lnTo>
                    <a:pt x="3421253" y="0"/>
                  </a:lnTo>
                  <a:lnTo>
                    <a:pt x="3420397" y="0"/>
                  </a:lnTo>
                  <a:lnTo>
                    <a:pt x="3419542" y="0"/>
                  </a:lnTo>
                  <a:lnTo>
                    <a:pt x="3418686" y="0"/>
                  </a:lnTo>
                  <a:lnTo>
                    <a:pt x="3417831" y="0"/>
                  </a:lnTo>
                  <a:lnTo>
                    <a:pt x="3416975" y="0"/>
                  </a:lnTo>
                  <a:lnTo>
                    <a:pt x="3416120" y="0"/>
                  </a:lnTo>
                  <a:lnTo>
                    <a:pt x="3415264" y="0"/>
                  </a:lnTo>
                  <a:lnTo>
                    <a:pt x="3414409" y="0"/>
                  </a:lnTo>
                  <a:lnTo>
                    <a:pt x="3413553" y="0"/>
                  </a:lnTo>
                  <a:lnTo>
                    <a:pt x="3412698" y="0"/>
                  </a:lnTo>
                  <a:lnTo>
                    <a:pt x="3411842" y="0"/>
                  </a:lnTo>
                  <a:lnTo>
                    <a:pt x="3410986" y="0"/>
                  </a:lnTo>
                  <a:lnTo>
                    <a:pt x="3410131" y="0"/>
                  </a:lnTo>
                  <a:lnTo>
                    <a:pt x="3409275" y="0"/>
                  </a:lnTo>
                  <a:lnTo>
                    <a:pt x="3408420" y="0"/>
                  </a:lnTo>
                  <a:lnTo>
                    <a:pt x="3407564" y="0"/>
                  </a:lnTo>
                  <a:lnTo>
                    <a:pt x="3406709" y="0"/>
                  </a:lnTo>
                  <a:lnTo>
                    <a:pt x="3405853" y="0"/>
                  </a:lnTo>
                  <a:lnTo>
                    <a:pt x="3404998" y="0"/>
                  </a:lnTo>
                  <a:lnTo>
                    <a:pt x="3404142" y="0"/>
                  </a:lnTo>
                  <a:lnTo>
                    <a:pt x="3403287" y="0"/>
                  </a:lnTo>
                  <a:lnTo>
                    <a:pt x="3402431" y="0"/>
                  </a:lnTo>
                  <a:lnTo>
                    <a:pt x="3401576" y="0"/>
                  </a:lnTo>
                  <a:lnTo>
                    <a:pt x="3400720" y="0"/>
                  </a:lnTo>
                  <a:lnTo>
                    <a:pt x="3399865" y="0"/>
                  </a:lnTo>
                  <a:lnTo>
                    <a:pt x="3399009" y="0"/>
                  </a:lnTo>
                  <a:lnTo>
                    <a:pt x="3398154" y="0"/>
                  </a:lnTo>
                  <a:lnTo>
                    <a:pt x="3397298" y="0"/>
                  </a:lnTo>
                  <a:lnTo>
                    <a:pt x="3396442" y="0"/>
                  </a:lnTo>
                  <a:lnTo>
                    <a:pt x="3395587" y="0"/>
                  </a:lnTo>
                  <a:lnTo>
                    <a:pt x="3394731" y="0"/>
                  </a:lnTo>
                  <a:lnTo>
                    <a:pt x="3393876" y="0"/>
                  </a:lnTo>
                  <a:lnTo>
                    <a:pt x="3393020" y="0"/>
                  </a:lnTo>
                  <a:lnTo>
                    <a:pt x="3392165" y="0"/>
                  </a:lnTo>
                  <a:lnTo>
                    <a:pt x="3391309" y="0"/>
                  </a:lnTo>
                  <a:lnTo>
                    <a:pt x="3390454" y="0"/>
                  </a:lnTo>
                  <a:lnTo>
                    <a:pt x="3389598" y="0"/>
                  </a:lnTo>
                  <a:lnTo>
                    <a:pt x="3388743" y="0"/>
                  </a:lnTo>
                  <a:lnTo>
                    <a:pt x="3387887" y="0"/>
                  </a:lnTo>
                  <a:lnTo>
                    <a:pt x="3387032" y="0"/>
                  </a:lnTo>
                  <a:lnTo>
                    <a:pt x="3386176" y="0"/>
                  </a:lnTo>
                  <a:lnTo>
                    <a:pt x="3385321" y="0"/>
                  </a:lnTo>
                  <a:lnTo>
                    <a:pt x="3384465" y="0"/>
                  </a:lnTo>
                  <a:lnTo>
                    <a:pt x="3383610" y="0"/>
                  </a:lnTo>
                  <a:lnTo>
                    <a:pt x="3382754" y="0"/>
                  </a:lnTo>
                  <a:lnTo>
                    <a:pt x="3381899" y="0"/>
                  </a:lnTo>
                  <a:lnTo>
                    <a:pt x="3381043" y="0"/>
                  </a:lnTo>
                  <a:lnTo>
                    <a:pt x="3380187" y="0"/>
                  </a:lnTo>
                  <a:lnTo>
                    <a:pt x="3379332" y="0"/>
                  </a:lnTo>
                  <a:lnTo>
                    <a:pt x="3378476" y="0"/>
                  </a:lnTo>
                  <a:lnTo>
                    <a:pt x="3377621" y="0"/>
                  </a:lnTo>
                  <a:lnTo>
                    <a:pt x="3376765" y="0"/>
                  </a:lnTo>
                  <a:lnTo>
                    <a:pt x="3375910" y="0"/>
                  </a:lnTo>
                  <a:lnTo>
                    <a:pt x="3375054" y="0"/>
                  </a:lnTo>
                  <a:lnTo>
                    <a:pt x="3374199" y="0"/>
                  </a:lnTo>
                  <a:lnTo>
                    <a:pt x="3373343" y="0"/>
                  </a:lnTo>
                  <a:lnTo>
                    <a:pt x="3372488" y="0"/>
                  </a:lnTo>
                  <a:lnTo>
                    <a:pt x="3371632" y="0"/>
                  </a:lnTo>
                  <a:lnTo>
                    <a:pt x="3370777" y="0"/>
                  </a:lnTo>
                  <a:lnTo>
                    <a:pt x="3369921" y="0"/>
                  </a:lnTo>
                  <a:lnTo>
                    <a:pt x="3369066" y="0"/>
                  </a:lnTo>
                  <a:lnTo>
                    <a:pt x="3368210" y="0"/>
                  </a:lnTo>
                  <a:lnTo>
                    <a:pt x="3367355" y="0"/>
                  </a:lnTo>
                  <a:lnTo>
                    <a:pt x="3366499" y="0"/>
                  </a:lnTo>
                  <a:lnTo>
                    <a:pt x="3365644" y="0"/>
                  </a:lnTo>
                  <a:lnTo>
                    <a:pt x="3364788" y="0"/>
                  </a:lnTo>
                  <a:lnTo>
                    <a:pt x="3363932" y="0"/>
                  </a:lnTo>
                  <a:lnTo>
                    <a:pt x="3363077" y="0"/>
                  </a:lnTo>
                  <a:lnTo>
                    <a:pt x="3362221" y="0"/>
                  </a:lnTo>
                  <a:lnTo>
                    <a:pt x="3361366" y="0"/>
                  </a:lnTo>
                  <a:lnTo>
                    <a:pt x="3360510" y="0"/>
                  </a:lnTo>
                  <a:lnTo>
                    <a:pt x="3359655" y="0"/>
                  </a:lnTo>
                  <a:lnTo>
                    <a:pt x="3358799" y="0"/>
                  </a:lnTo>
                  <a:lnTo>
                    <a:pt x="3357944" y="0"/>
                  </a:lnTo>
                  <a:lnTo>
                    <a:pt x="3357088" y="0"/>
                  </a:lnTo>
                  <a:lnTo>
                    <a:pt x="3356233" y="0"/>
                  </a:lnTo>
                  <a:lnTo>
                    <a:pt x="3355377" y="0"/>
                  </a:lnTo>
                  <a:lnTo>
                    <a:pt x="3354522" y="0"/>
                  </a:lnTo>
                  <a:lnTo>
                    <a:pt x="3353666" y="0"/>
                  </a:lnTo>
                  <a:lnTo>
                    <a:pt x="3352811" y="0"/>
                  </a:lnTo>
                  <a:lnTo>
                    <a:pt x="3351955" y="0"/>
                  </a:lnTo>
                  <a:lnTo>
                    <a:pt x="3351100" y="0"/>
                  </a:lnTo>
                  <a:lnTo>
                    <a:pt x="3350244" y="0"/>
                  </a:lnTo>
                  <a:lnTo>
                    <a:pt x="3349388" y="0"/>
                  </a:lnTo>
                  <a:lnTo>
                    <a:pt x="3348533" y="0"/>
                  </a:lnTo>
                  <a:lnTo>
                    <a:pt x="3347677" y="0"/>
                  </a:lnTo>
                  <a:lnTo>
                    <a:pt x="3346822" y="0"/>
                  </a:lnTo>
                  <a:lnTo>
                    <a:pt x="3345966" y="0"/>
                  </a:lnTo>
                  <a:lnTo>
                    <a:pt x="3345111" y="0"/>
                  </a:lnTo>
                  <a:lnTo>
                    <a:pt x="3344255" y="0"/>
                  </a:lnTo>
                  <a:lnTo>
                    <a:pt x="3343400" y="0"/>
                  </a:lnTo>
                  <a:lnTo>
                    <a:pt x="3342544" y="0"/>
                  </a:lnTo>
                  <a:lnTo>
                    <a:pt x="3341689" y="0"/>
                  </a:lnTo>
                  <a:lnTo>
                    <a:pt x="3340833" y="0"/>
                  </a:lnTo>
                  <a:lnTo>
                    <a:pt x="3339978" y="0"/>
                  </a:lnTo>
                  <a:lnTo>
                    <a:pt x="3339122" y="0"/>
                  </a:lnTo>
                  <a:lnTo>
                    <a:pt x="3338267" y="0"/>
                  </a:lnTo>
                  <a:lnTo>
                    <a:pt x="3337411" y="0"/>
                  </a:lnTo>
                  <a:lnTo>
                    <a:pt x="3336556" y="0"/>
                  </a:lnTo>
                  <a:lnTo>
                    <a:pt x="3335700" y="0"/>
                  </a:lnTo>
                  <a:lnTo>
                    <a:pt x="3334845" y="0"/>
                  </a:lnTo>
                  <a:lnTo>
                    <a:pt x="3333989" y="0"/>
                  </a:lnTo>
                  <a:lnTo>
                    <a:pt x="3333133" y="0"/>
                  </a:lnTo>
                  <a:lnTo>
                    <a:pt x="3332278" y="0"/>
                  </a:lnTo>
                  <a:lnTo>
                    <a:pt x="3331422" y="0"/>
                  </a:lnTo>
                  <a:lnTo>
                    <a:pt x="3330567" y="0"/>
                  </a:lnTo>
                  <a:lnTo>
                    <a:pt x="3329711" y="0"/>
                  </a:lnTo>
                  <a:lnTo>
                    <a:pt x="3328856" y="0"/>
                  </a:lnTo>
                  <a:lnTo>
                    <a:pt x="3328000" y="0"/>
                  </a:lnTo>
                  <a:lnTo>
                    <a:pt x="3327145" y="0"/>
                  </a:lnTo>
                  <a:lnTo>
                    <a:pt x="3326289" y="0"/>
                  </a:lnTo>
                  <a:lnTo>
                    <a:pt x="3325434" y="0"/>
                  </a:lnTo>
                  <a:lnTo>
                    <a:pt x="3324578" y="0"/>
                  </a:lnTo>
                  <a:lnTo>
                    <a:pt x="3323723" y="0"/>
                  </a:lnTo>
                  <a:lnTo>
                    <a:pt x="3322867" y="0"/>
                  </a:lnTo>
                  <a:lnTo>
                    <a:pt x="3322012" y="0"/>
                  </a:lnTo>
                  <a:lnTo>
                    <a:pt x="3321156" y="0"/>
                  </a:lnTo>
                  <a:lnTo>
                    <a:pt x="3320301" y="0"/>
                  </a:lnTo>
                  <a:lnTo>
                    <a:pt x="3319445" y="0"/>
                  </a:lnTo>
                  <a:lnTo>
                    <a:pt x="3318590" y="0"/>
                  </a:lnTo>
                  <a:lnTo>
                    <a:pt x="3317734" y="0"/>
                  </a:lnTo>
                  <a:lnTo>
                    <a:pt x="3316878" y="0"/>
                  </a:lnTo>
                  <a:lnTo>
                    <a:pt x="3316023" y="0"/>
                  </a:lnTo>
                  <a:lnTo>
                    <a:pt x="3315167" y="0"/>
                  </a:lnTo>
                  <a:lnTo>
                    <a:pt x="3314312" y="0"/>
                  </a:lnTo>
                  <a:lnTo>
                    <a:pt x="3313456" y="0"/>
                  </a:lnTo>
                  <a:lnTo>
                    <a:pt x="3312601" y="0"/>
                  </a:lnTo>
                  <a:lnTo>
                    <a:pt x="3311745" y="0"/>
                  </a:lnTo>
                  <a:lnTo>
                    <a:pt x="3310890" y="0"/>
                  </a:lnTo>
                  <a:lnTo>
                    <a:pt x="3310034" y="0"/>
                  </a:lnTo>
                  <a:lnTo>
                    <a:pt x="3309179" y="0"/>
                  </a:lnTo>
                  <a:lnTo>
                    <a:pt x="3308323" y="0"/>
                  </a:lnTo>
                  <a:lnTo>
                    <a:pt x="3307468" y="0"/>
                  </a:lnTo>
                  <a:lnTo>
                    <a:pt x="3306612" y="0"/>
                  </a:lnTo>
                  <a:lnTo>
                    <a:pt x="3305757" y="0"/>
                  </a:lnTo>
                  <a:lnTo>
                    <a:pt x="3304901" y="0"/>
                  </a:lnTo>
                  <a:lnTo>
                    <a:pt x="3304046" y="0"/>
                  </a:lnTo>
                  <a:lnTo>
                    <a:pt x="3303190" y="0"/>
                  </a:lnTo>
                  <a:lnTo>
                    <a:pt x="3302335" y="0"/>
                  </a:lnTo>
                  <a:lnTo>
                    <a:pt x="3301479" y="0"/>
                  </a:lnTo>
                  <a:lnTo>
                    <a:pt x="3300623" y="0"/>
                  </a:lnTo>
                  <a:lnTo>
                    <a:pt x="3299768" y="0"/>
                  </a:lnTo>
                  <a:lnTo>
                    <a:pt x="3298912" y="0"/>
                  </a:lnTo>
                  <a:lnTo>
                    <a:pt x="3298057" y="0"/>
                  </a:lnTo>
                  <a:lnTo>
                    <a:pt x="3297201" y="0"/>
                  </a:lnTo>
                  <a:lnTo>
                    <a:pt x="3296346" y="0"/>
                  </a:lnTo>
                  <a:lnTo>
                    <a:pt x="3295490" y="0"/>
                  </a:lnTo>
                  <a:lnTo>
                    <a:pt x="3294635" y="0"/>
                  </a:lnTo>
                  <a:lnTo>
                    <a:pt x="3293779" y="0"/>
                  </a:lnTo>
                  <a:lnTo>
                    <a:pt x="3292924" y="0"/>
                  </a:lnTo>
                  <a:lnTo>
                    <a:pt x="3292068" y="0"/>
                  </a:lnTo>
                  <a:lnTo>
                    <a:pt x="3291213" y="0"/>
                  </a:lnTo>
                  <a:lnTo>
                    <a:pt x="3290357" y="0"/>
                  </a:lnTo>
                  <a:lnTo>
                    <a:pt x="3289502" y="0"/>
                  </a:lnTo>
                  <a:lnTo>
                    <a:pt x="3288646" y="0"/>
                  </a:lnTo>
                  <a:lnTo>
                    <a:pt x="3287791" y="0"/>
                  </a:lnTo>
                  <a:lnTo>
                    <a:pt x="3286935" y="0"/>
                  </a:lnTo>
                  <a:lnTo>
                    <a:pt x="3286079" y="0"/>
                  </a:lnTo>
                  <a:lnTo>
                    <a:pt x="3285224" y="0"/>
                  </a:lnTo>
                  <a:lnTo>
                    <a:pt x="3284368" y="0"/>
                  </a:lnTo>
                  <a:lnTo>
                    <a:pt x="3283513" y="0"/>
                  </a:lnTo>
                  <a:lnTo>
                    <a:pt x="3282657" y="0"/>
                  </a:lnTo>
                  <a:lnTo>
                    <a:pt x="3281802" y="0"/>
                  </a:lnTo>
                  <a:lnTo>
                    <a:pt x="3280946" y="0"/>
                  </a:lnTo>
                  <a:lnTo>
                    <a:pt x="3280091" y="0"/>
                  </a:lnTo>
                  <a:lnTo>
                    <a:pt x="3279235" y="0"/>
                  </a:lnTo>
                  <a:lnTo>
                    <a:pt x="3278380" y="0"/>
                  </a:lnTo>
                  <a:lnTo>
                    <a:pt x="3277524" y="0"/>
                  </a:lnTo>
                  <a:lnTo>
                    <a:pt x="3276669" y="0"/>
                  </a:lnTo>
                  <a:lnTo>
                    <a:pt x="3275813" y="0"/>
                  </a:lnTo>
                  <a:lnTo>
                    <a:pt x="3274958" y="0"/>
                  </a:lnTo>
                  <a:lnTo>
                    <a:pt x="3274102" y="0"/>
                  </a:lnTo>
                  <a:lnTo>
                    <a:pt x="3273247" y="0"/>
                  </a:lnTo>
                  <a:lnTo>
                    <a:pt x="3272391" y="0"/>
                  </a:lnTo>
                  <a:lnTo>
                    <a:pt x="3271536" y="0"/>
                  </a:lnTo>
                  <a:lnTo>
                    <a:pt x="3270680" y="0"/>
                  </a:lnTo>
                  <a:lnTo>
                    <a:pt x="3269824" y="0"/>
                  </a:lnTo>
                  <a:lnTo>
                    <a:pt x="3268969" y="0"/>
                  </a:lnTo>
                  <a:lnTo>
                    <a:pt x="3268113" y="0"/>
                  </a:lnTo>
                  <a:lnTo>
                    <a:pt x="3267258" y="0"/>
                  </a:lnTo>
                  <a:lnTo>
                    <a:pt x="3266402" y="0"/>
                  </a:lnTo>
                  <a:lnTo>
                    <a:pt x="3265547" y="0"/>
                  </a:lnTo>
                  <a:lnTo>
                    <a:pt x="3264691" y="0"/>
                  </a:lnTo>
                  <a:lnTo>
                    <a:pt x="3263836" y="0"/>
                  </a:lnTo>
                  <a:lnTo>
                    <a:pt x="3262980" y="0"/>
                  </a:lnTo>
                  <a:lnTo>
                    <a:pt x="3262125" y="0"/>
                  </a:lnTo>
                  <a:lnTo>
                    <a:pt x="3261269" y="0"/>
                  </a:lnTo>
                  <a:lnTo>
                    <a:pt x="3260414" y="0"/>
                  </a:lnTo>
                  <a:lnTo>
                    <a:pt x="3259558" y="0"/>
                  </a:lnTo>
                  <a:lnTo>
                    <a:pt x="3258703" y="0"/>
                  </a:lnTo>
                  <a:lnTo>
                    <a:pt x="3257847" y="0"/>
                  </a:lnTo>
                  <a:lnTo>
                    <a:pt x="3256992" y="0"/>
                  </a:lnTo>
                  <a:lnTo>
                    <a:pt x="3256136" y="0"/>
                  </a:lnTo>
                  <a:lnTo>
                    <a:pt x="3255281" y="0"/>
                  </a:lnTo>
                  <a:lnTo>
                    <a:pt x="3254425" y="0"/>
                  </a:lnTo>
                  <a:lnTo>
                    <a:pt x="3253569" y="0"/>
                  </a:lnTo>
                  <a:lnTo>
                    <a:pt x="3252714" y="0"/>
                  </a:lnTo>
                  <a:lnTo>
                    <a:pt x="3251858" y="0"/>
                  </a:lnTo>
                  <a:lnTo>
                    <a:pt x="3251003" y="0"/>
                  </a:lnTo>
                  <a:lnTo>
                    <a:pt x="3250147" y="0"/>
                  </a:lnTo>
                  <a:lnTo>
                    <a:pt x="3249292" y="0"/>
                  </a:lnTo>
                  <a:lnTo>
                    <a:pt x="3248436" y="0"/>
                  </a:lnTo>
                  <a:lnTo>
                    <a:pt x="3247581" y="0"/>
                  </a:lnTo>
                  <a:lnTo>
                    <a:pt x="3246725" y="0"/>
                  </a:lnTo>
                  <a:lnTo>
                    <a:pt x="3245870" y="0"/>
                  </a:lnTo>
                  <a:lnTo>
                    <a:pt x="3245014" y="0"/>
                  </a:lnTo>
                  <a:lnTo>
                    <a:pt x="3244159" y="0"/>
                  </a:lnTo>
                  <a:lnTo>
                    <a:pt x="3243303" y="0"/>
                  </a:lnTo>
                  <a:lnTo>
                    <a:pt x="3242448" y="0"/>
                  </a:lnTo>
                  <a:lnTo>
                    <a:pt x="3241592" y="0"/>
                  </a:lnTo>
                  <a:lnTo>
                    <a:pt x="3240737" y="0"/>
                  </a:lnTo>
                  <a:lnTo>
                    <a:pt x="3239881" y="0"/>
                  </a:lnTo>
                  <a:lnTo>
                    <a:pt x="3239025" y="0"/>
                  </a:lnTo>
                  <a:lnTo>
                    <a:pt x="3238170" y="0"/>
                  </a:lnTo>
                  <a:lnTo>
                    <a:pt x="3237314" y="0"/>
                  </a:lnTo>
                  <a:lnTo>
                    <a:pt x="3236459" y="0"/>
                  </a:lnTo>
                  <a:lnTo>
                    <a:pt x="3235603" y="0"/>
                  </a:lnTo>
                  <a:lnTo>
                    <a:pt x="3234748" y="0"/>
                  </a:lnTo>
                  <a:lnTo>
                    <a:pt x="3233892" y="0"/>
                  </a:lnTo>
                  <a:lnTo>
                    <a:pt x="3233037" y="0"/>
                  </a:lnTo>
                  <a:lnTo>
                    <a:pt x="3232181" y="0"/>
                  </a:lnTo>
                  <a:lnTo>
                    <a:pt x="3231326" y="0"/>
                  </a:lnTo>
                  <a:lnTo>
                    <a:pt x="3230470" y="0"/>
                  </a:lnTo>
                  <a:lnTo>
                    <a:pt x="3229615" y="0"/>
                  </a:lnTo>
                  <a:lnTo>
                    <a:pt x="3228759" y="0"/>
                  </a:lnTo>
                  <a:lnTo>
                    <a:pt x="3227904" y="0"/>
                  </a:lnTo>
                  <a:lnTo>
                    <a:pt x="3227048" y="0"/>
                  </a:lnTo>
                  <a:lnTo>
                    <a:pt x="3226193" y="0"/>
                  </a:lnTo>
                  <a:lnTo>
                    <a:pt x="3225337" y="0"/>
                  </a:lnTo>
                  <a:lnTo>
                    <a:pt x="3224482" y="0"/>
                  </a:lnTo>
                  <a:lnTo>
                    <a:pt x="3223626" y="0"/>
                  </a:lnTo>
                  <a:lnTo>
                    <a:pt x="3222770" y="0"/>
                  </a:lnTo>
                  <a:lnTo>
                    <a:pt x="3221915" y="0"/>
                  </a:lnTo>
                  <a:lnTo>
                    <a:pt x="3221059" y="0"/>
                  </a:lnTo>
                  <a:lnTo>
                    <a:pt x="3220204" y="0"/>
                  </a:lnTo>
                  <a:lnTo>
                    <a:pt x="3219348" y="0"/>
                  </a:lnTo>
                  <a:lnTo>
                    <a:pt x="3218493" y="0"/>
                  </a:lnTo>
                  <a:lnTo>
                    <a:pt x="3217637" y="0"/>
                  </a:lnTo>
                  <a:lnTo>
                    <a:pt x="3216782" y="0"/>
                  </a:lnTo>
                  <a:lnTo>
                    <a:pt x="3215926" y="0"/>
                  </a:lnTo>
                  <a:lnTo>
                    <a:pt x="3215071" y="0"/>
                  </a:lnTo>
                  <a:lnTo>
                    <a:pt x="3214215" y="0"/>
                  </a:lnTo>
                  <a:lnTo>
                    <a:pt x="3213360" y="0"/>
                  </a:lnTo>
                  <a:lnTo>
                    <a:pt x="3212504" y="0"/>
                  </a:lnTo>
                  <a:lnTo>
                    <a:pt x="3211649" y="0"/>
                  </a:lnTo>
                  <a:lnTo>
                    <a:pt x="3210793" y="0"/>
                  </a:lnTo>
                  <a:lnTo>
                    <a:pt x="3209938" y="0"/>
                  </a:lnTo>
                  <a:lnTo>
                    <a:pt x="3209082" y="0"/>
                  </a:lnTo>
                  <a:lnTo>
                    <a:pt x="3208227" y="0"/>
                  </a:lnTo>
                  <a:lnTo>
                    <a:pt x="3207371" y="0"/>
                  </a:lnTo>
                  <a:lnTo>
                    <a:pt x="3206515" y="0"/>
                  </a:lnTo>
                  <a:lnTo>
                    <a:pt x="3205660" y="0"/>
                  </a:lnTo>
                  <a:lnTo>
                    <a:pt x="3204804" y="0"/>
                  </a:lnTo>
                  <a:lnTo>
                    <a:pt x="3203949" y="0"/>
                  </a:lnTo>
                  <a:lnTo>
                    <a:pt x="3203093" y="0"/>
                  </a:lnTo>
                  <a:lnTo>
                    <a:pt x="3202238" y="0"/>
                  </a:lnTo>
                  <a:lnTo>
                    <a:pt x="3201382" y="0"/>
                  </a:lnTo>
                  <a:lnTo>
                    <a:pt x="3200527" y="0"/>
                  </a:lnTo>
                  <a:lnTo>
                    <a:pt x="3199671" y="0"/>
                  </a:lnTo>
                  <a:lnTo>
                    <a:pt x="3198816" y="0"/>
                  </a:lnTo>
                  <a:lnTo>
                    <a:pt x="3197960" y="0"/>
                  </a:lnTo>
                  <a:lnTo>
                    <a:pt x="3197105" y="0"/>
                  </a:lnTo>
                  <a:lnTo>
                    <a:pt x="3196249" y="0"/>
                  </a:lnTo>
                  <a:lnTo>
                    <a:pt x="3195394" y="0"/>
                  </a:lnTo>
                  <a:lnTo>
                    <a:pt x="3194538" y="0"/>
                  </a:lnTo>
                  <a:lnTo>
                    <a:pt x="3193683" y="0"/>
                  </a:lnTo>
                  <a:lnTo>
                    <a:pt x="3192827" y="0"/>
                  </a:lnTo>
                  <a:lnTo>
                    <a:pt x="3191971" y="0"/>
                  </a:lnTo>
                  <a:lnTo>
                    <a:pt x="3191116" y="0"/>
                  </a:lnTo>
                  <a:lnTo>
                    <a:pt x="3190260" y="0"/>
                  </a:lnTo>
                  <a:lnTo>
                    <a:pt x="3189405" y="0"/>
                  </a:lnTo>
                  <a:lnTo>
                    <a:pt x="3188549" y="0"/>
                  </a:lnTo>
                  <a:lnTo>
                    <a:pt x="3187694" y="0"/>
                  </a:lnTo>
                  <a:lnTo>
                    <a:pt x="3186838" y="0"/>
                  </a:lnTo>
                  <a:lnTo>
                    <a:pt x="3185983" y="0"/>
                  </a:lnTo>
                  <a:lnTo>
                    <a:pt x="3185127" y="0"/>
                  </a:lnTo>
                  <a:lnTo>
                    <a:pt x="3184272" y="0"/>
                  </a:lnTo>
                  <a:lnTo>
                    <a:pt x="3183416" y="0"/>
                  </a:lnTo>
                  <a:lnTo>
                    <a:pt x="3182561" y="0"/>
                  </a:lnTo>
                  <a:lnTo>
                    <a:pt x="3181705" y="0"/>
                  </a:lnTo>
                  <a:lnTo>
                    <a:pt x="3180850" y="0"/>
                  </a:lnTo>
                  <a:lnTo>
                    <a:pt x="3179994" y="0"/>
                  </a:lnTo>
                  <a:lnTo>
                    <a:pt x="3179139" y="0"/>
                  </a:lnTo>
                  <a:lnTo>
                    <a:pt x="3178283" y="0"/>
                  </a:lnTo>
                  <a:lnTo>
                    <a:pt x="3177428" y="0"/>
                  </a:lnTo>
                  <a:lnTo>
                    <a:pt x="3176572" y="0"/>
                  </a:lnTo>
                  <a:lnTo>
                    <a:pt x="3175716" y="0"/>
                  </a:lnTo>
                  <a:lnTo>
                    <a:pt x="3174861" y="0"/>
                  </a:lnTo>
                  <a:lnTo>
                    <a:pt x="3174005" y="0"/>
                  </a:lnTo>
                  <a:lnTo>
                    <a:pt x="3173150" y="0"/>
                  </a:lnTo>
                  <a:lnTo>
                    <a:pt x="3172294" y="0"/>
                  </a:lnTo>
                  <a:lnTo>
                    <a:pt x="3171439" y="0"/>
                  </a:lnTo>
                  <a:lnTo>
                    <a:pt x="3170583" y="0"/>
                  </a:lnTo>
                  <a:lnTo>
                    <a:pt x="3169728" y="0"/>
                  </a:lnTo>
                  <a:lnTo>
                    <a:pt x="3168872" y="0"/>
                  </a:lnTo>
                  <a:lnTo>
                    <a:pt x="3168017" y="0"/>
                  </a:lnTo>
                  <a:lnTo>
                    <a:pt x="3167161" y="0"/>
                  </a:lnTo>
                  <a:lnTo>
                    <a:pt x="3166306" y="0"/>
                  </a:lnTo>
                  <a:lnTo>
                    <a:pt x="3165450" y="0"/>
                  </a:lnTo>
                  <a:lnTo>
                    <a:pt x="3164595" y="0"/>
                  </a:lnTo>
                  <a:lnTo>
                    <a:pt x="3163739" y="0"/>
                  </a:lnTo>
                  <a:lnTo>
                    <a:pt x="3162884" y="0"/>
                  </a:lnTo>
                  <a:lnTo>
                    <a:pt x="3162028" y="0"/>
                  </a:lnTo>
                  <a:lnTo>
                    <a:pt x="3161173" y="0"/>
                  </a:lnTo>
                  <a:lnTo>
                    <a:pt x="3160317" y="0"/>
                  </a:lnTo>
                  <a:lnTo>
                    <a:pt x="3159461" y="0"/>
                  </a:lnTo>
                  <a:lnTo>
                    <a:pt x="3158606" y="0"/>
                  </a:lnTo>
                  <a:lnTo>
                    <a:pt x="3157750" y="0"/>
                  </a:lnTo>
                  <a:lnTo>
                    <a:pt x="3156895" y="0"/>
                  </a:lnTo>
                  <a:lnTo>
                    <a:pt x="3156039" y="0"/>
                  </a:lnTo>
                  <a:lnTo>
                    <a:pt x="3155184" y="0"/>
                  </a:lnTo>
                  <a:lnTo>
                    <a:pt x="3154328" y="0"/>
                  </a:lnTo>
                  <a:lnTo>
                    <a:pt x="3153473" y="0"/>
                  </a:lnTo>
                  <a:lnTo>
                    <a:pt x="3152617" y="0"/>
                  </a:lnTo>
                  <a:lnTo>
                    <a:pt x="3151762" y="0"/>
                  </a:lnTo>
                  <a:lnTo>
                    <a:pt x="3150906" y="0"/>
                  </a:lnTo>
                  <a:lnTo>
                    <a:pt x="3150051" y="0"/>
                  </a:lnTo>
                  <a:lnTo>
                    <a:pt x="3149195" y="0"/>
                  </a:lnTo>
                  <a:lnTo>
                    <a:pt x="3148340" y="0"/>
                  </a:lnTo>
                  <a:lnTo>
                    <a:pt x="3147484" y="0"/>
                  </a:lnTo>
                  <a:lnTo>
                    <a:pt x="3146629" y="0"/>
                  </a:lnTo>
                  <a:lnTo>
                    <a:pt x="3145773" y="0"/>
                  </a:lnTo>
                  <a:lnTo>
                    <a:pt x="3144917" y="0"/>
                  </a:lnTo>
                  <a:lnTo>
                    <a:pt x="3144062" y="0"/>
                  </a:lnTo>
                  <a:lnTo>
                    <a:pt x="3143206" y="0"/>
                  </a:lnTo>
                  <a:lnTo>
                    <a:pt x="3142351" y="0"/>
                  </a:lnTo>
                  <a:lnTo>
                    <a:pt x="3141495" y="0"/>
                  </a:lnTo>
                  <a:lnTo>
                    <a:pt x="3140640" y="0"/>
                  </a:lnTo>
                  <a:lnTo>
                    <a:pt x="3139784" y="0"/>
                  </a:lnTo>
                  <a:lnTo>
                    <a:pt x="3138929" y="0"/>
                  </a:lnTo>
                  <a:lnTo>
                    <a:pt x="3138073" y="0"/>
                  </a:lnTo>
                  <a:lnTo>
                    <a:pt x="3137218" y="0"/>
                  </a:lnTo>
                  <a:lnTo>
                    <a:pt x="3136362" y="0"/>
                  </a:lnTo>
                  <a:lnTo>
                    <a:pt x="3135507" y="0"/>
                  </a:lnTo>
                  <a:lnTo>
                    <a:pt x="3134651" y="0"/>
                  </a:lnTo>
                  <a:lnTo>
                    <a:pt x="3133796" y="0"/>
                  </a:lnTo>
                  <a:lnTo>
                    <a:pt x="3132940" y="0"/>
                  </a:lnTo>
                  <a:lnTo>
                    <a:pt x="3132085" y="0"/>
                  </a:lnTo>
                  <a:lnTo>
                    <a:pt x="3131229" y="0"/>
                  </a:lnTo>
                  <a:lnTo>
                    <a:pt x="3130374" y="0"/>
                  </a:lnTo>
                  <a:lnTo>
                    <a:pt x="3129518" y="0"/>
                  </a:lnTo>
                  <a:lnTo>
                    <a:pt x="3128662" y="0"/>
                  </a:lnTo>
                  <a:lnTo>
                    <a:pt x="3127807" y="0"/>
                  </a:lnTo>
                  <a:lnTo>
                    <a:pt x="3126951" y="0"/>
                  </a:lnTo>
                  <a:lnTo>
                    <a:pt x="3126096" y="0"/>
                  </a:lnTo>
                  <a:lnTo>
                    <a:pt x="3125240" y="0"/>
                  </a:lnTo>
                  <a:lnTo>
                    <a:pt x="3124385" y="0"/>
                  </a:lnTo>
                  <a:lnTo>
                    <a:pt x="3123529" y="0"/>
                  </a:lnTo>
                  <a:lnTo>
                    <a:pt x="3122674" y="0"/>
                  </a:lnTo>
                  <a:lnTo>
                    <a:pt x="3121818" y="0"/>
                  </a:lnTo>
                  <a:lnTo>
                    <a:pt x="3120963" y="0"/>
                  </a:lnTo>
                  <a:lnTo>
                    <a:pt x="3120107" y="0"/>
                  </a:lnTo>
                  <a:lnTo>
                    <a:pt x="3119252" y="0"/>
                  </a:lnTo>
                  <a:lnTo>
                    <a:pt x="3118396" y="0"/>
                  </a:lnTo>
                  <a:lnTo>
                    <a:pt x="3117541" y="0"/>
                  </a:lnTo>
                  <a:lnTo>
                    <a:pt x="3116685" y="0"/>
                  </a:lnTo>
                  <a:lnTo>
                    <a:pt x="3115830" y="0"/>
                  </a:lnTo>
                  <a:lnTo>
                    <a:pt x="3114974" y="0"/>
                  </a:lnTo>
                  <a:lnTo>
                    <a:pt x="3114119" y="0"/>
                  </a:lnTo>
                  <a:lnTo>
                    <a:pt x="3113263" y="0"/>
                  </a:lnTo>
                  <a:lnTo>
                    <a:pt x="3112407" y="0"/>
                  </a:lnTo>
                  <a:lnTo>
                    <a:pt x="3111552" y="0"/>
                  </a:lnTo>
                  <a:lnTo>
                    <a:pt x="3110696" y="0"/>
                  </a:lnTo>
                  <a:lnTo>
                    <a:pt x="3109841" y="0"/>
                  </a:lnTo>
                  <a:lnTo>
                    <a:pt x="3108985" y="0"/>
                  </a:lnTo>
                  <a:lnTo>
                    <a:pt x="3108130" y="0"/>
                  </a:lnTo>
                  <a:lnTo>
                    <a:pt x="3107274" y="0"/>
                  </a:lnTo>
                  <a:lnTo>
                    <a:pt x="3106419" y="0"/>
                  </a:lnTo>
                  <a:lnTo>
                    <a:pt x="3105563" y="0"/>
                  </a:lnTo>
                  <a:lnTo>
                    <a:pt x="3104708" y="0"/>
                  </a:lnTo>
                  <a:lnTo>
                    <a:pt x="3103852" y="0"/>
                  </a:lnTo>
                  <a:lnTo>
                    <a:pt x="3102997" y="0"/>
                  </a:lnTo>
                  <a:lnTo>
                    <a:pt x="3102141" y="0"/>
                  </a:lnTo>
                  <a:lnTo>
                    <a:pt x="3101286" y="0"/>
                  </a:lnTo>
                  <a:lnTo>
                    <a:pt x="3100430" y="0"/>
                  </a:lnTo>
                  <a:lnTo>
                    <a:pt x="3099575" y="0"/>
                  </a:lnTo>
                  <a:lnTo>
                    <a:pt x="3098719" y="0"/>
                  </a:lnTo>
                  <a:lnTo>
                    <a:pt x="3097864" y="0"/>
                  </a:lnTo>
                  <a:lnTo>
                    <a:pt x="3097008" y="0"/>
                  </a:lnTo>
                  <a:lnTo>
                    <a:pt x="3096152" y="0"/>
                  </a:lnTo>
                  <a:lnTo>
                    <a:pt x="3095297" y="0"/>
                  </a:lnTo>
                  <a:lnTo>
                    <a:pt x="3094441" y="0"/>
                  </a:lnTo>
                  <a:lnTo>
                    <a:pt x="3093586" y="0"/>
                  </a:lnTo>
                  <a:lnTo>
                    <a:pt x="3092730" y="0"/>
                  </a:lnTo>
                  <a:lnTo>
                    <a:pt x="3091875" y="0"/>
                  </a:lnTo>
                  <a:lnTo>
                    <a:pt x="3091019" y="0"/>
                  </a:lnTo>
                  <a:lnTo>
                    <a:pt x="3090164" y="0"/>
                  </a:lnTo>
                  <a:lnTo>
                    <a:pt x="3089308" y="0"/>
                  </a:lnTo>
                  <a:lnTo>
                    <a:pt x="3088453" y="0"/>
                  </a:lnTo>
                  <a:lnTo>
                    <a:pt x="3087597" y="0"/>
                  </a:lnTo>
                  <a:lnTo>
                    <a:pt x="3086742" y="0"/>
                  </a:lnTo>
                  <a:lnTo>
                    <a:pt x="3085886" y="0"/>
                  </a:lnTo>
                  <a:lnTo>
                    <a:pt x="3085031" y="0"/>
                  </a:lnTo>
                  <a:lnTo>
                    <a:pt x="3084175" y="0"/>
                  </a:lnTo>
                  <a:lnTo>
                    <a:pt x="3083320" y="0"/>
                  </a:lnTo>
                  <a:lnTo>
                    <a:pt x="3082464" y="0"/>
                  </a:lnTo>
                  <a:lnTo>
                    <a:pt x="3081608" y="0"/>
                  </a:lnTo>
                  <a:lnTo>
                    <a:pt x="3080753" y="0"/>
                  </a:lnTo>
                  <a:lnTo>
                    <a:pt x="3079897" y="0"/>
                  </a:lnTo>
                  <a:lnTo>
                    <a:pt x="3079042" y="0"/>
                  </a:lnTo>
                  <a:lnTo>
                    <a:pt x="3078186" y="0"/>
                  </a:lnTo>
                  <a:lnTo>
                    <a:pt x="3077331" y="0"/>
                  </a:lnTo>
                  <a:lnTo>
                    <a:pt x="3076475" y="0"/>
                  </a:lnTo>
                  <a:lnTo>
                    <a:pt x="3075620" y="0"/>
                  </a:lnTo>
                  <a:lnTo>
                    <a:pt x="3074764" y="0"/>
                  </a:lnTo>
                  <a:lnTo>
                    <a:pt x="3073909" y="0"/>
                  </a:lnTo>
                  <a:lnTo>
                    <a:pt x="3073053" y="0"/>
                  </a:lnTo>
                  <a:lnTo>
                    <a:pt x="3072198" y="0"/>
                  </a:lnTo>
                  <a:lnTo>
                    <a:pt x="3071342" y="0"/>
                  </a:lnTo>
                  <a:lnTo>
                    <a:pt x="3070487" y="0"/>
                  </a:lnTo>
                  <a:lnTo>
                    <a:pt x="3069631" y="0"/>
                  </a:lnTo>
                  <a:lnTo>
                    <a:pt x="3068776" y="0"/>
                  </a:lnTo>
                  <a:lnTo>
                    <a:pt x="3067920" y="0"/>
                  </a:lnTo>
                  <a:lnTo>
                    <a:pt x="3067065" y="0"/>
                  </a:lnTo>
                  <a:lnTo>
                    <a:pt x="3066209" y="0"/>
                  </a:lnTo>
                  <a:lnTo>
                    <a:pt x="3065353" y="0"/>
                  </a:lnTo>
                  <a:lnTo>
                    <a:pt x="3064498" y="0"/>
                  </a:lnTo>
                  <a:lnTo>
                    <a:pt x="3063642" y="0"/>
                  </a:lnTo>
                  <a:lnTo>
                    <a:pt x="3062787" y="0"/>
                  </a:lnTo>
                  <a:lnTo>
                    <a:pt x="3061931" y="0"/>
                  </a:lnTo>
                  <a:lnTo>
                    <a:pt x="3061076" y="0"/>
                  </a:lnTo>
                  <a:lnTo>
                    <a:pt x="3060220" y="0"/>
                  </a:lnTo>
                  <a:lnTo>
                    <a:pt x="3059365" y="0"/>
                  </a:lnTo>
                  <a:lnTo>
                    <a:pt x="3058509" y="0"/>
                  </a:lnTo>
                  <a:lnTo>
                    <a:pt x="3057654" y="0"/>
                  </a:lnTo>
                  <a:lnTo>
                    <a:pt x="3056798" y="0"/>
                  </a:lnTo>
                  <a:lnTo>
                    <a:pt x="3055943" y="0"/>
                  </a:lnTo>
                  <a:lnTo>
                    <a:pt x="3055087" y="0"/>
                  </a:lnTo>
                  <a:lnTo>
                    <a:pt x="3054232" y="0"/>
                  </a:lnTo>
                  <a:lnTo>
                    <a:pt x="3053376" y="0"/>
                  </a:lnTo>
                  <a:lnTo>
                    <a:pt x="3052521" y="0"/>
                  </a:lnTo>
                  <a:lnTo>
                    <a:pt x="3051665" y="0"/>
                  </a:lnTo>
                  <a:lnTo>
                    <a:pt x="3050810" y="0"/>
                  </a:lnTo>
                  <a:lnTo>
                    <a:pt x="3049954" y="0"/>
                  </a:lnTo>
                  <a:lnTo>
                    <a:pt x="3049098" y="0"/>
                  </a:lnTo>
                  <a:lnTo>
                    <a:pt x="3048243" y="0"/>
                  </a:lnTo>
                  <a:lnTo>
                    <a:pt x="3047387" y="0"/>
                  </a:lnTo>
                  <a:lnTo>
                    <a:pt x="3046532" y="0"/>
                  </a:lnTo>
                  <a:lnTo>
                    <a:pt x="3045676" y="0"/>
                  </a:lnTo>
                  <a:lnTo>
                    <a:pt x="3044821" y="0"/>
                  </a:lnTo>
                  <a:lnTo>
                    <a:pt x="3043965" y="0"/>
                  </a:lnTo>
                  <a:lnTo>
                    <a:pt x="3043110" y="0"/>
                  </a:lnTo>
                  <a:lnTo>
                    <a:pt x="3042254" y="0"/>
                  </a:lnTo>
                  <a:lnTo>
                    <a:pt x="3041399" y="0"/>
                  </a:lnTo>
                  <a:lnTo>
                    <a:pt x="3040543" y="0"/>
                  </a:lnTo>
                  <a:lnTo>
                    <a:pt x="3039688" y="0"/>
                  </a:lnTo>
                  <a:lnTo>
                    <a:pt x="3038832" y="0"/>
                  </a:lnTo>
                  <a:lnTo>
                    <a:pt x="3037977" y="0"/>
                  </a:lnTo>
                  <a:lnTo>
                    <a:pt x="3037121" y="0"/>
                  </a:lnTo>
                  <a:lnTo>
                    <a:pt x="3036266" y="0"/>
                  </a:lnTo>
                  <a:lnTo>
                    <a:pt x="3035410" y="0"/>
                  </a:lnTo>
                  <a:lnTo>
                    <a:pt x="3034554" y="0"/>
                  </a:lnTo>
                  <a:lnTo>
                    <a:pt x="3033699" y="0"/>
                  </a:lnTo>
                  <a:lnTo>
                    <a:pt x="3032843" y="0"/>
                  </a:lnTo>
                  <a:lnTo>
                    <a:pt x="3031988" y="0"/>
                  </a:lnTo>
                  <a:lnTo>
                    <a:pt x="3031132" y="0"/>
                  </a:lnTo>
                  <a:lnTo>
                    <a:pt x="3030277" y="0"/>
                  </a:lnTo>
                  <a:lnTo>
                    <a:pt x="3029421" y="0"/>
                  </a:lnTo>
                  <a:lnTo>
                    <a:pt x="3028566" y="0"/>
                  </a:lnTo>
                  <a:lnTo>
                    <a:pt x="3027710" y="0"/>
                  </a:lnTo>
                  <a:lnTo>
                    <a:pt x="3026855" y="0"/>
                  </a:lnTo>
                  <a:lnTo>
                    <a:pt x="3025999" y="0"/>
                  </a:lnTo>
                  <a:lnTo>
                    <a:pt x="3025144" y="0"/>
                  </a:lnTo>
                  <a:lnTo>
                    <a:pt x="3024288" y="0"/>
                  </a:lnTo>
                  <a:lnTo>
                    <a:pt x="3023433" y="0"/>
                  </a:lnTo>
                  <a:lnTo>
                    <a:pt x="3022577" y="0"/>
                  </a:lnTo>
                  <a:lnTo>
                    <a:pt x="3021722" y="0"/>
                  </a:lnTo>
                  <a:lnTo>
                    <a:pt x="3020866" y="0"/>
                  </a:lnTo>
                  <a:lnTo>
                    <a:pt x="3020011" y="0"/>
                  </a:lnTo>
                  <a:lnTo>
                    <a:pt x="3019155" y="0"/>
                  </a:lnTo>
                  <a:lnTo>
                    <a:pt x="3018299" y="0"/>
                  </a:lnTo>
                  <a:lnTo>
                    <a:pt x="3017444" y="0"/>
                  </a:lnTo>
                  <a:lnTo>
                    <a:pt x="3016588" y="0"/>
                  </a:lnTo>
                  <a:lnTo>
                    <a:pt x="3015733" y="0"/>
                  </a:lnTo>
                  <a:lnTo>
                    <a:pt x="3014877" y="0"/>
                  </a:lnTo>
                  <a:lnTo>
                    <a:pt x="3014022" y="0"/>
                  </a:lnTo>
                  <a:lnTo>
                    <a:pt x="3013166" y="0"/>
                  </a:lnTo>
                  <a:lnTo>
                    <a:pt x="3012311" y="0"/>
                  </a:lnTo>
                  <a:lnTo>
                    <a:pt x="3011455" y="0"/>
                  </a:lnTo>
                  <a:lnTo>
                    <a:pt x="3010600" y="0"/>
                  </a:lnTo>
                  <a:lnTo>
                    <a:pt x="3009744" y="0"/>
                  </a:lnTo>
                  <a:lnTo>
                    <a:pt x="3008889" y="0"/>
                  </a:lnTo>
                  <a:lnTo>
                    <a:pt x="3008033" y="0"/>
                  </a:lnTo>
                  <a:lnTo>
                    <a:pt x="3007178" y="0"/>
                  </a:lnTo>
                  <a:lnTo>
                    <a:pt x="3006322" y="0"/>
                  </a:lnTo>
                  <a:lnTo>
                    <a:pt x="3005467" y="0"/>
                  </a:lnTo>
                  <a:lnTo>
                    <a:pt x="3004611" y="0"/>
                  </a:lnTo>
                  <a:lnTo>
                    <a:pt x="3003756" y="0"/>
                  </a:lnTo>
                  <a:lnTo>
                    <a:pt x="3002900" y="0"/>
                  </a:lnTo>
                  <a:lnTo>
                    <a:pt x="3002044" y="0"/>
                  </a:lnTo>
                  <a:lnTo>
                    <a:pt x="3001189" y="0"/>
                  </a:lnTo>
                  <a:lnTo>
                    <a:pt x="3000333" y="0"/>
                  </a:lnTo>
                  <a:lnTo>
                    <a:pt x="2999478" y="0"/>
                  </a:lnTo>
                  <a:lnTo>
                    <a:pt x="2998622" y="0"/>
                  </a:lnTo>
                  <a:lnTo>
                    <a:pt x="2997767" y="0"/>
                  </a:lnTo>
                  <a:lnTo>
                    <a:pt x="2996911" y="0"/>
                  </a:lnTo>
                  <a:lnTo>
                    <a:pt x="2996056" y="0"/>
                  </a:lnTo>
                  <a:lnTo>
                    <a:pt x="2995200" y="0"/>
                  </a:lnTo>
                  <a:lnTo>
                    <a:pt x="2994345" y="0"/>
                  </a:lnTo>
                  <a:lnTo>
                    <a:pt x="2993489" y="0"/>
                  </a:lnTo>
                  <a:lnTo>
                    <a:pt x="2992634" y="0"/>
                  </a:lnTo>
                  <a:lnTo>
                    <a:pt x="2991778" y="0"/>
                  </a:lnTo>
                  <a:lnTo>
                    <a:pt x="2990923" y="0"/>
                  </a:lnTo>
                  <a:lnTo>
                    <a:pt x="2990067" y="0"/>
                  </a:lnTo>
                  <a:lnTo>
                    <a:pt x="2989212" y="0"/>
                  </a:lnTo>
                  <a:lnTo>
                    <a:pt x="2988356" y="0"/>
                  </a:lnTo>
                  <a:lnTo>
                    <a:pt x="2987500" y="0"/>
                  </a:lnTo>
                  <a:lnTo>
                    <a:pt x="2986645" y="0"/>
                  </a:lnTo>
                  <a:lnTo>
                    <a:pt x="2985789" y="0"/>
                  </a:lnTo>
                  <a:lnTo>
                    <a:pt x="2984934" y="0"/>
                  </a:lnTo>
                  <a:lnTo>
                    <a:pt x="2984078" y="0"/>
                  </a:lnTo>
                  <a:lnTo>
                    <a:pt x="2983223" y="0"/>
                  </a:lnTo>
                  <a:lnTo>
                    <a:pt x="2982367" y="0"/>
                  </a:lnTo>
                  <a:lnTo>
                    <a:pt x="2981512" y="0"/>
                  </a:lnTo>
                  <a:lnTo>
                    <a:pt x="2980656" y="0"/>
                  </a:lnTo>
                  <a:lnTo>
                    <a:pt x="2979801" y="0"/>
                  </a:lnTo>
                  <a:lnTo>
                    <a:pt x="2978945" y="0"/>
                  </a:lnTo>
                  <a:lnTo>
                    <a:pt x="2978090" y="0"/>
                  </a:lnTo>
                  <a:lnTo>
                    <a:pt x="2977234" y="0"/>
                  </a:lnTo>
                  <a:lnTo>
                    <a:pt x="2976379" y="0"/>
                  </a:lnTo>
                  <a:lnTo>
                    <a:pt x="2975523" y="0"/>
                  </a:lnTo>
                  <a:lnTo>
                    <a:pt x="2974668" y="0"/>
                  </a:lnTo>
                  <a:lnTo>
                    <a:pt x="2973812" y="0"/>
                  </a:lnTo>
                  <a:lnTo>
                    <a:pt x="2972957" y="0"/>
                  </a:lnTo>
                  <a:lnTo>
                    <a:pt x="2972101" y="0"/>
                  </a:lnTo>
                  <a:lnTo>
                    <a:pt x="2971245" y="0"/>
                  </a:lnTo>
                  <a:lnTo>
                    <a:pt x="2970390" y="0"/>
                  </a:lnTo>
                  <a:lnTo>
                    <a:pt x="2969534" y="0"/>
                  </a:lnTo>
                  <a:lnTo>
                    <a:pt x="2968679" y="0"/>
                  </a:lnTo>
                  <a:lnTo>
                    <a:pt x="2967823" y="0"/>
                  </a:lnTo>
                  <a:lnTo>
                    <a:pt x="2966968" y="0"/>
                  </a:lnTo>
                  <a:lnTo>
                    <a:pt x="2966112" y="0"/>
                  </a:lnTo>
                  <a:lnTo>
                    <a:pt x="2965257" y="0"/>
                  </a:lnTo>
                  <a:lnTo>
                    <a:pt x="2964401" y="0"/>
                  </a:lnTo>
                  <a:lnTo>
                    <a:pt x="2963546" y="0"/>
                  </a:lnTo>
                  <a:lnTo>
                    <a:pt x="2962690" y="0"/>
                  </a:lnTo>
                  <a:lnTo>
                    <a:pt x="2961835" y="0"/>
                  </a:lnTo>
                  <a:lnTo>
                    <a:pt x="2960979" y="0"/>
                  </a:lnTo>
                  <a:lnTo>
                    <a:pt x="2960124" y="0"/>
                  </a:lnTo>
                  <a:lnTo>
                    <a:pt x="2959268" y="0"/>
                  </a:lnTo>
                  <a:lnTo>
                    <a:pt x="2958413" y="0"/>
                  </a:lnTo>
                  <a:lnTo>
                    <a:pt x="2957557" y="0"/>
                  </a:lnTo>
                  <a:lnTo>
                    <a:pt x="2956702" y="0"/>
                  </a:lnTo>
                  <a:lnTo>
                    <a:pt x="2955846" y="0"/>
                  </a:lnTo>
                  <a:lnTo>
                    <a:pt x="2954990" y="0"/>
                  </a:lnTo>
                  <a:lnTo>
                    <a:pt x="2954135" y="0"/>
                  </a:lnTo>
                  <a:lnTo>
                    <a:pt x="2953279" y="0"/>
                  </a:lnTo>
                  <a:lnTo>
                    <a:pt x="2952424" y="0"/>
                  </a:lnTo>
                  <a:lnTo>
                    <a:pt x="2951568" y="0"/>
                  </a:lnTo>
                  <a:lnTo>
                    <a:pt x="2950713" y="0"/>
                  </a:lnTo>
                  <a:lnTo>
                    <a:pt x="2949857" y="0"/>
                  </a:lnTo>
                  <a:lnTo>
                    <a:pt x="2949002" y="0"/>
                  </a:lnTo>
                  <a:lnTo>
                    <a:pt x="2948146" y="0"/>
                  </a:lnTo>
                  <a:lnTo>
                    <a:pt x="2947291" y="0"/>
                  </a:lnTo>
                  <a:lnTo>
                    <a:pt x="2946435" y="0"/>
                  </a:lnTo>
                  <a:lnTo>
                    <a:pt x="2945580" y="0"/>
                  </a:lnTo>
                  <a:lnTo>
                    <a:pt x="2944724" y="0"/>
                  </a:lnTo>
                  <a:lnTo>
                    <a:pt x="2943869" y="0"/>
                  </a:lnTo>
                  <a:lnTo>
                    <a:pt x="2943013" y="0"/>
                  </a:lnTo>
                  <a:lnTo>
                    <a:pt x="2942158" y="0"/>
                  </a:lnTo>
                  <a:lnTo>
                    <a:pt x="2941302" y="0"/>
                  </a:lnTo>
                  <a:lnTo>
                    <a:pt x="2940446" y="0"/>
                  </a:lnTo>
                  <a:lnTo>
                    <a:pt x="2939591" y="0"/>
                  </a:lnTo>
                  <a:lnTo>
                    <a:pt x="2938735" y="0"/>
                  </a:lnTo>
                  <a:lnTo>
                    <a:pt x="2937880" y="0"/>
                  </a:lnTo>
                  <a:lnTo>
                    <a:pt x="2937024" y="0"/>
                  </a:lnTo>
                  <a:lnTo>
                    <a:pt x="2936169" y="0"/>
                  </a:lnTo>
                  <a:lnTo>
                    <a:pt x="2935313" y="0"/>
                  </a:lnTo>
                  <a:lnTo>
                    <a:pt x="2934458" y="0"/>
                  </a:lnTo>
                  <a:lnTo>
                    <a:pt x="2933602" y="0"/>
                  </a:lnTo>
                  <a:lnTo>
                    <a:pt x="2932747" y="0"/>
                  </a:lnTo>
                  <a:lnTo>
                    <a:pt x="2931891" y="0"/>
                  </a:lnTo>
                  <a:lnTo>
                    <a:pt x="2931036" y="0"/>
                  </a:lnTo>
                  <a:lnTo>
                    <a:pt x="2930180" y="0"/>
                  </a:lnTo>
                  <a:lnTo>
                    <a:pt x="2929325" y="0"/>
                  </a:lnTo>
                  <a:lnTo>
                    <a:pt x="2928469" y="0"/>
                  </a:lnTo>
                  <a:lnTo>
                    <a:pt x="2927614" y="0"/>
                  </a:lnTo>
                  <a:lnTo>
                    <a:pt x="2926758" y="0"/>
                  </a:lnTo>
                  <a:lnTo>
                    <a:pt x="2925903" y="0"/>
                  </a:lnTo>
                  <a:lnTo>
                    <a:pt x="2925047" y="0"/>
                  </a:lnTo>
                  <a:lnTo>
                    <a:pt x="2924191" y="0"/>
                  </a:lnTo>
                  <a:lnTo>
                    <a:pt x="2923336" y="0"/>
                  </a:lnTo>
                  <a:lnTo>
                    <a:pt x="2922480" y="0"/>
                  </a:lnTo>
                  <a:lnTo>
                    <a:pt x="2921625" y="0"/>
                  </a:lnTo>
                  <a:lnTo>
                    <a:pt x="2920769" y="0"/>
                  </a:lnTo>
                  <a:lnTo>
                    <a:pt x="2919914" y="0"/>
                  </a:lnTo>
                  <a:lnTo>
                    <a:pt x="2919058" y="0"/>
                  </a:lnTo>
                  <a:lnTo>
                    <a:pt x="2918203" y="0"/>
                  </a:lnTo>
                  <a:lnTo>
                    <a:pt x="2917347" y="0"/>
                  </a:lnTo>
                  <a:lnTo>
                    <a:pt x="2916492" y="0"/>
                  </a:lnTo>
                  <a:lnTo>
                    <a:pt x="2915636" y="0"/>
                  </a:lnTo>
                  <a:lnTo>
                    <a:pt x="2914781" y="0"/>
                  </a:lnTo>
                  <a:lnTo>
                    <a:pt x="2913925" y="0"/>
                  </a:lnTo>
                  <a:lnTo>
                    <a:pt x="2913070" y="0"/>
                  </a:lnTo>
                  <a:lnTo>
                    <a:pt x="2912214" y="0"/>
                  </a:lnTo>
                  <a:lnTo>
                    <a:pt x="2911359" y="0"/>
                  </a:lnTo>
                  <a:lnTo>
                    <a:pt x="2910503" y="0"/>
                  </a:lnTo>
                  <a:lnTo>
                    <a:pt x="2909648" y="0"/>
                  </a:lnTo>
                  <a:lnTo>
                    <a:pt x="2908792" y="0"/>
                  </a:lnTo>
                  <a:lnTo>
                    <a:pt x="2907936" y="0"/>
                  </a:lnTo>
                  <a:lnTo>
                    <a:pt x="2907081" y="0"/>
                  </a:lnTo>
                  <a:lnTo>
                    <a:pt x="2906225" y="0"/>
                  </a:lnTo>
                  <a:lnTo>
                    <a:pt x="2905370" y="0"/>
                  </a:lnTo>
                  <a:lnTo>
                    <a:pt x="2904514" y="0"/>
                  </a:lnTo>
                  <a:lnTo>
                    <a:pt x="2903659" y="0"/>
                  </a:lnTo>
                  <a:lnTo>
                    <a:pt x="2902803" y="0"/>
                  </a:lnTo>
                  <a:lnTo>
                    <a:pt x="2901948" y="0"/>
                  </a:lnTo>
                  <a:lnTo>
                    <a:pt x="2901092" y="0"/>
                  </a:lnTo>
                  <a:lnTo>
                    <a:pt x="2900237" y="0"/>
                  </a:lnTo>
                  <a:lnTo>
                    <a:pt x="2899381" y="0"/>
                  </a:lnTo>
                  <a:lnTo>
                    <a:pt x="2898526" y="0"/>
                  </a:lnTo>
                  <a:lnTo>
                    <a:pt x="2897670" y="0"/>
                  </a:lnTo>
                  <a:lnTo>
                    <a:pt x="2896815" y="0"/>
                  </a:lnTo>
                  <a:lnTo>
                    <a:pt x="2895959" y="0"/>
                  </a:lnTo>
                  <a:lnTo>
                    <a:pt x="2895104" y="0"/>
                  </a:lnTo>
                  <a:lnTo>
                    <a:pt x="2894248" y="0"/>
                  </a:lnTo>
                  <a:lnTo>
                    <a:pt x="2893392" y="0"/>
                  </a:lnTo>
                  <a:lnTo>
                    <a:pt x="2892537" y="0"/>
                  </a:lnTo>
                  <a:lnTo>
                    <a:pt x="2891681" y="0"/>
                  </a:lnTo>
                  <a:lnTo>
                    <a:pt x="2890826" y="0"/>
                  </a:lnTo>
                  <a:lnTo>
                    <a:pt x="2889970" y="0"/>
                  </a:lnTo>
                  <a:lnTo>
                    <a:pt x="2889115" y="0"/>
                  </a:lnTo>
                  <a:lnTo>
                    <a:pt x="2888259" y="0"/>
                  </a:lnTo>
                  <a:lnTo>
                    <a:pt x="2887404" y="0"/>
                  </a:lnTo>
                  <a:lnTo>
                    <a:pt x="2886548" y="0"/>
                  </a:lnTo>
                  <a:lnTo>
                    <a:pt x="2885693" y="0"/>
                  </a:lnTo>
                  <a:lnTo>
                    <a:pt x="2884837" y="0"/>
                  </a:lnTo>
                  <a:lnTo>
                    <a:pt x="2883982" y="0"/>
                  </a:lnTo>
                  <a:lnTo>
                    <a:pt x="2883126" y="0"/>
                  </a:lnTo>
                  <a:lnTo>
                    <a:pt x="2882271" y="0"/>
                  </a:lnTo>
                  <a:lnTo>
                    <a:pt x="2881415" y="0"/>
                  </a:lnTo>
                  <a:lnTo>
                    <a:pt x="2880560" y="0"/>
                  </a:lnTo>
                  <a:lnTo>
                    <a:pt x="2879704" y="0"/>
                  </a:lnTo>
                  <a:lnTo>
                    <a:pt x="2878849" y="0"/>
                  </a:lnTo>
                  <a:lnTo>
                    <a:pt x="2877993" y="0"/>
                  </a:lnTo>
                  <a:lnTo>
                    <a:pt x="2877137" y="0"/>
                  </a:lnTo>
                  <a:lnTo>
                    <a:pt x="2876282" y="0"/>
                  </a:lnTo>
                  <a:lnTo>
                    <a:pt x="2875426" y="0"/>
                  </a:lnTo>
                  <a:lnTo>
                    <a:pt x="2874571" y="0"/>
                  </a:lnTo>
                  <a:lnTo>
                    <a:pt x="2873715" y="0"/>
                  </a:lnTo>
                  <a:lnTo>
                    <a:pt x="2872860" y="0"/>
                  </a:lnTo>
                  <a:lnTo>
                    <a:pt x="2872004" y="0"/>
                  </a:lnTo>
                  <a:lnTo>
                    <a:pt x="2871149" y="0"/>
                  </a:lnTo>
                  <a:lnTo>
                    <a:pt x="2870293" y="0"/>
                  </a:lnTo>
                  <a:lnTo>
                    <a:pt x="2869438" y="0"/>
                  </a:lnTo>
                  <a:lnTo>
                    <a:pt x="2868582" y="0"/>
                  </a:lnTo>
                  <a:lnTo>
                    <a:pt x="2867727" y="0"/>
                  </a:lnTo>
                  <a:lnTo>
                    <a:pt x="2866871" y="0"/>
                  </a:lnTo>
                  <a:lnTo>
                    <a:pt x="2866016" y="0"/>
                  </a:lnTo>
                  <a:lnTo>
                    <a:pt x="2865160" y="0"/>
                  </a:lnTo>
                  <a:lnTo>
                    <a:pt x="2864305" y="0"/>
                  </a:lnTo>
                  <a:lnTo>
                    <a:pt x="2863449" y="0"/>
                  </a:lnTo>
                  <a:lnTo>
                    <a:pt x="2862594" y="0"/>
                  </a:lnTo>
                  <a:lnTo>
                    <a:pt x="2861738" y="0"/>
                  </a:lnTo>
                  <a:lnTo>
                    <a:pt x="2860882" y="0"/>
                  </a:lnTo>
                  <a:lnTo>
                    <a:pt x="2860027" y="0"/>
                  </a:lnTo>
                  <a:lnTo>
                    <a:pt x="2859171" y="0"/>
                  </a:lnTo>
                  <a:lnTo>
                    <a:pt x="2858316" y="0"/>
                  </a:lnTo>
                  <a:lnTo>
                    <a:pt x="2857460" y="0"/>
                  </a:lnTo>
                  <a:lnTo>
                    <a:pt x="2856605" y="0"/>
                  </a:lnTo>
                  <a:lnTo>
                    <a:pt x="2855749" y="0"/>
                  </a:lnTo>
                  <a:lnTo>
                    <a:pt x="2854894" y="0"/>
                  </a:lnTo>
                  <a:lnTo>
                    <a:pt x="2854038" y="0"/>
                  </a:lnTo>
                  <a:lnTo>
                    <a:pt x="2853183" y="0"/>
                  </a:lnTo>
                  <a:lnTo>
                    <a:pt x="2852327" y="0"/>
                  </a:lnTo>
                  <a:lnTo>
                    <a:pt x="2851472" y="0"/>
                  </a:lnTo>
                  <a:lnTo>
                    <a:pt x="2850616" y="0"/>
                  </a:lnTo>
                  <a:lnTo>
                    <a:pt x="2849761" y="0"/>
                  </a:lnTo>
                  <a:lnTo>
                    <a:pt x="2848905" y="0"/>
                  </a:lnTo>
                  <a:lnTo>
                    <a:pt x="2848050" y="0"/>
                  </a:lnTo>
                  <a:lnTo>
                    <a:pt x="2847194" y="0"/>
                  </a:lnTo>
                  <a:lnTo>
                    <a:pt x="2846339" y="0"/>
                  </a:lnTo>
                  <a:lnTo>
                    <a:pt x="2845483" y="0"/>
                  </a:lnTo>
                  <a:lnTo>
                    <a:pt x="2844627" y="0"/>
                  </a:lnTo>
                  <a:lnTo>
                    <a:pt x="2843772" y="0"/>
                  </a:lnTo>
                  <a:lnTo>
                    <a:pt x="2842916" y="0"/>
                  </a:lnTo>
                  <a:lnTo>
                    <a:pt x="2842061" y="0"/>
                  </a:lnTo>
                  <a:lnTo>
                    <a:pt x="2841205" y="0"/>
                  </a:lnTo>
                  <a:lnTo>
                    <a:pt x="2840350" y="0"/>
                  </a:lnTo>
                  <a:lnTo>
                    <a:pt x="2839494" y="0"/>
                  </a:lnTo>
                  <a:lnTo>
                    <a:pt x="2838639" y="0"/>
                  </a:lnTo>
                  <a:lnTo>
                    <a:pt x="2837783" y="0"/>
                  </a:lnTo>
                  <a:lnTo>
                    <a:pt x="2836928" y="0"/>
                  </a:lnTo>
                  <a:lnTo>
                    <a:pt x="2836072" y="0"/>
                  </a:lnTo>
                  <a:lnTo>
                    <a:pt x="2835217" y="0"/>
                  </a:lnTo>
                  <a:lnTo>
                    <a:pt x="2834361" y="0"/>
                  </a:lnTo>
                  <a:lnTo>
                    <a:pt x="2833506" y="0"/>
                  </a:lnTo>
                  <a:lnTo>
                    <a:pt x="2832650" y="0"/>
                  </a:lnTo>
                  <a:lnTo>
                    <a:pt x="2831795" y="0"/>
                  </a:lnTo>
                  <a:lnTo>
                    <a:pt x="2830939" y="0"/>
                  </a:lnTo>
                  <a:lnTo>
                    <a:pt x="2830083" y="0"/>
                  </a:lnTo>
                  <a:lnTo>
                    <a:pt x="2829228" y="0"/>
                  </a:lnTo>
                  <a:lnTo>
                    <a:pt x="2828372" y="0"/>
                  </a:lnTo>
                  <a:lnTo>
                    <a:pt x="2827517" y="0"/>
                  </a:lnTo>
                  <a:lnTo>
                    <a:pt x="2826661" y="0"/>
                  </a:lnTo>
                  <a:lnTo>
                    <a:pt x="2825806" y="0"/>
                  </a:lnTo>
                  <a:lnTo>
                    <a:pt x="2824950" y="0"/>
                  </a:lnTo>
                  <a:lnTo>
                    <a:pt x="2824095" y="0"/>
                  </a:lnTo>
                  <a:lnTo>
                    <a:pt x="2823239" y="0"/>
                  </a:lnTo>
                  <a:lnTo>
                    <a:pt x="2822384" y="0"/>
                  </a:lnTo>
                  <a:lnTo>
                    <a:pt x="2821528" y="0"/>
                  </a:lnTo>
                  <a:lnTo>
                    <a:pt x="2820673" y="0"/>
                  </a:lnTo>
                  <a:lnTo>
                    <a:pt x="2819817" y="0"/>
                  </a:lnTo>
                  <a:lnTo>
                    <a:pt x="2818962" y="0"/>
                  </a:lnTo>
                  <a:lnTo>
                    <a:pt x="2818106" y="0"/>
                  </a:lnTo>
                  <a:lnTo>
                    <a:pt x="2817251" y="0"/>
                  </a:lnTo>
                  <a:lnTo>
                    <a:pt x="2816395" y="0"/>
                  </a:lnTo>
                  <a:lnTo>
                    <a:pt x="2815540" y="0"/>
                  </a:lnTo>
                  <a:lnTo>
                    <a:pt x="2814684" y="0"/>
                  </a:lnTo>
                  <a:lnTo>
                    <a:pt x="2813828" y="0"/>
                  </a:lnTo>
                  <a:lnTo>
                    <a:pt x="2812973" y="0"/>
                  </a:lnTo>
                  <a:lnTo>
                    <a:pt x="2812117" y="0"/>
                  </a:lnTo>
                  <a:lnTo>
                    <a:pt x="2811262" y="0"/>
                  </a:lnTo>
                  <a:lnTo>
                    <a:pt x="2810406" y="0"/>
                  </a:lnTo>
                  <a:lnTo>
                    <a:pt x="2809551" y="0"/>
                  </a:lnTo>
                  <a:lnTo>
                    <a:pt x="2808695" y="0"/>
                  </a:lnTo>
                  <a:lnTo>
                    <a:pt x="2807840" y="0"/>
                  </a:lnTo>
                  <a:lnTo>
                    <a:pt x="2806984" y="0"/>
                  </a:lnTo>
                  <a:lnTo>
                    <a:pt x="2806129" y="0"/>
                  </a:lnTo>
                  <a:lnTo>
                    <a:pt x="2805273" y="0"/>
                  </a:lnTo>
                  <a:lnTo>
                    <a:pt x="2804418" y="0"/>
                  </a:lnTo>
                  <a:lnTo>
                    <a:pt x="2803562" y="0"/>
                  </a:lnTo>
                  <a:lnTo>
                    <a:pt x="2802707" y="0"/>
                  </a:lnTo>
                  <a:lnTo>
                    <a:pt x="2801851" y="0"/>
                  </a:lnTo>
                  <a:lnTo>
                    <a:pt x="2800996" y="0"/>
                  </a:lnTo>
                  <a:lnTo>
                    <a:pt x="2800140" y="0"/>
                  </a:lnTo>
                  <a:lnTo>
                    <a:pt x="2799285" y="0"/>
                  </a:lnTo>
                  <a:lnTo>
                    <a:pt x="2798429" y="0"/>
                  </a:lnTo>
                  <a:lnTo>
                    <a:pt x="2797573" y="0"/>
                  </a:lnTo>
                  <a:lnTo>
                    <a:pt x="2796718" y="0"/>
                  </a:lnTo>
                  <a:lnTo>
                    <a:pt x="2795862" y="0"/>
                  </a:lnTo>
                  <a:lnTo>
                    <a:pt x="2795007" y="0"/>
                  </a:lnTo>
                  <a:lnTo>
                    <a:pt x="2794151" y="0"/>
                  </a:lnTo>
                  <a:lnTo>
                    <a:pt x="2793296" y="0"/>
                  </a:lnTo>
                  <a:lnTo>
                    <a:pt x="2792440" y="0"/>
                  </a:lnTo>
                  <a:lnTo>
                    <a:pt x="2791585" y="0"/>
                  </a:lnTo>
                  <a:lnTo>
                    <a:pt x="2790729" y="0"/>
                  </a:lnTo>
                  <a:lnTo>
                    <a:pt x="2789874" y="0"/>
                  </a:lnTo>
                  <a:lnTo>
                    <a:pt x="2789018" y="0"/>
                  </a:lnTo>
                  <a:lnTo>
                    <a:pt x="2788163" y="0"/>
                  </a:lnTo>
                  <a:lnTo>
                    <a:pt x="2787307" y="0"/>
                  </a:lnTo>
                  <a:lnTo>
                    <a:pt x="2786452" y="0"/>
                  </a:lnTo>
                  <a:lnTo>
                    <a:pt x="2785596" y="0"/>
                  </a:lnTo>
                  <a:lnTo>
                    <a:pt x="2784741" y="0"/>
                  </a:lnTo>
                  <a:lnTo>
                    <a:pt x="2783885" y="0"/>
                  </a:lnTo>
                  <a:lnTo>
                    <a:pt x="2783029" y="0"/>
                  </a:lnTo>
                  <a:lnTo>
                    <a:pt x="2782174" y="0"/>
                  </a:lnTo>
                  <a:lnTo>
                    <a:pt x="2781318" y="0"/>
                  </a:lnTo>
                  <a:lnTo>
                    <a:pt x="2780463" y="0"/>
                  </a:lnTo>
                  <a:lnTo>
                    <a:pt x="2779607" y="0"/>
                  </a:lnTo>
                  <a:lnTo>
                    <a:pt x="2778752" y="0"/>
                  </a:lnTo>
                  <a:lnTo>
                    <a:pt x="2777896" y="0"/>
                  </a:lnTo>
                  <a:lnTo>
                    <a:pt x="2777041" y="0"/>
                  </a:lnTo>
                  <a:lnTo>
                    <a:pt x="2776185" y="0"/>
                  </a:lnTo>
                  <a:lnTo>
                    <a:pt x="2775330" y="0"/>
                  </a:lnTo>
                  <a:lnTo>
                    <a:pt x="2774474" y="0"/>
                  </a:lnTo>
                  <a:lnTo>
                    <a:pt x="2773619" y="0"/>
                  </a:lnTo>
                  <a:lnTo>
                    <a:pt x="2772763" y="0"/>
                  </a:lnTo>
                  <a:lnTo>
                    <a:pt x="2771908" y="0"/>
                  </a:lnTo>
                  <a:lnTo>
                    <a:pt x="2771052" y="0"/>
                  </a:lnTo>
                  <a:lnTo>
                    <a:pt x="2770197" y="0"/>
                  </a:lnTo>
                  <a:lnTo>
                    <a:pt x="2769341" y="0"/>
                  </a:lnTo>
                  <a:lnTo>
                    <a:pt x="2768486" y="0"/>
                  </a:lnTo>
                  <a:lnTo>
                    <a:pt x="2767630" y="0"/>
                  </a:lnTo>
                  <a:lnTo>
                    <a:pt x="2766774" y="0"/>
                  </a:lnTo>
                  <a:lnTo>
                    <a:pt x="2765919" y="0"/>
                  </a:lnTo>
                  <a:lnTo>
                    <a:pt x="2765063" y="0"/>
                  </a:lnTo>
                  <a:lnTo>
                    <a:pt x="2764208" y="0"/>
                  </a:lnTo>
                  <a:lnTo>
                    <a:pt x="2763352" y="0"/>
                  </a:lnTo>
                  <a:lnTo>
                    <a:pt x="2762497" y="0"/>
                  </a:lnTo>
                  <a:lnTo>
                    <a:pt x="2761641" y="0"/>
                  </a:lnTo>
                  <a:lnTo>
                    <a:pt x="2760786" y="0"/>
                  </a:lnTo>
                  <a:lnTo>
                    <a:pt x="2759930" y="0"/>
                  </a:lnTo>
                  <a:lnTo>
                    <a:pt x="2759075" y="0"/>
                  </a:lnTo>
                  <a:lnTo>
                    <a:pt x="2758219" y="0"/>
                  </a:lnTo>
                  <a:lnTo>
                    <a:pt x="2757364" y="0"/>
                  </a:lnTo>
                  <a:lnTo>
                    <a:pt x="2756508" y="0"/>
                  </a:lnTo>
                  <a:lnTo>
                    <a:pt x="2755653" y="0"/>
                  </a:lnTo>
                  <a:lnTo>
                    <a:pt x="2754797" y="0"/>
                  </a:lnTo>
                  <a:lnTo>
                    <a:pt x="2753942" y="0"/>
                  </a:lnTo>
                  <a:lnTo>
                    <a:pt x="2753086" y="0"/>
                  </a:lnTo>
                  <a:lnTo>
                    <a:pt x="2752231" y="0"/>
                  </a:lnTo>
                  <a:lnTo>
                    <a:pt x="2751375" y="0"/>
                  </a:lnTo>
                  <a:lnTo>
                    <a:pt x="2750519" y="0"/>
                  </a:lnTo>
                  <a:lnTo>
                    <a:pt x="2749664" y="0"/>
                  </a:lnTo>
                  <a:lnTo>
                    <a:pt x="2748808" y="0"/>
                  </a:lnTo>
                  <a:lnTo>
                    <a:pt x="2747953" y="0"/>
                  </a:lnTo>
                  <a:lnTo>
                    <a:pt x="2747097" y="0"/>
                  </a:lnTo>
                  <a:lnTo>
                    <a:pt x="2746242" y="0"/>
                  </a:lnTo>
                  <a:lnTo>
                    <a:pt x="2745386" y="0"/>
                  </a:lnTo>
                  <a:lnTo>
                    <a:pt x="2744531" y="0"/>
                  </a:lnTo>
                  <a:lnTo>
                    <a:pt x="2743675" y="0"/>
                  </a:lnTo>
                  <a:lnTo>
                    <a:pt x="2742820" y="0"/>
                  </a:lnTo>
                  <a:lnTo>
                    <a:pt x="2741964" y="0"/>
                  </a:lnTo>
                  <a:lnTo>
                    <a:pt x="2741109" y="0"/>
                  </a:lnTo>
                  <a:lnTo>
                    <a:pt x="2740253" y="0"/>
                  </a:lnTo>
                  <a:lnTo>
                    <a:pt x="2739398" y="0"/>
                  </a:lnTo>
                  <a:lnTo>
                    <a:pt x="2738542" y="0"/>
                  </a:lnTo>
                  <a:lnTo>
                    <a:pt x="2737687" y="0"/>
                  </a:lnTo>
                  <a:lnTo>
                    <a:pt x="2736831" y="0"/>
                  </a:lnTo>
                  <a:lnTo>
                    <a:pt x="2735975" y="0"/>
                  </a:lnTo>
                  <a:lnTo>
                    <a:pt x="2735120" y="0"/>
                  </a:lnTo>
                  <a:lnTo>
                    <a:pt x="2734264" y="0"/>
                  </a:lnTo>
                  <a:lnTo>
                    <a:pt x="2733409" y="0"/>
                  </a:lnTo>
                  <a:lnTo>
                    <a:pt x="2732553" y="0"/>
                  </a:lnTo>
                  <a:lnTo>
                    <a:pt x="2731698" y="0"/>
                  </a:lnTo>
                  <a:lnTo>
                    <a:pt x="2730842" y="0"/>
                  </a:lnTo>
                  <a:lnTo>
                    <a:pt x="2729987" y="0"/>
                  </a:lnTo>
                  <a:lnTo>
                    <a:pt x="2729131" y="0"/>
                  </a:lnTo>
                  <a:lnTo>
                    <a:pt x="2728276" y="0"/>
                  </a:lnTo>
                  <a:lnTo>
                    <a:pt x="2727420" y="0"/>
                  </a:lnTo>
                  <a:lnTo>
                    <a:pt x="2726565" y="0"/>
                  </a:lnTo>
                  <a:lnTo>
                    <a:pt x="2725709" y="0"/>
                  </a:lnTo>
                  <a:lnTo>
                    <a:pt x="2724854" y="0"/>
                  </a:lnTo>
                  <a:lnTo>
                    <a:pt x="2723998" y="0"/>
                  </a:lnTo>
                  <a:lnTo>
                    <a:pt x="2723143" y="0"/>
                  </a:lnTo>
                  <a:lnTo>
                    <a:pt x="2722287" y="0"/>
                  </a:lnTo>
                  <a:lnTo>
                    <a:pt x="2721432" y="0"/>
                  </a:lnTo>
                  <a:lnTo>
                    <a:pt x="2720576" y="0"/>
                  </a:lnTo>
                  <a:lnTo>
                    <a:pt x="2719720" y="0"/>
                  </a:lnTo>
                  <a:lnTo>
                    <a:pt x="2718865" y="0"/>
                  </a:lnTo>
                  <a:lnTo>
                    <a:pt x="2718009" y="0"/>
                  </a:lnTo>
                  <a:lnTo>
                    <a:pt x="2717154" y="0"/>
                  </a:lnTo>
                  <a:lnTo>
                    <a:pt x="2716298" y="0"/>
                  </a:lnTo>
                  <a:lnTo>
                    <a:pt x="2715443" y="0"/>
                  </a:lnTo>
                  <a:lnTo>
                    <a:pt x="2714587" y="0"/>
                  </a:lnTo>
                  <a:lnTo>
                    <a:pt x="2713732" y="0"/>
                  </a:lnTo>
                  <a:lnTo>
                    <a:pt x="2712876" y="0"/>
                  </a:lnTo>
                  <a:lnTo>
                    <a:pt x="2712021" y="0"/>
                  </a:lnTo>
                  <a:lnTo>
                    <a:pt x="2711165" y="0"/>
                  </a:lnTo>
                  <a:lnTo>
                    <a:pt x="2710310" y="0"/>
                  </a:lnTo>
                  <a:lnTo>
                    <a:pt x="2709454" y="0"/>
                  </a:lnTo>
                  <a:lnTo>
                    <a:pt x="2708599" y="0"/>
                  </a:lnTo>
                  <a:lnTo>
                    <a:pt x="2707743" y="0"/>
                  </a:lnTo>
                  <a:lnTo>
                    <a:pt x="2706888" y="0"/>
                  </a:lnTo>
                  <a:lnTo>
                    <a:pt x="2706032" y="0"/>
                  </a:lnTo>
                  <a:lnTo>
                    <a:pt x="2705177" y="0"/>
                  </a:lnTo>
                  <a:lnTo>
                    <a:pt x="2704321" y="0"/>
                  </a:lnTo>
                  <a:lnTo>
                    <a:pt x="2703465" y="0"/>
                  </a:lnTo>
                  <a:lnTo>
                    <a:pt x="2702610" y="0"/>
                  </a:lnTo>
                  <a:lnTo>
                    <a:pt x="2701754" y="0"/>
                  </a:lnTo>
                  <a:lnTo>
                    <a:pt x="2700899" y="0"/>
                  </a:lnTo>
                  <a:lnTo>
                    <a:pt x="2700043" y="0"/>
                  </a:lnTo>
                  <a:lnTo>
                    <a:pt x="2699188" y="0"/>
                  </a:lnTo>
                  <a:lnTo>
                    <a:pt x="2698332" y="0"/>
                  </a:lnTo>
                  <a:lnTo>
                    <a:pt x="2697477" y="0"/>
                  </a:lnTo>
                  <a:lnTo>
                    <a:pt x="2696621" y="0"/>
                  </a:lnTo>
                  <a:lnTo>
                    <a:pt x="2695766" y="0"/>
                  </a:lnTo>
                  <a:lnTo>
                    <a:pt x="2694910" y="0"/>
                  </a:lnTo>
                  <a:lnTo>
                    <a:pt x="2694055" y="0"/>
                  </a:lnTo>
                  <a:lnTo>
                    <a:pt x="2693199" y="0"/>
                  </a:lnTo>
                  <a:lnTo>
                    <a:pt x="2692344" y="0"/>
                  </a:lnTo>
                  <a:lnTo>
                    <a:pt x="2691488" y="0"/>
                  </a:lnTo>
                  <a:lnTo>
                    <a:pt x="2690633" y="0"/>
                  </a:lnTo>
                  <a:lnTo>
                    <a:pt x="2689777" y="0"/>
                  </a:lnTo>
                  <a:lnTo>
                    <a:pt x="2688921" y="0"/>
                  </a:lnTo>
                  <a:lnTo>
                    <a:pt x="2688066" y="0"/>
                  </a:lnTo>
                  <a:lnTo>
                    <a:pt x="2687210" y="0"/>
                  </a:lnTo>
                  <a:lnTo>
                    <a:pt x="2686355" y="0"/>
                  </a:lnTo>
                  <a:lnTo>
                    <a:pt x="2685499" y="0"/>
                  </a:lnTo>
                  <a:lnTo>
                    <a:pt x="2684644" y="0"/>
                  </a:lnTo>
                  <a:lnTo>
                    <a:pt x="2683788" y="0"/>
                  </a:lnTo>
                  <a:lnTo>
                    <a:pt x="2682933" y="0"/>
                  </a:lnTo>
                  <a:lnTo>
                    <a:pt x="2682077" y="0"/>
                  </a:lnTo>
                  <a:lnTo>
                    <a:pt x="2681222" y="0"/>
                  </a:lnTo>
                  <a:lnTo>
                    <a:pt x="2680366" y="0"/>
                  </a:lnTo>
                  <a:lnTo>
                    <a:pt x="2679511" y="0"/>
                  </a:lnTo>
                  <a:lnTo>
                    <a:pt x="2678655" y="0"/>
                  </a:lnTo>
                  <a:lnTo>
                    <a:pt x="2677800" y="0"/>
                  </a:lnTo>
                  <a:lnTo>
                    <a:pt x="2676944" y="0"/>
                  </a:lnTo>
                  <a:lnTo>
                    <a:pt x="2676089" y="0"/>
                  </a:lnTo>
                  <a:lnTo>
                    <a:pt x="2675233" y="0"/>
                  </a:lnTo>
                  <a:lnTo>
                    <a:pt x="2674378" y="0"/>
                  </a:lnTo>
                  <a:lnTo>
                    <a:pt x="2673522" y="0"/>
                  </a:lnTo>
                  <a:lnTo>
                    <a:pt x="2672666" y="0"/>
                  </a:lnTo>
                  <a:lnTo>
                    <a:pt x="2671811" y="0"/>
                  </a:lnTo>
                  <a:lnTo>
                    <a:pt x="2670955" y="0"/>
                  </a:lnTo>
                  <a:lnTo>
                    <a:pt x="2670100" y="0"/>
                  </a:lnTo>
                  <a:lnTo>
                    <a:pt x="2669244" y="0"/>
                  </a:lnTo>
                  <a:lnTo>
                    <a:pt x="2668389" y="0"/>
                  </a:lnTo>
                  <a:lnTo>
                    <a:pt x="2667533" y="0"/>
                  </a:lnTo>
                  <a:lnTo>
                    <a:pt x="2666678" y="0"/>
                  </a:lnTo>
                  <a:lnTo>
                    <a:pt x="2665822" y="0"/>
                  </a:lnTo>
                  <a:lnTo>
                    <a:pt x="2664967" y="0"/>
                  </a:lnTo>
                  <a:lnTo>
                    <a:pt x="2664111" y="0"/>
                  </a:lnTo>
                  <a:lnTo>
                    <a:pt x="2663256" y="0"/>
                  </a:lnTo>
                  <a:lnTo>
                    <a:pt x="2662400" y="0"/>
                  </a:lnTo>
                  <a:lnTo>
                    <a:pt x="2661545" y="0"/>
                  </a:lnTo>
                  <a:lnTo>
                    <a:pt x="2660689" y="0"/>
                  </a:lnTo>
                  <a:lnTo>
                    <a:pt x="2659834" y="0"/>
                  </a:lnTo>
                  <a:lnTo>
                    <a:pt x="2658978" y="0"/>
                  </a:lnTo>
                  <a:lnTo>
                    <a:pt x="2658123" y="0"/>
                  </a:lnTo>
                  <a:lnTo>
                    <a:pt x="2657267" y="0"/>
                  </a:lnTo>
                  <a:lnTo>
                    <a:pt x="2656411" y="0"/>
                  </a:lnTo>
                  <a:lnTo>
                    <a:pt x="2655556" y="0"/>
                  </a:lnTo>
                  <a:lnTo>
                    <a:pt x="2654700" y="0"/>
                  </a:lnTo>
                  <a:lnTo>
                    <a:pt x="2653845" y="0"/>
                  </a:lnTo>
                  <a:lnTo>
                    <a:pt x="2652989" y="0"/>
                  </a:lnTo>
                  <a:lnTo>
                    <a:pt x="2652134" y="0"/>
                  </a:lnTo>
                  <a:lnTo>
                    <a:pt x="2651278" y="0"/>
                  </a:lnTo>
                  <a:lnTo>
                    <a:pt x="2650423" y="0"/>
                  </a:lnTo>
                  <a:lnTo>
                    <a:pt x="2649567" y="0"/>
                  </a:lnTo>
                  <a:lnTo>
                    <a:pt x="2648712" y="0"/>
                  </a:lnTo>
                  <a:lnTo>
                    <a:pt x="2647856" y="0"/>
                  </a:lnTo>
                  <a:lnTo>
                    <a:pt x="2647001" y="0"/>
                  </a:lnTo>
                  <a:lnTo>
                    <a:pt x="2646145" y="0"/>
                  </a:lnTo>
                  <a:lnTo>
                    <a:pt x="2645290" y="0"/>
                  </a:lnTo>
                  <a:lnTo>
                    <a:pt x="2644434" y="0"/>
                  </a:lnTo>
                  <a:lnTo>
                    <a:pt x="2643579" y="0"/>
                  </a:lnTo>
                  <a:lnTo>
                    <a:pt x="2642723" y="0"/>
                  </a:lnTo>
                  <a:lnTo>
                    <a:pt x="2641868" y="0"/>
                  </a:lnTo>
                  <a:lnTo>
                    <a:pt x="2641012" y="0"/>
                  </a:lnTo>
                  <a:lnTo>
                    <a:pt x="2640156" y="0"/>
                  </a:lnTo>
                  <a:lnTo>
                    <a:pt x="2639301" y="0"/>
                  </a:lnTo>
                  <a:lnTo>
                    <a:pt x="2638445" y="0"/>
                  </a:lnTo>
                  <a:lnTo>
                    <a:pt x="2637590" y="0"/>
                  </a:lnTo>
                  <a:lnTo>
                    <a:pt x="2636734" y="0"/>
                  </a:lnTo>
                  <a:lnTo>
                    <a:pt x="2635879" y="0"/>
                  </a:lnTo>
                  <a:lnTo>
                    <a:pt x="2635023" y="0"/>
                  </a:lnTo>
                  <a:lnTo>
                    <a:pt x="2634168" y="0"/>
                  </a:lnTo>
                  <a:lnTo>
                    <a:pt x="2633312" y="0"/>
                  </a:lnTo>
                  <a:lnTo>
                    <a:pt x="2632457" y="0"/>
                  </a:lnTo>
                  <a:lnTo>
                    <a:pt x="2631601" y="0"/>
                  </a:lnTo>
                  <a:lnTo>
                    <a:pt x="2630746" y="0"/>
                  </a:lnTo>
                  <a:lnTo>
                    <a:pt x="2629890" y="0"/>
                  </a:lnTo>
                  <a:lnTo>
                    <a:pt x="2629035" y="0"/>
                  </a:lnTo>
                  <a:lnTo>
                    <a:pt x="2628179" y="0"/>
                  </a:lnTo>
                  <a:lnTo>
                    <a:pt x="2627324" y="0"/>
                  </a:lnTo>
                  <a:lnTo>
                    <a:pt x="2626468" y="0"/>
                  </a:lnTo>
                  <a:lnTo>
                    <a:pt x="2625612" y="0"/>
                  </a:lnTo>
                  <a:lnTo>
                    <a:pt x="2624757" y="0"/>
                  </a:lnTo>
                  <a:lnTo>
                    <a:pt x="2623901" y="0"/>
                  </a:lnTo>
                  <a:lnTo>
                    <a:pt x="2623046" y="0"/>
                  </a:lnTo>
                  <a:lnTo>
                    <a:pt x="2622190" y="0"/>
                  </a:lnTo>
                  <a:lnTo>
                    <a:pt x="2621335" y="0"/>
                  </a:lnTo>
                  <a:lnTo>
                    <a:pt x="2620479" y="0"/>
                  </a:lnTo>
                  <a:lnTo>
                    <a:pt x="2619624" y="0"/>
                  </a:lnTo>
                  <a:lnTo>
                    <a:pt x="2618768" y="0"/>
                  </a:lnTo>
                  <a:lnTo>
                    <a:pt x="2617913" y="0"/>
                  </a:lnTo>
                  <a:lnTo>
                    <a:pt x="2617057" y="0"/>
                  </a:lnTo>
                  <a:lnTo>
                    <a:pt x="2616202" y="0"/>
                  </a:lnTo>
                  <a:lnTo>
                    <a:pt x="2615346" y="0"/>
                  </a:lnTo>
                  <a:lnTo>
                    <a:pt x="2614491" y="0"/>
                  </a:lnTo>
                  <a:lnTo>
                    <a:pt x="2613635" y="0"/>
                  </a:lnTo>
                  <a:lnTo>
                    <a:pt x="2612780" y="0"/>
                  </a:lnTo>
                  <a:lnTo>
                    <a:pt x="2611924" y="0"/>
                  </a:lnTo>
                  <a:lnTo>
                    <a:pt x="2611069" y="0"/>
                  </a:lnTo>
                  <a:lnTo>
                    <a:pt x="2610213" y="0"/>
                  </a:lnTo>
                  <a:lnTo>
                    <a:pt x="2609357" y="0"/>
                  </a:lnTo>
                  <a:lnTo>
                    <a:pt x="2608502" y="0"/>
                  </a:lnTo>
                  <a:lnTo>
                    <a:pt x="2607646" y="0"/>
                  </a:lnTo>
                  <a:lnTo>
                    <a:pt x="2606791" y="0"/>
                  </a:lnTo>
                  <a:lnTo>
                    <a:pt x="2605935" y="0"/>
                  </a:lnTo>
                  <a:lnTo>
                    <a:pt x="2605080" y="0"/>
                  </a:lnTo>
                  <a:lnTo>
                    <a:pt x="2604224" y="0"/>
                  </a:lnTo>
                  <a:lnTo>
                    <a:pt x="2603369" y="0"/>
                  </a:lnTo>
                  <a:lnTo>
                    <a:pt x="2602513" y="0"/>
                  </a:lnTo>
                  <a:lnTo>
                    <a:pt x="2601658" y="0"/>
                  </a:lnTo>
                  <a:lnTo>
                    <a:pt x="2600802" y="0"/>
                  </a:lnTo>
                  <a:lnTo>
                    <a:pt x="2599947" y="0"/>
                  </a:lnTo>
                  <a:lnTo>
                    <a:pt x="2599091" y="0"/>
                  </a:lnTo>
                  <a:lnTo>
                    <a:pt x="2598236" y="0"/>
                  </a:lnTo>
                  <a:lnTo>
                    <a:pt x="2597380" y="0"/>
                  </a:lnTo>
                  <a:lnTo>
                    <a:pt x="2596525" y="0"/>
                  </a:lnTo>
                  <a:lnTo>
                    <a:pt x="2595669" y="0"/>
                  </a:lnTo>
                  <a:lnTo>
                    <a:pt x="2594814" y="0"/>
                  </a:lnTo>
                  <a:lnTo>
                    <a:pt x="2593958" y="0"/>
                  </a:lnTo>
                  <a:lnTo>
                    <a:pt x="2593102" y="0"/>
                  </a:lnTo>
                  <a:lnTo>
                    <a:pt x="2592247" y="0"/>
                  </a:lnTo>
                  <a:lnTo>
                    <a:pt x="2591391" y="0"/>
                  </a:lnTo>
                  <a:lnTo>
                    <a:pt x="2590536" y="0"/>
                  </a:lnTo>
                  <a:lnTo>
                    <a:pt x="2589680" y="0"/>
                  </a:lnTo>
                  <a:lnTo>
                    <a:pt x="2588825" y="0"/>
                  </a:lnTo>
                  <a:lnTo>
                    <a:pt x="2587969" y="0"/>
                  </a:lnTo>
                  <a:lnTo>
                    <a:pt x="2587114" y="0"/>
                  </a:lnTo>
                  <a:lnTo>
                    <a:pt x="2586258" y="0"/>
                  </a:lnTo>
                  <a:lnTo>
                    <a:pt x="2585403" y="0"/>
                  </a:lnTo>
                  <a:lnTo>
                    <a:pt x="2584547" y="0"/>
                  </a:lnTo>
                  <a:lnTo>
                    <a:pt x="2583692" y="0"/>
                  </a:lnTo>
                  <a:lnTo>
                    <a:pt x="2582836" y="0"/>
                  </a:lnTo>
                  <a:lnTo>
                    <a:pt x="2581981" y="0"/>
                  </a:lnTo>
                  <a:lnTo>
                    <a:pt x="2581125" y="0"/>
                  </a:lnTo>
                  <a:lnTo>
                    <a:pt x="2580270" y="0"/>
                  </a:lnTo>
                  <a:lnTo>
                    <a:pt x="2579414" y="0"/>
                  </a:lnTo>
                  <a:lnTo>
                    <a:pt x="2578558" y="0"/>
                  </a:lnTo>
                  <a:lnTo>
                    <a:pt x="2577703" y="0"/>
                  </a:lnTo>
                  <a:lnTo>
                    <a:pt x="2576847" y="0"/>
                  </a:lnTo>
                  <a:lnTo>
                    <a:pt x="2575992" y="0"/>
                  </a:lnTo>
                  <a:lnTo>
                    <a:pt x="2575136" y="0"/>
                  </a:lnTo>
                  <a:lnTo>
                    <a:pt x="2574281" y="0"/>
                  </a:lnTo>
                  <a:lnTo>
                    <a:pt x="2573425" y="0"/>
                  </a:lnTo>
                  <a:lnTo>
                    <a:pt x="2572570" y="0"/>
                  </a:lnTo>
                  <a:lnTo>
                    <a:pt x="2571714" y="0"/>
                  </a:lnTo>
                  <a:lnTo>
                    <a:pt x="2570859" y="0"/>
                  </a:lnTo>
                  <a:lnTo>
                    <a:pt x="2570003" y="0"/>
                  </a:lnTo>
                  <a:lnTo>
                    <a:pt x="2569148" y="0"/>
                  </a:lnTo>
                  <a:lnTo>
                    <a:pt x="2568292" y="0"/>
                  </a:lnTo>
                  <a:lnTo>
                    <a:pt x="2567437" y="0"/>
                  </a:lnTo>
                  <a:lnTo>
                    <a:pt x="2566581" y="0"/>
                  </a:lnTo>
                  <a:lnTo>
                    <a:pt x="2565726" y="0"/>
                  </a:lnTo>
                  <a:lnTo>
                    <a:pt x="2564870" y="0"/>
                  </a:lnTo>
                  <a:lnTo>
                    <a:pt x="2564015" y="0"/>
                  </a:lnTo>
                  <a:lnTo>
                    <a:pt x="2563159" y="0"/>
                  </a:lnTo>
                  <a:lnTo>
                    <a:pt x="2562303" y="0"/>
                  </a:lnTo>
                  <a:lnTo>
                    <a:pt x="2561448" y="0"/>
                  </a:lnTo>
                  <a:lnTo>
                    <a:pt x="2560592" y="0"/>
                  </a:lnTo>
                  <a:lnTo>
                    <a:pt x="2559737" y="0"/>
                  </a:lnTo>
                  <a:lnTo>
                    <a:pt x="2558881" y="0"/>
                  </a:lnTo>
                  <a:lnTo>
                    <a:pt x="2558026" y="0"/>
                  </a:lnTo>
                  <a:lnTo>
                    <a:pt x="2557170" y="0"/>
                  </a:lnTo>
                  <a:lnTo>
                    <a:pt x="2556315" y="0"/>
                  </a:lnTo>
                  <a:lnTo>
                    <a:pt x="2555459" y="0"/>
                  </a:lnTo>
                  <a:lnTo>
                    <a:pt x="2554604" y="0"/>
                  </a:lnTo>
                  <a:lnTo>
                    <a:pt x="2553748" y="0"/>
                  </a:lnTo>
                  <a:lnTo>
                    <a:pt x="2552893" y="0"/>
                  </a:lnTo>
                  <a:lnTo>
                    <a:pt x="2552037" y="0"/>
                  </a:lnTo>
                  <a:lnTo>
                    <a:pt x="2551182" y="0"/>
                  </a:lnTo>
                  <a:lnTo>
                    <a:pt x="2550326" y="0"/>
                  </a:lnTo>
                  <a:lnTo>
                    <a:pt x="2549471" y="0"/>
                  </a:lnTo>
                  <a:lnTo>
                    <a:pt x="2548615" y="0"/>
                  </a:lnTo>
                  <a:lnTo>
                    <a:pt x="2547760" y="0"/>
                  </a:lnTo>
                  <a:lnTo>
                    <a:pt x="2546904" y="0"/>
                  </a:lnTo>
                  <a:lnTo>
                    <a:pt x="2546048" y="0"/>
                  </a:lnTo>
                  <a:lnTo>
                    <a:pt x="2545193" y="0"/>
                  </a:lnTo>
                  <a:lnTo>
                    <a:pt x="2544337" y="0"/>
                  </a:lnTo>
                  <a:lnTo>
                    <a:pt x="2543482" y="0"/>
                  </a:lnTo>
                  <a:lnTo>
                    <a:pt x="2542626" y="0"/>
                  </a:lnTo>
                  <a:lnTo>
                    <a:pt x="2541771" y="0"/>
                  </a:lnTo>
                  <a:lnTo>
                    <a:pt x="2540915" y="0"/>
                  </a:lnTo>
                  <a:lnTo>
                    <a:pt x="2540060" y="0"/>
                  </a:lnTo>
                  <a:lnTo>
                    <a:pt x="2539204" y="0"/>
                  </a:lnTo>
                  <a:lnTo>
                    <a:pt x="2538349" y="0"/>
                  </a:lnTo>
                  <a:lnTo>
                    <a:pt x="2537493" y="0"/>
                  </a:lnTo>
                  <a:lnTo>
                    <a:pt x="2536638" y="0"/>
                  </a:lnTo>
                  <a:lnTo>
                    <a:pt x="2535782" y="0"/>
                  </a:lnTo>
                  <a:lnTo>
                    <a:pt x="2534927" y="0"/>
                  </a:lnTo>
                  <a:lnTo>
                    <a:pt x="2534071" y="0"/>
                  </a:lnTo>
                  <a:lnTo>
                    <a:pt x="2533216" y="0"/>
                  </a:lnTo>
                  <a:lnTo>
                    <a:pt x="2532360" y="0"/>
                  </a:lnTo>
                  <a:lnTo>
                    <a:pt x="2531504" y="0"/>
                  </a:lnTo>
                  <a:lnTo>
                    <a:pt x="2530649" y="0"/>
                  </a:lnTo>
                  <a:lnTo>
                    <a:pt x="2529793" y="0"/>
                  </a:lnTo>
                  <a:lnTo>
                    <a:pt x="2528938" y="0"/>
                  </a:lnTo>
                  <a:lnTo>
                    <a:pt x="2528082" y="0"/>
                  </a:lnTo>
                  <a:lnTo>
                    <a:pt x="2527227" y="0"/>
                  </a:lnTo>
                  <a:lnTo>
                    <a:pt x="2526371" y="0"/>
                  </a:lnTo>
                  <a:lnTo>
                    <a:pt x="2525516" y="0"/>
                  </a:lnTo>
                  <a:lnTo>
                    <a:pt x="2524660" y="0"/>
                  </a:lnTo>
                  <a:lnTo>
                    <a:pt x="2523805" y="0"/>
                  </a:lnTo>
                  <a:lnTo>
                    <a:pt x="2522949" y="0"/>
                  </a:lnTo>
                  <a:lnTo>
                    <a:pt x="2522094" y="0"/>
                  </a:lnTo>
                  <a:lnTo>
                    <a:pt x="2521238" y="0"/>
                  </a:lnTo>
                  <a:lnTo>
                    <a:pt x="2520383" y="0"/>
                  </a:lnTo>
                  <a:lnTo>
                    <a:pt x="2519527" y="0"/>
                  </a:lnTo>
                  <a:lnTo>
                    <a:pt x="2518672" y="0"/>
                  </a:lnTo>
                  <a:lnTo>
                    <a:pt x="2517816" y="0"/>
                  </a:lnTo>
                  <a:lnTo>
                    <a:pt x="2516961" y="0"/>
                  </a:lnTo>
                  <a:lnTo>
                    <a:pt x="2516105" y="0"/>
                  </a:lnTo>
                  <a:lnTo>
                    <a:pt x="2515249" y="0"/>
                  </a:lnTo>
                  <a:lnTo>
                    <a:pt x="2514394" y="0"/>
                  </a:lnTo>
                  <a:lnTo>
                    <a:pt x="2513538" y="0"/>
                  </a:lnTo>
                  <a:lnTo>
                    <a:pt x="2512683" y="0"/>
                  </a:lnTo>
                  <a:lnTo>
                    <a:pt x="2511827" y="0"/>
                  </a:lnTo>
                  <a:lnTo>
                    <a:pt x="2510972" y="0"/>
                  </a:lnTo>
                  <a:lnTo>
                    <a:pt x="2510116" y="0"/>
                  </a:lnTo>
                  <a:lnTo>
                    <a:pt x="2509261" y="0"/>
                  </a:lnTo>
                  <a:lnTo>
                    <a:pt x="2508405" y="0"/>
                  </a:lnTo>
                  <a:lnTo>
                    <a:pt x="2507550" y="0"/>
                  </a:lnTo>
                  <a:lnTo>
                    <a:pt x="2506694" y="0"/>
                  </a:lnTo>
                  <a:lnTo>
                    <a:pt x="2505839" y="0"/>
                  </a:lnTo>
                  <a:lnTo>
                    <a:pt x="2504983" y="0"/>
                  </a:lnTo>
                  <a:lnTo>
                    <a:pt x="2504128" y="0"/>
                  </a:lnTo>
                  <a:lnTo>
                    <a:pt x="2503272" y="0"/>
                  </a:lnTo>
                  <a:lnTo>
                    <a:pt x="2502417" y="0"/>
                  </a:lnTo>
                  <a:lnTo>
                    <a:pt x="2501561" y="0"/>
                  </a:lnTo>
                  <a:lnTo>
                    <a:pt x="2500706" y="0"/>
                  </a:lnTo>
                  <a:lnTo>
                    <a:pt x="2499850" y="0"/>
                  </a:lnTo>
                  <a:lnTo>
                    <a:pt x="2498994" y="0"/>
                  </a:lnTo>
                  <a:lnTo>
                    <a:pt x="2498139" y="0"/>
                  </a:lnTo>
                  <a:lnTo>
                    <a:pt x="2497283" y="0"/>
                  </a:lnTo>
                  <a:lnTo>
                    <a:pt x="2496428" y="0"/>
                  </a:lnTo>
                  <a:lnTo>
                    <a:pt x="2495572" y="0"/>
                  </a:lnTo>
                  <a:lnTo>
                    <a:pt x="2494717" y="0"/>
                  </a:lnTo>
                  <a:lnTo>
                    <a:pt x="2493861" y="0"/>
                  </a:lnTo>
                  <a:lnTo>
                    <a:pt x="2493006" y="0"/>
                  </a:lnTo>
                  <a:lnTo>
                    <a:pt x="2492150" y="0"/>
                  </a:lnTo>
                  <a:lnTo>
                    <a:pt x="2491295" y="0"/>
                  </a:lnTo>
                  <a:lnTo>
                    <a:pt x="2490439" y="0"/>
                  </a:lnTo>
                  <a:lnTo>
                    <a:pt x="2489584" y="0"/>
                  </a:lnTo>
                  <a:lnTo>
                    <a:pt x="2488728" y="0"/>
                  </a:lnTo>
                  <a:lnTo>
                    <a:pt x="2487873" y="0"/>
                  </a:lnTo>
                  <a:lnTo>
                    <a:pt x="2487017" y="0"/>
                  </a:lnTo>
                  <a:lnTo>
                    <a:pt x="2486162" y="0"/>
                  </a:lnTo>
                  <a:lnTo>
                    <a:pt x="2485306" y="0"/>
                  </a:lnTo>
                  <a:lnTo>
                    <a:pt x="2484450" y="0"/>
                  </a:lnTo>
                  <a:lnTo>
                    <a:pt x="2483595" y="0"/>
                  </a:lnTo>
                  <a:lnTo>
                    <a:pt x="2482739" y="0"/>
                  </a:lnTo>
                  <a:lnTo>
                    <a:pt x="2481884" y="0"/>
                  </a:lnTo>
                  <a:lnTo>
                    <a:pt x="2481028" y="0"/>
                  </a:lnTo>
                  <a:lnTo>
                    <a:pt x="2480173" y="0"/>
                  </a:lnTo>
                  <a:lnTo>
                    <a:pt x="2479317" y="0"/>
                  </a:lnTo>
                  <a:lnTo>
                    <a:pt x="2478462" y="0"/>
                  </a:lnTo>
                  <a:lnTo>
                    <a:pt x="2477606" y="0"/>
                  </a:lnTo>
                  <a:lnTo>
                    <a:pt x="2476751" y="0"/>
                  </a:lnTo>
                  <a:lnTo>
                    <a:pt x="2475895" y="0"/>
                  </a:lnTo>
                  <a:lnTo>
                    <a:pt x="2475040" y="0"/>
                  </a:lnTo>
                  <a:lnTo>
                    <a:pt x="2474184" y="0"/>
                  </a:lnTo>
                  <a:lnTo>
                    <a:pt x="2473329" y="0"/>
                  </a:lnTo>
                  <a:lnTo>
                    <a:pt x="2472473" y="0"/>
                  </a:lnTo>
                  <a:lnTo>
                    <a:pt x="2471618" y="0"/>
                  </a:lnTo>
                  <a:lnTo>
                    <a:pt x="2470762" y="0"/>
                  </a:lnTo>
                  <a:lnTo>
                    <a:pt x="2469907" y="0"/>
                  </a:lnTo>
                  <a:lnTo>
                    <a:pt x="2469051" y="0"/>
                  </a:lnTo>
                  <a:lnTo>
                    <a:pt x="2468195" y="0"/>
                  </a:lnTo>
                  <a:lnTo>
                    <a:pt x="2467340" y="0"/>
                  </a:lnTo>
                  <a:lnTo>
                    <a:pt x="2466484" y="0"/>
                  </a:lnTo>
                  <a:lnTo>
                    <a:pt x="2465629" y="0"/>
                  </a:lnTo>
                  <a:lnTo>
                    <a:pt x="2464773" y="0"/>
                  </a:lnTo>
                  <a:lnTo>
                    <a:pt x="2463918" y="0"/>
                  </a:lnTo>
                  <a:lnTo>
                    <a:pt x="2463062" y="0"/>
                  </a:lnTo>
                  <a:lnTo>
                    <a:pt x="2462207" y="0"/>
                  </a:lnTo>
                  <a:lnTo>
                    <a:pt x="2461351" y="0"/>
                  </a:lnTo>
                  <a:lnTo>
                    <a:pt x="2460496" y="0"/>
                  </a:lnTo>
                  <a:lnTo>
                    <a:pt x="2459640" y="0"/>
                  </a:lnTo>
                  <a:lnTo>
                    <a:pt x="2458785" y="0"/>
                  </a:lnTo>
                  <a:lnTo>
                    <a:pt x="2457929" y="0"/>
                  </a:lnTo>
                  <a:lnTo>
                    <a:pt x="2457074" y="0"/>
                  </a:lnTo>
                  <a:lnTo>
                    <a:pt x="2456218" y="0"/>
                  </a:lnTo>
                  <a:lnTo>
                    <a:pt x="2455363" y="0"/>
                  </a:lnTo>
                  <a:lnTo>
                    <a:pt x="2454507" y="0"/>
                  </a:lnTo>
                  <a:lnTo>
                    <a:pt x="2453652" y="0"/>
                  </a:lnTo>
                  <a:lnTo>
                    <a:pt x="2452796" y="0"/>
                  </a:lnTo>
                  <a:lnTo>
                    <a:pt x="2451940" y="0"/>
                  </a:lnTo>
                  <a:lnTo>
                    <a:pt x="2451085" y="0"/>
                  </a:lnTo>
                  <a:lnTo>
                    <a:pt x="2450229" y="0"/>
                  </a:lnTo>
                  <a:lnTo>
                    <a:pt x="2449374" y="0"/>
                  </a:lnTo>
                  <a:lnTo>
                    <a:pt x="2448518" y="0"/>
                  </a:lnTo>
                  <a:lnTo>
                    <a:pt x="2447663" y="0"/>
                  </a:lnTo>
                  <a:lnTo>
                    <a:pt x="2446807" y="0"/>
                  </a:lnTo>
                  <a:lnTo>
                    <a:pt x="2445952" y="0"/>
                  </a:lnTo>
                  <a:lnTo>
                    <a:pt x="2445096" y="0"/>
                  </a:lnTo>
                  <a:lnTo>
                    <a:pt x="2444241" y="0"/>
                  </a:lnTo>
                  <a:lnTo>
                    <a:pt x="2443385" y="0"/>
                  </a:lnTo>
                  <a:lnTo>
                    <a:pt x="2442530" y="0"/>
                  </a:lnTo>
                  <a:lnTo>
                    <a:pt x="2441674" y="0"/>
                  </a:lnTo>
                  <a:lnTo>
                    <a:pt x="2440819" y="0"/>
                  </a:lnTo>
                  <a:lnTo>
                    <a:pt x="2439963" y="0"/>
                  </a:lnTo>
                  <a:lnTo>
                    <a:pt x="2439108" y="0"/>
                  </a:lnTo>
                  <a:lnTo>
                    <a:pt x="2438252" y="0"/>
                  </a:lnTo>
                  <a:lnTo>
                    <a:pt x="2437396" y="0"/>
                  </a:lnTo>
                  <a:lnTo>
                    <a:pt x="2436541" y="0"/>
                  </a:lnTo>
                  <a:lnTo>
                    <a:pt x="2435685" y="0"/>
                  </a:lnTo>
                  <a:lnTo>
                    <a:pt x="2434830" y="0"/>
                  </a:lnTo>
                  <a:lnTo>
                    <a:pt x="2433974" y="0"/>
                  </a:lnTo>
                  <a:lnTo>
                    <a:pt x="2433119" y="0"/>
                  </a:lnTo>
                  <a:lnTo>
                    <a:pt x="2432263" y="0"/>
                  </a:lnTo>
                  <a:lnTo>
                    <a:pt x="2431408" y="0"/>
                  </a:lnTo>
                  <a:lnTo>
                    <a:pt x="2430552" y="0"/>
                  </a:lnTo>
                  <a:lnTo>
                    <a:pt x="2429697" y="0"/>
                  </a:lnTo>
                  <a:lnTo>
                    <a:pt x="2428841" y="0"/>
                  </a:lnTo>
                  <a:lnTo>
                    <a:pt x="2427986" y="0"/>
                  </a:lnTo>
                  <a:lnTo>
                    <a:pt x="2427130" y="0"/>
                  </a:lnTo>
                  <a:lnTo>
                    <a:pt x="2426275" y="0"/>
                  </a:lnTo>
                  <a:lnTo>
                    <a:pt x="2425419" y="0"/>
                  </a:lnTo>
                  <a:lnTo>
                    <a:pt x="2424564" y="0"/>
                  </a:lnTo>
                  <a:lnTo>
                    <a:pt x="2423708" y="0"/>
                  </a:lnTo>
                  <a:lnTo>
                    <a:pt x="2422853" y="0"/>
                  </a:lnTo>
                  <a:lnTo>
                    <a:pt x="2421997" y="0"/>
                  </a:lnTo>
                  <a:lnTo>
                    <a:pt x="2421141" y="0"/>
                  </a:lnTo>
                  <a:lnTo>
                    <a:pt x="2420286" y="0"/>
                  </a:lnTo>
                  <a:lnTo>
                    <a:pt x="2419430" y="0"/>
                  </a:lnTo>
                  <a:lnTo>
                    <a:pt x="2418575" y="0"/>
                  </a:lnTo>
                  <a:lnTo>
                    <a:pt x="2417719" y="0"/>
                  </a:lnTo>
                  <a:lnTo>
                    <a:pt x="2416864" y="0"/>
                  </a:lnTo>
                  <a:lnTo>
                    <a:pt x="2416008" y="0"/>
                  </a:lnTo>
                  <a:lnTo>
                    <a:pt x="2415153" y="0"/>
                  </a:lnTo>
                  <a:lnTo>
                    <a:pt x="2414297" y="0"/>
                  </a:lnTo>
                  <a:lnTo>
                    <a:pt x="2413442" y="0"/>
                  </a:lnTo>
                  <a:lnTo>
                    <a:pt x="2412586" y="0"/>
                  </a:lnTo>
                  <a:lnTo>
                    <a:pt x="2411731" y="0"/>
                  </a:lnTo>
                  <a:lnTo>
                    <a:pt x="2410875" y="0"/>
                  </a:lnTo>
                  <a:lnTo>
                    <a:pt x="2410020" y="0"/>
                  </a:lnTo>
                  <a:lnTo>
                    <a:pt x="2409164" y="0"/>
                  </a:lnTo>
                  <a:lnTo>
                    <a:pt x="2408309" y="0"/>
                  </a:lnTo>
                  <a:lnTo>
                    <a:pt x="2407453" y="0"/>
                  </a:lnTo>
                  <a:lnTo>
                    <a:pt x="2406598" y="0"/>
                  </a:lnTo>
                  <a:lnTo>
                    <a:pt x="2405742" y="0"/>
                  </a:lnTo>
                  <a:lnTo>
                    <a:pt x="2404886" y="0"/>
                  </a:lnTo>
                  <a:lnTo>
                    <a:pt x="2404031" y="0"/>
                  </a:lnTo>
                  <a:lnTo>
                    <a:pt x="2403175" y="0"/>
                  </a:lnTo>
                  <a:lnTo>
                    <a:pt x="2402320" y="0"/>
                  </a:lnTo>
                  <a:lnTo>
                    <a:pt x="2401464" y="0"/>
                  </a:lnTo>
                  <a:lnTo>
                    <a:pt x="2400609" y="0"/>
                  </a:lnTo>
                  <a:lnTo>
                    <a:pt x="2399753" y="0"/>
                  </a:lnTo>
                  <a:lnTo>
                    <a:pt x="2398898" y="0"/>
                  </a:lnTo>
                  <a:lnTo>
                    <a:pt x="2398042" y="0"/>
                  </a:lnTo>
                  <a:lnTo>
                    <a:pt x="2397187" y="0"/>
                  </a:lnTo>
                  <a:lnTo>
                    <a:pt x="2396331" y="0"/>
                  </a:lnTo>
                  <a:lnTo>
                    <a:pt x="2395476" y="0"/>
                  </a:lnTo>
                  <a:lnTo>
                    <a:pt x="2394620" y="0"/>
                  </a:lnTo>
                  <a:lnTo>
                    <a:pt x="2393765" y="0"/>
                  </a:lnTo>
                  <a:lnTo>
                    <a:pt x="2392909" y="0"/>
                  </a:lnTo>
                  <a:lnTo>
                    <a:pt x="2392054" y="0"/>
                  </a:lnTo>
                  <a:lnTo>
                    <a:pt x="2391198" y="0"/>
                  </a:lnTo>
                  <a:lnTo>
                    <a:pt x="2390343" y="0"/>
                  </a:lnTo>
                  <a:lnTo>
                    <a:pt x="2389487" y="0"/>
                  </a:lnTo>
                  <a:lnTo>
                    <a:pt x="2388631" y="0"/>
                  </a:lnTo>
                  <a:lnTo>
                    <a:pt x="2387776" y="0"/>
                  </a:lnTo>
                  <a:lnTo>
                    <a:pt x="2386920" y="0"/>
                  </a:lnTo>
                  <a:lnTo>
                    <a:pt x="2386065" y="0"/>
                  </a:lnTo>
                  <a:lnTo>
                    <a:pt x="2385209" y="0"/>
                  </a:lnTo>
                  <a:lnTo>
                    <a:pt x="2384354" y="0"/>
                  </a:lnTo>
                  <a:lnTo>
                    <a:pt x="2383498" y="0"/>
                  </a:lnTo>
                  <a:lnTo>
                    <a:pt x="2382643" y="0"/>
                  </a:lnTo>
                  <a:lnTo>
                    <a:pt x="2381787" y="0"/>
                  </a:lnTo>
                  <a:lnTo>
                    <a:pt x="2380932" y="0"/>
                  </a:lnTo>
                  <a:lnTo>
                    <a:pt x="2380076" y="0"/>
                  </a:lnTo>
                  <a:lnTo>
                    <a:pt x="2379221" y="0"/>
                  </a:lnTo>
                  <a:lnTo>
                    <a:pt x="2378365" y="0"/>
                  </a:lnTo>
                  <a:lnTo>
                    <a:pt x="2377510" y="0"/>
                  </a:lnTo>
                  <a:lnTo>
                    <a:pt x="2376654" y="0"/>
                  </a:lnTo>
                  <a:lnTo>
                    <a:pt x="2375799" y="0"/>
                  </a:lnTo>
                  <a:lnTo>
                    <a:pt x="2374943" y="0"/>
                  </a:lnTo>
                  <a:lnTo>
                    <a:pt x="2374087" y="0"/>
                  </a:lnTo>
                  <a:lnTo>
                    <a:pt x="2373232" y="0"/>
                  </a:lnTo>
                  <a:lnTo>
                    <a:pt x="2372376" y="0"/>
                  </a:lnTo>
                  <a:lnTo>
                    <a:pt x="2371521" y="0"/>
                  </a:lnTo>
                  <a:lnTo>
                    <a:pt x="2370665" y="0"/>
                  </a:lnTo>
                  <a:lnTo>
                    <a:pt x="2369810" y="0"/>
                  </a:lnTo>
                  <a:lnTo>
                    <a:pt x="2368954" y="0"/>
                  </a:lnTo>
                  <a:lnTo>
                    <a:pt x="2368099" y="0"/>
                  </a:lnTo>
                  <a:lnTo>
                    <a:pt x="2367243" y="0"/>
                  </a:lnTo>
                  <a:lnTo>
                    <a:pt x="2366388" y="0"/>
                  </a:lnTo>
                  <a:lnTo>
                    <a:pt x="2365532" y="0"/>
                  </a:lnTo>
                  <a:lnTo>
                    <a:pt x="2364677" y="0"/>
                  </a:lnTo>
                  <a:lnTo>
                    <a:pt x="2363821" y="0"/>
                  </a:lnTo>
                  <a:lnTo>
                    <a:pt x="2362966" y="0"/>
                  </a:lnTo>
                  <a:lnTo>
                    <a:pt x="2362110" y="0"/>
                  </a:lnTo>
                  <a:lnTo>
                    <a:pt x="2361255" y="0"/>
                  </a:lnTo>
                  <a:lnTo>
                    <a:pt x="2360399" y="0"/>
                  </a:lnTo>
                  <a:lnTo>
                    <a:pt x="2359544" y="0"/>
                  </a:lnTo>
                  <a:lnTo>
                    <a:pt x="2358688" y="0"/>
                  </a:lnTo>
                  <a:lnTo>
                    <a:pt x="2357832" y="0"/>
                  </a:lnTo>
                  <a:lnTo>
                    <a:pt x="2356977" y="0"/>
                  </a:lnTo>
                  <a:lnTo>
                    <a:pt x="2356121" y="0"/>
                  </a:lnTo>
                  <a:lnTo>
                    <a:pt x="2355266" y="0"/>
                  </a:lnTo>
                  <a:lnTo>
                    <a:pt x="2354410" y="0"/>
                  </a:lnTo>
                  <a:lnTo>
                    <a:pt x="2353555" y="0"/>
                  </a:lnTo>
                  <a:lnTo>
                    <a:pt x="2352699" y="0"/>
                  </a:lnTo>
                  <a:lnTo>
                    <a:pt x="2351844" y="0"/>
                  </a:lnTo>
                  <a:lnTo>
                    <a:pt x="2350988" y="0"/>
                  </a:lnTo>
                  <a:lnTo>
                    <a:pt x="2350133" y="0"/>
                  </a:lnTo>
                  <a:lnTo>
                    <a:pt x="2349277" y="0"/>
                  </a:lnTo>
                  <a:lnTo>
                    <a:pt x="2348422" y="0"/>
                  </a:lnTo>
                  <a:lnTo>
                    <a:pt x="2347566" y="0"/>
                  </a:lnTo>
                  <a:lnTo>
                    <a:pt x="2346711" y="0"/>
                  </a:lnTo>
                  <a:lnTo>
                    <a:pt x="2345855" y="0"/>
                  </a:lnTo>
                  <a:lnTo>
                    <a:pt x="2345000" y="0"/>
                  </a:lnTo>
                  <a:lnTo>
                    <a:pt x="2344144" y="0"/>
                  </a:lnTo>
                  <a:lnTo>
                    <a:pt x="2343289" y="0"/>
                  </a:lnTo>
                  <a:lnTo>
                    <a:pt x="2342433" y="0"/>
                  </a:lnTo>
                  <a:lnTo>
                    <a:pt x="2341577" y="0"/>
                  </a:lnTo>
                  <a:lnTo>
                    <a:pt x="2340722" y="0"/>
                  </a:lnTo>
                  <a:lnTo>
                    <a:pt x="2339866" y="0"/>
                  </a:lnTo>
                  <a:lnTo>
                    <a:pt x="2339011" y="0"/>
                  </a:lnTo>
                  <a:lnTo>
                    <a:pt x="2338155" y="0"/>
                  </a:lnTo>
                  <a:lnTo>
                    <a:pt x="2337300" y="0"/>
                  </a:lnTo>
                  <a:lnTo>
                    <a:pt x="2336444" y="0"/>
                  </a:lnTo>
                  <a:lnTo>
                    <a:pt x="2335589" y="0"/>
                  </a:lnTo>
                  <a:lnTo>
                    <a:pt x="2334733" y="0"/>
                  </a:lnTo>
                  <a:lnTo>
                    <a:pt x="2333878" y="0"/>
                  </a:lnTo>
                  <a:lnTo>
                    <a:pt x="2333022" y="0"/>
                  </a:lnTo>
                  <a:lnTo>
                    <a:pt x="2332167" y="0"/>
                  </a:lnTo>
                  <a:lnTo>
                    <a:pt x="2331311" y="0"/>
                  </a:lnTo>
                  <a:lnTo>
                    <a:pt x="2330456" y="0"/>
                  </a:lnTo>
                  <a:lnTo>
                    <a:pt x="2329600" y="0"/>
                  </a:lnTo>
                  <a:lnTo>
                    <a:pt x="2328745" y="0"/>
                  </a:lnTo>
                  <a:lnTo>
                    <a:pt x="2327889" y="0"/>
                  </a:lnTo>
                  <a:lnTo>
                    <a:pt x="2327033" y="0"/>
                  </a:lnTo>
                  <a:lnTo>
                    <a:pt x="2326178" y="0"/>
                  </a:lnTo>
                  <a:lnTo>
                    <a:pt x="2325322" y="0"/>
                  </a:lnTo>
                  <a:lnTo>
                    <a:pt x="2324467" y="0"/>
                  </a:lnTo>
                  <a:lnTo>
                    <a:pt x="2323611" y="0"/>
                  </a:lnTo>
                  <a:lnTo>
                    <a:pt x="2322756" y="0"/>
                  </a:lnTo>
                  <a:lnTo>
                    <a:pt x="2321900" y="0"/>
                  </a:lnTo>
                  <a:lnTo>
                    <a:pt x="2321045" y="0"/>
                  </a:lnTo>
                  <a:lnTo>
                    <a:pt x="2320189" y="0"/>
                  </a:lnTo>
                  <a:lnTo>
                    <a:pt x="2319334" y="0"/>
                  </a:lnTo>
                  <a:lnTo>
                    <a:pt x="2318478" y="0"/>
                  </a:lnTo>
                  <a:lnTo>
                    <a:pt x="2317623" y="0"/>
                  </a:lnTo>
                  <a:lnTo>
                    <a:pt x="2316767" y="0"/>
                  </a:lnTo>
                  <a:lnTo>
                    <a:pt x="2315912" y="0"/>
                  </a:lnTo>
                  <a:lnTo>
                    <a:pt x="2315056" y="0"/>
                  </a:lnTo>
                  <a:lnTo>
                    <a:pt x="2314201" y="0"/>
                  </a:lnTo>
                  <a:lnTo>
                    <a:pt x="2313345" y="0"/>
                  </a:lnTo>
                  <a:lnTo>
                    <a:pt x="2312490" y="0"/>
                  </a:lnTo>
                  <a:lnTo>
                    <a:pt x="2311634" y="0"/>
                  </a:lnTo>
                  <a:lnTo>
                    <a:pt x="2310778" y="0"/>
                  </a:lnTo>
                  <a:lnTo>
                    <a:pt x="2309923" y="0"/>
                  </a:lnTo>
                  <a:lnTo>
                    <a:pt x="2309067" y="0"/>
                  </a:lnTo>
                  <a:lnTo>
                    <a:pt x="2308212" y="0"/>
                  </a:lnTo>
                  <a:lnTo>
                    <a:pt x="2307356" y="0"/>
                  </a:lnTo>
                  <a:lnTo>
                    <a:pt x="2306501" y="0"/>
                  </a:lnTo>
                  <a:lnTo>
                    <a:pt x="2305645" y="0"/>
                  </a:lnTo>
                  <a:lnTo>
                    <a:pt x="2304790" y="0"/>
                  </a:lnTo>
                  <a:lnTo>
                    <a:pt x="2303934" y="0"/>
                  </a:lnTo>
                  <a:lnTo>
                    <a:pt x="2303079" y="0"/>
                  </a:lnTo>
                  <a:lnTo>
                    <a:pt x="2302223" y="0"/>
                  </a:lnTo>
                  <a:lnTo>
                    <a:pt x="2301368" y="0"/>
                  </a:lnTo>
                  <a:lnTo>
                    <a:pt x="2300512" y="0"/>
                  </a:lnTo>
                  <a:lnTo>
                    <a:pt x="2299657" y="0"/>
                  </a:lnTo>
                  <a:lnTo>
                    <a:pt x="2298801" y="0"/>
                  </a:lnTo>
                  <a:lnTo>
                    <a:pt x="2297946" y="0"/>
                  </a:lnTo>
                  <a:lnTo>
                    <a:pt x="2297090" y="0"/>
                  </a:lnTo>
                  <a:lnTo>
                    <a:pt x="2296235" y="0"/>
                  </a:lnTo>
                  <a:lnTo>
                    <a:pt x="2295379" y="0"/>
                  </a:lnTo>
                  <a:lnTo>
                    <a:pt x="2294523" y="0"/>
                  </a:lnTo>
                  <a:lnTo>
                    <a:pt x="2293668" y="0"/>
                  </a:lnTo>
                  <a:lnTo>
                    <a:pt x="2292812" y="0"/>
                  </a:lnTo>
                  <a:lnTo>
                    <a:pt x="2291957" y="0"/>
                  </a:lnTo>
                  <a:lnTo>
                    <a:pt x="2291101" y="0"/>
                  </a:lnTo>
                  <a:lnTo>
                    <a:pt x="2290246" y="0"/>
                  </a:lnTo>
                  <a:lnTo>
                    <a:pt x="2289390" y="0"/>
                  </a:lnTo>
                  <a:lnTo>
                    <a:pt x="2288535" y="0"/>
                  </a:lnTo>
                  <a:lnTo>
                    <a:pt x="2287679" y="0"/>
                  </a:lnTo>
                  <a:lnTo>
                    <a:pt x="2286824" y="0"/>
                  </a:lnTo>
                  <a:lnTo>
                    <a:pt x="2285968" y="0"/>
                  </a:lnTo>
                  <a:lnTo>
                    <a:pt x="2285113" y="0"/>
                  </a:lnTo>
                  <a:lnTo>
                    <a:pt x="2284257" y="0"/>
                  </a:lnTo>
                  <a:lnTo>
                    <a:pt x="2283402" y="0"/>
                  </a:lnTo>
                  <a:lnTo>
                    <a:pt x="2282546" y="0"/>
                  </a:lnTo>
                  <a:lnTo>
                    <a:pt x="2281691" y="0"/>
                  </a:lnTo>
                  <a:lnTo>
                    <a:pt x="2280835" y="0"/>
                  </a:lnTo>
                  <a:lnTo>
                    <a:pt x="2279979" y="0"/>
                  </a:lnTo>
                  <a:lnTo>
                    <a:pt x="2279124" y="0"/>
                  </a:lnTo>
                  <a:lnTo>
                    <a:pt x="2278268" y="0"/>
                  </a:lnTo>
                  <a:lnTo>
                    <a:pt x="2277413" y="0"/>
                  </a:lnTo>
                  <a:lnTo>
                    <a:pt x="2276557" y="0"/>
                  </a:lnTo>
                  <a:lnTo>
                    <a:pt x="2275702" y="0"/>
                  </a:lnTo>
                  <a:lnTo>
                    <a:pt x="2274846" y="0"/>
                  </a:lnTo>
                  <a:lnTo>
                    <a:pt x="2273991" y="0"/>
                  </a:lnTo>
                  <a:lnTo>
                    <a:pt x="2273135" y="0"/>
                  </a:lnTo>
                  <a:lnTo>
                    <a:pt x="2272280" y="0"/>
                  </a:lnTo>
                  <a:lnTo>
                    <a:pt x="2271424" y="0"/>
                  </a:lnTo>
                  <a:lnTo>
                    <a:pt x="2270569" y="0"/>
                  </a:lnTo>
                  <a:lnTo>
                    <a:pt x="2269713" y="0"/>
                  </a:lnTo>
                  <a:lnTo>
                    <a:pt x="2268858" y="0"/>
                  </a:lnTo>
                  <a:lnTo>
                    <a:pt x="2268002" y="0"/>
                  </a:lnTo>
                  <a:lnTo>
                    <a:pt x="2267147" y="0"/>
                  </a:lnTo>
                  <a:lnTo>
                    <a:pt x="2266291" y="0"/>
                  </a:lnTo>
                  <a:lnTo>
                    <a:pt x="2265436" y="0"/>
                  </a:lnTo>
                  <a:lnTo>
                    <a:pt x="2264580" y="0"/>
                  </a:lnTo>
                  <a:lnTo>
                    <a:pt x="2263724" y="0"/>
                  </a:lnTo>
                  <a:lnTo>
                    <a:pt x="2262869" y="0"/>
                  </a:lnTo>
                  <a:lnTo>
                    <a:pt x="2262013" y="0"/>
                  </a:lnTo>
                  <a:lnTo>
                    <a:pt x="2261158" y="0"/>
                  </a:lnTo>
                  <a:lnTo>
                    <a:pt x="2260302" y="0"/>
                  </a:lnTo>
                  <a:lnTo>
                    <a:pt x="2259447" y="0"/>
                  </a:lnTo>
                  <a:lnTo>
                    <a:pt x="2258591" y="0"/>
                  </a:lnTo>
                  <a:lnTo>
                    <a:pt x="2257736" y="0"/>
                  </a:lnTo>
                  <a:lnTo>
                    <a:pt x="2256880" y="0"/>
                  </a:lnTo>
                  <a:lnTo>
                    <a:pt x="2256025" y="0"/>
                  </a:lnTo>
                  <a:lnTo>
                    <a:pt x="2255169" y="0"/>
                  </a:lnTo>
                  <a:lnTo>
                    <a:pt x="2254314" y="0"/>
                  </a:lnTo>
                  <a:lnTo>
                    <a:pt x="2253458" y="0"/>
                  </a:lnTo>
                  <a:lnTo>
                    <a:pt x="2252603" y="0"/>
                  </a:lnTo>
                  <a:lnTo>
                    <a:pt x="2251747" y="0"/>
                  </a:lnTo>
                  <a:lnTo>
                    <a:pt x="2250892" y="0"/>
                  </a:lnTo>
                  <a:lnTo>
                    <a:pt x="2250036" y="0"/>
                  </a:lnTo>
                  <a:lnTo>
                    <a:pt x="2249181" y="0"/>
                  </a:lnTo>
                  <a:lnTo>
                    <a:pt x="2248325" y="0"/>
                  </a:lnTo>
                  <a:lnTo>
                    <a:pt x="2247469" y="0"/>
                  </a:lnTo>
                  <a:lnTo>
                    <a:pt x="2246614" y="0"/>
                  </a:lnTo>
                  <a:lnTo>
                    <a:pt x="2245758" y="0"/>
                  </a:lnTo>
                  <a:lnTo>
                    <a:pt x="2244903" y="0"/>
                  </a:lnTo>
                  <a:lnTo>
                    <a:pt x="2244047" y="0"/>
                  </a:lnTo>
                  <a:lnTo>
                    <a:pt x="2243192" y="0"/>
                  </a:lnTo>
                  <a:lnTo>
                    <a:pt x="2242336" y="0"/>
                  </a:lnTo>
                  <a:lnTo>
                    <a:pt x="2241481" y="0"/>
                  </a:lnTo>
                  <a:lnTo>
                    <a:pt x="2240625" y="0"/>
                  </a:lnTo>
                  <a:lnTo>
                    <a:pt x="2239770" y="0"/>
                  </a:lnTo>
                  <a:lnTo>
                    <a:pt x="2238914" y="0"/>
                  </a:lnTo>
                  <a:lnTo>
                    <a:pt x="2238059" y="0"/>
                  </a:lnTo>
                  <a:lnTo>
                    <a:pt x="2237203" y="0"/>
                  </a:lnTo>
                  <a:lnTo>
                    <a:pt x="2236348" y="0"/>
                  </a:lnTo>
                  <a:lnTo>
                    <a:pt x="2235492" y="0"/>
                  </a:lnTo>
                  <a:lnTo>
                    <a:pt x="2234637" y="0"/>
                  </a:lnTo>
                  <a:lnTo>
                    <a:pt x="2233781" y="0"/>
                  </a:lnTo>
                  <a:lnTo>
                    <a:pt x="2232925" y="0"/>
                  </a:lnTo>
                  <a:lnTo>
                    <a:pt x="2232070" y="0"/>
                  </a:lnTo>
                  <a:lnTo>
                    <a:pt x="2231214" y="0"/>
                  </a:lnTo>
                  <a:lnTo>
                    <a:pt x="2230359" y="0"/>
                  </a:lnTo>
                  <a:lnTo>
                    <a:pt x="2229503" y="0"/>
                  </a:lnTo>
                  <a:lnTo>
                    <a:pt x="2228648" y="0"/>
                  </a:lnTo>
                  <a:lnTo>
                    <a:pt x="2227792" y="0"/>
                  </a:lnTo>
                  <a:lnTo>
                    <a:pt x="2226937" y="0"/>
                  </a:lnTo>
                  <a:lnTo>
                    <a:pt x="2226081" y="0"/>
                  </a:lnTo>
                  <a:lnTo>
                    <a:pt x="2225226" y="0"/>
                  </a:lnTo>
                  <a:lnTo>
                    <a:pt x="2224370" y="0"/>
                  </a:lnTo>
                  <a:lnTo>
                    <a:pt x="2223515" y="0"/>
                  </a:lnTo>
                  <a:lnTo>
                    <a:pt x="2222659" y="0"/>
                  </a:lnTo>
                  <a:lnTo>
                    <a:pt x="2221804" y="0"/>
                  </a:lnTo>
                  <a:lnTo>
                    <a:pt x="2220948" y="0"/>
                  </a:lnTo>
                  <a:lnTo>
                    <a:pt x="2220093" y="0"/>
                  </a:lnTo>
                  <a:lnTo>
                    <a:pt x="2219237" y="0"/>
                  </a:lnTo>
                  <a:lnTo>
                    <a:pt x="2218382" y="0"/>
                  </a:lnTo>
                  <a:lnTo>
                    <a:pt x="2217526" y="0"/>
                  </a:lnTo>
                  <a:lnTo>
                    <a:pt x="2216670" y="0"/>
                  </a:lnTo>
                  <a:lnTo>
                    <a:pt x="2215815" y="0"/>
                  </a:lnTo>
                  <a:lnTo>
                    <a:pt x="2214959" y="0"/>
                  </a:lnTo>
                  <a:lnTo>
                    <a:pt x="2214104" y="0"/>
                  </a:lnTo>
                  <a:lnTo>
                    <a:pt x="2213248" y="0"/>
                  </a:lnTo>
                  <a:lnTo>
                    <a:pt x="2212393" y="0"/>
                  </a:lnTo>
                  <a:lnTo>
                    <a:pt x="2211537" y="0"/>
                  </a:lnTo>
                  <a:lnTo>
                    <a:pt x="2210682" y="0"/>
                  </a:lnTo>
                  <a:lnTo>
                    <a:pt x="2209826" y="0"/>
                  </a:lnTo>
                  <a:lnTo>
                    <a:pt x="2208971" y="0"/>
                  </a:lnTo>
                  <a:lnTo>
                    <a:pt x="2208115" y="0"/>
                  </a:lnTo>
                  <a:lnTo>
                    <a:pt x="2207260" y="0"/>
                  </a:lnTo>
                  <a:lnTo>
                    <a:pt x="2206404" y="0"/>
                  </a:lnTo>
                  <a:lnTo>
                    <a:pt x="2205549" y="0"/>
                  </a:lnTo>
                  <a:lnTo>
                    <a:pt x="2204693" y="0"/>
                  </a:lnTo>
                  <a:lnTo>
                    <a:pt x="2203838" y="0"/>
                  </a:lnTo>
                  <a:lnTo>
                    <a:pt x="2202982" y="0"/>
                  </a:lnTo>
                  <a:lnTo>
                    <a:pt x="2202127" y="0"/>
                  </a:lnTo>
                  <a:lnTo>
                    <a:pt x="2201271" y="0"/>
                  </a:lnTo>
                  <a:lnTo>
                    <a:pt x="2200415" y="0"/>
                  </a:lnTo>
                  <a:lnTo>
                    <a:pt x="2199560" y="0"/>
                  </a:lnTo>
                  <a:lnTo>
                    <a:pt x="2198704" y="0"/>
                  </a:lnTo>
                  <a:lnTo>
                    <a:pt x="2197849" y="0"/>
                  </a:lnTo>
                  <a:lnTo>
                    <a:pt x="2196993" y="0"/>
                  </a:lnTo>
                  <a:lnTo>
                    <a:pt x="2196138" y="0"/>
                  </a:lnTo>
                  <a:lnTo>
                    <a:pt x="2195282" y="0"/>
                  </a:lnTo>
                  <a:lnTo>
                    <a:pt x="2194427" y="0"/>
                  </a:lnTo>
                  <a:lnTo>
                    <a:pt x="2193571" y="0"/>
                  </a:lnTo>
                  <a:lnTo>
                    <a:pt x="2192716" y="0"/>
                  </a:lnTo>
                  <a:lnTo>
                    <a:pt x="2191860" y="0"/>
                  </a:lnTo>
                  <a:lnTo>
                    <a:pt x="2191005" y="0"/>
                  </a:lnTo>
                  <a:lnTo>
                    <a:pt x="2190149" y="0"/>
                  </a:lnTo>
                  <a:lnTo>
                    <a:pt x="2189294" y="0"/>
                  </a:lnTo>
                  <a:lnTo>
                    <a:pt x="2188438" y="0"/>
                  </a:lnTo>
                  <a:lnTo>
                    <a:pt x="2187583" y="0"/>
                  </a:lnTo>
                  <a:lnTo>
                    <a:pt x="2186727" y="0"/>
                  </a:lnTo>
                  <a:lnTo>
                    <a:pt x="2185872" y="0"/>
                  </a:lnTo>
                  <a:lnTo>
                    <a:pt x="2185016" y="0"/>
                  </a:lnTo>
                  <a:lnTo>
                    <a:pt x="2184160" y="0"/>
                  </a:lnTo>
                  <a:lnTo>
                    <a:pt x="2183305" y="0"/>
                  </a:lnTo>
                  <a:lnTo>
                    <a:pt x="2182449" y="0"/>
                  </a:lnTo>
                  <a:lnTo>
                    <a:pt x="2181594" y="0"/>
                  </a:lnTo>
                  <a:lnTo>
                    <a:pt x="2180738" y="0"/>
                  </a:lnTo>
                  <a:lnTo>
                    <a:pt x="2179883" y="0"/>
                  </a:lnTo>
                  <a:lnTo>
                    <a:pt x="2179027" y="0"/>
                  </a:lnTo>
                  <a:lnTo>
                    <a:pt x="2178172" y="0"/>
                  </a:lnTo>
                  <a:lnTo>
                    <a:pt x="2177316" y="0"/>
                  </a:lnTo>
                  <a:lnTo>
                    <a:pt x="2176461" y="0"/>
                  </a:lnTo>
                  <a:lnTo>
                    <a:pt x="2175605" y="0"/>
                  </a:lnTo>
                  <a:lnTo>
                    <a:pt x="2174750" y="0"/>
                  </a:lnTo>
                  <a:lnTo>
                    <a:pt x="2173894" y="0"/>
                  </a:lnTo>
                  <a:lnTo>
                    <a:pt x="2173039" y="0"/>
                  </a:lnTo>
                  <a:lnTo>
                    <a:pt x="2172183" y="0"/>
                  </a:lnTo>
                  <a:lnTo>
                    <a:pt x="2171328" y="0"/>
                  </a:lnTo>
                  <a:lnTo>
                    <a:pt x="2170472" y="0"/>
                  </a:lnTo>
                  <a:lnTo>
                    <a:pt x="2169616" y="0"/>
                  </a:lnTo>
                  <a:lnTo>
                    <a:pt x="2168761" y="0"/>
                  </a:lnTo>
                  <a:lnTo>
                    <a:pt x="2167905" y="0"/>
                  </a:lnTo>
                  <a:lnTo>
                    <a:pt x="2167050" y="0"/>
                  </a:lnTo>
                  <a:lnTo>
                    <a:pt x="2166194" y="0"/>
                  </a:lnTo>
                  <a:lnTo>
                    <a:pt x="2165339" y="0"/>
                  </a:lnTo>
                  <a:lnTo>
                    <a:pt x="2164483" y="0"/>
                  </a:lnTo>
                  <a:lnTo>
                    <a:pt x="2163628" y="0"/>
                  </a:lnTo>
                  <a:lnTo>
                    <a:pt x="2162772" y="0"/>
                  </a:lnTo>
                  <a:lnTo>
                    <a:pt x="2161917" y="0"/>
                  </a:lnTo>
                  <a:lnTo>
                    <a:pt x="2161061" y="0"/>
                  </a:lnTo>
                  <a:lnTo>
                    <a:pt x="2160206" y="0"/>
                  </a:lnTo>
                  <a:lnTo>
                    <a:pt x="2159350" y="0"/>
                  </a:lnTo>
                  <a:lnTo>
                    <a:pt x="2158495" y="0"/>
                  </a:lnTo>
                  <a:lnTo>
                    <a:pt x="2157639" y="0"/>
                  </a:lnTo>
                  <a:lnTo>
                    <a:pt x="2156784" y="0"/>
                  </a:lnTo>
                  <a:lnTo>
                    <a:pt x="2155928" y="0"/>
                  </a:lnTo>
                  <a:lnTo>
                    <a:pt x="2155073" y="0"/>
                  </a:lnTo>
                  <a:lnTo>
                    <a:pt x="2154217" y="0"/>
                  </a:lnTo>
                  <a:lnTo>
                    <a:pt x="2153361" y="0"/>
                  </a:lnTo>
                  <a:lnTo>
                    <a:pt x="2152506" y="0"/>
                  </a:lnTo>
                  <a:lnTo>
                    <a:pt x="2151650" y="0"/>
                  </a:lnTo>
                  <a:lnTo>
                    <a:pt x="2150795" y="0"/>
                  </a:lnTo>
                  <a:lnTo>
                    <a:pt x="2149939" y="0"/>
                  </a:lnTo>
                  <a:lnTo>
                    <a:pt x="2149084" y="0"/>
                  </a:lnTo>
                  <a:lnTo>
                    <a:pt x="2148228" y="0"/>
                  </a:lnTo>
                  <a:lnTo>
                    <a:pt x="2147373" y="0"/>
                  </a:lnTo>
                  <a:lnTo>
                    <a:pt x="2146517" y="0"/>
                  </a:lnTo>
                  <a:lnTo>
                    <a:pt x="2145662" y="0"/>
                  </a:lnTo>
                  <a:lnTo>
                    <a:pt x="2144806" y="0"/>
                  </a:lnTo>
                  <a:lnTo>
                    <a:pt x="2143951" y="0"/>
                  </a:lnTo>
                  <a:lnTo>
                    <a:pt x="2143095" y="0"/>
                  </a:lnTo>
                  <a:lnTo>
                    <a:pt x="2142240" y="0"/>
                  </a:lnTo>
                  <a:lnTo>
                    <a:pt x="2141384" y="0"/>
                  </a:lnTo>
                  <a:lnTo>
                    <a:pt x="2140529" y="0"/>
                  </a:lnTo>
                  <a:lnTo>
                    <a:pt x="2139673" y="0"/>
                  </a:lnTo>
                  <a:lnTo>
                    <a:pt x="2138818" y="0"/>
                  </a:lnTo>
                  <a:lnTo>
                    <a:pt x="2137962" y="0"/>
                  </a:lnTo>
                  <a:lnTo>
                    <a:pt x="2137106" y="0"/>
                  </a:lnTo>
                  <a:lnTo>
                    <a:pt x="2136251" y="0"/>
                  </a:lnTo>
                  <a:lnTo>
                    <a:pt x="2135395" y="0"/>
                  </a:lnTo>
                  <a:lnTo>
                    <a:pt x="2134540" y="0"/>
                  </a:lnTo>
                  <a:lnTo>
                    <a:pt x="2133684" y="0"/>
                  </a:lnTo>
                  <a:lnTo>
                    <a:pt x="2132829" y="0"/>
                  </a:lnTo>
                  <a:lnTo>
                    <a:pt x="2131973" y="0"/>
                  </a:lnTo>
                  <a:lnTo>
                    <a:pt x="2131118" y="0"/>
                  </a:lnTo>
                  <a:lnTo>
                    <a:pt x="2130262" y="0"/>
                  </a:lnTo>
                  <a:lnTo>
                    <a:pt x="2129407" y="0"/>
                  </a:lnTo>
                  <a:lnTo>
                    <a:pt x="2128551" y="0"/>
                  </a:lnTo>
                  <a:lnTo>
                    <a:pt x="2127696" y="0"/>
                  </a:lnTo>
                  <a:lnTo>
                    <a:pt x="2126840" y="0"/>
                  </a:lnTo>
                  <a:lnTo>
                    <a:pt x="2125985" y="0"/>
                  </a:lnTo>
                  <a:lnTo>
                    <a:pt x="2125129" y="0"/>
                  </a:lnTo>
                  <a:lnTo>
                    <a:pt x="2124274" y="0"/>
                  </a:lnTo>
                  <a:lnTo>
                    <a:pt x="2123418" y="0"/>
                  </a:lnTo>
                  <a:lnTo>
                    <a:pt x="2122562" y="0"/>
                  </a:lnTo>
                  <a:lnTo>
                    <a:pt x="2121707" y="0"/>
                  </a:lnTo>
                  <a:lnTo>
                    <a:pt x="2120851" y="0"/>
                  </a:lnTo>
                  <a:lnTo>
                    <a:pt x="2119996" y="0"/>
                  </a:lnTo>
                  <a:lnTo>
                    <a:pt x="2119140" y="0"/>
                  </a:lnTo>
                  <a:lnTo>
                    <a:pt x="2118285" y="0"/>
                  </a:lnTo>
                  <a:lnTo>
                    <a:pt x="2117429" y="0"/>
                  </a:lnTo>
                  <a:lnTo>
                    <a:pt x="2116574" y="0"/>
                  </a:lnTo>
                  <a:lnTo>
                    <a:pt x="2115718" y="0"/>
                  </a:lnTo>
                  <a:lnTo>
                    <a:pt x="2114863" y="0"/>
                  </a:lnTo>
                  <a:lnTo>
                    <a:pt x="2114007" y="0"/>
                  </a:lnTo>
                  <a:lnTo>
                    <a:pt x="2113152" y="0"/>
                  </a:lnTo>
                  <a:lnTo>
                    <a:pt x="2112296" y="0"/>
                  </a:lnTo>
                  <a:lnTo>
                    <a:pt x="2111441" y="0"/>
                  </a:lnTo>
                  <a:lnTo>
                    <a:pt x="2110585" y="0"/>
                  </a:lnTo>
                  <a:lnTo>
                    <a:pt x="2109730" y="0"/>
                  </a:lnTo>
                  <a:lnTo>
                    <a:pt x="2108874" y="0"/>
                  </a:lnTo>
                  <a:lnTo>
                    <a:pt x="2108019" y="0"/>
                  </a:lnTo>
                  <a:lnTo>
                    <a:pt x="2107163" y="0"/>
                  </a:lnTo>
                  <a:lnTo>
                    <a:pt x="2106307" y="0"/>
                  </a:lnTo>
                  <a:lnTo>
                    <a:pt x="2105452" y="0"/>
                  </a:lnTo>
                  <a:lnTo>
                    <a:pt x="2104596" y="0"/>
                  </a:lnTo>
                  <a:lnTo>
                    <a:pt x="2103741" y="0"/>
                  </a:lnTo>
                  <a:lnTo>
                    <a:pt x="2102885" y="0"/>
                  </a:lnTo>
                  <a:lnTo>
                    <a:pt x="2102030" y="0"/>
                  </a:lnTo>
                  <a:lnTo>
                    <a:pt x="2101174" y="0"/>
                  </a:lnTo>
                  <a:lnTo>
                    <a:pt x="2100319" y="0"/>
                  </a:lnTo>
                  <a:lnTo>
                    <a:pt x="2099463" y="0"/>
                  </a:lnTo>
                  <a:lnTo>
                    <a:pt x="2098608" y="0"/>
                  </a:lnTo>
                  <a:lnTo>
                    <a:pt x="2097752" y="0"/>
                  </a:lnTo>
                  <a:lnTo>
                    <a:pt x="2096897" y="0"/>
                  </a:lnTo>
                  <a:lnTo>
                    <a:pt x="2096041" y="0"/>
                  </a:lnTo>
                  <a:lnTo>
                    <a:pt x="2095186" y="0"/>
                  </a:lnTo>
                  <a:lnTo>
                    <a:pt x="2094330" y="0"/>
                  </a:lnTo>
                  <a:lnTo>
                    <a:pt x="2093475" y="0"/>
                  </a:lnTo>
                  <a:lnTo>
                    <a:pt x="2092619" y="0"/>
                  </a:lnTo>
                  <a:lnTo>
                    <a:pt x="2091764" y="0"/>
                  </a:lnTo>
                  <a:lnTo>
                    <a:pt x="2090908" y="0"/>
                  </a:lnTo>
                  <a:lnTo>
                    <a:pt x="2090052" y="0"/>
                  </a:lnTo>
                  <a:lnTo>
                    <a:pt x="2089197" y="0"/>
                  </a:lnTo>
                  <a:lnTo>
                    <a:pt x="2088341" y="0"/>
                  </a:lnTo>
                  <a:lnTo>
                    <a:pt x="2087486" y="0"/>
                  </a:lnTo>
                  <a:lnTo>
                    <a:pt x="2086630" y="0"/>
                  </a:lnTo>
                  <a:lnTo>
                    <a:pt x="2085775" y="0"/>
                  </a:lnTo>
                  <a:lnTo>
                    <a:pt x="2084919" y="0"/>
                  </a:lnTo>
                  <a:lnTo>
                    <a:pt x="2084064" y="0"/>
                  </a:lnTo>
                  <a:lnTo>
                    <a:pt x="2083208" y="0"/>
                  </a:lnTo>
                  <a:lnTo>
                    <a:pt x="2082353" y="0"/>
                  </a:lnTo>
                  <a:lnTo>
                    <a:pt x="2081497" y="0"/>
                  </a:lnTo>
                  <a:lnTo>
                    <a:pt x="2080642" y="0"/>
                  </a:lnTo>
                  <a:lnTo>
                    <a:pt x="2079786" y="0"/>
                  </a:lnTo>
                  <a:lnTo>
                    <a:pt x="2078931" y="0"/>
                  </a:lnTo>
                  <a:lnTo>
                    <a:pt x="2078075" y="0"/>
                  </a:lnTo>
                  <a:lnTo>
                    <a:pt x="2077220" y="0"/>
                  </a:lnTo>
                  <a:lnTo>
                    <a:pt x="2076364" y="0"/>
                  </a:lnTo>
                  <a:lnTo>
                    <a:pt x="2075508" y="0"/>
                  </a:lnTo>
                  <a:lnTo>
                    <a:pt x="2074653" y="0"/>
                  </a:lnTo>
                  <a:lnTo>
                    <a:pt x="2073797" y="0"/>
                  </a:lnTo>
                  <a:lnTo>
                    <a:pt x="2072942" y="0"/>
                  </a:lnTo>
                  <a:lnTo>
                    <a:pt x="2072086" y="0"/>
                  </a:lnTo>
                  <a:lnTo>
                    <a:pt x="2071231" y="0"/>
                  </a:lnTo>
                  <a:lnTo>
                    <a:pt x="2070375" y="0"/>
                  </a:lnTo>
                  <a:lnTo>
                    <a:pt x="2069520" y="0"/>
                  </a:lnTo>
                  <a:lnTo>
                    <a:pt x="2068664" y="0"/>
                  </a:lnTo>
                  <a:lnTo>
                    <a:pt x="2067809" y="0"/>
                  </a:lnTo>
                  <a:lnTo>
                    <a:pt x="2066953" y="0"/>
                  </a:lnTo>
                  <a:lnTo>
                    <a:pt x="2066098" y="0"/>
                  </a:lnTo>
                  <a:lnTo>
                    <a:pt x="2065242" y="0"/>
                  </a:lnTo>
                  <a:lnTo>
                    <a:pt x="2064387" y="0"/>
                  </a:lnTo>
                  <a:lnTo>
                    <a:pt x="2063531" y="0"/>
                  </a:lnTo>
                  <a:lnTo>
                    <a:pt x="2062676" y="0"/>
                  </a:lnTo>
                  <a:lnTo>
                    <a:pt x="2061820" y="0"/>
                  </a:lnTo>
                  <a:lnTo>
                    <a:pt x="2060965" y="0"/>
                  </a:lnTo>
                  <a:lnTo>
                    <a:pt x="2060109" y="0"/>
                  </a:lnTo>
                  <a:lnTo>
                    <a:pt x="2059253" y="0"/>
                  </a:lnTo>
                  <a:lnTo>
                    <a:pt x="2058398" y="0"/>
                  </a:lnTo>
                  <a:lnTo>
                    <a:pt x="2057542" y="0"/>
                  </a:lnTo>
                  <a:lnTo>
                    <a:pt x="2056687" y="0"/>
                  </a:lnTo>
                  <a:lnTo>
                    <a:pt x="2055831" y="0"/>
                  </a:lnTo>
                  <a:lnTo>
                    <a:pt x="2054976" y="0"/>
                  </a:lnTo>
                  <a:lnTo>
                    <a:pt x="2054120" y="0"/>
                  </a:lnTo>
                  <a:lnTo>
                    <a:pt x="2053265" y="0"/>
                  </a:lnTo>
                  <a:lnTo>
                    <a:pt x="2052409" y="0"/>
                  </a:lnTo>
                  <a:lnTo>
                    <a:pt x="2051554" y="0"/>
                  </a:lnTo>
                  <a:lnTo>
                    <a:pt x="2050698" y="0"/>
                  </a:lnTo>
                  <a:lnTo>
                    <a:pt x="2049843" y="0"/>
                  </a:lnTo>
                  <a:lnTo>
                    <a:pt x="2048987" y="0"/>
                  </a:lnTo>
                  <a:lnTo>
                    <a:pt x="2048132" y="0"/>
                  </a:lnTo>
                  <a:lnTo>
                    <a:pt x="2047276" y="0"/>
                  </a:lnTo>
                  <a:lnTo>
                    <a:pt x="2046421" y="0"/>
                  </a:lnTo>
                  <a:lnTo>
                    <a:pt x="2045565" y="0"/>
                  </a:lnTo>
                  <a:lnTo>
                    <a:pt x="2044710" y="0"/>
                  </a:lnTo>
                  <a:lnTo>
                    <a:pt x="2043854" y="0"/>
                  </a:lnTo>
                  <a:lnTo>
                    <a:pt x="2042998" y="0"/>
                  </a:lnTo>
                  <a:lnTo>
                    <a:pt x="2042143" y="0"/>
                  </a:lnTo>
                  <a:lnTo>
                    <a:pt x="2041287" y="0"/>
                  </a:lnTo>
                  <a:lnTo>
                    <a:pt x="2040432" y="0"/>
                  </a:lnTo>
                  <a:lnTo>
                    <a:pt x="2039576" y="0"/>
                  </a:lnTo>
                  <a:lnTo>
                    <a:pt x="2038721" y="0"/>
                  </a:lnTo>
                  <a:lnTo>
                    <a:pt x="2037865" y="0"/>
                  </a:lnTo>
                  <a:lnTo>
                    <a:pt x="2037010" y="0"/>
                  </a:lnTo>
                  <a:lnTo>
                    <a:pt x="2036154" y="0"/>
                  </a:lnTo>
                  <a:lnTo>
                    <a:pt x="2035299" y="0"/>
                  </a:lnTo>
                  <a:lnTo>
                    <a:pt x="2034443" y="0"/>
                  </a:lnTo>
                  <a:lnTo>
                    <a:pt x="2033588" y="0"/>
                  </a:lnTo>
                  <a:lnTo>
                    <a:pt x="2032732" y="0"/>
                  </a:lnTo>
                  <a:lnTo>
                    <a:pt x="2031877" y="0"/>
                  </a:lnTo>
                  <a:lnTo>
                    <a:pt x="2031021" y="0"/>
                  </a:lnTo>
                  <a:lnTo>
                    <a:pt x="2030166" y="0"/>
                  </a:lnTo>
                  <a:lnTo>
                    <a:pt x="2029310" y="0"/>
                  </a:lnTo>
                  <a:lnTo>
                    <a:pt x="2028454" y="0"/>
                  </a:lnTo>
                  <a:lnTo>
                    <a:pt x="2027599" y="0"/>
                  </a:lnTo>
                  <a:lnTo>
                    <a:pt x="2026743" y="0"/>
                  </a:lnTo>
                  <a:lnTo>
                    <a:pt x="2025888" y="0"/>
                  </a:lnTo>
                  <a:lnTo>
                    <a:pt x="2025032" y="0"/>
                  </a:lnTo>
                  <a:lnTo>
                    <a:pt x="2024177" y="0"/>
                  </a:lnTo>
                  <a:lnTo>
                    <a:pt x="2023321" y="0"/>
                  </a:lnTo>
                  <a:lnTo>
                    <a:pt x="2022466" y="0"/>
                  </a:lnTo>
                  <a:lnTo>
                    <a:pt x="2021610" y="0"/>
                  </a:lnTo>
                  <a:lnTo>
                    <a:pt x="2020755" y="0"/>
                  </a:lnTo>
                  <a:lnTo>
                    <a:pt x="2019899" y="0"/>
                  </a:lnTo>
                  <a:lnTo>
                    <a:pt x="2019044" y="0"/>
                  </a:lnTo>
                  <a:lnTo>
                    <a:pt x="2018188" y="0"/>
                  </a:lnTo>
                  <a:lnTo>
                    <a:pt x="2017333" y="0"/>
                  </a:lnTo>
                  <a:lnTo>
                    <a:pt x="2016477" y="0"/>
                  </a:lnTo>
                  <a:lnTo>
                    <a:pt x="2015622" y="0"/>
                  </a:lnTo>
                  <a:lnTo>
                    <a:pt x="2014766" y="0"/>
                  </a:lnTo>
                  <a:lnTo>
                    <a:pt x="2013911" y="0"/>
                  </a:lnTo>
                  <a:lnTo>
                    <a:pt x="2013055" y="0"/>
                  </a:lnTo>
                  <a:lnTo>
                    <a:pt x="2012199" y="0"/>
                  </a:lnTo>
                  <a:lnTo>
                    <a:pt x="2011344" y="0"/>
                  </a:lnTo>
                  <a:lnTo>
                    <a:pt x="2010488" y="0"/>
                  </a:lnTo>
                  <a:lnTo>
                    <a:pt x="2009633" y="0"/>
                  </a:lnTo>
                  <a:lnTo>
                    <a:pt x="2008777" y="0"/>
                  </a:lnTo>
                  <a:lnTo>
                    <a:pt x="2007922" y="0"/>
                  </a:lnTo>
                  <a:lnTo>
                    <a:pt x="2007066" y="0"/>
                  </a:lnTo>
                  <a:lnTo>
                    <a:pt x="2006211" y="0"/>
                  </a:lnTo>
                  <a:lnTo>
                    <a:pt x="2005355" y="0"/>
                  </a:lnTo>
                  <a:lnTo>
                    <a:pt x="2004500" y="0"/>
                  </a:lnTo>
                  <a:lnTo>
                    <a:pt x="2003644" y="0"/>
                  </a:lnTo>
                  <a:lnTo>
                    <a:pt x="2002789" y="0"/>
                  </a:lnTo>
                  <a:lnTo>
                    <a:pt x="2001933" y="0"/>
                  </a:lnTo>
                  <a:lnTo>
                    <a:pt x="2001078" y="0"/>
                  </a:lnTo>
                  <a:lnTo>
                    <a:pt x="2000222" y="0"/>
                  </a:lnTo>
                  <a:lnTo>
                    <a:pt x="1999367" y="0"/>
                  </a:lnTo>
                  <a:lnTo>
                    <a:pt x="1998511" y="0"/>
                  </a:lnTo>
                  <a:lnTo>
                    <a:pt x="1997656" y="0"/>
                  </a:lnTo>
                  <a:lnTo>
                    <a:pt x="1996800" y="0"/>
                  </a:lnTo>
                  <a:lnTo>
                    <a:pt x="1995944" y="0"/>
                  </a:lnTo>
                  <a:lnTo>
                    <a:pt x="1995089" y="0"/>
                  </a:lnTo>
                  <a:lnTo>
                    <a:pt x="1994233" y="0"/>
                  </a:lnTo>
                  <a:lnTo>
                    <a:pt x="1993378" y="0"/>
                  </a:lnTo>
                  <a:lnTo>
                    <a:pt x="1992522" y="0"/>
                  </a:lnTo>
                  <a:lnTo>
                    <a:pt x="1991667" y="0"/>
                  </a:lnTo>
                  <a:lnTo>
                    <a:pt x="1990811" y="0"/>
                  </a:lnTo>
                  <a:lnTo>
                    <a:pt x="1989956" y="0"/>
                  </a:lnTo>
                  <a:lnTo>
                    <a:pt x="1989100" y="0"/>
                  </a:lnTo>
                  <a:lnTo>
                    <a:pt x="1988245" y="0"/>
                  </a:lnTo>
                  <a:lnTo>
                    <a:pt x="1987389" y="0"/>
                  </a:lnTo>
                  <a:lnTo>
                    <a:pt x="1986534" y="0"/>
                  </a:lnTo>
                  <a:lnTo>
                    <a:pt x="1985678" y="0"/>
                  </a:lnTo>
                  <a:lnTo>
                    <a:pt x="1984823" y="0"/>
                  </a:lnTo>
                  <a:lnTo>
                    <a:pt x="1983967" y="0"/>
                  </a:lnTo>
                  <a:lnTo>
                    <a:pt x="1983112" y="0"/>
                  </a:lnTo>
                  <a:lnTo>
                    <a:pt x="1982256" y="0"/>
                  </a:lnTo>
                  <a:lnTo>
                    <a:pt x="1981401" y="0"/>
                  </a:lnTo>
                  <a:lnTo>
                    <a:pt x="1980545" y="0"/>
                  </a:lnTo>
                  <a:lnTo>
                    <a:pt x="1979689" y="0"/>
                  </a:lnTo>
                  <a:lnTo>
                    <a:pt x="1978834" y="0"/>
                  </a:lnTo>
                  <a:lnTo>
                    <a:pt x="1977978" y="0"/>
                  </a:lnTo>
                  <a:lnTo>
                    <a:pt x="1977123" y="0"/>
                  </a:lnTo>
                  <a:lnTo>
                    <a:pt x="1976267" y="0"/>
                  </a:lnTo>
                  <a:lnTo>
                    <a:pt x="1975412" y="0"/>
                  </a:lnTo>
                  <a:lnTo>
                    <a:pt x="1974556" y="0"/>
                  </a:lnTo>
                  <a:lnTo>
                    <a:pt x="1973701" y="0"/>
                  </a:lnTo>
                  <a:lnTo>
                    <a:pt x="1972845" y="0"/>
                  </a:lnTo>
                  <a:lnTo>
                    <a:pt x="1971990" y="0"/>
                  </a:lnTo>
                  <a:lnTo>
                    <a:pt x="1971134" y="0"/>
                  </a:lnTo>
                  <a:lnTo>
                    <a:pt x="1970279" y="0"/>
                  </a:lnTo>
                  <a:lnTo>
                    <a:pt x="1969423" y="0"/>
                  </a:lnTo>
                  <a:lnTo>
                    <a:pt x="1968568" y="0"/>
                  </a:lnTo>
                  <a:lnTo>
                    <a:pt x="1967712" y="0"/>
                  </a:lnTo>
                  <a:lnTo>
                    <a:pt x="1966857" y="0"/>
                  </a:lnTo>
                  <a:lnTo>
                    <a:pt x="1966001" y="0"/>
                  </a:lnTo>
                  <a:lnTo>
                    <a:pt x="1965145" y="0"/>
                  </a:lnTo>
                  <a:lnTo>
                    <a:pt x="1964290" y="0"/>
                  </a:lnTo>
                  <a:lnTo>
                    <a:pt x="1963434" y="0"/>
                  </a:lnTo>
                  <a:lnTo>
                    <a:pt x="1962579" y="0"/>
                  </a:lnTo>
                  <a:lnTo>
                    <a:pt x="1961723" y="0"/>
                  </a:lnTo>
                  <a:lnTo>
                    <a:pt x="1960868" y="0"/>
                  </a:lnTo>
                  <a:lnTo>
                    <a:pt x="1960012" y="0"/>
                  </a:lnTo>
                  <a:lnTo>
                    <a:pt x="1959157" y="0"/>
                  </a:lnTo>
                  <a:lnTo>
                    <a:pt x="1958301" y="0"/>
                  </a:lnTo>
                  <a:lnTo>
                    <a:pt x="1957446" y="0"/>
                  </a:lnTo>
                  <a:lnTo>
                    <a:pt x="1956590" y="0"/>
                  </a:lnTo>
                  <a:lnTo>
                    <a:pt x="1955735" y="0"/>
                  </a:lnTo>
                  <a:lnTo>
                    <a:pt x="1954879" y="0"/>
                  </a:lnTo>
                  <a:lnTo>
                    <a:pt x="1954024" y="0"/>
                  </a:lnTo>
                  <a:lnTo>
                    <a:pt x="1953168" y="0"/>
                  </a:lnTo>
                  <a:lnTo>
                    <a:pt x="1952313" y="0"/>
                  </a:lnTo>
                  <a:lnTo>
                    <a:pt x="1951457" y="0"/>
                  </a:lnTo>
                  <a:lnTo>
                    <a:pt x="1950602" y="0"/>
                  </a:lnTo>
                  <a:lnTo>
                    <a:pt x="1949746" y="0"/>
                  </a:lnTo>
                  <a:lnTo>
                    <a:pt x="1948890" y="0"/>
                  </a:lnTo>
                  <a:lnTo>
                    <a:pt x="1948035" y="0"/>
                  </a:lnTo>
                  <a:lnTo>
                    <a:pt x="1947179" y="0"/>
                  </a:lnTo>
                  <a:lnTo>
                    <a:pt x="1946324" y="0"/>
                  </a:lnTo>
                  <a:lnTo>
                    <a:pt x="1945468" y="0"/>
                  </a:lnTo>
                  <a:lnTo>
                    <a:pt x="1944613" y="0"/>
                  </a:lnTo>
                  <a:lnTo>
                    <a:pt x="1943757" y="0"/>
                  </a:lnTo>
                  <a:lnTo>
                    <a:pt x="1942902" y="0"/>
                  </a:lnTo>
                  <a:lnTo>
                    <a:pt x="1942046" y="0"/>
                  </a:lnTo>
                  <a:lnTo>
                    <a:pt x="1941191" y="0"/>
                  </a:lnTo>
                  <a:lnTo>
                    <a:pt x="1940335" y="0"/>
                  </a:lnTo>
                  <a:lnTo>
                    <a:pt x="1939480" y="0"/>
                  </a:lnTo>
                  <a:lnTo>
                    <a:pt x="1938624" y="0"/>
                  </a:lnTo>
                  <a:lnTo>
                    <a:pt x="1937769" y="0"/>
                  </a:lnTo>
                  <a:lnTo>
                    <a:pt x="1936913" y="0"/>
                  </a:lnTo>
                  <a:lnTo>
                    <a:pt x="1936058" y="0"/>
                  </a:lnTo>
                  <a:lnTo>
                    <a:pt x="1935202" y="0"/>
                  </a:lnTo>
                  <a:lnTo>
                    <a:pt x="1934347" y="0"/>
                  </a:lnTo>
                  <a:lnTo>
                    <a:pt x="1933491" y="0"/>
                  </a:lnTo>
                  <a:lnTo>
                    <a:pt x="1932635" y="0"/>
                  </a:lnTo>
                  <a:lnTo>
                    <a:pt x="1931780" y="0"/>
                  </a:lnTo>
                  <a:lnTo>
                    <a:pt x="1930924" y="0"/>
                  </a:lnTo>
                  <a:lnTo>
                    <a:pt x="1930069" y="0"/>
                  </a:lnTo>
                  <a:lnTo>
                    <a:pt x="1929213" y="0"/>
                  </a:lnTo>
                  <a:lnTo>
                    <a:pt x="1928358" y="0"/>
                  </a:lnTo>
                  <a:lnTo>
                    <a:pt x="1927502" y="0"/>
                  </a:lnTo>
                  <a:lnTo>
                    <a:pt x="1926647" y="0"/>
                  </a:lnTo>
                  <a:lnTo>
                    <a:pt x="1925791" y="0"/>
                  </a:lnTo>
                  <a:lnTo>
                    <a:pt x="1924936" y="0"/>
                  </a:lnTo>
                  <a:lnTo>
                    <a:pt x="1924080" y="0"/>
                  </a:lnTo>
                  <a:lnTo>
                    <a:pt x="1923225" y="0"/>
                  </a:lnTo>
                  <a:lnTo>
                    <a:pt x="1922369" y="0"/>
                  </a:lnTo>
                  <a:lnTo>
                    <a:pt x="1921514" y="0"/>
                  </a:lnTo>
                  <a:lnTo>
                    <a:pt x="1920658" y="0"/>
                  </a:lnTo>
                  <a:lnTo>
                    <a:pt x="1919803" y="0"/>
                  </a:lnTo>
                  <a:lnTo>
                    <a:pt x="1918947" y="0"/>
                  </a:lnTo>
                  <a:lnTo>
                    <a:pt x="1918091" y="0"/>
                  </a:lnTo>
                  <a:lnTo>
                    <a:pt x="1917236" y="0"/>
                  </a:lnTo>
                  <a:lnTo>
                    <a:pt x="1916380" y="0"/>
                  </a:lnTo>
                  <a:lnTo>
                    <a:pt x="1915525" y="0"/>
                  </a:lnTo>
                  <a:lnTo>
                    <a:pt x="1914669" y="0"/>
                  </a:lnTo>
                  <a:lnTo>
                    <a:pt x="1913814" y="0"/>
                  </a:lnTo>
                  <a:lnTo>
                    <a:pt x="1912958" y="0"/>
                  </a:lnTo>
                  <a:lnTo>
                    <a:pt x="1912103" y="0"/>
                  </a:lnTo>
                  <a:lnTo>
                    <a:pt x="1911247" y="0"/>
                  </a:lnTo>
                  <a:lnTo>
                    <a:pt x="1910392" y="0"/>
                  </a:lnTo>
                  <a:lnTo>
                    <a:pt x="1909536" y="0"/>
                  </a:lnTo>
                  <a:lnTo>
                    <a:pt x="1908681" y="0"/>
                  </a:lnTo>
                  <a:lnTo>
                    <a:pt x="1907825" y="0"/>
                  </a:lnTo>
                  <a:lnTo>
                    <a:pt x="1906970" y="0"/>
                  </a:lnTo>
                  <a:lnTo>
                    <a:pt x="1906114" y="0"/>
                  </a:lnTo>
                  <a:lnTo>
                    <a:pt x="1905259" y="0"/>
                  </a:lnTo>
                  <a:lnTo>
                    <a:pt x="1904403" y="0"/>
                  </a:lnTo>
                  <a:lnTo>
                    <a:pt x="1903548" y="0"/>
                  </a:lnTo>
                  <a:lnTo>
                    <a:pt x="1902692" y="0"/>
                  </a:lnTo>
                  <a:lnTo>
                    <a:pt x="1901836" y="0"/>
                  </a:lnTo>
                  <a:lnTo>
                    <a:pt x="1900981" y="0"/>
                  </a:lnTo>
                  <a:lnTo>
                    <a:pt x="1900125" y="0"/>
                  </a:lnTo>
                  <a:lnTo>
                    <a:pt x="1899270" y="0"/>
                  </a:lnTo>
                  <a:lnTo>
                    <a:pt x="1898414" y="0"/>
                  </a:lnTo>
                  <a:lnTo>
                    <a:pt x="1897559" y="0"/>
                  </a:lnTo>
                  <a:lnTo>
                    <a:pt x="1896703" y="0"/>
                  </a:lnTo>
                  <a:lnTo>
                    <a:pt x="1895848" y="0"/>
                  </a:lnTo>
                  <a:lnTo>
                    <a:pt x="1894992" y="0"/>
                  </a:lnTo>
                  <a:lnTo>
                    <a:pt x="1894137" y="0"/>
                  </a:lnTo>
                  <a:lnTo>
                    <a:pt x="1893281" y="0"/>
                  </a:lnTo>
                  <a:lnTo>
                    <a:pt x="1892426" y="0"/>
                  </a:lnTo>
                  <a:lnTo>
                    <a:pt x="1891570" y="0"/>
                  </a:lnTo>
                  <a:lnTo>
                    <a:pt x="1890715" y="0"/>
                  </a:lnTo>
                  <a:lnTo>
                    <a:pt x="1889859" y="0"/>
                  </a:lnTo>
                  <a:lnTo>
                    <a:pt x="1889004" y="0"/>
                  </a:lnTo>
                  <a:lnTo>
                    <a:pt x="1888148" y="0"/>
                  </a:lnTo>
                  <a:lnTo>
                    <a:pt x="1887293" y="0"/>
                  </a:lnTo>
                  <a:lnTo>
                    <a:pt x="1886437" y="0"/>
                  </a:lnTo>
                  <a:lnTo>
                    <a:pt x="1885581" y="0"/>
                  </a:lnTo>
                  <a:lnTo>
                    <a:pt x="1884726" y="0"/>
                  </a:lnTo>
                  <a:lnTo>
                    <a:pt x="1883870" y="0"/>
                  </a:lnTo>
                  <a:lnTo>
                    <a:pt x="1883015" y="0"/>
                  </a:lnTo>
                  <a:lnTo>
                    <a:pt x="1882159" y="0"/>
                  </a:lnTo>
                  <a:lnTo>
                    <a:pt x="1881304" y="0"/>
                  </a:lnTo>
                  <a:lnTo>
                    <a:pt x="1880448" y="0"/>
                  </a:lnTo>
                  <a:lnTo>
                    <a:pt x="1879593" y="0"/>
                  </a:lnTo>
                  <a:lnTo>
                    <a:pt x="1878737" y="0"/>
                  </a:lnTo>
                  <a:lnTo>
                    <a:pt x="1877882" y="0"/>
                  </a:lnTo>
                  <a:lnTo>
                    <a:pt x="1877026" y="0"/>
                  </a:lnTo>
                  <a:lnTo>
                    <a:pt x="1876171" y="0"/>
                  </a:lnTo>
                  <a:lnTo>
                    <a:pt x="1875315" y="0"/>
                  </a:lnTo>
                  <a:lnTo>
                    <a:pt x="1874460" y="0"/>
                  </a:lnTo>
                  <a:lnTo>
                    <a:pt x="1873604" y="0"/>
                  </a:lnTo>
                  <a:lnTo>
                    <a:pt x="1872749" y="0"/>
                  </a:lnTo>
                  <a:lnTo>
                    <a:pt x="1871893" y="0"/>
                  </a:lnTo>
                  <a:lnTo>
                    <a:pt x="1871037" y="0"/>
                  </a:lnTo>
                  <a:lnTo>
                    <a:pt x="1870182" y="0"/>
                  </a:lnTo>
                  <a:lnTo>
                    <a:pt x="1869326" y="0"/>
                  </a:lnTo>
                  <a:lnTo>
                    <a:pt x="1868471" y="0"/>
                  </a:lnTo>
                  <a:lnTo>
                    <a:pt x="1867615" y="0"/>
                  </a:lnTo>
                  <a:lnTo>
                    <a:pt x="1866760" y="0"/>
                  </a:lnTo>
                  <a:lnTo>
                    <a:pt x="1865904" y="0"/>
                  </a:lnTo>
                  <a:lnTo>
                    <a:pt x="1865049" y="0"/>
                  </a:lnTo>
                  <a:lnTo>
                    <a:pt x="1864193" y="0"/>
                  </a:lnTo>
                  <a:lnTo>
                    <a:pt x="1863338" y="0"/>
                  </a:lnTo>
                  <a:lnTo>
                    <a:pt x="1862482" y="0"/>
                  </a:lnTo>
                  <a:lnTo>
                    <a:pt x="1861627" y="0"/>
                  </a:lnTo>
                  <a:lnTo>
                    <a:pt x="1860771" y="0"/>
                  </a:lnTo>
                  <a:lnTo>
                    <a:pt x="1859916" y="0"/>
                  </a:lnTo>
                  <a:lnTo>
                    <a:pt x="1859060" y="0"/>
                  </a:lnTo>
                  <a:lnTo>
                    <a:pt x="1858205" y="0"/>
                  </a:lnTo>
                  <a:lnTo>
                    <a:pt x="1857349" y="0"/>
                  </a:lnTo>
                  <a:lnTo>
                    <a:pt x="1856494" y="0"/>
                  </a:lnTo>
                  <a:lnTo>
                    <a:pt x="1855638" y="0"/>
                  </a:lnTo>
                  <a:lnTo>
                    <a:pt x="1854782" y="0"/>
                  </a:lnTo>
                  <a:lnTo>
                    <a:pt x="1853927" y="0"/>
                  </a:lnTo>
                  <a:lnTo>
                    <a:pt x="1853071" y="0"/>
                  </a:lnTo>
                  <a:lnTo>
                    <a:pt x="1852216" y="0"/>
                  </a:lnTo>
                  <a:lnTo>
                    <a:pt x="1851360" y="0"/>
                  </a:lnTo>
                  <a:lnTo>
                    <a:pt x="1850505" y="0"/>
                  </a:lnTo>
                  <a:lnTo>
                    <a:pt x="1849649" y="0"/>
                  </a:lnTo>
                  <a:lnTo>
                    <a:pt x="1848794" y="0"/>
                  </a:lnTo>
                  <a:lnTo>
                    <a:pt x="1847938" y="0"/>
                  </a:lnTo>
                  <a:lnTo>
                    <a:pt x="1847083" y="0"/>
                  </a:lnTo>
                  <a:lnTo>
                    <a:pt x="1846227" y="0"/>
                  </a:lnTo>
                  <a:lnTo>
                    <a:pt x="1845372" y="0"/>
                  </a:lnTo>
                  <a:lnTo>
                    <a:pt x="1844516" y="0"/>
                  </a:lnTo>
                  <a:lnTo>
                    <a:pt x="1843661" y="0"/>
                  </a:lnTo>
                  <a:lnTo>
                    <a:pt x="1842805" y="0"/>
                  </a:lnTo>
                  <a:lnTo>
                    <a:pt x="1841950" y="0"/>
                  </a:lnTo>
                  <a:lnTo>
                    <a:pt x="1841094" y="0"/>
                  </a:lnTo>
                  <a:lnTo>
                    <a:pt x="1840239" y="0"/>
                  </a:lnTo>
                  <a:lnTo>
                    <a:pt x="1839383" y="0"/>
                  </a:lnTo>
                  <a:lnTo>
                    <a:pt x="1838527" y="0"/>
                  </a:lnTo>
                  <a:lnTo>
                    <a:pt x="1837672" y="0"/>
                  </a:lnTo>
                  <a:lnTo>
                    <a:pt x="1836816" y="0"/>
                  </a:lnTo>
                  <a:lnTo>
                    <a:pt x="1835961" y="0"/>
                  </a:lnTo>
                  <a:lnTo>
                    <a:pt x="1835105" y="0"/>
                  </a:lnTo>
                  <a:lnTo>
                    <a:pt x="1834250" y="0"/>
                  </a:lnTo>
                  <a:lnTo>
                    <a:pt x="1833394" y="0"/>
                  </a:lnTo>
                  <a:lnTo>
                    <a:pt x="1832539" y="0"/>
                  </a:lnTo>
                  <a:lnTo>
                    <a:pt x="1831683" y="0"/>
                  </a:lnTo>
                  <a:lnTo>
                    <a:pt x="1830828" y="0"/>
                  </a:lnTo>
                  <a:lnTo>
                    <a:pt x="1829972" y="0"/>
                  </a:lnTo>
                  <a:lnTo>
                    <a:pt x="1829117" y="0"/>
                  </a:lnTo>
                  <a:lnTo>
                    <a:pt x="1828261" y="0"/>
                  </a:lnTo>
                  <a:lnTo>
                    <a:pt x="1827406" y="0"/>
                  </a:lnTo>
                  <a:lnTo>
                    <a:pt x="1826550" y="0"/>
                  </a:lnTo>
                  <a:lnTo>
                    <a:pt x="1825695" y="0"/>
                  </a:lnTo>
                  <a:lnTo>
                    <a:pt x="1824839" y="0"/>
                  </a:lnTo>
                  <a:lnTo>
                    <a:pt x="1823983" y="0"/>
                  </a:lnTo>
                  <a:lnTo>
                    <a:pt x="1823128" y="0"/>
                  </a:lnTo>
                  <a:lnTo>
                    <a:pt x="1822272" y="0"/>
                  </a:lnTo>
                  <a:lnTo>
                    <a:pt x="1821417" y="0"/>
                  </a:lnTo>
                  <a:lnTo>
                    <a:pt x="1820561" y="0"/>
                  </a:lnTo>
                  <a:lnTo>
                    <a:pt x="1819706" y="0"/>
                  </a:lnTo>
                  <a:lnTo>
                    <a:pt x="1818850" y="0"/>
                  </a:lnTo>
                  <a:lnTo>
                    <a:pt x="1817995" y="0"/>
                  </a:lnTo>
                  <a:lnTo>
                    <a:pt x="1817139" y="0"/>
                  </a:lnTo>
                  <a:lnTo>
                    <a:pt x="1816284" y="0"/>
                  </a:lnTo>
                  <a:lnTo>
                    <a:pt x="1815428" y="0"/>
                  </a:lnTo>
                  <a:lnTo>
                    <a:pt x="1814573" y="0"/>
                  </a:lnTo>
                  <a:lnTo>
                    <a:pt x="1813717" y="0"/>
                  </a:lnTo>
                  <a:lnTo>
                    <a:pt x="1812862" y="0"/>
                  </a:lnTo>
                  <a:lnTo>
                    <a:pt x="1812006" y="0"/>
                  </a:lnTo>
                  <a:lnTo>
                    <a:pt x="1811151" y="0"/>
                  </a:lnTo>
                  <a:lnTo>
                    <a:pt x="1810295" y="0"/>
                  </a:lnTo>
                  <a:lnTo>
                    <a:pt x="1809440" y="0"/>
                  </a:lnTo>
                  <a:lnTo>
                    <a:pt x="1808584" y="0"/>
                  </a:lnTo>
                  <a:lnTo>
                    <a:pt x="1807728" y="0"/>
                  </a:lnTo>
                  <a:lnTo>
                    <a:pt x="1806873" y="0"/>
                  </a:lnTo>
                  <a:lnTo>
                    <a:pt x="1806017" y="0"/>
                  </a:lnTo>
                  <a:lnTo>
                    <a:pt x="1805162" y="0"/>
                  </a:lnTo>
                  <a:lnTo>
                    <a:pt x="1804306" y="0"/>
                  </a:lnTo>
                  <a:lnTo>
                    <a:pt x="1803451" y="0"/>
                  </a:lnTo>
                  <a:lnTo>
                    <a:pt x="1802595" y="0"/>
                  </a:lnTo>
                  <a:lnTo>
                    <a:pt x="1801740" y="0"/>
                  </a:lnTo>
                  <a:lnTo>
                    <a:pt x="1800884" y="0"/>
                  </a:lnTo>
                  <a:lnTo>
                    <a:pt x="1800029" y="0"/>
                  </a:lnTo>
                  <a:lnTo>
                    <a:pt x="1799173" y="0"/>
                  </a:lnTo>
                  <a:lnTo>
                    <a:pt x="1798318" y="0"/>
                  </a:lnTo>
                  <a:lnTo>
                    <a:pt x="1797462" y="0"/>
                  </a:lnTo>
                  <a:lnTo>
                    <a:pt x="1796607" y="0"/>
                  </a:lnTo>
                  <a:lnTo>
                    <a:pt x="1795751" y="0"/>
                  </a:lnTo>
                  <a:lnTo>
                    <a:pt x="1794896" y="0"/>
                  </a:lnTo>
                  <a:lnTo>
                    <a:pt x="1794040" y="0"/>
                  </a:lnTo>
                  <a:lnTo>
                    <a:pt x="1793185" y="0"/>
                  </a:lnTo>
                  <a:lnTo>
                    <a:pt x="1792329" y="0"/>
                  </a:lnTo>
                  <a:lnTo>
                    <a:pt x="1791473" y="0"/>
                  </a:lnTo>
                  <a:lnTo>
                    <a:pt x="1790618" y="0"/>
                  </a:lnTo>
                  <a:lnTo>
                    <a:pt x="1789762" y="0"/>
                  </a:lnTo>
                  <a:lnTo>
                    <a:pt x="1788907" y="0"/>
                  </a:lnTo>
                  <a:lnTo>
                    <a:pt x="1788051" y="0"/>
                  </a:lnTo>
                  <a:lnTo>
                    <a:pt x="1787196" y="0"/>
                  </a:lnTo>
                  <a:lnTo>
                    <a:pt x="1786340" y="0"/>
                  </a:lnTo>
                  <a:lnTo>
                    <a:pt x="1785485" y="0"/>
                  </a:lnTo>
                  <a:lnTo>
                    <a:pt x="1784629" y="0"/>
                  </a:lnTo>
                  <a:lnTo>
                    <a:pt x="1783774" y="0"/>
                  </a:lnTo>
                  <a:lnTo>
                    <a:pt x="1782918" y="0"/>
                  </a:lnTo>
                  <a:lnTo>
                    <a:pt x="1782063" y="0"/>
                  </a:lnTo>
                  <a:lnTo>
                    <a:pt x="1781207" y="0"/>
                  </a:lnTo>
                  <a:lnTo>
                    <a:pt x="1780352" y="0"/>
                  </a:lnTo>
                  <a:lnTo>
                    <a:pt x="1779496" y="0"/>
                  </a:lnTo>
                  <a:lnTo>
                    <a:pt x="1778641" y="0"/>
                  </a:lnTo>
                  <a:lnTo>
                    <a:pt x="1777785" y="0"/>
                  </a:lnTo>
                  <a:lnTo>
                    <a:pt x="1776929" y="0"/>
                  </a:lnTo>
                  <a:lnTo>
                    <a:pt x="1776074" y="0"/>
                  </a:lnTo>
                  <a:lnTo>
                    <a:pt x="1775218" y="0"/>
                  </a:lnTo>
                  <a:lnTo>
                    <a:pt x="1774363" y="0"/>
                  </a:lnTo>
                  <a:lnTo>
                    <a:pt x="1773507" y="0"/>
                  </a:lnTo>
                  <a:lnTo>
                    <a:pt x="1772652" y="0"/>
                  </a:lnTo>
                  <a:lnTo>
                    <a:pt x="1771796" y="0"/>
                  </a:lnTo>
                  <a:lnTo>
                    <a:pt x="1770941" y="0"/>
                  </a:lnTo>
                  <a:lnTo>
                    <a:pt x="1770085" y="0"/>
                  </a:lnTo>
                  <a:lnTo>
                    <a:pt x="1769230" y="0"/>
                  </a:lnTo>
                  <a:lnTo>
                    <a:pt x="1768374" y="0"/>
                  </a:lnTo>
                  <a:lnTo>
                    <a:pt x="1767519" y="0"/>
                  </a:lnTo>
                  <a:lnTo>
                    <a:pt x="1766663" y="0"/>
                  </a:lnTo>
                  <a:lnTo>
                    <a:pt x="1765808" y="0"/>
                  </a:lnTo>
                  <a:lnTo>
                    <a:pt x="1764952" y="0"/>
                  </a:lnTo>
                  <a:lnTo>
                    <a:pt x="1764097" y="0"/>
                  </a:lnTo>
                  <a:lnTo>
                    <a:pt x="1763241" y="0"/>
                  </a:lnTo>
                  <a:lnTo>
                    <a:pt x="1762386" y="0"/>
                  </a:lnTo>
                  <a:lnTo>
                    <a:pt x="1761530" y="0"/>
                  </a:lnTo>
                  <a:lnTo>
                    <a:pt x="1760674" y="0"/>
                  </a:lnTo>
                  <a:lnTo>
                    <a:pt x="1759819" y="0"/>
                  </a:lnTo>
                  <a:lnTo>
                    <a:pt x="1758963" y="0"/>
                  </a:lnTo>
                  <a:lnTo>
                    <a:pt x="1758108" y="0"/>
                  </a:lnTo>
                  <a:lnTo>
                    <a:pt x="1757252" y="0"/>
                  </a:lnTo>
                  <a:lnTo>
                    <a:pt x="1756397" y="0"/>
                  </a:lnTo>
                  <a:lnTo>
                    <a:pt x="1755541" y="0"/>
                  </a:lnTo>
                  <a:lnTo>
                    <a:pt x="1754686" y="0"/>
                  </a:lnTo>
                  <a:lnTo>
                    <a:pt x="1753830" y="0"/>
                  </a:lnTo>
                  <a:lnTo>
                    <a:pt x="1752975" y="0"/>
                  </a:lnTo>
                  <a:lnTo>
                    <a:pt x="1752119" y="0"/>
                  </a:lnTo>
                  <a:lnTo>
                    <a:pt x="1751264" y="0"/>
                  </a:lnTo>
                  <a:lnTo>
                    <a:pt x="1750408" y="0"/>
                  </a:lnTo>
                  <a:lnTo>
                    <a:pt x="1749553" y="0"/>
                  </a:lnTo>
                  <a:lnTo>
                    <a:pt x="1748697" y="0"/>
                  </a:lnTo>
                  <a:lnTo>
                    <a:pt x="1747842" y="0"/>
                  </a:lnTo>
                  <a:lnTo>
                    <a:pt x="1746986" y="0"/>
                  </a:lnTo>
                  <a:lnTo>
                    <a:pt x="1746131" y="0"/>
                  </a:lnTo>
                  <a:lnTo>
                    <a:pt x="1745275" y="0"/>
                  </a:lnTo>
                  <a:lnTo>
                    <a:pt x="1744419" y="0"/>
                  </a:lnTo>
                  <a:lnTo>
                    <a:pt x="1743564" y="0"/>
                  </a:lnTo>
                  <a:lnTo>
                    <a:pt x="1742708" y="0"/>
                  </a:lnTo>
                  <a:lnTo>
                    <a:pt x="1741853" y="0"/>
                  </a:lnTo>
                  <a:lnTo>
                    <a:pt x="1740997" y="0"/>
                  </a:lnTo>
                  <a:lnTo>
                    <a:pt x="1740142" y="0"/>
                  </a:lnTo>
                  <a:lnTo>
                    <a:pt x="1739286" y="0"/>
                  </a:lnTo>
                  <a:lnTo>
                    <a:pt x="1738431" y="0"/>
                  </a:lnTo>
                  <a:lnTo>
                    <a:pt x="1737575" y="0"/>
                  </a:lnTo>
                  <a:lnTo>
                    <a:pt x="1736720" y="0"/>
                  </a:lnTo>
                  <a:lnTo>
                    <a:pt x="1735864" y="0"/>
                  </a:lnTo>
                  <a:lnTo>
                    <a:pt x="1735009" y="0"/>
                  </a:lnTo>
                  <a:lnTo>
                    <a:pt x="1734153" y="0"/>
                  </a:lnTo>
                  <a:lnTo>
                    <a:pt x="1733298" y="0"/>
                  </a:lnTo>
                  <a:lnTo>
                    <a:pt x="1732442" y="0"/>
                  </a:lnTo>
                  <a:lnTo>
                    <a:pt x="1731587" y="0"/>
                  </a:lnTo>
                  <a:lnTo>
                    <a:pt x="1730731" y="0"/>
                  </a:lnTo>
                  <a:lnTo>
                    <a:pt x="1729876" y="0"/>
                  </a:lnTo>
                  <a:lnTo>
                    <a:pt x="1729020" y="0"/>
                  </a:lnTo>
                  <a:lnTo>
                    <a:pt x="1728164" y="0"/>
                  </a:lnTo>
                  <a:lnTo>
                    <a:pt x="1727309" y="0"/>
                  </a:lnTo>
                  <a:lnTo>
                    <a:pt x="1726453" y="0"/>
                  </a:lnTo>
                  <a:lnTo>
                    <a:pt x="1725598" y="0"/>
                  </a:lnTo>
                  <a:lnTo>
                    <a:pt x="1724742" y="0"/>
                  </a:lnTo>
                  <a:lnTo>
                    <a:pt x="1723887" y="0"/>
                  </a:lnTo>
                  <a:lnTo>
                    <a:pt x="1723031" y="0"/>
                  </a:lnTo>
                  <a:lnTo>
                    <a:pt x="1722176" y="0"/>
                  </a:lnTo>
                  <a:lnTo>
                    <a:pt x="1721320" y="0"/>
                  </a:lnTo>
                  <a:lnTo>
                    <a:pt x="1720465" y="0"/>
                  </a:lnTo>
                  <a:lnTo>
                    <a:pt x="1719609" y="0"/>
                  </a:lnTo>
                  <a:lnTo>
                    <a:pt x="1718754" y="0"/>
                  </a:lnTo>
                  <a:lnTo>
                    <a:pt x="1717898" y="0"/>
                  </a:lnTo>
                  <a:lnTo>
                    <a:pt x="1717043" y="0"/>
                  </a:lnTo>
                  <a:lnTo>
                    <a:pt x="1716187" y="0"/>
                  </a:lnTo>
                  <a:lnTo>
                    <a:pt x="1715332" y="0"/>
                  </a:lnTo>
                  <a:lnTo>
                    <a:pt x="1714476" y="0"/>
                  </a:lnTo>
                  <a:lnTo>
                    <a:pt x="1713620" y="0"/>
                  </a:lnTo>
                  <a:lnTo>
                    <a:pt x="1712765" y="0"/>
                  </a:lnTo>
                  <a:lnTo>
                    <a:pt x="1711909" y="0"/>
                  </a:lnTo>
                  <a:lnTo>
                    <a:pt x="1711054" y="0"/>
                  </a:lnTo>
                  <a:lnTo>
                    <a:pt x="1710198" y="0"/>
                  </a:lnTo>
                  <a:lnTo>
                    <a:pt x="1709343" y="0"/>
                  </a:lnTo>
                  <a:lnTo>
                    <a:pt x="1708487" y="0"/>
                  </a:lnTo>
                  <a:lnTo>
                    <a:pt x="1707632" y="0"/>
                  </a:lnTo>
                  <a:lnTo>
                    <a:pt x="1706776" y="0"/>
                  </a:lnTo>
                  <a:lnTo>
                    <a:pt x="1705921" y="0"/>
                  </a:lnTo>
                  <a:lnTo>
                    <a:pt x="1705065" y="0"/>
                  </a:lnTo>
                  <a:lnTo>
                    <a:pt x="1704210" y="0"/>
                  </a:lnTo>
                  <a:lnTo>
                    <a:pt x="1703354" y="0"/>
                  </a:lnTo>
                  <a:lnTo>
                    <a:pt x="1702499" y="0"/>
                  </a:lnTo>
                  <a:lnTo>
                    <a:pt x="1701643" y="0"/>
                  </a:lnTo>
                  <a:lnTo>
                    <a:pt x="1700788" y="0"/>
                  </a:lnTo>
                  <a:lnTo>
                    <a:pt x="1699932" y="0"/>
                  </a:lnTo>
                  <a:lnTo>
                    <a:pt x="1699077" y="0"/>
                  </a:lnTo>
                  <a:lnTo>
                    <a:pt x="1698221" y="0"/>
                  </a:lnTo>
                  <a:lnTo>
                    <a:pt x="1697365" y="0"/>
                  </a:lnTo>
                  <a:lnTo>
                    <a:pt x="1696510" y="0"/>
                  </a:lnTo>
                  <a:lnTo>
                    <a:pt x="1695654" y="0"/>
                  </a:lnTo>
                  <a:lnTo>
                    <a:pt x="1694799" y="0"/>
                  </a:lnTo>
                  <a:lnTo>
                    <a:pt x="1693943" y="0"/>
                  </a:lnTo>
                  <a:lnTo>
                    <a:pt x="1693088" y="0"/>
                  </a:lnTo>
                  <a:lnTo>
                    <a:pt x="1692232" y="0"/>
                  </a:lnTo>
                  <a:lnTo>
                    <a:pt x="1691377" y="0"/>
                  </a:lnTo>
                  <a:lnTo>
                    <a:pt x="1690521" y="0"/>
                  </a:lnTo>
                  <a:lnTo>
                    <a:pt x="1689666" y="0"/>
                  </a:lnTo>
                  <a:lnTo>
                    <a:pt x="1688810" y="0"/>
                  </a:lnTo>
                  <a:lnTo>
                    <a:pt x="1687955" y="0"/>
                  </a:lnTo>
                  <a:lnTo>
                    <a:pt x="1687099" y="0"/>
                  </a:lnTo>
                  <a:lnTo>
                    <a:pt x="1686244" y="0"/>
                  </a:lnTo>
                  <a:lnTo>
                    <a:pt x="1685388" y="0"/>
                  </a:lnTo>
                  <a:lnTo>
                    <a:pt x="1684533" y="0"/>
                  </a:lnTo>
                  <a:lnTo>
                    <a:pt x="1683677" y="0"/>
                  </a:lnTo>
                  <a:lnTo>
                    <a:pt x="1682822" y="0"/>
                  </a:lnTo>
                  <a:lnTo>
                    <a:pt x="1681966" y="0"/>
                  </a:lnTo>
                  <a:lnTo>
                    <a:pt x="1681110" y="0"/>
                  </a:lnTo>
                  <a:lnTo>
                    <a:pt x="1680255" y="0"/>
                  </a:lnTo>
                  <a:lnTo>
                    <a:pt x="1679399" y="0"/>
                  </a:lnTo>
                  <a:lnTo>
                    <a:pt x="1678544" y="0"/>
                  </a:lnTo>
                  <a:lnTo>
                    <a:pt x="1677688" y="0"/>
                  </a:lnTo>
                  <a:lnTo>
                    <a:pt x="1676833" y="0"/>
                  </a:lnTo>
                  <a:lnTo>
                    <a:pt x="1675977" y="0"/>
                  </a:lnTo>
                  <a:lnTo>
                    <a:pt x="1675122" y="0"/>
                  </a:lnTo>
                  <a:lnTo>
                    <a:pt x="1674266" y="0"/>
                  </a:lnTo>
                  <a:lnTo>
                    <a:pt x="1673411" y="0"/>
                  </a:lnTo>
                  <a:lnTo>
                    <a:pt x="1672555" y="0"/>
                  </a:lnTo>
                  <a:lnTo>
                    <a:pt x="1671700" y="0"/>
                  </a:lnTo>
                  <a:lnTo>
                    <a:pt x="1670844" y="0"/>
                  </a:lnTo>
                  <a:lnTo>
                    <a:pt x="1669989" y="0"/>
                  </a:lnTo>
                  <a:lnTo>
                    <a:pt x="1669133" y="0"/>
                  </a:lnTo>
                  <a:lnTo>
                    <a:pt x="1668278" y="0"/>
                  </a:lnTo>
                  <a:lnTo>
                    <a:pt x="1667422" y="0"/>
                  </a:lnTo>
                  <a:lnTo>
                    <a:pt x="1666566" y="0"/>
                  </a:lnTo>
                  <a:lnTo>
                    <a:pt x="1665711" y="0"/>
                  </a:lnTo>
                  <a:lnTo>
                    <a:pt x="1664855" y="0"/>
                  </a:lnTo>
                  <a:lnTo>
                    <a:pt x="1664000" y="0"/>
                  </a:lnTo>
                  <a:lnTo>
                    <a:pt x="1663144" y="0"/>
                  </a:lnTo>
                  <a:lnTo>
                    <a:pt x="1662289" y="0"/>
                  </a:lnTo>
                  <a:lnTo>
                    <a:pt x="1661433" y="0"/>
                  </a:lnTo>
                  <a:lnTo>
                    <a:pt x="1660578" y="0"/>
                  </a:lnTo>
                  <a:lnTo>
                    <a:pt x="1659722" y="0"/>
                  </a:lnTo>
                  <a:lnTo>
                    <a:pt x="1658867" y="0"/>
                  </a:lnTo>
                  <a:lnTo>
                    <a:pt x="1658011" y="0"/>
                  </a:lnTo>
                  <a:lnTo>
                    <a:pt x="1657156" y="0"/>
                  </a:lnTo>
                  <a:lnTo>
                    <a:pt x="1656300" y="0"/>
                  </a:lnTo>
                  <a:lnTo>
                    <a:pt x="1655445" y="0"/>
                  </a:lnTo>
                  <a:lnTo>
                    <a:pt x="1654589" y="0"/>
                  </a:lnTo>
                  <a:lnTo>
                    <a:pt x="1653734" y="0"/>
                  </a:lnTo>
                  <a:lnTo>
                    <a:pt x="1652878" y="0"/>
                  </a:lnTo>
                  <a:lnTo>
                    <a:pt x="1652023" y="0"/>
                  </a:lnTo>
                  <a:lnTo>
                    <a:pt x="1651167" y="0"/>
                  </a:lnTo>
                  <a:lnTo>
                    <a:pt x="1650311" y="0"/>
                  </a:lnTo>
                  <a:lnTo>
                    <a:pt x="1649456" y="0"/>
                  </a:lnTo>
                  <a:lnTo>
                    <a:pt x="1648600" y="0"/>
                  </a:lnTo>
                  <a:lnTo>
                    <a:pt x="1647745" y="0"/>
                  </a:lnTo>
                  <a:lnTo>
                    <a:pt x="1646889" y="0"/>
                  </a:lnTo>
                  <a:lnTo>
                    <a:pt x="1646034" y="0"/>
                  </a:lnTo>
                  <a:lnTo>
                    <a:pt x="1645178" y="0"/>
                  </a:lnTo>
                  <a:lnTo>
                    <a:pt x="1644323" y="0"/>
                  </a:lnTo>
                  <a:lnTo>
                    <a:pt x="1643467" y="0"/>
                  </a:lnTo>
                  <a:lnTo>
                    <a:pt x="1642612" y="0"/>
                  </a:lnTo>
                  <a:lnTo>
                    <a:pt x="1641756" y="0"/>
                  </a:lnTo>
                  <a:lnTo>
                    <a:pt x="1640901" y="0"/>
                  </a:lnTo>
                  <a:lnTo>
                    <a:pt x="1640045" y="0"/>
                  </a:lnTo>
                  <a:lnTo>
                    <a:pt x="1639190" y="0"/>
                  </a:lnTo>
                  <a:lnTo>
                    <a:pt x="1638334" y="0"/>
                  </a:lnTo>
                  <a:lnTo>
                    <a:pt x="1637479" y="0"/>
                  </a:lnTo>
                  <a:lnTo>
                    <a:pt x="1636623" y="0"/>
                  </a:lnTo>
                  <a:lnTo>
                    <a:pt x="1635768" y="0"/>
                  </a:lnTo>
                  <a:lnTo>
                    <a:pt x="1634912" y="0"/>
                  </a:lnTo>
                  <a:lnTo>
                    <a:pt x="1634056" y="0"/>
                  </a:lnTo>
                  <a:lnTo>
                    <a:pt x="1633201" y="0"/>
                  </a:lnTo>
                  <a:lnTo>
                    <a:pt x="1632345" y="0"/>
                  </a:lnTo>
                  <a:lnTo>
                    <a:pt x="1631490" y="0"/>
                  </a:lnTo>
                  <a:lnTo>
                    <a:pt x="1630634" y="0"/>
                  </a:lnTo>
                  <a:lnTo>
                    <a:pt x="1629779" y="0"/>
                  </a:lnTo>
                  <a:lnTo>
                    <a:pt x="1628923" y="0"/>
                  </a:lnTo>
                  <a:lnTo>
                    <a:pt x="1628068" y="0"/>
                  </a:lnTo>
                  <a:lnTo>
                    <a:pt x="1627212" y="0"/>
                  </a:lnTo>
                  <a:lnTo>
                    <a:pt x="1626357" y="0"/>
                  </a:lnTo>
                  <a:lnTo>
                    <a:pt x="1625501" y="0"/>
                  </a:lnTo>
                  <a:lnTo>
                    <a:pt x="1624646" y="0"/>
                  </a:lnTo>
                  <a:lnTo>
                    <a:pt x="1623790" y="0"/>
                  </a:lnTo>
                  <a:lnTo>
                    <a:pt x="1622935" y="0"/>
                  </a:lnTo>
                  <a:lnTo>
                    <a:pt x="1622079" y="0"/>
                  </a:lnTo>
                  <a:lnTo>
                    <a:pt x="1621224" y="0"/>
                  </a:lnTo>
                  <a:lnTo>
                    <a:pt x="1620368" y="0"/>
                  </a:lnTo>
                  <a:lnTo>
                    <a:pt x="1619512" y="0"/>
                  </a:lnTo>
                  <a:lnTo>
                    <a:pt x="1618657" y="0"/>
                  </a:lnTo>
                  <a:lnTo>
                    <a:pt x="1617801" y="0"/>
                  </a:lnTo>
                  <a:lnTo>
                    <a:pt x="1616946" y="0"/>
                  </a:lnTo>
                  <a:lnTo>
                    <a:pt x="1616090" y="0"/>
                  </a:lnTo>
                  <a:lnTo>
                    <a:pt x="1615235" y="0"/>
                  </a:lnTo>
                  <a:lnTo>
                    <a:pt x="1614379" y="0"/>
                  </a:lnTo>
                  <a:lnTo>
                    <a:pt x="1613524" y="0"/>
                  </a:lnTo>
                  <a:lnTo>
                    <a:pt x="1612668" y="0"/>
                  </a:lnTo>
                  <a:lnTo>
                    <a:pt x="1611813" y="0"/>
                  </a:lnTo>
                  <a:lnTo>
                    <a:pt x="1610957" y="0"/>
                  </a:lnTo>
                  <a:lnTo>
                    <a:pt x="1610102" y="0"/>
                  </a:lnTo>
                  <a:lnTo>
                    <a:pt x="1609246" y="0"/>
                  </a:lnTo>
                  <a:lnTo>
                    <a:pt x="1608391" y="0"/>
                  </a:lnTo>
                  <a:lnTo>
                    <a:pt x="1607535" y="0"/>
                  </a:lnTo>
                  <a:lnTo>
                    <a:pt x="1606680" y="0"/>
                  </a:lnTo>
                  <a:lnTo>
                    <a:pt x="1605824" y="0"/>
                  </a:lnTo>
                  <a:lnTo>
                    <a:pt x="1604969" y="0"/>
                  </a:lnTo>
                  <a:lnTo>
                    <a:pt x="1604113" y="0"/>
                  </a:lnTo>
                  <a:lnTo>
                    <a:pt x="1603257" y="0"/>
                  </a:lnTo>
                  <a:lnTo>
                    <a:pt x="1602402" y="0"/>
                  </a:lnTo>
                  <a:lnTo>
                    <a:pt x="1601546" y="0"/>
                  </a:lnTo>
                  <a:lnTo>
                    <a:pt x="1600691" y="0"/>
                  </a:lnTo>
                  <a:lnTo>
                    <a:pt x="1599835" y="0"/>
                  </a:lnTo>
                  <a:lnTo>
                    <a:pt x="1598980" y="0"/>
                  </a:lnTo>
                  <a:lnTo>
                    <a:pt x="1598124" y="0"/>
                  </a:lnTo>
                  <a:lnTo>
                    <a:pt x="1597269" y="0"/>
                  </a:lnTo>
                  <a:lnTo>
                    <a:pt x="1596413" y="0"/>
                  </a:lnTo>
                  <a:lnTo>
                    <a:pt x="1595558" y="0"/>
                  </a:lnTo>
                  <a:lnTo>
                    <a:pt x="1594702" y="0"/>
                  </a:lnTo>
                  <a:lnTo>
                    <a:pt x="1593847" y="0"/>
                  </a:lnTo>
                  <a:lnTo>
                    <a:pt x="1592991" y="0"/>
                  </a:lnTo>
                  <a:lnTo>
                    <a:pt x="1592136" y="0"/>
                  </a:lnTo>
                  <a:lnTo>
                    <a:pt x="1591280" y="0"/>
                  </a:lnTo>
                  <a:lnTo>
                    <a:pt x="1590425" y="0"/>
                  </a:lnTo>
                  <a:lnTo>
                    <a:pt x="1589569" y="0"/>
                  </a:lnTo>
                  <a:lnTo>
                    <a:pt x="1588714" y="0"/>
                  </a:lnTo>
                  <a:lnTo>
                    <a:pt x="1587858" y="0"/>
                  </a:lnTo>
                  <a:lnTo>
                    <a:pt x="1587002" y="0"/>
                  </a:lnTo>
                  <a:lnTo>
                    <a:pt x="1586147" y="0"/>
                  </a:lnTo>
                  <a:lnTo>
                    <a:pt x="1585291" y="0"/>
                  </a:lnTo>
                  <a:lnTo>
                    <a:pt x="1584436" y="0"/>
                  </a:lnTo>
                  <a:lnTo>
                    <a:pt x="1583580" y="0"/>
                  </a:lnTo>
                  <a:lnTo>
                    <a:pt x="1582725" y="0"/>
                  </a:lnTo>
                  <a:lnTo>
                    <a:pt x="1581869" y="0"/>
                  </a:lnTo>
                  <a:lnTo>
                    <a:pt x="1581014" y="0"/>
                  </a:lnTo>
                  <a:lnTo>
                    <a:pt x="1580158" y="0"/>
                  </a:lnTo>
                  <a:lnTo>
                    <a:pt x="1579303" y="0"/>
                  </a:lnTo>
                  <a:lnTo>
                    <a:pt x="1578447" y="0"/>
                  </a:lnTo>
                  <a:lnTo>
                    <a:pt x="1577592" y="0"/>
                  </a:lnTo>
                  <a:lnTo>
                    <a:pt x="1576736" y="0"/>
                  </a:lnTo>
                  <a:lnTo>
                    <a:pt x="1575881" y="0"/>
                  </a:lnTo>
                  <a:lnTo>
                    <a:pt x="1575025" y="0"/>
                  </a:lnTo>
                  <a:lnTo>
                    <a:pt x="1574170" y="0"/>
                  </a:lnTo>
                  <a:lnTo>
                    <a:pt x="1573314" y="0"/>
                  </a:lnTo>
                  <a:lnTo>
                    <a:pt x="1572458" y="0"/>
                  </a:lnTo>
                  <a:lnTo>
                    <a:pt x="1571603" y="0"/>
                  </a:lnTo>
                  <a:lnTo>
                    <a:pt x="1570747" y="0"/>
                  </a:lnTo>
                  <a:lnTo>
                    <a:pt x="1569892" y="0"/>
                  </a:lnTo>
                  <a:lnTo>
                    <a:pt x="1569036" y="0"/>
                  </a:lnTo>
                  <a:lnTo>
                    <a:pt x="1568181" y="0"/>
                  </a:lnTo>
                  <a:lnTo>
                    <a:pt x="1567325" y="0"/>
                  </a:lnTo>
                  <a:lnTo>
                    <a:pt x="1566470" y="0"/>
                  </a:lnTo>
                  <a:lnTo>
                    <a:pt x="1565614" y="0"/>
                  </a:lnTo>
                  <a:lnTo>
                    <a:pt x="1564759" y="0"/>
                  </a:lnTo>
                  <a:lnTo>
                    <a:pt x="1563903" y="0"/>
                  </a:lnTo>
                  <a:lnTo>
                    <a:pt x="1563048" y="0"/>
                  </a:lnTo>
                  <a:lnTo>
                    <a:pt x="1562192" y="0"/>
                  </a:lnTo>
                  <a:lnTo>
                    <a:pt x="1561337" y="0"/>
                  </a:lnTo>
                  <a:lnTo>
                    <a:pt x="1560481" y="0"/>
                  </a:lnTo>
                  <a:lnTo>
                    <a:pt x="1559626" y="0"/>
                  </a:lnTo>
                  <a:lnTo>
                    <a:pt x="1558770" y="0"/>
                  </a:lnTo>
                  <a:lnTo>
                    <a:pt x="1557915" y="0"/>
                  </a:lnTo>
                  <a:lnTo>
                    <a:pt x="1557059" y="0"/>
                  </a:lnTo>
                  <a:lnTo>
                    <a:pt x="1556203" y="0"/>
                  </a:lnTo>
                  <a:lnTo>
                    <a:pt x="1555348" y="0"/>
                  </a:lnTo>
                  <a:lnTo>
                    <a:pt x="1554492" y="0"/>
                  </a:lnTo>
                  <a:lnTo>
                    <a:pt x="1553637" y="0"/>
                  </a:lnTo>
                  <a:lnTo>
                    <a:pt x="1552781" y="0"/>
                  </a:lnTo>
                  <a:lnTo>
                    <a:pt x="1551926" y="0"/>
                  </a:lnTo>
                  <a:lnTo>
                    <a:pt x="1551070" y="0"/>
                  </a:lnTo>
                  <a:lnTo>
                    <a:pt x="1550215" y="0"/>
                  </a:lnTo>
                  <a:lnTo>
                    <a:pt x="1549359" y="0"/>
                  </a:lnTo>
                  <a:lnTo>
                    <a:pt x="1548504" y="0"/>
                  </a:lnTo>
                  <a:lnTo>
                    <a:pt x="1547648" y="0"/>
                  </a:lnTo>
                  <a:lnTo>
                    <a:pt x="1546793" y="0"/>
                  </a:lnTo>
                  <a:lnTo>
                    <a:pt x="1545937" y="0"/>
                  </a:lnTo>
                  <a:lnTo>
                    <a:pt x="1545082" y="0"/>
                  </a:lnTo>
                  <a:lnTo>
                    <a:pt x="1544226" y="0"/>
                  </a:lnTo>
                  <a:lnTo>
                    <a:pt x="1543371" y="0"/>
                  </a:lnTo>
                  <a:lnTo>
                    <a:pt x="1542515" y="0"/>
                  </a:lnTo>
                  <a:lnTo>
                    <a:pt x="1541660" y="0"/>
                  </a:lnTo>
                  <a:lnTo>
                    <a:pt x="1540804" y="0"/>
                  </a:lnTo>
                  <a:lnTo>
                    <a:pt x="1539948" y="0"/>
                  </a:lnTo>
                  <a:lnTo>
                    <a:pt x="1539093" y="0"/>
                  </a:lnTo>
                  <a:lnTo>
                    <a:pt x="1538237" y="0"/>
                  </a:lnTo>
                  <a:lnTo>
                    <a:pt x="1537382" y="0"/>
                  </a:lnTo>
                  <a:lnTo>
                    <a:pt x="1536526" y="0"/>
                  </a:lnTo>
                  <a:lnTo>
                    <a:pt x="1535671" y="0"/>
                  </a:lnTo>
                  <a:lnTo>
                    <a:pt x="1534815" y="0"/>
                  </a:lnTo>
                  <a:lnTo>
                    <a:pt x="1533960" y="0"/>
                  </a:lnTo>
                  <a:lnTo>
                    <a:pt x="1533104" y="0"/>
                  </a:lnTo>
                  <a:lnTo>
                    <a:pt x="1532249" y="0"/>
                  </a:lnTo>
                  <a:lnTo>
                    <a:pt x="1531393" y="0"/>
                  </a:lnTo>
                  <a:lnTo>
                    <a:pt x="1530538" y="0"/>
                  </a:lnTo>
                  <a:lnTo>
                    <a:pt x="1529682" y="0"/>
                  </a:lnTo>
                  <a:lnTo>
                    <a:pt x="1528827" y="0"/>
                  </a:lnTo>
                  <a:lnTo>
                    <a:pt x="1527971" y="0"/>
                  </a:lnTo>
                  <a:lnTo>
                    <a:pt x="1527116" y="0"/>
                  </a:lnTo>
                  <a:lnTo>
                    <a:pt x="1526260" y="0"/>
                  </a:lnTo>
                  <a:lnTo>
                    <a:pt x="1525405" y="0"/>
                  </a:lnTo>
                  <a:lnTo>
                    <a:pt x="1524549" y="0"/>
                  </a:lnTo>
                  <a:lnTo>
                    <a:pt x="1523693" y="0"/>
                  </a:lnTo>
                  <a:lnTo>
                    <a:pt x="1522838" y="0"/>
                  </a:lnTo>
                  <a:lnTo>
                    <a:pt x="1521982" y="0"/>
                  </a:lnTo>
                  <a:lnTo>
                    <a:pt x="1521127" y="0"/>
                  </a:lnTo>
                  <a:lnTo>
                    <a:pt x="1520271" y="0"/>
                  </a:lnTo>
                  <a:lnTo>
                    <a:pt x="1519416" y="0"/>
                  </a:lnTo>
                  <a:lnTo>
                    <a:pt x="1518560" y="0"/>
                  </a:lnTo>
                  <a:lnTo>
                    <a:pt x="1517705" y="0"/>
                  </a:lnTo>
                  <a:lnTo>
                    <a:pt x="1516849" y="0"/>
                  </a:lnTo>
                  <a:lnTo>
                    <a:pt x="1515994" y="0"/>
                  </a:lnTo>
                  <a:lnTo>
                    <a:pt x="1515138" y="0"/>
                  </a:lnTo>
                  <a:lnTo>
                    <a:pt x="1514283" y="0"/>
                  </a:lnTo>
                  <a:lnTo>
                    <a:pt x="1513427" y="0"/>
                  </a:lnTo>
                  <a:lnTo>
                    <a:pt x="1512572" y="0"/>
                  </a:lnTo>
                  <a:lnTo>
                    <a:pt x="1511716" y="0"/>
                  </a:lnTo>
                  <a:lnTo>
                    <a:pt x="1510861" y="0"/>
                  </a:lnTo>
                  <a:lnTo>
                    <a:pt x="1510005" y="0"/>
                  </a:lnTo>
                  <a:lnTo>
                    <a:pt x="1509149" y="0"/>
                  </a:lnTo>
                  <a:lnTo>
                    <a:pt x="1508294" y="0"/>
                  </a:lnTo>
                  <a:lnTo>
                    <a:pt x="1507438" y="0"/>
                  </a:lnTo>
                  <a:lnTo>
                    <a:pt x="1506583" y="0"/>
                  </a:lnTo>
                  <a:lnTo>
                    <a:pt x="1505727" y="0"/>
                  </a:lnTo>
                  <a:lnTo>
                    <a:pt x="1504872" y="0"/>
                  </a:lnTo>
                  <a:lnTo>
                    <a:pt x="1504016" y="0"/>
                  </a:lnTo>
                  <a:lnTo>
                    <a:pt x="1503161" y="0"/>
                  </a:lnTo>
                  <a:lnTo>
                    <a:pt x="1502305" y="0"/>
                  </a:lnTo>
                  <a:lnTo>
                    <a:pt x="1501450" y="0"/>
                  </a:lnTo>
                  <a:lnTo>
                    <a:pt x="1500594" y="0"/>
                  </a:lnTo>
                  <a:lnTo>
                    <a:pt x="1499739" y="0"/>
                  </a:lnTo>
                  <a:lnTo>
                    <a:pt x="1498883" y="0"/>
                  </a:lnTo>
                  <a:lnTo>
                    <a:pt x="1498028" y="0"/>
                  </a:lnTo>
                  <a:lnTo>
                    <a:pt x="1497172" y="0"/>
                  </a:lnTo>
                  <a:lnTo>
                    <a:pt x="1496317" y="0"/>
                  </a:lnTo>
                  <a:lnTo>
                    <a:pt x="1495461" y="0"/>
                  </a:lnTo>
                  <a:lnTo>
                    <a:pt x="1494606" y="0"/>
                  </a:lnTo>
                  <a:lnTo>
                    <a:pt x="1493750" y="0"/>
                  </a:lnTo>
                  <a:lnTo>
                    <a:pt x="1492894" y="0"/>
                  </a:lnTo>
                  <a:lnTo>
                    <a:pt x="1492039" y="0"/>
                  </a:lnTo>
                  <a:lnTo>
                    <a:pt x="1491183" y="0"/>
                  </a:lnTo>
                  <a:lnTo>
                    <a:pt x="1490328" y="0"/>
                  </a:lnTo>
                  <a:lnTo>
                    <a:pt x="1489472" y="0"/>
                  </a:lnTo>
                  <a:lnTo>
                    <a:pt x="1488617" y="0"/>
                  </a:lnTo>
                  <a:lnTo>
                    <a:pt x="1487761" y="0"/>
                  </a:lnTo>
                  <a:lnTo>
                    <a:pt x="1486906" y="0"/>
                  </a:lnTo>
                  <a:lnTo>
                    <a:pt x="1486050" y="0"/>
                  </a:lnTo>
                  <a:lnTo>
                    <a:pt x="1485195" y="0"/>
                  </a:lnTo>
                  <a:lnTo>
                    <a:pt x="1484339" y="0"/>
                  </a:lnTo>
                  <a:lnTo>
                    <a:pt x="1483484" y="0"/>
                  </a:lnTo>
                  <a:lnTo>
                    <a:pt x="1482628" y="0"/>
                  </a:lnTo>
                  <a:lnTo>
                    <a:pt x="1481773" y="0"/>
                  </a:lnTo>
                  <a:lnTo>
                    <a:pt x="1480917" y="0"/>
                  </a:lnTo>
                  <a:lnTo>
                    <a:pt x="1480062" y="0"/>
                  </a:lnTo>
                  <a:lnTo>
                    <a:pt x="1479206" y="0"/>
                  </a:lnTo>
                  <a:lnTo>
                    <a:pt x="1478351" y="0"/>
                  </a:lnTo>
                  <a:lnTo>
                    <a:pt x="1477495" y="0"/>
                  </a:lnTo>
                  <a:lnTo>
                    <a:pt x="1476639" y="0"/>
                  </a:lnTo>
                  <a:lnTo>
                    <a:pt x="1475784" y="0"/>
                  </a:lnTo>
                  <a:lnTo>
                    <a:pt x="1474928" y="0"/>
                  </a:lnTo>
                  <a:lnTo>
                    <a:pt x="1474073" y="0"/>
                  </a:lnTo>
                  <a:lnTo>
                    <a:pt x="1473217" y="0"/>
                  </a:lnTo>
                  <a:lnTo>
                    <a:pt x="1472362" y="0"/>
                  </a:lnTo>
                  <a:lnTo>
                    <a:pt x="1471506" y="0"/>
                  </a:lnTo>
                  <a:lnTo>
                    <a:pt x="1470651" y="0"/>
                  </a:lnTo>
                  <a:lnTo>
                    <a:pt x="1469795" y="0"/>
                  </a:lnTo>
                  <a:lnTo>
                    <a:pt x="1468940" y="0"/>
                  </a:lnTo>
                  <a:lnTo>
                    <a:pt x="1468084" y="0"/>
                  </a:lnTo>
                  <a:lnTo>
                    <a:pt x="1467229" y="0"/>
                  </a:lnTo>
                  <a:lnTo>
                    <a:pt x="1466373" y="0"/>
                  </a:lnTo>
                  <a:lnTo>
                    <a:pt x="1465518" y="0"/>
                  </a:lnTo>
                  <a:lnTo>
                    <a:pt x="1464662" y="0"/>
                  </a:lnTo>
                  <a:lnTo>
                    <a:pt x="1463807" y="0"/>
                  </a:lnTo>
                  <a:lnTo>
                    <a:pt x="1462951" y="0"/>
                  </a:lnTo>
                  <a:lnTo>
                    <a:pt x="1462095" y="0"/>
                  </a:lnTo>
                  <a:lnTo>
                    <a:pt x="1461240" y="0"/>
                  </a:lnTo>
                  <a:lnTo>
                    <a:pt x="1460384" y="0"/>
                  </a:lnTo>
                  <a:lnTo>
                    <a:pt x="1459529" y="0"/>
                  </a:lnTo>
                  <a:lnTo>
                    <a:pt x="1458673" y="0"/>
                  </a:lnTo>
                  <a:lnTo>
                    <a:pt x="1457818" y="0"/>
                  </a:lnTo>
                  <a:lnTo>
                    <a:pt x="1456962" y="0"/>
                  </a:lnTo>
                  <a:lnTo>
                    <a:pt x="1456107" y="0"/>
                  </a:lnTo>
                  <a:lnTo>
                    <a:pt x="1455251" y="0"/>
                  </a:lnTo>
                  <a:lnTo>
                    <a:pt x="1454396" y="0"/>
                  </a:lnTo>
                  <a:lnTo>
                    <a:pt x="1453540" y="0"/>
                  </a:lnTo>
                  <a:lnTo>
                    <a:pt x="1452685" y="0"/>
                  </a:lnTo>
                  <a:lnTo>
                    <a:pt x="1451829" y="0"/>
                  </a:lnTo>
                  <a:lnTo>
                    <a:pt x="1450974" y="0"/>
                  </a:lnTo>
                  <a:lnTo>
                    <a:pt x="1450118" y="0"/>
                  </a:lnTo>
                  <a:lnTo>
                    <a:pt x="1449263" y="0"/>
                  </a:lnTo>
                  <a:lnTo>
                    <a:pt x="1448407" y="0"/>
                  </a:lnTo>
                  <a:lnTo>
                    <a:pt x="1447552" y="0"/>
                  </a:lnTo>
                  <a:lnTo>
                    <a:pt x="1446696" y="0"/>
                  </a:lnTo>
                  <a:lnTo>
                    <a:pt x="1445840" y="0"/>
                  </a:lnTo>
                  <a:lnTo>
                    <a:pt x="1444985" y="0"/>
                  </a:lnTo>
                  <a:lnTo>
                    <a:pt x="1444129" y="0"/>
                  </a:lnTo>
                  <a:lnTo>
                    <a:pt x="1443274" y="0"/>
                  </a:lnTo>
                  <a:lnTo>
                    <a:pt x="1442418" y="0"/>
                  </a:lnTo>
                  <a:lnTo>
                    <a:pt x="1441563" y="0"/>
                  </a:lnTo>
                  <a:lnTo>
                    <a:pt x="1440707" y="0"/>
                  </a:lnTo>
                  <a:lnTo>
                    <a:pt x="1439852" y="0"/>
                  </a:lnTo>
                  <a:lnTo>
                    <a:pt x="1438996" y="0"/>
                  </a:lnTo>
                  <a:lnTo>
                    <a:pt x="1438141" y="0"/>
                  </a:lnTo>
                  <a:lnTo>
                    <a:pt x="1437285" y="0"/>
                  </a:lnTo>
                  <a:lnTo>
                    <a:pt x="1436430" y="0"/>
                  </a:lnTo>
                  <a:lnTo>
                    <a:pt x="1435574" y="0"/>
                  </a:lnTo>
                  <a:lnTo>
                    <a:pt x="1434719" y="0"/>
                  </a:lnTo>
                  <a:lnTo>
                    <a:pt x="1433863" y="0"/>
                  </a:lnTo>
                  <a:lnTo>
                    <a:pt x="1433008" y="0"/>
                  </a:lnTo>
                  <a:lnTo>
                    <a:pt x="1432152" y="0"/>
                  </a:lnTo>
                  <a:lnTo>
                    <a:pt x="1431297" y="0"/>
                  </a:lnTo>
                  <a:lnTo>
                    <a:pt x="1430441" y="0"/>
                  </a:lnTo>
                  <a:lnTo>
                    <a:pt x="1429585" y="0"/>
                  </a:lnTo>
                  <a:lnTo>
                    <a:pt x="1428730" y="0"/>
                  </a:lnTo>
                  <a:lnTo>
                    <a:pt x="1427874" y="0"/>
                  </a:lnTo>
                  <a:lnTo>
                    <a:pt x="1427019" y="0"/>
                  </a:lnTo>
                  <a:lnTo>
                    <a:pt x="1426163" y="0"/>
                  </a:lnTo>
                  <a:lnTo>
                    <a:pt x="1425308" y="0"/>
                  </a:lnTo>
                  <a:lnTo>
                    <a:pt x="1424452" y="0"/>
                  </a:lnTo>
                  <a:lnTo>
                    <a:pt x="1423597" y="0"/>
                  </a:lnTo>
                  <a:lnTo>
                    <a:pt x="1422741" y="0"/>
                  </a:lnTo>
                  <a:lnTo>
                    <a:pt x="1421886" y="0"/>
                  </a:lnTo>
                  <a:lnTo>
                    <a:pt x="1421030" y="0"/>
                  </a:lnTo>
                  <a:lnTo>
                    <a:pt x="1420175" y="0"/>
                  </a:lnTo>
                  <a:lnTo>
                    <a:pt x="1419319" y="0"/>
                  </a:lnTo>
                  <a:lnTo>
                    <a:pt x="1418464" y="0"/>
                  </a:lnTo>
                  <a:lnTo>
                    <a:pt x="1417608" y="0"/>
                  </a:lnTo>
                  <a:lnTo>
                    <a:pt x="1416753" y="0"/>
                  </a:lnTo>
                  <a:lnTo>
                    <a:pt x="1415897" y="0"/>
                  </a:lnTo>
                  <a:lnTo>
                    <a:pt x="1415041" y="0"/>
                  </a:lnTo>
                  <a:lnTo>
                    <a:pt x="1414186" y="0"/>
                  </a:lnTo>
                  <a:lnTo>
                    <a:pt x="1413330" y="0"/>
                  </a:lnTo>
                  <a:lnTo>
                    <a:pt x="1412475" y="0"/>
                  </a:lnTo>
                  <a:lnTo>
                    <a:pt x="1411619" y="0"/>
                  </a:lnTo>
                  <a:lnTo>
                    <a:pt x="1410764" y="0"/>
                  </a:lnTo>
                  <a:lnTo>
                    <a:pt x="1409908" y="0"/>
                  </a:lnTo>
                  <a:lnTo>
                    <a:pt x="1409053" y="0"/>
                  </a:lnTo>
                  <a:lnTo>
                    <a:pt x="1408197" y="0"/>
                  </a:lnTo>
                  <a:lnTo>
                    <a:pt x="1407342" y="0"/>
                  </a:lnTo>
                  <a:lnTo>
                    <a:pt x="1406486" y="0"/>
                  </a:lnTo>
                  <a:lnTo>
                    <a:pt x="1405631" y="0"/>
                  </a:lnTo>
                  <a:lnTo>
                    <a:pt x="1404775" y="0"/>
                  </a:lnTo>
                  <a:lnTo>
                    <a:pt x="1403920" y="0"/>
                  </a:lnTo>
                  <a:lnTo>
                    <a:pt x="1403064" y="0"/>
                  </a:lnTo>
                  <a:lnTo>
                    <a:pt x="1402209" y="0"/>
                  </a:lnTo>
                  <a:lnTo>
                    <a:pt x="1401353" y="0"/>
                  </a:lnTo>
                  <a:lnTo>
                    <a:pt x="1400498" y="0"/>
                  </a:lnTo>
                  <a:lnTo>
                    <a:pt x="1399642" y="0"/>
                  </a:lnTo>
                  <a:lnTo>
                    <a:pt x="1398786" y="0"/>
                  </a:lnTo>
                  <a:lnTo>
                    <a:pt x="1397931" y="0"/>
                  </a:lnTo>
                  <a:lnTo>
                    <a:pt x="1397075" y="0"/>
                  </a:lnTo>
                  <a:lnTo>
                    <a:pt x="1396220" y="0"/>
                  </a:lnTo>
                  <a:lnTo>
                    <a:pt x="1395364" y="0"/>
                  </a:lnTo>
                  <a:lnTo>
                    <a:pt x="1394509" y="0"/>
                  </a:lnTo>
                  <a:lnTo>
                    <a:pt x="1393653" y="0"/>
                  </a:lnTo>
                  <a:lnTo>
                    <a:pt x="1392798" y="0"/>
                  </a:lnTo>
                  <a:lnTo>
                    <a:pt x="1391942" y="0"/>
                  </a:lnTo>
                  <a:lnTo>
                    <a:pt x="1391087" y="0"/>
                  </a:lnTo>
                  <a:lnTo>
                    <a:pt x="1390231" y="0"/>
                  </a:lnTo>
                  <a:lnTo>
                    <a:pt x="1389376" y="0"/>
                  </a:lnTo>
                  <a:lnTo>
                    <a:pt x="1388520" y="0"/>
                  </a:lnTo>
                  <a:lnTo>
                    <a:pt x="1387665" y="0"/>
                  </a:lnTo>
                  <a:lnTo>
                    <a:pt x="1386809" y="0"/>
                  </a:lnTo>
                  <a:lnTo>
                    <a:pt x="1385954" y="0"/>
                  </a:lnTo>
                  <a:lnTo>
                    <a:pt x="1385098" y="0"/>
                  </a:lnTo>
                  <a:lnTo>
                    <a:pt x="1384243" y="0"/>
                  </a:lnTo>
                  <a:lnTo>
                    <a:pt x="1383387" y="0"/>
                  </a:lnTo>
                  <a:lnTo>
                    <a:pt x="1382531" y="0"/>
                  </a:lnTo>
                  <a:lnTo>
                    <a:pt x="1381676" y="0"/>
                  </a:lnTo>
                  <a:lnTo>
                    <a:pt x="1380820" y="0"/>
                  </a:lnTo>
                  <a:lnTo>
                    <a:pt x="1379965" y="0"/>
                  </a:lnTo>
                  <a:lnTo>
                    <a:pt x="1379109" y="0"/>
                  </a:lnTo>
                  <a:lnTo>
                    <a:pt x="1378254" y="0"/>
                  </a:lnTo>
                  <a:lnTo>
                    <a:pt x="1377398" y="0"/>
                  </a:lnTo>
                  <a:lnTo>
                    <a:pt x="1376543" y="0"/>
                  </a:lnTo>
                  <a:lnTo>
                    <a:pt x="1375687" y="0"/>
                  </a:lnTo>
                  <a:lnTo>
                    <a:pt x="1374832" y="0"/>
                  </a:lnTo>
                  <a:lnTo>
                    <a:pt x="1373976" y="0"/>
                  </a:lnTo>
                  <a:lnTo>
                    <a:pt x="1373121" y="0"/>
                  </a:lnTo>
                  <a:lnTo>
                    <a:pt x="1372265" y="0"/>
                  </a:lnTo>
                  <a:lnTo>
                    <a:pt x="1371410" y="0"/>
                  </a:lnTo>
                  <a:lnTo>
                    <a:pt x="1370554" y="0"/>
                  </a:lnTo>
                  <a:lnTo>
                    <a:pt x="1369699" y="0"/>
                  </a:lnTo>
                  <a:lnTo>
                    <a:pt x="1368843" y="0"/>
                  </a:lnTo>
                  <a:lnTo>
                    <a:pt x="1367987" y="0"/>
                  </a:lnTo>
                  <a:lnTo>
                    <a:pt x="1367132" y="0"/>
                  </a:lnTo>
                  <a:lnTo>
                    <a:pt x="1366276" y="0"/>
                  </a:lnTo>
                  <a:lnTo>
                    <a:pt x="1365421" y="0"/>
                  </a:lnTo>
                  <a:lnTo>
                    <a:pt x="1364565" y="0"/>
                  </a:lnTo>
                  <a:lnTo>
                    <a:pt x="1363710" y="0"/>
                  </a:lnTo>
                  <a:lnTo>
                    <a:pt x="1362854" y="0"/>
                  </a:lnTo>
                  <a:lnTo>
                    <a:pt x="1361999" y="0"/>
                  </a:lnTo>
                  <a:lnTo>
                    <a:pt x="1361143" y="0"/>
                  </a:lnTo>
                  <a:lnTo>
                    <a:pt x="1360288" y="0"/>
                  </a:lnTo>
                  <a:lnTo>
                    <a:pt x="1359432" y="0"/>
                  </a:lnTo>
                  <a:lnTo>
                    <a:pt x="1358577" y="0"/>
                  </a:lnTo>
                  <a:lnTo>
                    <a:pt x="1357721" y="0"/>
                  </a:lnTo>
                  <a:lnTo>
                    <a:pt x="1356866" y="0"/>
                  </a:lnTo>
                  <a:lnTo>
                    <a:pt x="1356010" y="0"/>
                  </a:lnTo>
                  <a:lnTo>
                    <a:pt x="1355155" y="0"/>
                  </a:lnTo>
                  <a:lnTo>
                    <a:pt x="1354299" y="0"/>
                  </a:lnTo>
                  <a:lnTo>
                    <a:pt x="1353444" y="0"/>
                  </a:lnTo>
                  <a:lnTo>
                    <a:pt x="1352588" y="0"/>
                  </a:lnTo>
                  <a:lnTo>
                    <a:pt x="1351732" y="0"/>
                  </a:lnTo>
                  <a:lnTo>
                    <a:pt x="1350877" y="0"/>
                  </a:lnTo>
                  <a:lnTo>
                    <a:pt x="1350021" y="0"/>
                  </a:lnTo>
                  <a:lnTo>
                    <a:pt x="1349166" y="0"/>
                  </a:lnTo>
                  <a:lnTo>
                    <a:pt x="1348310" y="0"/>
                  </a:lnTo>
                  <a:lnTo>
                    <a:pt x="1347455" y="0"/>
                  </a:lnTo>
                  <a:lnTo>
                    <a:pt x="1346599" y="0"/>
                  </a:lnTo>
                  <a:lnTo>
                    <a:pt x="1345744" y="0"/>
                  </a:lnTo>
                  <a:lnTo>
                    <a:pt x="1344888" y="0"/>
                  </a:lnTo>
                  <a:lnTo>
                    <a:pt x="1344033" y="0"/>
                  </a:lnTo>
                  <a:lnTo>
                    <a:pt x="1343177" y="0"/>
                  </a:lnTo>
                  <a:lnTo>
                    <a:pt x="1342322" y="0"/>
                  </a:lnTo>
                  <a:lnTo>
                    <a:pt x="1341466" y="0"/>
                  </a:lnTo>
                  <a:lnTo>
                    <a:pt x="1340611" y="0"/>
                  </a:lnTo>
                  <a:lnTo>
                    <a:pt x="1339755" y="0"/>
                  </a:lnTo>
                  <a:lnTo>
                    <a:pt x="1338900" y="0"/>
                  </a:lnTo>
                  <a:lnTo>
                    <a:pt x="1338044" y="0"/>
                  </a:lnTo>
                  <a:lnTo>
                    <a:pt x="1337189" y="0"/>
                  </a:lnTo>
                  <a:lnTo>
                    <a:pt x="1336333" y="0"/>
                  </a:lnTo>
                  <a:lnTo>
                    <a:pt x="1335477" y="0"/>
                  </a:lnTo>
                  <a:lnTo>
                    <a:pt x="1334622" y="0"/>
                  </a:lnTo>
                  <a:lnTo>
                    <a:pt x="1333766" y="0"/>
                  </a:lnTo>
                  <a:lnTo>
                    <a:pt x="1332911" y="0"/>
                  </a:lnTo>
                  <a:lnTo>
                    <a:pt x="1332055" y="0"/>
                  </a:lnTo>
                  <a:lnTo>
                    <a:pt x="1331200" y="0"/>
                  </a:lnTo>
                  <a:lnTo>
                    <a:pt x="1330344" y="0"/>
                  </a:lnTo>
                  <a:lnTo>
                    <a:pt x="1329489" y="0"/>
                  </a:lnTo>
                  <a:lnTo>
                    <a:pt x="1328633" y="0"/>
                  </a:lnTo>
                  <a:lnTo>
                    <a:pt x="1327778" y="0"/>
                  </a:lnTo>
                  <a:lnTo>
                    <a:pt x="1326922" y="0"/>
                  </a:lnTo>
                  <a:lnTo>
                    <a:pt x="1326067" y="0"/>
                  </a:lnTo>
                  <a:lnTo>
                    <a:pt x="1325211" y="0"/>
                  </a:lnTo>
                  <a:lnTo>
                    <a:pt x="1324356" y="0"/>
                  </a:lnTo>
                  <a:lnTo>
                    <a:pt x="1323500" y="0"/>
                  </a:lnTo>
                  <a:lnTo>
                    <a:pt x="1322645" y="0"/>
                  </a:lnTo>
                  <a:lnTo>
                    <a:pt x="1321789" y="0"/>
                  </a:lnTo>
                  <a:lnTo>
                    <a:pt x="1320934" y="0"/>
                  </a:lnTo>
                  <a:lnTo>
                    <a:pt x="1320078" y="0"/>
                  </a:lnTo>
                  <a:lnTo>
                    <a:pt x="1319222" y="0"/>
                  </a:lnTo>
                  <a:lnTo>
                    <a:pt x="1318367" y="0"/>
                  </a:lnTo>
                  <a:lnTo>
                    <a:pt x="1317511" y="0"/>
                  </a:lnTo>
                  <a:lnTo>
                    <a:pt x="1316656" y="0"/>
                  </a:lnTo>
                  <a:lnTo>
                    <a:pt x="1315800" y="0"/>
                  </a:lnTo>
                  <a:lnTo>
                    <a:pt x="1314945" y="0"/>
                  </a:lnTo>
                  <a:lnTo>
                    <a:pt x="1314089" y="0"/>
                  </a:lnTo>
                  <a:lnTo>
                    <a:pt x="1313234" y="0"/>
                  </a:lnTo>
                  <a:lnTo>
                    <a:pt x="1312378" y="0"/>
                  </a:lnTo>
                  <a:lnTo>
                    <a:pt x="1311523" y="0"/>
                  </a:lnTo>
                  <a:lnTo>
                    <a:pt x="1310667" y="0"/>
                  </a:lnTo>
                  <a:lnTo>
                    <a:pt x="1309812" y="0"/>
                  </a:lnTo>
                  <a:lnTo>
                    <a:pt x="1308956" y="0"/>
                  </a:lnTo>
                  <a:lnTo>
                    <a:pt x="1308101" y="0"/>
                  </a:lnTo>
                  <a:lnTo>
                    <a:pt x="1307245" y="0"/>
                  </a:lnTo>
                  <a:lnTo>
                    <a:pt x="1306390" y="0"/>
                  </a:lnTo>
                  <a:lnTo>
                    <a:pt x="1305534" y="0"/>
                  </a:lnTo>
                  <a:lnTo>
                    <a:pt x="1304678" y="0"/>
                  </a:lnTo>
                  <a:lnTo>
                    <a:pt x="1303823" y="0"/>
                  </a:lnTo>
                  <a:lnTo>
                    <a:pt x="1302967" y="0"/>
                  </a:lnTo>
                  <a:lnTo>
                    <a:pt x="1302112" y="0"/>
                  </a:lnTo>
                  <a:lnTo>
                    <a:pt x="1301256" y="0"/>
                  </a:lnTo>
                  <a:lnTo>
                    <a:pt x="1300401" y="0"/>
                  </a:lnTo>
                  <a:lnTo>
                    <a:pt x="1299545" y="0"/>
                  </a:lnTo>
                  <a:lnTo>
                    <a:pt x="1298690" y="0"/>
                  </a:lnTo>
                  <a:lnTo>
                    <a:pt x="1297834" y="0"/>
                  </a:lnTo>
                  <a:lnTo>
                    <a:pt x="1296979" y="0"/>
                  </a:lnTo>
                  <a:lnTo>
                    <a:pt x="1296123" y="0"/>
                  </a:lnTo>
                  <a:lnTo>
                    <a:pt x="1295268" y="0"/>
                  </a:lnTo>
                  <a:lnTo>
                    <a:pt x="1294412" y="0"/>
                  </a:lnTo>
                  <a:lnTo>
                    <a:pt x="1293557" y="0"/>
                  </a:lnTo>
                  <a:lnTo>
                    <a:pt x="1292701" y="0"/>
                  </a:lnTo>
                  <a:lnTo>
                    <a:pt x="1291846" y="0"/>
                  </a:lnTo>
                  <a:lnTo>
                    <a:pt x="1290990" y="0"/>
                  </a:lnTo>
                  <a:lnTo>
                    <a:pt x="1290135" y="0"/>
                  </a:lnTo>
                  <a:lnTo>
                    <a:pt x="1289279" y="0"/>
                  </a:lnTo>
                  <a:lnTo>
                    <a:pt x="1288423" y="0"/>
                  </a:lnTo>
                  <a:lnTo>
                    <a:pt x="1287568" y="0"/>
                  </a:lnTo>
                  <a:lnTo>
                    <a:pt x="1286712" y="0"/>
                  </a:lnTo>
                  <a:lnTo>
                    <a:pt x="1285857" y="0"/>
                  </a:lnTo>
                  <a:lnTo>
                    <a:pt x="1285001" y="0"/>
                  </a:lnTo>
                  <a:lnTo>
                    <a:pt x="1284146" y="0"/>
                  </a:lnTo>
                  <a:lnTo>
                    <a:pt x="1283290" y="0"/>
                  </a:lnTo>
                  <a:lnTo>
                    <a:pt x="1282435" y="0"/>
                  </a:lnTo>
                  <a:lnTo>
                    <a:pt x="1281579" y="0"/>
                  </a:lnTo>
                  <a:lnTo>
                    <a:pt x="1280724" y="0"/>
                  </a:lnTo>
                  <a:lnTo>
                    <a:pt x="1279868" y="0"/>
                  </a:lnTo>
                  <a:lnTo>
                    <a:pt x="1279013" y="0"/>
                  </a:lnTo>
                  <a:lnTo>
                    <a:pt x="1278157" y="0"/>
                  </a:lnTo>
                  <a:lnTo>
                    <a:pt x="1277302" y="0"/>
                  </a:lnTo>
                  <a:lnTo>
                    <a:pt x="1276446" y="0"/>
                  </a:lnTo>
                  <a:lnTo>
                    <a:pt x="1275591" y="0"/>
                  </a:lnTo>
                  <a:lnTo>
                    <a:pt x="1274735" y="0"/>
                  </a:lnTo>
                  <a:lnTo>
                    <a:pt x="1273880" y="0"/>
                  </a:lnTo>
                  <a:lnTo>
                    <a:pt x="1273024" y="0"/>
                  </a:lnTo>
                  <a:lnTo>
                    <a:pt x="1272168" y="0"/>
                  </a:lnTo>
                  <a:lnTo>
                    <a:pt x="1271313" y="0"/>
                  </a:lnTo>
                  <a:lnTo>
                    <a:pt x="1270457" y="0"/>
                  </a:lnTo>
                  <a:lnTo>
                    <a:pt x="1269602" y="0"/>
                  </a:lnTo>
                  <a:lnTo>
                    <a:pt x="1268746" y="0"/>
                  </a:lnTo>
                  <a:lnTo>
                    <a:pt x="1267891" y="0"/>
                  </a:lnTo>
                  <a:lnTo>
                    <a:pt x="1267035" y="0"/>
                  </a:lnTo>
                  <a:lnTo>
                    <a:pt x="1266180" y="0"/>
                  </a:lnTo>
                  <a:lnTo>
                    <a:pt x="1265324" y="0"/>
                  </a:lnTo>
                  <a:lnTo>
                    <a:pt x="1264469" y="0"/>
                  </a:lnTo>
                  <a:lnTo>
                    <a:pt x="1263613" y="0"/>
                  </a:lnTo>
                  <a:lnTo>
                    <a:pt x="1262758" y="0"/>
                  </a:lnTo>
                  <a:lnTo>
                    <a:pt x="1261902" y="0"/>
                  </a:lnTo>
                  <a:lnTo>
                    <a:pt x="1261047" y="0"/>
                  </a:lnTo>
                  <a:lnTo>
                    <a:pt x="1260191" y="0"/>
                  </a:lnTo>
                  <a:lnTo>
                    <a:pt x="1259336" y="0"/>
                  </a:lnTo>
                  <a:lnTo>
                    <a:pt x="1258480" y="0"/>
                  </a:lnTo>
                  <a:lnTo>
                    <a:pt x="1257624" y="0"/>
                  </a:lnTo>
                  <a:lnTo>
                    <a:pt x="1256769" y="0"/>
                  </a:lnTo>
                  <a:lnTo>
                    <a:pt x="1255913" y="0"/>
                  </a:lnTo>
                  <a:lnTo>
                    <a:pt x="1255058" y="0"/>
                  </a:lnTo>
                  <a:lnTo>
                    <a:pt x="1254202" y="0"/>
                  </a:lnTo>
                  <a:lnTo>
                    <a:pt x="1253347" y="0"/>
                  </a:lnTo>
                  <a:lnTo>
                    <a:pt x="1252491" y="0"/>
                  </a:lnTo>
                  <a:lnTo>
                    <a:pt x="1251636" y="0"/>
                  </a:lnTo>
                  <a:lnTo>
                    <a:pt x="1250780" y="0"/>
                  </a:lnTo>
                  <a:lnTo>
                    <a:pt x="1249925" y="0"/>
                  </a:lnTo>
                  <a:lnTo>
                    <a:pt x="1249069" y="0"/>
                  </a:lnTo>
                  <a:lnTo>
                    <a:pt x="1248214" y="0"/>
                  </a:lnTo>
                  <a:lnTo>
                    <a:pt x="1247358" y="0"/>
                  </a:lnTo>
                  <a:lnTo>
                    <a:pt x="1246503" y="0"/>
                  </a:lnTo>
                  <a:lnTo>
                    <a:pt x="1245647" y="0"/>
                  </a:lnTo>
                  <a:lnTo>
                    <a:pt x="1244792" y="0"/>
                  </a:lnTo>
                  <a:lnTo>
                    <a:pt x="1243936" y="0"/>
                  </a:lnTo>
                  <a:lnTo>
                    <a:pt x="1243081" y="0"/>
                  </a:lnTo>
                  <a:lnTo>
                    <a:pt x="1242225" y="0"/>
                  </a:lnTo>
                  <a:lnTo>
                    <a:pt x="1241369" y="0"/>
                  </a:lnTo>
                  <a:lnTo>
                    <a:pt x="1240514" y="0"/>
                  </a:lnTo>
                  <a:lnTo>
                    <a:pt x="1239658" y="0"/>
                  </a:lnTo>
                  <a:lnTo>
                    <a:pt x="1238803" y="0"/>
                  </a:lnTo>
                  <a:lnTo>
                    <a:pt x="1237947" y="0"/>
                  </a:lnTo>
                  <a:lnTo>
                    <a:pt x="1237092" y="0"/>
                  </a:lnTo>
                  <a:lnTo>
                    <a:pt x="1236236" y="0"/>
                  </a:lnTo>
                  <a:lnTo>
                    <a:pt x="1235381" y="0"/>
                  </a:lnTo>
                  <a:lnTo>
                    <a:pt x="1234525" y="0"/>
                  </a:lnTo>
                  <a:lnTo>
                    <a:pt x="1233670" y="0"/>
                  </a:lnTo>
                  <a:lnTo>
                    <a:pt x="1232814" y="0"/>
                  </a:lnTo>
                  <a:lnTo>
                    <a:pt x="1231959" y="0"/>
                  </a:lnTo>
                  <a:lnTo>
                    <a:pt x="1231103" y="0"/>
                  </a:lnTo>
                  <a:lnTo>
                    <a:pt x="1230248" y="0"/>
                  </a:lnTo>
                  <a:lnTo>
                    <a:pt x="1229392" y="0"/>
                  </a:lnTo>
                  <a:lnTo>
                    <a:pt x="1228537" y="0"/>
                  </a:lnTo>
                  <a:lnTo>
                    <a:pt x="1227681" y="0"/>
                  </a:lnTo>
                  <a:lnTo>
                    <a:pt x="1226826" y="0"/>
                  </a:lnTo>
                  <a:lnTo>
                    <a:pt x="1225970" y="0"/>
                  </a:lnTo>
                  <a:lnTo>
                    <a:pt x="1225114" y="0"/>
                  </a:lnTo>
                  <a:lnTo>
                    <a:pt x="1224259" y="0"/>
                  </a:lnTo>
                  <a:lnTo>
                    <a:pt x="1223403" y="0"/>
                  </a:lnTo>
                  <a:lnTo>
                    <a:pt x="1222548" y="0"/>
                  </a:lnTo>
                  <a:lnTo>
                    <a:pt x="1221692" y="0"/>
                  </a:lnTo>
                  <a:lnTo>
                    <a:pt x="1220837" y="0"/>
                  </a:lnTo>
                  <a:lnTo>
                    <a:pt x="1219981" y="0"/>
                  </a:lnTo>
                  <a:lnTo>
                    <a:pt x="1219126" y="0"/>
                  </a:lnTo>
                  <a:lnTo>
                    <a:pt x="1218270" y="0"/>
                  </a:lnTo>
                  <a:lnTo>
                    <a:pt x="1217415" y="0"/>
                  </a:lnTo>
                  <a:lnTo>
                    <a:pt x="1216559" y="0"/>
                  </a:lnTo>
                  <a:lnTo>
                    <a:pt x="1215704" y="0"/>
                  </a:lnTo>
                  <a:lnTo>
                    <a:pt x="1214848" y="0"/>
                  </a:lnTo>
                  <a:lnTo>
                    <a:pt x="1213993" y="0"/>
                  </a:lnTo>
                  <a:lnTo>
                    <a:pt x="1213137" y="0"/>
                  </a:lnTo>
                  <a:lnTo>
                    <a:pt x="1212282" y="0"/>
                  </a:lnTo>
                  <a:lnTo>
                    <a:pt x="1211426" y="0"/>
                  </a:lnTo>
                  <a:lnTo>
                    <a:pt x="1210570" y="0"/>
                  </a:lnTo>
                  <a:lnTo>
                    <a:pt x="1209715" y="0"/>
                  </a:lnTo>
                  <a:lnTo>
                    <a:pt x="1208859" y="0"/>
                  </a:lnTo>
                  <a:lnTo>
                    <a:pt x="1208004" y="0"/>
                  </a:lnTo>
                  <a:lnTo>
                    <a:pt x="1207148" y="0"/>
                  </a:lnTo>
                  <a:lnTo>
                    <a:pt x="1206293" y="0"/>
                  </a:lnTo>
                  <a:lnTo>
                    <a:pt x="1205437" y="0"/>
                  </a:lnTo>
                  <a:lnTo>
                    <a:pt x="1204582" y="0"/>
                  </a:lnTo>
                  <a:lnTo>
                    <a:pt x="1203726" y="0"/>
                  </a:lnTo>
                  <a:lnTo>
                    <a:pt x="1202871" y="0"/>
                  </a:lnTo>
                  <a:lnTo>
                    <a:pt x="1202015" y="0"/>
                  </a:lnTo>
                  <a:lnTo>
                    <a:pt x="1201160" y="0"/>
                  </a:lnTo>
                  <a:lnTo>
                    <a:pt x="1200304" y="0"/>
                  </a:lnTo>
                  <a:lnTo>
                    <a:pt x="1199449" y="0"/>
                  </a:lnTo>
                  <a:lnTo>
                    <a:pt x="1198593" y="0"/>
                  </a:lnTo>
                  <a:lnTo>
                    <a:pt x="1197738" y="0"/>
                  </a:lnTo>
                  <a:lnTo>
                    <a:pt x="1196882" y="0"/>
                  </a:lnTo>
                  <a:lnTo>
                    <a:pt x="1196027" y="0"/>
                  </a:lnTo>
                  <a:lnTo>
                    <a:pt x="1195171" y="0"/>
                  </a:lnTo>
                  <a:lnTo>
                    <a:pt x="1194315" y="0"/>
                  </a:lnTo>
                  <a:lnTo>
                    <a:pt x="1193460" y="0"/>
                  </a:lnTo>
                  <a:lnTo>
                    <a:pt x="1192604" y="0"/>
                  </a:lnTo>
                  <a:lnTo>
                    <a:pt x="1191749" y="0"/>
                  </a:lnTo>
                  <a:lnTo>
                    <a:pt x="1190893" y="0"/>
                  </a:lnTo>
                  <a:lnTo>
                    <a:pt x="1190038" y="0"/>
                  </a:lnTo>
                  <a:lnTo>
                    <a:pt x="1189182" y="0"/>
                  </a:lnTo>
                  <a:lnTo>
                    <a:pt x="1188327" y="0"/>
                  </a:lnTo>
                  <a:lnTo>
                    <a:pt x="1187471" y="0"/>
                  </a:lnTo>
                  <a:lnTo>
                    <a:pt x="1186616" y="0"/>
                  </a:lnTo>
                  <a:lnTo>
                    <a:pt x="1185760" y="0"/>
                  </a:lnTo>
                  <a:lnTo>
                    <a:pt x="1184905" y="0"/>
                  </a:lnTo>
                  <a:lnTo>
                    <a:pt x="1184049" y="0"/>
                  </a:lnTo>
                  <a:lnTo>
                    <a:pt x="1183194" y="0"/>
                  </a:lnTo>
                  <a:lnTo>
                    <a:pt x="1182338" y="0"/>
                  </a:lnTo>
                  <a:lnTo>
                    <a:pt x="1181483" y="0"/>
                  </a:lnTo>
                  <a:lnTo>
                    <a:pt x="1180627" y="0"/>
                  </a:lnTo>
                  <a:lnTo>
                    <a:pt x="1179772" y="0"/>
                  </a:lnTo>
                  <a:lnTo>
                    <a:pt x="1178916" y="0"/>
                  </a:lnTo>
                  <a:lnTo>
                    <a:pt x="1178060" y="0"/>
                  </a:lnTo>
                  <a:lnTo>
                    <a:pt x="1177205" y="0"/>
                  </a:lnTo>
                  <a:lnTo>
                    <a:pt x="1176349" y="0"/>
                  </a:lnTo>
                  <a:lnTo>
                    <a:pt x="1175494" y="0"/>
                  </a:lnTo>
                  <a:lnTo>
                    <a:pt x="1174638" y="0"/>
                  </a:lnTo>
                  <a:lnTo>
                    <a:pt x="1173783" y="0"/>
                  </a:lnTo>
                  <a:lnTo>
                    <a:pt x="1172927" y="0"/>
                  </a:lnTo>
                  <a:lnTo>
                    <a:pt x="1172072" y="0"/>
                  </a:lnTo>
                  <a:lnTo>
                    <a:pt x="1171216" y="0"/>
                  </a:lnTo>
                  <a:lnTo>
                    <a:pt x="1170361" y="0"/>
                  </a:lnTo>
                  <a:lnTo>
                    <a:pt x="1169505" y="0"/>
                  </a:lnTo>
                  <a:lnTo>
                    <a:pt x="1168650" y="0"/>
                  </a:lnTo>
                  <a:lnTo>
                    <a:pt x="1167794" y="0"/>
                  </a:lnTo>
                  <a:lnTo>
                    <a:pt x="1166939" y="0"/>
                  </a:lnTo>
                  <a:lnTo>
                    <a:pt x="1166083" y="0"/>
                  </a:lnTo>
                  <a:lnTo>
                    <a:pt x="1165228" y="0"/>
                  </a:lnTo>
                  <a:lnTo>
                    <a:pt x="1164372" y="0"/>
                  </a:lnTo>
                  <a:lnTo>
                    <a:pt x="1163516" y="0"/>
                  </a:lnTo>
                  <a:lnTo>
                    <a:pt x="1162661" y="0"/>
                  </a:lnTo>
                  <a:lnTo>
                    <a:pt x="1161805" y="0"/>
                  </a:lnTo>
                  <a:lnTo>
                    <a:pt x="1160950" y="0"/>
                  </a:lnTo>
                  <a:lnTo>
                    <a:pt x="1160094" y="0"/>
                  </a:lnTo>
                  <a:lnTo>
                    <a:pt x="1159239" y="0"/>
                  </a:lnTo>
                  <a:lnTo>
                    <a:pt x="1158383" y="0"/>
                  </a:lnTo>
                  <a:lnTo>
                    <a:pt x="1157528" y="0"/>
                  </a:lnTo>
                  <a:lnTo>
                    <a:pt x="1156672" y="0"/>
                  </a:lnTo>
                  <a:lnTo>
                    <a:pt x="1155817" y="0"/>
                  </a:lnTo>
                  <a:lnTo>
                    <a:pt x="1154961" y="0"/>
                  </a:lnTo>
                  <a:lnTo>
                    <a:pt x="1154106" y="0"/>
                  </a:lnTo>
                  <a:lnTo>
                    <a:pt x="1153250" y="0"/>
                  </a:lnTo>
                  <a:lnTo>
                    <a:pt x="1152395" y="0"/>
                  </a:lnTo>
                  <a:lnTo>
                    <a:pt x="1151539" y="0"/>
                  </a:lnTo>
                  <a:lnTo>
                    <a:pt x="1150684" y="0"/>
                  </a:lnTo>
                  <a:lnTo>
                    <a:pt x="1149828" y="0"/>
                  </a:lnTo>
                  <a:lnTo>
                    <a:pt x="1148973" y="0"/>
                  </a:lnTo>
                  <a:lnTo>
                    <a:pt x="1148117" y="0"/>
                  </a:lnTo>
                  <a:lnTo>
                    <a:pt x="1147261" y="0"/>
                  </a:lnTo>
                  <a:lnTo>
                    <a:pt x="1146406" y="0"/>
                  </a:lnTo>
                  <a:lnTo>
                    <a:pt x="1145550" y="0"/>
                  </a:lnTo>
                  <a:lnTo>
                    <a:pt x="1144695" y="0"/>
                  </a:lnTo>
                  <a:lnTo>
                    <a:pt x="1143839" y="0"/>
                  </a:lnTo>
                  <a:lnTo>
                    <a:pt x="1142984" y="0"/>
                  </a:lnTo>
                  <a:lnTo>
                    <a:pt x="1142128" y="0"/>
                  </a:lnTo>
                  <a:lnTo>
                    <a:pt x="1141273" y="0"/>
                  </a:lnTo>
                  <a:lnTo>
                    <a:pt x="1140417" y="0"/>
                  </a:lnTo>
                  <a:lnTo>
                    <a:pt x="1139562" y="0"/>
                  </a:lnTo>
                  <a:lnTo>
                    <a:pt x="1138706" y="0"/>
                  </a:lnTo>
                  <a:lnTo>
                    <a:pt x="1137851" y="0"/>
                  </a:lnTo>
                  <a:lnTo>
                    <a:pt x="1136995" y="0"/>
                  </a:lnTo>
                  <a:lnTo>
                    <a:pt x="1136140" y="0"/>
                  </a:lnTo>
                  <a:lnTo>
                    <a:pt x="1135284" y="0"/>
                  </a:lnTo>
                  <a:lnTo>
                    <a:pt x="1134429" y="0"/>
                  </a:lnTo>
                  <a:lnTo>
                    <a:pt x="1133573" y="0"/>
                  </a:lnTo>
                  <a:lnTo>
                    <a:pt x="1132718" y="0"/>
                  </a:lnTo>
                  <a:lnTo>
                    <a:pt x="1131862" y="0"/>
                  </a:lnTo>
                  <a:lnTo>
                    <a:pt x="1131006" y="0"/>
                  </a:lnTo>
                  <a:lnTo>
                    <a:pt x="1130151" y="0"/>
                  </a:lnTo>
                  <a:lnTo>
                    <a:pt x="1129295" y="0"/>
                  </a:lnTo>
                  <a:lnTo>
                    <a:pt x="1128440" y="0"/>
                  </a:lnTo>
                  <a:lnTo>
                    <a:pt x="1127584" y="0"/>
                  </a:lnTo>
                  <a:lnTo>
                    <a:pt x="1126729" y="0"/>
                  </a:lnTo>
                  <a:lnTo>
                    <a:pt x="1125873" y="0"/>
                  </a:lnTo>
                  <a:lnTo>
                    <a:pt x="1125018" y="0"/>
                  </a:lnTo>
                  <a:lnTo>
                    <a:pt x="1124162" y="0"/>
                  </a:lnTo>
                  <a:lnTo>
                    <a:pt x="1123307" y="0"/>
                  </a:lnTo>
                  <a:lnTo>
                    <a:pt x="1122451" y="0"/>
                  </a:lnTo>
                  <a:lnTo>
                    <a:pt x="1121596" y="0"/>
                  </a:lnTo>
                  <a:lnTo>
                    <a:pt x="1120740" y="0"/>
                  </a:lnTo>
                  <a:lnTo>
                    <a:pt x="1119885" y="0"/>
                  </a:lnTo>
                  <a:lnTo>
                    <a:pt x="1119029" y="0"/>
                  </a:lnTo>
                  <a:lnTo>
                    <a:pt x="1118174" y="0"/>
                  </a:lnTo>
                  <a:lnTo>
                    <a:pt x="1117318" y="0"/>
                  </a:lnTo>
                  <a:lnTo>
                    <a:pt x="1116462" y="0"/>
                  </a:lnTo>
                  <a:lnTo>
                    <a:pt x="1115607" y="0"/>
                  </a:lnTo>
                  <a:lnTo>
                    <a:pt x="1114751" y="0"/>
                  </a:lnTo>
                  <a:lnTo>
                    <a:pt x="1113896" y="0"/>
                  </a:lnTo>
                  <a:lnTo>
                    <a:pt x="1113040" y="0"/>
                  </a:lnTo>
                  <a:lnTo>
                    <a:pt x="1112185" y="0"/>
                  </a:lnTo>
                  <a:lnTo>
                    <a:pt x="1111329" y="0"/>
                  </a:lnTo>
                  <a:lnTo>
                    <a:pt x="1110474" y="0"/>
                  </a:lnTo>
                  <a:lnTo>
                    <a:pt x="1109618" y="0"/>
                  </a:lnTo>
                  <a:lnTo>
                    <a:pt x="1108763" y="0"/>
                  </a:lnTo>
                  <a:lnTo>
                    <a:pt x="1107907" y="0"/>
                  </a:lnTo>
                  <a:lnTo>
                    <a:pt x="1107052" y="0"/>
                  </a:lnTo>
                  <a:lnTo>
                    <a:pt x="1106196" y="0"/>
                  </a:lnTo>
                  <a:lnTo>
                    <a:pt x="1105341" y="0"/>
                  </a:lnTo>
                  <a:lnTo>
                    <a:pt x="1104485" y="0"/>
                  </a:lnTo>
                  <a:lnTo>
                    <a:pt x="1103630" y="0"/>
                  </a:lnTo>
                  <a:lnTo>
                    <a:pt x="1102774" y="0"/>
                  </a:lnTo>
                  <a:lnTo>
                    <a:pt x="1101919" y="0"/>
                  </a:lnTo>
                  <a:lnTo>
                    <a:pt x="1101063" y="0"/>
                  </a:lnTo>
                  <a:lnTo>
                    <a:pt x="1100207" y="0"/>
                  </a:lnTo>
                  <a:lnTo>
                    <a:pt x="1099352" y="0"/>
                  </a:lnTo>
                  <a:lnTo>
                    <a:pt x="1098496" y="0"/>
                  </a:lnTo>
                  <a:lnTo>
                    <a:pt x="1097641" y="0"/>
                  </a:lnTo>
                  <a:lnTo>
                    <a:pt x="1096785" y="0"/>
                  </a:lnTo>
                  <a:lnTo>
                    <a:pt x="1095930" y="0"/>
                  </a:lnTo>
                  <a:lnTo>
                    <a:pt x="1095074" y="0"/>
                  </a:lnTo>
                  <a:lnTo>
                    <a:pt x="1094219" y="0"/>
                  </a:lnTo>
                  <a:lnTo>
                    <a:pt x="1093363" y="0"/>
                  </a:lnTo>
                  <a:lnTo>
                    <a:pt x="1092508" y="0"/>
                  </a:lnTo>
                  <a:lnTo>
                    <a:pt x="1091652" y="0"/>
                  </a:lnTo>
                  <a:lnTo>
                    <a:pt x="1090797" y="0"/>
                  </a:lnTo>
                  <a:lnTo>
                    <a:pt x="1089941" y="0"/>
                  </a:lnTo>
                  <a:lnTo>
                    <a:pt x="1089086" y="0"/>
                  </a:lnTo>
                  <a:lnTo>
                    <a:pt x="1088230" y="0"/>
                  </a:lnTo>
                  <a:lnTo>
                    <a:pt x="1087375" y="0"/>
                  </a:lnTo>
                  <a:lnTo>
                    <a:pt x="1086519" y="0"/>
                  </a:lnTo>
                  <a:lnTo>
                    <a:pt x="1085664" y="0"/>
                  </a:lnTo>
                  <a:lnTo>
                    <a:pt x="1084808" y="0"/>
                  </a:lnTo>
                  <a:lnTo>
                    <a:pt x="1083952" y="0"/>
                  </a:lnTo>
                  <a:lnTo>
                    <a:pt x="1083097" y="0"/>
                  </a:lnTo>
                  <a:lnTo>
                    <a:pt x="1082241" y="0"/>
                  </a:lnTo>
                  <a:lnTo>
                    <a:pt x="1081386" y="0"/>
                  </a:lnTo>
                  <a:lnTo>
                    <a:pt x="1080530" y="0"/>
                  </a:lnTo>
                  <a:lnTo>
                    <a:pt x="1079675" y="0"/>
                  </a:lnTo>
                  <a:lnTo>
                    <a:pt x="1078819" y="0"/>
                  </a:lnTo>
                  <a:lnTo>
                    <a:pt x="1077964" y="0"/>
                  </a:lnTo>
                  <a:lnTo>
                    <a:pt x="1077108" y="0"/>
                  </a:lnTo>
                  <a:lnTo>
                    <a:pt x="1076253" y="0"/>
                  </a:lnTo>
                  <a:lnTo>
                    <a:pt x="1075397" y="0"/>
                  </a:lnTo>
                  <a:lnTo>
                    <a:pt x="1074542" y="0"/>
                  </a:lnTo>
                  <a:lnTo>
                    <a:pt x="1073686" y="0"/>
                  </a:lnTo>
                  <a:lnTo>
                    <a:pt x="1072831" y="0"/>
                  </a:lnTo>
                  <a:lnTo>
                    <a:pt x="1071975" y="0"/>
                  </a:lnTo>
                  <a:lnTo>
                    <a:pt x="1071120" y="0"/>
                  </a:lnTo>
                  <a:lnTo>
                    <a:pt x="1070264" y="0"/>
                  </a:lnTo>
                  <a:lnTo>
                    <a:pt x="1069409" y="0"/>
                  </a:lnTo>
                  <a:lnTo>
                    <a:pt x="1068553" y="0"/>
                  </a:lnTo>
                  <a:lnTo>
                    <a:pt x="1067697" y="0"/>
                  </a:lnTo>
                  <a:lnTo>
                    <a:pt x="1066842" y="0"/>
                  </a:lnTo>
                  <a:lnTo>
                    <a:pt x="1065986" y="0"/>
                  </a:lnTo>
                  <a:lnTo>
                    <a:pt x="1065131" y="0"/>
                  </a:lnTo>
                  <a:lnTo>
                    <a:pt x="1064275" y="0"/>
                  </a:lnTo>
                  <a:lnTo>
                    <a:pt x="1063420" y="0"/>
                  </a:lnTo>
                  <a:lnTo>
                    <a:pt x="1062564" y="0"/>
                  </a:lnTo>
                  <a:lnTo>
                    <a:pt x="1061709" y="0"/>
                  </a:lnTo>
                  <a:lnTo>
                    <a:pt x="1060853" y="0"/>
                  </a:lnTo>
                  <a:lnTo>
                    <a:pt x="1059998" y="0"/>
                  </a:lnTo>
                  <a:lnTo>
                    <a:pt x="1059142" y="0"/>
                  </a:lnTo>
                  <a:lnTo>
                    <a:pt x="1058287" y="0"/>
                  </a:lnTo>
                  <a:lnTo>
                    <a:pt x="1057431" y="0"/>
                  </a:lnTo>
                  <a:lnTo>
                    <a:pt x="1056576" y="0"/>
                  </a:lnTo>
                  <a:lnTo>
                    <a:pt x="1055720" y="0"/>
                  </a:lnTo>
                  <a:lnTo>
                    <a:pt x="1054865" y="0"/>
                  </a:lnTo>
                  <a:lnTo>
                    <a:pt x="1054009" y="0"/>
                  </a:lnTo>
                  <a:lnTo>
                    <a:pt x="1053153" y="0"/>
                  </a:lnTo>
                  <a:lnTo>
                    <a:pt x="1052298" y="0"/>
                  </a:lnTo>
                  <a:lnTo>
                    <a:pt x="1051442" y="0"/>
                  </a:lnTo>
                  <a:lnTo>
                    <a:pt x="1050587" y="0"/>
                  </a:lnTo>
                  <a:lnTo>
                    <a:pt x="1049731" y="0"/>
                  </a:lnTo>
                  <a:lnTo>
                    <a:pt x="1048876" y="0"/>
                  </a:lnTo>
                  <a:lnTo>
                    <a:pt x="1048020" y="0"/>
                  </a:lnTo>
                  <a:lnTo>
                    <a:pt x="1047165" y="0"/>
                  </a:lnTo>
                  <a:lnTo>
                    <a:pt x="1046309" y="0"/>
                  </a:lnTo>
                  <a:lnTo>
                    <a:pt x="1045454" y="0"/>
                  </a:lnTo>
                  <a:lnTo>
                    <a:pt x="1044598" y="0"/>
                  </a:lnTo>
                  <a:lnTo>
                    <a:pt x="1043743" y="0"/>
                  </a:lnTo>
                  <a:lnTo>
                    <a:pt x="1042887" y="0"/>
                  </a:lnTo>
                  <a:lnTo>
                    <a:pt x="1042032" y="0"/>
                  </a:lnTo>
                  <a:lnTo>
                    <a:pt x="1041176" y="0"/>
                  </a:lnTo>
                  <a:lnTo>
                    <a:pt x="1040321" y="0"/>
                  </a:lnTo>
                  <a:lnTo>
                    <a:pt x="1039465" y="0"/>
                  </a:lnTo>
                  <a:lnTo>
                    <a:pt x="1038610" y="0"/>
                  </a:lnTo>
                  <a:lnTo>
                    <a:pt x="1037754" y="0"/>
                  </a:lnTo>
                  <a:lnTo>
                    <a:pt x="1036898" y="0"/>
                  </a:lnTo>
                  <a:lnTo>
                    <a:pt x="1036043" y="0"/>
                  </a:lnTo>
                  <a:lnTo>
                    <a:pt x="1035187" y="0"/>
                  </a:lnTo>
                  <a:lnTo>
                    <a:pt x="1034332" y="0"/>
                  </a:lnTo>
                  <a:lnTo>
                    <a:pt x="1033476" y="0"/>
                  </a:lnTo>
                  <a:lnTo>
                    <a:pt x="1032621" y="0"/>
                  </a:lnTo>
                  <a:lnTo>
                    <a:pt x="1031765" y="0"/>
                  </a:lnTo>
                  <a:lnTo>
                    <a:pt x="1030910" y="0"/>
                  </a:lnTo>
                  <a:lnTo>
                    <a:pt x="1030054" y="0"/>
                  </a:lnTo>
                  <a:lnTo>
                    <a:pt x="1029199" y="0"/>
                  </a:lnTo>
                  <a:lnTo>
                    <a:pt x="1028343" y="0"/>
                  </a:lnTo>
                  <a:lnTo>
                    <a:pt x="1027488" y="0"/>
                  </a:lnTo>
                  <a:lnTo>
                    <a:pt x="1026632" y="0"/>
                  </a:lnTo>
                  <a:lnTo>
                    <a:pt x="1025777" y="0"/>
                  </a:lnTo>
                  <a:lnTo>
                    <a:pt x="1024921" y="0"/>
                  </a:lnTo>
                  <a:lnTo>
                    <a:pt x="1024066" y="0"/>
                  </a:lnTo>
                  <a:lnTo>
                    <a:pt x="1023210" y="0"/>
                  </a:lnTo>
                  <a:lnTo>
                    <a:pt x="1022355" y="0"/>
                  </a:lnTo>
                  <a:lnTo>
                    <a:pt x="1021499" y="0"/>
                  </a:lnTo>
                  <a:lnTo>
                    <a:pt x="1020643" y="0"/>
                  </a:lnTo>
                  <a:lnTo>
                    <a:pt x="1019788" y="0"/>
                  </a:lnTo>
                  <a:lnTo>
                    <a:pt x="1018932" y="0"/>
                  </a:lnTo>
                  <a:lnTo>
                    <a:pt x="1018077" y="0"/>
                  </a:lnTo>
                  <a:lnTo>
                    <a:pt x="1017221" y="0"/>
                  </a:lnTo>
                  <a:lnTo>
                    <a:pt x="1016366" y="0"/>
                  </a:lnTo>
                  <a:lnTo>
                    <a:pt x="1015510" y="0"/>
                  </a:lnTo>
                  <a:lnTo>
                    <a:pt x="1014655" y="0"/>
                  </a:lnTo>
                  <a:lnTo>
                    <a:pt x="1013799" y="0"/>
                  </a:lnTo>
                  <a:lnTo>
                    <a:pt x="1012944" y="0"/>
                  </a:lnTo>
                  <a:lnTo>
                    <a:pt x="1012088" y="0"/>
                  </a:lnTo>
                  <a:lnTo>
                    <a:pt x="1011233" y="0"/>
                  </a:lnTo>
                  <a:lnTo>
                    <a:pt x="1010377" y="0"/>
                  </a:lnTo>
                  <a:lnTo>
                    <a:pt x="1009522" y="0"/>
                  </a:lnTo>
                  <a:lnTo>
                    <a:pt x="1008666" y="0"/>
                  </a:lnTo>
                  <a:lnTo>
                    <a:pt x="1007811" y="0"/>
                  </a:lnTo>
                  <a:lnTo>
                    <a:pt x="1006955" y="0"/>
                  </a:lnTo>
                  <a:lnTo>
                    <a:pt x="1006099" y="0"/>
                  </a:lnTo>
                  <a:lnTo>
                    <a:pt x="1005244" y="0"/>
                  </a:lnTo>
                  <a:lnTo>
                    <a:pt x="1004388" y="0"/>
                  </a:lnTo>
                  <a:lnTo>
                    <a:pt x="1003533" y="0"/>
                  </a:lnTo>
                  <a:lnTo>
                    <a:pt x="1002677" y="0"/>
                  </a:lnTo>
                  <a:lnTo>
                    <a:pt x="1001822" y="0"/>
                  </a:lnTo>
                  <a:lnTo>
                    <a:pt x="1000966" y="0"/>
                  </a:lnTo>
                  <a:lnTo>
                    <a:pt x="1000111" y="0"/>
                  </a:lnTo>
                  <a:lnTo>
                    <a:pt x="999255" y="0"/>
                  </a:lnTo>
                  <a:lnTo>
                    <a:pt x="998400" y="0"/>
                  </a:lnTo>
                  <a:lnTo>
                    <a:pt x="997544" y="0"/>
                  </a:lnTo>
                  <a:lnTo>
                    <a:pt x="996689" y="0"/>
                  </a:lnTo>
                  <a:lnTo>
                    <a:pt x="995833" y="0"/>
                  </a:lnTo>
                  <a:lnTo>
                    <a:pt x="994978" y="0"/>
                  </a:lnTo>
                  <a:lnTo>
                    <a:pt x="994122" y="0"/>
                  </a:lnTo>
                  <a:lnTo>
                    <a:pt x="993267" y="0"/>
                  </a:lnTo>
                  <a:lnTo>
                    <a:pt x="992411" y="0"/>
                  </a:lnTo>
                  <a:lnTo>
                    <a:pt x="991556" y="0"/>
                  </a:lnTo>
                  <a:lnTo>
                    <a:pt x="990700" y="0"/>
                  </a:lnTo>
                  <a:lnTo>
                    <a:pt x="989844" y="0"/>
                  </a:lnTo>
                  <a:lnTo>
                    <a:pt x="988989" y="0"/>
                  </a:lnTo>
                  <a:lnTo>
                    <a:pt x="988133" y="0"/>
                  </a:lnTo>
                  <a:lnTo>
                    <a:pt x="987278" y="0"/>
                  </a:lnTo>
                  <a:lnTo>
                    <a:pt x="986422" y="0"/>
                  </a:lnTo>
                  <a:lnTo>
                    <a:pt x="985567" y="0"/>
                  </a:lnTo>
                  <a:lnTo>
                    <a:pt x="984711" y="0"/>
                  </a:lnTo>
                  <a:lnTo>
                    <a:pt x="983856" y="0"/>
                  </a:lnTo>
                  <a:lnTo>
                    <a:pt x="983000" y="0"/>
                  </a:lnTo>
                  <a:lnTo>
                    <a:pt x="982145" y="0"/>
                  </a:lnTo>
                  <a:lnTo>
                    <a:pt x="981289" y="0"/>
                  </a:lnTo>
                  <a:lnTo>
                    <a:pt x="980434" y="0"/>
                  </a:lnTo>
                  <a:lnTo>
                    <a:pt x="979578" y="0"/>
                  </a:lnTo>
                  <a:lnTo>
                    <a:pt x="978723" y="0"/>
                  </a:lnTo>
                  <a:lnTo>
                    <a:pt x="977867" y="0"/>
                  </a:lnTo>
                  <a:lnTo>
                    <a:pt x="977012" y="0"/>
                  </a:lnTo>
                  <a:lnTo>
                    <a:pt x="976156" y="0"/>
                  </a:lnTo>
                  <a:lnTo>
                    <a:pt x="975301" y="0"/>
                  </a:lnTo>
                  <a:lnTo>
                    <a:pt x="974445" y="0"/>
                  </a:lnTo>
                  <a:lnTo>
                    <a:pt x="973589" y="0"/>
                  </a:lnTo>
                  <a:lnTo>
                    <a:pt x="972734" y="0"/>
                  </a:lnTo>
                  <a:lnTo>
                    <a:pt x="971878" y="0"/>
                  </a:lnTo>
                  <a:lnTo>
                    <a:pt x="971023" y="0"/>
                  </a:lnTo>
                  <a:lnTo>
                    <a:pt x="970167" y="0"/>
                  </a:lnTo>
                  <a:lnTo>
                    <a:pt x="969312" y="0"/>
                  </a:lnTo>
                  <a:lnTo>
                    <a:pt x="968456" y="0"/>
                  </a:lnTo>
                  <a:lnTo>
                    <a:pt x="967601" y="0"/>
                  </a:lnTo>
                  <a:lnTo>
                    <a:pt x="966745" y="0"/>
                  </a:lnTo>
                  <a:lnTo>
                    <a:pt x="965890" y="0"/>
                  </a:lnTo>
                  <a:lnTo>
                    <a:pt x="965034" y="0"/>
                  </a:lnTo>
                  <a:lnTo>
                    <a:pt x="964179" y="0"/>
                  </a:lnTo>
                  <a:lnTo>
                    <a:pt x="963323" y="0"/>
                  </a:lnTo>
                  <a:lnTo>
                    <a:pt x="962468" y="0"/>
                  </a:lnTo>
                  <a:lnTo>
                    <a:pt x="961612" y="0"/>
                  </a:lnTo>
                  <a:lnTo>
                    <a:pt x="960757" y="0"/>
                  </a:lnTo>
                  <a:lnTo>
                    <a:pt x="959901" y="0"/>
                  </a:lnTo>
                  <a:lnTo>
                    <a:pt x="959045" y="0"/>
                  </a:lnTo>
                  <a:lnTo>
                    <a:pt x="958190" y="0"/>
                  </a:lnTo>
                  <a:lnTo>
                    <a:pt x="957334" y="0"/>
                  </a:lnTo>
                  <a:lnTo>
                    <a:pt x="956479" y="0"/>
                  </a:lnTo>
                  <a:lnTo>
                    <a:pt x="955623" y="0"/>
                  </a:lnTo>
                  <a:lnTo>
                    <a:pt x="954768" y="0"/>
                  </a:lnTo>
                  <a:lnTo>
                    <a:pt x="953912" y="0"/>
                  </a:lnTo>
                  <a:lnTo>
                    <a:pt x="953057" y="0"/>
                  </a:lnTo>
                  <a:lnTo>
                    <a:pt x="952201" y="0"/>
                  </a:lnTo>
                  <a:lnTo>
                    <a:pt x="951346" y="0"/>
                  </a:lnTo>
                  <a:lnTo>
                    <a:pt x="950490" y="0"/>
                  </a:lnTo>
                  <a:lnTo>
                    <a:pt x="949635" y="0"/>
                  </a:lnTo>
                  <a:lnTo>
                    <a:pt x="948779" y="0"/>
                  </a:lnTo>
                  <a:lnTo>
                    <a:pt x="947924" y="0"/>
                  </a:lnTo>
                  <a:lnTo>
                    <a:pt x="947068" y="0"/>
                  </a:lnTo>
                  <a:lnTo>
                    <a:pt x="946213" y="0"/>
                  </a:lnTo>
                  <a:lnTo>
                    <a:pt x="945357" y="0"/>
                  </a:lnTo>
                  <a:lnTo>
                    <a:pt x="944502" y="0"/>
                  </a:lnTo>
                  <a:lnTo>
                    <a:pt x="943646" y="0"/>
                  </a:lnTo>
                  <a:lnTo>
                    <a:pt x="942790" y="0"/>
                  </a:lnTo>
                  <a:lnTo>
                    <a:pt x="941935" y="0"/>
                  </a:lnTo>
                  <a:lnTo>
                    <a:pt x="941079" y="0"/>
                  </a:lnTo>
                  <a:lnTo>
                    <a:pt x="940224" y="0"/>
                  </a:lnTo>
                  <a:lnTo>
                    <a:pt x="939368" y="0"/>
                  </a:lnTo>
                  <a:lnTo>
                    <a:pt x="938513" y="0"/>
                  </a:lnTo>
                  <a:lnTo>
                    <a:pt x="937657" y="0"/>
                  </a:lnTo>
                  <a:lnTo>
                    <a:pt x="936802" y="0"/>
                  </a:lnTo>
                  <a:lnTo>
                    <a:pt x="935946" y="0"/>
                  </a:lnTo>
                  <a:lnTo>
                    <a:pt x="935091" y="0"/>
                  </a:lnTo>
                  <a:lnTo>
                    <a:pt x="934235" y="0"/>
                  </a:lnTo>
                  <a:lnTo>
                    <a:pt x="933380" y="0"/>
                  </a:lnTo>
                  <a:lnTo>
                    <a:pt x="932524" y="0"/>
                  </a:lnTo>
                  <a:lnTo>
                    <a:pt x="931669" y="0"/>
                  </a:lnTo>
                  <a:lnTo>
                    <a:pt x="930813" y="0"/>
                  </a:lnTo>
                  <a:lnTo>
                    <a:pt x="929958" y="0"/>
                  </a:lnTo>
                  <a:lnTo>
                    <a:pt x="929102" y="0"/>
                  </a:lnTo>
                  <a:lnTo>
                    <a:pt x="928247" y="0"/>
                  </a:lnTo>
                  <a:lnTo>
                    <a:pt x="927391" y="0"/>
                  </a:lnTo>
                  <a:lnTo>
                    <a:pt x="926535" y="0"/>
                  </a:lnTo>
                  <a:lnTo>
                    <a:pt x="925680" y="0"/>
                  </a:lnTo>
                  <a:lnTo>
                    <a:pt x="924824" y="0"/>
                  </a:lnTo>
                  <a:lnTo>
                    <a:pt x="923969" y="0"/>
                  </a:lnTo>
                  <a:lnTo>
                    <a:pt x="923113" y="0"/>
                  </a:lnTo>
                  <a:lnTo>
                    <a:pt x="922258" y="0"/>
                  </a:lnTo>
                  <a:lnTo>
                    <a:pt x="921402" y="0"/>
                  </a:lnTo>
                  <a:lnTo>
                    <a:pt x="920547" y="0"/>
                  </a:lnTo>
                  <a:lnTo>
                    <a:pt x="919691" y="0"/>
                  </a:lnTo>
                  <a:lnTo>
                    <a:pt x="918836" y="0"/>
                  </a:lnTo>
                  <a:lnTo>
                    <a:pt x="917980" y="0"/>
                  </a:lnTo>
                  <a:lnTo>
                    <a:pt x="917125" y="0"/>
                  </a:lnTo>
                  <a:lnTo>
                    <a:pt x="916269" y="0"/>
                  </a:lnTo>
                  <a:lnTo>
                    <a:pt x="915414" y="0"/>
                  </a:lnTo>
                  <a:lnTo>
                    <a:pt x="914558" y="0"/>
                  </a:lnTo>
                  <a:lnTo>
                    <a:pt x="913703" y="0"/>
                  </a:lnTo>
                  <a:lnTo>
                    <a:pt x="912847" y="0"/>
                  </a:lnTo>
                  <a:lnTo>
                    <a:pt x="911991" y="0"/>
                  </a:lnTo>
                  <a:lnTo>
                    <a:pt x="911136" y="0"/>
                  </a:lnTo>
                  <a:lnTo>
                    <a:pt x="910280" y="0"/>
                  </a:lnTo>
                  <a:lnTo>
                    <a:pt x="909425" y="0"/>
                  </a:lnTo>
                  <a:lnTo>
                    <a:pt x="908569" y="0"/>
                  </a:lnTo>
                  <a:lnTo>
                    <a:pt x="907714" y="0"/>
                  </a:lnTo>
                  <a:lnTo>
                    <a:pt x="906858" y="0"/>
                  </a:lnTo>
                  <a:lnTo>
                    <a:pt x="906003" y="0"/>
                  </a:lnTo>
                  <a:lnTo>
                    <a:pt x="905147" y="0"/>
                  </a:lnTo>
                  <a:lnTo>
                    <a:pt x="904292" y="0"/>
                  </a:lnTo>
                  <a:lnTo>
                    <a:pt x="903436" y="0"/>
                  </a:lnTo>
                  <a:lnTo>
                    <a:pt x="902581" y="0"/>
                  </a:lnTo>
                  <a:lnTo>
                    <a:pt x="901725" y="0"/>
                  </a:lnTo>
                  <a:lnTo>
                    <a:pt x="900870" y="0"/>
                  </a:lnTo>
                  <a:lnTo>
                    <a:pt x="900014" y="0"/>
                  </a:lnTo>
                  <a:lnTo>
                    <a:pt x="899159" y="0"/>
                  </a:lnTo>
                  <a:lnTo>
                    <a:pt x="898303" y="0"/>
                  </a:lnTo>
                  <a:lnTo>
                    <a:pt x="897448" y="0"/>
                  </a:lnTo>
                  <a:lnTo>
                    <a:pt x="896592" y="0"/>
                  </a:lnTo>
                  <a:lnTo>
                    <a:pt x="895736" y="0"/>
                  </a:lnTo>
                  <a:lnTo>
                    <a:pt x="894881" y="0"/>
                  </a:lnTo>
                  <a:lnTo>
                    <a:pt x="894025" y="0"/>
                  </a:lnTo>
                  <a:lnTo>
                    <a:pt x="893170" y="0"/>
                  </a:lnTo>
                  <a:lnTo>
                    <a:pt x="892314" y="0"/>
                  </a:lnTo>
                  <a:lnTo>
                    <a:pt x="891459" y="0"/>
                  </a:lnTo>
                  <a:lnTo>
                    <a:pt x="890603" y="0"/>
                  </a:lnTo>
                  <a:lnTo>
                    <a:pt x="889748" y="0"/>
                  </a:lnTo>
                  <a:lnTo>
                    <a:pt x="888892" y="0"/>
                  </a:lnTo>
                  <a:lnTo>
                    <a:pt x="888037" y="0"/>
                  </a:lnTo>
                  <a:lnTo>
                    <a:pt x="887181" y="0"/>
                  </a:lnTo>
                  <a:lnTo>
                    <a:pt x="886326" y="0"/>
                  </a:lnTo>
                  <a:lnTo>
                    <a:pt x="885470" y="0"/>
                  </a:lnTo>
                  <a:lnTo>
                    <a:pt x="884615" y="0"/>
                  </a:lnTo>
                  <a:lnTo>
                    <a:pt x="883759" y="0"/>
                  </a:lnTo>
                  <a:lnTo>
                    <a:pt x="882904" y="0"/>
                  </a:lnTo>
                  <a:lnTo>
                    <a:pt x="882048" y="0"/>
                  </a:lnTo>
                  <a:lnTo>
                    <a:pt x="881193" y="0"/>
                  </a:lnTo>
                  <a:lnTo>
                    <a:pt x="880337" y="0"/>
                  </a:lnTo>
                  <a:lnTo>
                    <a:pt x="879481" y="0"/>
                  </a:lnTo>
                  <a:lnTo>
                    <a:pt x="878626" y="0"/>
                  </a:lnTo>
                  <a:lnTo>
                    <a:pt x="877770" y="0"/>
                  </a:lnTo>
                  <a:lnTo>
                    <a:pt x="876915" y="0"/>
                  </a:lnTo>
                  <a:lnTo>
                    <a:pt x="876059" y="0"/>
                  </a:lnTo>
                  <a:lnTo>
                    <a:pt x="875204" y="0"/>
                  </a:lnTo>
                  <a:lnTo>
                    <a:pt x="874348" y="0"/>
                  </a:lnTo>
                  <a:lnTo>
                    <a:pt x="873493" y="0"/>
                  </a:lnTo>
                  <a:lnTo>
                    <a:pt x="872637" y="0"/>
                  </a:lnTo>
                  <a:lnTo>
                    <a:pt x="871782" y="0"/>
                  </a:lnTo>
                  <a:lnTo>
                    <a:pt x="870926" y="0"/>
                  </a:lnTo>
                  <a:lnTo>
                    <a:pt x="870071" y="0"/>
                  </a:lnTo>
                  <a:lnTo>
                    <a:pt x="869215" y="0"/>
                  </a:lnTo>
                  <a:lnTo>
                    <a:pt x="868360" y="0"/>
                  </a:lnTo>
                  <a:lnTo>
                    <a:pt x="867504" y="0"/>
                  </a:lnTo>
                  <a:lnTo>
                    <a:pt x="866649" y="0"/>
                  </a:lnTo>
                  <a:lnTo>
                    <a:pt x="865793" y="0"/>
                  </a:lnTo>
                  <a:lnTo>
                    <a:pt x="864938" y="0"/>
                  </a:lnTo>
                  <a:lnTo>
                    <a:pt x="864082" y="0"/>
                  </a:lnTo>
                  <a:lnTo>
                    <a:pt x="863226" y="0"/>
                  </a:lnTo>
                  <a:lnTo>
                    <a:pt x="862371" y="0"/>
                  </a:lnTo>
                  <a:lnTo>
                    <a:pt x="861515" y="0"/>
                  </a:lnTo>
                  <a:lnTo>
                    <a:pt x="860660" y="0"/>
                  </a:lnTo>
                  <a:lnTo>
                    <a:pt x="859804" y="0"/>
                  </a:lnTo>
                  <a:lnTo>
                    <a:pt x="858949" y="0"/>
                  </a:lnTo>
                  <a:lnTo>
                    <a:pt x="858093" y="0"/>
                  </a:lnTo>
                  <a:lnTo>
                    <a:pt x="857238" y="0"/>
                  </a:lnTo>
                  <a:lnTo>
                    <a:pt x="856382" y="0"/>
                  </a:lnTo>
                  <a:lnTo>
                    <a:pt x="855527" y="0"/>
                  </a:lnTo>
                  <a:lnTo>
                    <a:pt x="854671" y="0"/>
                  </a:lnTo>
                  <a:lnTo>
                    <a:pt x="853816" y="0"/>
                  </a:lnTo>
                  <a:lnTo>
                    <a:pt x="852960" y="0"/>
                  </a:lnTo>
                  <a:lnTo>
                    <a:pt x="852105" y="0"/>
                  </a:lnTo>
                  <a:lnTo>
                    <a:pt x="851249" y="0"/>
                  </a:lnTo>
                  <a:lnTo>
                    <a:pt x="850394" y="0"/>
                  </a:lnTo>
                  <a:lnTo>
                    <a:pt x="849538" y="0"/>
                  </a:lnTo>
                  <a:lnTo>
                    <a:pt x="848682" y="0"/>
                  </a:lnTo>
                  <a:lnTo>
                    <a:pt x="847827" y="0"/>
                  </a:lnTo>
                  <a:lnTo>
                    <a:pt x="846971" y="0"/>
                  </a:lnTo>
                  <a:lnTo>
                    <a:pt x="846116" y="0"/>
                  </a:lnTo>
                  <a:lnTo>
                    <a:pt x="845260" y="0"/>
                  </a:lnTo>
                  <a:lnTo>
                    <a:pt x="844405" y="0"/>
                  </a:lnTo>
                  <a:lnTo>
                    <a:pt x="843549" y="0"/>
                  </a:lnTo>
                  <a:lnTo>
                    <a:pt x="842694" y="0"/>
                  </a:lnTo>
                  <a:lnTo>
                    <a:pt x="841838" y="0"/>
                  </a:lnTo>
                  <a:lnTo>
                    <a:pt x="840983" y="0"/>
                  </a:lnTo>
                  <a:lnTo>
                    <a:pt x="840127" y="0"/>
                  </a:lnTo>
                  <a:lnTo>
                    <a:pt x="839272" y="0"/>
                  </a:lnTo>
                  <a:lnTo>
                    <a:pt x="838416" y="0"/>
                  </a:lnTo>
                  <a:lnTo>
                    <a:pt x="837561" y="0"/>
                  </a:lnTo>
                  <a:lnTo>
                    <a:pt x="836705" y="0"/>
                  </a:lnTo>
                  <a:lnTo>
                    <a:pt x="835850" y="0"/>
                  </a:lnTo>
                  <a:lnTo>
                    <a:pt x="834994" y="0"/>
                  </a:lnTo>
                  <a:lnTo>
                    <a:pt x="834139" y="0"/>
                  </a:lnTo>
                  <a:lnTo>
                    <a:pt x="833283" y="0"/>
                  </a:lnTo>
                  <a:lnTo>
                    <a:pt x="832427" y="0"/>
                  </a:lnTo>
                  <a:lnTo>
                    <a:pt x="831572" y="0"/>
                  </a:lnTo>
                  <a:lnTo>
                    <a:pt x="830716" y="0"/>
                  </a:lnTo>
                  <a:lnTo>
                    <a:pt x="829861" y="0"/>
                  </a:lnTo>
                  <a:lnTo>
                    <a:pt x="829005" y="0"/>
                  </a:lnTo>
                  <a:lnTo>
                    <a:pt x="828150" y="0"/>
                  </a:lnTo>
                  <a:lnTo>
                    <a:pt x="827294" y="0"/>
                  </a:lnTo>
                  <a:lnTo>
                    <a:pt x="826439" y="0"/>
                  </a:lnTo>
                  <a:lnTo>
                    <a:pt x="825583" y="0"/>
                  </a:lnTo>
                  <a:lnTo>
                    <a:pt x="824728" y="0"/>
                  </a:lnTo>
                  <a:lnTo>
                    <a:pt x="823872" y="0"/>
                  </a:lnTo>
                  <a:lnTo>
                    <a:pt x="823017" y="0"/>
                  </a:lnTo>
                  <a:lnTo>
                    <a:pt x="822161" y="0"/>
                  </a:lnTo>
                  <a:lnTo>
                    <a:pt x="821306" y="0"/>
                  </a:lnTo>
                  <a:lnTo>
                    <a:pt x="820450" y="0"/>
                  </a:lnTo>
                  <a:lnTo>
                    <a:pt x="819595" y="0"/>
                  </a:lnTo>
                  <a:lnTo>
                    <a:pt x="818739" y="0"/>
                  </a:lnTo>
                  <a:lnTo>
                    <a:pt x="817884" y="0"/>
                  </a:lnTo>
                  <a:lnTo>
                    <a:pt x="817028" y="0"/>
                  </a:lnTo>
                  <a:lnTo>
                    <a:pt x="816172" y="0"/>
                  </a:lnTo>
                  <a:lnTo>
                    <a:pt x="815317" y="0"/>
                  </a:lnTo>
                  <a:lnTo>
                    <a:pt x="814461" y="0"/>
                  </a:lnTo>
                  <a:lnTo>
                    <a:pt x="813606" y="0"/>
                  </a:lnTo>
                  <a:lnTo>
                    <a:pt x="812750" y="0"/>
                  </a:lnTo>
                  <a:lnTo>
                    <a:pt x="811895" y="0"/>
                  </a:lnTo>
                  <a:lnTo>
                    <a:pt x="811039" y="0"/>
                  </a:lnTo>
                  <a:lnTo>
                    <a:pt x="810184" y="0"/>
                  </a:lnTo>
                  <a:lnTo>
                    <a:pt x="809328" y="0"/>
                  </a:lnTo>
                  <a:lnTo>
                    <a:pt x="808473" y="0"/>
                  </a:lnTo>
                  <a:lnTo>
                    <a:pt x="807617" y="0"/>
                  </a:lnTo>
                  <a:lnTo>
                    <a:pt x="806762" y="0"/>
                  </a:lnTo>
                  <a:lnTo>
                    <a:pt x="805906" y="0"/>
                  </a:lnTo>
                  <a:lnTo>
                    <a:pt x="805051" y="0"/>
                  </a:lnTo>
                  <a:lnTo>
                    <a:pt x="804195" y="0"/>
                  </a:lnTo>
                  <a:lnTo>
                    <a:pt x="803340" y="0"/>
                  </a:lnTo>
                  <a:lnTo>
                    <a:pt x="802484" y="0"/>
                  </a:lnTo>
                  <a:lnTo>
                    <a:pt x="801628" y="0"/>
                  </a:lnTo>
                  <a:lnTo>
                    <a:pt x="800773" y="0"/>
                  </a:lnTo>
                  <a:lnTo>
                    <a:pt x="799917" y="0"/>
                  </a:lnTo>
                  <a:lnTo>
                    <a:pt x="799062" y="0"/>
                  </a:lnTo>
                  <a:lnTo>
                    <a:pt x="798206" y="0"/>
                  </a:lnTo>
                  <a:lnTo>
                    <a:pt x="797351" y="0"/>
                  </a:lnTo>
                  <a:lnTo>
                    <a:pt x="796495" y="0"/>
                  </a:lnTo>
                  <a:lnTo>
                    <a:pt x="795640" y="0"/>
                  </a:lnTo>
                  <a:lnTo>
                    <a:pt x="794784" y="0"/>
                  </a:lnTo>
                  <a:lnTo>
                    <a:pt x="793929" y="0"/>
                  </a:lnTo>
                  <a:lnTo>
                    <a:pt x="793073" y="0"/>
                  </a:lnTo>
                  <a:lnTo>
                    <a:pt x="792218" y="0"/>
                  </a:lnTo>
                  <a:lnTo>
                    <a:pt x="791362" y="0"/>
                  </a:lnTo>
                  <a:lnTo>
                    <a:pt x="790507" y="0"/>
                  </a:lnTo>
                  <a:lnTo>
                    <a:pt x="789651" y="0"/>
                  </a:lnTo>
                  <a:lnTo>
                    <a:pt x="788796" y="0"/>
                  </a:lnTo>
                  <a:lnTo>
                    <a:pt x="787940" y="0"/>
                  </a:lnTo>
                  <a:lnTo>
                    <a:pt x="787085" y="0"/>
                  </a:lnTo>
                  <a:lnTo>
                    <a:pt x="786229" y="0"/>
                  </a:lnTo>
                  <a:lnTo>
                    <a:pt x="785373" y="0"/>
                  </a:lnTo>
                  <a:lnTo>
                    <a:pt x="784518" y="0"/>
                  </a:lnTo>
                  <a:lnTo>
                    <a:pt x="783662" y="0"/>
                  </a:lnTo>
                  <a:lnTo>
                    <a:pt x="782807" y="0"/>
                  </a:lnTo>
                  <a:lnTo>
                    <a:pt x="781951" y="0"/>
                  </a:lnTo>
                  <a:lnTo>
                    <a:pt x="781096" y="0"/>
                  </a:lnTo>
                  <a:lnTo>
                    <a:pt x="780240" y="0"/>
                  </a:lnTo>
                  <a:lnTo>
                    <a:pt x="779385" y="0"/>
                  </a:lnTo>
                  <a:lnTo>
                    <a:pt x="778529" y="0"/>
                  </a:lnTo>
                  <a:lnTo>
                    <a:pt x="777674" y="0"/>
                  </a:lnTo>
                  <a:lnTo>
                    <a:pt x="776818" y="0"/>
                  </a:lnTo>
                  <a:lnTo>
                    <a:pt x="775963" y="0"/>
                  </a:lnTo>
                  <a:lnTo>
                    <a:pt x="775107" y="0"/>
                  </a:lnTo>
                  <a:lnTo>
                    <a:pt x="774252" y="0"/>
                  </a:lnTo>
                  <a:lnTo>
                    <a:pt x="773396" y="0"/>
                  </a:lnTo>
                  <a:lnTo>
                    <a:pt x="772541" y="0"/>
                  </a:lnTo>
                  <a:lnTo>
                    <a:pt x="771685" y="0"/>
                  </a:lnTo>
                  <a:lnTo>
                    <a:pt x="770830" y="0"/>
                  </a:lnTo>
                  <a:lnTo>
                    <a:pt x="769974" y="0"/>
                  </a:lnTo>
                  <a:lnTo>
                    <a:pt x="769118" y="0"/>
                  </a:lnTo>
                  <a:lnTo>
                    <a:pt x="768263" y="0"/>
                  </a:lnTo>
                  <a:lnTo>
                    <a:pt x="767407" y="0"/>
                  </a:lnTo>
                  <a:lnTo>
                    <a:pt x="766552" y="0"/>
                  </a:lnTo>
                  <a:lnTo>
                    <a:pt x="765696" y="0"/>
                  </a:lnTo>
                  <a:lnTo>
                    <a:pt x="764841" y="0"/>
                  </a:lnTo>
                  <a:lnTo>
                    <a:pt x="763985" y="0"/>
                  </a:lnTo>
                  <a:lnTo>
                    <a:pt x="763130" y="0"/>
                  </a:lnTo>
                  <a:lnTo>
                    <a:pt x="762274" y="0"/>
                  </a:lnTo>
                  <a:lnTo>
                    <a:pt x="761419" y="0"/>
                  </a:lnTo>
                  <a:lnTo>
                    <a:pt x="760563" y="0"/>
                  </a:lnTo>
                  <a:lnTo>
                    <a:pt x="759708" y="0"/>
                  </a:lnTo>
                  <a:lnTo>
                    <a:pt x="758852" y="0"/>
                  </a:lnTo>
                  <a:lnTo>
                    <a:pt x="757997" y="0"/>
                  </a:lnTo>
                  <a:lnTo>
                    <a:pt x="757141" y="0"/>
                  </a:lnTo>
                  <a:lnTo>
                    <a:pt x="756286" y="0"/>
                  </a:lnTo>
                  <a:lnTo>
                    <a:pt x="755430" y="0"/>
                  </a:lnTo>
                  <a:lnTo>
                    <a:pt x="754574" y="0"/>
                  </a:lnTo>
                  <a:lnTo>
                    <a:pt x="753719" y="0"/>
                  </a:lnTo>
                  <a:lnTo>
                    <a:pt x="752863" y="0"/>
                  </a:lnTo>
                  <a:lnTo>
                    <a:pt x="752008" y="0"/>
                  </a:lnTo>
                  <a:lnTo>
                    <a:pt x="751152" y="0"/>
                  </a:lnTo>
                  <a:lnTo>
                    <a:pt x="750297" y="0"/>
                  </a:lnTo>
                  <a:lnTo>
                    <a:pt x="749441" y="0"/>
                  </a:lnTo>
                  <a:lnTo>
                    <a:pt x="748586" y="0"/>
                  </a:lnTo>
                  <a:lnTo>
                    <a:pt x="747730" y="0"/>
                  </a:lnTo>
                  <a:lnTo>
                    <a:pt x="746875" y="0"/>
                  </a:lnTo>
                  <a:lnTo>
                    <a:pt x="746019" y="0"/>
                  </a:lnTo>
                  <a:lnTo>
                    <a:pt x="745164" y="0"/>
                  </a:lnTo>
                  <a:lnTo>
                    <a:pt x="744308" y="0"/>
                  </a:lnTo>
                  <a:lnTo>
                    <a:pt x="743453" y="0"/>
                  </a:lnTo>
                  <a:lnTo>
                    <a:pt x="742597" y="0"/>
                  </a:lnTo>
                  <a:lnTo>
                    <a:pt x="741742" y="0"/>
                  </a:lnTo>
                  <a:lnTo>
                    <a:pt x="740886" y="0"/>
                  </a:lnTo>
                  <a:lnTo>
                    <a:pt x="740031" y="0"/>
                  </a:lnTo>
                  <a:lnTo>
                    <a:pt x="739175" y="0"/>
                  </a:lnTo>
                  <a:lnTo>
                    <a:pt x="738319" y="0"/>
                  </a:lnTo>
                  <a:lnTo>
                    <a:pt x="737464" y="0"/>
                  </a:lnTo>
                  <a:lnTo>
                    <a:pt x="736608" y="0"/>
                  </a:lnTo>
                  <a:lnTo>
                    <a:pt x="735753" y="0"/>
                  </a:lnTo>
                  <a:lnTo>
                    <a:pt x="734897" y="0"/>
                  </a:lnTo>
                  <a:lnTo>
                    <a:pt x="734042" y="0"/>
                  </a:lnTo>
                  <a:lnTo>
                    <a:pt x="733186" y="0"/>
                  </a:lnTo>
                  <a:lnTo>
                    <a:pt x="732331" y="0"/>
                  </a:lnTo>
                  <a:lnTo>
                    <a:pt x="731475" y="0"/>
                  </a:lnTo>
                  <a:lnTo>
                    <a:pt x="730620" y="0"/>
                  </a:lnTo>
                  <a:lnTo>
                    <a:pt x="729764" y="0"/>
                  </a:lnTo>
                  <a:lnTo>
                    <a:pt x="728909" y="0"/>
                  </a:lnTo>
                  <a:lnTo>
                    <a:pt x="728053" y="0"/>
                  </a:lnTo>
                  <a:lnTo>
                    <a:pt x="727198" y="0"/>
                  </a:lnTo>
                  <a:lnTo>
                    <a:pt x="726342" y="0"/>
                  </a:lnTo>
                  <a:lnTo>
                    <a:pt x="725487" y="0"/>
                  </a:lnTo>
                  <a:lnTo>
                    <a:pt x="724631" y="0"/>
                  </a:lnTo>
                  <a:lnTo>
                    <a:pt x="723776" y="0"/>
                  </a:lnTo>
                  <a:lnTo>
                    <a:pt x="722920" y="0"/>
                  </a:lnTo>
                  <a:lnTo>
                    <a:pt x="722064" y="0"/>
                  </a:lnTo>
                  <a:lnTo>
                    <a:pt x="721209" y="0"/>
                  </a:lnTo>
                  <a:lnTo>
                    <a:pt x="720353" y="0"/>
                  </a:lnTo>
                  <a:lnTo>
                    <a:pt x="719498" y="0"/>
                  </a:lnTo>
                  <a:lnTo>
                    <a:pt x="718642" y="0"/>
                  </a:lnTo>
                  <a:lnTo>
                    <a:pt x="717787" y="0"/>
                  </a:lnTo>
                  <a:lnTo>
                    <a:pt x="716931" y="0"/>
                  </a:lnTo>
                  <a:lnTo>
                    <a:pt x="716076" y="0"/>
                  </a:lnTo>
                  <a:lnTo>
                    <a:pt x="715220" y="0"/>
                  </a:lnTo>
                  <a:lnTo>
                    <a:pt x="714365" y="0"/>
                  </a:lnTo>
                  <a:lnTo>
                    <a:pt x="713509" y="0"/>
                  </a:lnTo>
                  <a:lnTo>
                    <a:pt x="712654" y="0"/>
                  </a:lnTo>
                  <a:lnTo>
                    <a:pt x="711798" y="0"/>
                  </a:lnTo>
                  <a:lnTo>
                    <a:pt x="710943" y="0"/>
                  </a:lnTo>
                  <a:lnTo>
                    <a:pt x="710087" y="0"/>
                  </a:lnTo>
                  <a:lnTo>
                    <a:pt x="709232" y="0"/>
                  </a:lnTo>
                  <a:lnTo>
                    <a:pt x="708376" y="0"/>
                  </a:lnTo>
                  <a:lnTo>
                    <a:pt x="707520" y="0"/>
                  </a:lnTo>
                  <a:lnTo>
                    <a:pt x="706665" y="0"/>
                  </a:lnTo>
                  <a:lnTo>
                    <a:pt x="705809" y="0"/>
                  </a:lnTo>
                  <a:lnTo>
                    <a:pt x="704954" y="0"/>
                  </a:lnTo>
                  <a:lnTo>
                    <a:pt x="704098" y="0"/>
                  </a:lnTo>
                  <a:lnTo>
                    <a:pt x="703243" y="0"/>
                  </a:lnTo>
                  <a:lnTo>
                    <a:pt x="702387" y="0"/>
                  </a:lnTo>
                  <a:lnTo>
                    <a:pt x="701532" y="0"/>
                  </a:lnTo>
                  <a:lnTo>
                    <a:pt x="700676" y="0"/>
                  </a:lnTo>
                  <a:lnTo>
                    <a:pt x="699821" y="0"/>
                  </a:lnTo>
                  <a:lnTo>
                    <a:pt x="698965" y="0"/>
                  </a:lnTo>
                  <a:lnTo>
                    <a:pt x="698110" y="0"/>
                  </a:lnTo>
                  <a:lnTo>
                    <a:pt x="697254" y="0"/>
                  </a:lnTo>
                  <a:lnTo>
                    <a:pt x="696399" y="0"/>
                  </a:lnTo>
                  <a:lnTo>
                    <a:pt x="695543" y="0"/>
                  </a:lnTo>
                  <a:lnTo>
                    <a:pt x="694688" y="0"/>
                  </a:lnTo>
                  <a:lnTo>
                    <a:pt x="693832" y="0"/>
                  </a:lnTo>
                  <a:lnTo>
                    <a:pt x="692977" y="0"/>
                  </a:lnTo>
                  <a:lnTo>
                    <a:pt x="692121" y="0"/>
                  </a:lnTo>
                  <a:lnTo>
                    <a:pt x="691265" y="0"/>
                  </a:lnTo>
                  <a:lnTo>
                    <a:pt x="690410" y="0"/>
                  </a:lnTo>
                  <a:lnTo>
                    <a:pt x="689554" y="0"/>
                  </a:lnTo>
                  <a:lnTo>
                    <a:pt x="688699" y="0"/>
                  </a:lnTo>
                  <a:lnTo>
                    <a:pt x="687843" y="0"/>
                  </a:lnTo>
                  <a:lnTo>
                    <a:pt x="686988" y="0"/>
                  </a:lnTo>
                  <a:lnTo>
                    <a:pt x="686132" y="0"/>
                  </a:lnTo>
                  <a:lnTo>
                    <a:pt x="685277" y="0"/>
                  </a:lnTo>
                  <a:lnTo>
                    <a:pt x="684421" y="0"/>
                  </a:lnTo>
                  <a:lnTo>
                    <a:pt x="683566" y="0"/>
                  </a:lnTo>
                  <a:lnTo>
                    <a:pt x="682710" y="0"/>
                  </a:lnTo>
                  <a:lnTo>
                    <a:pt x="681855" y="0"/>
                  </a:lnTo>
                  <a:lnTo>
                    <a:pt x="680999" y="0"/>
                  </a:lnTo>
                  <a:lnTo>
                    <a:pt x="680144" y="0"/>
                  </a:lnTo>
                  <a:lnTo>
                    <a:pt x="679288" y="0"/>
                  </a:lnTo>
                  <a:lnTo>
                    <a:pt x="678433" y="0"/>
                  </a:lnTo>
                  <a:lnTo>
                    <a:pt x="677577" y="0"/>
                  </a:lnTo>
                  <a:lnTo>
                    <a:pt x="676722" y="0"/>
                  </a:lnTo>
                  <a:lnTo>
                    <a:pt x="675866" y="0"/>
                  </a:lnTo>
                  <a:lnTo>
                    <a:pt x="675010" y="0"/>
                  </a:lnTo>
                  <a:lnTo>
                    <a:pt x="674155" y="0"/>
                  </a:lnTo>
                  <a:lnTo>
                    <a:pt x="673299" y="0"/>
                  </a:lnTo>
                  <a:lnTo>
                    <a:pt x="672444" y="0"/>
                  </a:lnTo>
                  <a:lnTo>
                    <a:pt x="671588" y="0"/>
                  </a:lnTo>
                  <a:lnTo>
                    <a:pt x="670733" y="0"/>
                  </a:lnTo>
                  <a:lnTo>
                    <a:pt x="669877" y="0"/>
                  </a:lnTo>
                  <a:lnTo>
                    <a:pt x="669022" y="0"/>
                  </a:lnTo>
                  <a:lnTo>
                    <a:pt x="668166" y="0"/>
                  </a:lnTo>
                  <a:lnTo>
                    <a:pt x="667311" y="0"/>
                  </a:lnTo>
                  <a:lnTo>
                    <a:pt x="666455" y="0"/>
                  </a:lnTo>
                  <a:lnTo>
                    <a:pt x="665600" y="0"/>
                  </a:lnTo>
                  <a:lnTo>
                    <a:pt x="664744" y="0"/>
                  </a:lnTo>
                  <a:lnTo>
                    <a:pt x="663889" y="0"/>
                  </a:lnTo>
                  <a:lnTo>
                    <a:pt x="663033" y="0"/>
                  </a:lnTo>
                  <a:lnTo>
                    <a:pt x="662178" y="0"/>
                  </a:lnTo>
                  <a:lnTo>
                    <a:pt x="661322" y="0"/>
                  </a:lnTo>
                  <a:lnTo>
                    <a:pt x="660467" y="0"/>
                  </a:lnTo>
                  <a:lnTo>
                    <a:pt x="659611" y="0"/>
                  </a:lnTo>
                  <a:lnTo>
                    <a:pt x="658755" y="0"/>
                  </a:lnTo>
                  <a:lnTo>
                    <a:pt x="657900" y="0"/>
                  </a:lnTo>
                  <a:lnTo>
                    <a:pt x="657044" y="0"/>
                  </a:lnTo>
                  <a:lnTo>
                    <a:pt x="656189" y="0"/>
                  </a:lnTo>
                  <a:lnTo>
                    <a:pt x="655333" y="0"/>
                  </a:lnTo>
                  <a:lnTo>
                    <a:pt x="654478" y="0"/>
                  </a:lnTo>
                  <a:lnTo>
                    <a:pt x="653622" y="0"/>
                  </a:lnTo>
                  <a:lnTo>
                    <a:pt x="652767" y="0"/>
                  </a:lnTo>
                  <a:lnTo>
                    <a:pt x="651911" y="0"/>
                  </a:lnTo>
                  <a:lnTo>
                    <a:pt x="651056" y="0"/>
                  </a:lnTo>
                  <a:lnTo>
                    <a:pt x="650200" y="0"/>
                  </a:lnTo>
                  <a:lnTo>
                    <a:pt x="649345" y="0"/>
                  </a:lnTo>
                  <a:lnTo>
                    <a:pt x="648489" y="0"/>
                  </a:lnTo>
                  <a:lnTo>
                    <a:pt x="647634" y="0"/>
                  </a:lnTo>
                  <a:lnTo>
                    <a:pt x="646778" y="0"/>
                  </a:lnTo>
                  <a:lnTo>
                    <a:pt x="645923" y="0"/>
                  </a:lnTo>
                  <a:lnTo>
                    <a:pt x="645067" y="0"/>
                  </a:lnTo>
                  <a:lnTo>
                    <a:pt x="644211" y="0"/>
                  </a:lnTo>
                  <a:lnTo>
                    <a:pt x="643356" y="0"/>
                  </a:lnTo>
                  <a:lnTo>
                    <a:pt x="642500" y="0"/>
                  </a:lnTo>
                  <a:lnTo>
                    <a:pt x="641645" y="0"/>
                  </a:lnTo>
                  <a:lnTo>
                    <a:pt x="640789" y="0"/>
                  </a:lnTo>
                  <a:lnTo>
                    <a:pt x="639934" y="0"/>
                  </a:lnTo>
                  <a:lnTo>
                    <a:pt x="639078" y="0"/>
                  </a:lnTo>
                  <a:lnTo>
                    <a:pt x="638223" y="0"/>
                  </a:lnTo>
                  <a:lnTo>
                    <a:pt x="637367" y="0"/>
                  </a:lnTo>
                  <a:lnTo>
                    <a:pt x="636512" y="0"/>
                  </a:lnTo>
                  <a:lnTo>
                    <a:pt x="635656" y="0"/>
                  </a:lnTo>
                  <a:lnTo>
                    <a:pt x="634801" y="0"/>
                  </a:lnTo>
                  <a:lnTo>
                    <a:pt x="633945" y="0"/>
                  </a:lnTo>
                  <a:lnTo>
                    <a:pt x="633090" y="0"/>
                  </a:lnTo>
                  <a:lnTo>
                    <a:pt x="632234" y="0"/>
                  </a:lnTo>
                  <a:lnTo>
                    <a:pt x="631379" y="0"/>
                  </a:lnTo>
                  <a:lnTo>
                    <a:pt x="630523" y="0"/>
                  </a:lnTo>
                  <a:lnTo>
                    <a:pt x="629668" y="0"/>
                  </a:lnTo>
                  <a:lnTo>
                    <a:pt x="628812" y="0"/>
                  </a:lnTo>
                  <a:lnTo>
                    <a:pt x="627956" y="0"/>
                  </a:lnTo>
                  <a:lnTo>
                    <a:pt x="627101" y="0"/>
                  </a:lnTo>
                  <a:lnTo>
                    <a:pt x="626245" y="0"/>
                  </a:lnTo>
                  <a:lnTo>
                    <a:pt x="625390" y="0"/>
                  </a:lnTo>
                  <a:lnTo>
                    <a:pt x="624534" y="0"/>
                  </a:lnTo>
                  <a:lnTo>
                    <a:pt x="623679" y="0"/>
                  </a:lnTo>
                  <a:lnTo>
                    <a:pt x="622823" y="0"/>
                  </a:lnTo>
                  <a:lnTo>
                    <a:pt x="621968" y="0"/>
                  </a:lnTo>
                  <a:lnTo>
                    <a:pt x="621112" y="0"/>
                  </a:lnTo>
                  <a:lnTo>
                    <a:pt x="620257" y="0"/>
                  </a:lnTo>
                  <a:lnTo>
                    <a:pt x="619401" y="0"/>
                  </a:lnTo>
                  <a:lnTo>
                    <a:pt x="618546" y="0"/>
                  </a:lnTo>
                  <a:lnTo>
                    <a:pt x="617690" y="0"/>
                  </a:lnTo>
                  <a:lnTo>
                    <a:pt x="616835" y="0"/>
                  </a:lnTo>
                  <a:lnTo>
                    <a:pt x="615979" y="0"/>
                  </a:lnTo>
                  <a:lnTo>
                    <a:pt x="615124" y="0"/>
                  </a:lnTo>
                  <a:lnTo>
                    <a:pt x="614268" y="0"/>
                  </a:lnTo>
                  <a:lnTo>
                    <a:pt x="613413" y="0"/>
                  </a:lnTo>
                  <a:lnTo>
                    <a:pt x="612557" y="0"/>
                  </a:lnTo>
                  <a:lnTo>
                    <a:pt x="611701" y="0"/>
                  </a:lnTo>
                  <a:lnTo>
                    <a:pt x="610846" y="0"/>
                  </a:lnTo>
                  <a:lnTo>
                    <a:pt x="609990" y="0"/>
                  </a:lnTo>
                  <a:lnTo>
                    <a:pt x="609135" y="0"/>
                  </a:lnTo>
                  <a:lnTo>
                    <a:pt x="608279" y="0"/>
                  </a:lnTo>
                  <a:lnTo>
                    <a:pt x="607424" y="0"/>
                  </a:lnTo>
                  <a:lnTo>
                    <a:pt x="606568" y="0"/>
                  </a:lnTo>
                  <a:lnTo>
                    <a:pt x="605713" y="0"/>
                  </a:lnTo>
                  <a:lnTo>
                    <a:pt x="604857" y="0"/>
                  </a:lnTo>
                  <a:lnTo>
                    <a:pt x="604002" y="0"/>
                  </a:lnTo>
                  <a:lnTo>
                    <a:pt x="603146" y="0"/>
                  </a:lnTo>
                  <a:lnTo>
                    <a:pt x="602291" y="0"/>
                  </a:lnTo>
                  <a:lnTo>
                    <a:pt x="601435" y="0"/>
                  </a:lnTo>
                  <a:lnTo>
                    <a:pt x="600580" y="0"/>
                  </a:lnTo>
                  <a:lnTo>
                    <a:pt x="599724" y="0"/>
                  </a:lnTo>
                  <a:lnTo>
                    <a:pt x="598869" y="0"/>
                  </a:lnTo>
                  <a:lnTo>
                    <a:pt x="598013" y="0"/>
                  </a:lnTo>
                  <a:lnTo>
                    <a:pt x="597157" y="0"/>
                  </a:lnTo>
                  <a:lnTo>
                    <a:pt x="596302" y="0"/>
                  </a:lnTo>
                  <a:lnTo>
                    <a:pt x="595446" y="0"/>
                  </a:lnTo>
                  <a:lnTo>
                    <a:pt x="594591" y="0"/>
                  </a:lnTo>
                  <a:lnTo>
                    <a:pt x="593735" y="0"/>
                  </a:lnTo>
                  <a:lnTo>
                    <a:pt x="592880" y="0"/>
                  </a:lnTo>
                  <a:lnTo>
                    <a:pt x="592024" y="0"/>
                  </a:lnTo>
                  <a:lnTo>
                    <a:pt x="591169" y="0"/>
                  </a:lnTo>
                  <a:lnTo>
                    <a:pt x="590313" y="0"/>
                  </a:lnTo>
                  <a:lnTo>
                    <a:pt x="589458" y="0"/>
                  </a:lnTo>
                  <a:lnTo>
                    <a:pt x="588602" y="0"/>
                  </a:lnTo>
                  <a:lnTo>
                    <a:pt x="587747" y="0"/>
                  </a:lnTo>
                  <a:lnTo>
                    <a:pt x="586891" y="0"/>
                  </a:lnTo>
                  <a:lnTo>
                    <a:pt x="586036" y="0"/>
                  </a:lnTo>
                  <a:lnTo>
                    <a:pt x="585180" y="0"/>
                  </a:lnTo>
                  <a:lnTo>
                    <a:pt x="584325" y="0"/>
                  </a:lnTo>
                  <a:lnTo>
                    <a:pt x="583469" y="0"/>
                  </a:lnTo>
                  <a:lnTo>
                    <a:pt x="582614" y="0"/>
                  </a:lnTo>
                  <a:lnTo>
                    <a:pt x="581758" y="0"/>
                  </a:lnTo>
                  <a:lnTo>
                    <a:pt x="580902" y="0"/>
                  </a:lnTo>
                  <a:lnTo>
                    <a:pt x="580047" y="0"/>
                  </a:lnTo>
                  <a:lnTo>
                    <a:pt x="579191" y="0"/>
                  </a:lnTo>
                  <a:lnTo>
                    <a:pt x="578336" y="0"/>
                  </a:lnTo>
                  <a:lnTo>
                    <a:pt x="577480" y="0"/>
                  </a:lnTo>
                  <a:lnTo>
                    <a:pt x="576625" y="0"/>
                  </a:lnTo>
                  <a:lnTo>
                    <a:pt x="575769" y="0"/>
                  </a:lnTo>
                  <a:lnTo>
                    <a:pt x="574914" y="0"/>
                  </a:lnTo>
                  <a:lnTo>
                    <a:pt x="574058" y="0"/>
                  </a:lnTo>
                  <a:lnTo>
                    <a:pt x="573203" y="0"/>
                  </a:lnTo>
                  <a:lnTo>
                    <a:pt x="572347" y="0"/>
                  </a:lnTo>
                  <a:lnTo>
                    <a:pt x="571492" y="0"/>
                  </a:lnTo>
                  <a:lnTo>
                    <a:pt x="570636" y="0"/>
                  </a:lnTo>
                  <a:lnTo>
                    <a:pt x="569781" y="0"/>
                  </a:lnTo>
                  <a:lnTo>
                    <a:pt x="568925" y="0"/>
                  </a:lnTo>
                  <a:lnTo>
                    <a:pt x="568070" y="0"/>
                  </a:lnTo>
                  <a:lnTo>
                    <a:pt x="567214" y="0"/>
                  </a:lnTo>
                  <a:lnTo>
                    <a:pt x="566359" y="0"/>
                  </a:lnTo>
                  <a:lnTo>
                    <a:pt x="565503" y="0"/>
                  </a:lnTo>
                  <a:lnTo>
                    <a:pt x="564647" y="0"/>
                  </a:lnTo>
                  <a:lnTo>
                    <a:pt x="563792" y="0"/>
                  </a:lnTo>
                  <a:lnTo>
                    <a:pt x="562936" y="0"/>
                  </a:lnTo>
                  <a:lnTo>
                    <a:pt x="562081" y="0"/>
                  </a:lnTo>
                  <a:lnTo>
                    <a:pt x="561225" y="0"/>
                  </a:lnTo>
                  <a:lnTo>
                    <a:pt x="560370" y="0"/>
                  </a:lnTo>
                  <a:lnTo>
                    <a:pt x="559514" y="0"/>
                  </a:lnTo>
                  <a:lnTo>
                    <a:pt x="558659" y="0"/>
                  </a:lnTo>
                  <a:lnTo>
                    <a:pt x="557803" y="0"/>
                  </a:lnTo>
                  <a:lnTo>
                    <a:pt x="556948" y="0"/>
                  </a:lnTo>
                  <a:lnTo>
                    <a:pt x="556092" y="0"/>
                  </a:lnTo>
                  <a:lnTo>
                    <a:pt x="555237" y="0"/>
                  </a:lnTo>
                  <a:lnTo>
                    <a:pt x="554381" y="0"/>
                  </a:lnTo>
                  <a:lnTo>
                    <a:pt x="553526" y="0"/>
                  </a:lnTo>
                  <a:lnTo>
                    <a:pt x="552670" y="0"/>
                  </a:lnTo>
                  <a:lnTo>
                    <a:pt x="551815" y="0"/>
                  </a:lnTo>
                  <a:lnTo>
                    <a:pt x="550959" y="0"/>
                  </a:lnTo>
                  <a:lnTo>
                    <a:pt x="550103" y="0"/>
                  </a:lnTo>
                  <a:lnTo>
                    <a:pt x="549248" y="0"/>
                  </a:lnTo>
                  <a:lnTo>
                    <a:pt x="548392" y="0"/>
                  </a:lnTo>
                  <a:lnTo>
                    <a:pt x="547537" y="0"/>
                  </a:lnTo>
                  <a:lnTo>
                    <a:pt x="546681" y="0"/>
                  </a:lnTo>
                  <a:lnTo>
                    <a:pt x="545826" y="0"/>
                  </a:lnTo>
                  <a:lnTo>
                    <a:pt x="544970" y="0"/>
                  </a:lnTo>
                  <a:lnTo>
                    <a:pt x="544115" y="0"/>
                  </a:lnTo>
                  <a:lnTo>
                    <a:pt x="543259" y="0"/>
                  </a:lnTo>
                  <a:lnTo>
                    <a:pt x="542404" y="0"/>
                  </a:lnTo>
                  <a:lnTo>
                    <a:pt x="541548" y="0"/>
                  </a:lnTo>
                  <a:lnTo>
                    <a:pt x="540693" y="0"/>
                  </a:lnTo>
                  <a:lnTo>
                    <a:pt x="539837" y="0"/>
                  </a:lnTo>
                  <a:lnTo>
                    <a:pt x="538982" y="0"/>
                  </a:lnTo>
                  <a:lnTo>
                    <a:pt x="538126" y="0"/>
                  </a:lnTo>
                  <a:lnTo>
                    <a:pt x="537271" y="0"/>
                  </a:lnTo>
                  <a:lnTo>
                    <a:pt x="536415" y="0"/>
                  </a:lnTo>
                  <a:lnTo>
                    <a:pt x="535560" y="0"/>
                  </a:lnTo>
                  <a:lnTo>
                    <a:pt x="534704" y="0"/>
                  </a:lnTo>
                  <a:lnTo>
                    <a:pt x="533848" y="0"/>
                  </a:lnTo>
                  <a:lnTo>
                    <a:pt x="532993" y="0"/>
                  </a:lnTo>
                  <a:lnTo>
                    <a:pt x="532137" y="0"/>
                  </a:lnTo>
                  <a:lnTo>
                    <a:pt x="531282" y="0"/>
                  </a:lnTo>
                  <a:lnTo>
                    <a:pt x="530426" y="0"/>
                  </a:lnTo>
                  <a:lnTo>
                    <a:pt x="529571" y="0"/>
                  </a:lnTo>
                  <a:lnTo>
                    <a:pt x="528715" y="0"/>
                  </a:lnTo>
                  <a:lnTo>
                    <a:pt x="527860" y="0"/>
                  </a:lnTo>
                  <a:lnTo>
                    <a:pt x="527004" y="0"/>
                  </a:lnTo>
                  <a:lnTo>
                    <a:pt x="526149" y="0"/>
                  </a:lnTo>
                  <a:lnTo>
                    <a:pt x="525293" y="0"/>
                  </a:lnTo>
                  <a:lnTo>
                    <a:pt x="524438" y="0"/>
                  </a:lnTo>
                  <a:lnTo>
                    <a:pt x="523582" y="0"/>
                  </a:lnTo>
                  <a:lnTo>
                    <a:pt x="522727" y="0"/>
                  </a:lnTo>
                  <a:lnTo>
                    <a:pt x="521871" y="0"/>
                  </a:lnTo>
                  <a:lnTo>
                    <a:pt x="521016" y="0"/>
                  </a:lnTo>
                  <a:lnTo>
                    <a:pt x="520160" y="0"/>
                  </a:lnTo>
                  <a:lnTo>
                    <a:pt x="519305" y="0"/>
                  </a:lnTo>
                  <a:lnTo>
                    <a:pt x="518449" y="0"/>
                  </a:lnTo>
                  <a:lnTo>
                    <a:pt x="517593" y="0"/>
                  </a:lnTo>
                  <a:lnTo>
                    <a:pt x="516738" y="0"/>
                  </a:lnTo>
                  <a:lnTo>
                    <a:pt x="515882" y="0"/>
                  </a:lnTo>
                  <a:lnTo>
                    <a:pt x="515027" y="0"/>
                  </a:lnTo>
                  <a:lnTo>
                    <a:pt x="514171" y="0"/>
                  </a:lnTo>
                  <a:lnTo>
                    <a:pt x="513316" y="0"/>
                  </a:lnTo>
                  <a:lnTo>
                    <a:pt x="512460" y="0"/>
                  </a:lnTo>
                  <a:lnTo>
                    <a:pt x="511605" y="0"/>
                  </a:lnTo>
                  <a:lnTo>
                    <a:pt x="510749" y="0"/>
                  </a:lnTo>
                  <a:lnTo>
                    <a:pt x="509894" y="0"/>
                  </a:lnTo>
                  <a:lnTo>
                    <a:pt x="509038" y="0"/>
                  </a:lnTo>
                  <a:lnTo>
                    <a:pt x="508183" y="0"/>
                  </a:lnTo>
                  <a:lnTo>
                    <a:pt x="507327" y="0"/>
                  </a:lnTo>
                  <a:lnTo>
                    <a:pt x="506472" y="0"/>
                  </a:lnTo>
                  <a:lnTo>
                    <a:pt x="505616" y="0"/>
                  </a:lnTo>
                  <a:lnTo>
                    <a:pt x="504761" y="0"/>
                  </a:lnTo>
                  <a:lnTo>
                    <a:pt x="503905" y="0"/>
                  </a:lnTo>
                  <a:lnTo>
                    <a:pt x="503049" y="0"/>
                  </a:lnTo>
                  <a:lnTo>
                    <a:pt x="502194" y="0"/>
                  </a:lnTo>
                  <a:lnTo>
                    <a:pt x="501338" y="0"/>
                  </a:lnTo>
                  <a:lnTo>
                    <a:pt x="500483" y="0"/>
                  </a:lnTo>
                  <a:lnTo>
                    <a:pt x="499627" y="0"/>
                  </a:lnTo>
                  <a:lnTo>
                    <a:pt x="498772" y="0"/>
                  </a:lnTo>
                  <a:lnTo>
                    <a:pt x="497916" y="0"/>
                  </a:lnTo>
                  <a:lnTo>
                    <a:pt x="497061" y="0"/>
                  </a:lnTo>
                  <a:lnTo>
                    <a:pt x="496205" y="0"/>
                  </a:lnTo>
                  <a:lnTo>
                    <a:pt x="495350" y="0"/>
                  </a:lnTo>
                  <a:lnTo>
                    <a:pt x="494494" y="0"/>
                  </a:lnTo>
                  <a:lnTo>
                    <a:pt x="493639" y="0"/>
                  </a:lnTo>
                  <a:lnTo>
                    <a:pt x="492783" y="0"/>
                  </a:lnTo>
                  <a:lnTo>
                    <a:pt x="491928" y="0"/>
                  </a:lnTo>
                  <a:lnTo>
                    <a:pt x="491072" y="0"/>
                  </a:lnTo>
                  <a:lnTo>
                    <a:pt x="490217" y="0"/>
                  </a:lnTo>
                  <a:lnTo>
                    <a:pt x="489361" y="0"/>
                  </a:lnTo>
                  <a:lnTo>
                    <a:pt x="488506" y="0"/>
                  </a:lnTo>
                  <a:lnTo>
                    <a:pt x="487650" y="0"/>
                  </a:lnTo>
                  <a:lnTo>
                    <a:pt x="486794" y="0"/>
                  </a:lnTo>
                  <a:lnTo>
                    <a:pt x="485939" y="0"/>
                  </a:lnTo>
                  <a:lnTo>
                    <a:pt x="485083" y="0"/>
                  </a:lnTo>
                  <a:lnTo>
                    <a:pt x="484228" y="0"/>
                  </a:lnTo>
                  <a:lnTo>
                    <a:pt x="483372" y="0"/>
                  </a:lnTo>
                  <a:lnTo>
                    <a:pt x="482517" y="0"/>
                  </a:lnTo>
                  <a:lnTo>
                    <a:pt x="481661" y="0"/>
                  </a:lnTo>
                  <a:lnTo>
                    <a:pt x="480806" y="0"/>
                  </a:lnTo>
                  <a:lnTo>
                    <a:pt x="479950" y="0"/>
                  </a:lnTo>
                  <a:lnTo>
                    <a:pt x="479095" y="0"/>
                  </a:lnTo>
                  <a:lnTo>
                    <a:pt x="478239" y="0"/>
                  </a:lnTo>
                  <a:lnTo>
                    <a:pt x="477384" y="0"/>
                  </a:lnTo>
                  <a:lnTo>
                    <a:pt x="476528" y="0"/>
                  </a:lnTo>
                  <a:lnTo>
                    <a:pt x="475673" y="0"/>
                  </a:lnTo>
                  <a:lnTo>
                    <a:pt x="474817" y="0"/>
                  </a:lnTo>
                  <a:lnTo>
                    <a:pt x="473962" y="0"/>
                  </a:lnTo>
                  <a:lnTo>
                    <a:pt x="473106" y="0"/>
                  </a:lnTo>
                  <a:lnTo>
                    <a:pt x="472251" y="0"/>
                  </a:lnTo>
                  <a:lnTo>
                    <a:pt x="471395" y="0"/>
                  </a:lnTo>
                  <a:lnTo>
                    <a:pt x="470539" y="0"/>
                  </a:lnTo>
                  <a:lnTo>
                    <a:pt x="469684" y="0"/>
                  </a:lnTo>
                  <a:lnTo>
                    <a:pt x="468828" y="0"/>
                  </a:lnTo>
                  <a:lnTo>
                    <a:pt x="467973" y="0"/>
                  </a:lnTo>
                  <a:lnTo>
                    <a:pt x="467117" y="0"/>
                  </a:lnTo>
                  <a:lnTo>
                    <a:pt x="466262" y="0"/>
                  </a:lnTo>
                  <a:lnTo>
                    <a:pt x="465406" y="0"/>
                  </a:lnTo>
                  <a:lnTo>
                    <a:pt x="464551" y="0"/>
                  </a:lnTo>
                  <a:lnTo>
                    <a:pt x="463695" y="0"/>
                  </a:lnTo>
                  <a:lnTo>
                    <a:pt x="462840" y="0"/>
                  </a:lnTo>
                  <a:lnTo>
                    <a:pt x="461984" y="0"/>
                  </a:lnTo>
                  <a:lnTo>
                    <a:pt x="461129" y="0"/>
                  </a:lnTo>
                  <a:lnTo>
                    <a:pt x="460273" y="0"/>
                  </a:lnTo>
                  <a:lnTo>
                    <a:pt x="459418" y="0"/>
                  </a:lnTo>
                  <a:lnTo>
                    <a:pt x="458562" y="0"/>
                  </a:lnTo>
                  <a:lnTo>
                    <a:pt x="457707" y="0"/>
                  </a:lnTo>
                  <a:lnTo>
                    <a:pt x="456851" y="0"/>
                  </a:lnTo>
                  <a:lnTo>
                    <a:pt x="455995" y="0"/>
                  </a:lnTo>
                  <a:lnTo>
                    <a:pt x="455140" y="0"/>
                  </a:lnTo>
                  <a:lnTo>
                    <a:pt x="454284" y="0"/>
                  </a:lnTo>
                  <a:lnTo>
                    <a:pt x="453429" y="0"/>
                  </a:lnTo>
                  <a:lnTo>
                    <a:pt x="452573" y="0"/>
                  </a:lnTo>
                  <a:lnTo>
                    <a:pt x="451718" y="0"/>
                  </a:lnTo>
                  <a:lnTo>
                    <a:pt x="450862" y="0"/>
                  </a:lnTo>
                  <a:lnTo>
                    <a:pt x="450007" y="0"/>
                  </a:lnTo>
                  <a:lnTo>
                    <a:pt x="449151" y="0"/>
                  </a:lnTo>
                  <a:lnTo>
                    <a:pt x="448296" y="0"/>
                  </a:lnTo>
                  <a:lnTo>
                    <a:pt x="447440" y="0"/>
                  </a:lnTo>
                  <a:lnTo>
                    <a:pt x="446585" y="0"/>
                  </a:lnTo>
                  <a:lnTo>
                    <a:pt x="445729" y="0"/>
                  </a:lnTo>
                  <a:lnTo>
                    <a:pt x="444874" y="0"/>
                  </a:lnTo>
                  <a:lnTo>
                    <a:pt x="444018" y="0"/>
                  </a:lnTo>
                  <a:lnTo>
                    <a:pt x="443163" y="0"/>
                  </a:lnTo>
                  <a:lnTo>
                    <a:pt x="442307" y="0"/>
                  </a:lnTo>
                  <a:lnTo>
                    <a:pt x="441452" y="0"/>
                  </a:lnTo>
                  <a:lnTo>
                    <a:pt x="440596" y="0"/>
                  </a:lnTo>
                  <a:lnTo>
                    <a:pt x="439740" y="0"/>
                  </a:lnTo>
                  <a:lnTo>
                    <a:pt x="438885" y="0"/>
                  </a:lnTo>
                  <a:lnTo>
                    <a:pt x="438029" y="0"/>
                  </a:lnTo>
                  <a:lnTo>
                    <a:pt x="437174" y="0"/>
                  </a:lnTo>
                  <a:lnTo>
                    <a:pt x="436318" y="0"/>
                  </a:lnTo>
                  <a:lnTo>
                    <a:pt x="435463" y="0"/>
                  </a:lnTo>
                  <a:lnTo>
                    <a:pt x="434607" y="0"/>
                  </a:lnTo>
                  <a:lnTo>
                    <a:pt x="433752" y="0"/>
                  </a:lnTo>
                  <a:lnTo>
                    <a:pt x="432896" y="0"/>
                  </a:lnTo>
                  <a:lnTo>
                    <a:pt x="432041" y="0"/>
                  </a:lnTo>
                  <a:lnTo>
                    <a:pt x="431185" y="0"/>
                  </a:lnTo>
                  <a:lnTo>
                    <a:pt x="430330" y="0"/>
                  </a:lnTo>
                  <a:lnTo>
                    <a:pt x="429474" y="0"/>
                  </a:lnTo>
                  <a:lnTo>
                    <a:pt x="428619" y="0"/>
                  </a:lnTo>
                  <a:lnTo>
                    <a:pt x="427763" y="0"/>
                  </a:lnTo>
                  <a:lnTo>
                    <a:pt x="426908" y="0"/>
                  </a:lnTo>
                  <a:lnTo>
                    <a:pt x="426052" y="0"/>
                  </a:lnTo>
                  <a:lnTo>
                    <a:pt x="425197" y="0"/>
                  </a:lnTo>
                  <a:lnTo>
                    <a:pt x="424341" y="0"/>
                  </a:lnTo>
                  <a:lnTo>
                    <a:pt x="423485" y="0"/>
                  </a:lnTo>
                  <a:lnTo>
                    <a:pt x="422630" y="0"/>
                  </a:lnTo>
                  <a:lnTo>
                    <a:pt x="421774" y="0"/>
                  </a:lnTo>
                  <a:lnTo>
                    <a:pt x="420919" y="0"/>
                  </a:lnTo>
                  <a:lnTo>
                    <a:pt x="420063" y="0"/>
                  </a:lnTo>
                  <a:lnTo>
                    <a:pt x="419208" y="0"/>
                  </a:lnTo>
                  <a:lnTo>
                    <a:pt x="418352" y="0"/>
                  </a:lnTo>
                  <a:lnTo>
                    <a:pt x="417497" y="0"/>
                  </a:lnTo>
                  <a:lnTo>
                    <a:pt x="416641" y="0"/>
                  </a:lnTo>
                  <a:lnTo>
                    <a:pt x="415786" y="0"/>
                  </a:lnTo>
                  <a:lnTo>
                    <a:pt x="414930" y="0"/>
                  </a:lnTo>
                  <a:lnTo>
                    <a:pt x="414075" y="0"/>
                  </a:lnTo>
                  <a:lnTo>
                    <a:pt x="413219" y="0"/>
                  </a:lnTo>
                  <a:lnTo>
                    <a:pt x="412364" y="0"/>
                  </a:lnTo>
                  <a:lnTo>
                    <a:pt x="411508" y="0"/>
                  </a:lnTo>
                  <a:lnTo>
                    <a:pt x="410653" y="0"/>
                  </a:lnTo>
                  <a:lnTo>
                    <a:pt x="409797" y="0"/>
                  </a:lnTo>
                  <a:lnTo>
                    <a:pt x="408942" y="0"/>
                  </a:lnTo>
                  <a:lnTo>
                    <a:pt x="408086" y="0"/>
                  </a:lnTo>
                  <a:lnTo>
                    <a:pt x="407230" y="0"/>
                  </a:lnTo>
                  <a:lnTo>
                    <a:pt x="406375" y="0"/>
                  </a:lnTo>
                  <a:lnTo>
                    <a:pt x="405519" y="0"/>
                  </a:lnTo>
                  <a:lnTo>
                    <a:pt x="404664" y="0"/>
                  </a:lnTo>
                  <a:lnTo>
                    <a:pt x="403808" y="0"/>
                  </a:lnTo>
                  <a:lnTo>
                    <a:pt x="402953" y="0"/>
                  </a:lnTo>
                  <a:lnTo>
                    <a:pt x="402097" y="0"/>
                  </a:lnTo>
                  <a:lnTo>
                    <a:pt x="401242" y="0"/>
                  </a:lnTo>
                  <a:lnTo>
                    <a:pt x="400386" y="0"/>
                  </a:lnTo>
                  <a:lnTo>
                    <a:pt x="399531" y="0"/>
                  </a:lnTo>
                  <a:lnTo>
                    <a:pt x="398675" y="0"/>
                  </a:lnTo>
                  <a:lnTo>
                    <a:pt x="397820" y="0"/>
                  </a:lnTo>
                  <a:lnTo>
                    <a:pt x="396964" y="0"/>
                  </a:lnTo>
                  <a:lnTo>
                    <a:pt x="396109" y="0"/>
                  </a:lnTo>
                  <a:lnTo>
                    <a:pt x="395253" y="0"/>
                  </a:lnTo>
                  <a:lnTo>
                    <a:pt x="394398" y="0"/>
                  </a:lnTo>
                  <a:lnTo>
                    <a:pt x="393542" y="0"/>
                  </a:lnTo>
                  <a:lnTo>
                    <a:pt x="392686" y="0"/>
                  </a:lnTo>
                  <a:lnTo>
                    <a:pt x="391831" y="0"/>
                  </a:lnTo>
                  <a:lnTo>
                    <a:pt x="390975" y="0"/>
                  </a:lnTo>
                  <a:lnTo>
                    <a:pt x="390120" y="0"/>
                  </a:lnTo>
                  <a:lnTo>
                    <a:pt x="389264" y="0"/>
                  </a:lnTo>
                  <a:lnTo>
                    <a:pt x="388409" y="0"/>
                  </a:lnTo>
                  <a:lnTo>
                    <a:pt x="387553" y="0"/>
                  </a:lnTo>
                  <a:lnTo>
                    <a:pt x="386698" y="0"/>
                  </a:lnTo>
                  <a:lnTo>
                    <a:pt x="385842" y="0"/>
                  </a:lnTo>
                  <a:lnTo>
                    <a:pt x="384987" y="0"/>
                  </a:lnTo>
                  <a:lnTo>
                    <a:pt x="384131" y="0"/>
                  </a:lnTo>
                  <a:lnTo>
                    <a:pt x="383276" y="0"/>
                  </a:lnTo>
                  <a:lnTo>
                    <a:pt x="382420" y="0"/>
                  </a:lnTo>
                  <a:lnTo>
                    <a:pt x="381565" y="0"/>
                  </a:lnTo>
                  <a:lnTo>
                    <a:pt x="380709" y="0"/>
                  </a:lnTo>
                  <a:lnTo>
                    <a:pt x="379854" y="0"/>
                  </a:lnTo>
                  <a:lnTo>
                    <a:pt x="378998" y="0"/>
                  </a:lnTo>
                  <a:lnTo>
                    <a:pt x="378143" y="0"/>
                  </a:lnTo>
                  <a:lnTo>
                    <a:pt x="377287" y="0"/>
                  </a:lnTo>
                  <a:lnTo>
                    <a:pt x="376431" y="0"/>
                  </a:lnTo>
                  <a:lnTo>
                    <a:pt x="375576" y="0"/>
                  </a:lnTo>
                  <a:lnTo>
                    <a:pt x="374720" y="0"/>
                  </a:lnTo>
                  <a:lnTo>
                    <a:pt x="373865" y="0"/>
                  </a:lnTo>
                  <a:lnTo>
                    <a:pt x="373009" y="0"/>
                  </a:lnTo>
                  <a:lnTo>
                    <a:pt x="372154" y="0"/>
                  </a:lnTo>
                  <a:lnTo>
                    <a:pt x="371298" y="0"/>
                  </a:lnTo>
                  <a:lnTo>
                    <a:pt x="370443" y="0"/>
                  </a:lnTo>
                  <a:lnTo>
                    <a:pt x="369587" y="0"/>
                  </a:lnTo>
                  <a:lnTo>
                    <a:pt x="368732" y="0"/>
                  </a:lnTo>
                  <a:lnTo>
                    <a:pt x="367876" y="0"/>
                  </a:lnTo>
                  <a:lnTo>
                    <a:pt x="367021" y="0"/>
                  </a:lnTo>
                  <a:lnTo>
                    <a:pt x="366165" y="0"/>
                  </a:lnTo>
                  <a:lnTo>
                    <a:pt x="365310" y="0"/>
                  </a:lnTo>
                  <a:lnTo>
                    <a:pt x="364454" y="0"/>
                  </a:lnTo>
                  <a:lnTo>
                    <a:pt x="363599" y="0"/>
                  </a:lnTo>
                  <a:lnTo>
                    <a:pt x="362743" y="0"/>
                  </a:lnTo>
                  <a:lnTo>
                    <a:pt x="361888" y="0"/>
                  </a:lnTo>
                  <a:lnTo>
                    <a:pt x="361032" y="0"/>
                  </a:lnTo>
                  <a:lnTo>
                    <a:pt x="360176" y="0"/>
                  </a:lnTo>
                  <a:lnTo>
                    <a:pt x="359321" y="0"/>
                  </a:lnTo>
                  <a:lnTo>
                    <a:pt x="358465" y="0"/>
                  </a:lnTo>
                  <a:lnTo>
                    <a:pt x="357610" y="0"/>
                  </a:lnTo>
                  <a:lnTo>
                    <a:pt x="356754" y="0"/>
                  </a:lnTo>
                  <a:lnTo>
                    <a:pt x="355899" y="0"/>
                  </a:lnTo>
                  <a:lnTo>
                    <a:pt x="355043" y="0"/>
                  </a:lnTo>
                  <a:lnTo>
                    <a:pt x="354188" y="0"/>
                  </a:lnTo>
                  <a:lnTo>
                    <a:pt x="353332" y="0"/>
                  </a:lnTo>
                  <a:lnTo>
                    <a:pt x="352477" y="0"/>
                  </a:lnTo>
                  <a:lnTo>
                    <a:pt x="351621" y="0"/>
                  </a:lnTo>
                  <a:lnTo>
                    <a:pt x="350766" y="0"/>
                  </a:lnTo>
                  <a:lnTo>
                    <a:pt x="349910" y="0"/>
                  </a:lnTo>
                  <a:lnTo>
                    <a:pt x="349055" y="0"/>
                  </a:lnTo>
                  <a:lnTo>
                    <a:pt x="348199" y="0"/>
                  </a:lnTo>
                  <a:lnTo>
                    <a:pt x="347344" y="0"/>
                  </a:lnTo>
                  <a:lnTo>
                    <a:pt x="346488" y="0"/>
                  </a:lnTo>
                  <a:lnTo>
                    <a:pt x="345632" y="0"/>
                  </a:lnTo>
                  <a:lnTo>
                    <a:pt x="344777" y="0"/>
                  </a:lnTo>
                  <a:lnTo>
                    <a:pt x="343921" y="0"/>
                  </a:lnTo>
                  <a:lnTo>
                    <a:pt x="343066" y="0"/>
                  </a:lnTo>
                  <a:lnTo>
                    <a:pt x="342210" y="0"/>
                  </a:lnTo>
                  <a:lnTo>
                    <a:pt x="341355" y="0"/>
                  </a:lnTo>
                  <a:lnTo>
                    <a:pt x="340499" y="0"/>
                  </a:lnTo>
                  <a:lnTo>
                    <a:pt x="339644" y="0"/>
                  </a:lnTo>
                  <a:lnTo>
                    <a:pt x="338788" y="0"/>
                  </a:lnTo>
                  <a:lnTo>
                    <a:pt x="337933" y="0"/>
                  </a:lnTo>
                  <a:lnTo>
                    <a:pt x="337077" y="0"/>
                  </a:lnTo>
                  <a:lnTo>
                    <a:pt x="336222" y="0"/>
                  </a:lnTo>
                  <a:lnTo>
                    <a:pt x="335366" y="0"/>
                  </a:lnTo>
                  <a:lnTo>
                    <a:pt x="334511" y="0"/>
                  </a:lnTo>
                  <a:lnTo>
                    <a:pt x="333655" y="0"/>
                  </a:lnTo>
                  <a:lnTo>
                    <a:pt x="332800" y="0"/>
                  </a:lnTo>
                  <a:lnTo>
                    <a:pt x="331944" y="0"/>
                  </a:lnTo>
                  <a:lnTo>
                    <a:pt x="331089" y="0"/>
                  </a:lnTo>
                  <a:lnTo>
                    <a:pt x="330233" y="0"/>
                  </a:lnTo>
                  <a:lnTo>
                    <a:pt x="329377" y="0"/>
                  </a:lnTo>
                  <a:lnTo>
                    <a:pt x="328522" y="0"/>
                  </a:lnTo>
                  <a:lnTo>
                    <a:pt x="327666" y="0"/>
                  </a:lnTo>
                  <a:lnTo>
                    <a:pt x="326811" y="0"/>
                  </a:lnTo>
                  <a:lnTo>
                    <a:pt x="325955" y="0"/>
                  </a:lnTo>
                  <a:lnTo>
                    <a:pt x="325100" y="0"/>
                  </a:lnTo>
                  <a:lnTo>
                    <a:pt x="324244" y="0"/>
                  </a:lnTo>
                  <a:lnTo>
                    <a:pt x="323389" y="0"/>
                  </a:lnTo>
                  <a:lnTo>
                    <a:pt x="322533" y="0"/>
                  </a:lnTo>
                  <a:lnTo>
                    <a:pt x="321678" y="0"/>
                  </a:lnTo>
                  <a:lnTo>
                    <a:pt x="320822" y="0"/>
                  </a:lnTo>
                  <a:lnTo>
                    <a:pt x="319967" y="0"/>
                  </a:lnTo>
                  <a:lnTo>
                    <a:pt x="319111" y="0"/>
                  </a:lnTo>
                  <a:lnTo>
                    <a:pt x="318256" y="0"/>
                  </a:lnTo>
                  <a:lnTo>
                    <a:pt x="317400" y="0"/>
                  </a:lnTo>
                  <a:lnTo>
                    <a:pt x="316545" y="0"/>
                  </a:lnTo>
                  <a:lnTo>
                    <a:pt x="315689" y="0"/>
                  </a:lnTo>
                  <a:lnTo>
                    <a:pt x="314834" y="0"/>
                  </a:lnTo>
                  <a:lnTo>
                    <a:pt x="313978" y="0"/>
                  </a:lnTo>
                  <a:lnTo>
                    <a:pt x="313122" y="0"/>
                  </a:lnTo>
                  <a:lnTo>
                    <a:pt x="312267" y="0"/>
                  </a:lnTo>
                  <a:lnTo>
                    <a:pt x="311411" y="0"/>
                  </a:lnTo>
                  <a:lnTo>
                    <a:pt x="310556" y="0"/>
                  </a:lnTo>
                  <a:lnTo>
                    <a:pt x="309700" y="0"/>
                  </a:lnTo>
                  <a:lnTo>
                    <a:pt x="308845" y="0"/>
                  </a:lnTo>
                  <a:lnTo>
                    <a:pt x="307989" y="0"/>
                  </a:lnTo>
                  <a:lnTo>
                    <a:pt x="307134" y="0"/>
                  </a:lnTo>
                  <a:lnTo>
                    <a:pt x="306278" y="0"/>
                  </a:lnTo>
                  <a:lnTo>
                    <a:pt x="305423" y="0"/>
                  </a:lnTo>
                  <a:lnTo>
                    <a:pt x="304567" y="0"/>
                  </a:lnTo>
                  <a:lnTo>
                    <a:pt x="303712" y="0"/>
                  </a:lnTo>
                  <a:lnTo>
                    <a:pt x="302856" y="0"/>
                  </a:lnTo>
                  <a:lnTo>
                    <a:pt x="302001" y="0"/>
                  </a:lnTo>
                  <a:lnTo>
                    <a:pt x="301145" y="0"/>
                  </a:lnTo>
                  <a:lnTo>
                    <a:pt x="300290" y="0"/>
                  </a:lnTo>
                  <a:lnTo>
                    <a:pt x="299434" y="0"/>
                  </a:lnTo>
                  <a:lnTo>
                    <a:pt x="298578" y="0"/>
                  </a:lnTo>
                  <a:lnTo>
                    <a:pt x="297723" y="0"/>
                  </a:lnTo>
                  <a:lnTo>
                    <a:pt x="296867" y="0"/>
                  </a:lnTo>
                  <a:lnTo>
                    <a:pt x="296012" y="0"/>
                  </a:lnTo>
                  <a:lnTo>
                    <a:pt x="295156" y="0"/>
                  </a:lnTo>
                  <a:lnTo>
                    <a:pt x="294301" y="0"/>
                  </a:lnTo>
                  <a:lnTo>
                    <a:pt x="293445" y="0"/>
                  </a:lnTo>
                  <a:lnTo>
                    <a:pt x="292590" y="0"/>
                  </a:lnTo>
                  <a:lnTo>
                    <a:pt x="291734" y="0"/>
                  </a:lnTo>
                  <a:lnTo>
                    <a:pt x="290879" y="0"/>
                  </a:lnTo>
                  <a:lnTo>
                    <a:pt x="290023" y="0"/>
                  </a:lnTo>
                  <a:lnTo>
                    <a:pt x="289168" y="0"/>
                  </a:lnTo>
                  <a:lnTo>
                    <a:pt x="288312" y="0"/>
                  </a:lnTo>
                  <a:lnTo>
                    <a:pt x="287457" y="0"/>
                  </a:lnTo>
                  <a:lnTo>
                    <a:pt x="286601" y="0"/>
                  </a:lnTo>
                  <a:lnTo>
                    <a:pt x="285746" y="0"/>
                  </a:lnTo>
                  <a:lnTo>
                    <a:pt x="284890" y="0"/>
                  </a:lnTo>
                  <a:lnTo>
                    <a:pt x="284035" y="0"/>
                  </a:lnTo>
                  <a:lnTo>
                    <a:pt x="283179" y="0"/>
                  </a:lnTo>
                  <a:lnTo>
                    <a:pt x="282323" y="0"/>
                  </a:lnTo>
                  <a:lnTo>
                    <a:pt x="281468" y="0"/>
                  </a:lnTo>
                  <a:lnTo>
                    <a:pt x="280612" y="0"/>
                  </a:lnTo>
                  <a:lnTo>
                    <a:pt x="279757" y="0"/>
                  </a:lnTo>
                  <a:lnTo>
                    <a:pt x="278901" y="0"/>
                  </a:lnTo>
                  <a:lnTo>
                    <a:pt x="278046" y="0"/>
                  </a:lnTo>
                  <a:lnTo>
                    <a:pt x="277190" y="0"/>
                  </a:lnTo>
                  <a:lnTo>
                    <a:pt x="276335" y="0"/>
                  </a:lnTo>
                  <a:lnTo>
                    <a:pt x="275479" y="0"/>
                  </a:lnTo>
                  <a:lnTo>
                    <a:pt x="274624" y="0"/>
                  </a:lnTo>
                  <a:lnTo>
                    <a:pt x="273768" y="0"/>
                  </a:lnTo>
                  <a:lnTo>
                    <a:pt x="272913" y="0"/>
                  </a:lnTo>
                  <a:lnTo>
                    <a:pt x="272057" y="0"/>
                  </a:lnTo>
                  <a:lnTo>
                    <a:pt x="271202" y="0"/>
                  </a:lnTo>
                  <a:lnTo>
                    <a:pt x="270346" y="0"/>
                  </a:lnTo>
                  <a:lnTo>
                    <a:pt x="269491" y="0"/>
                  </a:lnTo>
                  <a:lnTo>
                    <a:pt x="268635" y="0"/>
                  </a:lnTo>
                  <a:lnTo>
                    <a:pt x="267780" y="0"/>
                  </a:lnTo>
                  <a:lnTo>
                    <a:pt x="266924" y="0"/>
                  </a:lnTo>
                  <a:lnTo>
                    <a:pt x="266068" y="0"/>
                  </a:lnTo>
                  <a:lnTo>
                    <a:pt x="265213" y="0"/>
                  </a:lnTo>
                  <a:lnTo>
                    <a:pt x="264357" y="0"/>
                  </a:lnTo>
                  <a:lnTo>
                    <a:pt x="263502" y="0"/>
                  </a:lnTo>
                  <a:lnTo>
                    <a:pt x="262646" y="0"/>
                  </a:lnTo>
                  <a:lnTo>
                    <a:pt x="261791" y="0"/>
                  </a:lnTo>
                  <a:lnTo>
                    <a:pt x="260935" y="0"/>
                  </a:lnTo>
                  <a:lnTo>
                    <a:pt x="260080" y="0"/>
                  </a:lnTo>
                  <a:lnTo>
                    <a:pt x="259224" y="0"/>
                  </a:lnTo>
                  <a:lnTo>
                    <a:pt x="258369" y="0"/>
                  </a:lnTo>
                  <a:lnTo>
                    <a:pt x="257513" y="0"/>
                  </a:lnTo>
                  <a:lnTo>
                    <a:pt x="256658" y="0"/>
                  </a:lnTo>
                  <a:lnTo>
                    <a:pt x="255802" y="0"/>
                  </a:lnTo>
                  <a:lnTo>
                    <a:pt x="254947" y="0"/>
                  </a:lnTo>
                  <a:lnTo>
                    <a:pt x="254091" y="0"/>
                  </a:lnTo>
                  <a:lnTo>
                    <a:pt x="253236" y="0"/>
                  </a:lnTo>
                  <a:lnTo>
                    <a:pt x="252380" y="0"/>
                  </a:lnTo>
                  <a:lnTo>
                    <a:pt x="251524" y="0"/>
                  </a:lnTo>
                  <a:lnTo>
                    <a:pt x="250669" y="0"/>
                  </a:lnTo>
                  <a:lnTo>
                    <a:pt x="249813" y="0"/>
                  </a:lnTo>
                  <a:lnTo>
                    <a:pt x="248958" y="0"/>
                  </a:lnTo>
                  <a:lnTo>
                    <a:pt x="248102" y="0"/>
                  </a:lnTo>
                  <a:lnTo>
                    <a:pt x="247247" y="0"/>
                  </a:lnTo>
                  <a:lnTo>
                    <a:pt x="246391" y="0"/>
                  </a:lnTo>
                  <a:lnTo>
                    <a:pt x="245536" y="0"/>
                  </a:lnTo>
                  <a:lnTo>
                    <a:pt x="244680" y="0"/>
                  </a:lnTo>
                  <a:lnTo>
                    <a:pt x="243825" y="0"/>
                  </a:lnTo>
                  <a:lnTo>
                    <a:pt x="242969" y="0"/>
                  </a:lnTo>
                  <a:lnTo>
                    <a:pt x="242114" y="0"/>
                  </a:lnTo>
                  <a:lnTo>
                    <a:pt x="241258" y="0"/>
                  </a:lnTo>
                  <a:lnTo>
                    <a:pt x="240403" y="0"/>
                  </a:lnTo>
                  <a:lnTo>
                    <a:pt x="239547" y="0"/>
                  </a:lnTo>
                  <a:lnTo>
                    <a:pt x="238692" y="0"/>
                  </a:lnTo>
                  <a:lnTo>
                    <a:pt x="237836" y="0"/>
                  </a:lnTo>
                  <a:lnTo>
                    <a:pt x="236981" y="0"/>
                  </a:lnTo>
                  <a:lnTo>
                    <a:pt x="236125" y="0"/>
                  </a:lnTo>
                  <a:lnTo>
                    <a:pt x="235269" y="0"/>
                  </a:lnTo>
                  <a:lnTo>
                    <a:pt x="234414" y="0"/>
                  </a:lnTo>
                  <a:lnTo>
                    <a:pt x="233558" y="0"/>
                  </a:lnTo>
                  <a:lnTo>
                    <a:pt x="232703" y="0"/>
                  </a:lnTo>
                  <a:lnTo>
                    <a:pt x="231847" y="0"/>
                  </a:lnTo>
                  <a:lnTo>
                    <a:pt x="230992" y="0"/>
                  </a:lnTo>
                  <a:lnTo>
                    <a:pt x="230136" y="0"/>
                  </a:lnTo>
                  <a:lnTo>
                    <a:pt x="229281" y="0"/>
                  </a:lnTo>
                  <a:lnTo>
                    <a:pt x="228425" y="0"/>
                  </a:lnTo>
                  <a:lnTo>
                    <a:pt x="227570" y="0"/>
                  </a:lnTo>
                  <a:lnTo>
                    <a:pt x="226714" y="0"/>
                  </a:lnTo>
                  <a:lnTo>
                    <a:pt x="225859" y="0"/>
                  </a:lnTo>
                  <a:lnTo>
                    <a:pt x="225003" y="0"/>
                  </a:lnTo>
                  <a:lnTo>
                    <a:pt x="224148" y="0"/>
                  </a:lnTo>
                  <a:lnTo>
                    <a:pt x="223292" y="0"/>
                  </a:lnTo>
                  <a:lnTo>
                    <a:pt x="222437" y="0"/>
                  </a:lnTo>
                  <a:lnTo>
                    <a:pt x="221581" y="0"/>
                  </a:lnTo>
                  <a:lnTo>
                    <a:pt x="220726" y="0"/>
                  </a:lnTo>
                  <a:lnTo>
                    <a:pt x="219870" y="0"/>
                  </a:lnTo>
                  <a:lnTo>
                    <a:pt x="219014" y="0"/>
                  </a:lnTo>
                  <a:lnTo>
                    <a:pt x="218159" y="0"/>
                  </a:lnTo>
                  <a:lnTo>
                    <a:pt x="217303" y="0"/>
                  </a:lnTo>
                  <a:lnTo>
                    <a:pt x="216448" y="0"/>
                  </a:lnTo>
                  <a:lnTo>
                    <a:pt x="215592" y="0"/>
                  </a:lnTo>
                  <a:lnTo>
                    <a:pt x="214737" y="0"/>
                  </a:lnTo>
                  <a:lnTo>
                    <a:pt x="213881" y="0"/>
                  </a:lnTo>
                  <a:lnTo>
                    <a:pt x="213026" y="0"/>
                  </a:lnTo>
                  <a:lnTo>
                    <a:pt x="212170" y="0"/>
                  </a:lnTo>
                  <a:lnTo>
                    <a:pt x="211315" y="0"/>
                  </a:lnTo>
                  <a:lnTo>
                    <a:pt x="210459" y="0"/>
                  </a:lnTo>
                  <a:lnTo>
                    <a:pt x="209604" y="0"/>
                  </a:lnTo>
                  <a:lnTo>
                    <a:pt x="208748" y="0"/>
                  </a:lnTo>
                  <a:lnTo>
                    <a:pt x="207893" y="0"/>
                  </a:lnTo>
                  <a:lnTo>
                    <a:pt x="207037" y="0"/>
                  </a:lnTo>
                  <a:lnTo>
                    <a:pt x="206182" y="0"/>
                  </a:lnTo>
                  <a:lnTo>
                    <a:pt x="205326" y="0"/>
                  </a:lnTo>
                  <a:lnTo>
                    <a:pt x="204471" y="0"/>
                  </a:lnTo>
                  <a:lnTo>
                    <a:pt x="203615" y="0"/>
                  </a:lnTo>
                  <a:lnTo>
                    <a:pt x="202759" y="0"/>
                  </a:lnTo>
                  <a:lnTo>
                    <a:pt x="201904" y="0"/>
                  </a:lnTo>
                  <a:lnTo>
                    <a:pt x="201048" y="0"/>
                  </a:lnTo>
                  <a:lnTo>
                    <a:pt x="200193" y="0"/>
                  </a:lnTo>
                  <a:lnTo>
                    <a:pt x="199337" y="0"/>
                  </a:lnTo>
                  <a:lnTo>
                    <a:pt x="198482" y="0"/>
                  </a:lnTo>
                  <a:lnTo>
                    <a:pt x="197626" y="0"/>
                  </a:lnTo>
                  <a:lnTo>
                    <a:pt x="196771" y="0"/>
                  </a:lnTo>
                  <a:lnTo>
                    <a:pt x="195915" y="0"/>
                  </a:lnTo>
                  <a:lnTo>
                    <a:pt x="195060" y="0"/>
                  </a:lnTo>
                  <a:lnTo>
                    <a:pt x="194204" y="0"/>
                  </a:lnTo>
                  <a:lnTo>
                    <a:pt x="193349" y="0"/>
                  </a:lnTo>
                  <a:lnTo>
                    <a:pt x="192493" y="0"/>
                  </a:lnTo>
                  <a:lnTo>
                    <a:pt x="191638" y="0"/>
                  </a:lnTo>
                  <a:lnTo>
                    <a:pt x="190782" y="0"/>
                  </a:lnTo>
                  <a:lnTo>
                    <a:pt x="189927" y="0"/>
                  </a:lnTo>
                  <a:lnTo>
                    <a:pt x="189071" y="0"/>
                  </a:lnTo>
                  <a:lnTo>
                    <a:pt x="188215" y="0"/>
                  </a:lnTo>
                  <a:lnTo>
                    <a:pt x="187360" y="0"/>
                  </a:lnTo>
                  <a:lnTo>
                    <a:pt x="186504" y="0"/>
                  </a:lnTo>
                  <a:lnTo>
                    <a:pt x="185649" y="0"/>
                  </a:lnTo>
                  <a:lnTo>
                    <a:pt x="184793" y="0"/>
                  </a:lnTo>
                  <a:lnTo>
                    <a:pt x="183938" y="0"/>
                  </a:lnTo>
                  <a:lnTo>
                    <a:pt x="183082" y="0"/>
                  </a:lnTo>
                  <a:lnTo>
                    <a:pt x="182227" y="0"/>
                  </a:lnTo>
                  <a:lnTo>
                    <a:pt x="181371" y="0"/>
                  </a:lnTo>
                  <a:lnTo>
                    <a:pt x="180516" y="0"/>
                  </a:lnTo>
                  <a:lnTo>
                    <a:pt x="179660" y="0"/>
                  </a:lnTo>
                  <a:lnTo>
                    <a:pt x="178805" y="0"/>
                  </a:lnTo>
                  <a:lnTo>
                    <a:pt x="177949" y="0"/>
                  </a:lnTo>
                  <a:lnTo>
                    <a:pt x="177094" y="0"/>
                  </a:lnTo>
                  <a:lnTo>
                    <a:pt x="176238" y="0"/>
                  </a:lnTo>
                  <a:lnTo>
                    <a:pt x="175383" y="0"/>
                  </a:lnTo>
                  <a:lnTo>
                    <a:pt x="174527" y="0"/>
                  </a:lnTo>
                  <a:lnTo>
                    <a:pt x="173672" y="0"/>
                  </a:lnTo>
                  <a:lnTo>
                    <a:pt x="172816" y="0"/>
                  </a:lnTo>
                  <a:lnTo>
                    <a:pt x="171960" y="0"/>
                  </a:lnTo>
                  <a:lnTo>
                    <a:pt x="171105" y="0"/>
                  </a:lnTo>
                  <a:lnTo>
                    <a:pt x="170249" y="0"/>
                  </a:lnTo>
                  <a:lnTo>
                    <a:pt x="169394" y="0"/>
                  </a:lnTo>
                  <a:lnTo>
                    <a:pt x="168538" y="0"/>
                  </a:lnTo>
                  <a:lnTo>
                    <a:pt x="167683" y="0"/>
                  </a:lnTo>
                  <a:lnTo>
                    <a:pt x="166827" y="0"/>
                  </a:lnTo>
                  <a:lnTo>
                    <a:pt x="165972" y="0"/>
                  </a:lnTo>
                  <a:lnTo>
                    <a:pt x="165116" y="0"/>
                  </a:lnTo>
                  <a:lnTo>
                    <a:pt x="164261" y="0"/>
                  </a:lnTo>
                  <a:lnTo>
                    <a:pt x="163405" y="0"/>
                  </a:lnTo>
                  <a:lnTo>
                    <a:pt x="162550" y="0"/>
                  </a:lnTo>
                  <a:lnTo>
                    <a:pt x="161694" y="0"/>
                  </a:lnTo>
                  <a:lnTo>
                    <a:pt x="160839" y="0"/>
                  </a:lnTo>
                  <a:lnTo>
                    <a:pt x="159983" y="0"/>
                  </a:lnTo>
                  <a:lnTo>
                    <a:pt x="159128" y="0"/>
                  </a:lnTo>
                  <a:lnTo>
                    <a:pt x="158272" y="0"/>
                  </a:lnTo>
                  <a:lnTo>
                    <a:pt x="157417" y="0"/>
                  </a:lnTo>
                  <a:lnTo>
                    <a:pt x="156561" y="0"/>
                  </a:lnTo>
                  <a:lnTo>
                    <a:pt x="155705" y="0"/>
                  </a:lnTo>
                  <a:lnTo>
                    <a:pt x="154850" y="0"/>
                  </a:lnTo>
                  <a:lnTo>
                    <a:pt x="153994" y="0"/>
                  </a:lnTo>
                  <a:lnTo>
                    <a:pt x="153139" y="0"/>
                  </a:lnTo>
                  <a:lnTo>
                    <a:pt x="152283" y="0"/>
                  </a:lnTo>
                  <a:lnTo>
                    <a:pt x="151428" y="0"/>
                  </a:lnTo>
                  <a:lnTo>
                    <a:pt x="150572" y="0"/>
                  </a:lnTo>
                  <a:lnTo>
                    <a:pt x="149717" y="0"/>
                  </a:lnTo>
                  <a:lnTo>
                    <a:pt x="148861" y="0"/>
                  </a:lnTo>
                  <a:lnTo>
                    <a:pt x="148006" y="0"/>
                  </a:lnTo>
                  <a:lnTo>
                    <a:pt x="147150" y="0"/>
                  </a:lnTo>
                  <a:lnTo>
                    <a:pt x="146295" y="0"/>
                  </a:lnTo>
                  <a:lnTo>
                    <a:pt x="145439" y="0"/>
                  </a:lnTo>
                  <a:lnTo>
                    <a:pt x="144584" y="0"/>
                  </a:lnTo>
                  <a:lnTo>
                    <a:pt x="143728" y="0"/>
                  </a:lnTo>
                  <a:lnTo>
                    <a:pt x="142873" y="0"/>
                  </a:lnTo>
                  <a:lnTo>
                    <a:pt x="142017" y="0"/>
                  </a:lnTo>
                  <a:lnTo>
                    <a:pt x="141161" y="0"/>
                  </a:lnTo>
                  <a:lnTo>
                    <a:pt x="140306" y="0"/>
                  </a:lnTo>
                  <a:lnTo>
                    <a:pt x="139450" y="0"/>
                  </a:lnTo>
                  <a:lnTo>
                    <a:pt x="138595" y="0"/>
                  </a:lnTo>
                  <a:lnTo>
                    <a:pt x="137739" y="0"/>
                  </a:lnTo>
                  <a:lnTo>
                    <a:pt x="136884" y="0"/>
                  </a:lnTo>
                  <a:lnTo>
                    <a:pt x="136028" y="0"/>
                  </a:lnTo>
                  <a:lnTo>
                    <a:pt x="135173" y="0"/>
                  </a:lnTo>
                  <a:lnTo>
                    <a:pt x="134317" y="0"/>
                  </a:lnTo>
                  <a:lnTo>
                    <a:pt x="133462" y="0"/>
                  </a:lnTo>
                  <a:lnTo>
                    <a:pt x="132606" y="0"/>
                  </a:lnTo>
                  <a:lnTo>
                    <a:pt x="131751" y="0"/>
                  </a:lnTo>
                  <a:lnTo>
                    <a:pt x="130895" y="0"/>
                  </a:lnTo>
                  <a:lnTo>
                    <a:pt x="130040" y="0"/>
                  </a:lnTo>
                  <a:lnTo>
                    <a:pt x="129184" y="0"/>
                  </a:lnTo>
                  <a:lnTo>
                    <a:pt x="128329" y="0"/>
                  </a:lnTo>
                  <a:lnTo>
                    <a:pt x="127473" y="0"/>
                  </a:lnTo>
                  <a:lnTo>
                    <a:pt x="126618" y="0"/>
                  </a:lnTo>
                  <a:lnTo>
                    <a:pt x="125762" y="0"/>
                  </a:lnTo>
                  <a:lnTo>
                    <a:pt x="124906" y="0"/>
                  </a:lnTo>
                  <a:lnTo>
                    <a:pt x="124051" y="0"/>
                  </a:lnTo>
                  <a:lnTo>
                    <a:pt x="123195" y="0"/>
                  </a:lnTo>
                  <a:lnTo>
                    <a:pt x="122340" y="0"/>
                  </a:lnTo>
                  <a:lnTo>
                    <a:pt x="121484" y="0"/>
                  </a:lnTo>
                  <a:lnTo>
                    <a:pt x="120629" y="0"/>
                  </a:lnTo>
                  <a:lnTo>
                    <a:pt x="119773" y="0"/>
                  </a:lnTo>
                  <a:lnTo>
                    <a:pt x="118918" y="0"/>
                  </a:lnTo>
                  <a:lnTo>
                    <a:pt x="118062" y="0"/>
                  </a:lnTo>
                  <a:lnTo>
                    <a:pt x="117207" y="0"/>
                  </a:lnTo>
                  <a:lnTo>
                    <a:pt x="116351" y="0"/>
                  </a:lnTo>
                  <a:lnTo>
                    <a:pt x="115496" y="0"/>
                  </a:lnTo>
                  <a:lnTo>
                    <a:pt x="114640" y="0"/>
                  </a:lnTo>
                  <a:lnTo>
                    <a:pt x="113785" y="0"/>
                  </a:lnTo>
                  <a:lnTo>
                    <a:pt x="112929" y="0"/>
                  </a:lnTo>
                  <a:lnTo>
                    <a:pt x="112074" y="0"/>
                  </a:lnTo>
                  <a:lnTo>
                    <a:pt x="111218" y="0"/>
                  </a:lnTo>
                  <a:lnTo>
                    <a:pt x="110363" y="0"/>
                  </a:lnTo>
                  <a:lnTo>
                    <a:pt x="109507" y="0"/>
                  </a:lnTo>
                  <a:lnTo>
                    <a:pt x="108651" y="0"/>
                  </a:lnTo>
                  <a:lnTo>
                    <a:pt x="107796" y="0"/>
                  </a:lnTo>
                  <a:lnTo>
                    <a:pt x="106940" y="0"/>
                  </a:lnTo>
                  <a:lnTo>
                    <a:pt x="106085" y="0"/>
                  </a:lnTo>
                  <a:lnTo>
                    <a:pt x="105229" y="0"/>
                  </a:lnTo>
                  <a:lnTo>
                    <a:pt x="104374" y="0"/>
                  </a:lnTo>
                  <a:lnTo>
                    <a:pt x="103518" y="0"/>
                  </a:lnTo>
                  <a:lnTo>
                    <a:pt x="102663" y="0"/>
                  </a:lnTo>
                  <a:lnTo>
                    <a:pt x="101807" y="0"/>
                  </a:lnTo>
                  <a:lnTo>
                    <a:pt x="100952" y="0"/>
                  </a:lnTo>
                  <a:lnTo>
                    <a:pt x="100096" y="0"/>
                  </a:lnTo>
                  <a:lnTo>
                    <a:pt x="99241" y="0"/>
                  </a:lnTo>
                  <a:lnTo>
                    <a:pt x="98385" y="0"/>
                  </a:lnTo>
                  <a:lnTo>
                    <a:pt x="97530" y="0"/>
                  </a:lnTo>
                  <a:lnTo>
                    <a:pt x="96674" y="0"/>
                  </a:lnTo>
                  <a:lnTo>
                    <a:pt x="95819" y="0"/>
                  </a:lnTo>
                  <a:lnTo>
                    <a:pt x="94963" y="0"/>
                  </a:lnTo>
                  <a:lnTo>
                    <a:pt x="94107" y="0"/>
                  </a:lnTo>
                  <a:lnTo>
                    <a:pt x="93252" y="0"/>
                  </a:lnTo>
                  <a:lnTo>
                    <a:pt x="92396" y="0"/>
                  </a:lnTo>
                  <a:lnTo>
                    <a:pt x="91541" y="0"/>
                  </a:lnTo>
                  <a:lnTo>
                    <a:pt x="90685" y="0"/>
                  </a:lnTo>
                  <a:lnTo>
                    <a:pt x="89830" y="0"/>
                  </a:lnTo>
                  <a:lnTo>
                    <a:pt x="88974" y="0"/>
                  </a:lnTo>
                  <a:lnTo>
                    <a:pt x="88119" y="0"/>
                  </a:lnTo>
                  <a:lnTo>
                    <a:pt x="87263" y="0"/>
                  </a:lnTo>
                  <a:lnTo>
                    <a:pt x="86408" y="0"/>
                  </a:lnTo>
                  <a:lnTo>
                    <a:pt x="85552" y="0"/>
                  </a:lnTo>
                  <a:lnTo>
                    <a:pt x="84697" y="0"/>
                  </a:lnTo>
                  <a:lnTo>
                    <a:pt x="83841" y="0"/>
                  </a:lnTo>
                  <a:lnTo>
                    <a:pt x="82986" y="0"/>
                  </a:lnTo>
                  <a:lnTo>
                    <a:pt x="82130" y="0"/>
                  </a:lnTo>
                  <a:lnTo>
                    <a:pt x="81275" y="0"/>
                  </a:lnTo>
                  <a:lnTo>
                    <a:pt x="80419" y="0"/>
                  </a:lnTo>
                  <a:lnTo>
                    <a:pt x="79564" y="0"/>
                  </a:lnTo>
                  <a:lnTo>
                    <a:pt x="78708" y="0"/>
                  </a:lnTo>
                  <a:lnTo>
                    <a:pt x="77852" y="0"/>
                  </a:lnTo>
                  <a:lnTo>
                    <a:pt x="76997" y="0"/>
                  </a:lnTo>
                  <a:lnTo>
                    <a:pt x="76141" y="0"/>
                  </a:lnTo>
                  <a:lnTo>
                    <a:pt x="75286" y="0"/>
                  </a:lnTo>
                  <a:lnTo>
                    <a:pt x="74430" y="0"/>
                  </a:lnTo>
                  <a:lnTo>
                    <a:pt x="73575" y="0"/>
                  </a:lnTo>
                  <a:lnTo>
                    <a:pt x="72719" y="0"/>
                  </a:lnTo>
                  <a:lnTo>
                    <a:pt x="71864" y="0"/>
                  </a:lnTo>
                  <a:lnTo>
                    <a:pt x="71008" y="0"/>
                  </a:lnTo>
                  <a:lnTo>
                    <a:pt x="70153" y="0"/>
                  </a:lnTo>
                  <a:lnTo>
                    <a:pt x="69297" y="0"/>
                  </a:lnTo>
                  <a:lnTo>
                    <a:pt x="68442" y="0"/>
                  </a:lnTo>
                  <a:lnTo>
                    <a:pt x="67586" y="0"/>
                  </a:lnTo>
                  <a:lnTo>
                    <a:pt x="66731" y="0"/>
                  </a:lnTo>
                  <a:lnTo>
                    <a:pt x="65875" y="0"/>
                  </a:lnTo>
                  <a:lnTo>
                    <a:pt x="65020" y="0"/>
                  </a:lnTo>
                  <a:lnTo>
                    <a:pt x="64164" y="0"/>
                  </a:lnTo>
                  <a:lnTo>
                    <a:pt x="63309" y="0"/>
                  </a:lnTo>
                  <a:lnTo>
                    <a:pt x="62453" y="0"/>
                  </a:lnTo>
                  <a:lnTo>
                    <a:pt x="61597" y="0"/>
                  </a:lnTo>
                  <a:lnTo>
                    <a:pt x="60742" y="0"/>
                  </a:lnTo>
                  <a:lnTo>
                    <a:pt x="59886" y="0"/>
                  </a:lnTo>
                  <a:lnTo>
                    <a:pt x="59031" y="0"/>
                  </a:lnTo>
                  <a:lnTo>
                    <a:pt x="58175" y="0"/>
                  </a:lnTo>
                  <a:lnTo>
                    <a:pt x="57320" y="0"/>
                  </a:lnTo>
                  <a:lnTo>
                    <a:pt x="56464" y="0"/>
                  </a:lnTo>
                  <a:lnTo>
                    <a:pt x="55609" y="0"/>
                  </a:lnTo>
                  <a:lnTo>
                    <a:pt x="54753" y="0"/>
                  </a:lnTo>
                  <a:lnTo>
                    <a:pt x="53898" y="0"/>
                  </a:lnTo>
                  <a:lnTo>
                    <a:pt x="53042" y="0"/>
                  </a:lnTo>
                  <a:lnTo>
                    <a:pt x="52187" y="0"/>
                  </a:lnTo>
                  <a:lnTo>
                    <a:pt x="51331" y="0"/>
                  </a:lnTo>
                  <a:lnTo>
                    <a:pt x="50476" y="0"/>
                  </a:lnTo>
                  <a:lnTo>
                    <a:pt x="49620" y="0"/>
                  </a:lnTo>
                  <a:lnTo>
                    <a:pt x="48765" y="0"/>
                  </a:lnTo>
                  <a:lnTo>
                    <a:pt x="47909" y="0"/>
                  </a:lnTo>
                  <a:lnTo>
                    <a:pt x="47053" y="0"/>
                  </a:lnTo>
                  <a:lnTo>
                    <a:pt x="46198" y="0"/>
                  </a:lnTo>
                  <a:lnTo>
                    <a:pt x="45342" y="0"/>
                  </a:lnTo>
                  <a:lnTo>
                    <a:pt x="44487" y="0"/>
                  </a:lnTo>
                  <a:lnTo>
                    <a:pt x="43631" y="0"/>
                  </a:lnTo>
                  <a:lnTo>
                    <a:pt x="42776" y="0"/>
                  </a:lnTo>
                  <a:lnTo>
                    <a:pt x="41920" y="0"/>
                  </a:lnTo>
                  <a:lnTo>
                    <a:pt x="41065" y="0"/>
                  </a:lnTo>
                  <a:lnTo>
                    <a:pt x="40209" y="0"/>
                  </a:lnTo>
                  <a:lnTo>
                    <a:pt x="39354" y="0"/>
                  </a:lnTo>
                  <a:lnTo>
                    <a:pt x="38498" y="0"/>
                  </a:lnTo>
                  <a:lnTo>
                    <a:pt x="37643" y="0"/>
                  </a:lnTo>
                  <a:lnTo>
                    <a:pt x="36787" y="0"/>
                  </a:lnTo>
                  <a:lnTo>
                    <a:pt x="35932" y="0"/>
                  </a:lnTo>
                  <a:lnTo>
                    <a:pt x="35076" y="0"/>
                  </a:lnTo>
                  <a:lnTo>
                    <a:pt x="34221" y="0"/>
                  </a:lnTo>
                  <a:lnTo>
                    <a:pt x="33365" y="0"/>
                  </a:lnTo>
                  <a:lnTo>
                    <a:pt x="32510" y="0"/>
                  </a:lnTo>
                  <a:lnTo>
                    <a:pt x="31654" y="0"/>
                  </a:lnTo>
                  <a:lnTo>
                    <a:pt x="30798" y="0"/>
                  </a:lnTo>
                  <a:lnTo>
                    <a:pt x="29943" y="0"/>
                  </a:lnTo>
                  <a:lnTo>
                    <a:pt x="29087" y="0"/>
                  </a:lnTo>
                  <a:lnTo>
                    <a:pt x="28232" y="0"/>
                  </a:lnTo>
                  <a:lnTo>
                    <a:pt x="27376" y="0"/>
                  </a:lnTo>
                  <a:lnTo>
                    <a:pt x="26521" y="0"/>
                  </a:lnTo>
                  <a:lnTo>
                    <a:pt x="25665" y="0"/>
                  </a:lnTo>
                  <a:lnTo>
                    <a:pt x="24810" y="0"/>
                  </a:lnTo>
                  <a:lnTo>
                    <a:pt x="23954" y="0"/>
                  </a:lnTo>
                  <a:lnTo>
                    <a:pt x="23099" y="0"/>
                  </a:lnTo>
                  <a:lnTo>
                    <a:pt x="22243" y="0"/>
                  </a:lnTo>
                  <a:lnTo>
                    <a:pt x="21388" y="0"/>
                  </a:lnTo>
                  <a:lnTo>
                    <a:pt x="20532" y="0"/>
                  </a:lnTo>
                  <a:lnTo>
                    <a:pt x="19677" y="0"/>
                  </a:lnTo>
                  <a:lnTo>
                    <a:pt x="18821" y="0"/>
                  </a:lnTo>
                  <a:lnTo>
                    <a:pt x="17966" y="0"/>
                  </a:lnTo>
                  <a:lnTo>
                    <a:pt x="17110" y="0"/>
                  </a:lnTo>
                  <a:lnTo>
                    <a:pt x="16255" y="0"/>
                  </a:lnTo>
                  <a:lnTo>
                    <a:pt x="15399" y="0"/>
                  </a:lnTo>
                  <a:lnTo>
                    <a:pt x="14543" y="0"/>
                  </a:lnTo>
                  <a:lnTo>
                    <a:pt x="13688" y="0"/>
                  </a:lnTo>
                  <a:lnTo>
                    <a:pt x="12832" y="0"/>
                  </a:lnTo>
                  <a:lnTo>
                    <a:pt x="11977" y="0"/>
                  </a:lnTo>
                  <a:lnTo>
                    <a:pt x="11121" y="0"/>
                  </a:lnTo>
                  <a:lnTo>
                    <a:pt x="10266" y="0"/>
                  </a:lnTo>
                  <a:lnTo>
                    <a:pt x="9410" y="0"/>
                  </a:lnTo>
                  <a:lnTo>
                    <a:pt x="8555" y="0"/>
                  </a:lnTo>
                  <a:lnTo>
                    <a:pt x="7699" y="0"/>
                  </a:lnTo>
                  <a:lnTo>
                    <a:pt x="6844" y="0"/>
                  </a:lnTo>
                  <a:lnTo>
                    <a:pt x="5988" y="0"/>
                  </a:lnTo>
                  <a:lnTo>
                    <a:pt x="5133" y="0"/>
                  </a:lnTo>
                  <a:lnTo>
                    <a:pt x="4277" y="0"/>
                  </a:lnTo>
                  <a:lnTo>
                    <a:pt x="3422" y="0"/>
                  </a:lnTo>
                  <a:lnTo>
                    <a:pt x="2566" y="0"/>
                  </a:lnTo>
                  <a:lnTo>
                    <a:pt x="1711" y="0"/>
                  </a:lnTo>
                  <a:lnTo>
                    <a:pt x="85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444934" y="154888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tx315"/>
            <p:cNvSpPr/>
            <p:nvPr/>
          </p:nvSpPr>
          <p:spPr>
            <a:xfrm>
              <a:off x="311199" y="3009004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311199" y="219540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311199" y="138632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311199" y="57114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19" name="pl319"/>
            <p:cNvSpPr/>
            <p:nvPr/>
          </p:nvSpPr>
          <p:spPr>
            <a:xfrm>
              <a:off x="410140" y="30513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410140" y="22391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410140" y="14270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410140" y="6149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tx324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25" name="rc325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444934" y="5820948"/>
              <a:ext cx="378134" cy="558501"/>
            </a:xfrm>
            <a:custGeom>
              <a:avLst/>
              <a:pathLst>
                <a:path w="378134" h="558501">
                  <a:moveTo>
                    <a:pt x="0" y="393316"/>
                  </a:moveTo>
                  <a:lnTo>
                    <a:pt x="855" y="430491"/>
                  </a:lnTo>
                  <a:lnTo>
                    <a:pt x="1711" y="422972"/>
                  </a:lnTo>
                  <a:lnTo>
                    <a:pt x="2566" y="464264"/>
                  </a:lnTo>
                  <a:lnTo>
                    <a:pt x="3422" y="458748"/>
                  </a:lnTo>
                  <a:lnTo>
                    <a:pt x="4277" y="428967"/>
                  </a:lnTo>
                  <a:lnTo>
                    <a:pt x="5133" y="427168"/>
                  </a:lnTo>
                  <a:lnTo>
                    <a:pt x="5988" y="394851"/>
                  </a:lnTo>
                  <a:lnTo>
                    <a:pt x="6844" y="357212"/>
                  </a:lnTo>
                  <a:lnTo>
                    <a:pt x="7699" y="321275"/>
                  </a:lnTo>
                  <a:lnTo>
                    <a:pt x="8555" y="293004"/>
                  </a:lnTo>
                  <a:lnTo>
                    <a:pt x="9410" y="337213"/>
                  </a:lnTo>
                  <a:lnTo>
                    <a:pt x="10266" y="335749"/>
                  </a:lnTo>
                  <a:lnTo>
                    <a:pt x="11121" y="342984"/>
                  </a:lnTo>
                  <a:lnTo>
                    <a:pt x="11977" y="369186"/>
                  </a:lnTo>
                  <a:lnTo>
                    <a:pt x="12832" y="349597"/>
                  </a:lnTo>
                  <a:lnTo>
                    <a:pt x="13688" y="343705"/>
                  </a:lnTo>
                  <a:lnTo>
                    <a:pt x="14543" y="320849"/>
                  </a:lnTo>
                  <a:lnTo>
                    <a:pt x="15399" y="351258"/>
                  </a:lnTo>
                  <a:lnTo>
                    <a:pt x="16255" y="372884"/>
                  </a:lnTo>
                  <a:lnTo>
                    <a:pt x="17110" y="396377"/>
                  </a:lnTo>
                  <a:lnTo>
                    <a:pt x="17966" y="426087"/>
                  </a:lnTo>
                  <a:lnTo>
                    <a:pt x="18821" y="421997"/>
                  </a:lnTo>
                  <a:lnTo>
                    <a:pt x="19677" y="429255"/>
                  </a:lnTo>
                  <a:lnTo>
                    <a:pt x="20532" y="469167"/>
                  </a:lnTo>
                  <a:lnTo>
                    <a:pt x="21388" y="485924"/>
                  </a:lnTo>
                  <a:lnTo>
                    <a:pt x="22243" y="508560"/>
                  </a:lnTo>
                  <a:lnTo>
                    <a:pt x="23099" y="517324"/>
                  </a:lnTo>
                  <a:lnTo>
                    <a:pt x="23954" y="500824"/>
                  </a:lnTo>
                  <a:lnTo>
                    <a:pt x="24810" y="547458"/>
                  </a:lnTo>
                  <a:lnTo>
                    <a:pt x="25665" y="546122"/>
                  </a:lnTo>
                  <a:lnTo>
                    <a:pt x="26521" y="533859"/>
                  </a:lnTo>
                  <a:lnTo>
                    <a:pt x="27376" y="519362"/>
                  </a:lnTo>
                  <a:lnTo>
                    <a:pt x="28232" y="506144"/>
                  </a:lnTo>
                  <a:lnTo>
                    <a:pt x="29087" y="512008"/>
                  </a:lnTo>
                  <a:lnTo>
                    <a:pt x="29943" y="497536"/>
                  </a:lnTo>
                  <a:lnTo>
                    <a:pt x="30798" y="504385"/>
                  </a:lnTo>
                  <a:lnTo>
                    <a:pt x="31654" y="481821"/>
                  </a:lnTo>
                  <a:lnTo>
                    <a:pt x="32510" y="477793"/>
                  </a:lnTo>
                  <a:lnTo>
                    <a:pt x="33365" y="476351"/>
                  </a:lnTo>
                  <a:lnTo>
                    <a:pt x="34221" y="469340"/>
                  </a:lnTo>
                  <a:lnTo>
                    <a:pt x="35076" y="474133"/>
                  </a:lnTo>
                  <a:lnTo>
                    <a:pt x="35932" y="488128"/>
                  </a:lnTo>
                  <a:lnTo>
                    <a:pt x="36787" y="459887"/>
                  </a:lnTo>
                  <a:lnTo>
                    <a:pt x="37643" y="473659"/>
                  </a:lnTo>
                  <a:lnTo>
                    <a:pt x="38498" y="457808"/>
                  </a:lnTo>
                  <a:lnTo>
                    <a:pt x="39354" y="417565"/>
                  </a:lnTo>
                  <a:lnTo>
                    <a:pt x="40209" y="409836"/>
                  </a:lnTo>
                  <a:lnTo>
                    <a:pt x="41065" y="407948"/>
                  </a:lnTo>
                  <a:lnTo>
                    <a:pt x="41920" y="455069"/>
                  </a:lnTo>
                  <a:lnTo>
                    <a:pt x="42776" y="471527"/>
                  </a:lnTo>
                  <a:lnTo>
                    <a:pt x="43631" y="464112"/>
                  </a:lnTo>
                  <a:lnTo>
                    <a:pt x="44487" y="477160"/>
                  </a:lnTo>
                  <a:lnTo>
                    <a:pt x="45342" y="452257"/>
                  </a:lnTo>
                  <a:lnTo>
                    <a:pt x="46198" y="436497"/>
                  </a:lnTo>
                  <a:lnTo>
                    <a:pt x="47053" y="417568"/>
                  </a:lnTo>
                  <a:lnTo>
                    <a:pt x="47909" y="426273"/>
                  </a:lnTo>
                  <a:lnTo>
                    <a:pt x="48765" y="408129"/>
                  </a:lnTo>
                  <a:lnTo>
                    <a:pt x="49620" y="387785"/>
                  </a:lnTo>
                  <a:lnTo>
                    <a:pt x="50476" y="364110"/>
                  </a:lnTo>
                  <a:lnTo>
                    <a:pt x="51331" y="406922"/>
                  </a:lnTo>
                  <a:lnTo>
                    <a:pt x="52187" y="414664"/>
                  </a:lnTo>
                  <a:lnTo>
                    <a:pt x="53042" y="392673"/>
                  </a:lnTo>
                  <a:lnTo>
                    <a:pt x="53898" y="353046"/>
                  </a:lnTo>
                  <a:lnTo>
                    <a:pt x="54753" y="275921"/>
                  </a:lnTo>
                  <a:lnTo>
                    <a:pt x="55609" y="314023"/>
                  </a:lnTo>
                  <a:lnTo>
                    <a:pt x="56464" y="353646"/>
                  </a:lnTo>
                  <a:lnTo>
                    <a:pt x="57320" y="281571"/>
                  </a:lnTo>
                  <a:lnTo>
                    <a:pt x="58175" y="312423"/>
                  </a:lnTo>
                  <a:lnTo>
                    <a:pt x="59031" y="406774"/>
                  </a:lnTo>
                  <a:lnTo>
                    <a:pt x="59886" y="430965"/>
                  </a:lnTo>
                  <a:lnTo>
                    <a:pt x="60742" y="447732"/>
                  </a:lnTo>
                  <a:lnTo>
                    <a:pt x="61597" y="381418"/>
                  </a:lnTo>
                  <a:lnTo>
                    <a:pt x="62453" y="340275"/>
                  </a:lnTo>
                  <a:lnTo>
                    <a:pt x="63309" y="345913"/>
                  </a:lnTo>
                  <a:lnTo>
                    <a:pt x="64164" y="369958"/>
                  </a:lnTo>
                  <a:lnTo>
                    <a:pt x="65020" y="402403"/>
                  </a:lnTo>
                  <a:lnTo>
                    <a:pt x="65875" y="363270"/>
                  </a:lnTo>
                  <a:lnTo>
                    <a:pt x="66731" y="373541"/>
                  </a:lnTo>
                  <a:lnTo>
                    <a:pt x="67586" y="366323"/>
                  </a:lnTo>
                  <a:lnTo>
                    <a:pt x="68442" y="376408"/>
                  </a:lnTo>
                  <a:lnTo>
                    <a:pt x="69297" y="430782"/>
                  </a:lnTo>
                  <a:lnTo>
                    <a:pt x="70153" y="405202"/>
                  </a:lnTo>
                  <a:lnTo>
                    <a:pt x="71008" y="385854"/>
                  </a:lnTo>
                  <a:lnTo>
                    <a:pt x="71864" y="374488"/>
                  </a:lnTo>
                  <a:lnTo>
                    <a:pt x="72719" y="382706"/>
                  </a:lnTo>
                  <a:lnTo>
                    <a:pt x="73575" y="427626"/>
                  </a:lnTo>
                  <a:lnTo>
                    <a:pt x="74430" y="421090"/>
                  </a:lnTo>
                  <a:lnTo>
                    <a:pt x="75286" y="423665"/>
                  </a:lnTo>
                  <a:lnTo>
                    <a:pt x="76141" y="442736"/>
                  </a:lnTo>
                  <a:lnTo>
                    <a:pt x="76997" y="387926"/>
                  </a:lnTo>
                  <a:lnTo>
                    <a:pt x="77852" y="336099"/>
                  </a:lnTo>
                  <a:lnTo>
                    <a:pt x="78708" y="249272"/>
                  </a:lnTo>
                  <a:lnTo>
                    <a:pt x="79564" y="265708"/>
                  </a:lnTo>
                  <a:lnTo>
                    <a:pt x="80419" y="354074"/>
                  </a:lnTo>
                  <a:lnTo>
                    <a:pt x="81275" y="373511"/>
                  </a:lnTo>
                  <a:lnTo>
                    <a:pt x="82130" y="391036"/>
                  </a:lnTo>
                  <a:lnTo>
                    <a:pt x="82986" y="377955"/>
                  </a:lnTo>
                  <a:lnTo>
                    <a:pt x="83841" y="398076"/>
                  </a:lnTo>
                  <a:lnTo>
                    <a:pt x="84697" y="393999"/>
                  </a:lnTo>
                  <a:lnTo>
                    <a:pt x="85552" y="393375"/>
                  </a:lnTo>
                  <a:lnTo>
                    <a:pt x="86408" y="377273"/>
                  </a:lnTo>
                  <a:lnTo>
                    <a:pt x="87263" y="392487"/>
                  </a:lnTo>
                  <a:lnTo>
                    <a:pt x="88119" y="417314"/>
                  </a:lnTo>
                  <a:lnTo>
                    <a:pt x="88974" y="399917"/>
                  </a:lnTo>
                  <a:lnTo>
                    <a:pt x="89830" y="409267"/>
                  </a:lnTo>
                  <a:lnTo>
                    <a:pt x="90685" y="407675"/>
                  </a:lnTo>
                  <a:lnTo>
                    <a:pt x="91541" y="439265"/>
                  </a:lnTo>
                  <a:lnTo>
                    <a:pt x="92396" y="441514"/>
                  </a:lnTo>
                  <a:lnTo>
                    <a:pt x="93252" y="422687"/>
                  </a:lnTo>
                  <a:lnTo>
                    <a:pt x="94107" y="358153"/>
                  </a:lnTo>
                  <a:lnTo>
                    <a:pt x="94963" y="438279"/>
                  </a:lnTo>
                  <a:lnTo>
                    <a:pt x="95819" y="499850"/>
                  </a:lnTo>
                  <a:lnTo>
                    <a:pt x="96674" y="514572"/>
                  </a:lnTo>
                  <a:lnTo>
                    <a:pt x="97530" y="508480"/>
                  </a:lnTo>
                  <a:lnTo>
                    <a:pt x="98385" y="519137"/>
                  </a:lnTo>
                  <a:lnTo>
                    <a:pt x="99241" y="506139"/>
                  </a:lnTo>
                  <a:lnTo>
                    <a:pt x="100096" y="506453"/>
                  </a:lnTo>
                  <a:lnTo>
                    <a:pt x="100952" y="492824"/>
                  </a:lnTo>
                  <a:lnTo>
                    <a:pt x="101807" y="467264"/>
                  </a:lnTo>
                  <a:lnTo>
                    <a:pt x="102663" y="460962"/>
                  </a:lnTo>
                  <a:lnTo>
                    <a:pt x="103518" y="447450"/>
                  </a:lnTo>
                  <a:lnTo>
                    <a:pt x="104374" y="430616"/>
                  </a:lnTo>
                  <a:lnTo>
                    <a:pt x="105229" y="393873"/>
                  </a:lnTo>
                  <a:lnTo>
                    <a:pt x="106085" y="363868"/>
                  </a:lnTo>
                  <a:lnTo>
                    <a:pt x="106940" y="326826"/>
                  </a:lnTo>
                  <a:lnTo>
                    <a:pt x="107796" y="356242"/>
                  </a:lnTo>
                  <a:lnTo>
                    <a:pt x="108651" y="341212"/>
                  </a:lnTo>
                  <a:lnTo>
                    <a:pt x="109507" y="322145"/>
                  </a:lnTo>
                  <a:lnTo>
                    <a:pt x="110363" y="320069"/>
                  </a:lnTo>
                  <a:lnTo>
                    <a:pt x="111218" y="298063"/>
                  </a:lnTo>
                  <a:lnTo>
                    <a:pt x="112074" y="269033"/>
                  </a:lnTo>
                  <a:lnTo>
                    <a:pt x="112929" y="205180"/>
                  </a:lnTo>
                  <a:lnTo>
                    <a:pt x="113785" y="160204"/>
                  </a:lnTo>
                  <a:lnTo>
                    <a:pt x="114640" y="187678"/>
                  </a:lnTo>
                  <a:lnTo>
                    <a:pt x="115496" y="226771"/>
                  </a:lnTo>
                  <a:lnTo>
                    <a:pt x="116351" y="287766"/>
                  </a:lnTo>
                  <a:lnTo>
                    <a:pt x="117207" y="276880"/>
                  </a:lnTo>
                  <a:lnTo>
                    <a:pt x="118062" y="237789"/>
                  </a:lnTo>
                  <a:lnTo>
                    <a:pt x="118918" y="197622"/>
                  </a:lnTo>
                  <a:lnTo>
                    <a:pt x="119773" y="245213"/>
                  </a:lnTo>
                  <a:lnTo>
                    <a:pt x="120629" y="243956"/>
                  </a:lnTo>
                  <a:lnTo>
                    <a:pt x="121484" y="275620"/>
                  </a:lnTo>
                  <a:lnTo>
                    <a:pt x="122340" y="320124"/>
                  </a:lnTo>
                  <a:lnTo>
                    <a:pt x="123195" y="278445"/>
                  </a:lnTo>
                  <a:lnTo>
                    <a:pt x="124051" y="235073"/>
                  </a:lnTo>
                  <a:lnTo>
                    <a:pt x="124906" y="277305"/>
                  </a:lnTo>
                  <a:lnTo>
                    <a:pt x="125762" y="370950"/>
                  </a:lnTo>
                  <a:lnTo>
                    <a:pt x="126618" y="302513"/>
                  </a:lnTo>
                  <a:lnTo>
                    <a:pt x="127473" y="309556"/>
                  </a:lnTo>
                  <a:lnTo>
                    <a:pt x="128329" y="338030"/>
                  </a:lnTo>
                  <a:lnTo>
                    <a:pt x="129184" y="433254"/>
                  </a:lnTo>
                  <a:lnTo>
                    <a:pt x="130040" y="457500"/>
                  </a:lnTo>
                  <a:lnTo>
                    <a:pt x="130895" y="441365"/>
                  </a:lnTo>
                  <a:lnTo>
                    <a:pt x="131751" y="446137"/>
                  </a:lnTo>
                  <a:lnTo>
                    <a:pt x="132606" y="465623"/>
                  </a:lnTo>
                  <a:lnTo>
                    <a:pt x="133462" y="475756"/>
                  </a:lnTo>
                  <a:lnTo>
                    <a:pt x="134317" y="453232"/>
                  </a:lnTo>
                  <a:lnTo>
                    <a:pt x="135173" y="403302"/>
                  </a:lnTo>
                  <a:lnTo>
                    <a:pt x="136028" y="407987"/>
                  </a:lnTo>
                  <a:lnTo>
                    <a:pt x="136884" y="329357"/>
                  </a:lnTo>
                  <a:lnTo>
                    <a:pt x="137739" y="302777"/>
                  </a:lnTo>
                  <a:lnTo>
                    <a:pt x="138595" y="314842"/>
                  </a:lnTo>
                  <a:lnTo>
                    <a:pt x="139450" y="412668"/>
                  </a:lnTo>
                  <a:lnTo>
                    <a:pt x="140306" y="411677"/>
                  </a:lnTo>
                  <a:lnTo>
                    <a:pt x="141161" y="389496"/>
                  </a:lnTo>
                  <a:lnTo>
                    <a:pt x="142017" y="408243"/>
                  </a:lnTo>
                  <a:lnTo>
                    <a:pt x="142873" y="418221"/>
                  </a:lnTo>
                  <a:lnTo>
                    <a:pt x="143728" y="444101"/>
                  </a:lnTo>
                  <a:lnTo>
                    <a:pt x="144584" y="435840"/>
                  </a:lnTo>
                  <a:lnTo>
                    <a:pt x="145439" y="428616"/>
                  </a:lnTo>
                  <a:lnTo>
                    <a:pt x="146295" y="416823"/>
                  </a:lnTo>
                  <a:lnTo>
                    <a:pt x="147150" y="402179"/>
                  </a:lnTo>
                  <a:lnTo>
                    <a:pt x="148006" y="305431"/>
                  </a:lnTo>
                  <a:lnTo>
                    <a:pt x="148861" y="267874"/>
                  </a:lnTo>
                  <a:lnTo>
                    <a:pt x="149717" y="325488"/>
                  </a:lnTo>
                  <a:lnTo>
                    <a:pt x="150572" y="388509"/>
                  </a:lnTo>
                  <a:lnTo>
                    <a:pt x="151428" y="415848"/>
                  </a:lnTo>
                  <a:lnTo>
                    <a:pt x="152283" y="428456"/>
                  </a:lnTo>
                  <a:lnTo>
                    <a:pt x="153139" y="440582"/>
                  </a:lnTo>
                  <a:lnTo>
                    <a:pt x="153994" y="449160"/>
                  </a:lnTo>
                  <a:lnTo>
                    <a:pt x="154850" y="456239"/>
                  </a:lnTo>
                  <a:lnTo>
                    <a:pt x="155705" y="463755"/>
                  </a:lnTo>
                  <a:lnTo>
                    <a:pt x="156561" y="461072"/>
                  </a:lnTo>
                  <a:lnTo>
                    <a:pt x="157417" y="459752"/>
                  </a:lnTo>
                  <a:lnTo>
                    <a:pt x="158272" y="457691"/>
                  </a:lnTo>
                  <a:lnTo>
                    <a:pt x="159128" y="457640"/>
                  </a:lnTo>
                  <a:lnTo>
                    <a:pt x="159983" y="426887"/>
                  </a:lnTo>
                  <a:lnTo>
                    <a:pt x="160839" y="409640"/>
                  </a:lnTo>
                  <a:lnTo>
                    <a:pt x="161694" y="419341"/>
                  </a:lnTo>
                  <a:lnTo>
                    <a:pt x="162550" y="441652"/>
                  </a:lnTo>
                  <a:lnTo>
                    <a:pt x="163405" y="450098"/>
                  </a:lnTo>
                  <a:lnTo>
                    <a:pt x="164261" y="468722"/>
                  </a:lnTo>
                  <a:lnTo>
                    <a:pt x="165116" y="457570"/>
                  </a:lnTo>
                  <a:lnTo>
                    <a:pt x="165972" y="446801"/>
                  </a:lnTo>
                  <a:lnTo>
                    <a:pt x="166827" y="460260"/>
                  </a:lnTo>
                  <a:lnTo>
                    <a:pt x="167683" y="396033"/>
                  </a:lnTo>
                  <a:lnTo>
                    <a:pt x="168538" y="304794"/>
                  </a:lnTo>
                  <a:lnTo>
                    <a:pt x="169394" y="304215"/>
                  </a:lnTo>
                  <a:lnTo>
                    <a:pt x="170249" y="334664"/>
                  </a:lnTo>
                  <a:lnTo>
                    <a:pt x="171105" y="293296"/>
                  </a:lnTo>
                  <a:lnTo>
                    <a:pt x="171960" y="300676"/>
                  </a:lnTo>
                  <a:lnTo>
                    <a:pt x="172816" y="335812"/>
                  </a:lnTo>
                  <a:lnTo>
                    <a:pt x="173672" y="335606"/>
                  </a:lnTo>
                  <a:lnTo>
                    <a:pt x="174527" y="277644"/>
                  </a:lnTo>
                  <a:lnTo>
                    <a:pt x="175383" y="261076"/>
                  </a:lnTo>
                  <a:lnTo>
                    <a:pt x="176238" y="243197"/>
                  </a:lnTo>
                  <a:lnTo>
                    <a:pt x="177094" y="282124"/>
                  </a:lnTo>
                  <a:lnTo>
                    <a:pt x="177949" y="317016"/>
                  </a:lnTo>
                  <a:lnTo>
                    <a:pt x="178805" y="346232"/>
                  </a:lnTo>
                  <a:lnTo>
                    <a:pt x="179660" y="250569"/>
                  </a:lnTo>
                  <a:lnTo>
                    <a:pt x="180516" y="310412"/>
                  </a:lnTo>
                  <a:lnTo>
                    <a:pt x="181371" y="335622"/>
                  </a:lnTo>
                  <a:lnTo>
                    <a:pt x="182227" y="365627"/>
                  </a:lnTo>
                  <a:lnTo>
                    <a:pt x="183082" y="344421"/>
                  </a:lnTo>
                  <a:lnTo>
                    <a:pt x="183938" y="304624"/>
                  </a:lnTo>
                  <a:lnTo>
                    <a:pt x="184793" y="318767"/>
                  </a:lnTo>
                  <a:lnTo>
                    <a:pt x="185649" y="358497"/>
                  </a:lnTo>
                  <a:lnTo>
                    <a:pt x="186504" y="378821"/>
                  </a:lnTo>
                  <a:lnTo>
                    <a:pt x="187360" y="345186"/>
                  </a:lnTo>
                  <a:lnTo>
                    <a:pt x="188215" y="304924"/>
                  </a:lnTo>
                  <a:lnTo>
                    <a:pt x="189071" y="309195"/>
                  </a:lnTo>
                  <a:lnTo>
                    <a:pt x="189927" y="419898"/>
                  </a:lnTo>
                  <a:lnTo>
                    <a:pt x="190782" y="379764"/>
                  </a:lnTo>
                  <a:lnTo>
                    <a:pt x="191638" y="336504"/>
                  </a:lnTo>
                  <a:lnTo>
                    <a:pt x="192493" y="391239"/>
                  </a:lnTo>
                  <a:lnTo>
                    <a:pt x="193349" y="358382"/>
                  </a:lnTo>
                  <a:lnTo>
                    <a:pt x="194204" y="401752"/>
                  </a:lnTo>
                  <a:lnTo>
                    <a:pt x="195060" y="377999"/>
                  </a:lnTo>
                  <a:lnTo>
                    <a:pt x="195915" y="370992"/>
                  </a:lnTo>
                  <a:lnTo>
                    <a:pt x="196771" y="384624"/>
                  </a:lnTo>
                  <a:lnTo>
                    <a:pt x="197626" y="341799"/>
                  </a:lnTo>
                  <a:lnTo>
                    <a:pt x="198482" y="222349"/>
                  </a:lnTo>
                  <a:lnTo>
                    <a:pt x="199337" y="157372"/>
                  </a:lnTo>
                  <a:lnTo>
                    <a:pt x="200193" y="139925"/>
                  </a:lnTo>
                  <a:lnTo>
                    <a:pt x="201048" y="180169"/>
                  </a:lnTo>
                  <a:lnTo>
                    <a:pt x="201904" y="148910"/>
                  </a:lnTo>
                  <a:lnTo>
                    <a:pt x="202759" y="179309"/>
                  </a:lnTo>
                  <a:lnTo>
                    <a:pt x="203615" y="152099"/>
                  </a:lnTo>
                  <a:lnTo>
                    <a:pt x="204471" y="180325"/>
                  </a:lnTo>
                  <a:lnTo>
                    <a:pt x="205326" y="204945"/>
                  </a:lnTo>
                  <a:lnTo>
                    <a:pt x="206182" y="212567"/>
                  </a:lnTo>
                  <a:lnTo>
                    <a:pt x="207037" y="341474"/>
                  </a:lnTo>
                  <a:lnTo>
                    <a:pt x="207893" y="355614"/>
                  </a:lnTo>
                  <a:lnTo>
                    <a:pt x="208748" y="369119"/>
                  </a:lnTo>
                  <a:lnTo>
                    <a:pt x="209604" y="425841"/>
                  </a:lnTo>
                  <a:lnTo>
                    <a:pt x="210459" y="461803"/>
                  </a:lnTo>
                  <a:lnTo>
                    <a:pt x="211315" y="456214"/>
                  </a:lnTo>
                  <a:lnTo>
                    <a:pt x="212170" y="397129"/>
                  </a:lnTo>
                  <a:lnTo>
                    <a:pt x="213026" y="403970"/>
                  </a:lnTo>
                  <a:lnTo>
                    <a:pt x="213881" y="441178"/>
                  </a:lnTo>
                  <a:lnTo>
                    <a:pt x="214737" y="419600"/>
                  </a:lnTo>
                  <a:lnTo>
                    <a:pt x="215592" y="357928"/>
                  </a:lnTo>
                  <a:lnTo>
                    <a:pt x="216448" y="290256"/>
                  </a:lnTo>
                  <a:lnTo>
                    <a:pt x="217303" y="392689"/>
                  </a:lnTo>
                  <a:lnTo>
                    <a:pt x="218159" y="384966"/>
                  </a:lnTo>
                  <a:lnTo>
                    <a:pt x="219014" y="358457"/>
                  </a:lnTo>
                  <a:lnTo>
                    <a:pt x="219870" y="289053"/>
                  </a:lnTo>
                  <a:lnTo>
                    <a:pt x="220726" y="304785"/>
                  </a:lnTo>
                  <a:lnTo>
                    <a:pt x="221581" y="328587"/>
                  </a:lnTo>
                  <a:lnTo>
                    <a:pt x="222437" y="363797"/>
                  </a:lnTo>
                  <a:lnTo>
                    <a:pt x="223292" y="378504"/>
                  </a:lnTo>
                  <a:lnTo>
                    <a:pt x="224148" y="367119"/>
                  </a:lnTo>
                  <a:lnTo>
                    <a:pt x="225003" y="347647"/>
                  </a:lnTo>
                  <a:lnTo>
                    <a:pt x="225859" y="389460"/>
                  </a:lnTo>
                  <a:lnTo>
                    <a:pt x="226714" y="423278"/>
                  </a:lnTo>
                  <a:lnTo>
                    <a:pt x="227570" y="455341"/>
                  </a:lnTo>
                  <a:lnTo>
                    <a:pt x="228425" y="455830"/>
                  </a:lnTo>
                  <a:lnTo>
                    <a:pt x="229281" y="468055"/>
                  </a:lnTo>
                  <a:lnTo>
                    <a:pt x="230136" y="460330"/>
                  </a:lnTo>
                  <a:lnTo>
                    <a:pt x="230992" y="445967"/>
                  </a:lnTo>
                  <a:lnTo>
                    <a:pt x="231847" y="430229"/>
                  </a:lnTo>
                  <a:lnTo>
                    <a:pt x="232703" y="423100"/>
                  </a:lnTo>
                  <a:lnTo>
                    <a:pt x="233558" y="374556"/>
                  </a:lnTo>
                  <a:lnTo>
                    <a:pt x="234414" y="352421"/>
                  </a:lnTo>
                  <a:lnTo>
                    <a:pt x="235269" y="369622"/>
                  </a:lnTo>
                  <a:lnTo>
                    <a:pt x="236125" y="416749"/>
                  </a:lnTo>
                  <a:lnTo>
                    <a:pt x="236981" y="392444"/>
                  </a:lnTo>
                  <a:lnTo>
                    <a:pt x="237836" y="411226"/>
                  </a:lnTo>
                  <a:lnTo>
                    <a:pt x="238692" y="371960"/>
                  </a:lnTo>
                  <a:lnTo>
                    <a:pt x="239547" y="378383"/>
                  </a:lnTo>
                  <a:lnTo>
                    <a:pt x="240403" y="362287"/>
                  </a:lnTo>
                  <a:lnTo>
                    <a:pt x="241258" y="368095"/>
                  </a:lnTo>
                  <a:lnTo>
                    <a:pt x="242114" y="380783"/>
                  </a:lnTo>
                  <a:lnTo>
                    <a:pt x="242969" y="343178"/>
                  </a:lnTo>
                  <a:lnTo>
                    <a:pt x="243825" y="272593"/>
                  </a:lnTo>
                  <a:lnTo>
                    <a:pt x="244680" y="284029"/>
                  </a:lnTo>
                  <a:lnTo>
                    <a:pt x="245536" y="278813"/>
                  </a:lnTo>
                  <a:lnTo>
                    <a:pt x="246391" y="329646"/>
                  </a:lnTo>
                  <a:lnTo>
                    <a:pt x="247247" y="316977"/>
                  </a:lnTo>
                  <a:lnTo>
                    <a:pt x="248102" y="363548"/>
                  </a:lnTo>
                  <a:lnTo>
                    <a:pt x="248958" y="358042"/>
                  </a:lnTo>
                  <a:lnTo>
                    <a:pt x="249813" y="288213"/>
                  </a:lnTo>
                  <a:lnTo>
                    <a:pt x="250669" y="140424"/>
                  </a:lnTo>
                  <a:lnTo>
                    <a:pt x="251524" y="47248"/>
                  </a:lnTo>
                  <a:lnTo>
                    <a:pt x="252380" y="72497"/>
                  </a:lnTo>
                  <a:lnTo>
                    <a:pt x="253236" y="107797"/>
                  </a:lnTo>
                  <a:lnTo>
                    <a:pt x="254091" y="92035"/>
                  </a:lnTo>
                  <a:lnTo>
                    <a:pt x="254947" y="116797"/>
                  </a:lnTo>
                  <a:lnTo>
                    <a:pt x="255802" y="125289"/>
                  </a:lnTo>
                  <a:lnTo>
                    <a:pt x="256658" y="118555"/>
                  </a:lnTo>
                  <a:lnTo>
                    <a:pt x="257513" y="126353"/>
                  </a:lnTo>
                  <a:lnTo>
                    <a:pt x="258369" y="179952"/>
                  </a:lnTo>
                  <a:lnTo>
                    <a:pt x="259224" y="181947"/>
                  </a:lnTo>
                  <a:lnTo>
                    <a:pt x="260080" y="253559"/>
                  </a:lnTo>
                  <a:lnTo>
                    <a:pt x="260935" y="292989"/>
                  </a:lnTo>
                  <a:lnTo>
                    <a:pt x="261791" y="385909"/>
                  </a:lnTo>
                  <a:lnTo>
                    <a:pt x="262646" y="352150"/>
                  </a:lnTo>
                  <a:lnTo>
                    <a:pt x="263502" y="316758"/>
                  </a:lnTo>
                  <a:lnTo>
                    <a:pt x="264357" y="197706"/>
                  </a:lnTo>
                  <a:lnTo>
                    <a:pt x="265213" y="128312"/>
                  </a:lnTo>
                  <a:lnTo>
                    <a:pt x="266068" y="190702"/>
                  </a:lnTo>
                  <a:lnTo>
                    <a:pt x="266924" y="326264"/>
                  </a:lnTo>
                  <a:lnTo>
                    <a:pt x="267780" y="356002"/>
                  </a:lnTo>
                  <a:lnTo>
                    <a:pt x="268635" y="360261"/>
                  </a:lnTo>
                  <a:lnTo>
                    <a:pt x="269491" y="369123"/>
                  </a:lnTo>
                  <a:lnTo>
                    <a:pt x="270346" y="265485"/>
                  </a:lnTo>
                  <a:lnTo>
                    <a:pt x="271202" y="272858"/>
                  </a:lnTo>
                  <a:lnTo>
                    <a:pt x="272057" y="187614"/>
                  </a:lnTo>
                  <a:lnTo>
                    <a:pt x="272913" y="220917"/>
                  </a:lnTo>
                  <a:lnTo>
                    <a:pt x="273768" y="186624"/>
                  </a:lnTo>
                  <a:lnTo>
                    <a:pt x="274624" y="114453"/>
                  </a:lnTo>
                  <a:lnTo>
                    <a:pt x="275479" y="117240"/>
                  </a:lnTo>
                  <a:lnTo>
                    <a:pt x="276335" y="21229"/>
                  </a:lnTo>
                  <a:lnTo>
                    <a:pt x="277190" y="35471"/>
                  </a:lnTo>
                  <a:lnTo>
                    <a:pt x="278046" y="14370"/>
                  </a:lnTo>
                  <a:lnTo>
                    <a:pt x="278901" y="1584"/>
                  </a:lnTo>
                  <a:lnTo>
                    <a:pt x="279757" y="69293"/>
                  </a:lnTo>
                  <a:lnTo>
                    <a:pt x="280612" y="72698"/>
                  </a:lnTo>
                  <a:lnTo>
                    <a:pt x="281468" y="86124"/>
                  </a:lnTo>
                  <a:lnTo>
                    <a:pt x="282323" y="100023"/>
                  </a:lnTo>
                  <a:lnTo>
                    <a:pt x="283179" y="47239"/>
                  </a:lnTo>
                  <a:lnTo>
                    <a:pt x="284035" y="118486"/>
                  </a:lnTo>
                  <a:lnTo>
                    <a:pt x="284890" y="115723"/>
                  </a:lnTo>
                  <a:lnTo>
                    <a:pt x="285746" y="211371"/>
                  </a:lnTo>
                  <a:lnTo>
                    <a:pt x="286601" y="176843"/>
                  </a:lnTo>
                  <a:lnTo>
                    <a:pt x="287457" y="108894"/>
                  </a:lnTo>
                  <a:lnTo>
                    <a:pt x="288312" y="131470"/>
                  </a:lnTo>
                  <a:lnTo>
                    <a:pt x="289168" y="188548"/>
                  </a:lnTo>
                  <a:lnTo>
                    <a:pt x="290023" y="265314"/>
                  </a:lnTo>
                  <a:lnTo>
                    <a:pt x="290879" y="183161"/>
                  </a:lnTo>
                  <a:lnTo>
                    <a:pt x="291734" y="99666"/>
                  </a:lnTo>
                  <a:lnTo>
                    <a:pt x="292590" y="98539"/>
                  </a:lnTo>
                  <a:lnTo>
                    <a:pt x="293445" y="3845"/>
                  </a:lnTo>
                  <a:lnTo>
                    <a:pt x="294301" y="56872"/>
                  </a:lnTo>
                  <a:lnTo>
                    <a:pt x="295156" y="106762"/>
                  </a:lnTo>
                  <a:lnTo>
                    <a:pt x="296012" y="209787"/>
                  </a:lnTo>
                  <a:lnTo>
                    <a:pt x="296867" y="260896"/>
                  </a:lnTo>
                  <a:lnTo>
                    <a:pt x="297723" y="192510"/>
                  </a:lnTo>
                  <a:lnTo>
                    <a:pt x="298578" y="224653"/>
                  </a:lnTo>
                  <a:lnTo>
                    <a:pt x="299434" y="381839"/>
                  </a:lnTo>
                  <a:lnTo>
                    <a:pt x="300290" y="381274"/>
                  </a:lnTo>
                  <a:lnTo>
                    <a:pt x="301145" y="395444"/>
                  </a:lnTo>
                  <a:lnTo>
                    <a:pt x="302001" y="419704"/>
                  </a:lnTo>
                  <a:lnTo>
                    <a:pt x="302856" y="403197"/>
                  </a:lnTo>
                  <a:lnTo>
                    <a:pt x="303712" y="416169"/>
                  </a:lnTo>
                  <a:lnTo>
                    <a:pt x="304567" y="433282"/>
                  </a:lnTo>
                  <a:lnTo>
                    <a:pt x="305423" y="424163"/>
                  </a:lnTo>
                  <a:lnTo>
                    <a:pt x="306278" y="429868"/>
                  </a:lnTo>
                  <a:lnTo>
                    <a:pt x="307134" y="438892"/>
                  </a:lnTo>
                  <a:lnTo>
                    <a:pt x="307989" y="433228"/>
                  </a:lnTo>
                  <a:lnTo>
                    <a:pt x="308845" y="366025"/>
                  </a:lnTo>
                  <a:lnTo>
                    <a:pt x="309700" y="292314"/>
                  </a:lnTo>
                  <a:lnTo>
                    <a:pt x="310556" y="245575"/>
                  </a:lnTo>
                  <a:lnTo>
                    <a:pt x="311411" y="327476"/>
                  </a:lnTo>
                  <a:lnTo>
                    <a:pt x="312267" y="435537"/>
                  </a:lnTo>
                  <a:lnTo>
                    <a:pt x="313122" y="363949"/>
                  </a:lnTo>
                  <a:lnTo>
                    <a:pt x="313978" y="340709"/>
                  </a:lnTo>
                  <a:lnTo>
                    <a:pt x="314834" y="399709"/>
                  </a:lnTo>
                  <a:lnTo>
                    <a:pt x="315689" y="405476"/>
                  </a:lnTo>
                  <a:lnTo>
                    <a:pt x="316545" y="265165"/>
                  </a:lnTo>
                  <a:lnTo>
                    <a:pt x="317400" y="255218"/>
                  </a:lnTo>
                  <a:lnTo>
                    <a:pt x="318256" y="332348"/>
                  </a:lnTo>
                  <a:lnTo>
                    <a:pt x="319111" y="320914"/>
                  </a:lnTo>
                  <a:lnTo>
                    <a:pt x="319967" y="228252"/>
                  </a:lnTo>
                  <a:lnTo>
                    <a:pt x="320822" y="133796"/>
                  </a:lnTo>
                  <a:lnTo>
                    <a:pt x="321678" y="114722"/>
                  </a:lnTo>
                  <a:lnTo>
                    <a:pt x="322533" y="82840"/>
                  </a:lnTo>
                  <a:lnTo>
                    <a:pt x="323389" y="0"/>
                  </a:lnTo>
                  <a:lnTo>
                    <a:pt x="324244" y="170889"/>
                  </a:lnTo>
                  <a:lnTo>
                    <a:pt x="325100" y="269069"/>
                  </a:lnTo>
                  <a:lnTo>
                    <a:pt x="325955" y="301326"/>
                  </a:lnTo>
                  <a:lnTo>
                    <a:pt x="326811" y="280710"/>
                  </a:lnTo>
                  <a:lnTo>
                    <a:pt x="327666" y="196051"/>
                  </a:lnTo>
                  <a:lnTo>
                    <a:pt x="328522" y="126167"/>
                  </a:lnTo>
                  <a:lnTo>
                    <a:pt x="329377" y="67830"/>
                  </a:lnTo>
                  <a:lnTo>
                    <a:pt x="330233" y="36456"/>
                  </a:lnTo>
                  <a:lnTo>
                    <a:pt x="331089" y="8073"/>
                  </a:lnTo>
                  <a:lnTo>
                    <a:pt x="331944" y="38788"/>
                  </a:lnTo>
                  <a:lnTo>
                    <a:pt x="332800" y="43269"/>
                  </a:lnTo>
                  <a:lnTo>
                    <a:pt x="333655" y="49075"/>
                  </a:lnTo>
                  <a:lnTo>
                    <a:pt x="334511" y="136969"/>
                  </a:lnTo>
                  <a:lnTo>
                    <a:pt x="335366" y="247440"/>
                  </a:lnTo>
                  <a:lnTo>
                    <a:pt x="336222" y="267026"/>
                  </a:lnTo>
                  <a:lnTo>
                    <a:pt x="337077" y="337138"/>
                  </a:lnTo>
                  <a:lnTo>
                    <a:pt x="337933" y="345609"/>
                  </a:lnTo>
                  <a:lnTo>
                    <a:pt x="338788" y="378091"/>
                  </a:lnTo>
                  <a:lnTo>
                    <a:pt x="339644" y="413203"/>
                  </a:lnTo>
                  <a:lnTo>
                    <a:pt x="340499" y="417002"/>
                  </a:lnTo>
                  <a:lnTo>
                    <a:pt x="341355" y="451443"/>
                  </a:lnTo>
                  <a:lnTo>
                    <a:pt x="342210" y="480973"/>
                  </a:lnTo>
                  <a:lnTo>
                    <a:pt x="343066" y="489567"/>
                  </a:lnTo>
                  <a:lnTo>
                    <a:pt x="343921" y="478226"/>
                  </a:lnTo>
                  <a:lnTo>
                    <a:pt x="344777" y="439830"/>
                  </a:lnTo>
                  <a:lnTo>
                    <a:pt x="345632" y="424330"/>
                  </a:lnTo>
                  <a:lnTo>
                    <a:pt x="346488" y="396816"/>
                  </a:lnTo>
                  <a:lnTo>
                    <a:pt x="347344" y="427149"/>
                  </a:lnTo>
                  <a:lnTo>
                    <a:pt x="348199" y="432243"/>
                  </a:lnTo>
                  <a:lnTo>
                    <a:pt x="349055" y="467241"/>
                  </a:lnTo>
                  <a:lnTo>
                    <a:pt x="349910" y="428877"/>
                  </a:lnTo>
                  <a:lnTo>
                    <a:pt x="350766" y="372152"/>
                  </a:lnTo>
                  <a:lnTo>
                    <a:pt x="351621" y="289994"/>
                  </a:lnTo>
                  <a:lnTo>
                    <a:pt x="352477" y="240826"/>
                  </a:lnTo>
                  <a:lnTo>
                    <a:pt x="353332" y="283061"/>
                  </a:lnTo>
                  <a:lnTo>
                    <a:pt x="354188" y="292388"/>
                  </a:lnTo>
                  <a:lnTo>
                    <a:pt x="355043" y="380535"/>
                  </a:lnTo>
                  <a:lnTo>
                    <a:pt x="355899" y="460510"/>
                  </a:lnTo>
                  <a:lnTo>
                    <a:pt x="356754" y="461167"/>
                  </a:lnTo>
                  <a:lnTo>
                    <a:pt x="357610" y="488103"/>
                  </a:lnTo>
                  <a:lnTo>
                    <a:pt x="358465" y="490173"/>
                  </a:lnTo>
                  <a:lnTo>
                    <a:pt x="359321" y="494893"/>
                  </a:lnTo>
                  <a:lnTo>
                    <a:pt x="360176" y="503635"/>
                  </a:lnTo>
                  <a:lnTo>
                    <a:pt x="361032" y="539406"/>
                  </a:lnTo>
                  <a:lnTo>
                    <a:pt x="361888" y="528266"/>
                  </a:lnTo>
                  <a:lnTo>
                    <a:pt x="362743" y="528536"/>
                  </a:lnTo>
                  <a:lnTo>
                    <a:pt x="363599" y="522426"/>
                  </a:lnTo>
                  <a:lnTo>
                    <a:pt x="364454" y="508226"/>
                  </a:lnTo>
                  <a:lnTo>
                    <a:pt x="365310" y="481856"/>
                  </a:lnTo>
                  <a:lnTo>
                    <a:pt x="366165" y="465469"/>
                  </a:lnTo>
                  <a:lnTo>
                    <a:pt x="367021" y="493464"/>
                  </a:lnTo>
                  <a:lnTo>
                    <a:pt x="367876" y="503371"/>
                  </a:lnTo>
                  <a:lnTo>
                    <a:pt x="368732" y="492744"/>
                  </a:lnTo>
                  <a:lnTo>
                    <a:pt x="369587" y="473939"/>
                  </a:lnTo>
                  <a:lnTo>
                    <a:pt x="370443" y="484567"/>
                  </a:lnTo>
                  <a:lnTo>
                    <a:pt x="371298" y="498911"/>
                  </a:lnTo>
                  <a:lnTo>
                    <a:pt x="372154" y="492789"/>
                  </a:lnTo>
                  <a:lnTo>
                    <a:pt x="373009" y="474870"/>
                  </a:lnTo>
                  <a:lnTo>
                    <a:pt x="373865" y="466500"/>
                  </a:lnTo>
                  <a:lnTo>
                    <a:pt x="374720" y="486228"/>
                  </a:lnTo>
                  <a:lnTo>
                    <a:pt x="375576" y="524440"/>
                  </a:lnTo>
                  <a:lnTo>
                    <a:pt x="376431" y="509331"/>
                  </a:lnTo>
                  <a:lnTo>
                    <a:pt x="377287" y="532537"/>
                  </a:lnTo>
                  <a:lnTo>
                    <a:pt x="378134" y="5585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825136" y="4910671"/>
              <a:ext cx="408531" cy="1468778"/>
            </a:xfrm>
            <a:custGeom>
              <a:avLst/>
              <a:pathLst>
                <a:path w="408531" h="1468778">
                  <a:moveTo>
                    <a:pt x="0" y="1468778"/>
                  </a:moveTo>
                  <a:lnTo>
                    <a:pt x="508" y="1430284"/>
                  </a:lnTo>
                  <a:lnTo>
                    <a:pt x="1363" y="1386986"/>
                  </a:lnTo>
                  <a:lnTo>
                    <a:pt x="2219" y="1413293"/>
                  </a:lnTo>
                  <a:lnTo>
                    <a:pt x="3074" y="1399782"/>
                  </a:lnTo>
                  <a:lnTo>
                    <a:pt x="3930" y="1434178"/>
                  </a:lnTo>
                  <a:lnTo>
                    <a:pt x="4785" y="1397463"/>
                  </a:lnTo>
                  <a:lnTo>
                    <a:pt x="5641" y="1372230"/>
                  </a:lnTo>
                  <a:lnTo>
                    <a:pt x="6496" y="1378770"/>
                  </a:lnTo>
                  <a:lnTo>
                    <a:pt x="7352" y="1346534"/>
                  </a:lnTo>
                  <a:lnTo>
                    <a:pt x="8208" y="1336351"/>
                  </a:lnTo>
                  <a:lnTo>
                    <a:pt x="9063" y="1337027"/>
                  </a:lnTo>
                  <a:lnTo>
                    <a:pt x="9919" y="1348451"/>
                  </a:lnTo>
                  <a:lnTo>
                    <a:pt x="10774" y="1345263"/>
                  </a:lnTo>
                  <a:lnTo>
                    <a:pt x="11630" y="1292912"/>
                  </a:lnTo>
                  <a:lnTo>
                    <a:pt x="12485" y="1272290"/>
                  </a:lnTo>
                  <a:lnTo>
                    <a:pt x="13341" y="1179832"/>
                  </a:lnTo>
                  <a:lnTo>
                    <a:pt x="14196" y="1200350"/>
                  </a:lnTo>
                  <a:lnTo>
                    <a:pt x="15052" y="1152716"/>
                  </a:lnTo>
                  <a:lnTo>
                    <a:pt x="15907" y="1153441"/>
                  </a:lnTo>
                  <a:lnTo>
                    <a:pt x="16763" y="1213295"/>
                  </a:lnTo>
                  <a:lnTo>
                    <a:pt x="17618" y="1292881"/>
                  </a:lnTo>
                  <a:lnTo>
                    <a:pt x="18474" y="1305139"/>
                  </a:lnTo>
                  <a:lnTo>
                    <a:pt x="19329" y="1319556"/>
                  </a:lnTo>
                  <a:lnTo>
                    <a:pt x="20185" y="1301999"/>
                  </a:lnTo>
                  <a:lnTo>
                    <a:pt x="21040" y="1321139"/>
                  </a:lnTo>
                  <a:lnTo>
                    <a:pt x="21896" y="1344314"/>
                  </a:lnTo>
                  <a:lnTo>
                    <a:pt x="22751" y="1319362"/>
                  </a:lnTo>
                  <a:lnTo>
                    <a:pt x="23607" y="1249561"/>
                  </a:lnTo>
                  <a:lnTo>
                    <a:pt x="24463" y="1187000"/>
                  </a:lnTo>
                  <a:lnTo>
                    <a:pt x="25318" y="1247981"/>
                  </a:lnTo>
                  <a:lnTo>
                    <a:pt x="26174" y="1279668"/>
                  </a:lnTo>
                  <a:lnTo>
                    <a:pt x="27029" y="1124230"/>
                  </a:lnTo>
                  <a:lnTo>
                    <a:pt x="27885" y="1135065"/>
                  </a:lnTo>
                  <a:lnTo>
                    <a:pt x="28740" y="1103070"/>
                  </a:lnTo>
                  <a:lnTo>
                    <a:pt x="29596" y="1179903"/>
                  </a:lnTo>
                  <a:lnTo>
                    <a:pt x="30451" y="1248835"/>
                  </a:lnTo>
                  <a:lnTo>
                    <a:pt x="31307" y="1225811"/>
                  </a:lnTo>
                  <a:lnTo>
                    <a:pt x="32162" y="1305668"/>
                  </a:lnTo>
                  <a:lnTo>
                    <a:pt x="33018" y="1327703"/>
                  </a:lnTo>
                  <a:lnTo>
                    <a:pt x="33873" y="1354259"/>
                  </a:lnTo>
                  <a:lnTo>
                    <a:pt x="34729" y="1337864"/>
                  </a:lnTo>
                  <a:lnTo>
                    <a:pt x="35584" y="1306843"/>
                  </a:lnTo>
                  <a:lnTo>
                    <a:pt x="36440" y="1292370"/>
                  </a:lnTo>
                  <a:lnTo>
                    <a:pt x="37295" y="1250526"/>
                  </a:lnTo>
                  <a:lnTo>
                    <a:pt x="38151" y="1228796"/>
                  </a:lnTo>
                  <a:lnTo>
                    <a:pt x="39006" y="1240637"/>
                  </a:lnTo>
                  <a:lnTo>
                    <a:pt x="39862" y="1273095"/>
                  </a:lnTo>
                  <a:lnTo>
                    <a:pt x="40718" y="1293883"/>
                  </a:lnTo>
                  <a:lnTo>
                    <a:pt x="41573" y="1251892"/>
                  </a:lnTo>
                  <a:lnTo>
                    <a:pt x="42429" y="1295859"/>
                  </a:lnTo>
                  <a:lnTo>
                    <a:pt x="43284" y="1385636"/>
                  </a:lnTo>
                  <a:lnTo>
                    <a:pt x="44140" y="1372928"/>
                  </a:lnTo>
                  <a:lnTo>
                    <a:pt x="44995" y="1359764"/>
                  </a:lnTo>
                  <a:lnTo>
                    <a:pt x="45851" y="1293077"/>
                  </a:lnTo>
                  <a:lnTo>
                    <a:pt x="46706" y="1264299"/>
                  </a:lnTo>
                  <a:lnTo>
                    <a:pt x="47562" y="1325594"/>
                  </a:lnTo>
                  <a:lnTo>
                    <a:pt x="48417" y="1353540"/>
                  </a:lnTo>
                  <a:lnTo>
                    <a:pt x="49273" y="1385161"/>
                  </a:lnTo>
                  <a:lnTo>
                    <a:pt x="50128" y="1345113"/>
                  </a:lnTo>
                  <a:lnTo>
                    <a:pt x="50984" y="1438331"/>
                  </a:lnTo>
                  <a:lnTo>
                    <a:pt x="51839" y="1383887"/>
                  </a:lnTo>
                  <a:lnTo>
                    <a:pt x="52695" y="1330962"/>
                  </a:lnTo>
                  <a:lnTo>
                    <a:pt x="53550" y="1269556"/>
                  </a:lnTo>
                  <a:lnTo>
                    <a:pt x="54406" y="1338091"/>
                  </a:lnTo>
                  <a:lnTo>
                    <a:pt x="55261" y="1400140"/>
                  </a:lnTo>
                  <a:lnTo>
                    <a:pt x="56117" y="1368236"/>
                  </a:lnTo>
                  <a:lnTo>
                    <a:pt x="56973" y="1393163"/>
                  </a:lnTo>
                  <a:lnTo>
                    <a:pt x="57828" y="1386471"/>
                  </a:lnTo>
                  <a:lnTo>
                    <a:pt x="58684" y="1322291"/>
                  </a:lnTo>
                  <a:lnTo>
                    <a:pt x="59539" y="1271563"/>
                  </a:lnTo>
                  <a:lnTo>
                    <a:pt x="60395" y="1228640"/>
                  </a:lnTo>
                  <a:lnTo>
                    <a:pt x="61250" y="1298011"/>
                  </a:lnTo>
                  <a:lnTo>
                    <a:pt x="62106" y="1297191"/>
                  </a:lnTo>
                  <a:lnTo>
                    <a:pt x="62961" y="1314955"/>
                  </a:lnTo>
                  <a:lnTo>
                    <a:pt x="63817" y="1352016"/>
                  </a:lnTo>
                  <a:lnTo>
                    <a:pt x="64672" y="1351530"/>
                  </a:lnTo>
                  <a:lnTo>
                    <a:pt x="65528" y="1232786"/>
                  </a:lnTo>
                  <a:lnTo>
                    <a:pt x="66383" y="1188963"/>
                  </a:lnTo>
                  <a:lnTo>
                    <a:pt x="67239" y="1181602"/>
                  </a:lnTo>
                  <a:lnTo>
                    <a:pt x="68094" y="1204395"/>
                  </a:lnTo>
                  <a:lnTo>
                    <a:pt x="68950" y="1282722"/>
                  </a:lnTo>
                  <a:lnTo>
                    <a:pt x="69805" y="1281819"/>
                  </a:lnTo>
                  <a:lnTo>
                    <a:pt x="70661" y="1262761"/>
                  </a:lnTo>
                  <a:lnTo>
                    <a:pt x="71517" y="1243520"/>
                  </a:lnTo>
                  <a:lnTo>
                    <a:pt x="72372" y="1278006"/>
                  </a:lnTo>
                  <a:lnTo>
                    <a:pt x="73228" y="1289284"/>
                  </a:lnTo>
                  <a:lnTo>
                    <a:pt x="74083" y="1282262"/>
                  </a:lnTo>
                  <a:lnTo>
                    <a:pt x="74939" y="1265885"/>
                  </a:lnTo>
                  <a:lnTo>
                    <a:pt x="75794" y="1305178"/>
                  </a:lnTo>
                  <a:lnTo>
                    <a:pt x="76650" y="1330547"/>
                  </a:lnTo>
                  <a:lnTo>
                    <a:pt x="77505" y="1295068"/>
                  </a:lnTo>
                  <a:lnTo>
                    <a:pt x="78361" y="1330610"/>
                  </a:lnTo>
                  <a:lnTo>
                    <a:pt x="79216" y="1304765"/>
                  </a:lnTo>
                  <a:lnTo>
                    <a:pt x="80072" y="1293154"/>
                  </a:lnTo>
                  <a:lnTo>
                    <a:pt x="80927" y="1318237"/>
                  </a:lnTo>
                  <a:lnTo>
                    <a:pt x="81783" y="1311732"/>
                  </a:lnTo>
                  <a:lnTo>
                    <a:pt x="82638" y="1326540"/>
                  </a:lnTo>
                  <a:lnTo>
                    <a:pt x="83494" y="1292640"/>
                  </a:lnTo>
                  <a:lnTo>
                    <a:pt x="84349" y="1234147"/>
                  </a:lnTo>
                  <a:lnTo>
                    <a:pt x="85205" y="1220532"/>
                  </a:lnTo>
                  <a:lnTo>
                    <a:pt x="86060" y="1224534"/>
                  </a:lnTo>
                  <a:lnTo>
                    <a:pt x="86916" y="1225541"/>
                  </a:lnTo>
                  <a:lnTo>
                    <a:pt x="87772" y="1158321"/>
                  </a:lnTo>
                  <a:lnTo>
                    <a:pt x="88627" y="1111581"/>
                  </a:lnTo>
                  <a:lnTo>
                    <a:pt x="89483" y="1264401"/>
                  </a:lnTo>
                  <a:lnTo>
                    <a:pt x="90338" y="1277928"/>
                  </a:lnTo>
                  <a:lnTo>
                    <a:pt x="91194" y="1286361"/>
                  </a:lnTo>
                  <a:lnTo>
                    <a:pt x="92049" y="1269820"/>
                  </a:lnTo>
                  <a:lnTo>
                    <a:pt x="92905" y="1272619"/>
                  </a:lnTo>
                  <a:lnTo>
                    <a:pt x="93760" y="1272768"/>
                  </a:lnTo>
                  <a:lnTo>
                    <a:pt x="94616" y="1270443"/>
                  </a:lnTo>
                  <a:lnTo>
                    <a:pt x="95471" y="1306161"/>
                  </a:lnTo>
                  <a:lnTo>
                    <a:pt x="96327" y="1279540"/>
                  </a:lnTo>
                  <a:lnTo>
                    <a:pt x="97182" y="1320446"/>
                  </a:lnTo>
                  <a:lnTo>
                    <a:pt x="98038" y="1341930"/>
                  </a:lnTo>
                  <a:lnTo>
                    <a:pt x="98893" y="1315118"/>
                  </a:lnTo>
                  <a:lnTo>
                    <a:pt x="99749" y="1304065"/>
                  </a:lnTo>
                  <a:lnTo>
                    <a:pt x="100604" y="1284401"/>
                  </a:lnTo>
                  <a:lnTo>
                    <a:pt x="101460" y="1322816"/>
                  </a:lnTo>
                  <a:lnTo>
                    <a:pt x="102315" y="1290294"/>
                  </a:lnTo>
                  <a:lnTo>
                    <a:pt x="103171" y="1314489"/>
                  </a:lnTo>
                  <a:lnTo>
                    <a:pt x="104027" y="1258933"/>
                  </a:lnTo>
                  <a:lnTo>
                    <a:pt x="104882" y="1230406"/>
                  </a:lnTo>
                  <a:lnTo>
                    <a:pt x="105738" y="1172632"/>
                  </a:lnTo>
                  <a:lnTo>
                    <a:pt x="106593" y="1213033"/>
                  </a:lnTo>
                  <a:lnTo>
                    <a:pt x="107449" y="1272679"/>
                  </a:lnTo>
                  <a:lnTo>
                    <a:pt x="108304" y="1256173"/>
                  </a:lnTo>
                  <a:lnTo>
                    <a:pt x="109160" y="1207144"/>
                  </a:lnTo>
                  <a:lnTo>
                    <a:pt x="110015" y="1169043"/>
                  </a:lnTo>
                  <a:lnTo>
                    <a:pt x="110871" y="1195752"/>
                  </a:lnTo>
                  <a:lnTo>
                    <a:pt x="111726" y="1163266"/>
                  </a:lnTo>
                  <a:lnTo>
                    <a:pt x="112582" y="1142609"/>
                  </a:lnTo>
                  <a:lnTo>
                    <a:pt x="113437" y="1218265"/>
                  </a:lnTo>
                  <a:lnTo>
                    <a:pt x="114293" y="1206485"/>
                  </a:lnTo>
                  <a:lnTo>
                    <a:pt x="115148" y="1229864"/>
                  </a:lnTo>
                  <a:lnTo>
                    <a:pt x="116004" y="1219494"/>
                  </a:lnTo>
                  <a:lnTo>
                    <a:pt x="116859" y="1200520"/>
                  </a:lnTo>
                  <a:lnTo>
                    <a:pt x="117715" y="1177492"/>
                  </a:lnTo>
                  <a:lnTo>
                    <a:pt x="118571" y="1141289"/>
                  </a:lnTo>
                  <a:lnTo>
                    <a:pt x="119426" y="1273479"/>
                  </a:lnTo>
                  <a:lnTo>
                    <a:pt x="120282" y="1283113"/>
                  </a:lnTo>
                  <a:lnTo>
                    <a:pt x="121137" y="1258188"/>
                  </a:lnTo>
                  <a:lnTo>
                    <a:pt x="121993" y="1196595"/>
                  </a:lnTo>
                  <a:lnTo>
                    <a:pt x="122848" y="1247115"/>
                  </a:lnTo>
                  <a:lnTo>
                    <a:pt x="123704" y="1257643"/>
                  </a:lnTo>
                  <a:lnTo>
                    <a:pt x="124559" y="1308617"/>
                  </a:lnTo>
                  <a:lnTo>
                    <a:pt x="125415" y="1224066"/>
                  </a:lnTo>
                  <a:lnTo>
                    <a:pt x="126270" y="1239211"/>
                  </a:lnTo>
                  <a:lnTo>
                    <a:pt x="127126" y="1302120"/>
                  </a:lnTo>
                  <a:lnTo>
                    <a:pt x="127981" y="1320271"/>
                  </a:lnTo>
                  <a:lnTo>
                    <a:pt x="128837" y="1344845"/>
                  </a:lnTo>
                  <a:lnTo>
                    <a:pt x="129692" y="1308961"/>
                  </a:lnTo>
                  <a:lnTo>
                    <a:pt x="130548" y="1353586"/>
                  </a:lnTo>
                  <a:lnTo>
                    <a:pt x="131403" y="1388688"/>
                  </a:lnTo>
                  <a:lnTo>
                    <a:pt x="132259" y="1418624"/>
                  </a:lnTo>
                  <a:lnTo>
                    <a:pt x="133114" y="1439480"/>
                  </a:lnTo>
                  <a:lnTo>
                    <a:pt x="133970" y="1413244"/>
                  </a:lnTo>
                  <a:lnTo>
                    <a:pt x="134826" y="1432165"/>
                  </a:lnTo>
                  <a:lnTo>
                    <a:pt x="135681" y="1412863"/>
                  </a:lnTo>
                  <a:lnTo>
                    <a:pt x="136537" y="1399605"/>
                  </a:lnTo>
                  <a:lnTo>
                    <a:pt x="137392" y="1432495"/>
                  </a:lnTo>
                  <a:lnTo>
                    <a:pt x="138248" y="1441371"/>
                  </a:lnTo>
                  <a:lnTo>
                    <a:pt x="139103" y="1467799"/>
                  </a:lnTo>
                  <a:lnTo>
                    <a:pt x="139959" y="1467313"/>
                  </a:lnTo>
                  <a:lnTo>
                    <a:pt x="140814" y="1441212"/>
                  </a:lnTo>
                  <a:lnTo>
                    <a:pt x="141670" y="1459326"/>
                  </a:lnTo>
                  <a:lnTo>
                    <a:pt x="142525" y="1446437"/>
                  </a:lnTo>
                  <a:lnTo>
                    <a:pt x="143381" y="1449941"/>
                  </a:lnTo>
                  <a:lnTo>
                    <a:pt x="144236" y="1440024"/>
                  </a:lnTo>
                  <a:lnTo>
                    <a:pt x="145092" y="1430357"/>
                  </a:lnTo>
                  <a:lnTo>
                    <a:pt x="145947" y="1419766"/>
                  </a:lnTo>
                  <a:lnTo>
                    <a:pt x="146803" y="1420710"/>
                  </a:lnTo>
                  <a:lnTo>
                    <a:pt x="147658" y="1425383"/>
                  </a:lnTo>
                  <a:lnTo>
                    <a:pt x="148514" y="1391421"/>
                  </a:lnTo>
                  <a:lnTo>
                    <a:pt x="149369" y="1320467"/>
                  </a:lnTo>
                  <a:lnTo>
                    <a:pt x="150225" y="1360482"/>
                  </a:lnTo>
                  <a:lnTo>
                    <a:pt x="151081" y="1381767"/>
                  </a:lnTo>
                  <a:lnTo>
                    <a:pt x="151936" y="1335221"/>
                  </a:lnTo>
                  <a:lnTo>
                    <a:pt x="152792" y="1326144"/>
                  </a:lnTo>
                  <a:lnTo>
                    <a:pt x="153647" y="1333014"/>
                  </a:lnTo>
                  <a:lnTo>
                    <a:pt x="154503" y="1367141"/>
                  </a:lnTo>
                  <a:lnTo>
                    <a:pt x="155358" y="1354926"/>
                  </a:lnTo>
                  <a:lnTo>
                    <a:pt x="156214" y="1355190"/>
                  </a:lnTo>
                  <a:lnTo>
                    <a:pt x="157069" y="1357384"/>
                  </a:lnTo>
                  <a:lnTo>
                    <a:pt x="157925" y="1424649"/>
                  </a:lnTo>
                  <a:lnTo>
                    <a:pt x="158780" y="1440319"/>
                  </a:lnTo>
                  <a:lnTo>
                    <a:pt x="159636" y="1387212"/>
                  </a:lnTo>
                  <a:lnTo>
                    <a:pt x="160491" y="1360951"/>
                  </a:lnTo>
                  <a:lnTo>
                    <a:pt x="161347" y="1294076"/>
                  </a:lnTo>
                  <a:lnTo>
                    <a:pt x="162202" y="1187175"/>
                  </a:lnTo>
                  <a:lnTo>
                    <a:pt x="163058" y="1161967"/>
                  </a:lnTo>
                  <a:lnTo>
                    <a:pt x="163913" y="1119395"/>
                  </a:lnTo>
                  <a:lnTo>
                    <a:pt x="164769" y="1151085"/>
                  </a:lnTo>
                  <a:lnTo>
                    <a:pt x="165625" y="1187722"/>
                  </a:lnTo>
                  <a:lnTo>
                    <a:pt x="166480" y="1235576"/>
                  </a:lnTo>
                  <a:lnTo>
                    <a:pt x="167336" y="1229113"/>
                  </a:lnTo>
                  <a:lnTo>
                    <a:pt x="168191" y="1082331"/>
                  </a:lnTo>
                  <a:lnTo>
                    <a:pt x="169047" y="1146596"/>
                  </a:lnTo>
                  <a:lnTo>
                    <a:pt x="169902" y="1163960"/>
                  </a:lnTo>
                  <a:lnTo>
                    <a:pt x="170758" y="1258623"/>
                  </a:lnTo>
                  <a:lnTo>
                    <a:pt x="171613" y="1259773"/>
                  </a:lnTo>
                  <a:lnTo>
                    <a:pt x="172469" y="1234035"/>
                  </a:lnTo>
                  <a:lnTo>
                    <a:pt x="173324" y="1295171"/>
                  </a:lnTo>
                  <a:lnTo>
                    <a:pt x="174180" y="1308548"/>
                  </a:lnTo>
                  <a:lnTo>
                    <a:pt x="175035" y="1310714"/>
                  </a:lnTo>
                  <a:lnTo>
                    <a:pt x="175891" y="1316191"/>
                  </a:lnTo>
                  <a:lnTo>
                    <a:pt x="176746" y="1252302"/>
                  </a:lnTo>
                  <a:lnTo>
                    <a:pt x="177602" y="1269104"/>
                  </a:lnTo>
                  <a:lnTo>
                    <a:pt x="178457" y="1199188"/>
                  </a:lnTo>
                  <a:lnTo>
                    <a:pt x="179313" y="1109686"/>
                  </a:lnTo>
                  <a:lnTo>
                    <a:pt x="180168" y="1051371"/>
                  </a:lnTo>
                  <a:lnTo>
                    <a:pt x="181024" y="1104788"/>
                  </a:lnTo>
                  <a:lnTo>
                    <a:pt x="181880" y="1105448"/>
                  </a:lnTo>
                  <a:lnTo>
                    <a:pt x="182735" y="1124901"/>
                  </a:lnTo>
                  <a:lnTo>
                    <a:pt x="183591" y="1087366"/>
                  </a:lnTo>
                  <a:lnTo>
                    <a:pt x="184446" y="1073390"/>
                  </a:lnTo>
                  <a:lnTo>
                    <a:pt x="185302" y="1121280"/>
                  </a:lnTo>
                  <a:lnTo>
                    <a:pt x="186157" y="1196213"/>
                  </a:lnTo>
                  <a:lnTo>
                    <a:pt x="187013" y="1197921"/>
                  </a:lnTo>
                  <a:lnTo>
                    <a:pt x="187868" y="1203539"/>
                  </a:lnTo>
                  <a:lnTo>
                    <a:pt x="188724" y="1258670"/>
                  </a:lnTo>
                  <a:lnTo>
                    <a:pt x="189579" y="1332156"/>
                  </a:lnTo>
                  <a:lnTo>
                    <a:pt x="190435" y="1351762"/>
                  </a:lnTo>
                  <a:lnTo>
                    <a:pt x="191290" y="1339557"/>
                  </a:lnTo>
                  <a:lnTo>
                    <a:pt x="192146" y="1359950"/>
                  </a:lnTo>
                  <a:lnTo>
                    <a:pt x="193001" y="1344690"/>
                  </a:lnTo>
                  <a:lnTo>
                    <a:pt x="193857" y="1351469"/>
                  </a:lnTo>
                  <a:lnTo>
                    <a:pt x="194712" y="1389267"/>
                  </a:lnTo>
                  <a:lnTo>
                    <a:pt x="195568" y="1393039"/>
                  </a:lnTo>
                  <a:lnTo>
                    <a:pt x="196423" y="1405612"/>
                  </a:lnTo>
                  <a:lnTo>
                    <a:pt x="197279" y="1428182"/>
                  </a:lnTo>
                  <a:lnTo>
                    <a:pt x="198135" y="1365648"/>
                  </a:lnTo>
                  <a:lnTo>
                    <a:pt x="198990" y="1362569"/>
                  </a:lnTo>
                  <a:lnTo>
                    <a:pt x="199846" y="1322704"/>
                  </a:lnTo>
                  <a:lnTo>
                    <a:pt x="200701" y="1197636"/>
                  </a:lnTo>
                  <a:lnTo>
                    <a:pt x="201557" y="1195228"/>
                  </a:lnTo>
                  <a:lnTo>
                    <a:pt x="202412" y="1315338"/>
                  </a:lnTo>
                  <a:lnTo>
                    <a:pt x="203268" y="1344765"/>
                  </a:lnTo>
                  <a:lnTo>
                    <a:pt x="204123" y="1330947"/>
                  </a:lnTo>
                  <a:lnTo>
                    <a:pt x="204979" y="1368922"/>
                  </a:lnTo>
                  <a:lnTo>
                    <a:pt x="205834" y="1357254"/>
                  </a:lnTo>
                  <a:lnTo>
                    <a:pt x="206690" y="1377725"/>
                  </a:lnTo>
                  <a:lnTo>
                    <a:pt x="207545" y="1353723"/>
                  </a:lnTo>
                  <a:lnTo>
                    <a:pt x="208401" y="1299415"/>
                  </a:lnTo>
                  <a:lnTo>
                    <a:pt x="209256" y="1217600"/>
                  </a:lnTo>
                  <a:lnTo>
                    <a:pt x="210112" y="1286040"/>
                  </a:lnTo>
                  <a:lnTo>
                    <a:pt x="210967" y="1314468"/>
                  </a:lnTo>
                  <a:lnTo>
                    <a:pt x="211823" y="1307741"/>
                  </a:lnTo>
                  <a:lnTo>
                    <a:pt x="212679" y="1313513"/>
                  </a:lnTo>
                  <a:lnTo>
                    <a:pt x="213534" y="1341127"/>
                  </a:lnTo>
                  <a:lnTo>
                    <a:pt x="214390" y="1310388"/>
                  </a:lnTo>
                  <a:lnTo>
                    <a:pt x="215245" y="1286483"/>
                  </a:lnTo>
                  <a:lnTo>
                    <a:pt x="216101" y="1323610"/>
                  </a:lnTo>
                  <a:lnTo>
                    <a:pt x="216956" y="1358960"/>
                  </a:lnTo>
                  <a:lnTo>
                    <a:pt x="217812" y="1324319"/>
                  </a:lnTo>
                  <a:lnTo>
                    <a:pt x="218667" y="1266071"/>
                  </a:lnTo>
                  <a:lnTo>
                    <a:pt x="219523" y="1187331"/>
                  </a:lnTo>
                  <a:lnTo>
                    <a:pt x="220378" y="1202943"/>
                  </a:lnTo>
                  <a:lnTo>
                    <a:pt x="221234" y="1202750"/>
                  </a:lnTo>
                  <a:lnTo>
                    <a:pt x="222089" y="1155639"/>
                  </a:lnTo>
                  <a:lnTo>
                    <a:pt x="222945" y="1261344"/>
                  </a:lnTo>
                  <a:lnTo>
                    <a:pt x="223800" y="1328100"/>
                  </a:lnTo>
                  <a:lnTo>
                    <a:pt x="224656" y="1262426"/>
                  </a:lnTo>
                  <a:lnTo>
                    <a:pt x="225511" y="1283461"/>
                  </a:lnTo>
                  <a:lnTo>
                    <a:pt x="226367" y="1259817"/>
                  </a:lnTo>
                  <a:lnTo>
                    <a:pt x="227222" y="1254659"/>
                  </a:lnTo>
                  <a:lnTo>
                    <a:pt x="228078" y="1293906"/>
                  </a:lnTo>
                  <a:lnTo>
                    <a:pt x="228934" y="1273234"/>
                  </a:lnTo>
                  <a:lnTo>
                    <a:pt x="229789" y="1337792"/>
                  </a:lnTo>
                  <a:lnTo>
                    <a:pt x="230645" y="1306387"/>
                  </a:lnTo>
                  <a:lnTo>
                    <a:pt x="231500" y="1307437"/>
                  </a:lnTo>
                  <a:lnTo>
                    <a:pt x="232356" y="1186754"/>
                  </a:lnTo>
                  <a:lnTo>
                    <a:pt x="233211" y="1247746"/>
                  </a:lnTo>
                  <a:lnTo>
                    <a:pt x="234067" y="1278906"/>
                  </a:lnTo>
                  <a:lnTo>
                    <a:pt x="234922" y="1238287"/>
                  </a:lnTo>
                  <a:lnTo>
                    <a:pt x="235778" y="1235029"/>
                  </a:lnTo>
                  <a:lnTo>
                    <a:pt x="236633" y="1245788"/>
                  </a:lnTo>
                  <a:lnTo>
                    <a:pt x="237489" y="1183440"/>
                  </a:lnTo>
                  <a:lnTo>
                    <a:pt x="238344" y="1155706"/>
                  </a:lnTo>
                  <a:lnTo>
                    <a:pt x="239200" y="1243996"/>
                  </a:lnTo>
                  <a:lnTo>
                    <a:pt x="240055" y="1290103"/>
                  </a:lnTo>
                  <a:lnTo>
                    <a:pt x="240911" y="1266991"/>
                  </a:lnTo>
                  <a:lnTo>
                    <a:pt x="241766" y="1262253"/>
                  </a:lnTo>
                  <a:lnTo>
                    <a:pt x="242622" y="1276064"/>
                  </a:lnTo>
                  <a:lnTo>
                    <a:pt x="243477" y="1205950"/>
                  </a:lnTo>
                  <a:lnTo>
                    <a:pt x="244333" y="1200456"/>
                  </a:lnTo>
                  <a:lnTo>
                    <a:pt x="245189" y="1193303"/>
                  </a:lnTo>
                  <a:lnTo>
                    <a:pt x="246044" y="1117101"/>
                  </a:lnTo>
                  <a:lnTo>
                    <a:pt x="246900" y="1077820"/>
                  </a:lnTo>
                  <a:lnTo>
                    <a:pt x="247755" y="998413"/>
                  </a:lnTo>
                  <a:lnTo>
                    <a:pt x="248611" y="1012707"/>
                  </a:lnTo>
                  <a:lnTo>
                    <a:pt x="249466" y="1031317"/>
                  </a:lnTo>
                  <a:lnTo>
                    <a:pt x="250322" y="1051418"/>
                  </a:lnTo>
                  <a:lnTo>
                    <a:pt x="251177" y="1143726"/>
                  </a:lnTo>
                  <a:lnTo>
                    <a:pt x="252033" y="1056386"/>
                  </a:lnTo>
                  <a:lnTo>
                    <a:pt x="252888" y="1057202"/>
                  </a:lnTo>
                  <a:lnTo>
                    <a:pt x="253744" y="1074599"/>
                  </a:lnTo>
                  <a:lnTo>
                    <a:pt x="254599" y="1133773"/>
                  </a:lnTo>
                  <a:lnTo>
                    <a:pt x="255455" y="1161260"/>
                  </a:lnTo>
                  <a:lnTo>
                    <a:pt x="256310" y="1036346"/>
                  </a:lnTo>
                  <a:lnTo>
                    <a:pt x="257166" y="962686"/>
                  </a:lnTo>
                  <a:lnTo>
                    <a:pt x="258021" y="863901"/>
                  </a:lnTo>
                  <a:lnTo>
                    <a:pt x="258877" y="880927"/>
                  </a:lnTo>
                  <a:lnTo>
                    <a:pt x="259732" y="882141"/>
                  </a:lnTo>
                  <a:lnTo>
                    <a:pt x="260588" y="751172"/>
                  </a:lnTo>
                  <a:lnTo>
                    <a:pt x="261444" y="787760"/>
                  </a:lnTo>
                  <a:lnTo>
                    <a:pt x="262299" y="790999"/>
                  </a:lnTo>
                  <a:lnTo>
                    <a:pt x="263155" y="804549"/>
                  </a:lnTo>
                  <a:lnTo>
                    <a:pt x="264010" y="862249"/>
                  </a:lnTo>
                  <a:lnTo>
                    <a:pt x="264866" y="748177"/>
                  </a:lnTo>
                  <a:lnTo>
                    <a:pt x="265721" y="700852"/>
                  </a:lnTo>
                  <a:lnTo>
                    <a:pt x="266577" y="744141"/>
                  </a:lnTo>
                  <a:lnTo>
                    <a:pt x="267432" y="646102"/>
                  </a:lnTo>
                  <a:lnTo>
                    <a:pt x="268288" y="676300"/>
                  </a:lnTo>
                  <a:lnTo>
                    <a:pt x="269143" y="695193"/>
                  </a:lnTo>
                  <a:lnTo>
                    <a:pt x="269999" y="783671"/>
                  </a:lnTo>
                  <a:lnTo>
                    <a:pt x="270854" y="829911"/>
                  </a:lnTo>
                  <a:lnTo>
                    <a:pt x="271710" y="544262"/>
                  </a:lnTo>
                  <a:lnTo>
                    <a:pt x="272565" y="492761"/>
                  </a:lnTo>
                  <a:lnTo>
                    <a:pt x="273421" y="486254"/>
                  </a:lnTo>
                  <a:lnTo>
                    <a:pt x="274276" y="490784"/>
                  </a:lnTo>
                  <a:lnTo>
                    <a:pt x="275132" y="410784"/>
                  </a:lnTo>
                  <a:lnTo>
                    <a:pt x="275988" y="425668"/>
                  </a:lnTo>
                  <a:lnTo>
                    <a:pt x="276843" y="496134"/>
                  </a:lnTo>
                  <a:lnTo>
                    <a:pt x="277699" y="474303"/>
                  </a:lnTo>
                  <a:lnTo>
                    <a:pt x="278554" y="262942"/>
                  </a:lnTo>
                  <a:lnTo>
                    <a:pt x="279410" y="342947"/>
                  </a:lnTo>
                  <a:lnTo>
                    <a:pt x="280265" y="362887"/>
                  </a:lnTo>
                  <a:lnTo>
                    <a:pt x="281121" y="307750"/>
                  </a:lnTo>
                  <a:lnTo>
                    <a:pt x="281976" y="106809"/>
                  </a:lnTo>
                  <a:lnTo>
                    <a:pt x="282832" y="179928"/>
                  </a:lnTo>
                  <a:lnTo>
                    <a:pt x="283687" y="255534"/>
                  </a:lnTo>
                  <a:lnTo>
                    <a:pt x="284543" y="263861"/>
                  </a:lnTo>
                  <a:lnTo>
                    <a:pt x="285398" y="241775"/>
                  </a:lnTo>
                  <a:lnTo>
                    <a:pt x="286254" y="199021"/>
                  </a:lnTo>
                  <a:lnTo>
                    <a:pt x="287109" y="254631"/>
                  </a:lnTo>
                  <a:lnTo>
                    <a:pt x="287965" y="222952"/>
                  </a:lnTo>
                  <a:lnTo>
                    <a:pt x="288820" y="215876"/>
                  </a:lnTo>
                  <a:lnTo>
                    <a:pt x="289676" y="137531"/>
                  </a:lnTo>
                  <a:lnTo>
                    <a:pt x="290531" y="31437"/>
                  </a:lnTo>
                  <a:lnTo>
                    <a:pt x="291387" y="41168"/>
                  </a:lnTo>
                  <a:lnTo>
                    <a:pt x="292243" y="0"/>
                  </a:lnTo>
                  <a:lnTo>
                    <a:pt x="293098" y="7880"/>
                  </a:lnTo>
                  <a:lnTo>
                    <a:pt x="293954" y="13334"/>
                  </a:lnTo>
                  <a:lnTo>
                    <a:pt x="294809" y="113094"/>
                  </a:lnTo>
                  <a:lnTo>
                    <a:pt x="295665" y="222468"/>
                  </a:lnTo>
                  <a:lnTo>
                    <a:pt x="296520" y="398833"/>
                  </a:lnTo>
                  <a:lnTo>
                    <a:pt x="297376" y="287810"/>
                  </a:lnTo>
                  <a:lnTo>
                    <a:pt x="298231" y="442975"/>
                  </a:lnTo>
                  <a:lnTo>
                    <a:pt x="299087" y="544166"/>
                  </a:lnTo>
                  <a:lnTo>
                    <a:pt x="299942" y="477906"/>
                  </a:lnTo>
                  <a:lnTo>
                    <a:pt x="300798" y="580673"/>
                  </a:lnTo>
                  <a:lnTo>
                    <a:pt x="301653" y="675423"/>
                  </a:lnTo>
                  <a:lnTo>
                    <a:pt x="302509" y="830160"/>
                  </a:lnTo>
                  <a:lnTo>
                    <a:pt x="303364" y="884472"/>
                  </a:lnTo>
                  <a:lnTo>
                    <a:pt x="304220" y="894655"/>
                  </a:lnTo>
                  <a:lnTo>
                    <a:pt x="305075" y="912463"/>
                  </a:lnTo>
                  <a:lnTo>
                    <a:pt x="305931" y="852014"/>
                  </a:lnTo>
                  <a:lnTo>
                    <a:pt x="306786" y="815141"/>
                  </a:lnTo>
                  <a:lnTo>
                    <a:pt x="307642" y="868980"/>
                  </a:lnTo>
                  <a:lnTo>
                    <a:pt x="308498" y="871821"/>
                  </a:lnTo>
                  <a:lnTo>
                    <a:pt x="309353" y="857407"/>
                  </a:lnTo>
                  <a:lnTo>
                    <a:pt x="310209" y="901113"/>
                  </a:lnTo>
                  <a:lnTo>
                    <a:pt x="311064" y="932288"/>
                  </a:lnTo>
                  <a:lnTo>
                    <a:pt x="311920" y="908321"/>
                  </a:lnTo>
                  <a:lnTo>
                    <a:pt x="312775" y="961822"/>
                  </a:lnTo>
                  <a:lnTo>
                    <a:pt x="313631" y="911243"/>
                  </a:lnTo>
                  <a:lnTo>
                    <a:pt x="314486" y="936029"/>
                  </a:lnTo>
                  <a:lnTo>
                    <a:pt x="315342" y="962204"/>
                  </a:lnTo>
                  <a:lnTo>
                    <a:pt x="316197" y="1122748"/>
                  </a:lnTo>
                  <a:lnTo>
                    <a:pt x="317053" y="1168998"/>
                  </a:lnTo>
                  <a:lnTo>
                    <a:pt x="317908" y="1191021"/>
                  </a:lnTo>
                  <a:lnTo>
                    <a:pt x="318764" y="1240737"/>
                  </a:lnTo>
                  <a:lnTo>
                    <a:pt x="319619" y="1244880"/>
                  </a:lnTo>
                  <a:lnTo>
                    <a:pt x="320475" y="1259415"/>
                  </a:lnTo>
                  <a:lnTo>
                    <a:pt x="321330" y="1168816"/>
                  </a:lnTo>
                  <a:lnTo>
                    <a:pt x="322186" y="1130491"/>
                  </a:lnTo>
                  <a:lnTo>
                    <a:pt x="323042" y="1185671"/>
                  </a:lnTo>
                  <a:lnTo>
                    <a:pt x="323897" y="1227440"/>
                  </a:lnTo>
                  <a:lnTo>
                    <a:pt x="324753" y="1251865"/>
                  </a:lnTo>
                  <a:lnTo>
                    <a:pt x="325608" y="1210058"/>
                  </a:lnTo>
                  <a:lnTo>
                    <a:pt x="326464" y="1145920"/>
                  </a:lnTo>
                  <a:lnTo>
                    <a:pt x="327319" y="1110016"/>
                  </a:lnTo>
                  <a:lnTo>
                    <a:pt x="328175" y="1122455"/>
                  </a:lnTo>
                  <a:lnTo>
                    <a:pt x="329030" y="1183425"/>
                  </a:lnTo>
                  <a:lnTo>
                    <a:pt x="329886" y="1185061"/>
                  </a:lnTo>
                  <a:lnTo>
                    <a:pt x="330741" y="1301057"/>
                  </a:lnTo>
                  <a:lnTo>
                    <a:pt x="331597" y="1344999"/>
                  </a:lnTo>
                  <a:lnTo>
                    <a:pt x="332452" y="1362311"/>
                  </a:lnTo>
                  <a:lnTo>
                    <a:pt x="333308" y="1373758"/>
                  </a:lnTo>
                  <a:lnTo>
                    <a:pt x="334163" y="1346169"/>
                  </a:lnTo>
                  <a:lnTo>
                    <a:pt x="335019" y="1362628"/>
                  </a:lnTo>
                  <a:lnTo>
                    <a:pt x="335874" y="1335855"/>
                  </a:lnTo>
                  <a:lnTo>
                    <a:pt x="336730" y="1315435"/>
                  </a:lnTo>
                  <a:lnTo>
                    <a:pt x="337585" y="1308292"/>
                  </a:lnTo>
                  <a:lnTo>
                    <a:pt x="338441" y="1256891"/>
                  </a:lnTo>
                  <a:lnTo>
                    <a:pt x="339297" y="1268699"/>
                  </a:lnTo>
                  <a:lnTo>
                    <a:pt x="340152" y="1266006"/>
                  </a:lnTo>
                  <a:lnTo>
                    <a:pt x="341008" y="1220477"/>
                  </a:lnTo>
                  <a:lnTo>
                    <a:pt x="341863" y="1149871"/>
                  </a:lnTo>
                  <a:lnTo>
                    <a:pt x="342719" y="1240337"/>
                  </a:lnTo>
                  <a:lnTo>
                    <a:pt x="343574" y="1334501"/>
                  </a:lnTo>
                  <a:lnTo>
                    <a:pt x="344430" y="1351471"/>
                  </a:lnTo>
                  <a:lnTo>
                    <a:pt x="345285" y="1375928"/>
                  </a:lnTo>
                  <a:lnTo>
                    <a:pt x="346141" y="1374982"/>
                  </a:lnTo>
                  <a:lnTo>
                    <a:pt x="346996" y="1353805"/>
                  </a:lnTo>
                  <a:lnTo>
                    <a:pt x="347852" y="1345476"/>
                  </a:lnTo>
                  <a:lnTo>
                    <a:pt x="348707" y="1308959"/>
                  </a:lnTo>
                  <a:lnTo>
                    <a:pt x="349563" y="1312225"/>
                  </a:lnTo>
                  <a:lnTo>
                    <a:pt x="350418" y="1325724"/>
                  </a:lnTo>
                  <a:lnTo>
                    <a:pt x="351274" y="1353819"/>
                  </a:lnTo>
                  <a:lnTo>
                    <a:pt x="352129" y="1365538"/>
                  </a:lnTo>
                  <a:lnTo>
                    <a:pt x="352985" y="1403033"/>
                  </a:lnTo>
                  <a:lnTo>
                    <a:pt x="353840" y="1425884"/>
                  </a:lnTo>
                  <a:lnTo>
                    <a:pt x="354696" y="1428482"/>
                  </a:lnTo>
                  <a:lnTo>
                    <a:pt x="355552" y="1427300"/>
                  </a:lnTo>
                  <a:lnTo>
                    <a:pt x="356407" y="1435994"/>
                  </a:lnTo>
                  <a:lnTo>
                    <a:pt x="357263" y="1454351"/>
                  </a:lnTo>
                  <a:lnTo>
                    <a:pt x="358118" y="1450411"/>
                  </a:lnTo>
                  <a:lnTo>
                    <a:pt x="358974" y="1448217"/>
                  </a:lnTo>
                  <a:lnTo>
                    <a:pt x="359829" y="1435627"/>
                  </a:lnTo>
                  <a:lnTo>
                    <a:pt x="360685" y="1429603"/>
                  </a:lnTo>
                  <a:lnTo>
                    <a:pt x="361540" y="1425054"/>
                  </a:lnTo>
                  <a:lnTo>
                    <a:pt x="362396" y="1373723"/>
                  </a:lnTo>
                  <a:lnTo>
                    <a:pt x="363251" y="1381979"/>
                  </a:lnTo>
                  <a:lnTo>
                    <a:pt x="364107" y="1375808"/>
                  </a:lnTo>
                  <a:lnTo>
                    <a:pt x="364962" y="1358292"/>
                  </a:lnTo>
                  <a:lnTo>
                    <a:pt x="365818" y="1340160"/>
                  </a:lnTo>
                  <a:lnTo>
                    <a:pt x="366673" y="1314945"/>
                  </a:lnTo>
                  <a:lnTo>
                    <a:pt x="367529" y="1323587"/>
                  </a:lnTo>
                  <a:lnTo>
                    <a:pt x="368384" y="1273838"/>
                  </a:lnTo>
                  <a:lnTo>
                    <a:pt x="369240" y="1237659"/>
                  </a:lnTo>
                  <a:lnTo>
                    <a:pt x="370096" y="1110689"/>
                  </a:lnTo>
                  <a:lnTo>
                    <a:pt x="370951" y="992507"/>
                  </a:lnTo>
                  <a:lnTo>
                    <a:pt x="371807" y="1011178"/>
                  </a:lnTo>
                  <a:lnTo>
                    <a:pt x="372662" y="1044818"/>
                  </a:lnTo>
                  <a:lnTo>
                    <a:pt x="373518" y="1060544"/>
                  </a:lnTo>
                  <a:lnTo>
                    <a:pt x="374373" y="1235007"/>
                  </a:lnTo>
                  <a:lnTo>
                    <a:pt x="375229" y="1267468"/>
                  </a:lnTo>
                  <a:lnTo>
                    <a:pt x="376084" y="1343048"/>
                  </a:lnTo>
                  <a:lnTo>
                    <a:pt x="376940" y="1333274"/>
                  </a:lnTo>
                  <a:lnTo>
                    <a:pt x="377795" y="1360981"/>
                  </a:lnTo>
                  <a:lnTo>
                    <a:pt x="378651" y="1373779"/>
                  </a:lnTo>
                  <a:lnTo>
                    <a:pt x="379506" y="1394286"/>
                  </a:lnTo>
                  <a:lnTo>
                    <a:pt x="380362" y="1407386"/>
                  </a:lnTo>
                  <a:lnTo>
                    <a:pt x="381217" y="1386806"/>
                  </a:lnTo>
                  <a:lnTo>
                    <a:pt x="382073" y="1414746"/>
                  </a:lnTo>
                  <a:lnTo>
                    <a:pt x="382928" y="1406291"/>
                  </a:lnTo>
                  <a:lnTo>
                    <a:pt x="383784" y="1312438"/>
                  </a:lnTo>
                  <a:lnTo>
                    <a:pt x="384639" y="1249604"/>
                  </a:lnTo>
                  <a:lnTo>
                    <a:pt x="385495" y="1315961"/>
                  </a:lnTo>
                  <a:lnTo>
                    <a:pt x="386351" y="1358051"/>
                  </a:lnTo>
                  <a:lnTo>
                    <a:pt x="387206" y="1362515"/>
                  </a:lnTo>
                  <a:lnTo>
                    <a:pt x="388062" y="1367938"/>
                  </a:lnTo>
                  <a:lnTo>
                    <a:pt x="388917" y="1394216"/>
                  </a:lnTo>
                  <a:lnTo>
                    <a:pt x="389773" y="1375459"/>
                  </a:lnTo>
                  <a:lnTo>
                    <a:pt x="390628" y="1350780"/>
                  </a:lnTo>
                  <a:lnTo>
                    <a:pt x="391484" y="1311400"/>
                  </a:lnTo>
                  <a:lnTo>
                    <a:pt x="392339" y="1263927"/>
                  </a:lnTo>
                  <a:lnTo>
                    <a:pt x="393195" y="1314015"/>
                  </a:lnTo>
                  <a:lnTo>
                    <a:pt x="394050" y="1327522"/>
                  </a:lnTo>
                  <a:lnTo>
                    <a:pt x="394906" y="1295662"/>
                  </a:lnTo>
                  <a:lnTo>
                    <a:pt x="395761" y="1300505"/>
                  </a:lnTo>
                  <a:lnTo>
                    <a:pt x="396617" y="1356211"/>
                  </a:lnTo>
                  <a:lnTo>
                    <a:pt x="397472" y="1392669"/>
                  </a:lnTo>
                  <a:lnTo>
                    <a:pt x="398328" y="1428070"/>
                  </a:lnTo>
                  <a:lnTo>
                    <a:pt x="399183" y="1423861"/>
                  </a:lnTo>
                  <a:lnTo>
                    <a:pt x="400039" y="1424751"/>
                  </a:lnTo>
                  <a:lnTo>
                    <a:pt x="400894" y="1438723"/>
                  </a:lnTo>
                  <a:lnTo>
                    <a:pt x="401750" y="1430694"/>
                  </a:lnTo>
                  <a:lnTo>
                    <a:pt x="402606" y="1429577"/>
                  </a:lnTo>
                  <a:lnTo>
                    <a:pt x="403461" y="1418197"/>
                  </a:lnTo>
                  <a:lnTo>
                    <a:pt x="404317" y="1424058"/>
                  </a:lnTo>
                  <a:lnTo>
                    <a:pt x="405172" y="1454142"/>
                  </a:lnTo>
                  <a:lnTo>
                    <a:pt x="406028" y="1415353"/>
                  </a:lnTo>
                  <a:lnTo>
                    <a:pt x="406883" y="1342485"/>
                  </a:lnTo>
                  <a:lnTo>
                    <a:pt x="407739" y="1391498"/>
                  </a:lnTo>
                  <a:lnTo>
                    <a:pt x="408531" y="14687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234888" y="6124679"/>
              <a:ext cx="24686" cy="254770"/>
            </a:xfrm>
            <a:custGeom>
              <a:avLst/>
              <a:pathLst>
                <a:path w="24686" h="254770">
                  <a:moveTo>
                    <a:pt x="0" y="254770"/>
                  </a:moveTo>
                  <a:lnTo>
                    <a:pt x="553" y="220492"/>
                  </a:lnTo>
                  <a:lnTo>
                    <a:pt x="1409" y="238702"/>
                  </a:lnTo>
                  <a:lnTo>
                    <a:pt x="2264" y="225363"/>
                  </a:lnTo>
                  <a:lnTo>
                    <a:pt x="3120" y="146241"/>
                  </a:lnTo>
                  <a:lnTo>
                    <a:pt x="3975" y="126714"/>
                  </a:lnTo>
                  <a:lnTo>
                    <a:pt x="4831" y="108120"/>
                  </a:lnTo>
                  <a:lnTo>
                    <a:pt x="5686" y="94363"/>
                  </a:lnTo>
                  <a:lnTo>
                    <a:pt x="6542" y="133508"/>
                  </a:lnTo>
                  <a:lnTo>
                    <a:pt x="7397" y="125775"/>
                  </a:lnTo>
                  <a:lnTo>
                    <a:pt x="8253" y="134838"/>
                  </a:lnTo>
                  <a:lnTo>
                    <a:pt x="9108" y="49301"/>
                  </a:lnTo>
                  <a:lnTo>
                    <a:pt x="9964" y="5610"/>
                  </a:lnTo>
                  <a:lnTo>
                    <a:pt x="10819" y="0"/>
                  </a:lnTo>
                  <a:lnTo>
                    <a:pt x="11675" y="2554"/>
                  </a:lnTo>
                  <a:lnTo>
                    <a:pt x="12530" y="41895"/>
                  </a:lnTo>
                  <a:lnTo>
                    <a:pt x="13386" y="44808"/>
                  </a:lnTo>
                  <a:lnTo>
                    <a:pt x="14242" y="138500"/>
                  </a:lnTo>
                  <a:lnTo>
                    <a:pt x="15097" y="168352"/>
                  </a:lnTo>
                  <a:lnTo>
                    <a:pt x="15953" y="166319"/>
                  </a:lnTo>
                  <a:lnTo>
                    <a:pt x="16808" y="190975"/>
                  </a:lnTo>
                  <a:lnTo>
                    <a:pt x="17664" y="201443"/>
                  </a:lnTo>
                  <a:lnTo>
                    <a:pt x="18519" y="208388"/>
                  </a:lnTo>
                  <a:lnTo>
                    <a:pt x="19375" y="221332"/>
                  </a:lnTo>
                  <a:lnTo>
                    <a:pt x="20230" y="219449"/>
                  </a:lnTo>
                  <a:lnTo>
                    <a:pt x="21086" y="239436"/>
                  </a:lnTo>
                  <a:lnTo>
                    <a:pt x="21941" y="247395"/>
                  </a:lnTo>
                  <a:lnTo>
                    <a:pt x="22797" y="252493"/>
                  </a:lnTo>
                  <a:lnTo>
                    <a:pt x="23652" y="249785"/>
                  </a:lnTo>
                  <a:lnTo>
                    <a:pt x="24508" y="253183"/>
                  </a:lnTo>
                  <a:lnTo>
                    <a:pt x="24686" y="2547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1260893" y="6377430"/>
              <a:ext cx="549" cy="2019"/>
            </a:xfrm>
            <a:custGeom>
              <a:avLst/>
              <a:pathLst>
                <a:path w="549" h="2019">
                  <a:moveTo>
                    <a:pt x="0" y="2019"/>
                  </a:moveTo>
                  <a:lnTo>
                    <a:pt x="214" y="0"/>
                  </a:lnTo>
                  <a:lnTo>
                    <a:pt x="549" y="20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262436" y="6193477"/>
              <a:ext cx="47401" cy="185972"/>
            </a:xfrm>
            <a:custGeom>
              <a:avLst/>
              <a:pathLst>
                <a:path w="47401" h="185972">
                  <a:moveTo>
                    <a:pt x="0" y="185972"/>
                  </a:moveTo>
                  <a:lnTo>
                    <a:pt x="382" y="183442"/>
                  </a:lnTo>
                  <a:lnTo>
                    <a:pt x="1237" y="183496"/>
                  </a:lnTo>
                  <a:lnTo>
                    <a:pt x="2093" y="174529"/>
                  </a:lnTo>
                  <a:lnTo>
                    <a:pt x="2949" y="151498"/>
                  </a:lnTo>
                  <a:lnTo>
                    <a:pt x="3804" y="143692"/>
                  </a:lnTo>
                  <a:lnTo>
                    <a:pt x="4660" y="181046"/>
                  </a:lnTo>
                  <a:lnTo>
                    <a:pt x="5515" y="178175"/>
                  </a:lnTo>
                  <a:lnTo>
                    <a:pt x="6371" y="169616"/>
                  </a:lnTo>
                  <a:lnTo>
                    <a:pt x="7226" y="101533"/>
                  </a:lnTo>
                  <a:lnTo>
                    <a:pt x="8082" y="96831"/>
                  </a:lnTo>
                  <a:lnTo>
                    <a:pt x="8937" y="103675"/>
                  </a:lnTo>
                  <a:lnTo>
                    <a:pt x="9793" y="98458"/>
                  </a:lnTo>
                  <a:lnTo>
                    <a:pt x="10648" y="112065"/>
                  </a:lnTo>
                  <a:lnTo>
                    <a:pt x="11504" y="155648"/>
                  </a:lnTo>
                  <a:lnTo>
                    <a:pt x="12359" y="153513"/>
                  </a:lnTo>
                  <a:lnTo>
                    <a:pt x="13215" y="165201"/>
                  </a:lnTo>
                  <a:lnTo>
                    <a:pt x="14070" y="160834"/>
                  </a:lnTo>
                  <a:lnTo>
                    <a:pt x="14926" y="174991"/>
                  </a:lnTo>
                  <a:lnTo>
                    <a:pt x="15781" y="183646"/>
                  </a:lnTo>
                  <a:lnTo>
                    <a:pt x="16637" y="165753"/>
                  </a:lnTo>
                  <a:lnTo>
                    <a:pt x="17492" y="175448"/>
                  </a:lnTo>
                  <a:lnTo>
                    <a:pt x="18348" y="178885"/>
                  </a:lnTo>
                  <a:lnTo>
                    <a:pt x="19204" y="181617"/>
                  </a:lnTo>
                  <a:lnTo>
                    <a:pt x="20059" y="184426"/>
                  </a:lnTo>
                  <a:lnTo>
                    <a:pt x="20915" y="179953"/>
                  </a:lnTo>
                  <a:lnTo>
                    <a:pt x="21770" y="160615"/>
                  </a:lnTo>
                  <a:lnTo>
                    <a:pt x="22626" y="159818"/>
                  </a:lnTo>
                  <a:lnTo>
                    <a:pt x="23481" y="171793"/>
                  </a:lnTo>
                  <a:lnTo>
                    <a:pt x="24337" y="162981"/>
                  </a:lnTo>
                  <a:lnTo>
                    <a:pt x="25192" y="148906"/>
                  </a:lnTo>
                  <a:lnTo>
                    <a:pt x="26048" y="137483"/>
                  </a:lnTo>
                  <a:lnTo>
                    <a:pt x="26903" y="115251"/>
                  </a:lnTo>
                  <a:lnTo>
                    <a:pt x="27759" y="132057"/>
                  </a:lnTo>
                  <a:lnTo>
                    <a:pt x="28614" y="0"/>
                  </a:lnTo>
                  <a:lnTo>
                    <a:pt x="29470" y="1870"/>
                  </a:lnTo>
                  <a:lnTo>
                    <a:pt x="30325" y="26324"/>
                  </a:lnTo>
                  <a:lnTo>
                    <a:pt x="31181" y="30946"/>
                  </a:lnTo>
                  <a:lnTo>
                    <a:pt x="32036" y="45901"/>
                  </a:lnTo>
                  <a:lnTo>
                    <a:pt x="32892" y="65190"/>
                  </a:lnTo>
                  <a:lnTo>
                    <a:pt x="33747" y="92030"/>
                  </a:lnTo>
                  <a:lnTo>
                    <a:pt x="34603" y="149862"/>
                  </a:lnTo>
                  <a:lnTo>
                    <a:pt x="35459" y="106575"/>
                  </a:lnTo>
                  <a:lnTo>
                    <a:pt x="36314" y="130609"/>
                  </a:lnTo>
                  <a:lnTo>
                    <a:pt x="37170" y="128939"/>
                  </a:lnTo>
                  <a:lnTo>
                    <a:pt x="38025" y="133269"/>
                  </a:lnTo>
                  <a:lnTo>
                    <a:pt x="38881" y="171775"/>
                  </a:lnTo>
                  <a:lnTo>
                    <a:pt x="39736" y="134549"/>
                  </a:lnTo>
                  <a:lnTo>
                    <a:pt x="40592" y="150953"/>
                  </a:lnTo>
                  <a:lnTo>
                    <a:pt x="41447" y="112125"/>
                  </a:lnTo>
                  <a:lnTo>
                    <a:pt x="42303" y="56277"/>
                  </a:lnTo>
                  <a:lnTo>
                    <a:pt x="43158" y="56072"/>
                  </a:lnTo>
                  <a:lnTo>
                    <a:pt x="44014" y="87700"/>
                  </a:lnTo>
                  <a:lnTo>
                    <a:pt x="44869" y="167027"/>
                  </a:lnTo>
                  <a:lnTo>
                    <a:pt x="45725" y="117497"/>
                  </a:lnTo>
                  <a:lnTo>
                    <a:pt x="46580" y="127772"/>
                  </a:lnTo>
                  <a:lnTo>
                    <a:pt x="47401" y="185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1310156" y="6342488"/>
              <a:ext cx="3934" cy="36961"/>
            </a:xfrm>
            <a:custGeom>
              <a:avLst/>
              <a:pathLst>
                <a:path w="3934" h="36961">
                  <a:moveTo>
                    <a:pt x="0" y="36961"/>
                  </a:moveTo>
                  <a:lnTo>
                    <a:pt x="571" y="32012"/>
                  </a:lnTo>
                  <a:lnTo>
                    <a:pt x="1427" y="26643"/>
                  </a:lnTo>
                  <a:lnTo>
                    <a:pt x="2282" y="1289"/>
                  </a:lnTo>
                  <a:lnTo>
                    <a:pt x="3138" y="0"/>
                  </a:lnTo>
                  <a:lnTo>
                    <a:pt x="3934" y="369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1314297" y="5889094"/>
              <a:ext cx="396523" cy="490355"/>
            </a:xfrm>
            <a:custGeom>
              <a:avLst/>
              <a:pathLst>
                <a:path w="396523" h="490355">
                  <a:moveTo>
                    <a:pt x="0" y="490355"/>
                  </a:moveTo>
                  <a:lnTo>
                    <a:pt x="708" y="477162"/>
                  </a:lnTo>
                  <a:lnTo>
                    <a:pt x="1563" y="477086"/>
                  </a:lnTo>
                  <a:lnTo>
                    <a:pt x="2419" y="426452"/>
                  </a:lnTo>
                  <a:lnTo>
                    <a:pt x="3274" y="452895"/>
                  </a:lnTo>
                  <a:lnTo>
                    <a:pt x="4130" y="451555"/>
                  </a:lnTo>
                  <a:lnTo>
                    <a:pt x="4985" y="446559"/>
                  </a:lnTo>
                  <a:lnTo>
                    <a:pt x="5841" y="450017"/>
                  </a:lnTo>
                  <a:lnTo>
                    <a:pt x="6696" y="437126"/>
                  </a:lnTo>
                  <a:lnTo>
                    <a:pt x="7552" y="444193"/>
                  </a:lnTo>
                  <a:lnTo>
                    <a:pt x="8408" y="426650"/>
                  </a:lnTo>
                  <a:lnTo>
                    <a:pt x="9263" y="359500"/>
                  </a:lnTo>
                  <a:lnTo>
                    <a:pt x="10119" y="333998"/>
                  </a:lnTo>
                  <a:lnTo>
                    <a:pt x="10974" y="270900"/>
                  </a:lnTo>
                  <a:lnTo>
                    <a:pt x="11830" y="251802"/>
                  </a:lnTo>
                  <a:lnTo>
                    <a:pt x="12685" y="240418"/>
                  </a:lnTo>
                  <a:lnTo>
                    <a:pt x="13541" y="270738"/>
                  </a:lnTo>
                  <a:lnTo>
                    <a:pt x="14396" y="380873"/>
                  </a:lnTo>
                  <a:lnTo>
                    <a:pt x="15252" y="195385"/>
                  </a:lnTo>
                  <a:lnTo>
                    <a:pt x="16107" y="162736"/>
                  </a:lnTo>
                  <a:lnTo>
                    <a:pt x="16963" y="236143"/>
                  </a:lnTo>
                  <a:lnTo>
                    <a:pt x="17818" y="355314"/>
                  </a:lnTo>
                  <a:lnTo>
                    <a:pt x="18674" y="396468"/>
                  </a:lnTo>
                  <a:lnTo>
                    <a:pt x="19529" y="331398"/>
                  </a:lnTo>
                  <a:lnTo>
                    <a:pt x="20385" y="344801"/>
                  </a:lnTo>
                  <a:lnTo>
                    <a:pt x="21240" y="387922"/>
                  </a:lnTo>
                  <a:lnTo>
                    <a:pt x="22096" y="406014"/>
                  </a:lnTo>
                  <a:lnTo>
                    <a:pt x="22951" y="401549"/>
                  </a:lnTo>
                  <a:lnTo>
                    <a:pt x="23807" y="411653"/>
                  </a:lnTo>
                  <a:lnTo>
                    <a:pt x="24663" y="407542"/>
                  </a:lnTo>
                  <a:lnTo>
                    <a:pt x="25518" y="409228"/>
                  </a:lnTo>
                  <a:lnTo>
                    <a:pt x="26374" y="370332"/>
                  </a:lnTo>
                  <a:lnTo>
                    <a:pt x="27229" y="340909"/>
                  </a:lnTo>
                  <a:lnTo>
                    <a:pt x="28085" y="363766"/>
                  </a:lnTo>
                  <a:lnTo>
                    <a:pt x="28940" y="317218"/>
                  </a:lnTo>
                  <a:lnTo>
                    <a:pt x="29796" y="298693"/>
                  </a:lnTo>
                  <a:lnTo>
                    <a:pt x="30651" y="209375"/>
                  </a:lnTo>
                  <a:lnTo>
                    <a:pt x="31507" y="191014"/>
                  </a:lnTo>
                  <a:lnTo>
                    <a:pt x="32362" y="286716"/>
                  </a:lnTo>
                  <a:lnTo>
                    <a:pt x="33218" y="214813"/>
                  </a:lnTo>
                  <a:lnTo>
                    <a:pt x="34073" y="179915"/>
                  </a:lnTo>
                  <a:lnTo>
                    <a:pt x="34929" y="202610"/>
                  </a:lnTo>
                  <a:lnTo>
                    <a:pt x="35784" y="150467"/>
                  </a:lnTo>
                  <a:lnTo>
                    <a:pt x="36640" y="280750"/>
                  </a:lnTo>
                  <a:lnTo>
                    <a:pt x="37495" y="282246"/>
                  </a:lnTo>
                  <a:lnTo>
                    <a:pt x="38351" y="256682"/>
                  </a:lnTo>
                  <a:lnTo>
                    <a:pt x="39207" y="144965"/>
                  </a:lnTo>
                  <a:lnTo>
                    <a:pt x="40062" y="124004"/>
                  </a:lnTo>
                  <a:lnTo>
                    <a:pt x="40918" y="199625"/>
                  </a:lnTo>
                  <a:lnTo>
                    <a:pt x="41773" y="181514"/>
                  </a:lnTo>
                  <a:lnTo>
                    <a:pt x="42629" y="151567"/>
                  </a:lnTo>
                  <a:lnTo>
                    <a:pt x="43484" y="251964"/>
                  </a:lnTo>
                  <a:lnTo>
                    <a:pt x="44340" y="363769"/>
                  </a:lnTo>
                  <a:lnTo>
                    <a:pt x="45195" y="359266"/>
                  </a:lnTo>
                  <a:lnTo>
                    <a:pt x="46051" y="362559"/>
                  </a:lnTo>
                  <a:lnTo>
                    <a:pt x="46906" y="316400"/>
                  </a:lnTo>
                  <a:lnTo>
                    <a:pt x="47762" y="322449"/>
                  </a:lnTo>
                  <a:lnTo>
                    <a:pt x="48617" y="294416"/>
                  </a:lnTo>
                  <a:lnTo>
                    <a:pt x="49473" y="251955"/>
                  </a:lnTo>
                  <a:lnTo>
                    <a:pt x="50328" y="222703"/>
                  </a:lnTo>
                  <a:lnTo>
                    <a:pt x="51184" y="309226"/>
                  </a:lnTo>
                  <a:lnTo>
                    <a:pt x="52039" y="331112"/>
                  </a:lnTo>
                  <a:lnTo>
                    <a:pt x="52895" y="346690"/>
                  </a:lnTo>
                  <a:lnTo>
                    <a:pt x="53750" y="310340"/>
                  </a:lnTo>
                  <a:lnTo>
                    <a:pt x="54606" y="294348"/>
                  </a:lnTo>
                  <a:lnTo>
                    <a:pt x="55462" y="247341"/>
                  </a:lnTo>
                  <a:lnTo>
                    <a:pt x="56317" y="131006"/>
                  </a:lnTo>
                  <a:lnTo>
                    <a:pt x="57173" y="193810"/>
                  </a:lnTo>
                  <a:lnTo>
                    <a:pt x="58028" y="176256"/>
                  </a:lnTo>
                  <a:lnTo>
                    <a:pt x="58884" y="104737"/>
                  </a:lnTo>
                  <a:lnTo>
                    <a:pt x="59739" y="204881"/>
                  </a:lnTo>
                  <a:lnTo>
                    <a:pt x="60595" y="264057"/>
                  </a:lnTo>
                  <a:lnTo>
                    <a:pt x="61450" y="370430"/>
                  </a:lnTo>
                  <a:lnTo>
                    <a:pt x="62306" y="250349"/>
                  </a:lnTo>
                  <a:lnTo>
                    <a:pt x="63161" y="233594"/>
                  </a:lnTo>
                  <a:lnTo>
                    <a:pt x="64017" y="267356"/>
                  </a:lnTo>
                  <a:lnTo>
                    <a:pt x="64872" y="287836"/>
                  </a:lnTo>
                  <a:lnTo>
                    <a:pt x="65728" y="396096"/>
                  </a:lnTo>
                  <a:lnTo>
                    <a:pt x="66583" y="397422"/>
                  </a:lnTo>
                  <a:lnTo>
                    <a:pt x="67439" y="402700"/>
                  </a:lnTo>
                  <a:lnTo>
                    <a:pt x="68294" y="415969"/>
                  </a:lnTo>
                  <a:lnTo>
                    <a:pt x="69150" y="378542"/>
                  </a:lnTo>
                  <a:lnTo>
                    <a:pt x="70005" y="417315"/>
                  </a:lnTo>
                  <a:lnTo>
                    <a:pt x="70861" y="420085"/>
                  </a:lnTo>
                  <a:lnTo>
                    <a:pt x="71717" y="403350"/>
                  </a:lnTo>
                  <a:lnTo>
                    <a:pt x="72572" y="345353"/>
                  </a:lnTo>
                  <a:lnTo>
                    <a:pt x="73428" y="347546"/>
                  </a:lnTo>
                  <a:lnTo>
                    <a:pt x="74283" y="415729"/>
                  </a:lnTo>
                  <a:lnTo>
                    <a:pt x="75139" y="414978"/>
                  </a:lnTo>
                  <a:lnTo>
                    <a:pt x="75994" y="433511"/>
                  </a:lnTo>
                  <a:lnTo>
                    <a:pt x="76850" y="425257"/>
                  </a:lnTo>
                  <a:lnTo>
                    <a:pt x="77705" y="447107"/>
                  </a:lnTo>
                  <a:lnTo>
                    <a:pt x="78561" y="428045"/>
                  </a:lnTo>
                  <a:lnTo>
                    <a:pt x="79416" y="453200"/>
                  </a:lnTo>
                  <a:lnTo>
                    <a:pt x="80272" y="439780"/>
                  </a:lnTo>
                  <a:lnTo>
                    <a:pt x="81127" y="425436"/>
                  </a:lnTo>
                  <a:lnTo>
                    <a:pt x="81983" y="451492"/>
                  </a:lnTo>
                  <a:lnTo>
                    <a:pt x="82838" y="445229"/>
                  </a:lnTo>
                  <a:lnTo>
                    <a:pt x="83694" y="446088"/>
                  </a:lnTo>
                  <a:lnTo>
                    <a:pt x="84549" y="441442"/>
                  </a:lnTo>
                  <a:lnTo>
                    <a:pt x="85405" y="423467"/>
                  </a:lnTo>
                  <a:lnTo>
                    <a:pt x="86261" y="427532"/>
                  </a:lnTo>
                  <a:lnTo>
                    <a:pt x="87116" y="395019"/>
                  </a:lnTo>
                  <a:lnTo>
                    <a:pt x="87972" y="382860"/>
                  </a:lnTo>
                  <a:lnTo>
                    <a:pt x="88827" y="349700"/>
                  </a:lnTo>
                  <a:lnTo>
                    <a:pt x="89683" y="323593"/>
                  </a:lnTo>
                  <a:lnTo>
                    <a:pt x="90538" y="282010"/>
                  </a:lnTo>
                  <a:lnTo>
                    <a:pt x="91394" y="176956"/>
                  </a:lnTo>
                  <a:lnTo>
                    <a:pt x="92249" y="153251"/>
                  </a:lnTo>
                  <a:lnTo>
                    <a:pt x="93105" y="161368"/>
                  </a:lnTo>
                  <a:lnTo>
                    <a:pt x="93960" y="247068"/>
                  </a:lnTo>
                  <a:lnTo>
                    <a:pt x="94816" y="232032"/>
                  </a:lnTo>
                  <a:lnTo>
                    <a:pt x="95671" y="196669"/>
                  </a:lnTo>
                  <a:lnTo>
                    <a:pt x="96527" y="196702"/>
                  </a:lnTo>
                  <a:lnTo>
                    <a:pt x="97382" y="275382"/>
                  </a:lnTo>
                  <a:lnTo>
                    <a:pt x="98238" y="302024"/>
                  </a:lnTo>
                  <a:lnTo>
                    <a:pt x="99093" y="290365"/>
                  </a:lnTo>
                  <a:lnTo>
                    <a:pt x="99949" y="257164"/>
                  </a:lnTo>
                  <a:lnTo>
                    <a:pt x="100804" y="302254"/>
                  </a:lnTo>
                  <a:lnTo>
                    <a:pt x="101660" y="365003"/>
                  </a:lnTo>
                  <a:lnTo>
                    <a:pt x="102516" y="337255"/>
                  </a:lnTo>
                  <a:lnTo>
                    <a:pt x="103371" y="332959"/>
                  </a:lnTo>
                  <a:lnTo>
                    <a:pt x="104227" y="263586"/>
                  </a:lnTo>
                  <a:lnTo>
                    <a:pt x="105082" y="265324"/>
                  </a:lnTo>
                  <a:lnTo>
                    <a:pt x="105938" y="270575"/>
                  </a:lnTo>
                  <a:lnTo>
                    <a:pt x="106793" y="263140"/>
                  </a:lnTo>
                  <a:lnTo>
                    <a:pt x="107649" y="233964"/>
                  </a:lnTo>
                  <a:lnTo>
                    <a:pt x="108504" y="198279"/>
                  </a:lnTo>
                  <a:lnTo>
                    <a:pt x="109360" y="197208"/>
                  </a:lnTo>
                  <a:lnTo>
                    <a:pt x="110215" y="206009"/>
                  </a:lnTo>
                  <a:lnTo>
                    <a:pt x="111071" y="114543"/>
                  </a:lnTo>
                  <a:lnTo>
                    <a:pt x="111926" y="180698"/>
                  </a:lnTo>
                  <a:lnTo>
                    <a:pt x="112782" y="317461"/>
                  </a:lnTo>
                  <a:lnTo>
                    <a:pt x="113637" y="294191"/>
                  </a:lnTo>
                  <a:lnTo>
                    <a:pt x="114493" y="334284"/>
                  </a:lnTo>
                  <a:lnTo>
                    <a:pt x="115348" y="326342"/>
                  </a:lnTo>
                  <a:lnTo>
                    <a:pt x="116204" y="348621"/>
                  </a:lnTo>
                  <a:lnTo>
                    <a:pt x="117059" y="361267"/>
                  </a:lnTo>
                  <a:lnTo>
                    <a:pt x="117915" y="342968"/>
                  </a:lnTo>
                  <a:lnTo>
                    <a:pt x="118771" y="200134"/>
                  </a:lnTo>
                  <a:lnTo>
                    <a:pt x="119626" y="219039"/>
                  </a:lnTo>
                  <a:lnTo>
                    <a:pt x="120482" y="372203"/>
                  </a:lnTo>
                  <a:lnTo>
                    <a:pt x="121337" y="349316"/>
                  </a:lnTo>
                  <a:lnTo>
                    <a:pt x="122193" y="291415"/>
                  </a:lnTo>
                  <a:lnTo>
                    <a:pt x="123048" y="288110"/>
                  </a:lnTo>
                  <a:lnTo>
                    <a:pt x="123904" y="322127"/>
                  </a:lnTo>
                  <a:lnTo>
                    <a:pt x="124759" y="342490"/>
                  </a:lnTo>
                  <a:lnTo>
                    <a:pt x="125615" y="316800"/>
                  </a:lnTo>
                  <a:lnTo>
                    <a:pt x="126470" y="224322"/>
                  </a:lnTo>
                  <a:lnTo>
                    <a:pt x="127326" y="184734"/>
                  </a:lnTo>
                  <a:lnTo>
                    <a:pt x="128181" y="234573"/>
                  </a:lnTo>
                  <a:lnTo>
                    <a:pt x="129037" y="222258"/>
                  </a:lnTo>
                  <a:lnTo>
                    <a:pt x="129892" y="113796"/>
                  </a:lnTo>
                  <a:lnTo>
                    <a:pt x="130748" y="113962"/>
                  </a:lnTo>
                  <a:lnTo>
                    <a:pt x="131603" y="123424"/>
                  </a:lnTo>
                  <a:lnTo>
                    <a:pt x="132459" y="155284"/>
                  </a:lnTo>
                  <a:lnTo>
                    <a:pt x="133315" y="50723"/>
                  </a:lnTo>
                  <a:lnTo>
                    <a:pt x="134170" y="0"/>
                  </a:lnTo>
                  <a:lnTo>
                    <a:pt x="135026" y="95594"/>
                  </a:lnTo>
                  <a:lnTo>
                    <a:pt x="135881" y="184056"/>
                  </a:lnTo>
                  <a:lnTo>
                    <a:pt x="136737" y="235401"/>
                  </a:lnTo>
                  <a:lnTo>
                    <a:pt x="137592" y="251740"/>
                  </a:lnTo>
                  <a:lnTo>
                    <a:pt x="138448" y="202343"/>
                  </a:lnTo>
                  <a:lnTo>
                    <a:pt x="139303" y="152792"/>
                  </a:lnTo>
                  <a:lnTo>
                    <a:pt x="140159" y="123205"/>
                  </a:lnTo>
                  <a:lnTo>
                    <a:pt x="141014" y="164037"/>
                  </a:lnTo>
                  <a:lnTo>
                    <a:pt x="141870" y="113164"/>
                  </a:lnTo>
                  <a:lnTo>
                    <a:pt x="142725" y="146496"/>
                  </a:lnTo>
                  <a:lnTo>
                    <a:pt x="143581" y="189942"/>
                  </a:lnTo>
                  <a:lnTo>
                    <a:pt x="144436" y="235396"/>
                  </a:lnTo>
                  <a:lnTo>
                    <a:pt x="145292" y="300833"/>
                  </a:lnTo>
                  <a:lnTo>
                    <a:pt x="146147" y="341947"/>
                  </a:lnTo>
                  <a:lnTo>
                    <a:pt x="147003" y="344767"/>
                  </a:lnTo>
                  <a:lnTo>
                    <a:pt x="147858" y="367963"/>
                  </a:lnTo>
                  <a:lnTo>
                    <a:pt x="148714" y="370001"/>
                  </a:lnTo>
                  <a:lnTo>
                    <a:pt x="149570" y="311449"/>
                  </a:lnTo>
                  <a:lnTo>
                    <a:pt x="150425" y="297446"/>
                  </a:lnTo>
                  <a:lnTo>
                    <a:pt x="151281" y="301619"/>
                  </a:lnTo>
                  <a:lnTo>
                    <a:pt x="152136" y="347897"/>
                  </a:lnTo>
                  <a:lnTo>
                    <a:pt x="152992" y="345425"/>
                  </a:lnTo>
                  <a:lnTo>
                    <a:pt x="153847" y="287094"/>
                  </a:lnTo>
                  <a:lnTo>
                    <a:pt x="154703" y="339898"/>
                  </a:lnTo>
                  <a:lnTo>
                    <a:pt x="155558" y="247080"/>
                  </a:lnTo>
                  <a:lnTo>
                    <a:pt x="156414" y="182617"/>
                  </a:lnTo>
                  <a:lnTo>
                    <a:pt x="157269" y="152645"/>
                  </a:lnTo>
                  <a:lnTo>
                    <a:pt x="158125" y="166650"/>
                  </a:lnTo>
                  <a:lnTo>
                    <a:pt x="158980" y="252380"/>
                  </a:lnTo>
                  <a:lnTo>
                    <a:pt x="159836" y="345966"/>
                  </a:lnTo>
                  <a:lnTo>
                    <a:pt x="160691" y="331654"/>
                  </a:lnTo>
                  <a:lnTo>
                    <a:pt x="161547" y="347174"/>
                  </a:lnTo>
                  <a:lnTo>
                    <a:pt x="162402" y="331133"/>
                  </a:lnTo>
                  <a:lnTo>
                    <a:pt x="163258" y="320551"/>
                  </a:lnTo>
                  <a:lnTo>
                    <a:pt x="164113" y="319841"/>
                  </a:lnTo>
                  <a:lnTo>
                    <a:pt x="164969" y="330223"/>
                  </a:lnTo>
                  <a:lnTo>
                    <a:pt x="165825" y="334236"/>
                  </a:lnTo>
                  <a:lnTo>
                    <a:pt x="166680" y="309502"/>
                  </a:lnTo>
                  <a:lnTo>
                    <a:pt x="167536" y="319745"/>
                  </a:lnTo>
                  <a:lnTo>
                    <a:pt x="168391" y="245934"/>
                  </a:lnTo>
                  <a:lnTo>
                    <a:pt x="169247" y="145234"/>
                  </a:lnTo>
                  <a:lnTo>
                    <a:pt x="170102" y="107165"/>
                  </a:lnTo>
                  <a:lnTo>
                    <a:pt x="170958" y="28688"/>
                  </a:lnTo>
                  <a:lnTo>
                    <a:pt x="171813" y="68821"/>
                  </a:lnTo>
                  <a:lnTo>
                    <a:pt x="172669" y="112341"/>
                  </a:lnTo>
                  <a:lnTo>
                    <a:pt x="173524" y="121869"/>
                  </a:lnTo>
                  <a:lnTo>
                    <a:pt x="174380" y="155735"/>
                  </a:lnTo>
                  <a:lnTo>
                    <a:pt x="175235" y="116348"/>
                  </a:lnTo>
                  <a:lnTo>
                    <a:pt x="176091" y="283912"/>
                  </a:lnTo>
                  <a:lnTo>
                    <a:pt x="176946" y="231573"/>
                  </a:lnTo>
                  <a:lnTo>
                    <a:pt x="177802" y="176870"/>
                  </a:lnTo>
                  <a:lnTo>
                    <a:pt x="178657" y="197420"/>
                  </a:lnTo>
                  <a:lnTo>
                    <a:pt x="179513" y="248313"/>
                  </a:lnTo>
                  <a:lnTo>
                    <a:pt x="180369" y="290830"/>
                  </a:lnTo>
                  <a:lnTo>
                    <a:pt x="181224" y="302263"/>
                  </a:lnTo>
                  <a:lnTo>
                    <a:pt x="182080" y="295129"/>
                  </a:lnTo>
                  <a:lnTo>
                    <a:pt x="182935" y="296062"/>
                  </a:lnTo>
                  <a:lnTo>
                    <a:pt x="183791" y="262785"/>
                  </a:lnTo>
                  <a:lnTo>
                    <a:pt x="184646" y="315923"/>
                  </a:lnTo>
                  <a:lnTo>
                    <a:pt x="185502" y="334218"/>
                  </a:lnTo>
                  <a:lnTo>
                    <a:pt x="186357" y="352229"/>
                  </a:lnTo>
                  <a:lnTo>
                    <a:pt x="187213" y="358706"/>
                  </a:lnTo>
                  <a:lnTo>
                    <a:pt x="188068" y="306791"/>
                  </a:lnTo>
                  <a:lnTo>
                    <a:pt x="188924" y="282001"/>
                  </a:lnTo>
                  <a:lnTo>
                    <a:pt x="189779" y="314652"/>
                  </a:lnTo>
                  <a:lnTo>
                    <a:pt x="190635" y="308426"/>
                  </a:lnTo>
                  <a:lnTo>
                    <a:pt x="191490" y="213832"/>
                  </a:lnTo>
                  <a:lnTo>
                    <a:pt x="192346" y="194891"/>
                  </a:lnTo>
                  <a:lnTo>
                    <a:pt x="193201" y="170886"/>
                  </a:lnTo>
                  <a:lnTo>
                    <a:pt x="194057" y="279909"/>
                  </a:lnTo>
                  <a:lnTo>
                    <a:pt x="194912" y="168937"/>
                  </a:lnTo>
                  <a:lnTo>
                    <a:pt x="195768" y="108426"/>
                  </a:lnTo>
                  <a:lnTo>
                    <a:pt x="196624" y="17831"/>
                  </a:lnTo>
                  <a:lnTo>
                    <a:pt x="197479" y="66094"/>
                  </a:lnTo>
                  <a:lnTo>
                    <a:pt x="198335" y="99337"/>
                  </a:lnTo>
                  <a:lnTo>
                    <a:pt x="199190" y="24750"/>
                  </a:lnTo>
                  <a:lnTo>
                    <a:pt x="200046" y="125813"/>
                  </a:lnTo>
                  <a:lnTo>
                    <a:pt x="200901" y="188711"/>
                  </a:lnTo>
                  <a:lnTo>
                    <a:pt x="201757" y="250886"/>
                  </a:lnTo>
                  <a:lnTo>
                    <a:pt x="202612" y="308072"/>
                  </a:lnTo>
                  <a:lnTo>
                    <a:pt x="203468" y="272692"/>
                  </a:lnTo>
                  <a:lnTo>
                    <a:pt x="204323" y="290185"/>
                  </a:lnTo>
                  <a:lnTo>
                    <a:pt x="205179" y="292388"/>
                  </a:lnTo>
                  <a:lnTo>
                    <a:pt x="206034" y="327837"/>
                  </a:lnTo>
                  <a:lnTo>
                    <a:pt x="206890" y="296568"/>
                  </a:lnTo>
                  <a:lnTo>
                    <a:pt x="207745" y="227252"/>
                  </a:lnTo>
                  <a:lnTo>
                    <a:pt x="208601" y="171266"/>
                  </a:lnTo>
                  <a:lnTo>
                    <a:pt x="209456" y="303573"/>
                  </a:lnTo>
                  <a:lnTo>
                    <a:pt x="210312" y="321967"/>
                  </a:lnTo>
                  <a:lnTo>
                    <a:pt x="211167" y="298373"/>
                  </a:lnTo>
                  <a:lnTo>
                    <a:pt x="212023" y="220626"/>
                  </a:lnTo>
                  <a:lnTo>
                    <a:pt x="212879" y="252852"/>
                  </a:lnTo>
                  <a:lnTo>
                    <a:pt x="213734" y="182058"/>
                  </a:lnTo>
                  <a:lnTo>
                    <a:pt x="214590" y="140922"/>
                  </a:lnTo>
                  <a:lnTo>
                    <a:pt x="215445" y="117395"/>
                  </a:lnTo>
                  <a:lnTo>
                    <a:pt x="216301" y="225965"/>
                  </a:lnTo>
                  <a:lnTo>
                    <a:pt x="217156" y="276288"/>
                  </a:lnTo>
                  <a:lnTo>
                    <a:pt x="218012" y="285845"/>
                  </a:lnTo>
                  <a:lnTo>
                    <a:pt x="218867" y="318850"/>
                  </a:lnTo>
                  <a:lnTo>
                    <a:pt x="219723" y="267245"/>
                  </a:lnTo>
                  <a:lnTo>
                    <a:pt x="220578" y="280155"/>
                  </a:lnTo>
                  <a:lnTo>
                    <a:pt x="221434" y="290770"/>
                  </a:lnTo>
                  <a:lnTo>
                    <a:pt x="222289" y="302184"/>
                  </a:lnTo>
                  <a:lnTo>
                    <a:pt x="223145" y="258605"/>
                  </a:lnTo>
                  <a:lnTo>
                    <a:pt x="224000" y="341051"/>
                  </a:lnTo>
                  <a:lnTo>
                    <a:pt x="224856" y="358925"/>
                  </a:lnTo>
                  <a:lnTo>
                    <a:pt x="225711" y="369348"/>
                  </a:lnTo>
                  <a:lnTo>
                    <a:pt x="226567" y="396431"/>
                  </a:lnTo>
                  <a:lnTo>
                    <a:pt x="227422" y="385517"/>
                  </a:lnTo>
                  <a:lnTo>
                    <a:pt x="228278" y="251587"/>
                  </a:lnTo>
                  <a:lnTo>
                    <a:pt x="229134" y="295013"/>
                  </a:lnTo>
                  <a:lnTo>
                    <a:pt x="229989" y="383718"/>
                  </a:lnTo>
                  <a:lnTo>
                    <a:pt x="230845" y="423869"/>
                  </a:lnTo>
                  <a:lnTo>
                    <a:pt x="231700" y="388161"/>
                  </a:lnTo>
                  <a:lnTo>
                    <a:pt x="232556" y="402956"/>
                  </a:lnTo>
                  <a:lnTo>
                    <a:pt x="233411" y="423559"/>
                  </a:lnTo>
                  <a:lnTo>
                    <a:pt x="234267" y="407212"/>
                  </a:lnTo>
                  <a:lnTo>
                    <a:pt x="235122" y="419665"/>
                  </a:lnTo>
                  <a:lnTo>
                    <a:pt x="235978" y="357318"/>
                  </a:lnTo>
                  <a:lnTo>
                    <a:pt x="236833" y="378559"/>
                  </a:lnTo>
                  <a:lnTo>
                    <a:pt x="237689" y="423696"/>
                  </a:lnTo>
                  <a:lnTo>
                    <a:pt x="238544" y="429918"/>
                  </a:lnTo>
                  <a:lnTo>
                    <a:pt x="239400" y="441284"/>
                  </a:lnTo>
                  <a:lnTo>
                    <a:pt x="240255" y="453202"/>
                  </a:lnTo>
                  <a:lnTo>
                    <a:pt x="241111" y="450044"/>
                  </a:lnTo>
                  <a:lnTo>
                    <a:pt x="241966" y="455301"/>
                  </a:lnTo>
                  <a:lnTo>
                    <a:pt x="242822" y="437013"/>
                  </a:lnTo>
                  <a:lnTo>
                    <a:pt x="243678" y="429709"/>
                  </a:lnTo>
                  <a:lnTo>
                    <a:pt x="244533" y="455174"/>
                  </a:lnTo>
                  <a:lnTo>
                    <a:pt x="245389" y="469818"/>
                  </a:lnTo>
                  <a:lnTo>
                    <a:pt x="246244" y="431632"/>
                  </a:lnTo>
                  <a:lnTo>
                    <a:pt x="247100" y="431416"/>
                  </a:lnTo>
                  <a:lnTo>
                    <a:pt x="247955" y="437734"/>
                  </a:lnTo>
                  <a:lnTo>
                    <a:pt x="248811" y="419985"/>
                  </a:lnTo>
                  <a:lnTo>
                    <a:pt x="249666" y="419792"/>
                  </a:lnTo>
                  <a:lnTo>
                    <a:pt x="250522" y="397187"/>
                  </a:lnTo>
                  <a:lnTo>
                    <a:pt x="251377" y="370480"/>
                  </a:lnTo>
                  <a:lnTo>
                    <a:pt x="252233" y="365610"/>
                  </a:lnTo>
                  <a:lnTo>
                    <a:pt x="253088" y="372046"/>
                  </a:lnTo>
                  <a:lnTo>
                    <a:pt x="253944" y="352271"/>
                  </a:lnTo>
                  <a:lnTo>
                    <a:pt x="254799" y="350055"/>
                  </a:lnTo>
                  <a:lnTo>
                    <a:pt x="255655" y="345461"/>
                  </a:lnTo>
                  <a:lnTo>
                    <a:pt x="256510" y="317356"/>
                  </a:lnTo>
                  <a:lnTo>
                    <a:pt x="257366" y="304660"/>
                  </a:lnTo>
                  <a:lnTo>
                    <a:pt x="258221" y="293153"/>
                  </a:lnTo>
                  <a:lnTo>
                    <a:pt x="259077" y="332351"/>
                  </a:lnTo>
                  <a:lnTo>
                    <a:pt x="259933" y="311374"/>
                  </a:lnTo>
                  <a:lnTo>
                    <a:pt x="260788" y="267017"/>
                  </a:lnTo>
                  <a:lnTo>
                    <a:pt x="261644" y="265173"/>
                  </a:lnTo>
                  <a:lnTo>
                    <a:pt x="262499" y="274426"/>
                  </a:lnTo>
                  <a:lnTo>
                    <a:pt x="263355" y="320327"/>
                  </a:lnTo>
                  <a:lnTo>
                    <a:pt x="264210" y="303162"/>
                  </a:lnTo>
                  <a:lnTo>
                    <a:pt x="265066" y="315661"/>
                  </a:lnTo>
                  <a:lnTo>
                    <a:pt x="265921" y="354875"/>
                  </a:lnTo>
                  <a:lnTo>
                    <a:pt x="266777" y="407204"/>
                  </a:lnTo>
                  <a:lnTo>
                    <a:pt x="267632" y="408583"/>
                  </a:lnTo>
                  <a:lnTo>
                    <a:pt x="268488" y="395357"/>
                  </a:lnTo>
                  <a:lnTo>
                    <a:pt x="269343" y="427186"/>
                  </a:lnTo>
                  <a:lnTo>
                    <a:pt x="270199" y="441849"/>
                  </a:lnTo>
                  <a:lnTo>
                    <a:pt x="271054" y="451718"/>
                  </a:lnTo>
                  <a:lnTo>
                    <a:pt x="271910" y="452224"/>
                  </a:lnTo>
                  <a:lnTo>
                    <a:pt x="272765" y="452492"/>
                  </a:lnTo>
                  <a:lnTo>
                    <a:pt x="273621" y="439247"/>
                  </a:lnTo>
                  <a:lnTo>
                    <a:pt x="274476" y="415201"/>
                  </a:lnTo>
                  <a:lnTo>
                    <a:pt x="275332" y="395859"/>
                  </a:lnTo>
                  <a:lnTo>
                    <a:pt x="276188" y="386878"/>
                  </a:lnTo>
                  <a:lnTo>
                    <a:pt x="277043" y="364763"/>
                  </a:lnTo>
                  <a:lnTo>
                    <a:pt x="277899" y="341133"/>
                  </a:lnTo>
                  <a:lnTo>
                    <a:pt x="278754" y="331540"/>
                  </a:lnTo>
                  <a:lnTo>
                    <a:pt x="279610" y="312706"/>
                  </a:lnTo>
                  <a:lnTo>
                    <a:pt x="280465" y="277559"/>
                  </a:lnTo>
                  <a:lnTo>
                    <a:pt x="281321" y="255673"/>
                  </a:lnTo>
                  <a:lnTo>
                    <a:pt x="282176" y="233778"/>
                  </a:lnTo>
                  <a:lnTo>
                    <a:pt x="283032" y="202331"/>
                  </a:lnTo>
                  <a:lnTo>
                    <a:pt x="283887" y="200350"/>
                  </a:lnTo>
                  <a:lnTo>
                    <a:pt x="284743" y="262145"/>
                  </a:lnTo>
                  <a:lnTo>
                    <a:pt x="285598" y="243013"/>
                  </a:lnTo>
                  <a:lnTo>
                    <a:pt x="286454" y="238660"/>
                  </a:lnTo>
                  <a:lnTo>
                    <a:pt x="287309" y="260618"/>
                  </a:lnTo>
                  <a:lnTo>
                    <a:pt x="288165" y="305829"/>
                  </a:lnTo>
                  <a:lnTo>
                    <a:pt x="289020" y="348381"/>
                  </a:lnTo>
                  <a:lnTo>
                    <a:pt x="289876" y="366089"/>
                  </a:lnTo>
                  <a:lnTo>
                    <a:pt x="290732" y="364826"/>
                  </a:lnTo>
                  <a:lnTo>
                    <a:pt x="291587" y="389355"/>
                  </a:lnTo>
                  <a:lnTo>
                    <a:pt x="292443" y="419193"/>
                  </a:lnTo>
                  <a:lnTo>
                    <a:pt x="293298" y="415267"/>
                  </a:lnTo>
                  <a:lnTo>
                    <a:pt x="294154" y="407625"/>
                  </a:lnTo>
                  <a:lnTo>
                    <a:pt x="295009" y="392666"/>
                  </a:lnTo>
                  <a:lnTo>
                    <a:pt x="295865" y="348320"/>
                  </a:lnTo>
                  <a:lnTo>
                    <a:pt x="296720" y="342810"/>
                  </a:lnTo>
                  <a:lnTo>
                    <a:pt x="297576" y="297918"/>
                  </a:lnTo>
                  <a:lnTo>
                    <a:pt x="298431" y="325501"/>
                  </a:lnTo>
                  <a:lnTo>
                    <a:pt x="299287" y="345478"/>
                  </a:lnTo>
                  <a:lnTo>
                    <a:pt x="300142" y="265653"/>
                  </a:lnTo>
                  <a:lnTo>
                    <a:pt x="300998" y="269433"/>
                  </a:lnTo>
                  <a:lnTo>
                    <a:pt x="301853" y="217872"/>
                  </a:lnTo>
                  <a:lnTo>
                    <a:pt x="302709" y="205686"/>
                  </a:lnTo>
                  <a:lnTo>
                    <a:pt x="303564" y="240755"/>
                  </a:lnTo>
                  <a:lnTo>
                    <a:pt x="304420" y="102638"/>
                  </a:lnTo>
                  <a:lnTo>
                    <a:pt x="305275" y="121895"/>
                  </a:lnTo>
                  <a:lnTo>
                    <a:pt x="306131" y="75699"/>
                  </a:lnTo>
                  <a:lnTo>
                    <a:pt x="306987" y="40049"/>
                  </a:lnTo>
                  <a:lnTo>
                    <a:pt x="307842" y="83186"/>
                  </a:lnTo>
                  <a:lnTo>
                    <a:pt x="308698" y="51986"/>
                  </a:lnTo>
                  <a:lnTo>
                    <a:pt x="309553" y="62813"/>
                  </a:lnTo>
                  <a:lnTo>
                    <a:pt x="310409" y="84783"/>
                  </a:lnTo>
                  <a:lnTo>
                    <a:pt x="311264" y="69257"/>
                  </a:lnTo>
                  <a:lnTo>
                    <a:pt x="312120" y="86180"/>
                  </a:lnTo>
                  <a:lnTo>
                    <a:pt x="312975" y="79611"/>
                  </a:lnTo>
                  <a:lnTo>
                    <a:pt x="313831" y="71842"/>
                  </a:lnTo>
                  <a:lnTo>
                    <a:pt x="314686" y="56663"/>
                  </a:lnTo>
                  <a:lnTo>
                    <a:pt x="315542" y="52049"/>
                  </a:lnTo>
                  <a:lnTo>
                    <a:pt x="316397" y="31670"/>
                  </a:lnTo>
                  <a:lnTo>
                    <a:pt x="317253" y="64745"/>
                  </a:lnTo>
                  <a:lnTo>
                    <a:pt x="318108" y="93266"/>
                  </a:lnTo>
                  <a:lnTo>
                    <a:pt x="318964" y="131989"/>
                  </a:lnTo>
                  <a:lnTo>
                    <a:pt x="319819" y="143732"/>
                  </a:lnTo>
                  <a:lnTo>
                    <a:pt x="320675" y="121771"/>
                  </a:lnTo>
                  <a:lnTo>
                    <a:pt x="321530" y="85687"/>
                  </a:lnTo>
                  <a:lnTo>
                    <a:pt x="322386" y="141513"/>
                  </a:lnTo>
                  <a:lnTo>
                    <a:pt x="323242" y="119490"/>
                  </a:lnTo>
                  <a:lnTo>
                    <a:pt x="324097" y="126542"/>
                  </a:lnTo>
                  <a:lnTo>
                    <a:pt x="324953" y="149088"/>
                  </a:lnTo>
                  <a:lnTo>
                    <a:pt x="325808" y="109271"/>
                  </a:lnTo>
                  <a:lnTo>
                    <a:pt x="326664" y="171883"/>
                  </a:lnTo>
                  <a:lnTo>
                    <a:pt x="327519" y="169435"/>
                  </a:lnTo>
                  <a:lnTo>
                    <a:pt x="328375" y="140495"/>
                  </a:lnTo>
                  <a:lnTo>
                    <a:pt x="329230" y="162842"/>
                  </a:lnTo>
                  <a:lnTo>
                    <a:pt x="330086" y="189400"/>
                  </a:lnTo>
                  <a:lnTo>
                    <a:pt x="330941" y="178727"/>
                  </a:lnTo>
                  <a:lnTo>
                    <a:pt x="331797" y="143253"/>
                  </a:lnTo>
                  <a:lnTo>
                    <a:pt x="332652" y="77768"/>
                  </a:lnTo>
                  <a:lnTo>
                    <a:pt x="333508" y="143794"/>
                  </a:lnTo>
                  <a:lnTo>
                    <a:pt x="334363" y="144220"/>
                  </a:lnTo>
                  <a:lnTo>
                    <a:pt x="335219" y="185530"/>
                  </a:lnTo>
                  <a:lnTo>
                    <a:pt x="336074" y="244233"/>
                  </a:lnTo>
                  <a:lnTo>
                    <a:pt x="336930" y="247087"/>
                  </a:lnTo>
                  <a:lnTo>
                    <a:pt x="337786" y="340393"/>
                  </a:lnTo>
                  <a:lnTo>
                    <a:pt x="338641" y="304937"/>
                  </a:lnTo>
                  <a:lnTo>
                    <a:pt x="339497" y="301635"/>
                  </a:lnTo>
                  <a:lnTo>
                    <a:pt x="340352" y="285156"/>
                  </a:lnTo>
                  <a:lnTo>
                    <a:pt x="341208" y="311796"/>
                  </a:lnTo>
                  <a:lnTo>
                    <a:pt x="342063" y="322914"/>
                  </a:lnTo>
                  <a:lnTo>
                    <a:pt x="342919" y="279423"/>
                  </a:lnTo>
                  <a:lnTo>
                    <a:pt x="343774" y="223369"/>
                  </a:lnTo>
                  <a:lnTo>
                    <a:pt x="344630" y="222829"/>
                  </a:lnTo>
                  <a:lnTo>
                    <a:pt x="345485" y="229207"/>
                  </a:lnTo>
                  <a:lnTo>
                    <a:pt x="346341" y="190804"/>
                  </a:lnTo>
                  <a:lnTo>
                    <a:pt x="347196" y="204878"/>
                  </a:lnTo>
                  <a:lnTo>
                    <a:pt x="348052" y="98328"/>
                  </a:lnTo>
                  <a:lnTo>
                    <a:pt x="348907" y="101448"/>
                  </a:lnTo>
                  <a:lnTo>
                    <a:pt x="349763" y="95156"/>
                  </a:lnTo>
                  <a:lnTo>
                    <a:pt x="350618" y="109967"/>
                  </a:lnTo>
                  <a:lnTo>
                    <a:pt x="351474" y="147359"/>
                  </a:lnTo>
                  <a:lnTo>
                    <a:pt x="352329" y="134372"/>
                  </a:lnTo>
                  <a:lnTo>
                    <a:pt x="353185" y="256750"/>
                  </a:lnTo>
                  <a:lnTo>
                    <a:pt x="354041" y="331484"/>
                  </a:lnTo>
                  <a:lnTo>
                    <a:pt x="354896" y="367773"/>
                  </a:lnTo>
                  <a:lnTo>
                    <a:pt x="355752" y="368734"/>
                  </a:lnTo>
                  <a:lnTo>
                    <a:pt x="356607" y="361117"/>
                  </a:lnTo>
                  <a:lnTo>
                    <a:pt x="357463" y="402594"/>
                  </a:lnTo>
                  <a:lnTo>
                    <a:pt x="358318" y="409380"/>
                  </a:lnTo>
                  <a:lnTo>
                    <a:pt x="359174" y="475676"/>
                  </a:lnTo>
                  <a:lnTo>
                    <a:pt x="360029" y="458650"/>
                  </a:lnTo>
                  <a:lnTo>
                    <a:pt x="360885" y="436344"/>
                  </a:lnTo>
                  <a:lnTo>
                    <a:pt x="361740" y="427373"/>
                  </a:lnTo>
                  <a:lnTo>
                    <a:pt x="362596" y="416583"/>
                  </a:lnTo>
                  <a:lnTo>
                    <a:pt x="363451" y="389514"/>
                  </a:lnTo>
                  <a:lnTo>
                    <a:pt x="364307" y="348362"/>
                  </a:lnTo>
                  <a:lnTo>
                    <a:pt x="365162" y="335281"/>
                  </a:lnTo>
                  <a:lnTo>
                    <a:pt x="366018" y="355260"/>
                  </a:lnTo>
                  <a:lnTo>
                    <a:pt x="366873" y="310790"/>
                  </a:lnTo>
                  <a:lnTo>
                    <a:pt x="367729" y="315160"/>
                  </a:lnTo>
                  <a:lnTo>
                    <a:pt x="368584" y="311145"/>
                  </a:lnTo>
                  <a:lnTo>
                    <a:pt x="369440" y="339088"/>
                  </a:lnTo>
                  <a:lnTo>
                    <a:pt x="370296" y="352341"/>
                  </a:lnTo>
                  <a:lnTo>
                    <a:pt x="371151" y="346353"/>
                  </a:lnTo>
                  <a:lnTo>
                    <a:pt x="372007" y="349459"/>
                  </a:lnTo>
                  <a:lnTo>
                    <a:pt x="372862" y="344134"/>
                  </a:lnTo>
                  <a:lnTo>
                    <a:pt x="373718" y="348161"/>
                  </a:lnTo>
                  <a:lnTo>
                    <a:pt x="374573" y="379191"/>
                  </a:lnTo>
                  <a:lnTo>
                    <a:pt x="375429" y="370686"/>
                  </a:lnTo>
                  <a:lnTo>
                    <a:pt x="376284" y="350996"/>
                  </a:lnTo>
                  <a:lnTo>
                    <a:pt x="377140" y="376596"/>
                  </a:lnTo>
                  <a:lnTo>
                    <a:pt x="377995" y="372573"/>
                  </a:lnTo>
                  <a:lnTo>
                    <a:pt x="378851" y="379504"/>
                  </a:lnTo>
                  <a:lnTo>
                    <a:pt x="379706" y="390616"/>
                  </a:lnTo>
                  <a:lnTo>
                    <a:pt x="380562" y="398115"/>
                  </a:lnTo>
                  <a:lnTo>
                    <a:pt x="381417" y="406640"/>
                  </a:lnTo>
                  <a:lnTo>
                    <a:pt x="382273" y="403156"/>
                  </a:lnTo>
                  <a:lnTo>
                    <a:pt x="383128" y="440804"/>
                  </a:lnTo>
                  <a:lnTo>
                    <a:pt x="383984" y="420486"/>
                  </a:lnTo>
                  <a:lnTo>
                    <a:pt x="384840" y="424116"/>
                  </a:lnTo>
                  <a:lnTo>
                    <a:pt x="385695" y="415179"/>
                  </a:lnTo>
                  <a:lnTo>
                    <a:pt x="386551" y="445365"/>
                  </a:lnTo>
                  <a:lnTo>
                    <a:pt x="387406" y="431411"/>
                  </a:lnTo>
                  <a:lnTo>
                    <a:pt x="388262" y="432304"/>
                  </a:lnTo>
                  <a:lnTo>
                    <a:pt x="389117" y="418307"/>
                  </a:lnTo>
                  <a:lnTo>
                    <a:pt x="389973" y="418765"/>
                  </a:lnTo>
                  <a:lnTo>
                    <a:pt x="390828" y="437525"/>
                  </a:lnTo>
                  <a:lnTo>
                    <a:pt x="391684" y="458298"/>
                  </a:lnTo>
                  <a:lnTo>
                    <a:pt x="392539" y="461920"/>
                  </a:lnTo>
                  <a:lnTo>
                    <a:pt x="393395" y="458577"/>
                  </a:lnTo>
                  <a:lnTo>
                    <a:pt x="394250" y="468679"/>
                  </a:lnTo>
                  <a:lnTo>
                    <a:pt x="395106" y="484296"/>
                  </a:lnTo>
                  <a:lnTo>
                    <a:pt x="395961" y="467347"/>
                  </a:lnTo>
                  <a:lnTo>
                    <a:pt x="396523" y="4903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1711602" y="6370401"/>
              <a:ext cx="623" cy="9048"/>
            </a:xfrm>
            <a:custGeom>
              <a:avLst/>
              <a:pathLst>
                <a:path w="623" h="9048">
                  <a:moveTo>
                    <a:pt x="0" y="9048"/>
                  </a:moveTo>
                  <a:lnTo>
                    <a:pt x="367" y="0"/>
                  </a:lnTo>
                  <a:lnTo>
                    <a:pt x="623" y="90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1719228" y="6358699"/>
              <a:ext cx="2109" cy="20750"/>
            </a:xfrm>
            <a:custGeom>
              <a:avLst/>
              <a:pathLst>
                <a:path w="2109" h="20750">
                  <a:moveTo>
                    <a:pt x="0" y="20750"/>
                  </a:moveTo>
                  <a:lnTo>
                    <a:pt x="442" y="10569"/>
                  </a:lnTo>
                  <a:lnTo>
                    <a:pt x="1297" y="0"/>
                  </a:lnTo>
                  <a:lnTo>
                    <a:pt x="2109" y="207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1721447" y="6366394"/>
              <a:ext cx="1844" cy="13055"/>
            </a:xfrm>
            <a:custGeom>
              <a:avLst/>
              <a:pathLst>
                <a:path w="1844" h="13055">
                  <a:moveTo>
                    <a:pt x="0" y="13055"/>
                  </a:moveTo>
                  <a:lnTo>
                    <a:pt x="788" y="0"/>
                  </a:lnTo>
                  <a:lnTo>
                    <a:pt x="1644" y="6944"/>
                  </a:lnTo>
                  <a:lnTo>
                    <a:pt x="1844" y="130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1728300" y="6327022"/>
              <a:ext cx="4595" cy="52427"/>
            </a:xfrm>
            <a:custGeom>
              <a:avLst/>
              <a:pathLst>
                <a:path w="4595" h="52427">
                  <a:moveTo>
                    <a:pt x="0" y="52427"/>
                  </a:moveTo>
                  <a:lnTo>
                    <a:pt x="780" y="25214"/>
                  </a:lnTo>
                  <a:lnTo>
                    <a:pt x="1636" y="4130"/>
                  </a:lnTo>
                  <a:lnTo>
                    <a:pt x="2491" y="0"/>
                  </a:lnTo>
                  <a:lnTo>
                    <a:pt x="3347" y="16916"/>
                  </a:lnTo>
                  <a:lnTo>
                    <a:pt x="4202" y="40919"/>
                  </a:lnTo>
                  <a:lnTo>
                    <a:pt x="4595" y="524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1733986" y="6348748"/>
              <a:ext cx="5683" cy="30701"/>
            </a:xfrm>
            <a:custGeom>
              <a:avLst/>
              <a:pathLst>
                <a:path w="5683" h="30701">
                  <a:moveTo>
                    <a:pt x="0" y="30701"/>
                  </a:moveTo>
                  <a:lnTo>
                    <a:pt x="227" y="25784"/>
                  </a:lnTo>
                  <a:lnTo>
                    <a:pt x="1083" y="25384"/>
                  </a:lnTo>
                  <a:lnTo>
                    <a:pt x="1938" y="0"/>
                  </a:lnTo>
                  <a:lnTo>
                    <a:pt x="2794" y="3215"/>
                  </a:lnTo>
                  <a:lnTo>
                    <a:pt x="3649" y="3439"/>
                  </a:lnTo>
                  <a:lnTo>
                    <a:pt x="4505" y="4394"/>
                  </a:lnTo>
                  <a:lnTo>
                    <a:pt x="5360" y="25309"/>
                  </a:lnTo>
                  <a:lnTo>
                    <a:pt x="5683" y="307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1740400" y="6321067"/>
              <a:ext cx="9831" cy="58382"/>
            </a:xfrm>
            <a:custGeom>
              <a:avLst/>
              <a:pathLst>
                <a:path w="9831" h="58382">
                  <a:moveTo>
                    <a:pt x="0" y="58382"/>
                  </a:moveTo>
                  <a:lnTo>
                    <a:pt x="657" y="28708"/>
                  </a:lnTo>
                  <a:lnTo>
                    <a:pt x="1513" y="35826"/>
                  </a:lnTo>
                  <a:lnTo>
                    <a:pt x="2368" y="22034"/>
                  </a:lnTo>
                  <a:lnTo>
                    <a:pt x="3224" y="6133"/>
                  </a:lnTo>
                  <a:lnTo>
                    <a:pt x="4079" y="0"/>
                  </a:lnTo>
                  <a:lnTo>
                    <a:pt x="4935" y="14464"/>
                  </a:lnTo>
                  <a:lnTo>
                    <a:pt x="5790" y="37435"/>
                  </a:lnTo>
                  <a:lnTo>
                    <a:pt x="6646" y="34479"/>
                  </a:lnTo>
                  <a:lnTo>
                    <a:pt x="7501" y="10591"/>
                  </a:lnTo>
                  <a:lnTo>
                    <a:pt x="8357" y="30149"/>
                  </a:lnTo>
                  <a:lnTo>
                    <a:pt x="9213" y="46467"/>
                  </a:lnTo>
                  <a:lnTo>
                    <a:pt x="9831" y="583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751298" y="6379308"/>
              <a:ext cx="39" cy="141"/>
            </a:xfrm>
            <a:custGeom>
              <a:avLst/>
              <a:pathLst>
                <a:path w="39" h="141">
                  <a:moveTo>
                    <a:pt x="0" y="141"/>
                  </a:moveTo>
                  <a:lnTo>
                    <a:pt x="25" y="0"/>
                  </a:lnTo>
                  <a:lnTo>
                    <a:pt x="39" y="1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773811" y="6349371"/>
              <a:ext cx="1273" cy="30078"/>
            </a:xfrm>
            <a:custGeom>
              <a:avLst/>
              <a:pathLst>
                <a:path w="1273" h="30078">
                  <a:moveTo>
                    <a:pt x="0" y="30078"/>
                  </a:moveTo>
                  <a:lnTo>
                    <a:pt x="612" y="0"/>
                  </a:lnTo>
                  <a:lnTo>
                    <a:pt x="1273" y="300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776932" y="6377008"/>
              <a:ext cx="146" cy="2441"/>
            </a:xfrm>
            <a:custGeom>
              <a:avLst/>
              <a:pathLst>
                <a:path w="146" h="2441">
                  <a:moveTo>
                    <a:pt x="0" y="2441"/>
                  </a:moveTo>
                  <a:lnTo>
                    <a:pt x="57" y="0"/>
                  </a:lnTo>
                  <a:lnTo>
                    <a:pt x="146" y="24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779374" y="6371102"/>
              <a:ext cx="327" cy="8347"/>
            </a:xfrm>
            <a:custGeom>
              <a:avLst/>
              <a:pathLst>
                <a:path w="327" h="8347">
                  <a:moveTo>
                    <a:pt x="0" y="8347"/>
                  </a:moveTo>
                  <a:lnTo>
                    <a:pt x="182" y="0"/>
                  </a:lnTo>
                  <a:lnTo>
                    <a:pt x="327" y="83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782942" y="6378855"/>
              <a:ext cx="49" cy="594"/>
            </a:xfrm>
            <a:custGeom>
              <a:avLst/>
              <a:pathLst>
                <a:path w="49" h="594">
                  <a:moveTo>
                    <a:pt x="0" y="594"/>
                  </a:moveTo>
                  <a:lnTo>
                    <a:pt x="36" y="0"/>
                  </a:lnTo>
                  <a:lnTo>
                    <a:pt x="49" y="5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794564" y="6352826"/>
              <a:ext cx="966" cy="26623"/>
            </a:xfrm>
            <a:custGeom>
              <a:avLst/>
              <a:pathLst>
                <a:path w="966" h="26623">
                  <a:moveTo>
                    <a:pt x="0" y="26623"/>
                  </a:moveTo>
                  <a:lnTo>
                    <a:pt x="391" y="0"/>
                  </a:lnTo>
                  <a:lnTo>
                    <a:pt x="966" y="266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800278" y="6369537"/>
              <a:ext cx="773" cy="9912"/>
            </a:xfrm>
            <a:custGeom>
              <a:avLst/>
              <a:pathLst>
                <a:path w="773" h="9912">
                  <a:moveTo>
                    <a:pt x="0" y="9912"/>
                  </a:moveTo>
                  <a:lnTo>
                    <a:pt x="666" y="0"/>
                  </a:lnTo>
                  <a:lnTo>
                    <a:pt x="773" y="99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809897" y="6366850"/>
              <a:ext cx="674" cy="12600"/>
            </a:xfrm>
            <a:custGeom>
              <a:avLst/>
              <a:pathLst>
                <a:path w="674" h="12600">
                  <a:moveTo>
                    <a:pt x="0" y="12600"/>
                  </a:moveTo>
                  <a:lnTo>
                    <a:pt x="458" y="0"/>
                  </a:lnTo>
                  <a:lnTo>
                    <a:pt x="674" y="126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1874853" y="6367166"/>
              <a:ext cx="1748" cy="12283"/>
            </a:xfrm>
            <a:custGeom>
              <a:avLst/>
              <a:pathLst>
                <a:path w="1748" h="12283">
                  <a:moveTo>
                    <a:pt x="0" y="12283"/>
                  </a:moveTo>
                  <a:lnTo>
                    <a:pt x="522" y="4293"/>
                  </a:lnTo>
                  <a:lnTo>
                    <a:pt x="1378" y="0"/>
                  </a:lnTo>
                  <a:lnTo>
                    <a:pt x="1748" y="122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1923116" y="6378361"/>
              <a:ext cx="234" cy="1088"/>
            </a:xfrm>
            <a:custGeom>
              <a:avLst/>
              <a:pathLst>
                <a:path w="234" h="1088">
                  <a:moveTo>
                    <a:pt x="0" y="1088"/>
                  </a:moveTo>
                  <a:lnTo>
                    <a:pt x="169" y="0"/>
                  </a:lnTo>
                  <a:lnTo>
                    <a:pt x="234" y="10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1924525" y="6363244"/>
              <a:ext cx="650" cy="16205"/>
            </a:xfrm>
            <a:custGeom>
              <a:avLst/>
              <a:pathLst>
                <a:path w="650" h="16205">
                  <a:moveTo>
                    <a:pt x="0" y="16205"/>
                  </a:moveTo>
                  <a:lnTo>
                    <a:pt x="471" y="0"/>
                  </a:lnTo>
                  <a:lnTo>
                    <a:pt x="650" y="162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1936881" y="6362159"/>
              <a:ext cx="1443" cy="17290"/>
            </a:xfrm>
            <a:custGeom>
              <a:avLst/>
              <a:pathLst>
                <a:path w="1443" h="17290">
                  <a:moveTo>
                    <a:pt x="0" y="17290"/>
                  </a:moveTo>
                  <a:lnTo>
                    <a:pt x="92" y="9934"/>
                  </a:lnTo>
                  <a:lnTo>
                    <a:pt x="947" y="0"/>
                  </a:lnTo>
                  <a:lnTo>
                    <a:pt x="1443" y="172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1996481" y="6350643"/>
              <a:ext cx="1279" cy="28806"/>
            </a:xfrm>
            <a:custGeom>
              <a:avLst/>
              <a:pathLst>
                <a:path w="1279" h="28806">
                  <a:moveTo>
                    <a:pt x="0" y="28806"/>
                  </a:moveTo>
                  <a:lnTo>
                    <a:pt x="379" y="0"/>
                  </a:lnTo>
                  <a:lnTo>
                    <a:pt x="1235" y="26505"/>
                  </a:lnTo>
                  <a:lnTo>
                    <a:pt x="1279" y="288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2001385" y="6376684"/>
              <a:ext cx="714" cy="2765"/>
            </a:xfrm>
            <a:custGeom>
              <a:avLst/>
              <a:pathLst>
                <a:path w="714" h="2765">
                  <a:moveTo>
                    <a:pt x="0" y="2765"/>
                  </a:moveTo>
                  <a:lnTo>
                    <a:pt x="608" y="0"/>
                  </a:lnTo>
                  <a:lnTo>
                    <a:pt x="714" y="27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2036064" y="6363396"/>
              <a:ext cx="578" cy="16053"/>
            </a:xfrm>
            <a:custGeom>
              <a:avLst/>
              <a:pathLst>
                <a:path w="578" h="16053">
                  <a:moveTo>
                    <a:pt x="0" y="16053"/>
                  </a:moveTo>
                  <a:lnTo>
                    <a:pt x="150" y="0"/>
                  </a:lnTo>
                  <a:lnTo>
                    <a:pt x="578" y="160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2043544" y="6337001"/>
              <a:ext cx="2037" cy="42448"/>
            </a:xfrm>
            <a:custGeom>
              <a:avLst/>
              <a:pathLst>
                <a:path w="2037" h="42448">
                  <a:moveTo>
                    <a:pt x="0" y="42448"/>
                  </a:moveTo>
                  <a:lnTo>
                    <a:pt x="370" y="12878"/>
                  </a:lnTo>
                  <a:lnTo>
                    <a:pt x="1226" y="0"/>
                  </a:lnTo>
                  <a:lnTo>
                    <a:pt x="2037" y="424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2045703" y="6356239"/>
              <a:ext cx="1389" cy="23210"/>
            </a:xfrm>
            <a:custGeom>
              <a:avLst/>
              <a:pathLst>
                <a:path w="1389" h="23210">
                  <a:moveTo>
                    <a:pt x="0" y="23210"/>
                  </a:moveTo>
                  <a:lnTo>
                    <a:pt x="777" y="0"/>
                  </a:lnTo>
                  <a:lnTo>
                    <a:pt x="1389" y="232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2048850" y="6271889"/>
              <a:ext cx="23232" cy="107560"/>
            </a:xfrm>
            <a:custGeom>
              <a:avLst/>
              <a:pathLst>
                <a:path w="23232" h="107560">
                  <a:moveTo>
                    <a:pt x="0" y="107560"/>
                  </a:moveTo>
                  <a:lnTo>
                    <a:pt x="197" y="103236"/>
                  </a:lnTo>
                  <a:lnTo>
                    <a:pt x="1053" y="79577"/>
                  </a:lnTo>
                  <a:lnTo>
                    <a:pt x="1908" y="9856"/>
                  </a:lnTo>
                  <a:lnTo>
                    <a:pt x="2764" y="26285"/>
                  </a:lnTo>
                  <a:lnTo>
                    <a:pt x="3619" y="34345"/>
                  </a:lnTo>
                  <a:lnTo>
                    <a:pt x="4475" y="5588"/>
                  </a:lnTo>
                  <a:lnTo>
                    <a:pt x="5330" y="34913"/>
                  </a:lnTo>
                  <a:lnTo>
                    <a:pt x="6186" y="46608"/>
                  </a:lnTo>
                  <a:lnTo>
                    <a:pt x="7042" y="12731"/>
                  </a:lnTo>
                  <a:lnTo>
                    <a:pt x="7897" y="38550"/>
                  </a:lnTo>
                  <a:lnTo>
                    <a:pt x="8753" y="13596"/>
                  </a:lnTo>
                  <a:lnTo>
                    <a:pt x="9608" y="46995"/>
                  </a:lnTo>
                  <a:lnTo>
                    <a:pt x="10464" y="92687"/>
                  </a:lnTo>
                  <a:lnTo>
                    <a:pt x="11319" y="76358"/>
                  </a:lnTo>
                  <a:lnTo>
                    <a:pt x="12175" y="88343"/>
                  </a:lnTo>
                  <a:lnTo>
                    <a:pt x="13030" y="92334"/>
                  </a:lnTo>
                  <a:lnTo>
                    <a:pt x="13886" y="48772"/>
                  </a:lnTo>
                  <a:lnTo>
                    <a:pt x="14741" y="28511"/>
                  </a:lnTo>
                  <a:lnTo>
                    <a:pt x="15597" y="7665"/>
                  </a:lnTo>
                  <a:lnTo>
                    <a:pt x="16452" y="44506"/>
                  </a:lnTo>
                  <a:lnTo>
                    <a:pt x="17308" y="30125"/>
                  </a:lnTo>
                  <a:lnTo>
                    <a:pt x="18163" y="0"/>
                  </a:lnTo>
                  <a:lnTo>
                    <a:pt x="19019" y="11740"/>
                  </a:lnTo>
                  <a:lnTo>
                    <a:pt x="19874" y="22517"/>
                  </a:lnTo>
                  <a:lnTo>
                    <a:pt x="20730" y="27467"/>
                  </a:lnTo>
                  <a:lnTo>
                    <a:pt x="21586" y="1892"/>
                  </a:lnTo>
                  <a:lnTo>
                    <a:pt x="22441" y="46401"/>
                  </a:lnTo>
                  <a:lnTo>
                    <a:pt x="23232" y="1075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2073266" y="6349416"/>
              <a:ext cx="2542" cy="30033"/>
            </a:xfrm>
            <a:custGeom>
              <a:avLst/>
              <a:pathLst>
                <a:path w="2542" h="30033">
                  <a:moveTo>
                    <a:pt x="0" y="30033"/>
                  </a:moveTo>
                  <a:lnTo>
                    <a:pt x="592" y="9960"/>
                  </a:lnTo>
                  <a:lnTo>
                    <a:pt x="1447" y="0"/>
                  </a:lnTo>
                  <a:lnTo>
                    <a:pt x="2303" y="23906"/>
                  </a:lnTo>
                  <a:lnTo>
                    <a:pt x="2542" y="300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2076737" y="6352047"/>
              <a:ext cx="1074" cy="27402"/>
            </a:xfrm>
            <a:custGeom>
              <a:avLst/>
              <a:pathLst>
                <a:path w="1074" h="27402">
                  <a:moveTo>
                    <a:pt x="0" y="27402"/>
                  </a:moveTo>
                  <a:lnTo>
                    <a:pt x="542" y="0"/>
                  </a:lnTo>
                  <a:lnTo>
                    <a:pt x="1074" y="274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2078388" y="6339711"/>
              <a:ext cx="1566" cy="39738"/>
            </a:xfrm>
            <a:custGeom>
              <a:avLst/>
              <a:pathLst>
                <a:path w="1566" h="39738">
                  <a:moveTo>
                    <a:pt x="0" y="39738"/>
                  </a:moveTo>
                  <a:lnTo>
                    <a:pt x="602" y="0"/>
                  </a:lnTo>
                  <a:lnTo>
                    <a:pt x="1458" y="36961"/>
                  </a:lnTo>
                  <a:lnTo>
                    <a:pt x="1566" y="397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2081086" y="6355350"/>
              <a:ext cx="2547" cy="24099"/>
            </a:xfrm>
            <a:custGeom>
              <a:avLst/>
              <a:pathLst>
                <a:path w="2547" h="24099">
                  <a:moveTo>
                    <a:pt x="0" y="24099"/>
                  </a:moveTo>
                  <a:lnTo>
                    <a:pt x="471" y="480"/>
                  </a:lnTo>
                  <a:lnTo>
                    <a:pt x="1327" y="0"/>
                  </a:lnTo>
                  <a:lnTo>
                    <a:pt x="2182" y="7750"/>
                  </a:lnTo>
                  <a:lnTo>
                    <a:pt x="2547" y="240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2095617" y="6301050"/>
              <a:ext cx="20946" cy="78399"/>
            </a:xfrm>
            <a:custGeom>
              <a:avLst/>
              <a:pathLst>
                <a:path w="20946" h="78399">
                  <a:moveTo>
                    <a:pt x="0" y="78399"/>
                  </a:moveTo>
                  <a:lnTo>
                    <a:pt x="485" y="58364"/>
                  </a:lnTo>
                  <a:lnTo>
                    <a:pt x="1340" y="58279"/>
                  </a:lnTo>
                  <a:lnTo>
                    <a:pt x="2196" y="19024"/>
                  </a:lnTo>
                  <a:lnTo>
                    <a:pt x="3051" y="67328"/>
                  </a:lnTo>
                  <a:lnTo>
                    <a:pt x="3907" y="59365"/>
                  </a:lnTo>
                  <a:lnTo>
                    <a:pt x="4762" y="33449"/>
                  </a:lnTo>
                  <a:lnTo>
                    <a:pt x="5618" y="37063"/>
                  </a:lnTo>
                  <a:lnTo>
                    <a:pt x="6473" y="16387"/>
                  </a:lnTo>
                  <a:lnTo>
                    <a:pt x="7329" y="0"/>
                  </a:lnTo>
                  <a:lnTo>
                    <a:pt x="8184" y="23197"/>
                  </a:lnTo>
                  <a:lnTo>
                    <a:pt x="9040" y="75046"/>
                  </a:lnTo>
                  <a:lnTo>
                    <a:pt x="9895" y="71357"/>
                  </a:lnTo>
                  <a:lnTo>
                    <a:pt x="10751" y="64598"/>
                  </a:lnTo>
                  <a:lnTo>
                    <a:pt x="11606" y="27324"/>
                  </a:lnTo>
                  <a:lnTo>
                    <a:pt x="12462" y="27176"/>
                  </a:lnTo>
                  <a:lnTo>
                    <a:pt x="13317" y="57942"/>
                  </a:lnTo>
                  <a:lnTo>
                    <a:pt x="14173" y="51292"/>
                  </a:lnTo>
                  <a:lnTo>
                    <a:pt x="15029" y="43293"/>
                  </a:lnTo>
                  <a:lnTo>
                    <a:pt x="15884" y="36896"/>
                  </a:lnTo>
                  <a:lnTo>
                    <a:pt x="16740" y="43882"/>
                  </a:lnTo>
                  <a:lnTo>
                    <a:pt x="17595" y="48626"/>
                  </a:lnTo>
                  <a:lnTo>
                    <a:pt x="18451" y="30805"/>
                  </a:lnTo>
                  <a:lnTo>
                    <a:pt x="19306" y="30439"/>
                  </a:lnTo>
                  <a:lnTo>
                    <a:pt x="20162" y="32454"/>
                  </a:lnTo>
                  <a:lnTo>
                    <a:pt x="20946" y="783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2118394" y="6348144"/>
              <a:ext cx="3933" cy="31305"/>
            </a:xfrm>
            <a:custGeom>
              <a:avLst/>
              <a:pathLst>
                <a:path w="3933" h="31305">
                  <a:moveTo>
                    <a:pt x="0" y="31305"/>
                  </a:moveTo>
                  <a:lnTo>
                    <a:pt x="806" y="0"/>
                  </a:lnTo>
                  <a:lnTo>
                    <a:pt x="1662" y="8099"/>
                  </a:lnTo>
                  <a:lnTo>
                    <a:pt x="2518" y="23291"/>
                  </a:lnTo>
                  <a:lnTo>
                    <a:pt x="3373" y="13543"/>
                  </a:lnTo>
                  <a:lnTo>
                    <a:pt x="3933" y="313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2123084" y="6287814"/>
              <a:ext cx="15515" cy="91635"/>
            </a:xfrm>
            <a:custGeom>
              <a:avLst/>
              <a:pathLst>
                <a:path w="15515" h="91635">
                  <a:moveTo>
                    <a:pt x="0" y="91635"/>
                  </a:moveTo>
                  <a:lnTo>
                    <a:pt x="394" y="83611"/>
                  </a:lnTo>
                  <a:lnTo>
                    <a:pt x="1250" y="64107"/>
                  </a:lnTo>
                  <a:lnTo>
                    <a:pt x="2105" y="70256"/>
                  </a:lnTo>
                  <a:lnTo>
                    <a:pt x="2961" y="60076"/>
                  </a:lnTo>
                  <a:lnTo>
                    <a:pt x="3816" y="61148"/>
                  </a:lnTo>
                  <a:lnTo>
                    <a:pt x="4672" y="78752"/>
                  </a:lnTo>
                  <a:lnTo>
                    <a:pt x="5528" y="60127"/>
                  </a:lnTo>
                  <a:lnTo>
                    <a:pt x="6383" y="80907"/>
                  </a:lnTo>
                  <a:lnTo>
                    <a:pt x="7239" y="63277"/>
                  </a:lnTo>
                  <a:lnTo>
                    <a:pt x="8094" y="88822"/>
                  </a:lnTo>
                  <a:lnTo>
                    <a:pt x="8950" y="42475"/>
                  </a:lnTo>
                  <a:lnTo>
                    <a:pt x="9805" y="60887"/>
                  </a:lnTo>
                  <a:lnTo>
                    <a:pt x="10661" y="0"/>
                  </a:lnTo>
                  <a:lnTo>
                    <a:pt x="11516" y="36234"/>
                  </a:lnTo>
                  <a:lnTo>
                    <a:pt x="12372" y="60719"/>
                  </a:lnTo>
                  <a:lnTo>
                    <a:pt x="13227" y="81506"/>
                  </a:lnTo>
                  <a:lnTo>
                    <a:pt x="14083" y="79383"/>
                  </a:lnTo>
                  <a:lnTo>
                    <a:pt x="14938" y="71509"/>
                  </a:lnTo>
                  <a:lnTo>
                    <a:pt x="15515" y="916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2140935" y="6349559"/>
              <a:ext cx="4020" cy="29890"/>
            </a:xfrm>
            <a:custGeom>
              <a:avLst/>
              <a:pathLst>
                <a:path w="4020" h="29890">
                  <a:moveTo>
                    <a:pt x="0" y="29890"/>
                  </a:moveTo>
                  <a:lnTo>
                    <a:pt x="509" y="25543"/>
                  </a:lnTo>
                  <a:lnTo>
                    <a:pt x="1365" y="16231"/>
                  </a:lnTo>
                  <a:lnTo>
                    <a:pt x="2220" y="0"/>
                  </a:lnTo>
                  <a:lnTo>
                    <a:pt x="3076" y="6088"/>
                  </a:lnTo>
                  <a:lnTo>
                    <a:pt x="3931" y="28808"/>
                  </a:lnTo>
                  <a:lnTo>
                    <a:pt x="4020" y="298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2146388" y="6376793"/>
              <a:ext cx="565" cy="2656"/>
            </a:xfrm>
            <a:custGeom>
              <a:avLst/>
              <a:pathLst>
                <a:path w="565" h="2656">
                  <a:moveTo>
                    <a:pt x="0" y="2656"/>
                  </a:moveTo>
                  <a:lnTo>
                    <a:pt x="189" y="0"/>
                  </a:lnTo>
                  <a:lnTo>
                    <a:pt x="565" y="26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2158584" y="6278893"/>
              <a:ext cx="13230" cy="100556"/>
            </a:xfrm>
            <a:custGeom>
              <a:avLst/>
              <a:pathLst>
                <a:path w="13230" h="100556">
                  <a:moveTo>
                    <a:pt x="0" y="100556"/>
                  </a:moveTo>
                  <a:lnTo>
                    <a:pt x="826" y="89194"/>
                  </a:lnTo>
                  <a:lnTo>
                    <a:pt x="1682" y="79482"/>
                  </a:lnTo>
                  <a:lnTo>
                    <a:pt x="2537" y="92954"/>
                  </a:lnTo>
                  <a:lnTo>
                    <a:pt x="3393" y="74878"/>
                  </a:lnTo>
                  <a:lnTo>
                    <a:pt x="4249" y="22845"/>
                  </a:lnTo>
                  <a:lnTo>
                    <a:pt x="5104" y="0"/>
                  </a:lnTo>
                  <a:lnTo>
                    <a:pt x="5960" y="23886"/>
                  </a:lnTo>
                  <a:lnTo>
                    <a:pt x="6815" y="59336"/>
                  </a:lnTo>
                  <a:lnTo>
                    <a:pt x="7671" y="28287"/>
                  </a:lnTo>
                  <a:lnTo>
                    <a:pt x="8526" y="67594"/>
                  </a:lnTo>
                  <a:lnTo>
                    <a:pt x="9382" y="37364"/>
                  </a:lnTo>
                  <a:lnTo>
                    <a:pt x="10237" y="82293"/>
                  </a:lnTo>
                  <a:lnTo>
                    <a:pt x="11093" y="59961"/>
                  </a:lnTo>
                  <a:lnTo>
                    <a:pt x="11948" y="68842"/>
                  </a:lnTo>
                  <a:lnTo>
                    <a:pt x="12804" y="78576"/>
                  </a:lnTo>
                  <a:lnTo>
                    <a:pt x="13230" y="1005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2173219" y="6310616"/>
              <a:ext cx="13533" cy="68833"/>
            </a:xfrm>
            <a:custGeom>
              <a:avLst/>
              <a:pathLst>
                <a:path w="13533" h="68833">
                  <a:moveTo>
                    <a:pt x="0" y="68833"/>
                  </a:moveTo>
                  <a:lnTo>
                    <a:pt x="735" y="45551"/>
                  </a:lnTo>
                  <a:lnTo>
                    <a:pt x="1591" y="159"/>
                  </a:lnTo>
                  <a:lnTo>
                    <a:pt x="2446" y="25128"/>
                  </a:lnTo>
                  <a:lnTo>
                    <a:pt x="3302" y="56247"/>
                  </a:lnTo>
                  <a:lnTo>
                    <a:pt x="4157" y="53978"/>
                  </a:lnTo>
                  <a:lnTo>
                    <a:pt x="5013" y="17670"/>
                  </a:lnTo>
                  <a:lnTo>
                    <a:pt x="5869" y="0"/>
                  </a:lnTo>
                  <a:lnTo>
                    <a:pt x="6724" y="37278"/>
                  </a:lnTo>
                  <a:lnTo>
                    <a:pt x="7580" y="25454"/>
                  </a:lnTo>
                  <a:lnTo>
                    <a:pt x="8435" y="13786"/>
                  </a:lnTo>
                  <a:lnTo>
                    <a:pt x="9291" y="14185"/>
                  </a:lnTo>
                  <a:lnTo>
                    <a:pt x="10146" y="12911"/>
                  </a:lnTo>
                  <a:lnTo>
                    <a:pt x="11002" y="23184"/>
                  </a:lnTo>
                  <a:lnTo>
                    <a:pt x="11857" y="34924"/>
                  </a:lnTo>
                  <a:lnTo>
                    <a:pt x="12713" y="52738"/>
                  </a:lnTo>
                  <a:lnTo>
                    <a:pt x="13533" y="688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2186969" y="6370633"/>
              <a:ext cx="3622" cy="8816"/>
            </a:xfrm>
            <a:custGeom>
              <a:avLst/>
              <a:pathLst>
                <a:path w="3622" h="8816">
                  <a:moveTo>
                    <a:pt x="0" y="8816"/>
                  </a:moveTo>
                  <a:lnTo>
                    <a:pt x="674" y="6265"/>
                  </a:lnTo>
                  <a:lnTo>
                    <a:pt x="1530" y="0"/>
                  </a:lnTo>
                  <a:lnTo>
                    <a:pt x="2385" y="3739"/>
                  </a:lnTo>
                  <a:lnTo>
                    <a:pt x="3241" y="1368"/>
                  </a:lnTo>
                  <a:lnTo>
                    <a:pt x="3622" y="88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2191331" y="6247703"/>
              <a:ext cx="31553" cy="131746"/>
            </a:xfrm>
            <a:custGeom>
              <a:avLst/>
              <a:pathLst>
                <a:path w="31553" h="131746">
                  <a:moveTo>
                    <a:pt x="0" y="131746"/>
                  </a:moveTo>
                  <a:lnTo>
                    <a:pt x="589" y="111240"/>
                  </a:lnTo>
                  <a:lnTo>
                    <a:pt x="1445" y="102403"/>
                  </a:lnTo>
                  <a:lnTo>
                    <a:pt x="2300" y="90424"/>
                  </a:lnTo>
                  <a:lnTo>
                    <a:pt x="3156" y="91372"/>
                  </a:lnTo>
                  <a:lnTo>
                    <a:pt x="4011" y="121273"/>
                  </a:lnTo>
                  <a:lnTo>
                    <a:pt x="4867" y="79568"/>
                  </a:lnTo>
                  <a:lnTo>
                    <a:pt x="5722" y="114010"/>
                  </a:lnTo>
                  <a:lnTo>
                    <a:pt x="6578" y="103372"/>
                  </a:lnTo>
                  <a:lnTo>
                    <a:pt x="7433" y="89796"/>
                  </a:lnTo>
                  <a:lnTo>
                    <a:pt x="8289" y="115100"/>
                  </a:lnTo>
                  <a:lnTo>
                    <a:pt x="9144" y="49959"/>
                  </a:lnTo>
                  <a:lnTo>
                    <a:pt x="10000" y="32501"/>
                  </a:lnTo>
                  <a:lnTo>
                    <a:pt x="10855" y="9947"/>
                  </a:lnTo>
                  <a:lnTo>
                    <a:pt x="11711" y="35865"/>
                  </a:lnTo>
                  <a:lnTo>
                    <a:pt x="12567" y="79746"/>
                  </a:lnTo>
                  <a:lnTo>
                    <a:pt x="13422" y="0"/>
                  </a:lnTo>
                  <a:lnTo>
                    <a:pt x="14278" y="1298"/>
                  </a:lnTo>
                  <a:lnTo>
                    <a:pt x="15133" y="29313"/>
                  </a:lnTo>
                  <a:lnTo>
                    <a:pt x="15989" y="28002"/>
                  </a:lnTo>
                  <a:lnTo>
                    <a:pt x="16844" y="80550"/>
                  </a:lnTo>
                  <a:lnTo>
                    <a:pt x="17700" y="56529"/>
                  </a:lnTo>
                  <a:lnTo>
                    <a:pt x="18555" y="52595"/>
                  </a:lnTo>
                  <a:lnTo>
                    <a:pt x="19411" y="72540"/>
                  </a:lnTo>
                  <a:lnTo>
                    <a:pt x="20266" y="53596"/>
                  </a:lnTo>
                  <a:lnTo>
                    <a:pt x="21122" y="41743"/>
                  </a:lnTo>
                  <a:lnTo>
                    <a:pt x="21977" y="71492"/>
                  </a:lnTo>
                  <a:lnTo>
                    <a:pt x="22833" y="96394"/>
                  </a:lnTo>
                  <a:lnTo>
                    <a:pt x="23688" y="94592"/>
                  </a:lnTo>
                  <a:lnTo>
                    <a:pt x="24544" y="91908"/>
                  </a:lnTo>
                  <a:lnTo>
                    <a:pt x="25399" y="125549"/>
                  </a:lnTo>
                  <a:lnTo>
                    <a:pt x="26255" y="104273"/>
                  </a:lnTo>
                  <a:lnTo>
                    <a:pt x="27111" y="79280"/>
                  </a:lnTo>
                  <a:lnTo>
                    <a:pt x="27966" y="91257"/>
                  </a:lnTo>
                  <a:lnTo>
                    <a:pt x="28822" y="119726"/>
                  </a:lnTo>
                  <a:lnTo>
                    <a:pt x="29677" y="113714"/>
                  </a:lnTo>
                  <a:lnTo>
                    <a:pt x="30533" y="107037"/>
                  </a:lnTo>
                  <a:lnTo>
                    <a:pt x="31388" y="124736"/>
                  </a:lnTo>
                  <a:lnTo>
                    <a:pt x="31553" y="1317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2224452" y="6319065"/>
              <a:ext cx="3338" cy="60384"/>
            </a:xfrm>
            <a:custGeom>
              <a:avLst/>
              <a:pathLst>
                <a:path w="3338" h="60384">
                  <a:moveTo>
                    <a:pt x="0" y="60384"/>
                  </a:moveTo>
                  <a:lnTo>
                    <a:pt x="833" y="25349"/>
                  </a:lnTo>
                  <a:lnTo>
                    <a:pt x="1689" y="46336"/>
                  </a:lnTo>
                  <a:lnTo>
                    <a:pt x="2545" y="0"/>
                  </a:lnTo>
                  <a:lnTo>
                    <a:pt x="3338" y="603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2227925" y="6117165"/>
              <a:ext cx="76806" cy="262284"/>
            </a:xfrm>
            <a:custGeom>
              <a:avLst/>
              <a:pathLst>
                <a:path w="76806" h="262284">
                  <a:moveTo>
                    <a:pt x="0" y="262284"/>
                  </a:moveTo>
                  <a:lnTo>
                    <a:pt x="783" y="210478"/>
                  </a:lnTo>
                  <a:lnTo>
                    <a:pt x="1639" y="147299"/>
                  </a:lnTo>
                  <a:lnTo>
                    <a:pt x="2494" y="126945"/>
                  </a:lnTo>
                  <a:lnTo>
                    <a:pt x="3350" y="129761"/>
                  </a:lnTo>
                  <a:lnTo>
                    <a:pt x="4205" y="182899"/>
                  </a:lnTo>
                  <a:lnTo>
                    <a:pt x="5061" y="166045"/>
                  </a:lnTo>
                  <a:lnTo>
                    <a:pt x="5916" y="183570"/>
                  </a:lnTo>
                  <a:lnTo>
                    <a:pt x="6772" y="147090"/>
                  </a:lnTo>
                  <a:lnTo>
                    <a:pt x="7627" y="232418"/>
                  </a:lnTo>
                  <a:lnTo>
                    <a:pt x="8483" y="231877"/>
                  </a:lnTo>
                  <a:lnTo>
                    <a:pt x="9338" y="246512"/>
                  </a:lnTo>
                  <a:lnTo>
                    <a:pt x="10194" y="203040"/>
                  </a:lnTo>
                  <a:lnTo>
                    <a:pt x="11049" y="202060"/>
                  </a:lnTo>
                  <a:lnTo>
                    <a:pt x="11905" y="258048"/>
                  </a:lnTo>
                  <a:lnTo>
                    <a:pt x="12761" y="166271"/>
                  </a:lnTo>
                  <a:lnTo>
                    <a:pt x="13616" y="159662"/>
                  </a:lnTo>
                  <a:lnTo>
                    <a:pt x="14472" y="131195"/>
                  </a:lnTo>
                  <a:lnTo>
                    <a:pt x="15327" y="113415"/>
                  </a:lnTo>
                  <a:lnTo>
                    <a:pt x="16183" y="176589"/>
                  </a:lnTo>
                  <a:lnTo>
                    <a:pt x="17038" y="110661"/>
                  </a:lnTo>
                  <a:lnTo>
                    <a:pt x="17894" y="119958"/>
                  </a:lnTo>
                  <a:lnTo>
                    <a:pt x="18749" y="105069"/>
                  </a:lnTo>
                  <a:lnTo>
                    <a:pt x="19605" y="138226"/>
                  </a:lnTo>
                  <a:lnTo>
                    <a:pt x="20460" y="184421"/>
                  </a:lnTo>
                  <a:lnTo>
                    <a:pt x="21316" y="130833"/>
                  </a:lnTo>
                  <a:lnTo>
                    <a:pt x="22171" y="156946"/>
                  </a:lnTo>
                  <a:lnTo>
                    <a:pt x="23027" y="124601"/>
                  </a:lnTo>
                  <a:lnTo>
                    <a:pt x="23882" y="75360"/>
                  </a:lnTo>
                  <a:lnTo>
                    <a:pt x="24738" y="32312"/>
                  </a:lnTo>
                  <a:lnTo>
                    <a:pt x="25593" y="36093"/>
                  </a:lnTo>
                  <a:lnTo>
                    <a:pt x="26449" y="92374"/>
                  </a:lnTo>
                  <a:lnTo>
                    <a:pt x="27305" y="158892"/>
                  </a:lnTo>
                  <a:lnTo>
                    <a:pt x="28160" y="104883"/>
                  </a:lnTo>
                  <a:lnTo>
                    <a:pt x="29016" y="114919"/>
                  </a:lnTo>
                  <a:lnTo>
                    <a:pt x="29871" y="92765"/>
                  </a:lnTo>
                  <a:lnTo>
                    <a:pt x="30727" y="157221"/>
                  </a:lnTo>
                  <a:lnTo>
                    <a:pt x="31582" y="119183"/>
                  </a:lnTo>
                  <a:lnTo>
                    <a:pt x="32438" y="59727"/>
                  </a:lnTo>
                  <a:lnTo>
                    <a:pt x="33293" y="0"/>
                  </a:lnTo>
                  <a:lnTo>
                    <a:pt x="34149" y="90547"/>
                  </a:lnTo>
                  <a:lnTo>
                    <a:pt x="35004" y="171440"/>
                  </a:lnTo>
                  <a:lnTo>
                    <a:pt x="35860" y="165885"/>
                  </a:lnTo>
                  <a:lnTo>
                    <a:pt x="36715" y="171999"/>
                  </a:lnTo>
                  <a:lnTo>
                    <a:pt x="37571" y="146486"/>
                  </a:lnTo>
                  <a:lnTo>
                    <a:pt x="38426" y="238338"/>
                  </a:lnTo>
                  <a:lnTo>
                    <a:pt x="39282" y="251666"/>
                  </a:lnTo>
                  <a:lnTo>
                    <a:pt x="40137" y="169823"/>
                  </a:lnTo>
                  <a:lnTo>
                    <a:pt x="40993" y="166129"/>
                  </a:lnTo>
                  <a:lnTo>
                    <a:pt x="41848" y="187619"/>
                  </a:lnTo>
                  <a:lnTo>
                    <a:pt x="42704" y="244814"/>
                  </a:lnTo>
                  <a:lnTo>
                    <a:pt x="43560" y="184946"/>
                  </a:lnTo>
                  <a:lnTo>
                    <a:pt x="44415" y="134397"/>
                  </a:lnTo>
                  <a:lnTo>
                    <a:pt x="45271" y="145175"/>
                  </a:lnTo>
                  <a:lnTo>
                    <a:pt x="46126" y="153258"/>
                  </a:lnTo>
                  <a:lnTo>
                    <a:pt x="46982" y="154701"/>
                  </a:lnTo>
                  <a:lnTo>
                    <a:pt x="47837" y="116795"/>
                  </a:lnTo>
                  <a:lnTo>
                    <a:pt x="48693" y="162422"/>
                  </a:lnTo>
                  <a:lnTo>
                    <a:pt x="49548" y="199700"/>
                  </a:lnTo>
                  <a:lnTo>
                    <a:pt x="50404" y="203102"/>
                  </a:lnTo>
                  <a:lnTo>
                    <a:pt x="51259" y="157119"/>
                  </a:lnTo>
                  <a:lnTo>
                    <a:pt x="52115" y="145588"/>
                  </a:lnTo>
                  <a:lnTo>
                    <a:pt x="52970" y="145444"/>
                  </a:lnTo>
                  <a:lnTo>
                    <a:pt x="53826" y="143262"/>
                  </a:lnTo>
                  <a:lnTo>
                    <a:pt x="54681" y="151450"/>
                  </a:lnTo>
                  <a:lnTo>
                    <a:pt x="55537" y="182505"/>
                  </a:lnTo>
                  <a:lnTo>
                    <a:pt x="56392" y="188413"/>
                  </a:lnTo>
                  <a:lnTo>
                    <a:pt x="57248" y="182570"/>
                  </a:lnTo>
                  <a:lnTo>
                    <a:pt x="58103" y="207408"/>
                  </a:lnTo>
                  <a:lnTo>
                    <a:pt x="58959" y="255698"/>
                  </a:lnTo>
                  <a:lnTo>
                    <a:pt x="59815" y="237969"/>
                  </a:lnTo>
                  <a:lnTo>
                    <a:pt x="60670" y="203536"/>
                  </a:lnTo>
                  <a:lnTo>
                    <a:pt x="61526" y="168077"/>
                  </a:lnTo>
                  <a:lnTo>
                    <a:pt x="62381" y="141480"/>
                  </a:lnTo>
                  <a:lnTo>
                    <a:pt x="63237" y="183747"/>
                  </a:lnTo>
                  <a:lnTo>
                    <a:pt x="64092" y="199615"/>
                  </a:lnTo>
                  <a:lnTo>
                    <a:pt x="64948" y="212612"/>
                  </a:lnTo>
                  <a:lnTo>
                    <a:pt x="65803" y="227146"/>
                  </a:lnTo>
                  <a:lnTo>
                    <a:pt x="66659" y="202087"/>
                  </a:lnTo>
                  <a:lnTo>
                    <a:pt x="67514" y="181226"/>
                  </a:lnTo>
                  <a:lnTo>
                    <a:pt x="68370" y="237637"/>
                  </a:lnTo>
                  <a:lnTo>
                    <a:pt x="69225" y="222123"/>
                  </a:lnTo>
                  <a:lnTo>
                    <a:pt x="70081" y="204440"/>
                  </a:lnTo>
                  <a:lnTo>
                    <a:pt x="70936" y="184191"/>
                  </a:lnTo>
                  <a:lnTo>
                    <a:pt x="71792" y="180742"/>
                  </a:lnTo>
                  <a:lnTo>
                    <a:pt x="72647" y="180171"/>
                  </a:lnTo>
                  <a:lnTo>
                    <a:pt x="73503" y="194650"/>
                  </a:lnTo>
                  <a:lnTo>
                    <a:pt x="74358" y="210908"/>
                  </a:lnTo>
                  <a:lnTo>
                    <a:pt x="75214" y="223856"/>
                  </a:lnTo>
                  <a:lnTo>
                    <a:pt x="76070" y="214489"/>
                  </a:lnTo>
                  <a:lnTo>
                    <a:pt x="76806" y="2622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2313030" y="6297651"/>
              <a:ext cx="8894" cy="81798"/>
            </a:xfrm>
            <a:custGeom>
              <a:avLst/>
              <a:pathLst>
                <a:path w="8894" h="81798">
                  <a:moveTo>
                    <a:pt x="0" y="81798"/>
                  </a:moveTo>
                  <a:lnTo>
                    <a:pt x="375" y="68385"/>
                  </a:lnTo>
                  <a:lnTo>
                    <a:pt x="1230" y="69391"/>
                  </a:lnTo>
                  <a:lnTo>
                    <a:pt x="2086" y="65499"/>
                  </a:lnTo>
                  <a:lnTo>
                    <a:pt x="2941" y="68980"/>
                  </a:lnTo>
                  <a:lnTo>
                    <a:pt x="3797" y="25270"/>
                  </a:lnTo>
                  <a:lnTo>
                    <a:pt x="4652" y="0"/>
                  </a:lnTo>
                  <a:lnTo>
                    <a:pt x="5508" y="7152"/>
                  </a:lnTo>
                  <a:lnTo>
                    <a:pt x="6363" y="5117"/>
                  </a:lnTo>
                  <a:lnTo>
                    <a:pt x="7219" y="9841"/>
                  </a:lnTo>
                  <a:lnTo>
                    <a:pt x="8074" y="37125"/>
                  </a:lnTo>
                  <a:lnTo>
                    <a:pt x="8894" y="817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2324339" y="6306486"/>
              <a:ext cx="5911" cy="72963"/>
            </a:xfrm>
            <a:custGeom>
              <a:avLst/>
              <a:pathLst>
                <a:path w="5911" h="72963">
                  <a:moveTo>
                    <a:pt x="0" y="72963"/>
                  </a:moveTo>
                  <a:lnTo>
                    <a:pt x="188" y="61951"/>
                  </a:lnTo>
                  <a:lnTo>
                    <a:pt x="1043" y="37016"/>
                  </a:lnTo>
                  <a:lnTo>
                    <a:pt x="1899" y="17705"/>
                  </a:lnTo>
                  <a:lnTo>
                    <a:pt x="2754" y="35217"/>
                  </a:lnTo>
                  <a:lnTo>
                    <a:pt x="3610" y="0"/>
                  </a:lnTo>
                  <a:lnTo>
                    <a:pt x="4465" y="24713"/>
                  </a:lnTo>
                  <a:lnTo>
                    <a:pt x="5321" y="35254"/>
                  </a:lnTo>
                  <a:lnTo>
                    <a:pt x="5911" y="7296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2332810" y="6358631"/>
              <a:ext cx="1712" cy="20818"/>
            </a:xfrm>
            <a:custGeom>
              <a:avLst/>
              <a:pathLst>
                <a:path w="1712" h="20818">
                  <a:moveTo>
                    <a:pt x="0" y="20818"/>
                  </a:moveTo>
                  <a:lnTo>
                    <a:pt x="272" y="12955"/>
                  </a:lnTo>
                  <a:lnTo>
                    <a:pt x="1128" y="0"/>
                  </a:lnTo>
                  <a:lnTo>
                    <a:pt x="1712" y="208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2338415" y="6044667"/>
              <a:ext cx="126968" cy="334782"/>
            </a:xfrm>
            <a:custGeom>
              <a:avLst/>
              <a:pathLst>
                <a:path w="126968" h="334782">
                  <a:moveTo>
                    <a:pt x="0" y="334782"/>
                  </a:moveTo>
                  <a:lnTo>
                    <a:pt x="656" y="262692"/>
                  </a:lnTo>
                  <a:lnTo>
                    <a:pt x="1511" y="236075"/>
                  </a:lnTo>
                  <a:lnTo>
                    <a:pt x="2367" y="231710"/>
                  </a:lnTo>
                  <a:lnTo>
                    <a:pt x="3222" y="230807"/>
                  </a:lnTo>
                  <a:lnTo>
                    <a:pt x="4078" y="207920"/>
                  </a:lnTo>
                  <a:lnTo>
                    <a:pt x="4933" y="223547"/>
                  </a:lnTo>
                  <a:lnTo>
                    <a:pt x="5789" y="186463"/>
                  </a:lnTo>
                  <a:lnTo>
                    <a:pt x="6644" y="224119"/>
                  </a:lnTo>
                  <a:lnTo>
                    <a:pt x="7500" y="214837"/>
                  </a:lnTo>
                  <a:lnTo>
                    <a:pt x="8355" y="157210"/>
                  </a:lnTo>
                  <a:lnTo>
                    <a:pt x="9211" y="160142"/>
                  </a:lnTo>
                  <a:lnTo>
                    <a:pt x="10066" y="198659"/>
                  </a:lnTo>
                  <a:lnTo>
                    <a:pt x="10922" y="204312"/>
                  </a:lnTo>
                  <a:lnTo>
                    <a:pt x="11777" y="187224"/>
                  </a:lnTo>
                  <a:lnTo>
                    <a:pt x="12633" y="144544"/>
                  </a:lnTo>
                  <a:lnTo>
                    <a:pt x="13488" y="163683"/>
                  </a:lnTo>
                  <a:lnTo>
                    <a:pt x="14344" y="157642"/>
                  </a:lnTo>
                  <a:lnTo>
                    <a:pt x="15200" y="148259"/>
                  </a:lnTo>
                  <a:lnTo>
                    <a:pt x="16055" y="145006"/>
                  </a:lnTo>
                  <a:lnTo>
                    <a:pt x="16911" y="123582"/>
                  </a:lnTo>
                  <a:lnTo>
                    <a:pt x="17766" y="173705"/>
                  </a:lnTo>
                  <a:lnTo>
                    <a:pt x="18622" y="180389"/>
                  </a:lnTo>
                  <a:lnTo>
                    <a:pt x="19477" y="208127"/>
                  </a:lnTo>
                  <a:lnTo>
                    <a:pt x="20333" y="239705"/>
                  </a:lnTo>
                  <a:lnTo>
                    <a:pt x="21188" y="272861"/>
                  </a:lnTo>
                  <a:lnTo>
                    <a:pt x="22044" y="256739"/>
                  </a:lnTo>
                  <a:lnTo>
                    <a:pt x="22899" y="246298"/>
                  </a:lnTo>
                  <a:lnTo>
                    <a:pt x="23755" y="184670"/>
                  </a:lnTo>
                  <a:lnTo>
                    <a:pt x="24610" y="149924"/>
                  </a:lnTo>
                  <a:lnTo>
                    <a:pt x="25466" y="151722"/>
                  </a:lnTo>
                  <a:lnTo>
                    <a:pt x="26321" y="151101"/>
                  </a:lnTo>
                  <a:lnTo>
                    <a:pt x="27177" y="179740"/>
                  </a:lnTo>
                  <a:lnTo>
                    <a:pt x="28032" y="160029"/>
                  </a:lnTo>
                  <a:lnTo>
                    <a:pt x="28888" y="201934"/>
                  </a:lnTo>
                  <a:lnTo>
                    <a:pt x="29744" y="191162"/>
                  </a:lnTo>
                  <a:lnTo>
                    <a:pt x="30599" y="246241"/>
                  </a:lnTo>
                  <a:lnTo>
                    <a:pt x="31455" y="163572"/>
                  </a:lnTo>
                  <a:lnTo>
                    <a:pt x="32310" y="101111"/>
                  </a:lnTo>
                  <a:lnTo>
                    <a:pt x="33166" y="112818"/>
                  </a:lnTo>
                  <a:lnTo>
                    <a:pt x="34021" y="157415"/>
                  </a:lnTo>
                  <a:lnTo>
                    <a:pt x="34877" y="155393"/>
                  </a:lnTo>
                  <a:lnTo>
                    <a:pt x="35732" y="143034"/>
                  </a:lnTo>
                  <a:lnTo>
                    <a:pt x="36588" y="77391"/>
                  </a:lnTo>
                  <a:lnTo>
                    <a:pt x="37443" y="69992"/>
                  </a:lnTo>
                  <a:lnTo>
                    <a:pt x="38299" y="16475"/>
                  </a:lnTo>
                  <a:lnTo>
                    <a:pt x="39154" y="39734"/>
                  </a:lnTo>
                  <a:lnTo>
                    <a:pt x="40010" y="0"/>
                  </a:lnTo>
                  <a:lnTo>
                    <a:pt x="40865" y="22348"/>
                  </a:lnTo>
                  <a:lnTo>
                    <a:pt x="41721" y="46040"/>
                  </a:lnTo>
                  <a:lnTo>
                    <a:pt x="42576" y="90791"/>
                  </a:lnTo>
                  <a:lnTo>
                    <a:pt x="43432" y="112211"/>
                  </a:lnTo>
                  <a:lnTo>
                    <a:pt x="44287" y="154663"/>
                  </a:lnTo>
                  <a:lnTo>
                    <a:pt x="45143" y="254534"/>
                  </a:lnTo>
                  <a:lnTo>
                    <a:pt x="45999" y="227073"/>
                  </a:lnTo>
                  <a:lnTo>
                    <a:pt x="46854" y="291700"/>
                  </a:lnTo>
                  <a:lnTo>
                    <a:pt x="47710" y="318734"/>
                  </a:lnTo>
                  <a:lnTo>
                    <a:pt x="48565" y="285918"/>
                  </a:lnTo>
                  <a:lnTo>
                    <a:pt x="49421" y="228413"/>
                  </a:lnTo>
                  <a:lnTo>
                    <a:pt x="50276" y="157896"/>
                  </a:lnTo>
                  <a:lnTo>
                    <a:pt x="51132" y="211612"/>
                  </a:lnTo>
                  <a:lnTo>
                    <a:pt x="51987" y="167813"/>
                  </a:lnTo>
                  <a:lnTo>
                    <a:pt x="52843" y="116847"/>
                  </a:lnTo>
                  <a:lnTo>
                    <a:pt x="53698" y="138485"/>
                  </a:lnTo>
                  <a:lnTo>
                    <a:pt x="54554" y="167669"/>
                  </a:lnTo>
                  <a:lnTo>
                    <a:pt x="55409" y="198045"/>
                  </a:lnTo>
                  <a:lnTo>
                    <a:pt x="56265" y="230302"/>
                  </a:lnTo>
                  <a:lnTo>
                    <a:pt x="57120" y="205302"/>
                  </a:lnTo>
                  <a:lnTo>
                    <a:pt x="57976" y="226823"/>
                  </a:lnTo>
                  <a:lnTo>
                    <a:pt x="58831" y="220419"/>
                  </a:lnTo>
                  <a:lnTo>
                    <a:pt x="59687" y="232180"/>
                  </a:lnTo>
                  <a:lnTo>
                    <a:pt x="60542" y="189907"/>
                  </a:lnTo>
                  <a:lnTo>
                    <a:pt x="61398" y="156771"/>
                  </a:lnTo>
                  <a:lnTo>
                    <a:pt x="62254" y="153162"/>
                  </a:lnTo>
                  <a:lnTo>
                    <a:pt x="63109" y="173326"/>
                  </a:lnTo>
                  <a:lnTo>
                    <a:pt x="63965" y="168837"/>
                  </a:lnTo>
                  <a:lnTo>
                    <a:pt x="64820" y="137149"/>
                  </a:lnTo>
                  <a:lnTo>
                    <a:pt x="65676" y="196022"/>
                  </a:lnTo>
                  <a:lnTo>
                    <a:pt x="66531" y="192304"/>
                  </a:lnTo>
                  <a:lnTo>
                    <a:pt x="67387" y="193461"/>
                  </a:lnTo>
                  <a:lnTo>
                    <a:pt x="68242" y="197979"/>
                  </a:lnTo>
                  <a:lnTo>
                    <a:pt x="69098" y="228734"/>
                  </a:lnTo>
                  <a:lnTo>
                    <a:pt x="69953" y="238837"/>
                  </a:lnTo>
                  <a:lnTo>
                    <a:pt x="70809" y="215600"/>
                  </a:lnTo>
                  <a:lnTo>
                    <a:pt x="71664" y="235477"/>
                  </a:lnTo>
                  <a:lnTo>
                    <a:pt x="72520" y="260860"/>
                  </a:lnTo>
                  <a:lnTo>
                    <a:pt x="73375" y="251125"/>
                  </a:lnTo>
                  <a:lnTo>
                    <a:pt x="74231" y="208730"/>
                  </a:lnTo>
                  <a:lnTo>
                    <a:pt x="75086" y="200831"/>
                  </a:lnTo>
                  <a:lnTo>
                    <a:pt x="75942" y="146320"/>
                  </a:lnTo>
                  <a:lnTo>
                    <a:pt x="76798" y="145391"/>
                  </a:lnTo>
                  <a:lnTo>
                    <a:pt x="77653" y="87052"/>
                  </a:lnTo>
                  <a:lnTo>
                    <a:pt x="78509" y="23046"/>
                  </a:lnTo>
                  <a:lnTo>
                    <a:pt x="79364" y="83498"/>
                  </a:lnTo>
                  <a:lnTo>
                    <a:pt x="80220" y="41021"/>
                  </a:lnTo>
                  <a:lnTo>
                    <a:pt x="81075" y="66380"/>
                  </a:lnTo>
                  <a:lnTo>
                    <a:pt x="81931" y="60688"/>
                  </a:lnTo>
                  <a:lnTo>
                    <a:pt x="82786" y="105384"/>
                  </a:lnTo>
                  <a:lnTo>
                    <a:pt x="83642" y="113541"/>
                  </a:lnTo>
                  <a:lnTo>
                    <a:pt x="84497" y="58353"/>
                  </a:lnTo>
                  <a:lnTo>
                    <a:pt x="85353" y="76770"/>
                  </a:lnTo>
                  <a:lnTo>
                    <a:pt x="86208" y="143203"/>
                  </a:lnTo>
                  <a:lnTo>
                    <a:pt x="87064" y="187363"/>
                  </a:lnTo>
                  <a:lnTo>
                    <a:pt x="87919" y="203219"/>
                  </a:lnTo>
                  <a:lnTo>
                    <a:pt x="88775" y="180516"/>
                  </a:lnTo>
                  <a:lnTo>
                    <a:pt x="89630" y="202430"/>
                  </a:lnTo>
                  <a:lnTo>
                    <a:pt x="90486" y="239773"/>
                  </a:lnTo>
                  <a:lnTo>
                    <a:pt x="91341" y="298614"/>
                  </a:lnTo>
                  <a:lnTo>
                    <a:pt x="92197" y="294983"/>
                  </a:lnTo>
                  <a:lnTo>
                    <a:pt x="93053" y="278858"/>
                  </a:lnTo>
                  <a:lnTo>
                    <a:pt x="93908" y="289786"/>
                  </a:lnTo>
                  <a:lnTo>
                    <a:pt x="94764" y="287367"/>
                  </a:lnTo>
                  <a:lnTo>
                    <a:pt x="95619" y="266487"/>
                  </a:lnTo>
                  <a:lnTo>
                    <a:pt x="96475" y="278384"/>
                  </a:lnTo>
                  <a:lnTo>
                    <a:pt x="97330" y="228883"/>
                  </a:lnTo>
                  <a:lnTo>
                    <a:pt x="98186" y="173013"/>
                  </a:lnTo>
                  <a:lnTo>
                    <a:pt x="99041" y="189828"/>
                  </a:lnTo>
                  <a:lnTo>
                    <a:pt x="99897" y="204265"/>
                  </a:lnTo>
                  <a:lnTo>
                    <a:pt x="100752" y="220647"/>
                  </a:lnTo>
                  <a:lnTo>
                    <a:pt x="101608" y="159748"/>
                  </a:lnTo>
                  <a:lnTo>
                    <a:pt x="102463" y="141665"/>
                  </a:lnTo>
                  <a:lnTo>
                    <a:pt x="103319" y="102848"/>
                  </a:lnTo>
                  <a:lnTo>
                    <a:pt x="104174" y="158083"/>
                  </a:lnTo>
                  <a:lnTo>
                    <a:pt x="105030" y="211305"/>
                  </a:lnTo>
                  <a:lnTo>
                    <a:pt x="105885" y="166341"/>
                  </a:lnTo>
                  <a:lnTo>
                    <a:pt x="106741" y="197225"/>
                  </a:lnTo>
                  <a:lnTo>
                    <a:pt x="107596" y="202975"/>
                  </a:lnTo>
                  <a:lnTo>
                    <a:pt x="108452" y="140897"/>
                  </a:lnTo>
                  <a:lnTo>
                    <a:pt x="109308" y="167092"/>
                  </a:lnTo>
                  <a:lnTo>
                    <a:pt x="110163" y="136865"/>
                  </a:lnTo>
                  <a:lnTo>
                    <a:pt x="111019" y="136397"/>
                  </a:lnTo>
                  <a:lnTo>
                    <a:pt x="111874" y="145056"/>
                  </a:lnTo>
                  <a:lnTo>
                    <a:pt x="112730" y="220704"/>
                  </a:lnTo>
                  <a:lnTo>
                    <a:pt x="113585" y="233209"/>
                  </a:lnTo>
                  <a:lnTo>
                    <a:pt x="114441" y="151465"/>
                  </a:lnTo>
                  <a:lnTo>
                    <a:pt x="115296" y="171493"/>
                  </a:lnTo>
                  <a:lnTo>
                    <a:pt x="116152" y="148604"/>
                  </a:lnTo>
                  <a:lnTo>
                    <a:pt x="117007" y="140999"/>
                  </a:lnTo>
                  <a:lnTo>
                    <a:pt x="117863" y="104508"/>
                  </a:lnTo>
                  <a:lnTo>
                    <a:pt x="118718" y="77328"/>
                  </a:lnTo>
                  <a:lnTo>
                    <a:pt x="119574" y="146216"/>
                  </a:lnTo>
                  <a:lnTo>
                    <a:pt x="120429" y="179189"/>
                  </a:lnTo>
                  <a:lnTo>
                    <a:pt x="121285" y="140503"/>
                  </a:lnTo>
                  <a:lnTo>
                    <a:pt x="122140" y="149004"/>
                  </a:lnTo>
                  <a:lnTo>
                    <a:pt x="122996" y="252995"/>
                  </a:lnTo>
                  <a:lnTo>
                    <a:pt x="123852" y="283742"/>
                  </a:lnTo>
                  <a:lnTo>
                    <a:pt x="124707" y="276242"/>
                  </a:lnTo>
                  <a:lnTo>
                    <a:pt x="125563" y="263988"/>
                  </a:lnTo>
                  <a:lnTo>
                    <a:pt x="126418" y="312488"/>
                  </a:lnTo>
                  <a:lnTo>
                    <a:pt x="126968" y="3347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2467185" y="6360813"/>
              <a:ext cx="1786" cy="18636"/>
            </a:xfrm>
            <a:custGeom>
              <a:avLst/>
              <a:pathLst>
                <a:path w="1786" h="18636">
                  <a:moveTo>
                    <a:pt x="0" y="18636"/>
                  </a:moveTo>
                  <a:lnTo>
                    <a:pt x="215" y="7193"/>
                  </a:lnTo>
                  <a:lnTo>
                    <a:pt x="1070" y="0"/>
                  </a:lnTo>
                  <a:lnTo>
                    <a:pt x="1786" y="186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2470193" y="6339976"/>
              <a:ext cx="6525" cy="39473"/>
            </a:xfrm>
            <a:custGeom>
              <a:avLst/>
              <a:pathLst>
                <a:path w="6525" h="39473">
                  <a:moveTo>
                    <a:pt x="0" y="39473"/>
                  </a:moveTo>
                  <a:lnTo>
                    <a:pt x="629" y="11821"/>
                  </a:lnTo>
                  <a:lnTo>
                    <a:pt x="1485" y="0"/>
                  </a:lnTo>
                  <a:lnTo>
                    <a:pt x="2340" y="10009"/>
                  </a:lnTo>
                  <a:lnTo>
                    <a:pt x="3196" y="28726"/>
                  </a:lnTo>
                  <a:lnTo>
                    <a:pt x="4051" y="25317"/>
                  </a:lnTo>
                  <a:lnTo>
                    <a:pt x="4907" y="32920"/>
                  </a:lnTo>
                  <a:lnTo>
                    <a:pt x="5762" y="33602"/>
                  </a:lnTo>
                  <a:lnTo>
                    <a:pt x="6525" y="394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2476827" y="6313540"/>
              <a:ext cx="5674" cy="65909"/>
            </a:xfrm>
            <a:custGeom>
              <a:avLst/>
              <a:pathLst>
                <a:path w="5674" h="65909">
                  <a:moveTo>
                    <a:pt x="0" y="65909"/>
                  </a:moveTo>
                  <a:lnTo>
                    <a:pt x="840" y="27289"/>
                  </a:lnTo>
                  <a:lnTo>
                    <a:pt x="1695" y="0"/>
                  </a:lnTo>
                  <a:lnTo>
                    <a:pt x="2551" y="12578"/>
                  </a:lnTo>
                  <a:lnTo>
                    <a:pt x="3406" y="45065"/>
                  </a:lnTo>
                  <a:lnTo>
                    <a:pt x="4262" y="56317"/>
                  </a:lnTo>
                  <a:lnTo>
                    <a:pt x="5117" y="39052"/>
                  </a:lnTo>
                  <a:lnTo>
                    <a:pt x="5674" y="659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2486152" y="6115375"/>
              <a:ext cx="71017" cy="264074"/>
            </a:xfrm>
            <a:custGeom>
              <a:avLst/>
              <a:pathLst>
                <a:path w="71017" h="264074">
                  <a:moveTo>
                    <a:pt x="0" y="264074"/>
                  </a:moveTo>
                  <a:lnTo>
                    <a:pt x="69" y="258786"/>
                  </a:lnTo>
                  <a:lnTo>
                    <a:pt x="925" y="203737"/>
                  </a:lnTo>
                  <a:lnTo>
                    <a:pt x="1780" y="221240"/>
                  </a:lnTo>
                  <a:lnTo>
                    <a:pt x="2636" y="224021"/>
                  </a:lnTo>
                  <a:lnTo>
                    <a:pt x="3491" y="190590"/>
                  </a:lnTo>
                  <a:lnTo>
                    <a:pt x="4347" y="171020"/>
                  </a:lnTo>
                  <a:lnTo>
                    <a:pt x="5203" y="186490"/>
                  </a:lnTo>
                  <a:lnTo>
                    <a:pt x="6058" y="198105"/>
                  </a:lnTo>
                  <a:lnTo>
                    <a:pt x="6914" y="173771"/>
                  </a:lnTo>
                  <a:lnTo>
                    <a:pt x="7769" y="131820"/>
                  </a:lnTo>
                  <a:lnTo>
                    <a:pt x="8625" y="87068"/>
                  </a:lnTo>
                  <a:lnTo>
                    <a:pt x="9480" y="103134"/>
                  </a:lnTo>
                  <a:lnTo>
                    <a:pt x="10336" y="118435"/>
                  </a:lnTo>
                  <a:lnTo>
                    <a:pt x="11191" y="96790"/>
                  </a:lnTo>
                  <a:lnTo>
                    <a:pt x="12047" y="47429"/>
                  </a:lnTo>
                  <a:lnTo>
                    <a:pt x="12902" y="59336"/>
                  </a:lnTo>
                  <a:lnTo>
                    <a:pt x="13758" y="119426"/>
                  </a:lnTo>
                  <a:lnTo>
                    <a:pt x="14613" y="104018"/>
                  </a:lnTo>
                  <a:lnTo>
                    <a:pt x="15469" y="88465"/>
                  </a:lnTo>
                  <a:lnTo>
                    <a:pt x="16324" y="63682"/>
                  </a:lnTo>
                  <a:lnTo>
                    <a:pt x="17180" y="101787"/>
                  </a:lnTo>
                  <a:lnTo>
                    <a:pt x="18035" y="130630"/>
                  </a:lnTo>
                  <a:lnTo>
                    <a:pt x="18891" y="75961"/>
                  </a:lnTo>
                  <a:lnTo>
                    <a:pt x="19746" y="32241"/>
                  </a:lnTo>
                  <a:lnTo>
                    <a:pt x="20602" y="19799"/>
                  </a:lnTo>
                  <a:lnTo>
                    <a:pt x="21458" y="46029"/>
                  </a:lnTo>
                  <a:lnTo>
                    <a:pt x="22313" y="52383"/>
                  </a:lnTo>
                  <a:lnTo>
                    <a:pt x="23169" y="49023"/>
                  </a:lnTo>
                  <a:lnTo>
                    <a:pt x="24024" y="53265"/>
                  </a:lnTo>
                  <a:lnTo>
                    <a:pt x="24880" y="0"/>
                  </a:lnTo>
                  <a:lnTo>
                    <a:pt x="25735" y="67419"/>
                  </a:lnTo>
                  <a:lnTo>
                    <a:pt x="26591" y="26912"/>
                  </a:lnTo>
                  <a:lnTo>
                    <a:pt x="27446" y="24349"/>
                  </a:lnTo>
                  <a:lnTo>
                    <a:pt x="28302" y="49038"/>
                  </a:lnTo>
                  <a:lnTo>
                    <a:pt x="29157" y="52313"/>
                  </a:lnTo>
                  <a:lnTo>
                    <a:pt x="30013" y="109249"/>
                  </a:lnTo>
                  <a:lnTo>
                    <a:pt x="30868" y="97836"/>
                  </a:lnTo>
                  <a:lnTo>
                    <a:pt x="31724" y="93349"/>
                  </a:lnTo>
                  <a:lnTo>
                    <a:pt x="32579" y="165223"/>
                  </a:lnTo>
                  <a:lnTo>
                    <a:pt x="33435" y="153003"/>
                  </a:lnTo>
                  <a:lnTo>
                    <a:pt x="34290" y="111006"/>
                  </a:lnTo>
                  <a:lnTo>
                    <a:pt x="35146" y="128170"/>
                  </a:lnTo>
                  <a:lnTo>
                    <a:pt x="36002" y="137318"/>
                  </a:lnTo>
                  <a:lnTo>
                    <a:pt x="36857" y="200187"/>
                  </a:lnTo>
                  <a:lnTo>
                    <a:pt x="37713" y="186820"/>
                  </a:lnTo>
                  <a:lnTo>
                    <a:pt x="38568" y="112703"/>
                  </a:lnTo>
                  <a:lnTo>
                    <a:pt x="39424" y="154713"/>
                  </a:lnTo>
                  <a:lnTo>
                    <a:pt x="40279" y="186303"/>
                  </a:lnTo>
                  <a:lnTo>
                    <a:pt x="41135" y="175698"/>
                  </a:lnTo>
                  <a:lnTo>
                    <a:pt x="41990" y="196508"/>
                  </a:lnTo>
                  <a:lnTo>
                    <a:pt x="42846" y="186342"/>
                  </a:lnTo>
                  <a:lnTo>
                    <a:pt x="43701" y="217176"/>
                  </a:lnTo>
                  <a:lnTo>
                    <a:pt x="44557" y="217448"/>
                  </a:lnTo>
                  <a:lnTo>
                    <a:pt x="45412" y="230490"/>
                  </a:lnTo>
                  <a:lnTo>
                    <a:pt x="46268" y="246985"/>
                  </a:lnTo>
                  <a:lnTo>
                    <a:pt x="47123" y="249000"/>
                  </a:lnTo>
                  <a:lnTo>
                    <a:pt x="47979" y="246968"/>
                  </a:lnTo>
                  <a:lnTo>
                    <a:pt x="48834" y="233941"/>
                  </a:lnTo>
                  <a:lnTo>
                    <a:pt x="49690" y="228564"/>
                  </a:lnTo>
                  <a:lnTo>
                    <a:pt x="50545" y="247096"/>
                  </a:lnTo>
                  <a:lnTo>
                    <a:pt x="51401" y="237819"/>
                  </a:lnTo>
                  <a:lnTo>
                    <a:pt x="52257" y="220061"/>
                  </a:lnTo>
                  <a:lnTo>
                    <a:pt x="53112" y="228611"/>
                  </a:lnTo>
                  <a:lnTo>
                    <a:pt x="53968" y="214795"/>
                  </a:lnTo>
                  <a:lnTo>
                    <a:pt x="54823" y="220917"/>
                  </a:lnTo>
                  <a:lnTo>
                    <a:pt x="55679" y="248485"/>
                  </a:lnTo>
                  <a:lnTo>
                    <a:pt x="56534" y="220327"/>
                  </a:lnTo>
                  <a:lnTo>
                    <a:pt x="57390" y="205584"/>
                  </a:lnTo>
                  <a:lnTo>
                    <a:pt x="58245" y="186129"/>
                  </a:lnTo>
                  <a:lnTo>
                    <a:pt x="59101" y="189636"/>
                  </a:lnTo>
                  <a:lnTo>
                    <a:pt x="59956" y="166039"/>
                  </a:lnTo>
                  <a:lnTo>
                    <a:pt x="60812" y="161078"/>
                  </a:lnTo>
                  <a:lnTo>
                    <a:pt x="61667" y="151795"/>
                  </a:lnTo>
                  <a:lnTo>
                    <a:pt x="62523" y="136422"/>
                  </a:lnTo>
                  <a:lnTo>
                    <a:pt x="63378" y="145567"/>
                  </a:lnTo>
                  <a:lnTo>
                    <a:pt x="64234" y="167234"/>
                  </a:lnTo>
                  <a:lnTo>
                    <a:pt x="65089" y="212505"/>
                  </a:lnTo>
                  <a:lnTo>
                    <a:pt x="65945" y="228878"/>
                  </a:lnTo>
                  <a:lnTo>
                    <a:pt x="66800" y="173585"/>
                  </a:lnTo>
                  <a:lnTo>
                    <a:pt x="67656" y="167254"/>
                  </a:lnTo>
                  <a:lnTo>
                    <a:pt x="68512" y="180833"/>
                  </a:lnTo>
                  <a:lnTo>
                    <a:pt x="69367" y="194047"/>
                  </a:lnTo>
                  <a:lnTo>
                    <a:pt x="70223" y="227215"/>
                  </a:lnTo>
                  <a:lnTo>
                    <a:pt x="71017" y="2640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2557323" y="6110068"/>
              <a:ext cx="75880" cy="269381"/>
            </a:xfrm>
            <a:custGeom>
              <a:avLst/>
              <a:pathLst>
                <a:path w="75880" h="269381">
                  <a:moveTo>
                    <a:pt x="0" y="269381"/>
                  </a:moveTo>
                  <a:lnTo>
                    <a:pt x="763" y="245630"/>
                  </a:lnTo>
                  <a:lnTo>
                    <a:pt x="1619" y="251481"/>
                  </a:lnTo>
                  <a:lnTo>
                    <a:pt x="2474" y="244492"/>
                  </a:lnTo>
                  <a:lnTo>
                    <a:pt x="3330" y="191079"/>
                  </a:lnTo>
                  <a:lnTo>
                    <a:pt x="4185" y="229916"/>
                  </a:lnTo>
                  <a:lnTo>
                    <a:pt x="5041" y="226613"/>
                  </a:lnTo>
                  <a:lnTo>
                    <a:pt x="5896" y="213648"/>
                  </a:lnTo>
                  <a:lnTo>
                    <a:pt x="6752" y="194022"/>
                  </a:lnTo>
                  <a:lnTo>
                    <a:pt x="7607" y="183214"/>
                  </a:lnTo>
                  <a:lnTo>
                    <a:pt x="8463" y="186904"/>
                  </a:lnTo>
                  <a:lnTo>
                    <a:pt x="9318" y="166740"/>
                  </a:lnTo>
                  <a:lnTo>
                    <a:pt x="10174" y="120225"/>
                  </a:lnTo>
                  <a:lnTo>
                    <a:pt x="11029" y="133505"/>
                  </a:lnTo>
                  <a:lnTo>
                    <a:pt x="11885" y="120004"/>
                  </a:lnTo>
                  <a:lnTo>
                    <a:pt x="12740" y="90654"/>
                  </a:lnTo>
                  <a:lnTo>
                    <a:pt x="13596" y="47733"/>
                  </a:lnTo>
                  <a:lnTo>
                    <a:pt x="14452" y="49590"/>
                  </a:lnTo>
                  <a:lnTo>
                    <a:pt x="15307" y="90138"/>
                  </a:lnTo>
                  <a:lnTo>
                    <a:pt x="16163" y="76449"/>
                  </a:lnTo>
                  <a:lnTo>
                    <a:pt x="17018" y="16418"/>
                  </a:lnTo>
                  <a:lnTo>
                    <a:pt x="17874" y="17934"/>
                  </a:lnTo>
                  <a:lnTo>
                    <a:pt x="18729" y="0"/>
                  </a:lnTo>
                  <a:lnTo>
                    <a:pt x="19585" y="45023"/>
                  </a:lnTo>
                  <a:lnTo>
                    <a:pt x="20440" y="33959"/>
                  </a:lnTo>
                  <a:lnTo>
                    <a:pt x="21296" y="21800"/>
                  </a:lnTo>
                  <a:lnTo>
                    <a:pt x="22151" y="47793"/>
                  </a:lnTo>
                  <a:lnTo>
                    <a:pt x="23007" y="112448"/>
                  </a:lnTo>
                  <a:lnTo>
                    <a:pt x="23862" y="113220"/>
                  </a:lnTo>
                  <a:lnTo>
                    <a:pt x="24718" y="130858"/>
                  </a:lnTo>
                  <a:lnTo>
                    <a:pt x="25573" y="107294"/>
                  </a:lnTo>
                  <a:lnTo>
                    <a:pt x="26429" y="129374"/>
                  </a:lnTo>
                  <a:lnTo>
                    <a:pt x="27284" y="187489"/>
                  </a:lnTo>
                  <a:lnTo>
                    <a:pt x="28140" y="132017"/>
                  </a:lnTo>
                  <a:lnTo>
                    <a:pt x="28995" y="132023"/>
                  </a:lnTo>
                  <a:lnTo>
                    <a:pt x="29851" y="82496"/>
                  </a:lnTo>
                  <a:lnTo>
                    <a:pt x="30707" y="116956"/>
                  </a:lnTo>
                  <a:lnTo>
                    <a:pt x="31562" y="99663"/>
                  </a:lnTo>
                  <a:lnTo>
                    <a:pt x="32418" y="68503"/>
                  </a:lnTo>
                  <a:lnTo>
                    <a:pt x="33273" y="103146"/>
                  </a:lnTo>
                  <a:lnTo>
                    <a:pt x="34129" y="165073"/>
                  </a:lnTo>
                  <a:lnTo>
                    <a:pt x="34984" y="180495"/>
                  </a:lnTo>
                  <a:lnTo>
                    <a:pt x="35840" y="154540"/>
                  </a:lnTo>
                  <a:lnTo>
                    <a:pt x="36695" y="144948"/>
                  </a:lnTo>
                  <a:lnTo>
                    <a:pt x="37551" y="118814"/>
                  </a:lnTo>
                  <a:lnTo>
                    <a:pt x="38406" y="147049"/>
                  </a:lnTo>
                  <a:lnTo>
                    <a:pt x="39262" y="136623"/>
                  </a:lnTo>
                  <a:lnTo>
                    <a:pt x="40117" y="170045"/>
                  </a:lnTo>
                  <a:lnTo>
                    <a:pt x="40973" y="160910"/>
                  </a:lnTo>
                  <a:lnTo>
                    <a:pt x="41828" y="162431"/>
                  </a:lnTo>
                  <a:lnTo>
                    <a:pt x="42684" y="178307"/>
                  </a:lnTo>
                  <a:lnTo>
                    <a:pt x="43539" y="243541"/>
                  </a:lnTo>
                  <a:lnTo>
                    <a:pt x="44395" y="235734"/>
                  </a:lnTo>
                  <a:lnTo>
                    <a:pt x="45250" y="214490"/>
                  </a:lnTo>
                  <a:lnTo>
                    <a:pt x="46106" y="233448"/>
                  </a:lnTo>
                  <a:lnTo>
                    <a:pt x="46962" y="176555"/>
                  </a:lnTo>
                  <a:lnTo>
                    <a:pt x="47817" y="184455"/>
                  </a:lnTo>
                  <a:lnTo>
                    <a:pt x="48673" y="151360"/>
                  </a:lnTo>
                  <a:lnTo>
                    <a:pt x="49528" y="140776"/>
                  </a:lnTo>
                  <a:lnTo>
                    <a:pt x="50384" y="108372"/>
                  </a:lnTo>
                  <a:lnTo>
                    <a:pt x="51239" y="117482"/>
                  </a:lnTo>
                  <a:lnTo>
                    <a:pt x="52095" y="104791"/>
                  </a:lnTo>
                  <a:lnTo>
                    <a:pt x="52950" y="130827"/>
                  </a:lnTo>
                  <a:lnTo>
                    <a:pt x="53806" y="79975"/>
                  </a:lnTo>
                  <a:lnTo>
                    <a:pt x="54661" y="39275"/>
                  </a:lnTo>
                  <a:lnTo>
                    <a:pt x="55517" y="10896"/>
                  </a:lnTo>
                  <a:lnTo>
                    <a:pt x="56372" y="78802"/>
                  </a:lnTo>
                  <a:lnTo>
                    <a:pt x="57228" y="66616"/>
                  </a:lnTo>
                  <a:lnTo>
                    <a:pt x="58083" y="95084"/>
                  </a:lnTo>
                  <a:lnTo>
                    <a:pt x="58939" y="145049"/>
                  </a:lnTo>
                  <a:lnTo>
                    <a:pt x="59794" y="110028"/>
                  </a:lnTo>
                  <a:lnTo>
                    <a:pt x="60650" y="94829"/>
                  </a:lnTo>
                  <a:lnTo>
                    <a:pt x="61505" y="86129"/>
                  </a:lnTo>
                  <a:lnTo>
                    <a:pt x="62361" y="131133"/>
                  </a:lnTo>
                  <a:lnTo>
                    <a:pt x="63217" y="195632"/>
                  </a:lnTo>
                  <a:lnTo>
                    <a:pt x="64072" y="184500"/>
                  </a:lnTo>
                  <a:lnTo>
                    <a:pt x="64928" y="171975"/>
                  </a:lnTo>
                  <a:lnTo>
                    <a:pt x="65783" y="184453"/>
                  </a:lnTo>
                  <a:lnTo>
                    <a:pt x="66639" y="179898"/>
                  </a:lnTo>
                  <a:lnTo>
                    <a:pt x="67494" y="224901"/>
                  </a:lnTo>
                  <a:lnTo>
                    <a:pt x="68350" y="194414"/>
                  </a:lnTo>
                  <a:lnTo>
                    <a:pt x="69205" y="222590"/>
                  </a:lnTo>
                  <a:lnTo>
                    <a:pt x="70061" y="231443"/>
                  </a:lnTo>
                  <a:lnTo>
                    <a:pt x="70916" y="212793"/>
                  </a:lnTo>
                  <a:lnTo>
                    <a:pt x="71772" y="221647"/>
                  </a:lnTo>
                  <a:lnTo>
                    <a:pt x="72627" y="227094"/>
                  </a:lnTo>
                  <a:lnTo>
                    <a:pt x="73483" y="245843"/>
                  </a:lnTo>
                  <a:lnTo>
                    <a:pt x="74338" y="222518"/>
                  </a:lnTo>
                  <a:lnTo>
                    <a:pt x="75194" y="234267"/>
                  </a:lnTo>
                  <a:lnTo>
                    <a:pt x="75880" y="2693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2633592" y="6287695"/>
              <a:ext cx="13906" cy="91754"/>
            </a:xfrm>
            <a:custGeom>
              <a:avLst/>
              <a:pathLst>
                <a:path w="13906" h="91754">
                  <a:moveTo>
                    <a:pt x="0" y="91754"/>
                  </a:moveTo>
                  <a:lnTo>
                    <a:pt x="636" y="66556"/>
                  </a:lnTo>
                  <a:lnTo>
                    <a:pt x="1491" y="72543"/>
                  </a:lnTo>
                  <a:lnTo>
                    <a:pt x="2347" y="36901"/>
                  </a:lnTo>
                  <a:lnTo>
                    <a:pt x="3202" y="28133"/>
                  </a:lnTo>
                  <a:lnTo>
                    <a:pt x="4058" y="33251"/>
                  </a:lnTo>
                  <a:lnTo>
                    <a:pt x="4913" y="61442"/>
                  </a:lnTo>
                  <a:lnTo>
                    <a:pt x="5769" y="87921"/>
                  </a:lnTo>
                  <a:lnTo>
                    <a:pt x="6624" y="37714"/>
                  </a:lnTo>
                  <a:lnTo>
                    <a:pt x="7480" y="20253"/>
                  </a:lnTo>
                  <a:lnTo>
                    <a:pt x="8335" y="2995"/>
                  </a:lnTo>
                  <a:lnTo>
                    <a:pt x="9191" y="9857"/>
                  </a:lnTo>
                  <a:lnTo>
                    <a:pt x="10046" y="1923"/>
                  </a:lnTo>
                  <a:lnTo>
                    <a:pt x="10902" y="0"/>
                  </a:lnTo>
                  <a:lnTo>
                    <a:pt x="11757" y="17681"/>
                  </a:lnTo>
                  <a:lnTo>
                    <a:pt x="12613" y="18033"/>
                  </a:lnTo>
                  <a:lnTo>
                    <a:pt x="13468" y="85819"/>
                  </a:lnTo>
                  <a:lnTo>
                    <a:pt x="13906" y="917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2648341" y="5473141"/>
              <a:ext cx="161044" cy="906308"/>
            </a:xfrm>
            <a:custGeom>
              <a:avLst/>
              <a:pathLst>
                <a:path w="161044" h="906308">
                  <a:moveTo>
                    <a:pt x="0" y="906308"/>
                  </a:moveTo>
                  <a:lnTo>
                    <a:pt x="431" y="900528"/>
                  </a:lnTo>
                  <a:lnTo>
                    <a:pt x="1287" y="836388"/>
                  </a:lnTo>
                  <a:lnTo>
                    <a:pt x="2142" y="821414"/>
                  </a:lnTo>
                  <a:lnTo>
                    <a:pt x="2998" y="840723"/>
                  </a:lnTo>
                  <a:lnTo>
                    <a:pt x="3853" y="815747"/>
                  </a:lnTo>
                  <a:lnTo>
                    <a:pt x="4709" y="761369"/>
                  </a:lnTo>
                  <a:lnTo>
                    <a:pt x="5564" y="744876"/>
                  </a:lnTo>
                  <a:lnTo>
                    <a:pt x="6420" y="788441"/>
                  </a:lnTo>
                  <a:lnTo>
                    <a:pt x="7275" y="770364"/>
                  </a:lnTo>
                  <a:lnTo>
                    <a:pt x="8131" y="768184"/>
                  </a:lnTo>
                  <a:lnTo>
                    <a:pt x="8986" y="747199"/>
                  </a:lnTo>
                  <a:lnTo>
                    <a:pt x="9842" y="774690"/>
                  </a:lnTo>
                  <a:lnTo>
                    <a:pt x="10697" y="790639"/>
                  </a:lnTo>
                  <a:lnTo>
                    <a:pt x="11553" y="787551"/>
                  </a:lnTo>
                  <a:lnTo>
                    <a:pt x="12408" y="790982"/>
                  </a:lnTo>
                  <a:lnTo>
                    <a:pt x="13264" y="799734"/>
                  </a:lnTo>
                  <a:lnTo>
                    <a:pt x="14120" y="784653"/>
                  </a:lnTo>
                  <a:lnTo>
                    <a:pt x="14975" y="758786"/>
                  </a:lnTo>
                  <a:lnTo>
                    <a:pt x="15831" y="681797"/>
                  </a:lnTo>
                  <a:lnTo>
                    <a:pt x="16686" y="674700"/>
                  </a:lnTo>
                  <a:lnTo>
                    <a:pt x="17542" y="666903"/>
                  </a:lnTo>
                  <a:lnTo>
                    <a:pt x="18397" y="612366"/>
                  </a:lnTo>
                  <a:lnTo>
                    <a:pt x="19253" y="622534"/>
                  </a:lnTo>
                  <a:lnTo>
                    <a:pt x="20108" y="577437"/>
                  </a:lnTo>
                  <a:lnTo>
                    <a:pt x="20964" y="587216"/>
                  </a:lnTo>
                  <a:lnTo>
                    <a:pt x="21819" y="611292"/>
                  </a:lnTo>
                  <a:lnTo>
                    <a:pt x="22675" y="631649"/>
                  </a:lnTo>
                  <a:lnTo>
                    <a:pt x="23530" y="637083"/>
                  </a:lnTo>
                  <a:lnTo>
                    <a:pt x="24386" y="578175"/>
                  </a:lnTo>
                  <a:lnTo>
                    <a:pt x="25241" y="606219"/>
                  </a:lnTo>
                  <a:lnTo>
                    <a:pt x="26097" y="566901"/>
                  </a:lnTo>
                  <a:lnTo>
                    <a:pt x="26952" y="562031"/>
                  </a:lnTo>
                  <a:lnTo>
                    <a:pt x="27808" y="591613"/>
                  </a:lnTo>
                  <a:lnTo>
                    <a:pt x="28663" y="598184"/>
                  </a:lnTo>
                  <a:lnTo>
                    <a:pt x="29519" y="590578"/>
                  </a:lnTo>
                  <a:lnTo>
                    <a:pt x="30375" y="585560"/>
                  </a:lnTo>
                  <a:lnTo>
                    <a:pt x="31230" y="614181"/>
                  </a:lnTo>
                  <a:lnTo>
                    <a:pt x="32086" y="588781"/>
                  </a:lnTo>
                  <a:lnTo>
                    <a:pt x="32941" y="518237"/>
                  </a:lnTo>
                  <a:lnTo>
                    <a:pt x="33797" y="462915"/>
                  </a:lnTo>
                  <a:lnTo>
                    <a:pt x="34652" y="500916"/>
                  </a:lnTo>
                  <a:lnTo>
                    <a:pt x="35508" y="475336"/>
                  </a:lnTo>
                  <a:lnTo>
                    <a:pt x="36363" y="460437"/>
                  </a:lnTo>
                  <a:lnTo>
                    <a:pt x="37219" y="417315"/>
                  </a:lnTo>
                  <a:lnTo>
                    <a:pt x="38074" y="286240"/>
                  </a:lnTo>
                  <a:lnTo>
                    <a:pt x="38930" y="289485"/>
                  </a:lnTo>
                  <a:lnTo>
                    <a:pt x="39785" y="308421"/>
                  </a:lnTo>
                  <a:lnTo>
                    <a:pt x="40641" y="307649"/>
                  </a:lnTo>
                  <a:lnTo>
                    <a:pt x="41496" y="310546"/>
                  </a:lnTo>
                  <a:lnTo>
                    <a:pt x="42352" y="285955"/>
                  </a:lnTo>
                  <a:lnTo>
                    <a:pt x="43207" y="289431"/>
                  </a:lnTo>
                  <a:lnTo>
                    <a:pt x="44063" y="266280"/>
                  </a:lnTo>
                  <a:lnTo>
                    <a:pt x="44919" y="204694"/>
                  </a:lnTo>
                  <a:lnTo>
                    <a:pt x="45774" y="225361"/>
                  </a:lnTo>
                  <a:lnTo>
                    <a:pt x="46630" y="194613"/>
                  </a:lnTo>
                  <a:lnTo>
                    <a:pt x="47485" y="221219"/>
                  </a:lnTo>
                  <a:lnTo>
                    <a:pt x="48341" y="229322"/>
                  </a:lnTo>
                  <a:lnTo>
                    <a:pt x="49196" y="232262"/>
                  </a:lnTo>
                  <a:lnTo>
                    <a:pt x="50052" y="311876"/>
                  </a:lnTo>
                  <a:lnTo>
                    <a:pt x="50907" y="257806"/>
                  </a:lnTo>
                  <a:lnTo>
                    <a:pt x="51763" y="329494"/>
                  </a:lnTo>
                  <a:lnTo>
                    <a:pt x="52618" y="261367"/>
                  </a:lnTo>
                  <a:lnTo>
                    <a:pt x="53474" y="276503"/>
                  </a:lnTo>
                  <a:lnTo>
                    <a:pt x="54329" y="204448"/>
                  </a:lnTo>
                  <a:lnTo>
                    <a:pt x="55185" y="161194"/>
                  </a:lnTo>
                  <a:lnTo>
                    <a:pt x="56040" y="100123"/>
                  </a:lnTo>
                  <a:lnTo>
                    <a:pt x="56896" y="0"/>
                  </a:lnTo>
                  <a:lnTo>
                    <a:pt x="57751" y="55336"/>
                  </a:lnTo>
                  <a:lnTo>
                    <a:pt x="58607" y="49923"/>
                  </a:lnTo>
                  <a:lnTo>
                    <a:pt x="59462" y="104384"/>
                  </a:lnTo>
                  <a:lnTo>
                    <a:pt x="60318" y="128634"/>
                  </a:lnTo>
                  <a:lnTo>
                    <a:pt x="61174" y="184322"/>
                  </a:lnTo>
                  <a:lnTo>
                    <a:pt x="62029" y="185562"/>
                  </a:lnTo>
                  <a:lnTo>
                    <a:pt x="62885" y="212796"/>
                  </a:lnTo>
                  <a:lnTo>
                    <a:pt x="63740" y="233086"/>
                  </a:lnTo>
                  <a:lnTo>
                    <a:pt x="64596" y="287404"/>
                  </a:lnTo>
                  <a:lnTo>
                    <a:pt x="65451" y="331547"/>
                  </a:lnTo>
                  <a:lnTo>
                    <a:pt x="66307" y="423231"/>
                  </a:lnTo>
                  <a:lnTo>
                    <a:pt x="67162" y="473386"/>
                  </a:lnTo>
                  <a:lnTo>
                    <a:pt x="68018" y="581849"/>
                  </a:lnTo>
                  <a:lnTo>
                    <a:pt x="68873" y="581777"/>
                  </a:lnTo>
                  <a:lnTo>
                    <a:pt x="69729" y="618589"/>
                  </a:lnTo>
                  <a:lnTo>
                    <a:pt x="70584" y="621996"/>
                  </a:lnTo>
                  <a:lnTo>
                    <a:pt x="71440" y="665679"/>
                  </a:lnTo>
                  <a:lnTo>
                    <a:pt x="72295" y="659392"/>
                  </a:lnTo>
                  <a:lnTo>
                    <a:pt x="73151" y="616138"/>
                  </a:lnTo>
                  <a:lnTo>
                    <a:pt x="74006" y="651286"/>
                  </a:lnTo>
                  <a:lnTo>
                    <a:pt x="74862" y="592506"/>
                  </a:lnTo>
                  <a:lnTo>
                    <a:pt x="75717" y="528613"/>
                  </a:lnTo>
                  <a:lnTo>
                    <a:pt x="76573" y="556829"/>
                  </a:lnTo>
                  <a:lnTo>
                    <a:pt x="77429" y="546855"/>
                  </a:lnTo>
                  <a:lnTo>
                    <a:pt x="78284" y="577676"/>
                  </a:lnTo>
                  <a:lnTo>
                    <a:pt x="79140" y="538195"/>
                  </a:lnTo>
                  <a:lnTo>
                    <a:pt x="79995" y="518016"/>
                  </a:lnTo>
                  <a:lnTo>
                    <a:pt x="80851" y="565169"/>
                  </a:lnTo>
                  <a:lnTo>
                    <a:pt x="81706" y="606762"/>
                  </a:lnTo>
                  <a:lnTo>
                    <a:pt x="82562" y="567041"/>
                  </a:lnTo>
                  <a:lnTo>
                    <a:pt x="83417" y="560032"/>
                  </a:lnTo>
                  <a:lnTo>
                    <a:pt x="84273" y="575963"/>
                  </a:lnTo>
                  <a:lnTo>
                    <a:pt x="85128" y="636882"/>
                  </a:lnTo>
                  <a:lnTo>
                    <a:pt x="85984" y="683003"/>
                  </a:lnTo>
                  <a:lnTo>
                    <a:pt x="86839" y="648445"/>
                  </a:lnTo>
                  <a:lnTo>
                    <a:pt x="87695" y="632927"/>
                  </a:lnTo>
                  <a:lnTo>
                    <a:pt x="88550" y="664318"/>
                  </a:lnTo>
                  <a:lnTo>
                    <a:pt x="89406" y="589259"/>
                  </a:lnTo>
                  <a:lnTo>
                    <a:pt x="90261" y="555852"/>
                  </a:lnTo>
                  <a:lnTo>
                    <a:pt x="91117" y="527167"/>
                  </a:lnTo>
                  <a:lnTo>
                    <a:pt x="91973" y="479085"/>
                  </a:lnTo>
                  <a:lnTo>
                    <a:pt x="92828" y="613480"/>
                  </a:lnTo>
                  <a:lnTo>
                    <a:pt x="93684" y="693084"/>
                  </a:lnTo>
                  <a:lnTo>
                    <a:pt x="94539" y="770191"/>
                  </a:lnTo>
                  <a:lnTo>
                    <a:pt x="95395" y="788947"/>
                  </a:lnTo>
                  <a:lnTo>
                    <a:pt x="96250" y="809839"/>
                  </a:lnTo>
                  <a:lnTo>
                    <a:pt x="97106" y="851730"/>
                  </a:lnTo>
                  <a:lnTo>
                    <a:pt x="97961" y="830999"/>
                  </a:lnTo>
                  <a:lnTo>
                    <a:pt x="98817" y="811529"/>
                  </a:lnTo>
                  <a:lnTo>
                    <a:pt x="99672" y="800957"/>
                  </a:lnTo>
                  <a:lnTo>
                    <a:pt x="100528" y="769256"/>
                  </a:lnTo>
                  <a:lnTo>
                    <a:pt x="101383" y="772366"/>
                  </a:lnTo>
                  <a:lnTo>
                    <a:pt x="102239" y="700151"/>
                  </a:lnTo>
                  <a:lnTo>
                    <a:pt x="103094" y="697737"/>
                  </a:lnTo>
                  <a:lnTo>
                    <a:pt x="103950" y="750229"/>
                  </a:lnTo>
                  <a:lnTo>
                    <a:pt x="104805" y="786309"/>
                  </a:lnTo>
                  <a:lnTo>
                    <a:pt x="105661" y="835216"/>
                  </a:lnTo>
                  <a:lnTo>
                    <a:pt x="106516" y="828461"/>
                  </a:lnTo>
                  <a:lnTo>
                    <a:pt x="107372" y="859564"/>
                  </a:lnTo>
                  <a:lnTo>
                    <a:pt x="108228" y="902615"/>
                  </a:lnTo>
                  <a:lnTo>
                    <a:pt x="109083" y="899176"/>
                  </a:lnTo>
                  <a:lnTo>
                    <a:pt x="109939" y="897611"/>
                  </a:lnTo>
                  <a:lnTo>
                    <a:pt x="110794" y="890804"/>
                  </a:lnTo>
                  <a:lnTo>
                    <a:pt x="111650" y="865141"/>
                  </a:lnTo>
                  <a:lnTo>
                    <a:pt x="112505" y="862103"/>
                  </a:lnTo>
                  <a:lnTo>
                    <a:pt x="113361" y="856345"/>
                  </a:lnTo>
                  <a:lnTo>
                    <a:pt x="114216" y="828066"/>
                  </a:lnTo>
                  <a:lnTo>
                    <a:pt x="115072" y="831562"/>
                  </a:lnTo>
                  <a:lnTo>
                    <a:pt x="115927" y="851520"/>
                  </a:lnTo>
                  <a:lnTo>
                    <a:pt x="116783" y="863946"/>
                  </a:lnTo>
                  <a:lnTo>
                    <a:pt x="117638" y="867372"/>
                  </a:lnTo>
                  <a:lnTo>
                    <a:pt x="118494" y="834548"/>
                  </a:lnTo>
                  <a:lnTo>
                    <a:pt x="119349" y="844368"/>
                  </a:lnTo>
                  <a:lnTo>
                    <a:pt x="120205" y="864003"/>
                  </a:lnTo>
                  <a:lnTo>
                    <a:pt x="121060" y="859223"/>
                  </a:lnTo>
                  <a:lnTo>
                    <a:pt x="121916" y="867296"/>
                  </a:lnTo>
                  <a:lnTo>
                    <a:pt x="122771" y="864913"/>
                  </a:lnTo>
                  <a:lnTo>
                    <a:pt x="123627" y="837779"/>
                  </a:lnTo>
                  <a:lnTo>
                    <a:pt x="124483" y="849284"/>
                  </a:lnTo>
                  <a:lnTo>
                    <a:pt x="125338" y="873791"/>
                  </a:lnTo>
                  <a:lnTo>
                    <a:pt x="126194" y="870914"/>
                  </a:lnTo>
                  <a:lnTo>
                    <a:pt x="127049" y="862920"/>
                  </a:lnTo>
                  <a:lnTo>
                    <a:pt x="127905" y="818409"/>
                  </a:lnTo>
                  <a:lnTo>
                    <a:pt x="128760" y="874295"/>
                  </a:lnTo>
                  <a:lnTo>
                    <a:pt x="129616" y="895867"/>
                  </a:lnTo>
                  <a:lnTo>
                    <a:pt x="130471" y="874528"/>
                  </a:lnTo>
                  <a:lnTo>
                    <a:pt x="131327" y="829949"/>
                  </a:lnTo>
                  <a:lnTo>
                    <a:pt x="132182" y="826029"/>
                  </a:lnTo>
                  <a:lnTo>
                    <a:pt x="133038" y="835672"/>
                  </a:lnTo>
                  <a:lnTo>
                    <a:pt x="133893" y="850155"/>
                  </a:lnTo>
                  <a:lnTo>
                    <a:pt x="134749" y="851375"/>
                  </a:lnTo>
                  <a:lnTo>
                    <a:pt x="135604" y="854077"/>
                  </a:lnTo>
                  <a:lnTo>
                    <a:pt x="136460" y="834505"/>
                  </a:lnTo>
                  <a:lnTo>
                    <a:pt x="137315" y="857397"/>
                  </a:lnTo>
                  <a:lnTo>
                    <a:pt x="138171" y="876043"/>
                  </a:lnTo>
                  <a:lnTo>
                    <a:pt x="139026" y="855342"/>
                  </a:lnTo>
                  <a:lnTo>
                    <a:pt x="139882" y="837911"/>
                  </a:lnTo>
                  <a:lnTo>
                    <a:pt x="140738" y="830409"/>
                  </a:lnTo>
                  <a:lnTo>
                    <a:pt x="141593" y="884158"/>
                  </a:lnTo>
                  <a:lnTo>
                    <a:pt x="142449" y="886209"/>
                  </a:lnTo>
                  <a:lnTo>
                    <a:pt x="143304" y="847850"/>
                  </a:lnTo>
                  <a:lnTo>
                    <a:pt x="144160" y="855462"/>
                  </a:lnTo>
                  <a:lnTo>
                    <a:pt x="145015" y="817698"/>
                  </a:lnTo>
                  <a:lnTo>
                    <a:pt x="145871" y="817170"/>
                  </a:lnTo>
                  <a:lnTo>
                    <a:pt x="146726" y="796788"/>
                  </a:lnTo>
                  <a:lnTo>
                    <a:pt x="147582" y="746889"/>
                  </a:lnTo>
                  <a:lnTo>
                    <a:pt x="148437" y="746472"/>
                  </a:lnTo>
                  <a:lnTo>
                    <a:pt x="149293" y="768652"/>
                  </a:lnTo>
                  <a:lnTo>
                    <a:pt x="150148" y="820962"/>
                  </a:lnTo>
                  <a:lnTo>
                    <a:pt x="151004" y="834091"/>
                  </a:lnTo>
                  <a:lnTo>
                    <a:pt x="151859" y="792206"/>
                  </a:lnTo>
                  <a:lnTo>
                    <a:pt x="152715" y="819726"/>
                  </a:lnTo>
                  <a:lnTo>
                    <a:pt x="153570" y="800466"/>
                  </a:lnTo>
                  <a:lnTo>
                    <a:pt x="154426" y="791987"/>
                  </a:lnTo>
                  <a:lnTo>
                    <a:pt x="155282" y="808895"/>
                  </a:lnTo>
                  <a:lnTo>
                    <a:pt x="156137" y="816715"/>
                  </a:lnTo>
                  <a:lnTo>
                    <a:pt x="156993" y="823649"/>
                  </a:lnTo>
                  <a:lnTo>
                    <a:pt x="157848" y="860370"/>
                  </a:lnTo>
                  <a:lnTo>
                    <a:pt x="158704" y="837570"/>
                  </a:lnTo>
                  <a:lnTo>
                    <a:pt x="159559" y="843906"/>
                  </a:lnTo>
                  <a:lnTo>
                    <a:pt x="160415" y="820687"/>
                  </a:lnTo>
                  <a:lnTo>
                    <a:pt x="161044" y="9063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2812885" y="6313974"/>
              <a:ext cx="5638" cy="65475"/>
            </a:xfrm>
            <a:custGeom>
              <a:avLst/>
              <a:pathLst>
                <a:path w="5638" h="65475">
                  <a:moveTo>
                    <a:pt x="0" y="65475"/>
                  </a:moveTo>
                  <a:lnTo>
                    <a:pt x="148" y="60937"/>
                  </a:lnTo>
                  <a:lnTo>
                    <a:pt x="1004" y="0"/>
                  </a:lnTo>
                  <a:lnTo>
                    <a:pt x="1859" y="9417"/>
                  </a:lnTo>
                  <a:lnTo>
                    <a:pt x="2715" y="26245"/>
                  </a:lnTo>
                  <a:lnTo>
                    <a:pt x="3570" y="27782"/>
                  </a:lnTo>
                  <a:lnTo>
                    <a:pt x="4426" y="28377"/>
                  </a:lnTo>
                  <a:lnTo>
                    <a:pt x="5281" y="35988"/>
                  </a:lnTo>
                  <a:lnTo>
                    <a:pt x="5638" y="654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2823513" y="6127684"/>
              <a:ext cx="72141" cy="251765"/>
            </a:xfrm>
            <a:custGeom>
              <a:avLst/>
              <a:pathLst>
                <a:path w="72141" h="251765">
                  <a:moveTo>
                    <a:pt x="0" y="251765"/>
                  </a:moveTo>
                  <a:lnTo>
                    <a:pt x="642" y="230251"/>
                  </a:lnTo>
                  <a:lnTo>
                    <a:pt x="1498" y="202013"/>
                  </a:lnTo>
                  <a:lnTo>
                    <a:pt x="2353" y="218613"/>
                  </a:lnTo>
                  <a:lnTo>
                    <a:pt x="3209" y="158207"/>
                  </a:lnTo>
                  <a:lnTo>
                    <a:pt x="4064" y="145805"/>
                  </a:lnTo>
                  <a:lnTo>
                    <a:pt x="4920" y="162980"/>
                  </a:lnTo>
                  <a:lnTo>
                    <a:pt x="5775" y="156753"/>
                  </a:lnTo>
                  <a:lnTo>
                    <a:pt x="6631" y="141331"/>
                  </a:lnTo>
                  <a:lnTo>
                    <a:pt x="7486" y="76020"/>
                  </a:lnTo>
                  <a:lnTo>
                    <a:pt x="8342" y="72204"/>
                  </a:lnTo>
                  <a:lnTo>
                    <a:pt x="9198" y="96299"/>
                  </a:lnTo>
                  <a:lnTo>
                    <a:pt x="10053" y="107095"/>
                  </a:lnTo>
                  <a:lnTo>
                    <a:pt x="10909" y="132767"/>
                  </a:lnTo>
                  <a:lnTo>
                    <a:pt x="11764" y="167591"/>
                  </a:lnTo>
                  <a:lnTo>
                    <a:pt x="12620" y="178706"/>
                  </a:lnTo>
                  <a:lnTo>
                    <a:pt x="13475" y="156655"/>
                  </a:lnTo>
                  <a:lnTo>
                    <a:pt x="14331" y="150291"/>
                  </a:lnTo>
                  <a:lnTo>
                    <a:pt x="15186" y="113630"/>
                  </a:lnTo>
                  <a:lnTo>
                    <a:pt x="16042" y="117702"/>
                  </a:lnTo>
                  <a:lnTo>
                    <a:pt x="16897" y="109441"/>
                  </a:lnTo>
                  <a:lnTo>
                    <a:pt x="17753" y="44094"/>
                  </a:lnTo>
                  <a:lnTo>
                    <a:pt x="18608" y="4210"/>
                  </a:lnTo>
                  <a:lnTo>
                    <a:pt x="19464" y="52886"/>
                  </a:lnTo>
                  <a:lnTo>
                    <a:pt x="20319" y="88236"/>
                  </a:lnTo>
                  <a:lnTo>
                    <a:pt x="21175" y="60345"/>
                  </a:lnTo>
                  <a:lnTo>
                    <a:pt x="22030" y="0"/>
                  </a:lnTo>
                  <a:lnTo>
                    <a:pt x="22886" y="62716"/>
                  </a:lnTo>
                  <a:lnTo>
                    <a:pt x="23742" y="92639"/>
                  </a:lnTo>
                  <a:lnTo>
                    <a:pt x="24597" y="112427"/>
                  </a:lnTo>
                  <a:lnTo>
                    <a:pt x="25453" y="166822"/>
                  </a:lnTo>
                  <a:lnTo>
                    <a:pt x="26308" y="159503"/>
                  </a:lnTo>
                  <a:lnTo>
                    <a:pt x="27164" y="210213"/>
                  </a:lnTo>
                  <a:lnTo>
                    <a:pt x="28019" y="219824"/>
                  </a:lnTo>
                  <a:lnTo>
                    <a:pt x="28875" y="214551"/>
                  </a:lnTo>
                  <a:lnTo>
                    <a:pt x="29730" y="224240"/>
                  </a:lnTo>
                  <a:lnTo>
                    <a:pt x="30586" y="223010"/>
                  </a:lnTo>
                  <a:lnTo>
                    <a:pt x="31441" y="238918"/>
                  </a:lnTo>
                  <a:lnTo>
                    <a:pt x="32297" y="233682"/>
                  </a:lnTo>
                  <a:lnTo>
                    <a:pt x="33152" y="242017"/>
                  </a:lnTo>
                  <a:lnTo>
                    <a:pt x="34008" y="246023"/>
                  </a:lnTo>
                  <a:lnTo>
                    <a:pt x="34863" y="245060"/>
                  </a:lnTo>
                  <a:lnTo>
                    <a:pt x="35719" y="245831"/>
                  </a:lnTo>
                  <a:lnTo>
                    <a:pt x="36574" y="241275"/>
                  </a:lnTo>
                  <a:lnTo>
                    <a:pt x="37430" y="243114"/>
                  </a:lnTo>
                  <a:lnTo>
                    <a:pt x="38285" y="240522"/>
                  </a:lnTo>
                  <a:lnTo>
                    <a:pt x="39141" y="222531"/>
                  </a:lnTo>
                  <a:lnTo>
                    <a:pt x="39997" y="222290"/>
                  </a:lnTo>
                  <a:lnTo>
                    <a:pt x="40852" y="210958"/>
                  </a:lnTo>
                  <a:lnTo>
                    <a:pt x="41708" y="213488"/>
                  </a:lnTo>
                  <a:lnTo>
                    <a:pt x="42563" y="194374"/>
                  </a:lnTo>
                  <a:lnTo>
                    <a:pt x="43419" y="201477"/>
                  </a:lnTo>
                  <a:lnTo>
                    <a:pt x="44274" y="204461"/>
                  </a:lnTo>
                  <a:lnTo>
                    <a:pt x="45130" y="194197"/>
                  </a:lnTo>
                  <a:lnTo>
                    <a:pt x="45985" y="189349"/>
                  </a:lnTo>
                  <a:lnTo>
                    <a:pt x="46841" y="160322"/>
                  </a:lnTo>
                  <a:lnTo>
                    <a:pt x="47696" y="166995"/>
                  </a:lnTo>
                  <a:lnTo>
                    <a:pt x="48552" y="198643"/>
                  </a:lnTo>
                  <a:lnTo>
                    <a:pt x="49407" y="188138"/>
                  </a:lnTo>
                  <a:lnTo>
                    <a:pt x="50263" y="157791"/>
                  </a:lnTo>
                  <a:lnTo>
                    <a:pt x="51118" y="137712"/>
                  </a:lnTo>
                  <a:lnTo>
                    <a:pt x="51974" y="125476"/>
                  </a:lnTo>
                  <a:lnTo>
                    <a:pt x="52829" y="201356"/>
                  </a:lnTo>
                  <a:lnTo>
                    <a:pt x="53685" y="220370"/>
                  </a:lnTo>
                  <a:lnTo>
                    <a:pt x="54540" y="199719"/>
                  </a:lnTo>
                  <a:lnTo>
                    <a:pt x="55396" y="191057"/>
                  </a:lnTo>
                  <a:lnTo>
                    <a:pt x="56252" y="168062"/>
                  </a:lnTo>
                  <a:lnTo>
                    <a:pt x="57107" y="139725"/>
                  </a:lnTo>
                  <a:lnTo>
                    <a:pt x="57963" y="130912"/>
                  </a:lnTo>
                  <a:lnTo>
                    <a:pt x="58818" y="140580"/>
                  </a:lnTo>
                  <a:lnTo>
                    <a:pt x="59674" y="128245"/>
                  </a:lnTo>
                  <a:lnTo>
                    <a:pt x="60529" y="161772"/>
                  </a:lnTo>
                  <a:lnTo>
                    <a:pt x="61385" y="155411"/>
                  </a:lnTo>
                  <a:lnTo>
                    <a:pt x="62240" y="159553"/>
                  </a:lnTo>
                  <a:lnTo>
                    <a:pt x="63096" y="175790"/>
                  </a:lnTo>
                  <a:lnTo>
                    <a:pt x="63951" y="155401"/>
                  </a:lnTo>
                  <a:lnTo>
                    <a:pt x="64807" y="86543"/>
                  </a:lnTo>
                  <a:lnTo>
                    <a:pt x="65662" y="90892"/>
                  </a:lnTo>
                  <a:lnTo>
                    <a:pt x="66518" y="140220"/>
                  </a:lnTo>
                  <a:lnTo>
                    <a:pt x="67373" y="136909"/>
                  </a:lnTo>
                  <a:lnTo>
                    <a:pt x="68229" y="134657"/>
                  </a:lnTo>
                  <a:lnTo>
                    <a:pt x="69084" y="186036"/>
                  </a:lnTo>
                  <a:lnTo>
                    <a:pt x="69940" y="169972"/>
                  </a:lnTo>
                  <a:lnTo>
                    <a:pt x="70796" y="185384"/>
                  </a:lnTo>
                  <a:lnTo>
                    <a:pt x="71651" y="228600"/>
                  </a:lnTo>
                  <a:lnTo>
                    <a:pt x="72141" y="2517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2896281" y="6232831"/>
              <a:ext cx="19204" cy="146618"/>
            </a:xfrm>
            <a:custGeom>
              <a:avLst/>
              <a:pathLst>
                <a:path w="19204" h="146618">
                  <a:moveTo>
                    <a:pt x="0" y="146618"/>
                  </a:moveTo>
                  <a:lnTo>
                    <a:pt x="594" y="107229"/>
                  </a:lnTo>
                  <a:lnTo>
                    <a:pt x="1449" y="26206"/>
                  </a:lnTo>
                  <a:lnTo>
                    <a:pt x="2305" y="53392"/>
                  </a:lnTo>
                  <a:lnTo>
                    <a:pt x="3160" y="74225"/>
                  </a:lnTo>
                  <a:lnTo>
                    <a:pt x="4016" y="101687"/>
                  </a:lnTo>
                  <a:lnTo>
                    <a:pt x="4871" y="83218"/>
                  </a:lnTo>
                  <a:lnTo>
                    <a:pt x="5727" y="95312"/>
                  </a:lnTo>
                  <a:lnTo>
                    <a:pt x="6582" y="98399"/>
                  </a:lnTo>
                  <a:lnTo>
                    <a:pt x="7438" y="96144"/>
                  </a:lnTo>
                  <a:lnTo>
                    <a:pt x="8294" y="97174"/>
                  </a:lnTo>
                  <a:lnTo>
                    <a:pt x="9149" y="85102"/>
                  </a:lnTo>
                  <a:lnTo>
                    <a:pt x="10005" y="84904"/>
                  </a:lnTo>
                  <a:lnTo>
                    <a:pt x="10860" y="82371"/>
                  </a:lnTo>
                  <a:lnTo>
                    <a:pt x="11716" y="17584"/>
                  </a:lnTo>
                  <a:lnTo>
                    <a:pt x="12571" y="29826"/>
                  </a:lnTo>
                  <a:lnTo>
                    <a:pt x="13427" y="0"/>
                  </a:lnTo>
                  <a:lnTo>
                    <a:pt x="14282" y="30283"/>
                  </a:lnTo>
                  <a:lnTo>
                    <a:pt x="15138" y="111633"/>
                  </a:lnTo>
                  <a:lnTo>
                    <a:pt x="15993" y="91911"/>
                  </a:lnTo>
                  <a:lnTo>
                    <a:pt x="16849" y="98470"/>
                  </a:lnTo>
                  <a:lnTo>
                    <a:pt x="17704" y="116265"/>
                  </a:lnTo>
                  <a:lnTo>
                    <a:pt x="18560" y="112663"/>
                  </a:lnTo>
                  <a:lnTo>
                    <a:pt x="19204" y="1466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2915918" y="6266046"/>
              <a:ext cx="35783" cy="113403"/>
            </a:xfrm>
            <a:custGeom>
              <a:avLst/>
              <a:pathLst>
                <a:path w="35783" h="113403">
                  <a:moveTo>
                    <a:pt x="0" y="113403"/>
                  </a:moveTo>
                  <a:lnTo>
                    <a:pt x="633" y="81515"/>
                  </a:lnTo>
                  <a:lnTo>
                    <a:pt x="1489" y="73413"/>
                  </a:lnTo>
                  <a:lnTo>
                    <a:pt x="2344" y="34286"/>
                  </a:lnTo>
                  <a:lnTo>
                    <a:pt x="3200" y="43880"/>
                  </a:lnTo>
                  <a:lnTo>
                    <a:pt x="4056" y="79701"/>
                  </a:lnTo>
                  <a:lnTo>
                    <a:pt x="4911" y="68638"/>
                  </a:lnTo>
                  <a:lnTo>
                    <a:pt x="5767" y="93544"/>
                  </a:lnTo>
                  <a:lnTo>
                    <a:pt x="6622" y="85409"/>
                  </a:lnTo>
                  <a:lnTo>
                    <a:pt x="7478" y="82644"/>
                  </a:lnTo>
                  <a:lnTo>
                    <a:pt x="8333" y="107899"/>
                  </a:lnTo>
                  <a:lnTo>
                    <a:pt x="9189" y="92623"/>
                  </a:lnTo>
                  <a:lnTo>
                    <a:pt x="10044" y="106666"/>
                  </a:lnTo>
                  <a:lnTo>
                    <a:pt x="10900" y="101451"/>
                  </a:lnTo>
                  <a:lnTo>
                    <a:pt x="11755" y="103886"/>
                  </a:lnTo>
                  <a:lnTo>
                    <a:pt x="12611" y="100529"/>
                  </a:lnTo>
                  <a:lnTo>
                    <a:pt x="13466" y="76520"/>
                  </a:lnTo>
                  <a:lnTo>
                    <a:pt x="14322" y="47697"/>
                  </a:lnTo>
                  <a:lnTo>
                    <a:pt x="15177" y="16678"/>
                  </a:lnTo>
                  <a:lnTo>
                    <a:pt x="16033" y="19189"/>
                  </a:lnTo>
                  <a:lnTo>
                    <a:pt x="16888" y="16803"/>
                  </a:lnTo>
                  <a:lnTo>
                    <a:pt x="17744" y="5963"/>
                  </a:lnTo>
                  <a:lnTo>
                    <a:pt x="18599" y="1357"/>
                  </a:lnTo>
                  <a:lnTo>
                    <a:pt x="19455" y="0"/>
                  </a:lnTo>
                  <a:lnTo>
                    <a:pt x="20311" y="17179"/>
                  </a:lnTo>
                  <a:lnTo>
                    <a:pt x="21166" y="16470"/>
                  </a:lnTo>
                  <a:lnTo>
                    <a:pt x="22022" y="44563"/>
                  </a:lnTo>
                  <a:lnTo>
                    <a:pt x="22877" y="44280"/>
                  </a:lnTo>
                  <a:lnTo>
                    <a:pt x="23733" y="75106"/>
                  </a:lnTo>
                  <a:lnTo>
                    <a:pt x="24588" y="100538"/>
                  </a:lnTo>
                  <a:lnTo>
                    <a:pt x="25444" y="84448"/>
                  </a:lnTo>
                  <a:lnTo>
                    <a:pt x="26299" y="91158"/>
                  </a:lnTo>
                  <a:lnTo>
                    <a:pt x="27155" y="76829"/>
                  </a:lnTo>
                  <a:lnTo>
                    <a:pt x="28010" y="55960"/>
                  </a:lnTo>
                  <a:lnTo>
                    <a:pt x="28866" y="56452"/>
                  </a:lnTo>
                  <a:lnTo>
                    <a:pt x="29721" y="62128"/>
                  </a:lnTo>
                  <a:lnTo>
                    <a:pt x="30577" y="67356"/>
                  </a:lnTo>
                  <a:lnTo>
                    <a:pt x="31432" y="29000"/>
                  </a:lnTo>
                  <a:lnTo>
                    <a:pt x="32288" y="57573"/>
                  </a:lnTo>
                  <a:lnTo>
                    <a:pt x="33143" y="63195"/>
                  </a:lnTo>
                  <a:lnTo>
                    <a:pt x="33999" y="85438"/>
                  </a:lnTo>
                  <a:lnTo>
                    <a:pt x="34855" y="110214"/>
                  </a:lnTo>
                  <a:lnTo>
                    <a:pt x="35710" y="110930"/>
                  </a:lnTo>
                  <a:lnTo>
                    <a:pt x="35783" y="1134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2953056" y="6344307"/>
              <a:ext cx="4466" cy="35142"/>
            </a:xfrm>
            <a:custGeom>
              <a:avLst/>
              <a:pathLst>
                <a:path w="4466" h="35142">
                  <a:moveTo>
                    <a:pt x="0" y="35142"/>
                  </a:moveTo>
                  <a:lnTo>
                    <a:pt x="283" y="21928"/>
                  </a:lnTo>
                  <a:lnTo>
                    <a:pt x="1139" y="11908"/>
                  </a:lnTo>
                  <a:lnTo>
                    <a:pt x="1994" y="15291"/>
                  </a:lnTo>
                  <a:lnTo>
                    <a:pt x="2850" y="0"/>
                  </a:lnTo>
                  <a:lnTo>
                    <a:pt x="3705" y="2032"/>
                  </a:lnTo>
                  <a:lnTo>
                    <a:pt x="4466" y="351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2957809" y="6341350"/>
              <a:ext cx="5602" cy="38099"/>
            </a:xfrm>
            <a:custGeom>
              <a:avLst/>
              <a:pathLst>
                <a:path w="5602" h="38099">
                  <a:moveTo>
                    <a:pt x="0" y="38099"/>
                  </a:moveTo>
                  <a:lnTo>
                    <a:pt x="664" y="23702"/>
                  </a:lnTo>
                  <a:lnTo>
                    <a:pt x="1519" y="33443"/>
                  </a:lnTo>
                  <a:lnTo>
                    <a:pt x="2375" y="9233"/>
                  </a:lnTo>
                  <a:lnTo>
                    <a:pt x="3230" y="12260"/>
                  </a:lnTo>
                  <a:lnTo>
                    <a:pt x="4086" y="25976"/>
                  </a:lnTo>
                  <a:lnTo>
                    <a:pt x="4941" y="0"/>
                  </a:lnTo>
                  <a:lnTo>
                    <a:pt x="5602" y="380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2964056" y="6368136"/>
              <a:ext cx="1442" cy="11313"/>
            </a:xfrm>
            <a:custGeom>
              <a:avLst/>
              <a:pathLst>
                <a:path w="1442" h="11313">
                  <a:moveTo>
                    <a:pt x="0" y="11313"/>
                  </a:moveTo>
                  <a:lnTo>
                    <a:pt x="405" y="1177"/>
                  </a:lnTo>
                  <a:lnTo>
                    <a:pt x="1261" y="0"/>
                  </a:lnTo>
                  <a:lnTo>
                    <a:pt x="1442" y="113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2970836" y="6353843"/>
              <a:ext cx="3208" cy="25606"/>
            </a:xfrm>
            <a:custGeom>
              <a:avLst/>
              <a:pathLst>
                <a:path w="3208" h="25606">
                  <a:moveTo>
                    <a:pt x="0" y="25606"/>
                  </a:moveTo>
                  <a:lnTo>
                    <a:pt x="469" y="0"/>
                  </a:lnTo>
                  <a:lnTo>
                    <a:pt x="1325" y="13885"/>
                  </a:lnTo>
                  <a:lnTo>
                    <a:pt x="2180" y="17061"/>
                  </a:lnTo>
                  <a:lnTo>
                    <a:pt x="3036" y="21875"/>
                  </a:lnTo>
                  <a:lnTo>
                    <a:pt x="3208" y="256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2975129" y="6362614"/>
              <a:ext cx="3310" cy="16835"/>
            </a:xfrm>
            <a:custGeom>
              <a:avLst/>
              <a:pathLst>
                <a:path w="3310" h="16835">
                  <a:moveTo>
                    <a:pt x="0" y="16835"/>
                  </a:moveTo>
                  <a:lnTo>
                    <a:pt x="455" y="0"/>
                  </a:lnTo>
                  <a:lnTo>
                    <a:pt x="1310" y="14905"/>
                  </a:lnTo>
                  <a:lnTo>
                    <a:pt x="2166" y="235"/>
                  </a:lnTo>
                  <a:lnTo>
                    <a:pt x="3021" y="1877"/>
                  </a:lnTo>
                  <a:lnTo>
                    <a:pt x="3310" y="168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2982723" y="6255488"/>
              <a:ext cx="21082" cy="123961"/>
            </a:xfrm>
            <a:custGeom>
              <a:avLst/>
              <a:pathLst>
                <a:path w="21082" h="123961">
                  <a:moveTo>
                    <a:pt x="0" y="123961"/>
                  </a:moveTo>
                  <a:lnTo>
                    <a:pt x="560" y="118681"/>
                  </a:lnTo>
                  <a:lnTo>
                    <a:pt x="1416" y="111162"/>
                  </a:lnTo>
                  <a:lnTo>
                    <a:pt x="2271" y="100727"/>
                  </a:lnTo>
                  <a:lnTo>
                    <a:pt x="3127" y="83240"/>
                  </a:lnTo>
                  <a:lnTo>
                    <a:pt x="3982" y="57527"/>
                  </a:lnTo>
                  <a:lnTo>
                    <a:pt x="4838" y="48205"/>
                  </a:lnTo>
                  <a:lnTo>
                    <a:pt x="5693" y="65810"/>
                  </a:lnTo>
                  <a:lnTo>
                    <a:pt x="6549" y="83779"/>
                  </a:lnTo>
                  <a:lnTo>
                    <a:pt x="7404" y="51361"/>
                  </a:lnTo>
                  <a:lnTo>
                    <a:pt x="8260" y="0"/>
                  </a:lnTo>
                  <a:lnTo>
                    <a:pt x="9115" y="4251"/>
                  </a:lnTo>
                  <a:lnTo>
                    <a:pt x="9971" y="42080"/>
                  </a:lnTo>
                  <a:lnTo>
                    <a:pt x="10827" y="43104"/>
                  </a:lnTo>
                  <a:lnTo>
                    <a:pt x="11682" y="78425"/>
                  </a:lnTo>
                  <a:lnTo>
                    <a:pt x="12538" y="108060"/>
                  </a:lnTo>
                  <a:lnTo>
                    <a:pt x="13393" y="115485"/>
                  </a:lnTo>
                  <a:lnTo>
                    <a:pt x="14249" y="111632"/>
                  </a:lnTo>
                  <a:lnTo>
                    <a:pt x="15104" y="57298"/>
                  </a:lnTo>
                  <a:lnTo>
                    <a:pt x="15960" y="73074"/>
                  </a:lnTo>
                  <a:lnTo>
                    <a:pt x="16815" y="107016"/>
                  </a:lnTo>
                  <a:lnTo>
                    <a:pt x="17671" y="107442"/>
                  </a:lnTo>
                  <a:lnTo>
                    <a:pt x="18526" y="95197"/>
                  </a:lnTo>
                  <a:lnTo>
                    <a:pt x="19382" y="77807"/>
                  </a:lnTo>
                  <a:lnTo>
                    <a:pt x="20237" y="100050"/>
                  </a:lnTo>
                  <a:lnTo>
                    <a:pt x="21082" y="1239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3003822" y="6297442"/>
              <a:ext cx="2905" cy="82007"/>
            </a:xfrm>
            <a:custGeom>
              <a:avLst/>
              <a:pathLst>
                <a:path w="2905" h="82007">
                  <a:moveTo>
                    <a:pt x="0" y="82007"/>
                  </a:moveTo>
                  <a:lnTo>
                    <a:pt x="849" y="37663"/>
                  </a:lnTo>
                  <a:lnTo>
                    <a:pt x="1705" y="0"/>
                  </a:lnTo>
                  <a:lnTo>
                    <a:pt x="2560" y="66483"/>
                  </a:lnTo>
                  <a:lnTo>
                    <a:pt x="2905" y="820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3008276" y="6137984"/>
              <a:ext cx="76678" cy="241465"/>
            </a:xfrm>
            <a:custGeom>
              <a:avLst/>
              <a:pathLst>
                <a:path w="76678" h="241465">
                  <a:moveTo>
                    <a:pt x="0" y="241465"/>
                  </a:moveTo>
                  <a:lnTo>
                    <a:pt x="673" y="205541"/>
                  </a:lnTo>
                  <a:lnTo>
                    <a:pt x="1528" y="210118"/>
                  </a:lnTo>
                  <a:lnTo>
                    <a:pt x="2384" y="209697"/>
                  </a:lnTo>
                  <a:lnTo>
                    <a:pt x="3239" y="182487"/>
                  </a:lnTo>
                  <a:lnTo>
                    <a:pt x="4095" y="197632"/>
                  </a:lnTo>
                  <a:lnTo>
                    <a:pt x="4950" y="215903"/>
                  </a:lnTo>
                  <a:lnTo>
                    <a:pt x="5806" y="203370"/>
                  </a:lnTo>
                  <a:lnTo>
                    <a:pt x="6661" y="197765"/>
                  </a:lnTo>
                  <a:lnTo>
                    <a:pt x="7517" y="211382"/>
                  </a:lnTo>
                  <a:lnTo>
                    <a:pt x="8372" y="206959"/>
                  </a:lnTo>
                  <a:lnTo>
                    <a:pt x="9228" y="207018"/>
                  </a:lnTo>
                  <a:lnTo>
                    <a:pt x="10084" y="177075"/>
                  </a:lnTo>
                  <a:lnTo>
                    <a:pt x="10939" y="184604"/>
                  </a:lnTo>
                  <a:lnTo>
                    <a:pt x="11795" y="165508"/>
                  </a:lnTo>
                  <a:lnTo>
                    <a:pt x="12650" y="173230"/>
                  </a:lnTo>
                  <a:lnTo>
                    <a:pt x="13506" y="183649"/>
                  </a:lnTo>
                  <a:lnTo>
                    <a:pt x="14361" y="137837"/>
                  </a:lnTo>
                  <a:lnTo>
                    <a:pt x="15217" y="155446"/>
                  </a:lnTo>
                  <a:lnTo>
                    <a:pt x="16072" y="117289"/>
                  </a:lnTo>
                  <a:lnTo>
                    <a:pt x="16928" y="125788"/>
                  </a:lnTo>
                  <a:lnTo>
                    <a:pt x="17783" y="125593"/>
                  </a:lnTo>
                  <a:lnTo>
                    <a:pt x="18639" y="121763"/>
                  </a:lnTo>
                  <a:lnTo>
                    <a:pt x="19494" y="135098"/>
                  </a:lnTo>
                  <a:lnTo>
                    <a:pt x="20350" y="92004"/>
                  </a:lnTo>
                  <a:lnTo>
                    <a:pt x="21205" y="105826"/>
                  </a:lnTo>
                  <a:lnTo>
                    <a:pt x="22061" y="72582"/>
                  </a:lnTo>
                  <a:lnTo>
                    <a:pt x="22916" y="89984"/>
                  </a:lnTo>
                  <a:lnTo>
                    <a:pt x="23772" y="65171"/>
                  </a:lnTo>
                  <a:lnTo>
                    <a:pt x="24627" y="103098"/>
                  </a:lnTo>
                  <a:lnTo>
                    <a:pt x="25483" y="126188"/>
                  </a:lnTo>
                  <a:lnTo>
                    <a:pt x="26339" y="116839"/>
                  </a:lnTo>
                  <a:lnTo>
                    <a:pt x="27194" y="115921"/>
                  </a:lnTo>
                  <a:lnTo>
                    <a:pt x="28050" y="121102"/>
                  </a:lnTo>
                  <a:lnTo>
                    <a:pt x="28905" y="80708"/>
                  </a:lnTo>
                  <a:lnTo>
                    <a:pt x="29761" y="114138"/>
                  </a:lnTo>
                  <a:lnTo>
                    <a:pt x="30616" y="119564"/>
                  </a:lnTo>
                  <a:lnTo>
                    <a:pt x="31472" y="177796"/>
                  </a:lnTo>
                  <a:lnTo>
                    <a:pt x="32327" y="182011"/>
                  </a:lnTo>
                  <a:lnTo>
                    <a:pt x="33183" y="203602"/>
                  </a:lnTo>
                  <a:lnTo>
                    <a:pt x="34038" y="221809"/>
                  </a:lnTo>
                  <a:lnTo>
                    <a:pt x="34894" y="174736"/>
                  </a:lnTo>
                  <a:lnTo>
                    <a:pt x="35749" y="146374"/>
                  </a:lnTo>
                  <a:lnTo>
                    <a:pt x="36605" y="183473"/>
                  </a:lnTo>
                  <a:lnTo>
                    <a:pt x="37460" y="212191"/>
                  </a:lnTo>
                  <a:lnTo>
                    <a:pt x="38316" y="211045"/>
                  </a:lnTo>
                  <a:lnTo>
                    <a:pt x="39171" y="199765"/>
                  </a:lnTo>
                  <a:lnTo>
                    <a:pt x="40027" y="165510"/>
                  </a:lnTo>
                  <a:lnTo>
                    <a:pt x="40883" y="164572"/>
                  </a:lnTo>
                  <a:lnTo>
                    <a:pt x="41738" y="159058"/>
                  </a:lnTo>
                  <a:lnTo>
                    <a:pt x="42594" y="128969"/>
                  </a:lnTo>
                  <a:lnTo>
                    <a:pt x="43449" y="90425"/>
                  </a:lnTo>
                  <a:lnTo>
                    <a:pt x="44305" y="117491"/>
                  </a:lnTo>
                  <a:lnTo>
                    <a:pt x="45160" y="94068"/>
                  </a:lnTo>
                  <a:lnTo>
                    <a:pt x="46016" y="17190"/>
                  </a:lnTo>
                  <a:lnTo>
                    <a:pt x="46871" y="34264"/>
                  </a:lnTo>
                  <a:lnTo>
                    <a:pt x="47727" y="7921"/>
                  </a:lnTo>
                  <a:lnTo>
                    <a:pt x="48582" y="36269"/>
                  </a:lnTo>
                  <a:lnTo>
                    <a:pt x="49438" y="0"/>
                  </a:lnTo>
                  <a:lnTo>
                    <a:pt x="50293" y="7030"/>
                  </a:lnTo>
                  <a:lnTo>
                    <a:pt x="51149" y="54842"/>
                  </a:lnTo>
                  <a:lnTo>
                    <a:pt x="52004" y="126798"/>
                  </a:lnTo>
                  <a:lnTo>
                    <a:pt x="52860" y="128305"/>
                  </a:lnTo>
                  <a:lnTo>
                    <a:pt x="53715" y="75848"/>
                  </a:lnTo>
                  <a:lnTo>
                    <a:pt x="54571" y="73771"/>
                  </a:lnTo>
                  <a:lnTo>
                    <a:pt x="55426" y="109277"/>
                  </a:lnTo>
                  <a:lnTo>
                    <a:pt x="56282" y="70549"/>
                  </a:lnTo>
                  <a:lnTo>
                    <a:pt x="57138" y="75057"/>
                  </a:lnTo>
                  <a:lnTo>
                    <a:pt x="57993" y="50131"/>
                  </a:lnTo>
                  <a:lnTo>
                    <a:pt x="58849" y="64310"/>
                  </a:lnTo>
                  <a:lnTo>
                    <a:pt x="59704" y="101584"/>
                  </a:lnTo>
                  <a:lnTo>
                    <a:pt x="60560" y="118253"/>
                  </a:lnTo>
                  <a:lnTo>
                    <a:pt x="61415" y="114440"/>
                  </a:lnTo>
                  <a:lnTo>
                    <a:pt x="62271" y="107781"/>
                  </a:lnTo>
                  <a:lnTo>
                    <a:pt x="63126" y="136831"/>
                  </a:lnTo>
                  <a:lnTo>
                    <a:pt x="63982" y="135006"/>
                  </a:lnTo>
                  <a:lnTo>
                    <a:pt x="64837" y="132234"/>
                  </a:lnTo>
                  <a:lnTo>
                    <a:pt x="65693" y="129555"/>
                  </a:lnTo>
                  <a:lnTo>
                    <a:pt x="66548" y="133987"/>
                  </a:lnTo>
                  <a:lnTo>
                    <a:pt x="67404" y="163796"/>
                  </a:lnTo>
                  <a:lnTo>
                    <a:pt x="68259" y="159835"/>
                  </a:lnTo>
                  <a:lnTo>
                    <a:pt x="69115" y="169828"/>
                  </a:lnTo>
                  <a:lnTo>
                    <a:pt x="69970" y="147156"/>
                  </a:lnTo>
                  <a:lnTo>
                    <a:pt x="70826" y="157353"/>
                  </a:lnTo>
                  <a:lnTo>
                    <a:pt x="71681" y="163695"/>
                  </a:lnTo>
                  <a:lnTo>
                    <a:pt x="72537" y="158179"/>
                  </a:lnTo>
                  <a:lnTo>
                    <a:pt x="73393" y="183476"/>
                  </a:lnTo>
                  <a:lnTo>
                    <a:pt x="74248" y="204069"/>
                  </a:lnTo>
                  <a:lnTo>
                    <a:pt x="75104" y="212101"/>
                  </a:lnTo>
                  <a:lnTo>
                    <a:pt x="75959" y="229619"/>
                  </a:lnTo>
                  <a:lnTo>
                    <a:pt x="76678" y="2414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3090644" y="6221567"/>
              <a:ext cx="24335" cy="157882"/>
            </a:xfrm>
            <a:custGeom>
              <a:avLst/>
              <a:pathLst>
                <a:path w="24335" h="157882">
                  <a:moveTo>
                    <a:pt x="0" y="157882"/>
                  </a:moveTo>
                  <a:lnTo>
                    <a:pt x="435" y="140825"/>
                  </a:lnTo>
                  <a:lnTo>
                    <a:pt x="1291" y="138252"/>
                  </a:lnTo>
                  <a:lnTo>
                    <a:pt x="2146" y="140882"/>
                  </a:lnTo>
                  <a:lnTo>
                    <a:pt x="3002" y="118367"/>
                  </a:lnTo>
                  <a:lnTo>
                    <a:pt x="3857" y="76630"/>
                  </a:lnTo>
                  <a:lnTo>
                    <a:pt x="4713" y="36363"/>
                  </a:lnTo>
                  <a:lnTo>
                    <a:pt x="5568" y="11494"/>
                  </a:lnTo>
                  <a:lnTo>
                    <a:pt x="6424" y="50106"/>
                  </a:lnTo>
                  <a:lnTo>
                    <a:pt x="7279" y="89468"/>
                  </a:lnTo>
                  <a:lnTo>
                    <a:pt x="8135" y="55549"/>
                  </a:lnTo>
                  <a:lnTo>
                    <a:pt x="8990" y="15114"/>
                  </a:lnTo>
                  <a:lnTo>
                    <a:pt x="9846" y="25472"/>
                  </a:lnTo>
                  <a:lnTo>
                    <a:pt x="10701" y="45063"/>
                  </a:lnTo>
                  <a:lnTo>
                    <a:pt x="11557" y="29628"/>
                  </a:lnTo>
                  <a:lnTo>
                    <a:pt x="12412" y="0"/>
                  </a:lnTo>
                  <a:lnTo>
                    <a:pt x="13268" y="31870"/>
                  </a:lnTo>
                  <a:lnTo>
                    <a:pt x="14124" y="48234"/>
                  </a:lnTo>
                  <a:lnTo>
                    <a:pt x="14979" y="48030"/>
                  </a:lnTo>
                  <a:lnTo>
                    <a:pt x="15835" y="77144"/>
                  </a:lnTo>
                  <a:lnTo>
                    <a:pt x="16690" y="40662"/>
                  </a:lnTo>
                  <a:lnTo>
                    <a:pt x="17546" y="53844"/>
                  </a:lnTo>
                  <a:lnTo>
                    <a:pt x="18401" y="39026"/>
                  </a:lnTo>
                  <a:lnTo>
                    <a:pt x="19257" y="24043"/>
                  </a:lnTo>
                  <a:lnTo>
                    <a:pt x="20112" y="44725"/>
                  </a:lnTo>
                  <a:lnTo>
                    <a:pt x="20968" y="42316"/>
                  </a:lnTo>
                  <a:lnTo>
                    <a:pt x="21823" y="124140"/>
                  </a:lnTo>
                  <a:lnTo>
                    <a:pt x="22679" y="115852"/>
                  </a:lnTo>
                  <a:lnTo>
                    <a:pt x="23534" y="88159"/>
                  </a:lnTo>
                  <a:lnTo>
                    <a:pt x="24335" y="1578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3115125" y="5927248"/>
              <a:ext cx="157071" cy="452201"/>
            </a:xfrm>
            <a:custGeom>
              <a:avLst/>
              <a:pathLst>
                <a:path w="157071" h="452201">
                  <a:moveTo>
                    <a:pt x="0" y="452201"/>
                  </a:moveTo>
                  <a:lnTo>
                    <a:pt x="764" y="411882"/>
                  </a:lnTo>
                  <a:lnTo>
                    <a:pt x="1620" y="362527"/>
                  </a:lnTo>
                  <a:lnTo>
                    <a:pt x="2475" y="329630"/>
                  </a:lnTo>
                  <a:lnTo>
                    <a:pt x="3331" y="383223"/>
                  </a:lnTo>
                  <a:lnTo>
                    <a:pt x="4186" y="432124"/>
                  </a:lnTo>
                  <a:lnTo>
                    <a:pt x="5042" y="401560"/>
                  </a:lnTo>
                  <a:lnTo>
                    <a:pt x="5897" y="431042"/>
                  </a:lnTo>
                  <a:lnTo>
                    <a:pt x="6753" y="402086"/>
                  </a:lnTo>
                  <a:lnTo>
                    <a:pt x="7608" y="394609"/>
                  </a:lnTo>
                  <a:lnTo>
                    <a:pt x="8464" y="411268"/>
                  </a:lnTo>
                  <a:lnTo>
                    <a:pt x="9319" y="360186"/>
                  </a:lnTo>
                  <a:lnTo>
                    <a:pt x="10175" y="376591"/>
                  </a:lnTo>
                  <a:lnTo>
                    <a:pt x="11031" y="411989"/>
                  </a:lnTo>
                  <a:lnTo>
                    <a:pt x="11886" y="420315"/>
                  </a:lnTo>
                  <a:lnTo>
                    <a:pt x="12742" y="419340"/>
                  </a:lnTo>
                  <a:lnTo>
                    <a:pt x="13597" y="432058"/>
                  </a:lnTo>
                  <a:lnTo>
                    <a:pt x="14453" y="409451"/>
                  </a:lnTo>
                  <a:lnTo>
                    <a:pt x="15308" y="429345"/>
                  </a:lnTo>
                  <a:lnTo>
                    <a:pt x="16164" y="423284"/>
                  </a:lnTo>
                  <a:lnTo>
                    <a:pt x="17019" y="442338"/>
                  </a:lnTo>
                  <a:lnTo>
                    <a:pt x="17875" y="428938"/>
                  </a:lnTo>
                  <a:lnTo>
                    <a:pt x="18730" y="430328"/>
                  </a:lnTo>
                  <a:lnTo>
                    <a:pt x="19586" y="368887"/>
                  </a:lnTo>
                  <a:lnTo>
                    <a:pt x="20441" y="370546"/>
                  </a:lnTo>
                  <a:lnTo>
                    <a:pt x="21297" y="384066"/>
                  </a:lnTo>
                  <a:lnTo>
                    <a:pt x="22152" y="365159"/>
                  </a:lnTo>
                  <a:lnTo>
                    <a:pt x="23008" y="338658"/>
                  </a:lnTo>
                  <a:lnTo>
                    <a:pt x="23863" y="288482"/>
                  </a:lnTo>
                  <a:lnTo>
                    <a:pt x="24719" y="343993"/>
                  </a:lnTo>
                  <a:lnTo>
                    <a:pt x="25574" y="338025"/>
                  </a:lnTo>
                  <a:lnTo>
                    <a:pt x="26430" y="324038"/>
                  </a:lnTo>
                  <a:lnTo>
                    <a:pt x="27286" y="288068"/>
                  </a:lnTo>
                  <a:lnTo>
                    <a:pt x="28141" y="317760"/>
                  </a:lnTo>
                  <a:lnTo>
                    <a:pt x="28997" y="291640"/>
                  </a:lnTo>
                  <a:lnTo>
                    <a:pt x="29852" y="297527"/>
                  </a:lnTo>
                  <a:lnTo>
                    <a:pt x="30708" y="259408"/>
                  </a:lnTo>
                  <a:lnTo>
                    <a:pt x="31563" y="235041"/>
                  </a:lnTo>
                  <a:lnTo>
                    <a:pt x="32419" y="225048"/>
                  </a:lnTo>
                  <a:lnTo>
                    <a:pt x="33274" y="228292"/>
                  </a:lnTo>
                  <a:lnTo>
                    <a:pt x="34130" y="276134"/>
                  </a:lnTo>
                  <a:lnTo>
                    <a:pt x="34985" y="301689"/>
                  </a:lnTo>
                  <a:lnTo>
                    <a:pt x="35841" y="352531"/>
                  </a:lnTo>
                  <a:lnTo>
                    <a:pt x="36696" y="356952"/>
                  </a:lnTo>
                  <a:lnTo>
                    <a:pt x="37552" y="391329"/>
                  </a:lnTo>
                  <a:lnTo>
                    <a:pt x="38407" y="401315"/>
                  </a:lnTo>
                  <a:lnTo>
                    <a:pt x="39263" y="395546"/>
                  </a:lnTo>
                  <a:lnTo>
                    <a:pt x="40118" y="382046"/>
                  </a:lnTo>
                  <a:lnTo>
                    <a:pt x="40974" y="385616"/>
                  </a:lnTo>
                  <a:lnTo>
                    <a:pt x="41830" y="347793"/>
                  </a:lnTo>
                  <a:lnTo>
                    <a:pt x="42685" y="342569"/>
                  </a:lnTo>
                  <a:lnTo>
                    <a:pt x="43541" y="350340"/>
                  </a:lnTo>
                  <a:lnTo>
                    <a:pt x="44396" y="302836"/>
                  </a:lnTo>
                  <a:lnTo>
                    <a:pt x="45252" y="305523"/>
                  </a:lnTo>
                  <a:lnTo>
                    <a:pt x="46107" y="294596"/>
                  </a:lnTo>
                  <a:lnTo>
                    <a:pt x="46963" y="353207"/>
                  </a:lnTo>
                  <a:lnTo>
                    <a:pt x="47818" y="296905"/>
                  </a:lnTo>
                  <a:lnTo>
                    <a:pt x="48674" y="293790"/>
                  </a:lnTo>
                  <a:lnTo>
                    <a:pt x="49529" y="304766"/>
                  </a:lnTo>
                  <a:lnTo>
                    <a:pt x="50385" y="323912"/>
                  </a:lnTo>
                  <a:lnTo>
                    <a:pt x="51240" y="263584"/>
                  </a:lnTo>
                  <a:lnTo>
                    <a:pt x="52096" y="256068"/>
                  </a:lnTo>
                  <a:lnTo>
                    <a:pt x="52951" y="275223"/>
                  </a:lnTo>
                  <a:lnTo>
                    <a:pt x="53807" y="277422"/>
                  </a:lnTo>
                  <a:lnTo>
                    <a:pt x="54662" y="245601"/>
                  </a:lnTo>
                  <a:lnTo>
                    <a:pt x="55518" y="255321"/>
                  </a:lnTo>
                  <a:lnTo>
                    <a:pt x="56373" y="204133"/>
                  </a:lnTo>
                  <a:lnTo>
                    <a:pt x="57229" y="200579"/>
                  </a:lnTo>
                  <a:lnTo>
                    <a:pt x="58085" y="257927"/>
                  </a:lnTo>
                  <a:lnTo>
                    <a:pt x="58940" y="242012"/>
                  </a:lnTo>
                  <a:lnTo>
                    <a:pt x="59796" y="239118"/>
                  </a:lnTo>
                  <a:lnTo>
                    <a:pt x="60651" y="177656"/>
                  </a:lnTo>
                  <a:lnTo>
                    <a:pt x="61507" y="180422"/>
                  </a:lnTo>
                  <a:lnTo>
                    <a:pt x="62362" y="185745"/>
                  </a:lnTo>
                  <a:lnTo>
                    <a:pt x="63218" y="208977"/>
                  </a:lnTo>
                  <a:lnTo>
                    <a:pt x="64073" y="210476"/>
                  </a:lnTo>
                  <a:lnTo>
                    <a:pt x="64929" y="200285"/>
                  </a:lnTo>
                  <a:lnTo>
                    <a:pt x="65784" y="156787"/>
                  </a:lnTo>
                  <a:lnTo>
                    <a:pt x="66640" y="196967"/>
                  </a:lnTo>
                  <a:lnTo>
                    <a:pt x="67495" y="227666"/>
                  </a:lnTo>
                  <a:lnTo>
                    <a:pt x="68351" y="253629"/>
                  </a:lnTo>
                  <a:lnTo>
                    <a:pt x="69206" y="235764"/>
                  </a:lnTo>
                  <a:lnTo>
                    <a:pt x="70062" y="223982"/>
                  </a:lnTo>
                  <a:lnTo>
                    <a:pt x="70917" y="225645"/>
                  </a:lnTo>
                  <a:lnTo>
                    <a:pt x="71773" y="234213"/>
                  </a:lnTo>
                  <a:lnTo>
                    <a:pt x="72628" y="232125"/>
                  </a:lnTo>
                  <a:lnTo>
                    <a:pt x="73484" y="209526"/>
                  </a:lnTo>
                  <a:lnTo>
                    <a:pt x="74340" y="215892"/>
                  </a:lnTo>
                  <a:lnTo>
                    <a:pt x="75195" y="250899"/>
                  </a:lnTo>
                  <a:lnTo>
                    <a:pt x="76051" y="217055"/>
                  </a:lnTo>
                  <a:lnTo>
                    <a:pt x="76906" y="212597"/>
                  </a:lnTo>
                  <a:lnTo>
                    <a:pt x="77762" y="127600"/>
                  </a:lnTo>
                  <a:lnTo>
                    <a:pt x="78617" y="146740"/>
                  </a:lnTo>
                  <a:lnTo>
                    <a:pt x="79473" y="198172"/>
                  </a:lnTo>
                  <a:lnTo>
                    <a:pt x="80328" y="104902"/>
                  </a:lnTo>
                  <a:lnTo>
                    <a:pt x="81184" y="149059"/>
                  </a:lnTo>
                  <a:lnTo>
                    <a:pt x="82039" y="0"/>
                  </a:lnTo>
                  <a:lnTo>
                    <a:pt x="82895" y="32450"/>
                  </a:lnTo>
                  <a:lnTo>
                    <a:pt x="83750" y="15473"/>
                  </a:lnTo>
                  <a:lnTo>
                    <a:pt x="84606" y="72552"/>
                  </a:lnTo>
                  <a:lnTo>
                    <a:pt x="85461" y="125756"/>
                  </a:lnTo>
                  <a:lnTo>
                    <a:pt x="86317" y="116065"/>
                  </a:lnTo>
                  <a:lnTo>
                    <a:pt x="87172" y="128552"/>
                  </a:lnTo>
                  <a:lnTo>
                    <a:pt x="88028" y="130804"/>
                  </a:lnTo>
                  <a:lnTo>
                    <a:pt x="88884" y="142504"/>
                  </a:lnTo>
                  <a:lnTo>
                    <a:pt x="89739" y="154719"/>
                  </a:lnTo>
                  <a:lnTo>
                    <a:pt x="90595" y="88562"/>
                  </a:lnTo>
                  <a:lnTo>
                    <a:pt x="91450" y="63541"/>
                  </a:lnTo>
                  <a:lnTo>
                    <a:pt x="92306" y="88877"/>
                  </a:lnTo>
                  <a:lnTo>
                    <a:pt x="93161" y="173807"/>
                  </a:lnTo>
                  <a:lnTo>
                    <a:pt x="94017" y="101694"/>
                  </a:lnTo>
                  <a:lnTo>
                    <a:pt x="94872" y="74312"/>
                  </a:lnTo>
                  <a:lnTo>
                    <a:pt x="95728" y="106823"/>
                  </a:lnTo>
                  <a:lnTo>
                    <a:pt x="96583" y="252629"/>
                  </a:lnTo>
                  <a:lnTo>
                    <a:pt x="97439" y="276090"/>
                  </a:lnTo>
                  <a:lnTo>
                    <a:pt x="98294" y="313183"/>
                  </a:lnTo>
                  <a:lnTo>
                    <a:pt x="99150" y="317317"/>
                  </a:lnTo>
                  <a:lnTo>
                    <a:pt x="100005" y="282524"/>
                  </a:lnTo>
                  <a:lnTo>
                    <a:pt x="100861" y="264775"/>
                  </a:lnTo>
                  <a:lnTo>
                    <a:pt x="101716" y="240318"/>
                  </a:lnTo>
                  <a:lnTo>
                    <a:pt x="102572" y="278809"/>
                  </a:lnTo>
                  <a:lnTo>
                    <a:pt x="103427" y="259061"/>
                  </a:lnTo>
                  <a:lnTo>
                    <a:pt x="104283" y="282382"/>
                  </a:lnTo>
                  <a:lnTo>
                    <a:pt x="105139" y="290541"/>
                  </a:lnTo>
                  <a:lnTo>
                    <a:pt x="105994" y="268407"/>
                  </a:lnTo>
                  <a:lnTo>
                    <a:pt x="106850" y="282392"/>
                  </a:lnTo>
                  <a:lnTo>
                    <a:pt x="107705" y="265080"/>
                  </a:lnTo>
                  <a:lnTo>
                    <a:pt x="108561" y="288384"/>
                  </a:lnTo>
                  <a:lnTo>
                    <a:pt x="109416" y="273803"/>
                  </a:lnTo>
                  <a:lnTo>
                    <a:pt x="110272" y="261505"/>
                  </a:lnTo>
                  <a:lnTo>
                    <a:pt x="111127" y="244883"/>
                  </a:lnTo>
                  <a:lnTo>
                    <a:pt x="111983" y="292554"/>
                  </a:lnTo>
                  <a:lnTo>
                    <a:pt x="112838" y="318771"/>
                  </a:lnTo>
                  <a:lnTo>
                    <a:pt x="113694" y="333766"/>
                  </a:lnTo>
                  <a:lnTo>
                    <a:pt x="114549" y="353219"/>
                  </a:lnTo>
                  <a:lnTo>
                    <a:pt x="115405" y="373981"/>
                  </a:lnTo>
                  <a:lnTo>
                    <a:pt x="116260" y="392983"/>
                  </a:lnTo>
                  <a:lnTo>
                    <a:pt x="117116" y="401928"/>
                  </a:lnTo>
                  <a:lnTo>
                    <a:pt x="117971" y="409056"/>
                  </a:lnTo>
                  <a:lnTo>
                    <a:pt x="118827" y="397955"/>
                  </a:lnTo>
                  <a:lnTo>
                    <a:pt x="119682" y="383037"/>
                  </a:lnTo>
                  <a:lnTo>
                    <a:pt x="120538" y="378133"/>
                  </a:lnTo>
                  <a:lnTo>
                    <a:pt x="121394" y="361768"/>
                  </a:lnTo>
                  <a:lnTo>
                    <a:pt x="122249" y="387811"/>
                  </a:lnTo>
                  <a:lnTo>
                    <a:pt x="123105" y="371541"/>
                  </a:lnTo>
                  <a:lnTo>
                    <a:pt x="123960" y="300373"/>
                  </a:lnTo>
                  <a:lnTo>
                    <a:pt x="124816" y="283513"/>
                  </a:lnTo>
                  <a:lnTo>
                    <a:pt x="125671" y="293867"/>
                  </a:lnTo>
                  <a:lnTo>
                    <a:pt x="126527" y="312854"/>
                  </a:lnTo>
                  <a:lnTo>
                    <a:pt x="127382" y="298605"/>
                  </a:lnTo>
                  <a:lnTo>
                    <a:pt x="128238" y="289414"/>
                  </a:lnTo>
                  <a:lnTo>
                    <a:pt x="129093" y="293388"/>
                  </a:lnTo>
                  <a:lnTo>
                    <a:pt x="129949" y="281140"/>
                  </a:lnTo>
                  <a:lnTo>
                    <a:pt x="130804" y="299117"/>
                  </a:lnTo>
                  <a:lnTo>
                    <a:pt x="131660" y="267394"/>
                  </a:lnTo>
                  <a:lnTo>
                    <a:pt x="132515" y="270523"/>
                  </a:lnTo>
                  <a:lnTo>
                    <a:pt x="133371" y="316139"/>
                  </a:lnTo>
                  <a:lnTo>
                    <a:pt x="134226" y="334796"/>
                  </a:lnTo>
                  <a:lnTo>
                    <a:pt x="135082" y="349284"/>
                  </a:lnTo>
                  <a:lnTo>
                    <a:pt x="135938" y="335461"/>
                  </a:lnTo>
                  <a:lnTo>
                    <a:pt x="136793" y="345180"/>
                  </a:lnTo>
                  <a:lnTo>
                    <a:pt x="137649" y="327886"/>
                  </a:lnTo>
                  <a:lnTo>
                    <a:pt x="138504" y="302016"/>
                  </a:lnTo>
                  <a:lnTo>
                    <a:pt x="139360" y="294185"/>
                  </a:lnTo>
                  <a:lnTo>
                    <a:pt x="140215" y="273441"/>
                  </a:lnTo>
                  <a:lnTo>
                    <a:pt x="141071" y="258525"/>
                  </a:lnTo>
                  <a:lnTo>
                    <a:pt x="141926" y="263622"/>
                  </a:lnTo>
                  <a:lnTo>
                    <a:pt x="142782" y="280797"/>
                  </a:lnTo>
                  <a:lnTo>
                    <a:pt x="143637" y="294582"/>
                  </a:lnTo>
                  <a:lnTo>
                    <a:pt x="144493" y="278175"/>
                  </a:lnTo>
                  <a:lnTo>
                    <a:pt x="145348" y="248898"/>
                  </a:lnTo>
                  <a:lnTo>
                    <a:pt x="146204" y="254458"/>
                  </a:lnTo>
                  <a:lnTo>
                    <a:pt x="147059" y="292485"/>
                  </a:lnTo>
                  <a:lnTo>
                    <a:pt x="147915" y="278934"/>
                  </a:lnTo>
                  <a:lnTo>
                    <a:pt x="148770" y="276114"/>
                  </a:lnTo>
                  <a:lnTo>
                    <a:pt x="149626" y="344098"/>
                  </a:lnTo>
                  <a:lnTo>
                    <a:pt x="150481" y="398595"/>
                  </a:lnTo>
                  <a:lnTo>
                    <a:pt x="151337" y="418526"/>
                  </a:lnTo>
                  <a:lnTo>
                    <a:pt x="152193" y="402587"/>
                  </a:lnTo>
                  <a:lnTo>
                    <a:pt x="153048" y="401961"/>
                  </a:lnTo>
                  <a:lnTo>
                    <a:pt x="153904" y="419220"/>
                  </a:lnTo>
                  <a:lnTo>
                    <a:pt x="154759" y="424060"/>
                  </a:lnTo>
                  <a:lnTo>
                    <a:pt x="155615" y="435103"/>
                  </a:lnTo>
                  <a:lnTo>
                    <a:pt x="156470" y="421154"/>
                  </a:lnTo>
                  <a:lnTo>
                    <a:pt x="157071" y="4522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3273047" y="6332930"/>
              <a:ext cx="3232" cy="46519"/>
            </a:xfrm>
            <a:custGeom>
              <a:avLst/>
              <a:pathLst>
                <a:path w="3232" h="46519">
                  <a:moveTo>
                    <a:pt x="0" y="46519"/>
                  </a:moveTo>
                  <a:lnTo>
                    <a:pt x="260" y="40767"/>
                  </a:lnTo>
                  <a:lnTo>
                    <a:pt x="1115" y="0"/>
                  </a:lnTo>
                  <a:lnTo>
                    <a:pt x="1971" y="4651"/>
                  </a:lnTo>
                  <a:lnTo>
                    <a:pt x="2826" y="34587"/>
                  </a:lnTo>
                  <a:lnTo>
                    <a:pt x="3232" y="465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3277184" y="6354715"/>
              <a:ext cx="2065" cy="24734"/>
            </a:xfrm>
            <a:custGeom>
              <a:avLst/>
              <a:pathLst>
                <a:path w="2065" h="24734">
                  <a:moveTo>
                    <a:pt x="0" y="24734"/>
                  </a:moveTo>
                  <a:lnTo>
                    <a:pt x="401" y="13076"/>
                  </a:lnTo>
                  <a:lnTo>
                    <a:pt x="1256" y="0"/>
                  </a:lnTo>
                  <a:lnTo>
                    <a:pt x="2065" y="247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279337" y="6189776"/>
              <a:ext cx="56083" cy="189673"/>
            </a:xfrm>
            <a:custGeom>
              <a:avLst/>
              <a:pathLst>
                <a:path w="56083" h="189673">
                  <a:moveTo>
                    <a:pt x="0" y="189673"/>
                  </a:moveTo>
                  <a:lnTo>
                    <a:pt x="814" y="161199"/>
                  </a:lnTo>
                  <a:lnTo>
                    <a:pt x="1669" y="132405"/>
                  </a:lnTo>
                  <a:lnTo>
                    <a:pt x="2525" y="133077"/>
                  </a:lnTo>
                  <a:lnTo>
                    <a:pt x="3380" y="162980"/>
                  </a:lnTo>
                  <a:lnTo>
                    <a:pt x="4236" y="188157"/>
                  </a:lnTo>
                  <a:lnTo>
                    <a:pt x="5091" y="174774"/>
                  </a:lnTo>
                  <a:lnTo>
                    <a:pt x="5947" y="128707"/>
                  </a:lnTo>
                  <a:lnTo>
                    <a:pt x="6802" y="187841"/>
                  </a:lnTo>
                  <a:lnTo>
                    <a:pt x="7658" y="172573"/>
                  </a:lnTo>
                  <a:lnTo>
                    <a:pt x="8514" y="181347"/>
                  </a:lnTo>
                  <a:lnTo>
                    <a:pt x="9369" y="131674"/>
                  </a:lnTo>
                  <a:lnTo>
                    <a:pt x="10225" y="101154"/>
                  </a:lnTo>
                  <a:lnTo>
                    <a:pt x="11080" y="66662"/>
                  </a:lnTo>
                  <a:lnTo>
                    <a:pt x="11936" y="76357"/>
                  </a:lnTo>
                  <a:lnTo>
                    <a:pt x="12791" y="71854"/>
                  </a:lnTo>
                  <a:lnTo>
                    <a:pt x="13647" y="0"/>
                  </a:lnTo>
                  <a:lnTo>
                    <a:pt x="14502" y="39878"/>
                  </a:lnTo>
                  <a:lnTo>
                    <a:pt x="15358" y="95001"/>
                  </a:lnTo>
                  <a:lnTo>
                    <a:pt x="16213" y="76753"/>
                  </a:lnTo>
                  <a:lnTo>
                    <a:pt x="17069" y="51434"/>
                  </a:lnTo>
                  <a:lnTo>
                    <a:pt x="17924" y="22973"/>
                  </a:lnTo>
                  <a:lnTo>
                    <a:pt x="18780" y="29526"/>
                  </a:lnTo>
                  <a:lnTo>
                    <a:pt x="19635" y="57109"/>
                  </a:lnTo>
                  <a:lnTo>
                    <a:pt x="20491" y="62422"/>
                  </a:lnTo>
                  <a:lnTo>
                    <a:pt x="21346" y="42222"/>
                  </a:lnTo>
                  <a:lnTo>
                    <a:pt x="22202" y="89006"/>
                  </a:lnTo>
                  <a:lnTo>
                    <a:pt x="23057" y="102397"/>
                  </a:lnTo>
                  <a:lnTo>
                    <a:pt x="23913" y="136621"/>
                  </a:lnTo>
                  <a:lnTo>
                    <a:pt x="24769" y="151666"/>
                  </a:lnTo>
                  <a:lnTo>
                    <a:pt x="25624" y="117300"/>
                  </a:lnTo>
                  <a:lnTo>
                    <a:pt x="26480" y="114296"/>
                  </a:lnTo>
                  <a:lnTo>
                    <a:pt x="27335" y="127826"/>
                  </a:lnTo>
                  <a:lnTo>
                    <a:pt x="28191" y="158805"/>
                  </a:lnTo>
                  <a:lnTo>
                    <a:pt x="29046" y="127992"/>
                  </a:lnTo>
                  <a:lnTo>
                    <a:pt x="29902" y="90556"/>
                  </a:lnTo>
                  <a:lnTo>
                    <a:pt x="30757" y="70517"/>
                  </a:lnTo>
                  <a:lnTo>
                    <a:pt x="31613" y="68155"/>
                  </a:lnTo>
                  <a:lnTo>
                    <a:pt x="32468" y="96133"/>
                  </a:lnTo>
                  <a:lnTo>
                    <a:pt x="33324" y="75799"/>
                  </a:lnTo>
                  <a:lnTo>
                    <a:pt x="34179" y="76718"/>
                  </a:lnTo>
                  <a:lnTo>
                    <a:pt x="35035" y="83508"/>
                  </a:lnTo>
                  <a:lnTo>
                    <a:pt x="35890" y="98305"/>
                  </a:lnTo>
                  <a:lnTo>
                    <a:pt x="36746" y="70072"/>
                  </a:lnTo>
                  <a:lnTo>
                    <a:pt x="37601" y="64669"/>
                  </a:lnTo>
                  <a:lnTo>
                    <a:pt x="38457" y="55502"/>
                  </a:lnTo>
                  <a:lnTo>
                    <a:pt x="39313" y="5675"/>
                  </a:lnTo>
                  <a:lnTo>
                    <a:pt x="40168" y="32615"/>
                  </a:lnTo>
                  <a:lnTo>
                    <a:pt x="41024" y="26596"/>
                  </a:lnTo>
                  <a:lnTo>
                    <a:pt x="41879" y="13099"/>
                  </a:lnTo>
                  <a:lnTo>
                    <a:pt x="42735" y="55076"/>
                  </a:lnTo>
                  <a:lnTo>
                    <a:pt x="43590" y="45006"/>
                  </a:lnTo>
                  <a:lnTo>
                    <a:pt x="44446" y="46383"/>
                  </a:lnTo>
                  <a:lnTo>
                    <a:pt x="45301" y="51118"/>
                  </a:lnTo>
                  <a:lnTo>
                    <a:pt x="46157" y="57579"/>
                  </a:lnTo>
                  <a:lnTo>
                    <a:pt x="47012" y="111264"/>
                  </a:lnTo>
                  <a:lnTo>
                    <a:pt x="47868" y="134532"/>
                  </a:lnTo>
                  <a:lnTo>
                    <a:pt x="48723" y="135676"/>
                  </a:lnTo>
                  <a:lnTo>
                    <a:pt x="49579" y="169318"/>
                  </a:lnTo>
                  <a:lnTo>
                    <a:pt x="50434" y="153909"/>
                  </a:lnTo>
                  <a:lnTo>
                    <a:pt x="51290" y="163315"/>
                  </a:lnTo>
                  <a:lnTo>
                    <a:pt x="52145" y="166298"/>
                  </a:lnTo>
                  <a:lnTo>
                    <a:pt x="53001" y="142326"/>
                  </a:lnTo>
                  <a:lnTo>
                    <a:pt x="53856" y="157867"/>
                  </a:lnTo>
                  <a:lnTo>
                    <a:pt x="54712" y="177317"/>
                  </a:lnTo>
                  <a:lnTo>
                    <a:pt x="55568" y="152548"/>
                  </a:lnTo>
                  <a:lnTo>
                    <a:pt x="56083" y="1896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3337734" y="6372621"/>
              <a:ext cx="1119" cy="6828"/>
            </a:xfrm>
            <a:custGeom>
              <a:avLst/>
              <a:pathLst>
                <a:path w="1119" h="6828">
                  <a:moveTo>
                    <a:pt x="0" y="6828"/>
                  </a:moveTo>
                  <a:lnTo>
                    <a:pt x="593" y="0"/>
                  </a:lnTo>
                  <a:lnTo>
                    <a:pt x="1119" y="68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3340616" y="6357991"/>
              <a:ext cx="1654" cy="21458"/>
            </a:xfrm>
            <a:custGeom>
              <a:avLst/>
              <a:pathLst>
                <a:path w="1654" h="21458">
                  <a:moveTo>
                    <a:pt x="0" y="21458"/>
                  </a:moveTo>
                  <a:lnTo>
                    <a:pt x="278" y="0"/>
                  </a:lnTo>
                  <a:lnTo>
                    <a:pt x="1133" y="6987"/>
                  </a:lnTo>
                  <a:lnTo>
                    <a:pt x="1654" y="214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3343341" y="6377945"/>
              <a:ext cx="137" cy="1504"/>
            </a:xfrm>
            <a:custGeom>
              <a:avLst/>
              <a:pathLst>
                <a:path w="137" h="1504">
                  <a:moveTo>
                    <a:pt x="0" y="1504"/>
                  </a:moveTo>
                  <a:lnTo>
                    <a:pt x="118" y="0"/>
                  </a:lnTo>
                  <a:lnTo>
                    <a:pt x="137" y="15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3345866" y="6294069"/>
              <a:ext cx="14111" cy="85380"/>
            </a:xfrm>
            <a:custGeom>
              <a:avLst/>
              <a:pathLst>
                <a:path w="14111" h="85380">
                  <a:moveTo>
                    <a:pt x="0" y="85380"/>
                  </a:moveTo>
                  <a:lnTo>
                    <a:pt x="160" y="78878"/>
                  </a:lnTo>
                  <a:lnTo>
                    <a:pt x="1016" y="62310"/>
                  </a:lnTo>
                  <a:lnTo>
                    <a:pt x="1871" y="1349"/>
                  </a:lnTo>
                  <a:lnTo>
                    <a:pt x="2727" y="23373"/>
                  </a:lnTo>
                  <a:lnTo>
                    <a:pt x="3583" y="11046"/>
                  </a:lnTo>
                  <a:lnTo>
                    <a:pt x="4438" y="20691"/>
                  </a:lnTo>
                  <a:lnTo>
                    <a:pt x="5294" y="40260"/>
                  </a:lnTo>
                  <a:lnTo>
                    <a:pt x="6149" y="34674"/>
                  </a:lnTo>
                  <a:lnTo>
                    <a:pt x="7005" y="23297"/>
                  </a:lnTo>
                  <a:lnTo>
                    <a:pt x="7860" y="36132"/>
                  </a:lnTo>
                  <a:lnTo>
                    <a:pt x="8716" y="29075"/>
                  </a:lnTo>
                  <a:lnTo>
                    <a:pt x="9571" y="14601"/>
                  </a:lnTo>
                  <a:lnTo>
                    <a:pt x="10427" y="0"/>
                  </a:lnTo>
                  <a:lnTo>
                    <a:pt x="11282" y="2866"/>
                  </a:lnTo>
                  <a:lnTo>
                    <a:pt x="12138" y="12853"/>
                  </a:lnTo>
                  <a:lnTo>
                    <a:pt x="12993" y="48990"/>
                  </a:lnTo>
                  <a:lnTo>
                    <a:pt x="13849" y="69992"/>
                  </a:lnTo>
                  <a:lnTo>
                    <a:pt x="14111" y="853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3360934" y="6328915"/>
              <a:ext cx="4539" cy="50534"/>
            </a:xfrm>
            <a:custGeom>
              <a:avLst/>
              <a:pathLst>
                <a:path w="4539" h="50534">
                  <a:moveTo>
                    <a:pt x="0" y="50534"/>
                  </a:moveTo>
                  <a:lnTo>
                    <a:pt x="491" y="3328"/>
                  </a:lnTo>
                  <a:lnTo>
                    <a:pt x="1347" y="0"/>
                  </a:lnTo>
                  <a:lnTo>
                    <a:pt x="2202" y="39441"/>
                  </a:lnTo>
                  <a:lnTo>
                    <a:pt x="3058" y="49201"/>
                  </a:lnTo>
                  <a:lnTo>
                    <a:pt x="3914" y="27899"/>
                  </a:lnTo>
                  <a:lnTo>
                    <a:pt x="4539" y="505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3366108" y="6233489"/>
              <a:ext cx="38893" cy="145960"/>
            </a:xfrm>
            <a:custGeom>
              <a:avLst/>
              <a:pathLst>
                <a:path w="38893" h="145960">
                  <a:moveTo>
                    <a:pt x="0" y="145960"/>
                  </a:moveTo>
                  <a:lnTo>
                    <a:pt x="451" y="136639"/>
                  </a:lnTo>
                  <a:lnTo>
                    <a:pt x="1307" y="136908"/>
                  </a:lnTo>
                  <a:lnTo>
                    <a:pt x="2162" y="106902"/>
                  </a:lnTo>
                  <a:lnTo>
                    <a:pt x="3018" y="111043"/>
                  </a:lnTo>
                  <a:lnTo>
                    <a:pt x="3873" y="110871"/>
                  </a:lnTo>
                  <a:lnTo>
                    <a:pt x="4729" y="58524"/>
                  </a:lnTo>
                  <a:lnTo>
                    <a:pt x="5584" y="88233"/>
                  </a:lnTo>
                  <a:lnTo>
                    <a:pt x="6440" y="87736"/>
                  </a:lnTo>
                  <a:lnTo>
                    <a:pt x="7295" y="83378"/>
                  </a:lnTo>
                  <a:lnTo>
                    <a:pt x="8151" y="79464"/>
                  </a:lnTo>
                  <a:lnTo>
                    <a:pt x="9006" y="89093"/>
                  </a:lnTo>
                  <a:lnTo>
                    <a:pt x="9862" y="93523"/>
                  </a:lnTo>
                  <a:lnTo>
                    <a:pt x="10718" y="102545"/>
                  </a:lnTo>
                  <a:lnTo>
                    <a:pt x="11573" y="117514"/>
                  </a:lnTo>
                  <a:lnTo>
                    <a:pt x="12429" y="94991"/>
                  </a:lnTo>
                  <a:lnTo>
                    <a:pt x="13284" y="68031"/>
                  </a:lnTo>
                  <a:lnTo>
                    <a:pt x="14140" y="83868"/>
                  </a:lnTo>
                  <a:lnTo>
                    <a:pt x="14995" y="130972"/>
                  </a:lnTo>
                  <a:lnTo>
                    <a:pt x="15851" y="122986"/>
                  </a:lnTo>
                  <a:lnTo>
                    <a:pt x="16706" y="108495"/>
                  </a:lnTo>
                  <a:lnTo>
                    <a:pt x="17562" y="72305"/>
                  </a:lnTo>
                  <a:lnTo>
                    <a:pt x="18417" y="54252"/>
                  </a:lnTo>
                  <a:lnTo>
                    <a:pt x="19273" y="35908"/>
                  </a:lnTo>
                  <a:lnTo>
                    <a:pt x="20128" y="0"/>
                  </a:lnTo>
                  <a:lnTo>
                    <a:pt x="20984" y="38071"/>
                  </a:lnTo>
                  <a:lnTo>
                    <a:pt x="21839" y="30858"/>
                  </a:lnTo>
                  <a:lnTo>
                    <a:pt x="22695" y="8267"/>
                  </a:lnTo>
                  <a:lnTo>
                    <a:pt x="23550" y="7237"/>
                  </a:lnTo>
                  <a:lnTo>
                    <a:pt x="24406" y="8666"/>
                  </a:lnTo>
                  <a:lnTo>
                    <a:pt x="25262" y="40301"/>
                  </a:lnTo>
                  <a:lnTo>
                    <a:pt x="26117" y="51996"/>
                  </a:lnTo>
                  <a:lnTo>
                    <a:pt x="26973" y="15151"/>
                  </a:lnTo>
                  <a:lnTo>
                    <a:pt x="27828" y="57073"/>
                  </a:lnTo>
                  <a:lnTo>
                    <a:pt x="28684" y="45425"/>
                  </a:lnTo>
                  <a:lnTo>
                    <a:pt x="29539" y="67277"/>
                  </a:lnTo>
                  <a:lnTo>
                    <a:pt x="30395" y="105724"/>
                  </a:lnTo>
                  <a:lnTo>
                    <a:pt x="31250" y="73407"/>
                  </a:lnTo>
                  <a:lnTo>
                    <a:pt x="32106" y="103291"/>
                  </a:lnTo>
                  <a:lnTo>
                    <a:pt x="32961" y="80853"/>
                  </a:lnTo>
                  <a:lnTo>
                    <a:pt x="33817" y="137516"/>
                  </a:lnTo>
                  <a:lnTo>
                    <a:pt x="34672" y="121222"/>
                  </a:lnTo>
                  <a:lnTo>
                    <a:pt x="35528" y="103829"/>
                  </a:lnTo>
                  <a:lnTo>
                    <a:pt x="36383" y="105217"/>
                  </a:lnTo>
                  <a:lnTo>
                    <a:pt x="37239" y="112665"/>
                  </a:lnTo>
                  <a:lnTo>
                    <a:pt x="38094" y="110537"/>
                  </a:lnTo>
                  <a:lnTo>
                    <a:pt x="38893" y="1459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3405188" y="6365352"/>
              <a:ext cx="1882" cy="14097"/>
            </a:xfrm>
            <a:custGeom>
              <a:avLst/>
              <a:pathLst>
                <a:path w="1882" h="14097">
                  <a:moveTo>
                    <a:pt x="0" y="14097"/>
                  </a:moveTo>
                  <a:lnTo>
                    <a:pt x="725" y="0"/>
                  </a:lnTo>
                  <a:lnTo>
                    <a:pt x="1581" y="475"/>
                  </a:lnTo>
                  <a:lnTo>
                    <a:pt x="1882" y="140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414650" y="6288285"/>
              <a:ext cx="3985" cy="91164"/>
            </a:xfrm>
            <a:custGeom>
              <a:avLst/>
              <a:pathLst>
                <a:path w="3985" h="91164">
                  <a:moveTo>
                    <a:pt x="0" y="91164"/>
                  </a:moveTo>
                  <a:lnTo>
                    <a:pt x="675" y="23187"/>
                  </a:lnTo>
                  <a:lnTo>
                    <a:pt x="1530" y="70204"/>
                  </a:lnTo>
                  <a:lnTo>
                    <a:pt x="2386" y="0"/>
                  </a:lnTo>
                  <a:lnTo>
                    <a:pt x="3241" y="21035"/>
                  </a:lnTo>
                  <a:lnTo>
                    <a:pt x="3985" y="911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420003" y="6073092"/>
              <a:ext cx="110553" cy="306357"/>
            </a:xfrm>
            <a:custGeom>
              <a:avLst/>
              <a:pathLst>
                <a:path w="110553" h="306357">
                  <a:moveTo>
                    <a:pt x="0" y="306357"/>
                  </a:moveTo>
                  <a:lnTo>
                    <a:pt x="454" y="292355"/>
                  </a:lnTo>
                  <a:lnTo>
                    <a:pt x="1309" y="226886"/>
                  </a:lnTo>
                  <a:lnTo>
                    <a:pt x="2165" y="205198"/>
                  </a:lnTo>
                  <a:lnTo>
                    <a:pt x="3020" y="234427"/>
                  </a:lnTo>
                  <a:lnTo>
                    <a:pt x="3876" y="238800"/>
                  </a:lnTo>
                  <a:lnTo>
                    <a:pt x="4732" y="245714"/>
                  </a:lnTo>
                  <a:lnTo>
                    <a:pt x="5587" y="227824"/>
                  </a:lnTo>
                  <a:lnTo>
                    <a:pt x="6443" y="238195"/>
                  </a:lnTo>
                  <a:lnTo>
                    <a:pt x="7298" y="253845"/>
                  </a:lnTo>
                  <a:lnTo>
                    <a:pt x="8154" y="295393"/>
                  </a:lnTo>
                  <a:lnTo>
                    <a:pt x="9009" y="299965"/>
                  </a:lnTo>
                  <a:lnTo>
                    <a:pt x="9865" y="253713"/>
                  </a:lnTo>
                  <a:lnTo>
                    <a:pt x="10720" y="233956"/>
                  </a:lnTo>
                  <a:lnTo>
                    <a:pt x="11576" y="232246"/>
                  </a:lnTo>
                  <a:lnTo>
                    <a:pt x="12431" y="239050"/>
                  </a:lnTo>
                  <a:lnTo>
                    <a:pt x="13287" y="233942"/>
                  </a:lnTo>
                  <a:lnTo>
                    <a:pt x="14142" y="226444"/>
                  </a:lnTo>
                  <a:lnTo>
                    <a:pt x="14998" y="240796"/>
                  </a:lnTo>
                  <a:lnTo>
                    <a:pt x="15853" y="213194"/>
                  </a:lnTo>
                  <a:lnTo>
                    <a:pt x="16709" y="241980"/>
                  </a:lnTo>
                  <a:lnTo>
                    <a:pt x="17564" y="264996"/>
                  </a:lnTo>
                  <a:lnTo>
                    <a:pt x="18420" y="245567"/>
                  </a:lnTo>
                  <a:lnTo>
                    <a:pt x="19275" y="269270"/>
                  </a:lnTo>
                  <a:lnTo>
                    <a:pt x="20131" y="228857"/>
                  </a:lnTo>
                  <a:lnTo>
                    <a:pt x="20987" y="209965"/>
                  </a:lnTo>
                  <a:lnTo>
                    <a:pt x="21842" y="237453"/>
                  </a:lnTo>
                  <a:lnTo>
                    <a:pt x="22698" y="235098"/>
                  </a:lnTo>
                  <a:lnTo>
                    <a:pt x="23553" y="241259"/>
                  </a:lnTo>
                  <a:lnTo>
                    <a:pt x="24409" y="250684"/>
                  </a:lnTo>
                  <a:lnTo>
                    <a:pt x="25264" y="246918"/>
                  </a:lnTo>
                  <a:lnTo>
                    <a:pt x="26120" y="224515"/>
                  </a:lnTo>
                  <a:lnTo>
                    <a:pt x="26975" y="209515"/>
                  </a:lnTo>
                  <a:lnTo>
                    <a:pt x="27831" y="217830"/>
                  </a:lnTo>
                  <a:lnTo>
                    <a:pt x="28686" y="168558"/>
                  </a:lnTo>
                  <a:lnTo>
                    <a:pt x="29542" y="146563"/>
                  </a:lnTo>
                  <a:lnTo>
                    <a:pt x="30397" y="133214"/>
                  </a:lnTo>
                  <a:lnTo>
                    <a:pt x="31253" y="147240"/>
                  </a:lnTo>
                  <a:lnTo>
                    <a:pt x="32108" y="142600"/>
                  </a:lnTo>
                  <a:lnTo>
                    <a:pt x="32964" y="141944"/>
                  </a:lnTo>
                  <a:lnTo>
                    <a:pt x="33819" y="145981"/>
                  </a:lnTo>
                  <a:lnTo>
                    <a:pt x="34675" y="213597"/>
                  </a:lnTo>
                  <a:lnTo>
                    <a:pt x="35531" y="208565"/>
                  </a:lnTo>
                  <a:lnTo>
                    <a:pt x="36386" y="226937"/>
                  </a:lnTo>
                  <a:lnTo>
                    <a:pt x="37242" y="270134"/>
                  </a:lnTo>
                  <a:lnTo>
                    <a:pt x="38097" y="279131"/>
                  </a:lnTo>
                  <a:lnTo>
                    <a:pt x="38953" y="289231"/>
                  </a:lnTo>
                  <a:lnTo>
                    <a:pt x="39808" y="287879"/>
                  </a:lnTo>
                  <a:lnTo>
                    <a:pt x="40664" y="270979"/>
                  </a:lnTo>
                  <a:lnTo>
                    <a:pt x="41519" y="280897"/>
                  </a:lnTo>
                  <a:lnTo>
                    <a:pt x="42375" y="234718"/>
                  </a:lnTo>
                  <a:lnTo>
                    <a:pt x="43230" y="231791"/>
                  </a:lnTo>
                  <a:lnTo>
                    <a:pt x="44086" y="232755"/>
                  </a:lnTo>
                  <a:lnTo>
                    <a:pt x="44941" y="209538"/>
                  </a:lnTo>
                  <a:lnTo>
                    <a:pt x="45797" y="248597"/>
                  </a:lnTo>
                  <a:lnTo>
                    <a:pt x="46652" y="243315"/>
                  </a:lnTo>
                  <a:lnTo>
                    <a:pt x="47508" y="236279"/>
                  </a:lnTo>
                  <a:lnTo>
                    <a:pt x="48363" y="262107"/>
                  </a:lnTo>
                  <a:lnTo>
                    <a:pt x="49219" y="245583"/>
                  </a:lnTo>
                  <a:lnTo>
                    <a:pt x="50074" y="252578"/>
                  </a:lnTo>
                  <a:lnTo>
                    <a:pt x="50930" y="274746"/>
                  </a:lnTo>
                  <a:lnTo>
                    <a:pt x="51786" y="230206"/>
                  </a:lnTo>
                  <a:lnTo>
                    <a:pt x="52641" y="243571"/>
                  </a:lnTo>
                  <a:lnTo>
                    <a:pt x="53497" y="280030"/>
                  </a:lnTo>
                  <a:lnTo>
                    <a:pt x="54352" y="257871"/>
                  </a:lnTo>
                  <a:lnTo>
                    <a:pt x="55208" y="236431"/>
                  </a:lnTo>
                  <a:lnTo>
                    <a:pt x="56063" y="201648"/>
                  </a:lnTo>
                  <a:lnTo>
                    <a:pt x="56919" y="163826"/>
                  </a:lnTo>
                  <a:lnTo>
                    <a:pt x="57774" y="205353"/>
                  </a:lnTo>
                  <a:lnTo>
                    <a:pt x="58630" y="227677"/>
                  </a:lnTo>
                  <a:lnTo>
                    <a:pt x="59485" y="243349"/>
                  </a:lnTo>
                  <a:lnTo>
                    <a:pt x="60341" y="226477"/>
                  </a:lnTo>
                  <a:lnTo>
                    <a:pt x="61196" y="197594"/>
                  </a:lnTo>
                  <a:lnTo>
                    <a:pt x="62052" y="226728"/>
                  </a:lnTo>
                  <a:lnTo>
                    <a:pt x="62907" y="224084"/>
                  </a:lnTo>
                  <a:lnTo>
                    <a:pt x="63763" y="233457"/>
                  </a:lnTo>
                  <a:lnTo>
                    <a:pt x="64618" y="224201"/>
                  </a:lnTo>
                  <a:lnTo>
                    <a:pt x="65474" y="210310"/>
                  </a:lnTo>
                  <a:lnTo>
                    <a:pt x="66329" y="164242"/>
                  </a:lnTo>
                  <a:lnTo>
                    <a:pt x="67185" y="181864"/>
                  </a:lnTo>
                  <a:lnTo>
                    <a:pt x="68041" y="170887"/>
                  </a:lnTo>
                  <a:lnTo>
                    <a:pt x="68896" y="143474"/>
                  </a:lnTo>
                  <a:lnTo>
                    <a:pt x="69752" y="147586"/>
                  </a:lnTo>
                  <a:lnTo>
                    <a:pt x="70607" y="183598"/>
                  </a:lnTo>
                  <a:lnTo>
                    <a:pt x="71463" y="219663"/>
                  </a:lnTo>
                  <a:lnTo>
                    <a:pt x="72318" y="210683"/>
                  </a:lnTo>
                  <a:lnTo>
                    <a:pt x="73174" y="210556"/>
                  </a:lnTo>
                  <a:lnTo>
                    <a:pt x="74029" y="249996"/>
                  </a:lnTo>
                  <a:lnTo>
                    <a:pt x="74885" y="212597"/>
                  </a:lnTo>
                  <a:lnTo>
                    <a:pt x="75740" y="215244"/>
                  </a:lnTo>
                  <a:lnTo>
                    <a:pt x="76596" y="199789"/>
                  </a:lnTo>
                  <a:lnTo>
                    <a:pt x="77451" y="204202"/>
                  </a:lnTo>
                  <a:lnTo>
                    <a:pt x="78307" y="184357"/>
                  </a:lnTo>
                  <a:lnTo>
                    <a:pt x="79162" y="198083"/>
                  </a:lnTo>
                  <a:lnTo>
                    <a:pt x="80018" y="194222"/>
                  </a:lnTo>
                  <a:lnTo>
                    <a:pt x="80873" y="235133"/>
                  </a:lnTo>
                  <a:lnTo>
                    <a:pt x="81729" y="232549"/>
                  </a:lnTo>
                  <a:lnTo>
                    <a:pt x="82584" y="211019"/>
                  </a:lnTo>
                  <a:lnTo>
                    <a:pt x="83440" y="168731"/>
                  </a:lnTo>
                  <a:lnTo>
                    <a:pt x="84296" y="150268"/>
                  </a:lnTo>
                  <a:lnTo>
                    <a:pt x="85151" y="152945"/>
                  </a:lnTo>
                  <a:lnTo>
                    <a:pt x="86007" y="139287"/>
                  </a:lnTo>
                  <a:lnTo>
                    <a:pt x="86862" y="141717"/>
                  </a:lnTo>
                  <a:lnTo>
                    <a:pt x="87718" y="150207"/>
                  </a:lnTo>
                  <a:lnTo>
                    <a:pt x="88573" y="139751"/>
                  </a:lnTo>
                  <a:lnTo>
                    <a:pt x="89429" y="111116"/>
                  </a:lnTo>
                  <a:lnTo>
                    <a:pt x="90284" y="103319"/>
                  </a:lnTo>
                  <a:lnTo>
                    <a:pt x="91140" y="112685"/>
                  </a:lnTo>
                  <a:lnTo>
                    <a:pt x="91995" y="112882"/>
                  </a:lnTo>
                  <a:lnTo>
                    <a:pt x="92851" y="143857"/>
                  </a:lnTo>
                  <a:lnTo>
                    <a:pt x="93706" y="118953"/>
                  </a:lnTo>
                  <a:lnTo>
                    <a:pt x="94562" y="83770"/>
                  </a:lnTo>
                  <a:lnTo>
                    <a:pt x="95417" y="107401"/>
                  </a:lnTo>
                  <a:lnTo>
                    <a:pt x="96273" y="0"/>
                  </a:lnTo>
                  <a:lnTo>
                    <a:pt x="97128" y="19510"/>
                  </a:lnTo>
                  <a:lnTo>
                    <a:pt x="97984" y="59588"/>
                  </a:lnTo>
                  <a:lnTo>
                    <a:pt x="98840" y="66015"/>
                  </a:lnTo>
                  <a:lnTo>
                    <a:pt x="99695" y="84579"/>
                  </a:lnTo>
                  <a:lnTo>
                    <a:pt x="100551" y="59748"/>
                  </a:lnTo>
                  <a:lnTo>
                    <a:pt x="101406" y="69243"/>
                  </a:lnTo>
                  <a:lnTo>
                    <a:pt x="102262" y="105354"/>
                  </a:lnTo>
                  <a:lnTo>
                    <a:pt x="103117" y="103982"/>
                  </a:lnTo>
                  <a:lnTo>
                    <a:pt x="103973" y="108562"/>
                  </a:lnTo>
                  <a:lnTo>
                    <a:pt x="104828" y="161558"/>
                  </a:lnTo>
                  <a:lnTo>
                    <a:pt x="105684" y="198125"/>
                  </a:lnTo>
                  <a:lnTo>
                    <a:pt x="106539" y="243419"/>
                  </a:lnTo>
                  <a:lnTo>
                    <a:pt x="107395" y="261354"/>
                  </a:lnTo>
                  <a:lnTo>
                    <a:pt x="108250" y="257319"/>
                  </a:lnTo>
                  <a:lnTo>
                    <a:pt x="109106" y="272168"/>
                  </a:lnTo>
                  <a:lnTo>
                    <a:pt x="109961" y="284368"/>
                  </a:lnTo>
                  <a:lnTo>
                    <a:pt x="110553" y="3063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3543696" y="5956175"/>
              <a:ext cx="443828" cy="423274"/>
            </a:xfrm>
            <a:custGeom>
              <a:avLst/>
              <a:pathLst>
                <a:path w="443828" h="423274">
                  <a:moveTo>
                    <a:pt x="0" y="423274"/>
                  </a:moveTo>
                  <a:lnTo>
                    <a:pt x="813" y="397662"/>
                  </a:lnTo>
                  <a:lnTo>
                    <a:pt x="1668" y="356933"/>
                  </a:lnTo>
                  <a:lnTo>
                    <a:pt x="2524" y="350044"/>
                  </a:lnTo>
                  <a:lnTo>
                    <a:pt x="3379" y="354540"/>
                  </a:lnTo>
                  <a:lnTo>
                    <a:pt x="4235" y="336209"/>
                  </a:lnTo>
                  <a:lnTo>
                    <a:pt x="5090" y="314492"/>
                  </a:lnTo>
                  <a:lnTo>
                    <a:pt x="5946" y="333773"/>
                  </a:lnTo>
                  <a:lnTo>
                    <a:pt x="6802" y="308003"/>
                  </a:lnTo>
                  <a:lnTo>
                    <a:pt x="7657" y="321003"/>
                  </a:lnTo>
                  <a:lnTo>
                    <a:pt x="8513" y="242915"/>
                  </a:lnTo>
                  <a:lnTo>
                    <a:pt x="9368" y="195676"/>
                  </a:lnTo>
                  <a:lnTo>
                    <a:pt x="10224" y="204673"/>
                  </a:lnTo>
                  <a:lnTo>
                    <a:pt x="11079" y="232515"/>
                  </a:lnTo>
                  <a:lnTo>
                    <a:pt x="11935" y="211938"/>
                  </a:lnTo>
                  <a:lnTo>
                    <a:pt x="12790" y="206495"/>
                  </a:lnTo>
                  <a:lnTo>
                    <a:pt x="13646" y="95021"/>
                  </a:lnTo>
                  <a:lnTo>
                    <a:pt x="14501" y="123557"/>
                  </a:lnTo>
                  <a:lnTo>
                    <a:pt x="15357" y="161722"/>
                  </a:lnTo>
                  <a:lnTo>
                    <a:pt x="16212" y="173353"/>
                  </a:lnTo>
                  <a:lnTo>
                    <a:pt x="17068" y="202451"/>
                  </a:lnTo>
                  <a:lnTo>
                    <a:pt x="17923" y="151215"/>
                  </a:lnTo>
                  <a:lnTo>
                    <a:pt x="18779" y="199615"/>
                  </a:lnTo>
                  <a:lnTo>
                    <a:pt x="19634" y="182326"/>
                  </a:lnTo>
                  <a:lnTo>
                    <a:pt x="20490" y="148552"/>
                  </a:lnTo>
                  <a:lnTo>
                    <a:pt x="21346" y="169139"/>
                  </a:lnTo>
                  <a:lnTo>
                    <a:pt x="22201" y="212959"/>
                  </a:lnTo>
                  <a:lnTo>
                    <a:pt x="23057" y="200318"/>
                  </a:lnTo>
                  <a:lnTo>
                    <a:pt x="23912" y="202692"/>
                  </a:lnTo>
                  <a:lnTo>
                    <a:pt x="24768" y="178669"/>
                  </a:lnTo>
                  <a:lnTo>
                    <a:pt x="25623" y="189553"/>
                  </a:lnTo>
                  <a:lnTo>
                    <a:pt x="26479" y="209471"/>
                  </a:lnTo>
                  <a:lnTo>
                    <a:pt x="27334" y="153895"/>
                  </a:lnTo>
                  <a:lnTo>
                    <a:pt x="28190" y="178851"/>
                  </a:lnTo>
                  <a:lnTo>
                    <a:pt x="29045" y="177876"/>
                  </a:lnTo>
                  <a:lnTo>
                    <a:pt x="29901" y="193664"/>
                  </a:lnTo>
                  <a:lnTo>
                    <a:pt x="30756" y="196440"/>
                  </a:lnTo>
                  <a:lnTo>
                    <a:pt x="31612" y="160728"/>
                  </a:lnTo>
                  <a:lnTo>
                    <a:pt x="32467" y="143565"/>
                  </a:lnTo>
                  <a:lnTo>
                    <a:pt x="33323" y="137178"/>
                  </a:lnTo>
                  <a:lnTo>
                    <a:pt x="34178" y="91980"/>
                  </a:lnTo>
                  <a:lnTo>
                    <a:pt x="35034" y="64307"/>
                  </a:lnTo>
                  <a:lnTo>
                    <a:pt x="35889" y="67651"/>
                  </a:lnTo>
                  <a:lnTo>
                    <a:pt x="36745" y="15641"/>
                  </a:lnTo>
                  <a:lnTo>
                    <a:pt x="37601" y="66061"/>
                  </a:lnTo>
                  <a:lnTo>
                    <a:pt x="38456" y="106144"/>
                  </a:lnTo>
                  <a:lnTo>
                    <a:pt x="39312" y="158211"/>
                  </a:lnTo>
                  <a:lnTo>
                    <a:pt x="40167" y="192756"/>
                  </a:lnTo>
                  <a:lnTo>
                    <a:pt x="41023" y="155210"/>
                  </a:lnTo>
                  <a:lnTo>
                    <a:pt x="41878" y="157832"/>
                  </a:lnTo>
                  <a:lnTo>
                    <a:pt x="42734" y="144597"/>
                  </a:lnTo>
                  <a:lnTo>
                    <a:pt x="43589" y="175207"/>
                  </a:lnTo>
                  <a:lnTo>
                    <a:pt x="44445" y="188747"/>
                  </a:lnTo>
                  <a:lnTo>
                    <a:pt x="45300" y="176184"/>
                  </a:lnTo>
                  <a:lnTo>
                    <a:pt x="46156" y="131626"/>
                  </a:lnTo>
                  <a:lnTo>
                    <a:pt x="47011" y="153722"/>
                  </a:lnTo>
                  <a:lnTo>
                    <a:pt x="47867" y="167533"/>
                  </a:lnTo>
                  <a:lnTo>
                    <a:pt x="48722" y="183356"/>
                  </a:lnTo>
                  <a:lnTo>
                    <a:pt x="49578" y="156388"/>
                  </a:lnTo>
                  <a:lnTo>
                    <a:pt x="50433" y="122828"/>
                  </a:lnTo>
                  <a:lnTo>
                    <a:pt x="51289" y="105188"/>
                  </a:lnTo>
                  <a:lnTo>
                    <a:pt x="52144" y="44189"/>
                  </a:lnTo>
                  <a:lnTo>
                    <a:pt x="53000" y="102047"/>
                  </a:lnTo>
                  <a:lnTo>
                    <a:pt x="53856" y="79648"/>
                  </a:lnTo>
                  <a:lnTo>
                    <a:pt x="54711" y="141881"/>
                  </a:lnTo>
                  <a:lnTo>
                    <a:pt x="55567" y="189028"/>
                  </a:lnTo>
                  <a:lnTo>
                    <a:pt x="56422" y="242433"/>
                  </a:lnTo>
                  <a:lnTo>
                    <a:pt x="57278" y="285965"/>
                  </a:lnTo>
                  <a:lnTo>
                    <a:pt x="58133" y="284296"/>
                  </a:lnTo>
                  <a:lnTo>
                    <a:pt x="58989" y="258830"/>
                  </a:lnTo>
                  <a:lnTo>
                    <a:pt x="59844" y="278263"/>
                  </a:lnTo>
                  <a:lnTo>
                    <a:pt x="60700" y="297368"/>
                  </a:lnTo>
                  <a:lnTo>
                    <a:pt x="61555" y="341191"/>
                  </a:lnTo>
                  <a:lnTo>
                    <a:pt x="62411" y="345826"/>
                  </a:lnTo>
                  <a:lnTo>
                    <a:pt x="63266" y="352953"/>
                  </a:lnTo>
                  <a:lnTo>
                    <a:pt x="64122" y="364642"/>
                  </a:lnTo>
                  <a:lnTo>
                    <a:pt x="64977" y="337597"/>
                  </a:lnTo>
                  <a:lnTo>
                    <a:pt x="65833" y="360241"/>
                  </a:lnTo>
                  <a:lnTo>
                    <a:pt x="66688" y="364010"/>
                  </a:lnTo>
                  <a:lnTo>
                    <a:pt x="67544" y="338645"/>
                  </a:lnTo>
                  <a:lnTo>
                    <a:pt x="68400" y="348806"/>
                  </a:lnTo>
                  <a:lnTo>
                    <a:pt x="69255" y="368958"/>
                  </a:lnTo>
                  <a:lnTo>
                    <a:pt x="70111" y="385305"/>
                  </a:lnTo>
                  <a:lnTo>
                    <a:pt x="70966" y="369803"/>
                  </a:lnTo>
                  <a:lnTo>
                    <a:pt x="71822" y="322760"/>
                  </a:lnTo>
                  <a:lnTo>
                    <a:pt x="72677" y="290330"/>
                  </a:lnTo>
                  <a:lnTo>
                    <a:pt x="73533" y="307515"/>
                  </a:lnTo>
                  <a:lnTo>
                    <a:pt x="74388" y="321569"/>
                  </a:lnTo>
                  <a:lnTo>
                    <a:pt x="75244" y="366077"/>
                  </a:lnTo>
                  <a:lnTo>
                    <a:pt x="76099" y="400749"/>
                  </a:lnTo>
                  <a:lnTo>
                    <a:pt x="76955" y="419710"/>
                  </a:lnTo>
                  <a:lnTo>
                    <a:pt x="77810" y="390268"/>
                  </a:lnTo>
                  <a:lnTo>
                    <a:pt x="78666" y="357681"/>
                  </a:lnTo>
                  <a:lnTo>
                    <a:pt x="79521" y="370458"/>
                  </a:lnTo>
                  <a:lnTo>
                    <a:pt x="80377" y="369397"/>
                  </a:lnTo>
                  <a:lnTo>
                    <a:pt x="81232" y="356218"/>
                  </a:lnTo>
                  <a:lnTo>
                    <a:pt x="82088" y="362549"/>
                  </a:lnTo>
                  <a:lnTo>
                    <a:pt x="82943" y="332177"/>
                  </a:lnTo>
                  <a:lnTo>
                    <a:pt x="83799" y="314280"/>
                  </a:lnTo>
                  <a:lnTo>
                    <a:pt x="84655" y="315798"/>
                  </a:lnTo>
                  <a:lnTo>
                    <a:pt x="85510" y="310060"/>
                  </a:lnTo>
                  <a:lnTo>
                    <a:pt x="86366" y="291203"/>
                  </a:lnTo>
                  <a:lnTo>
                    <a:pt x="87221" y="274711"/>
                  </a:lnTo>
                  <a:lnTo>
                    <a:pt x="88077" y="277580"/>
                  </a:lnTo>
                  <a:lnTo>
                    <a:pt x="88932" y="295902"/>
                  </a:lnTo>
                  <a:lnTo>
                    <a:pt x="89788" y="275676"/>
                  </a:lnTo>
                  <a:lnTo>
                    <a:pt x="90643" y="221920"/>
                  </a:lnTo>
                  <a:lnTo>
                    <a:pt x="91499" y="226310"/>
                  </a:lnTo>
                  <a:lnTo>
                    <a:pt x="92354" y="199026"/>
                  </a:lnTo>
                  <a:lnTo>
                    <a:pt x="93210" y="198201"/>
                  </a:lnTo>
                  <a:lnTo>
                    <a:pt x="94065" y="179060"/>
                  </a:lnTo>
                  <a:lnTo>
                    <a:pt x="94921" y="197559"/>
                  </a:lnTo>
                  <a:lnTo>
                    <a:pt x="95776" y="235979"/>
                  </a:lnTo>
                  <a:lnTo>
                    <a:pt x="96632" y="226306"/>
                  </a:lnTo>
                  <a:lnTo>
                    <a:pt x="97487" y="259529"/>
                  </a:lnTo>
                  <a:lnTo>
                    <a:pt x="98343" y="207469"/>
                  </a:lnTo>
                  <a:lnTo>
                    <a:pt x="99198" y="192599"/>
                  </a:lnTo>
                  <a:lnTo>
                    <a:pt x="100054" y="163279"/>
                  </a:lnTo>
                  <a:lnTo>
                    <a:pt x="100910" y="178840"/>
                  </a:lnTo>
                  <a:lnTo>
                    <a:pt x="101765" y="130597"/>
                  </a:lnTo>
                  <a:lnTo>
                    <a:pt x="102621" y="103560"/>
                  </a:lnTo>
                  <a:lnTo>
                    <a:pt x="103476" y="137921"/>
                  </a:lnTo>
                  <a:lnTo>
                    <a:pt x="104332" y="151686"/>
                  </a:lnTo>
                  <a:lnTo>
                    <a:pt x="105187" y="207108"/>
                  </a:lnTo>
                  <a:lnTo>
                    <a:pt x="106043" y="239493"/>
                  </a:lnTo>
                  <a:lnTo>
                    <a:pt x="106898" y="308767"/>
                  </a:lnTo>
                  <a:lnTo>
                    <a:pt x="107754" y="313022"/>
                  </a:lnTo>
                  <a:lnTo>
                    <a:pt x="108609" y="285502"/>
                  </a:lnTo>
                  <a:lnTo>
                    <a:pt x="109465" y="301343"/>
                  </a:lnTo>
                  <a:lnTo>
                    <a:pt x="110320" y="257267"/>
                  </a:lnTo>
                  <a:lnTo>
                    <a:pt x="111176" y="208296"/>
                  </a:lnTo>
                  <a:lnTo>
                    <a:pt x="112031" y="199065"/>
                  </a:lnTo>
                  <a:lnTo>
                    <a:pt x="112887" y="186505"/>
                  </a:lnTo>
                  <a:lnTo>
                    <a:pt x="113742" y="234157"/>
                  </a:lnTo>
                  <a:lnTo>
                    <a:pt x="114598" y="233351"/>
                  </a:lnTo>
                  <a:lnTo>
                    <a:pt x="115454" y="216381"/>
                  </a:lnTo>
                  <a:lnTo>
                    <a:pt x="116309" y="254685"/>
                  </a:lnTo>
                  <a:lnTo>
                    <a:pt x="117165" y="236734"/>
                  </a:lnTo>
                  <a:lnTo>
                    <a:pt x="118020" y="238523"/>
                  </a:lnTo>
                  <a:lnTo>
                    <a:pt x="118876" y="229052"/>
                  </a:lnTo>
                  <a:lnTo>
                    <a:pt x="119731" y="254616"/>
                  </a:lnTo>
                  <a:lnTo>
                    <a:pt x="120587" y="300380"/>
                  </a:lnTo>
                  <a:lnTo>
                    <a:pt x="121442" y="308724"/>
                  </a:lnTo>
                  <a:lnTo>
                    <a:pt x="122298" y="280298"/>
                  </a:lnTo>
                  <a:lnTo>
                    <a:pt x="123153" y="293353"/>
                  </a:lnTo>
                  <a:lnTo>
                    <a:pt x="124009" y="265955"/>
                  </a:lnTo>
                  <a:lnTo>
                    <a:pt x="124864" y="206116"/>
                  </a:lnTo>
                  <a:lnTo>
                    <a:pt x="125720" y="162132"/>
                  </a:lnTo>
                  <a:lnTo>
                    <a:pt x="126575" y="113972"/>
                  </a:lnTo>
                  <a:lnTo>
                    <a:pt x="127431" y="106286"/>
                  </a:lnTo>
                  <a:lnTo>
                    <a:pt x="128286" y="111336"/>
                  </a:lnTo>
                  <a:lnTo>
                    <a:pt x="129142" y="101283"/>
                  </a:lnTo>
                  <a:lnTo>
                    <a:pt x="129997" y="119313"/>
                  </a:lnTo>
                  <a:lnTo>
                    <a:pt x="130853" y="198087"/>
                  </a:lnTo>
                  <a:lnTo>
                    <a:pt x="131709" y="202601"/>
                  </a:lnTo>
                  <a:lnTo>
                    <a:pt x="132564" y="275753"/>
                  </a:lnTo>
                  <a:lnTo>
                    <a:pt x="133420" y="301317"/>
                  </a:lnTo>
                  <a:lnTo>
                    <a:pt x="134275" y="277456"/>
                  </a:lnTo>
                  <a:lnTo>
                    <a:pt x="135131" y="258846"/>
                  </a:lnTo>
                  <a:lnTo>
                    <a:pt x="135986" y="288483"/>
                  </a:lnTo>
                  <a:lnTo>
                    <a:pt x="136842" y="349177"/>
                  </a:lnTo>
                  <a:lnTo>
                    <a:pt x="137697" y="359912"/>
                  </a:lnTo>
                  <a:lnTo>
                    <a:pt x="138553" y="343627"/>
                  </a:lnTo>
                  <a:lnTo>
                    <a:pt x="139408" y="365013"/>
                  </a:lnTo>
                  <a:lnTo>
                    <a:pt x="140264" y="349300"/>
                  </a:lnTo>
                  <a:lnTo>
                    <a:pt x="141119" y="362503"/>
                  </a:lnTo>
                  <a:lnTo>
                    <a:pt x="141975" y="359731"/>
                  </a:lnTo>
                  <a:lnTo>
                    <a:pt x="142830" y="369228"/>
                  </a:lnTo>
                  <a:lnTo>
                    <a:pt x="143686" y="383543"/>
                  </a:lnTo>
                  <a:lnTo>
                    <a:pt x="144541" y="406053"/>
                  </a:lnTo>
                  <a:lnTo>
                    <a:pt x="145397" y="384321"/>
                  </a:lnTo>
                  <a:lnTo>
                    <a:pt x="146252" y="402918"/>
                  </a:lnTo>
                  <a:lnTo>
                    <a:pt x="147108" y="404861"/>
                  </a:lnTo>
                  <a:lnTo>
                    <a:pt x="147964" y="388563"/>
                  </a:lnTo>
                  <a:lnTo>
                    <a:pt x="148819" y="382873"/>
                  </a:lnTo>
                  <a:lnTo>
                    <a:pt x="149675" y="341520"/>
                  </a:lnTo>
                  <a:lnTo>
                    <a:pt x="150530" y="322793"/>
                  </a:lnTo>
                  <a:lnTo>
                    <a:pt x="151386" y="305450"/>
                  </a:lnTo>
                  <a:lnTo>
                    <a:pt x="152241" y="294361"/>
                  </a:lnTo>
                  <a:lnTo>
                    <a:pt x="153097" y="290250"/>
                  </a:lnTo>
                  <a:lnTo>
                    <a:pt x="153952" y="296644"/>
                  </a:lnTo>
                  <a:lnTo>
                    <a:pt x="154808" y="355213"/>
                  </a:lnTo>
                  <a:lnTo>
                    <a:pt x="155663" y="368683"/>
                  </a:lnTo>
                  <a:lnTo>
                    <a:pt x="156519" y="326467"/>
                  </a:lnTo>
                  <a:lnTo>
                    <a:pt x="157374" y="263772"/>
                  </a:lnTo>
                  <a:lnTo>
                    <a:pt x="158230" y="230780"/>
                  </a:lnTo>
                  <a:lnTo>
                    <a:pt x="159085" y="259642"/>
                  </a:lnTo>
                  <a:lnTo>
                    <a:pt x="159941" y="307239"/>
                  </a:lnTo>
                  <a:lnTo>
                    <a:pt x="160796" y="350239"/>
                  </a:lnTo>
                  <a:lnTo>
                    <a:pt x="161652" y="349436"/>
                  </a:lnTo>
                  <a:lnTo>
                    <a:pt x="162508" y="343548"/>
                  </a:lnTo>
                  <a:lnTo>
                    <a:pt x="163363" y="362240"/>
                  </a:lnTo>
                  <a:lnTo>
                    <a:pt x="164219" y="321197"/>
                  </a:lnTo>
                  <a:lnTo>
                    <a:pt x="165074" y="306562"/>
                  </a:lnTo>
                  <a:lnTo>
                    <a:pt x="165930" y="294596"/>
                  </a:lnTo>
                  <a:lnTo>
                    <a:pt x="166785" y="304372"/>
                  </a:lnTo>
                  <a:lnTo>
                    <a:pt x="167641" y="331487"/>
                  </a:lnTo>
                  <a:lnTo>
                    <a:pt x="168496" y="286857"/>
                  </a:lnTo>
                  <a:lnTo>
                    <a:pt x="169352" y="310401"/>
                  </a:lnTo>
                  <a:lnTo>
                    <a:pt x="170207" y="315456"/>
                  </a:lnTo>
                  <a:lnTo>
                    <a:pt x="171063" y="285253"/>
                  </a:lnTo>
                  <a:lnTo>
                    <a:pt x="171918" y="290521"/>
                  </a:lnTo>
                  <a:lnTo>
                    <a:pt x="172774" y="270812"/>
                  </a:lnTo>
                  <a:lnTo>
                    <a:pt x="173629" y="248004"/>
                  </a:lnTo>
                  <a:lnTo>
                    <a:pt x="174485" y="227397"/>
                  </a:lnTo>
                  <a:lnTo>
                    <a:pt x="175340" y="242889"/>
                  </a:lnTo>
                  <a:lnTo>
                    <a:pt x="176196" y="256878"/>
                  </a:lnTo>
                  <a:lnTo>
                    <a:pt x="177051" y="249024"/>
                  </a:lnTo>
                  <a:lnTo>
                    <a:pt x="177907" y="235697"/>
                  </a:lnTo>
                  <a:lnTo>
                    <a:pt x="178763" y="251372"/>
                  </a:lnTo>
                  <a:lnTo>
                    <a:pt x="179618" y="224489"/>
                  </a:lnTo>
                  <a:lnTo>
                    <a:pt x="180474" y="223729"/>
                  </a:lnTo>
                  <a:lnTo>
                    <a:pt x="181329" y="194082"/>
                  </a:lnTo>
                  <a:lnTo>
                    <a:pt x="182185" y="176585"/>
                  </a:lnTo>
                  <a:lnTo>
                    <a:pt x="183040" y="190154"/>
                  </a:lnTo>
                  <a:lnTo>
                    <a:pt x="183896" y="226695"/>
                  </a:lnTo>
                  <a:lnTo>
                    <a:pt x="184751" y="232192"/>
                  </a:lnTo>
                  <a:lnTo>
                    <a:pt x="185607" y="261496"/>
                  </a:lnTo>
                  <a:lnTo>
                    <a:pt x="186462" y="276560"/>
                  </a:lnTo>
                  <a:lnTo>
                    <a:pt x="187318" y="316949"/>
                  </a:lnTo>
                  <a:lnTo>
                    <a:pt x="188173" y="315010"/>
                  </a:lnTo>
                  <a:lnTo>
                    <a:pt x="189029" y="322467"/>
                  </a:lnTo>
                  <a:lnTo>
                    <a:pt x="189884" y="342328"/>
                  </a:lnTo>
                  <a:lnTo>
                    <a:pt x="190740" y="332120"/>
                  </a:lnTo>
                  <a:lnTo>
                    <a:pt x="191595" y="311941"/>
                  </a:lnTo>
                  <a:lnTo>
                    <a:pt x="192451" y="322802"/>
                  </a:lnTo>
                  <a:lnTo>
                    <a:pt x="193306" y="325893"/>
                  </a:lnTo>
                  <a:lnTo>
                    <a:pt x="194162" y="372084"/>
                  </a:lnTo>
                  <a:lnTo>
                    <a:pt x="195018" y="378239"/>
                  </a:lnTo>
                  <a:lnTo>
                    <a:pt x="195873" y="365570"/>
                  </a:lnTo>
                  <a:lnTo>
                    <a:pt x="196729" y="362888"/>
                  </a:lnTo>
                  <a:lnTo>
                    <a:pt x="197584" y="375735"/>
                  </a:lnTo>
                  <a:lnTo>
                    <a:pt x="198440" y="350221"/>
                  </a:lnTo>
                  <a:lnTo>
                    <a:pt x="199295" y="338662"/>
                  </a:lnTo>
                  <a:lnTo>
                    <a:pt x="200151" y="316784"/>
                  </a:lnTo>
                  <a:lnTo>
                    <a:pt x="201006" y="307274"/>
                  </a:lnTo>
                  <a:lnTo>
                    <a:pt x="201862" y="290476"/>
                  </a:lnTo>
                  <a:lnTo>
                    <a:pt x="202717" y="286624"/>
                  </a:lnTo>
                  <a:lnTo>
                    <a:pt x="203573" y="318140"/>
                  </a:lnTo>
                  <a:lnTo>
                    <a:pt x="204428" y="323093"/>
                  </a:lnTo>
                  <a:lnTo>
                    <a:pt x="205284" y="345839"/>
                  </a:lnTo>
                  <a:lnTo>
                    <a:pt x="206139" y="331244"/>
                  </a:lnTo>
                  <a:lnTo>
                    <a:pt x="206995" y="364357"/>
                  </a:lnTo>
                  <a:lnTo>
                    <a:pt x="207850" y="318973"/>
                  </a:lnTo>
                  <a:lnTo>
                    <a:pt x="208706" y="310149"/>
                  </a:lnTo>
                  <a:lnTo>
                    <a:pt x="209562" y="321703"/>
                  </a:lnTo>
                  <a:lnTo>
                    <a:pt x="210417" y="266206"/>
                  </a:lnTo>
                  <a:lnTo>
                    <a:pt x="211273" y="236261"/>
                  </a:lnTo>
                  <a:lnTo>
                    <a:pt x="212128" y="228473"/>
                  </a:lnTo>
                  <a:lnTo>
                    <a:pt x="212984" y="249822"/>
                  </a:lnTo>
                  <a:lnTo>
                    <a:pt x="213839" y="296328"/>
                  </a:lnTo>
                  <a:lnTo>
                    <a:pt x="214695" y="246295"/>
                  </a:lnTo>
                  <a:lnTo>
                    <a:pt x="215550" y="266027"/>
                  </a:lnTo>
                  <a:lnTo>
                    <a:pt x="216406" y="316302"/>
                  </a:lnTo>
                  <a:lnTo>
                    <a:pt x="217261" y="348015"/>
                  </a:lnTo>
                  <a:lnTo>
                    <a:pt x="218117" y="363978"/>
                  </a:lnTo>
                  <a:lnTo>
                    <a:pt x="218972" y="377368"/>
                  </a:lnTo>
                  <a:lnTo>
                    <a:pt x="219828" y="379881"/>
                  </a:lnTo>
                  <a:lnTo>
                    <a:pt x="220683" y="360897"/>
                  </a:lnTo>
                  <a:lnTo>
                    <a:pt x="221539" y="364239"/>
                  </a:lnTo>
                  <a:lnTo>
                    <a:pt x="222394" y="381397"/>
                  </a:lnTo>
                  <a:lnTo>
                    <a:pt x="223250" y="392127"/>
                  </a:lnTo>
                  <a:lnTo>
                    <a:pt x="224105" y="401732"/>
                  </a:lnTo>
                  <a:lnTo>
                    <a:pt x="224961" y="392693"/>
                  </a:lnTo>
                  <a:lnTo>
                    <a:pt x="225817" y="405319"/>
                  </a:lnTo>
                  <a:lnTo>
                    <a:pt x="226672" y="396131"/>
                  </a:lnTo>
                  <a:lnTo>
                    <a:pt x="227528" y="330633"/>
                  </a:lnTo>
                  <a:lnTo>
                    <a:pt x="228383" y="351730"/>
                  </a:lnTo>
                  <a:lnTo>
                    <a:pt x="229239" y="330278"/>
                  </a:lnTo>
                  <a:lnTo>
                    <a:pt x="230094" y="351856"/>
                  </a:lnTo>
                  <a:lnTo>
                    <a:pt x="230950" y="341165"/>
                  </a:lnTo>
                  <a:lnTo>
                    <a:pt x="231805" y="308831"/>
                  </a:lnTo>
                  <a:lnTo>
                    <a:pt x="232661" y="313653"/>
                  </a:lnTo>
                  <a:lnTo>
                    <a:pt x="233516" y="260092"/>
                  </a:lnTo>
                  <a:lnTo>
                    <a:pt x="234372" y="191376"/>
                  </a:lnTo>
                  <a:lnTo>
                    <a:pt x="235227" y="164952"/>
                  </a:lnTo>
                  <a:lnTo>
                    <a:pt x="236083" y="158116"/>
                  </a:lnTo>
                  <a:lnTo>
                    <a:pt x="236938" y="111407"/>
                  </a:lnTo>
                  <a:lnTo>
                    <a:pt x="237794" y="137248"/>
                  </a:lnTo>
                  <a:lnTo>
                    <a:pt x="238649" y="144656"/>
                  </a:lnTo>
                  <a:lnTo>
                    <a:pt x="239505" y="183140"/>
                  </a:lnTo>
                  <a:lnTo>
                    <a:pt x="240360" y="247549"/>
                  </a:lnTo>
                  <a:lnTo>
                    <a:pt x="241216" y="226852"/>
                  </a:lnTo>
                  <a:lnTo>
                    <a:pt x="242072" y="273435"/>
                  </a:lnTo>
                  <a:lnTo>
                    <a:pt x="242927" y="255415"/>
                  </a:lnTo>
                  <a:lnTo>
                    <a:pt x="243783" y="237853"/>
                  </a:lnTo>
                  <a:lnTo>
                    <a:pt x="244638" y="162444"/>
                  </a:lnTo>
                  <a:lnTo>
                    <a:pt x="245494" y="160932"/>
                  </a:lnTo>
                  <a:lnTo>
                    <a:pt x="246349" y="145224"/>
                  </a:lnTo>
                  <a:lnTo>
                    <a:pt x="247205" y="77462"/>
                  </a:lnTo>
                  <a:lnTo>
                    <a:pt x="248060" y="33898"/>
                  </a:lnTo>
                  <a:lnTo>
                    <a:pt x="248916" y="52270"/>
                  </a:lnTo>
                  <a:lnTo>
                    <a:pt x="249771" y="57238"/>
                  </a:lnTo>
                  <a:lnTo>
                    <a:pt x="250627" y="13956"/>
                  </a:lnTo>
                  <a:lnTo>
                    <a:pt x="251482" y="26845"/>
                  </a:lnTo>
                  <a:lnTo>
                    <a:pt x="252338" y="27988"/>
                  </a:lnTo>
                  <a:lnTo>
                    <a:pt x="253193" y="0"/>
                  </a:lnTo>
                  <a:lnTo>
                    <a:pt x="254049" y="37251"/>
                  </a:lnTo>
                  <a:lnTo>
                    <a:pt x="254904" y="76443"/>
                  </a:lnTo>
                  <a:lnTo>
                    <a:pt x="255760" y="109455"/>
                  </a:lnTo>
                  <a:lnTo>
                    <a:pt x="256615" y="179729"/>
                  </a:lnTo>
                  <a:lnTo>
                    <a:pt x="257471" y="190701"/>
                  </a:lnTo>
                  <a:lnTo>
                    <a:pt x="258327" y="270533"/>
                  </a:lnTo>
                  <a:lnTo>
                    <a:pt x="259182" y="260348"/>
                  </a:lnTo>
                  <a:lnTo>
                    <a:pt x="260038" y="253833"/>
                  </a:lnTo>
                  <a:lnTo>
                    <a:pt x="260893" y="182785"/>
                  </a:lnTo>
                  <a:lnTo>
                    <a:pt x="261749" y="262440"/>
                  </a:lnTo>
                  <a:lnTo>
                    <a:pt x="262604" y="326360"/>
                  </a:lnTo>
                  <a:lnTo>
                    <a:pt x="263460" y="307061"/>
                  </a:lnTo>
                  <a:lnTo>
                    <a:pt x="264315" y="285178"/>
                  </a:lnTo>
                  <a:lnTo>
                    <a:pt x="265171" y="275840"/>
                  </a:lnTo>
                  <a:lnTo>
                    <a:pt x="266026" y="255561"/>
                  </a:lnTo>
                  <a:lnTo>
                    <a:pt x="266882" y="312648"/>
                  </a:lnTo>
                  <a:lnTo>
                    <a:pt x="267737" y="278293"/>
                  </a:lnTo>
                  <a:lnTo>
                    <a:pt x="268593" y="284659"/>
                  </a:lnTo>
                  <a:lnTo>
                    <a:pt x="269448" y="264898"/>
                  </a:lnTo>
                  <a:lnTo>
                    <a:pt x="270304" y="208674"/>
                  </a:lnTo>
                  <a:lnTo>
                    <a:pt x="271159" y="235458"/>
                  </a:lnTo>
                  <a:lnTo>
                    <a:pt x="272015" y="286274"/>
                  </a:lnTo>
                  <a:lnTo>
                    <a:pt x="272871" y="289672"/>
                  </a:lnTo>
                  <a:lnTo>
                    <a:pt x="273726" y="316169"/>
                  </a:lnTo>
                  <a:lnTo>
                    <a:pt x="274582" y="347132"/>
                  </a:lnTo>
                  <a:lnTo>
                    <a:pt x="275437" y="274784"/>
                  </a:lnTo>
                  <a:lnTo>
                    <a:pt x="276293" y="237120"/>
                  </a:lnTo>
                  <a:lnTo>
                    <a:pt x="277148" y="216018"/>
                  </a:lnTo>
                  <a:lnTo>
                    <a:pt x="278004" y="214542"/>
                  </a:lnTo>
                  <a:lnTo>
                    <a:pt x="278859" y="144472"/>
                  </a:lnTo>
                  <a:lnTo>
                    <a:pt x="279715" y="108505"/>
                  </a:lnTo>
                  <a:lnTo>
                    <a:pt x="280570" y="100598"/>
                  </a:lnTo>
                  <a:lnTo>
                    <a:pt x="281426" y="172540"/>
                  </a:lnTo>
                  <a:lnTo>
                    <a:pt x="282281" y="191124"/>
                  </a:lnTo>
                  <a:lnTo>
                    <a:pt x="283137" y="168133"/>
                  </a:lnTo>
                  <a:lnTo>
                    <a:pt x="283992" y="46891"/>
                  </a:lnTo>
                  <a:lnTo>
                    <a:pt x="284848" y="34282"/>
                  </a:lnTo>
                  <a:lnTo>
                    <a:pt x="285703" y="32987"/>
                  </a:lnTo>
                  <a:lnTo>
                    <a:pt x="286559" y="42052"/>
                  </a:lnTo>
                  <a:lnTo>
                    <a:pt x="287414" y="62211"/>
                  </a:lnTo>
                  <a:lnTo>
                    <a:pt x="288270" y="88571"/>
                  </a:lnTo>
                  <a:lnTo>
                    <a:pt x="289126" y="125263"/>
                  </a:lnTo>
                  <a:lnTo>
                    <a:pt x="289981" y="188973"/>
                  </a:lnTo>
                  <a:lnTo>
                    <a:pt x="290837" y="196960"/>
                  </a:lnTo>
                  <a:lnTo>
                    <a:pt x="291692" y="199855"/>
                  </a:lnTo>
                  <a:lnTo>
                    <a:pt x="292548" y="133311"/>
                  </a:lnTo>
                  <a:lnTo>
                    <a:pt x="293403" y="120590"/>
                  </a:lnTo>
                  <a:lnTo>
                    <a:pt x="294259" y="137035"/>
                  </a:lnTo>
                  <a:lnTo>
                    <a:pt x="295114" y="232501"/>
                  </a:lnTo>
                  <a:lnTo>
                    <a:pt x="295970" y="236799"/>
                  </a:lnTo>
                  <a:lnTo>
                    <a:pt x="296825" y="247067"/>
                  </a:lnTo>
                  <a:lnTo>
                    <a:pt x="297681" y="221063"/>
                  </a:lnTo>
                  <a:lnTo>
                    <a:pt x="298536" y="233676"/>
                  </a:lnTo>
                  <a:lnTo>
                    <a:pt x="299392" y="259887"/>
                  </a:lnTo>
                  <a:lnTo>
                    <a:pt x="300247" y="257665"/>
                  </a:lnTo>
                  <a:lnTo>
                    <a:pt x="301103" y="223653"/>
                  </a:lnTo>
                  <a:lnTo>
                    <a:pt x="301958" y="175545"/>
                  </a:lnTo>
                  <a:lnTo>
                    <a:pt x="302814" y="118418"/>
                  </a:lnTo>
                  <a:lnTo>
                    <a:pt x="303669" y="143553"/>
                  </a:lnTo>
                  <a:lnTo>
                    <a:pt x="304525" y="182034"/>
                  </a:lnTo>
                  <a:lnTo>
                    <a:pt x="305381" y="174280"/>
                  </a:lnTo>
                  <a:lnTo>
                    <a:pt x="306236" y="244694"/>
                  </a:lnTo>
                  <a:lnTo>
                    <a:pt x="307092" y="228985"/>
                  </a:lnTo>
                  <a:lnTo>
                    <a:pt x="307947" y="268227"/>
                  </a:lnTo>
                  <a:lnTo>
                    <a:pt x="308803" y="172247"/>
                  </a:lnTo>
                  <a:lnTo>
                    <a:pt x="309658" y="189231"/>
                  </a:lnTo>
                  <a:lnTo>
                    <a:pt x="310514" y="196584"/>
                  </a:lnTo>
                  <a:lnTo>
                    <a:pt x="311369" y="213265"/>
                  </a:lnTo>
                  <a:lnTo>
                    <a:pt x="312225" y="244757"/>
                  </a:lnTo>
                  <a:lnTo>
                    <a:pt x="313080" y="237041"/>
                  </a:lnTo>
                  <a:lnTo>
                    <a:pt x="313936" y="174620"/>
                  </a:lnTo>
                  <a:lnTo>
                    <a:pt x="314791" y="103140"/>
                  </a:lnTo>
                  <a:lnTo>
                    <a:pt x="315647" y="100812"/>
                  </a:lnTo>
                  <a:lnTo>
                    <a:pt x="316502" y="140528"/>
                  </a:lnTo>
                  <a:lnTo>
                    <a:pt x="317358" y="69985"/>
                  </a:lnTo>
                  <a:lnTo>
                    <a:pt x="318213" y="80004"/>
                  </a:lnTo>
                  <a:lnTo>
                    <a:pt x="319069" y="100302"/>
                  </a:lnTo>
                  <a:lnTo>
                    <a:pt x="319925" y="218903"/>
                  </a:lnTo>
                  <a:lnTo>
                    <a:pt x="320780" y="231123"/>
                  </a:lnTo>
                  <a:lnTo>
                    <a:pt x="321636" y="192607"/>
                  </a:lnTo>
                  <a:lnTo>
                    <a:pt x="322491" y="130063"/>
                  </a:lnTo>
                  <a:lnTo>
                    <a:pt x="323347" y="216296"/>
                  </a:lnTo>
                  <a:lnTo>
                    <a:pt x="324202" y="215494"/>
                  </a:lnTo>
                  <a:lnTo>
                    <a:pt x="325058" y="146814"/>
                  </a:lnTo>
                  <a:lnTo>
                    <a:pt x="325913" y="128013"/>
                  </a:lnTo>
                  <a:lnTo>
                    <a:pt x="326769" y="71085"/>
                  </a:lnTo>
                  <a:lnTo>
                    <a:pt x="327624" y="95015"/>
                  </a:lnTo>
                  <a:lnTo>
                    <a:pt x="328480" y="103017"/>
                  </a:lnTo>
                  <a:lnTo>
                    <a:pt x="329335" y="87101"/>
                  </a:lnTo>
                  <a:lnTo>
                    <a:pt x="330191" y="74147"/>
                  </a:lnTo>
                  <a:lnTo>
                    <a:pt x="331046" y="78875"/>
                  </a:lnTo>
                  <a:lnTo>
                    <a:pt x="331902" y="182605"/>
                  </a:lnTo>
                  <a:lnTo>
                    <a:pt x="332757" y="173412"/>
                  </a:lnTo>
                  <a:lnTo>
                    <a:pt x="333613" y="192762"/>
                  </a:lnTo>
                  <a:lnTo>
                    <a:pt x="334468" y="166258"/>
                  </a:lnTo>
                  <a:lnTo>
                    <a:pt x="335324" y="123293"/>
                  </a:lnTo>
                  <a:lnTo>
                    <a:pt x="336180" y="66056"/>
                  </a:lnTo>
                  <a:lnTo>
                    <a:pt x="337035" y="51156"/>
                  </a:lnTo>
                  <a:lnTo>
                    <a:pt x="337891" y="108763"/>
                  </a:lnTo>
                  <a:lnTo>
                    <a:pt x="338746" y="89740"/>
                  </a:lnTo>
                  <a:lnTo>
                    <a:pt x="339602" y="127996"/>
                  </a:lnTo>
                  <a:lnTo>
                    <a:pt x="340457" y="88610"/>
                  </a:lnTo>
                  <a:lnTo>
                    <a:pt x="341313" y="186291"/>
                  </a:lnTo>
                  <a:lnTo>
                    <a:pt x="342168" y="276836"/>
                  </a:lnTo>
                  <a:lnTo>
                    <a:pt x="343024" y="177084"/>
                  </a:lnTo>
                  <a:lnTo>
                    <a:pt x="343879" y="116976"/>
                  </a:lnTo>
                  <a:lnTo>
                    <a:pt x="344735" y="165057"/>
                  </a:lnTo>
                  <a:lnTo>
                    <a:pt x="345590" y="241104"/>
                  </a:lnTo>
                  <a:lnTo>
                    <a:pt x="346446" y="264062"/>
                  </a:lnTo>
                  <a:lnTo>
                    <a:pt x="347301" y="288481"/>
                  </a:lnTo>
                  <a:lnTo>
                    <a:pt x="348157" y="298993"/>
                  </a:lnTo>
                  <a:lnTo>
                    <a:pt x="349012" y="329556"/>
                  </a:lnTo>
                  <a:lnTo>
                    <a:pt x="349868" y="354698"/>
                  </a:lnTo>
                  <a:lnTo>
                    <a:pt x="350723" y="362300"/>
                  </a:lnTo>
                  <a:lnTo>
                    <a:pt x="351579" y="377814"/>
                  </a:lnTo>
                  <a:lnTo>
                    <a:pt x="352435" y="349221"/>
                  </a:lnTo>
                  <a:lnTo>
                    <a:pt x="353290" y="334922"/>
                  </a:lnTo>
                  <a:lnTo>
                    <a:pt x="354146" y="295842"/>
                  </a:lnTo>
                  <a:lnTo>
                    <a:pt x="355001" y="282563"/>
                  </a:lnTo>
                  <a:lnTo>
                    <a:pt x="355857" y="278359"/>
                  </a:lnTo>
                  <a:lnTo>
                    <a:pt x="356712" y="225415"/>
                  </a:lnTo>
                  <a:lnTo>
                    <a:pt x="357568" y="220325"/>
                  </a:lnTo>
                  <a:lnTo>
                    <a:pt x="358423" y="241980"/>
                  </a:lnTo>
                  <a:lnTo>
                    <a:pt x="359279" y="227725"/>
                  </a:lnTo>
                  <a:lnTo>
                    <a:pt x="360134" y="209499"/>
                  </a:lnTo>
                  <a:lnTo>
                    <a:pt x="360990" y="157900"/>
                  </a:lnTo>
                  <a:lnTo>
                    <a:pt x="361845" y="261732"/>
                  </a:lnTo>
                  <a:lnTo>
                    <a:pt x="362701" y="266820"/>
                  </a:lnTo>
                  <a:lnTo>
                    <a:pt x="363556" y="246789"/>
                  </a:lnTo>
                  <a:lnTo>
                    <a:pt x="364412" y="267080"/>
                  </a:lnTo>
                  <a:lnTo>
                    <a:pt x="365267" y="261147"/>
                  </a:lnTo>
                  <a:lnTo>
                    <a:pt x="366123" y="282429"/>
                  </a:lnTo>
                  <a:lnTo>
                    <a:pt x="366979" y="271137"/>
                  </a:lnTo>
                  <a:lnTo>
                    <a:pt x="367834" y="193771"/>
                  </a:lnTo>
                  <a:lnTo>
                    <a:pt x="368690" y="177801"/>
                  </a:lnTo>
                  <a:lnTo>
                    <a:pt x="369545" y="258328"/>
                  </a:lnTo>
                  <a:lnTo>
                    <a:pt x="370401" y="264866"/>
                  </a:lnTo>
                  <a:lnTo>
                    <a:pt x="371256" y="244466"/>
                  </a:lnTo>
                  <a:lnTo>
                    <a:pt x="372112" y="172694"/>
                  </a:lnTo>
                  <a:lnTo>
                    <a:pt x="372967" y="158047"/>
                  </a:lnTo>
                  <a:lnTo>
                    <a:pt x="373823" y="191157"/>
                  </a:lnTo>
                  <a:lnTo>
                    <a:pt x="374678" y="262652"/>
                  </a:lnTo>
                  <a:lnTo>
                    <a:pt x="375534" y="280385"/>
                  </a:lnTo>
                  <a:lnTo>
                    <a:pt x="376389" y="323263"/>
                  </a:lnTo>
                  <a:lnTo>
                    <a:pt x="377245" y="284601"/>
                  </a:lnTo>
                  <a:lnTo>
                    <a:pt x="378100" y="262419"/>
                  </a:lnTo>
                  <a:lnTo>
                    <a:pt x="378956" y="241491"/>
                  </a:lnTo>
                  <a:lnTo>
                    <a:pt x="379811" y="185718"/>
                  </a:lnTo>
                  <a:lnTo>
                    <a:pt x="380667" y="158949"/>
                  </a:lnTo>
                  <a:lnTo>
                    <a:pt x="381522" y="96765"/>
                  </a:lnTo>
                  <a:lnTo>
                    <a:pt x="382378" y="128695"/>
                  </a:lnTo>
                  <a:lnTo>
                    <a:pt x="383234" y="153251"/>
                  </a:lnTo>
                  <a:lnTo>
                    <a:pt x="384089" y="199565"/>
                  </a:lnTo>
                  <a:lnTo>
                    <a:pt x="384945" y="238308"/>
                  </a:lnTo>
                  <a:lnTo>
                    <a:pt x="385800" y="213219"/>
                  </a:lnTo>
                  <a:lnTo>
                    <a:pt x="386656" y="275354"/>
                  </a:lnTo>
                  <a:lnTo>
                    <a:pt x="387511" y="280559"/>
                  </a:lnTo>
                  <a:lnTo>
                    <a:pt x="388367" y="323023"/>
                  </a:lnTo>
                  <a:lnTo>
                    <a:pt x="389222" y="321753"/>
                  </a:lnTo>
                  <a:lnTo>
                    <a:pt x="390078" y="312200"/>
                  </a:lnTo>
                  <a:lnTo>
                    <a:pt x="390933" y="349227"/>
                  </a:lnTo>
                  <a:lnTo>
                    <a:pt x="391789" y="349157"/>
                  </a:lnTo>
                  <a:lnTo>
                    <a:pt x="392644" y="334837"/>
                  </a:lnTo>
                  <a:lnTo>
                    <a:pt x="393500" y="335350"/>
                  </a:lnTo>
                  <a:lnTo>
                    <a:pt x="394355" y="355837"/>
                  </a:lnTo>
                  <a:lnTo>
                    <a:pt x="395211" y="320077"/>
                  </a:lnTo>
                  <a:lnTo>
                    <a:pt x="396066" y="297573"/>
                  </a:lnTo>
                  <a:lnTo>
                    <a:pt x="396922" y="209444"/>
                  </a:lnTo>
                  <a:lnTo>
                    <a:pt x="397777" y="214701"/>
                  </a:lnTo>
                  <a:lnTo>
                    <a:pt x="398633" y="292143"/>
                  </a:lnTo>
                  <a:lnTo>
                    <a:pt x="399489" y="262256"/>
                  </a:lnTo>
                  <a:lnTo>
                    <a:pt x="400344" y="202537"/>
                  </a:lnTo>
                  <a:lnTo>
                    <a:pt x="401200" y="174151"/>
                  </a:lnTo>
                  <a:lnTo>
                    <a:pt x="402055" y="303184"/>
                  </a:lnTo>
                  <a:lnTo>
                    <a:pt x="402911" y="306237"/>
                  </a:lnTo>
                  <a:lnTo>
                    <a:pt x="403766" y="305053"/>
                  </a:lnTo>
                  <a:lnTo>
                    <a:pt x="404622" y="273834"/>
                  </a:lnTo>
                  <a:lnTo>
                    <a:pt x="405477" y="294147"/>
                  </a:lnTo>
                  <a:lnTo>
                    <a:pt x="406333" y="319942"/>
                  </a:lnTo>
                  <a:lnTo>
                    <a:pt x="407188" y="290711"/>
                  </a:lnTo>
                  <a:lnTo>
                    <a:pt x="408044" y="321445"/>
                  </a:lnTo>
                  <a:lnTo>
                    <a:pt x="408899" y="275157"/>
                  </a:lnTo>
                  <a:lnTo>
                    <a:pt x="409755" y="249488"/>
                  </a:lnTo>
                  <a:lnTo>
                    <a:pt x="410610" y="258984"/>
                  </a:lnTo>
                  <a:lnTo>
                    <a:pt x="411466" y="351927"/>
                  </a:lnTo>
                  <a:lnTo>
                    <a:pt x="412321" y="325123"/>
                  </a:lnTo>
                  <a:lnTo>
                    <a:pt x="413177" y="355241"/>
                  </a:lnTo>
                  <a:lnTo>
                    <a:pt x="414033" y="340868"/>
                  </a:lnTo>
                  <a:lnTo>
                    <a:pt x="414888" y="321774"/>
                  </a:lnTo>
                  <a:lnTo>
                    <a:pt x="415744" y="308108"/>
                  </a:lnTo>
                  <a:lnTo>
                    <a:pt x="416599" y="302877"/>
                  </a:lnTo>
                  <a:lnTo>
                    <a:pt x="417455" y="297043"/>
                  </a:lnTo>
                  <a:lnTo>
                    <a:pt x="418310" y="278121"/>
                  </a:lnTo>
                  <a:lnTo>
                    <a:pt x="419166" y="229530"/>
                  </a:lnTo>
                  <a:lnTo>
                    <a:pt x="420021" y="288347"/>
                  </a:lnTo>
                  <a:lnTo>
                    <a:pt x="420877" y="284013"/>
                  </a:lnTo>
                  <a:lnTo>
                    <a:pt x="421732" y="270244"/>
                  </a:lnTo>
                  <a:lnTo>
                    <a:pt x="422588" y="255370"/>
                  </a:lnTo>
                  <a:lnTo>
                    <a:pt x="423443" y="259744"/>
                  </a:lnTo>
                  <a:lnTo>
                    <a:pt x="424299" y="218968"/>
                  </a:lnTo>
                  <a:lnTo>
                    <a:pt x="425154" y="266142"/>
                  </a:lnTo>
                  <a:lnTo>
                    <a:pt x="426010" y="264036"/>
                  </a:lnTo>
                  <a:lnTo>
                    <a:pt x="426865" y="239501"/>
                  </a:lnTo>
                  <a:lnTo>
                    <a:pt x="427721" y="233104"/>
                  </a:lnTo>
                  <a:lnTo>
                    <a:pt x="428576" y="228546"/>
                  </a:lnTo>
                  <a:lnTo>
                    <a:pt x="429432" y="206306"/>
                  </a:lnTo>
                  <a:lnTo>
                    <a:pt x="430288" y="232494"/>
                  </a:lnTo>
                  <a:lnTo>
                    <a:pt x="431143" y="314074"/>
                  </a:lnTo>
                  <a:lnTo>
                    <a:pt x="431999" y="330595"/>
                  </a:lnTo>
                  <a:lnTo>
                    <a:pt x="432854" y="308059"/>
                  </a:lnTo>
                  <a:lnTo>
                    <a:pt x="433710" y="287549"/>
                  </a:lnTo>
                  <a:lnTo>
                    <a:pt x="434565" y="319767"/>
                  </a:lnTo>
                  <a:lnTo>
                    <a:pt x="435421" y="328671"/>
                  </a:lnTo>
                  <a:lnTo>
                    <a:pt x="436276" y="348005"/>
                  </a:lnTo>
                  <a:lnTo>
                    <a:pt x="437132" y="333364"/>
                  </a:lnTo>
                  <a:lnTo>
                    <a:pt x="437987" y="391436"/>
                  </a:lnTo>
                  <a:lnTo>
                    <a:pt x="438843" y="369599"/>
                  </a:lnTo>
                  <a:lnTo>
                    <a:pt x="439698" y="375639"/>
                  </a:lnTo>
                  <a:lnTo>
                    <a:pt x="440554" y="367129"/>
                  </a:lnTo>
                  <a:lnTo>
                    <a:pt x="441409" y="387629"/>
                  </a:lnTo>
                  <a:lnTo>
                    <a:pt x="442265" y="405259"/>
                  </a:lnTo>
                  <a:lnTo>
                    <a:pt x="443120" y="420758"/>
                  </a:lnTo>
                  <a:lnTo>
                    <a:pt x="443828" y="4232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996653" y="6272863"/>
              <a:ext cx="9777" cy="106586"/>
            </a:xfrm>
            <a:custGeom>
              <a:avLst/>
              <a:pathLst>
                <a:path w="9777" h="106586">
                  <a:moveTo>
                    <a:pt x="0" y="106586"/>
                  </a:moveTo>
                  <a:lnTo>
                    <a:pt x="429" y="88098"/>
                  </a:lnTo>
                  <a:lnTo>
                    <a:pt x="1285" y="95926"/>
                  </a:lnTo>
                  <a:lnTo>
                    <a:pt x="2140" y="86677"/>
                  </a:lnTo>
                  <a:lnTo>
                    <a:pt x="2996" y="40203"/>
                  </a:lnTo>
                  <a:lnTo>
                    <a:pt x="3851" y="0"/>
                  </a:lnTo>
                  <a:lnTo>
                    <a:pt x="4707" y="7496"/>
                  </a:lnTo>
                  <a:lnTo>
                    <a:pt x="5563" y="73223"/>
                  </a:lnTo>
                  <a:lnTo>
                    <a:pt x="6418" y="98743"/>
                  </a:lnTo>
                  <a:lnTo>
                    <a:pt x="7274" y="104969"/>
                  </a:lnTo>
                  <a:lnTo>
                    <a:pt x="8129" y="97874"/>
                  </a:lnTo>
                  <a:lnTo>
                    <a:pt x="8985" y="68003"/>
                  </a:lnTo>
                  <a:lnTo>
                    <a:pt x="9777" y="1065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006570" y="4971953"/>
              <a:ext cx="442126" cy="1407496"/>
            </a:xfrm>
            <a:custGeom>
              <a:avLst/>
              <a:pathLst>
                <a:path w="442126" h="1407496">
                  <a:moveTo>
                    <a:pt x="0" y="1407496"/>
                  </a:moveTo>
                  <a:lnTo>
                    <a:pt x="779" y="1375890"/>
                  </a:lnTo>
                  <a:lnTo>
                    <a:pt x="1635" y="1356602"/>
                  </a:lnTo>
                  <a:lnTo>
                    <a:pt x="2490" y="1385211"/>
                  </a:lnTo>
                  <a:lnTo>
                    <a:pt x="3346" y="1347450"/>
                  </a:lnTo>
                  <a:lnTo>
                    <a:pt x="4201" y="1380987"/>
                  </a:lnTo>
                  <a:lnTo>
                    <a:pt x="5057" y="1372554"/>
                  </a:lnTo>
                  <a:lnTo>
                    <a:pt x="5913" y="1346755"/>
                  </a:lnTo>
                  <a:lnTo>
                    <a:pt x="6768" y="1354851"/>
                  </a:lnTo>
                  <a:lnTo>
                    <a:pt x="7624" y="1317483"/>
                  </a:lnTo>
                  <a:lnTo>
                    <a:pt x="8479" y="1279156"/>
                  </a:lnTo>
                  <a:lnTo>
                    <a:pt x="9335" y="1311334"/>
                  </a:lnTo>
                  <a:lnTo>
                    <a:pt x="10190" y="1309224"/>
                  </a:lnTo>
                  <a:lnTo>
                    <a:pt x="11046" y="1264158"/>
                  </a:lnTo>
                  <a:lnTo>
                    <a:pt x="11901" y="1243374"/>
                  </a:lnTo>
                  <a:lnTo>
                    <a:pt x="12757" y="1273226"/>
                  </a:lnTo>
                  <a:lnTo>
                    <a:pt x="13612" y="1290342"/>
                  </a:lnTo>
                  <a:lnTo>
                    <a:pt x="14468" y="1311619"/>
                  </a:lnTo>
                  <a:lnTo>
                    <a:pt x="15323" y="1350535"/>
                  </a:lnTo>
                  <a:lnTo>
                    <a:pt x="16179" y="1311672"/>
                  </a:lnTo>
                  <a:lnTo>
                    <a:pt x="17034" y="1268747"/>
                  </a:lnTo>
                  <a:lnTo>
                    <a:pt x="17890" y="1290925"/>
                  </a:lnTo>
                  <a:lnTo>
                    <a:pt x="18745" y="1305917"/>
                  </a:lnTo>
                  <a:lnTo>
                    <a:pt x="19601" y="1297928"/>
                  </a:lnTo>
                  <a:lnTo>
                    <a:pt x="20456" y="1246228"/>
                  </a:lnTo>
                  <a:lnTo>
                    <a:pt x="21312" y="1326346"/>
                  </a:lnTo>
                  <a:lnTo>
                    <a:pt x="22168" y="1312708"/>
                  </a:lnTo>
                  <a:lnTo>
                    <a:pt x="23023" y="1316036"/>
                  </a:lnTo>
                  <a:lnTo>
                    <a:pt x="23879" y="1279445"/>
                  </a:lnTo>
                  <a:lnTo>
                    <a:pt x="24734" y="1270902"/>
                  </a:lnTo>
                  <a:lnTo>
                    <a:pt x="25590" y="1274358"/>
                  </a:lnTo>
                  <a:lnTo>
                    <a:pt x="26445" y="1306642"/>
                  </a:lnTo>
                  <a:lnTo>
                    <a:pt x="27301" y="1290170"/>
                  </a:lnTo>
                  <a:lnTo>
                    <a:pt x="28156" y="1269898"/>
                  </a:lnTo>
                  <a:lnTo>
                    <a:pt x="29012" y="1297212"/>
                  </a:lnTo>
                  <a:lnTo>
                    <a:pt x="29867" y="1263560"/>
                  </a:lnTo>
                  <a:lnTo>
                    <a:pt x="30723" y="1277895"/>
                  </a:lnTo>
                  <a:lnTo>
                    <a:pt x="31578" y="1315198"/>
                  </a:lnTo>
                  <a:lnTo>
                    <a:pt x="32434" y="1297739"/>
                  </a:lnTo>
                  <a:lnTo>
                    <a:pt x="33289" y="1315817"/>
                  </a:lnTo>
                  <a:lnTo>
                    <a:pt x="34145" y="1283147"/>
                  </a:lnTo>
                  <a:lnTo>
                    <a:pt x="35000" y="1268234"/>
                  </a:lnTo>
                  <a:lnTo>
                    <a:pt x="35856" y="1249050"/>
                  </a:lnTo>
                  <a:lnTo>
                    <a:pt x="36712" y="1286391"/>
                  </a:lnTo>
                  <a:lnTo>
                    <a:pt x="37567" y="1318587"/>
                  </a:lnTo>
                  <a:lnTo>
                    <a:pt x="38423" y="1343302"/>
                  </a:lnTo>
                  <a:lnTo>
                    <a:pt x="39278" y="1351942"/>
                  </a:lnTo>
                  <a:lnTo>
                    <a:pt x="40134" y="1371163"/>
                  </a:lnTo>
                  <a:lnTo>
                    <a:pt x="40989" y="1336456"/>
                  </a:lnTo>
                  <a:lnTo>
                    <a:pt x="41845" y="1335445"/>
                  </a:lnTo>
                  <a:lnTo>
                    <a:pt x="42700" y="1288485"/>
                  </a:lnTo>
                  <a:lnTo>
                    <a:pt x="43556" y="1289409"/>
                  </a:lnTo>
                  <a:lnTo>
                    <a:pt x="44411" y="1327636"/>
                  </a:lnTo>
                  <a:lnTo>
                    <a:pt x="45267" y="1291204"/>
                  </a:lnTo>
                  <a:lnTo>
                    <a:pt x="46122" y="1284640"/>
                  </a:lnTo>
                  <a:lnTo>
                    <a:pt x="46978" y="1299272"/>
                  </a:lnTo>
                  <a:lnTo>
                    <a:pt x="47833" y="1292860"/>
                  </a:lnTo>
                  <a:lnTo>
                    <a:pt x="48689" y="1267619"/>
                  </a:lnTo>
                  <a:lnTo>
                    <a:pt x="49544" y="1237379"/>
                  </a:lnTo>
                  <a:lnTo>
                    <a:pt x="50400" y="1207467"/>
                  </a:lnTo>
                  <a:lnTo>
                    <a:pt x="51255" y="1209976"/>
                  </a:lnTo>
                  <a:lnTo>
                    <a:pt x="52111" y="1239420"/>
                  </a:lnTo>
                  <a:lnTo>
                    <a:pt x="52967" y="1177646"/>
                  </a:lnTo>
                  <a:lnTo>
                    <a:pt x="53822" y="1225802"/>
                  </a:lnTo>
                  <a:lnTo>
                    <a:pt x="54678" y="1202560"/>
                  </a:lnTo>
                  <a:lnTo>
                    <a:pt x="55533" y="1142743"/>
                  </a:lnTo>
                  <a:lnTo>
                    <a:pt x="56389" y="1191204"/>
                  </a:lnTo>
                  <a:lnTo>
                    <a:pt x="57244" y="1226050"/>
                  </a:lnTo>
                  <a:lnTo>
                    <a:pt x="58100" y="1254605"/>
                  </a:lnTo>
                  <a:lnTo>
                    <a:pt x="58955" y="1252560"/>
                  </a:lnTo>
                  <a:lnTo>
                    <a:pt x="59811" y="1262874"/>
                  </a:lnTo>
                  <a:lnTo>
                    <a:pt x="60666" y="1246774"/>
                  </a:lnTo>
                  <a:lnTo>
                    <a:pt x="61522" y="1268410"/>
                  </a:lnTo>
                  <a:lnTo>
                    <a:pt x="62377" y="1254293"/>
                  </a:lnTo>
                  <a:lnTo>
                    <a:pt x="63233" y="1184482"/>
                  </a:lnTo>
                  <a:lnTo>
                    <a:pt x="64088" y="1204823"/>
                  </a:lnTo>
                  <a:lnTo>
                    <a:pt x="64944" y="1121541"/>
                  </a:lnTo>
                  <a:lnTo>
                    <a:pt x="65799" y="1075683"/>
                  </a:lnTo>
                  <a:lnTo>
                    <a:pt x="66655" y="1097039"/>
                  </a:lnTo>
                  <a:lnTo>
                    <a:pt x="67510" y="1076556"/>
                  </a:lnTo>
                  <a:lnTo>
                    <a:pt x="68366" y="1056504"/>
                  </a:lnTo>
                  <a:lnTo>
                    <a:pt x="69222" y="1052896"/>
                  </a:lnTo>
                  <a:lnTo>
                    <a:pt x="70077" y="993641"/>
                  </a:lnTo>
                  <a:lnTo>
                    <a:pt x="70933" y="1002657"/>
                  </a:lnTo>
                  <a:lnTo>
                    <a:pt x="71788" y="1026393"/>
                  </a:lnTo>
                  <a:lnTo>
                    <a:pt x="72644" y="1040296"/>
                  </a:lnTo>
                  <a:lnTo>
                    <a:pt x="73499" y="1029924"/>
                  </a:lnTo>
                  <a:lnTo>
                    <a:pt x="74355" y="1061959"/>
                  </a:lnTo>
                  <a:lnTo>
                    <a:pt x="75210" y="1099624"/>
                  </a:lnTo>
                  <a:lnTo>
                    <a:pt x="76066" y="1083355"/>
                  </a:lnTo>
                  <a:lnTo>
                    <a:pt x="76921" y="1062077"/>
                  </a:lnTo>
                  <a:lnTo>
                    <a:pt x="77777" y="1007128"/>
                  </a:lnTo>
                  <a:lnTo>
                    <a:pt x="78632" y="986040"/>
                  </a:lnTo>
                  <a:lnTo>
                    <a:pt x="79488" y="919007"/>
                  </a:lnTo>
                  <a:lnTo>
                    <a:pt x="80343" y="904585"/>
                  </a:lnTo>
                  <a:lnTo>
                    <a:pt x="81199" y="880347"/>
                  </a:lnTo>
                  <a:lnTo>
                    <a:pt x="82054" y="808867"/>
                  </a:lnTo>
                  <a:lnTo>
                    <a:pt x="82910" y="774014"/>
                  </a:lnTo>
                  <a:lnTo>
                    <a:pt x="83766" y="763302"/>
                  </a:lnTo>
                  <a:lnTo>
                    <a:pt x="84621" y="803266"/>
                  </a:lnTo>
                  <a:lnTo>
                    <a:pt x="85477" y="784409"/>
                  </a:lnTo>
                  <a:lnTo>
                    <a:pt x="86332" y="785083"/>
                  </a:lnTo>
                  <a:lnTo>
                    <a:pt x="87188" y="789723"/>
                  </a:lnTo>
                  <a:lnTo>
                    <a:pt x="88043" y="855153"/>
                  </a:lnTo>
                  <a:lnTo>
                    <a:pt x="88899" y="883506"/>
                  </a:lnTo>
                  <a:lnTo>
                    <a:pt x="89754" y="889180"/>
                  </a:lnTo>
                  <a:lnTo>
                    <a:pt x="90610" y="874204"/>
                  </a:lnTo>
                  <a:lnTo>
                    <a:pt x="91465" y="944488"/>
                  </a:lnTo>
                  <a:lnTo>
                    <a:pt x="92321" y="962226"/>
                  </a:lnTo>
                  <a:lnTo>
                    <a:pt x="93176" y="878154"/>
                  </a:lnTo>
                  <a:lnTo>
                    <a:pt x="94032" y="870142"/>
                  </a:lnTo>
                  <a:lnTo>
                    <a:pt x="94887" y="835927"/>
                  </a:lnTo>
                  <a:lnTo>
                    <a:pt x="95743" y="946366"/>
                  </a:lnTo>
                  <a:lnTo>
                    <a:pt x="96598" y="840360"/>
                  </a:lnTo>
                  <a:lnTo>
                    <a:pt x="97454" y="830820"/>
                  </a:lnTo>
                  <a:lnTo>
                    <a:pt x="98309" y="772186"/>
                  </a:lnTo>
                  <a:lnTo>
                    <a:pt x="99165" y="707756"/>
                  </a:lnTo>
                  <a:lnTo>
                    <a:pt x="100021" y="770274"/>
                  </a:lnTo>
                  <a:lnTo>
                    <a:pt x="100876" y="770267"/>
                  </a:lnTo>
                  <a:lnTo>
                    <a:pt x="101732" y="716389"/>
                  </a:lnTo>
                  <a:lnTo>
                    <a:pt x="102587" y="746934"/>
                  </a:lnTo>
                  <a:lnTo>
                    <a:pt x="103443" y="792841"/>
                  </a:lnTo>
                  <a:lnTo>
                    <a:pt x="104298" y="788423"/>
                  </a:lnTo>
                  <a:lnTo>
                    <a:pt x="105154" y="808758"/>
                  </a:lnTo>
                  <a:lnTo>
                    <a:pt x="106009" y="839024"/>
                  </a:lnTo>
                  <a:lnTo>
                    <a:pt x="106865" y="816287"/>
                  </a:lnTo>
                  <a:lnTo>
                    <a:pt x="107720" y="852064"/>
                  </a:lnTo>
                  <a:lnTo>
                    <a:pt x="108576" y="850403"/>
                  </a:lnTo>
                  <a:lnTo>
                    <a:pt x="109431" y="829462"/>
                  </a:lnTo>
                  <a:lnTo>
                    <a:pt x="110287" y="784909"/>
                  </a:lnTo>
                  <a:lnTo>
                    <a:pt x="111142" y="702064"/>
                  </a:lnTo>
                  <a:lnTo>
                    <a:pt x="111998" y="647247"/>
                  </a:lnTo>
                  <a:lnTo>
                    <a:pt x="112853" y="534800"/>
                  </a:lnTo>
                  <a:lnTo>
                    <a:pt x="113709" y="527842"/>
                  </a:lnTo>
                  <a:lnTo>
                    <a:pt x="114564" y="358085"/>
                  </a:lnTo>
                  <a:lnTo>
                    <a:pt x="115420" y="351771"/>
                  </a:lnTo>
                  <a:lnTo>
                    <a:pt x="116276" y="248840"/>
                  </a:lnTo>
                  <a:lnTo>
                    <a:pt x="117131" y="142016"/>
                  </a:lnTo>
                  <a:lnTo>
                    <a:pt x="117987" y="125942"/>
                  </a:lnTo>
                  <a:lnTo>
                    <a:pt x="118842" y="0"/>
                  </a:lnTo>
                  <a:lnTo>
                    <a:pt x="119698" y="35561"/>
                  </a:lnTo>
                  <a:lnTo>
                    <a:pt x="120553" y="85467"/>
                  </a:lnTo>
                  <a:lnTo>
                    <a:pt x="121409" y="106178"/>
                  </a:lnTo>
                  <a:lnTo>
                    <a:pt x="122264" y="183337"/>
                  </a:lnTo>
                  <a:lnTo>
                    <a:pt x="123120" y="275713"/>
                  </a:lnTo>
                  <a:lnTo>
                    <a:pt x="123975" y="343926"/>
                  </a:lnTo>
                  <a:lnTo>
                    <a:pt x="124831" y="310354"/>
                  </a:lnTo>
                  <a:lnTo>
                    <a:pt x="125686" y="318380"/>
                  </a:lnTo>
                  <a:lnTo>
                    <a:pt x="126542" y="311678"/>
                  </a:lnTo>
                  <a:lnTo>
                    <a:pt x="127397" y="279411"/>
                  </a:lnTo>
                  <a:lnTo>
                    <a:pt x="128253" y="276720"/>
                  </a:lnTo>
                  <a:lnTo>
                    <a:pt x="129108" y="154020"/>
                  </a:lnTo>
                  <a:lnTo>
                    <a:pt x="129964" y="200267"/>
                  </a:lnTo>
                  <a:lnTo>
                    <a:pt x="130819" y="198386"/>
                  </a:lnTo>
                  <a:lnTo>
                    <a:pt x="131675" y="61703"/>
                  </a:lnTo>
                  <a:lnTo>
                    <a:pt x="132531" y="31864"/>
                  </a:lnTo>
                  <a:lnTo>
                    <a:pt x="133386" y="34360"/>
                  </a:lnTo>
                  <a:lnTo>
                    <a:pt x="134242" y="198919"/>
                  </a:lnTo>
                  <a:lnTo>
                    <a:pt x="135097" y="350647"/>
                  </a:lnTo>
                  <a:lnTo>
                    <a:pt x="135953" y="334812"/>
                  </a:lnTo>
                  <a:lnTo>
                    <a:pt x="136808" y="379322"/>
                  </a:lnTo>
                  <a:lnTo>
                    <a:pt x="137664" y="439499"/>
                  </a:lnTo>
                  <a:lnTo>
                    <a:pt x="138519" y="541708"/>
                  </a:lnTo>
                  <a:lnTo>
                    <a:pt x="139375" y="557799"/>
                  </a:lnTo>
                  <a:lnTo>
                    <a:pt x="140230" y="596314"/>
                  </a:lnTo>
                  <a:lnTo>
                    <a:pt x="141086" y="843012"/>
                  </a:lnTo>
                  <a:lnTo>
                    <a:pt x="141941" y="871448"/>
                  </a:lnTo>
                  <a:lnTo>
                    <a:pt x="142797" y="876565"/>
                  </a:lnTo>
                  <a:lnTo>
                    <a:pt x="143652" y="888289"/>
                  </a:lnTo>
                  <a:lnTo>
                    <a:pt x="144508" y="894581"/>
                  </a:lnTo>
                  <a:lnTo>
                    <a:pt x="145363" y="888247"/>
                  </a:lnTo>
                  <a:lnTo>
                    <a:pt x="146219" y="930702"/>
                  </a:lnTo>
                  <a:lnTo>
                    <a:pt x="147075" y="945421"/>
                  </a:lnTo>
                  <a:lnTo>
                    <a:pt x="147930" y="959719"/>
                  </a:lnTo>
                  <a:lnTo>
                    <a:pt x="148786" y="907490"/>
                  </a:lnTo>
                  <a:lnTo>
                    <a:pt x="149641" y="994191"/>
                  </a:lnTo>
                  <a:lnTo>
                    <a:pt x="150497" y="934688"/>
                  </a:lnTo>
                  <a:lnTo>
                    <a:pt x="151352" y="919886"/>
                  </a:lnTo>
                  <a:lnTo>
                    <a:pt x="152208" y="944515"/>
                  </a:lnTo>
                  <a:lnTo>
                    <a:pt x="153063" y="960026"/>
                  </a:lnTo>
                  <a:lnTo>
                    <a:pt x="153919" y="937231"/>
                  </a:lnTo>
                  <a:lnTo>
                    <a:pt x="154774" y="917007"/>
                  </a:lnTo>
                  <a:lnTo>
                    <a:pt x="155630" y="929916"/>
                  </a:lnTo>
                  <a:lnTo>
                    <a:pt x="156485" y="883068"/>
                  </a:lnTo>
                  <a:lnTo>
                    <a:pt x="157341" y="865816"/>
                  </a:lnTo>
                  <a:lnTo>
                    <a:pt x="158196" y="863317"/>
                  </a:lnTo>
                  <a:lnTo>
                    <a:pt x="159052" y="807612"/>
                  </a:lnTo>
                  <a:lnTo>
                    <a:pt x="159907" y="790880"/>
                  </a:lnTo>
                  <a:lnTo>
                    <a:pt x="160763" y="798555"/>
                  </a:lnTo>
                  <a:lnTo>
                    <a:pt x="161618" y="749500"/>
                  </a:lnTo>
                  <a:lnTo>
                    <a:pt x="162474" y="795450"/>
                  </a:lnTo>
                  <a:lnTo>
                    <a:pt x="163330" y="791115"/>
                  </a:lnTo>
                  <a:lnTo>
                    <a:pt x="164185" y="794008"/>
                  </a:lnTo>
                  <a:lnTo>
                    <a:pt x="165041" y="799579"/>
                  </a:lnTo>
                  <a:lnTo>
                    <a:pt x="165896" y="792036"/>
                  </a:lnTo>
                  <a:lnTo>
                    <a:pt x="166752" y="799734"/>
                  </a:lnTo>
                  <a:lnTo>
                    <a:pt x="167607" y="799031"/>
                  </a:lnTo>
                  <a:lnTo>
                    <a:pt x="168463" y="884477"/>
                  </a:lnTo>
                  <a:lnTo>
                    <a:pt x="169318" y="932088"/>
                  </a:lnTo>
                  <a:lnTo>
                    <a:pt x="170174" y="914135"/>
                  </a:lnTo>
                  <a:lnTo>
                    <a:pt x="171029" y="978190"/>
                  </a:lnTo>
                  <a:lnTo>
                    <a:pt x="171885" y="1007650"/>
                  </a:lnTo>
                  <a:lnTo>
                    <a:pt x="172740" y="1029226"/>
                  </a:lnTo>
                  <a:lnTo>
                    <a:pt x="173596" y="1046397"/>
                  </a:lnTo>
                  <a:lnTo>
                    <a:pt x="174451" y="1043032"/>
                  </a:lnTo>
                  <a:lnTo>
                    <a:pt x="175307" y="1127202"/>
                  </a:lnTo>
                  <a:lnTo>
                    <a:pt x="176162" y="1177494"/>
                  </a:lnTo>
                  <a:lnTo>
                    <a:pt x="177018" y="1189229"/>
                  </a:lnTo>
                  <a:lnTo>
                    <a:pt x="177873" y="1189530"/>
                  </a:lnTo>
                  <a:lnTo>
                    <a:pt x="178729" y="1216022"/>
                  </a:lnTo>
                  <a:lnTo>
                    <a:pt x="179585" y="1242529"/>
                  </a:lnTo>
                  <a:lnTo>
                    <a:pt x="180440" y="1268275"/>
                  </a:lnTo>
                  <a:lnTo>
                    <a:pt x="181296" y="1268658"/>
                  </a:lnTo>
                  <a:lnTo>
                    <a:pt x="182151" y="1287054"/>
                  </a:lnTo>
                  <a:lnTo>
                    <a:pt x="183007" y="1290330"/>
                  </a:lnTo>
                  <a:lnTo>
                    <a:pt x="183862" y="1257500"/>
                  </a:lnTo>
                  <a:lnTo>
                    <a:pt x="184718" y="1180258"/>
                  </a:lnTo>
                  <a:lnTo>
                    <a:pt x="185573" y="1188092"/>
                  </a:lnTo>
                  <a:lnTo>
                    <a:pt x="186429" y="1198377"/>
                  </a:lnTo>
                  <a:lnTo>
                    <a:pt x="187284" y="1187413"/>
                  </a:lnTo>
                  <a:lnTo>
                    <a:pt x="188140" y="1107283"/>
                  </a:lnTo>
                  <a:lnTo>
                    <a:pt x="188995" y="1024391"/>
                  </a:lnTo>
                  <a:lnTo>
                    <a:pt x="189851" y="1072204"/>
                  </a:lnTo>
                  <a:lnTo>
                    <a:pt x="190706" y="1128720"/>
                  </a:lnTo>
                  <a:lnTo>
                    <a:pt x="191562" y="1100385"/>
                  </a:lnTo>
                  <a:lnTo>
                    <a:pt x="192417" y="1015401"/>
                  </a:lnTo>
                  <a:lnTo>
                    <a:pt x="193273" y="981514"/>
                  </a:lnTo>
                  <a:lnTo>
                    <a:pt x="194129" y="1039813"/>
                  </a:lnTo>
                  <a:lnTo>
                    <a:pt x="194984" y="1117077"/>
                  </a:lnTo>
                  <a:lnTo>
                    <a:pt x="195840" y="1113410"/>
                  </a:lnTo>
                  <a:lnTo>
                    <a:pt x="196695" y="1144716"/>
                  </a:lnTo>
                  <a:lnTo>
                    <a:pt x="197551" y="1135397"/>
                  </a:lnTo>
                  <a:lnTo>
                    <a:pt x="198406" y="1128026"/>
                  </a:lnTo>
                  <a:lnTo>
                    <a:pt x="199262" y="1106377"/>
                  </a:lnTo>
                  <a:lnTo>
                    <a:pt x="200117" y="1093407"/>
                  </a:lnTo>
                  <a:lnTo>
                    <a:pt x="200973" y="1083177"/>
                  </a:lnTo>
                  <a:lnTo>
                    <a:pt x="201828" y="1123046"/>
                  </a:lnTo>
                  <a:lnTo>
                    <a:pt x="202684" y="1143375"/>
                  </a:lnTo>
                  <a:lnTo>
                    <a:pt x="203539" y="1250625"/>
                  </a:lnTo>
                  <a:lnTo>
                    <a:pt x="204395" y="1197568"/>
                  </a:lnTo>
                  <a:lnTo>
                    <a:pt x="205250" y="1226396"/>
                  </a:lnTo>
                  <a:lnTo>
                    <a:pt x="206106" y="1254021"/>
                  </a:lnTo>
                  <a:lnTo>
                    <a:pt x="206961" y="1214380"/>
                  </a:lnTo>
                  <a:lnTo>
                    <a:pt x="207817" y="1221035"/>
                  </a:lnTo>
                  <a:lnTo>
                    <a:pt x="208672" y="1277090"/>
                  </a:lnTo>
                  <a:lnTo>
                    <a:pt x="209528" y="1358014"/>
                  </a:lnTo>
                  <a:lnTo>
                    <a:pt x="210384" y="1343751"/>
                  </a:lnTo>
                  <a:lnTo>
                    <a:pt x="211239" y="1304360"/>
                  </a:lnTo>
                  <a:lnTo>
                    <a:pt x="212095" y="1296524"/>
                  </a:lnTo>
                  <a:lnTo>
                    <a:pt x="212950" y="1230767"/>
                  </a:lnTo>
                  <a:lnTo>
                    <a:pt x="213806" y="1225288"/>
                  </a:lnTo>
                  <a:lnTo>
                    <a:pt x="214661" y="1143396"/>
                  </a:lnTo>
                  <a:lnTo>
                    <a:pt x="215517" y="1107534"/>
                  </a:lnTo>
                  <a:lnTo>
                    <a:pt x="216372" y="1091365"/>
                  </a:lnTo>
                  <a:lnTo>
                    <a:pt x="217228" y="1102409"/>
                  </a:lnTo>
                  <a:lnTo>
                    <a:pt x="218083" y="1056488"/>
                  </a:lnTo>
                  <a:lnTo>
                    <a:pt x="218939" y="1060939"/>
                  </a:lnTo>
                  <a:lnTo>
                    <a:pt x="219794" y="1093588"/>
                  </a:lnTo>
                  <a:lnTo>
                    <a:pt x="220650" y="1105907"/>
                  </a:lnTo>
                  <a:lnTo>
                    <a:pt x="221505" y="1037874"/>
                  </a:lnTo>
                  <a:lnTo>
                    <a:pt x="222361" y="1011671"/>
                  </a:lnTo>
                  <a:lnTo>
                    <a:pt x="223216" y="1036345"/>
                  </a:lnTo>
                  <a:lnTo>
                    <a:pt x="224072" y="998456"/>
                  </a:lnTo>
                  <a:lnTo>
                    <a:pt x="224927" y="1041666"/>
                  </a:lnTo>
                  <a:lnTo>
                    <a:pt x="225783" y="1063457"/>
                  </a:lnTo>
                  <a:lnTo>
                    <a:pt x="226639" y="1084863"/>
                  </a:lnTo>
                  <a:lnTo>
                    <a:pt x="227494" y="1096722"/>
                  </a:lnTo>
                  <a:lnTo>
                    <a:pt x="228350" y="1101628"/>
                  </a:lnTo>
                  <a:lnTo>
                    <a:pt x="229205" y="1111871"/>
                  </a:lnTo>
                  <a:lnTo>
                    <a:pt x="230061" y="1073177"/>
                  </a:lnTo>
                  <a:lnTo>
                    <a:pt x="230916" y="1074008"/>
                  </a:lnTo>
                  <a:lnTo>
                    <a:pt x="231772" y="1110378"/>
                  </a:lnTo>
                  <a:lnTo>
                    <a:pt x="232627" y="1217630"/>
                  </a:lnTo>
                  <a:lnTo>
                    <a:pt x="233483" y="1236725"/>
                  </a:lnTo>
                  <a:lnTo>
                    <a:pt x="234338" y="1230072"/>
                  </a:lnTo>
                  <a:lnTo>
                    <a:pt x="235194" y="1141788"/>
                  </a:lnTo>
                  <a:lnTo>
                    <a:pt x="236049" y="1138249"/>
                  </a:lnTo>
                  <a:lnTo>
                    <a:pt x="236905" y="1193187"/>
                  </a:lnTo>
                  <a:lnTo>
                    <a:pt x="237760" y="1228947"/>
                  </a:lnTo>
                  <a:lnTo>
                    <a:pt x="238616" y="1221274"/>
                  </a:lnTo>
                  <a:lnTo>
                    <a:pt x="239471" y="1264177"/>
                  </a:lnTo>
                  <a:lnTo>
                    <a:pt x="240327" y="1315789"/>
                  </a:lnTo>
                  <a:lnTo>
                    <a:pt x="241183" y="1341792"/>
                  </a:lnTo>
                  <a:lnTo>
                    <a:pt x="242038" y="1329519"/>
                  </a:lnTo>
                  <a:lnTo>
                    <a:pt x="242894" y="1312905"/>
                  </a:lnTo>
                  <a:lnTo>
                    <a:pt x="243749" y="1320730"/>
                  </a:lnTo>
                  <a:lnTo>
                    <a:pt x="244605" y="1289818"/>
                  </a:lnTo>
                  <a:lnTo>
                    <a:pt x="245460" y="1314921"/>
                  </a:lnTo>
                  <a:lnTo>
                    <a:pt x="246316" y="1310356"/>
                  </a:lnTo>
                  <a:lnTo>
                    <a:pt x="247171" y="1290294"/>
                  </a:lnTo>
                  <a:lnTo>
                    <a:pt x="248027" y="1280464"/>
                  </a:lnTo>
                  <a:lnTo>
                    <a:pt x="248882" y="1217297"/>
                  </a:lnTo>
                  <a:lnTo>
                    <a:pt x="249738" y="1127354"/>
                  </a:lnTo>
                  <a:lnTo>
                    <a:pt x="250593" y="1064540"/>
                  </a:lnTo>
                  <a:lnTo>
                    <a:pt x="251449" y="1011337"/>
                  </a:lnTo>
                  <a:lnTo>
                    <a:pt x="252304" y="1005320"/>
                  </a:lnTo>
                  <a:lnTo>
                    <a:pt x="253160" y="981036"/>
                  </a:lnTo>
                  <a:lnTo>
                    <a:pt x="254015" y="987676"/>
                  </a:lnTo>
                  <a:lnTo>
                    <a:pt x="254871" y="980909"/>
                  </a:lnTo>
                  <a:lnTo>
                    <a:pt x="255726" y="1068321"/>
                  </a:lnTo>
                  <a:lnTo>
                    <a:pt x="256582" y="1085122"/>
                  </a:lnTo>
                  <a:lnTo>
                    <a:pt x="257438" y="1100352"/>
                  </a:lnTo>
                  <a:lnTo>
                    <a:pt x="258293" y="1116458"/>
                  </a:lnTo>
                  <a:lnTo>
                    <a:pt x="259149" y="1122531"/>
                  </a:lnTo>
                  <a:lnTo>
                    <a:pt x="260004" y="1158387"/>
                  </a:lnTo>
                  <a:lnTo>
                    <a:pt x="260860" y="1149962"/>
                  </a:lnTo>
                  <a:lnTo>
                    <a:pt x="261715" y="1275645"/>
                  </a:lnTo>
                  <a:lnTo>
                    <a:pt x="262571" y="1297073"/>
                  </a:lnTo>
                  <a:lnTo>
                    <a:pt x="263426" y="1331076"/>
                  </a:lnTo>
                  <a:lnTo>
                    <a:pt x="264282" y="1327721"/>
                  </a:lnTo>
                  <a:lnTo>
                    <a:pt x="265137" y="1311104"/>
                  </a:lnTo>
                  <a:lnTo>
                    <a:pt x="265993" y="1268263"/>
                  </a:lnTo>
                  <a:lnTo>
                    <a:pt x="266848" y="1199615"/>
                  </a:lnTo>
                  <a:lnTo>
                    <a:pt x="267704" y="1164063"/>
                  </a:lnTo>
                  <a:lnTo>
                    <a:pt x="268559" y="1128807"/>
                  </a:lnTo>
                  <a:lnTo>
                    <a:pt x="269415" y="1090085"/>
                  </a:lnTo>
                  <a:lnTo>
                    <a:pt x="270270" y="1160009"/>
                  </a:lnTo>
                  <a:lnTo>
                    <a:pt x="271126" y="1175256"/>
                  </a:lnTo>
                  <a:lnTo>
                    <a:pt x="271981" y="1169397"/>
                  </a:lnTo>
                  <a:lnTo>
                    <a:pt x="272837" y="1075950"/>
                  </a:lnTo>
                  <a:lnTo>
                    <a:pt x="273693" y="1052284"/>
                  </a:lnTo>
                  <a:lnTo>
                    <a:pt x="274548" y="1087836"/>
                  </a:lnTo>
                  <a:lnTo>
                    <a:pt x="275404" y="1092327"/>
                  </a:lnTo>
                  <a:lnTo>
                    <a:pt x="276259" y="1113964"/>
                  </a:lnTo>
                  <a:lnTo>
                    <a:pt x="277115" y="1144924"/>
                  </a:lnTo>
                  <a:lnTo>
                    <a:pt x="277970" y="1101663"/>
                  </a:lnTo>
                  <a:lnTo>
                    <a:pt x="278826" y="1098039"/>
                  </a:lnTo>
                  <a:lnTo>
                    <a:pt x="279681" y="1121636"/>
                  </a:lnTo>
                  <a:lnTo>
                    <a:pt x="280537" y="1175969"/>
                  </a:lnTo>
                  <a:lnTo>
                    <a:pt x="281392" y="1223529"/>
                  </a:lnTo>
                  <a:lnTo>
                    <a:pt x="282248" y="1128090"/>
                  </a:lnTo>
                  <a:lnTo>
                    <a:pt x="283103" y="1105588"/>
                  </a:lnTo>
                  <a:lnTo>
                    <a:pt x="283959" y="1155820"/>
                  </a:lnTo>
                  <a:lnTo>
                    <a:pt x="284814" y="1193701"/>
                  </a:lnTo>
                  <a:lnTo>
                    <a:pt x="285670" y="1211336"/>
                  </a:lnTo>
                  <a:lnTo>
                    <a:pt x="286525" y="1218321"/>
                  </a:lnTo>
                  <a:lnTo>
                    <a:pt x="287381" y="1209188"/>
                  </a:lnTo>
                  <a:lnTo>
                    <a:pt x="288237" y="1264405"/>
                  </a:lnTo>
                  <a:lnTo>
                    <a:pt x="289092" y="1243628"/>
                  </a:lnTo>
                  <a:lnTo>
                    <a:pt x="289948" y="1226680"/>
                  </a:lnTo>
                  <a:lnTo>
                    <a:pt x="290803" y="1151170"/>
                  </a:lnTo>
                  <a:lnTo>
                    <a:pt x="291659" y="1155030"/>
                  </a:lnTo>
                  <a:lnTo>
                    <a:pt x="292514" y="1181896"/>
                  </a:lnTo>
                  <a:lnTo>
                    <a:pt x="293370" y="1155215"/>
                  </a:lnTo>
                  <a:lnTo>
                    <a:pt x="294225" y="1204179"/>
                  </a:lnTo>
                  <a:lnTo>
                    <a:pt x="295081" y="1234351"/>
                  </a:lnTo>
                  <a:lnTo>
                    <a:pt x="295936" y="1276120"/>
                  </a:lnTo>
                  <a:lnTo>
                    <a:pt x="296792" y="1195219"/>
                  </a:lnTo>
                  <a:lnTo>
                    <a:pt x="297647" y="1101841"/>
                  </a:lnTo>
                  <a:lnTo>
                    <a:pt x="298503" y="1040252"/>
                  </a:lnTo>
                  <a:lnTo>
                    <a:pt x="299358" y="1037741"/>
                  </a:lnTo>
                  <a:lnTo>
                    <a:pt x="300214" y="1030316"/>
                  </a:lnTo>
                  <a:lnTo>
                    <a:pt x="301069" y="963586"/>
                  </a:lnTo>
                  <a:lnTo>
                    <a:pt x="301925" y="1033831"/>
                  </a:lnTo>
                  <a:lnTo>
                    <a:pt x="302780" y="1029386"/>
                  </a:lnTo>
                  <a:lnTo>
                    <a:pt x="303636" y="1037161"/>
                  </a:lnTo>
                  <a:lnTo>
                    <a:pt x="304492" y="1080223"/>
                  </a:lnTo>
                  <a:lnTo>
                    <a:pt x="305347" y="1244983"/>
                  </a:lnTo>
                  <a:lnTo>
                    <a:pt x="306203" y="1291039"/>
                  </a:lnTo>
                  <a:lnTo>
                    <a:pt x="307058" y="1255983"/>
                  </a:lnTo>
                  <a:lnTo>
                    <a:pt x="307914" y="1217896"/>
                  </a:lnTo>
                  <a:lnTo>
                    <a:pt x="308769" y="1302685"/>
                  </a:lnTo>
                  <a:lnTo>
                    <a:pt x="309625" y="1255984"/>
                  </a:lnTo>
                  <a:lnTo>
                    <a:pt x="310480" y="1227128"/>
                  </a:lnTo>
                  <a:lnTo>
                    <a:pt x="311336" y="1255900"/>
                  </a:lnTo>
                  <a:lnTo>
                    <a:pt x="312191" y="1271121"/>
                  </a:lnTo>
                  <a:lnTo>
                    <a:pt x="313047" y="1310861"/>
                  </a:lnTo>
                  <a:lnTo>
                    <a:pt x="313902" y="1226565"/>
                  </a:lnTo>
                  <a:lnTo>
                    <a:pt x="314758" y="1118039"/>
                  </a:lnTo>
                  <a:lnTo>
                    <a:pt x="315613" y="1137759"/>
                  </a:lnTo>
                  <a:lnTo>
                    <a:pt x="316469" y="1116822"/>
                  </a:lnTo>
                  <a:lnTo>
                    <a:pt x="317324" y="1098186"/>
                  </a:lnTo>
                  <a:lnTo>
                    <a:pt x="318180" y="1085758"/>
                  </a:lnTo>
                  <a:lnTo>
                    <a:pt x="319035" y="1140834"/>
                  </a:lnTo>
                  <a:lnTo>
                    <a:pt x="319891" y="1104228"/>
                  </a:lnTo>
                  <a:lnTo>
                    <a:pt x="320747" y="1054362"/>
                  </a:lnTo>
                  <a:lnTo>
                    <a:pt x="321602" y="1053251"/>
                  </a:lnTo>
                  <a:lnTo>
                    <a:pt x="322458" y="1065557"/>
                  </a:lnTo>
                  <a:lnTo>
                    <a:pt x="323313" y="1089628"/>
                  </a:lnTo>
                  <a:lnTo>
                    <a:pt x="324169" y="1148324"/>
                  </a:lnTo>
                  <a:lnTo>
                    <a:pt x="325024" y="1184854"/>
                  </a:lnTo>
                  <a:lnTo>
                    <a:pt x="325880" y="1252199"/>
                  </a:lnTo>
                  <a:lnTo>
                    <a:pt x="326735" y="1251847"/>
                  </a:lnTo>
                  <a:lnTo>
                    <a:pt x="327591" y="1214638"/>
                  </a:lnTo>
                  <a:lnTo>
                    <a:pt x="328446" y="1236558"/>
                  </a:lnTo>
                  <a:lnTo>
                    <a:pt x="329302" y="1275661"/>
                  </a:lnTo>
                  <a:lnTo>
                    <a:pt x="330157" y="1335871"/>
                  </a:lnTo>
                  <a:lnTo>
                    <a:pt x="331013" y="1325479"/>
                  </a:lnTo>
                  <a:lnTo>
                    <a:pt x="331868" y="1364028"/>
                  </a:lnTo>
                  <a:lnTo>
                    <a:pt x="332724" y="1338339"/>
                  </a:lnTo>
                  <a:lnTo>
                    <a:pt x="333579" y="1350283"/>
                  </a:lnTo>
                  <a:lnTo>
                    <a:pt x="334435" y="1334765"/>
                  </a:lnTo>
                  <a:lnTo>
                    <a:pt x="335290" y="1256170"/>
                  </a:lnTo>
                  <a:lnTo>
                    <a:pt x="336146" y="1266913"/>
                  </a:lnTo>
                  <a:lnTo>
                    <a:pt x="337002" y="1276157"/>
                  </a:lnTo>
                  <a:lnTo>
                    <a:pt x="337857" y="1277638"/>
                  </a:lnTo>
                  <a:lnTo>
                    <a:pt x="338713" y="1310093"/>
                  </a:lnTo>
                  <a:lnTo>
                    <a:pt x="339568" y="1237005"/>
                  </a:lnTo>
                  <a:lnTo>
                    <a:pt x="340424" y="1274100"/>
                  </a:lnTo>
                  <a:lnTo>
                    <a:pt x="341279" y="1280406"/>
                  </a:lnTo>
                  <a:lnTo>
                    <a:pt x="342135" y="1205314"/>
                  </a:lnTo>
                  <a:lnTo>
                    <a:pt x="342990" y="1165771"/>
                  </a:lnTo>
                  <a:lnTo>
                    <a:pt x="343846" y="1279688"/>
                  </a:lnTo>
                  <a:lnTo>
                    <a:pt x="344701" y="1299260"/>
                  </a:lnTo>
                  <a:lnTo>
                    <a:pt x="345557" y="1316685"/>
                  </a:lnTo>
                  <a:lnTo>
                    <a:pt x="346412" y="1310403"/>
                  </a:lnTo>
                  <a:lnTo>
                    <a:pt x="347268" y="1306612"/>
                  </a:lnTo>
                  <a:lnTo>
                    <a:pt x="348123" y="1275580"/>
                  </a:lnTo>
                  <a:lnTo>
                    <a:pt x="348979" y="1285324"/>
                  </a:lnTo>
                  <a:lnTo>
                    <a:pt x="349834" y="1274504"/>
                  </a:lnTo>
                  <a:lnTo>
                    <a:pt x="350690" y="1205604"/>
                  </a:lnTo>
                  <a:lnTo>
                    <a:pt x="351546" y="1158017"/>
                  </a:lnTo>
                  <a:lnTo>
                    <a:pt x="352401" y="1128651"/>
                  </a:lnTo>
                  <a:lnTo>
                    <a:pt x="353257" y="1132346"/>
                  </a:lnTo>
                  <a:lnTo>
                    <a:pt x="354112" y="1121246"/>
                  </a:lnTo>
                  <a:lnTo>
                    <a:pt x="354968" y="1135678"/>
                  </a:lnTo>
                  <a:lnTo>
                    <a:pt x="355823" y="1182862"/>
                  </a:lnTo>
                  <a:lnTo>
                    <a:pt x="356679" y="1244606"/>
                  </a:lnTo>
                  <a:lnTo>
                    <a:pt x="357534" y="1253357"/>
                  </a:lnTo>
                  <a:lnTo>
                    <a:pt x="358390" y="1215667"/>
                  </a:lnTo>
                  <a:lnTo>
                    <a:pt x="359245" y="1221667"/>
                  </a:lnTo>
                  <a:lnTo>
                    <a:pt x="360101" y="1197856"/>
                  </a:lnTo>
                  <a:lnTo>
                    <a:pt x="360956" y="1164966"/>
                  </a:lnTo>
                  <a:lnTo>
                    <a:pt x="361812" y="1126132"/>
                  </a:lnTo>
                  <a:lnTo>
                    <a:pt x="362667" y="1154211"/>
                  </a:lnTo>
                  <a:lnTo>
                    <a:pt x="363523" y="1045027"/>
                  </a:lnTo>
                  <a:lnTo>
                    <a:pt x="364378" y="986939"/>
                  </a:lnTo>
                  <a:lnTo>
                    <a:pt x="365234" y="951541"/>
                  </a:lnTo>
                  <a:lnTo>
                    <a:pt x="366089" y="970634"/>
                  </a:lnTo>
                  <a:lnTo>
                    <a:pt x="366945" y="949272"/>
                  </a:lnTo>
                  <a:lnTo>
                    <a:pt x="367801" y="992055"/>
                  </a:lnTo>
                  <a:lnTo>
                    <a:pt x="368656" y="958015"/>
                  </a:lnTo>
                  <a:lnTo>
                    <a:pt x="369512" y="973020"/>
                  </a:lnTo>
                  <a:lnTo>
                    <a:pt x="370367" y="973379"/>
                  </a:lnTo>
                  <a:lnTo>
                    <a:pt x="371223" y="1029329"/>
                  </a:lnTo>
                  <a:lnTo>
                    <a:pt x="372078" y="1099842"/>
                  </a:lnTo>
                  <a:lnTo>
                    <a:pt x="372934" y="1047676"/>
                  </a:lnTo>
                  <a:lnTo>
                    <a:pt x="373789" y="1033522"/>
                  </a:lnTo>
                  <a:lnTo>
                    <a:pt x="374645" y="1063619"/>
                  </a:lnTo>
                  <a:lnTo>
                    <a:pt x="375500" y="1216433"/>
                  </a:lnTo>
                  <a:lnTo>
                    <a:pt x="376356" y="1261716"/>
                  </a:lnTo>
                  <a:lnTo>
                    <a:pt x="377211" y="1273404"/>
                  </a:lnTo>
                  <a:lnTo>
                    <a:pt x="378067" y="1285782"/>
                  </a:lnTo>
                  <a:lnTo>
                    <a:pt x="378922" y="1267246"/>
                  </a:lnTo>
                  <a:lnTo>
                    <a:pt x="379778" y="1238378"/>
                  </a:lnTo>
                  <a:lnTo>
                    <a:pt x="380633" y="1202615"/>
                  </a:lnTo>
                  <a:lnTo>
                    <a:pt x="381489" y="1229515"/>
                  </a:lnTo>
                  <a:lnTo>
                    <a:pt x="382344" y="1269358"/>
                  </a:lnTo>
                  <a:lnTo>
                    <a:pt x="383200" y="1277340"/>
                  </a:lnTo>
                  <a:lnTo>
                    <a:pt x="384056" y="1223995"/>
                  </a:lnTo>
                  <a:lnTo>
                    <a:pt x="384911" y="1161916"/>
                  </a:lnTo>
                  <a:lnTo>
                    <a:pt x="385767" y="1208473"/>
                  </a:lnTo>
                  <a:lnTo>
                    <a:pt x="386622" y="1230765"/>
                  </a:lnTo>
                  <a:lnTo>
                    <a:pt x="387478" y="1248373"/>
                  </a:lnTo>
                  <a:lnTo>
                    <a:pt x="388333" y="1264929"/>
                  </a:lnTo>
                  <a:lnTo>
                    <a:pt x="389189" y="1218104"/>
                  </a:lnTo>
                  <a:lnTo>
                    <a:pt x="390044" y="1168349"/>
                  </a:lnTo>
                  <a:lnTo>
                    <a:pt x="390900" y="1085784"/>
                  </a:lnTo>
                  <a:lnTo>
                    <a:pt x="391755" y="1088759"/>
                  </a:lnTo>
                  <a:lnTo>
                    <a:pt x="392611" y="1081572"/>
                  </a:lnTo>
                  <a:lnTo>
                    <a:pt x="393466" y="1078561"/>
                  </a:lnTo>
                  <a:lnTo>
                    <a:pt x="394322" y="1166531"/>
                  </a:lnTo>
                  <a:lnTo>
                    <a:pt x="395177" y="1184044"/>
                  </a:lnTo>
                  <a:lnTo>
                    <a:pt x="396033" y="1094121"/>
                  </a:lnTo>
                  <a:lnTo>
                    <a:pt x="396888" y="1087493"/>
                  </a:lnTo>
                  <a:lnTo>
                    <a:pt x="397744" y="1154868"/>
                  </a:lnTo>
                  <a:lnTo>
                    <a:pt x="398600" y="1135588"/>
                  </a:lnTo>
                  <a:lnTo>
                    <a:pt x="399455" y="1243217"/>
                  </a:lnTo>
                  <a:lnTo>
                    <a:pt x="400311" y="1290689"/>
                  </a:lnTo>
                  <a:lnTo>
                    <a:pt x="401166" y="1309200"/>
                  </a:lnTo>
                  <a:lnTo>
                    <a:pt x="402022" y="1307848"/>
                  </a:lnTo>
                  <a:lnTo>
                    <a:pt x="402877" y="1314493"/>
                  </a:lnTo>
                  <a:lnTo>
                    <a:pt x="403733" y="1274984"/>
                  </a:lnTo>
                  <a:lnTo>
                    <a:pt x="404588" y="1197291"/>
                  </a:lnTo>
                  <a:lnTo>
                    <a:pt x="405444" y="1187730"/>
                  </a:lnTo>
                  <a:lnTo>
                    <a:pt x="406299" y="1198035"/>
                  </a:lnTo>
                  <a:lnTo>
                    <a:pt x="407155" y="1231831"/>
                  </a:lnTo>
                  <a:lnTo>
                    <a:pt x="408010" y="1301336"/>
                  </a:lnTo>
                  <a:lnTo>
                    <a:pt x="408866" y="1313155"/>
                  </a:lnTo>
                  <a:lnTo>
                    <a:pt x="409721" y="1303724"/>
                  </a:lnTo>
                  <a:lnTo>
                    <a:pt x="410577" y="1307228"/>
                  </a:lnTo>
                  <a:lnTo>
                    <a:pt x="411432" y="1290447"/>
                  </a:lnTo>
                  <a:lnTo>
                    <a:pt x="412288" y="1216604"/>
                  </a:lnTo>
                  <a:lnTo>
                    <a:pt x="413143" y="1113582"/>
                  </a:lnTo>
                  <a:lnTo>
                    <a:pt x="413999" y="1080622"/>
                  </a:lnTo>
                  <a:lnTo>
                    <a:pt x="414855" y="1089773"/>
                  </a:lnTo>
                  <a:lnTo>
                    <a:pt x="415710" y="1046739"/>
                  </a:lnTo>
                  <a:lnTo>
                    <a:pt x="416566" y="1057274"/>
                  </a:lnTo>
                  <a:lnTo>
                    <a:pt x="417421" y="1021070"/>
                  </a:lnTo>
                  <a:lnTo>
                    <a:pt x="418277" y="1024848"/>
                  </a:lnTo>
                  <a:lnTo>
                    <a:pt x="419132" y="1032601"/>
                  </a:lnTo>
                  <a:lnTo>
                    <a:pt x="419988" y="1089180"/>
                  </a:lnTo>
                  <a:lnTo>
                    <a:pt x="420843" y="1030044"/>
                  </a:lnTo>
                  <a:lnTo>
                    <a:pt x="421699" y="986433"/>
                  </a:lnTo>
                  <a:lnTo>
                    <a:pt x="422554" y="985701"/>
                  </a:lnTo>
                  <a:lnTo>
                    <a:pt x="423410" y="1024107"/>
                  </a:lnTo>
                  <a:lnTo>
                    <a:pt x="424265" y="998678"/>
                  </a:lnTo>
                  <a:lnTo>
                    <a:pt x="425121" y="988469"/>
                  </a:lnTo>
                  <a:lnTo>
                    <a:pt x="425976" y="1030170"/>
                  </a:lnTo>
                  <a:lnTo>
                    <a:pt x="426832" y="1052860"/>
                  </a:lnTo>
                  <a:lnTo>
                    <a:pt x="427687" y="1178447"/>
                  </a:lnTo>
                  <a:lnTo>
                    <a:pt x="428543" y="1233514"/>
                  </a:lnTo>
                  <a:lnTo>
                    <a:pt x="429398" y="1254274"/>
                  </a:lnTo>
                  <a:lnTo>
                    <a:pt x="430254" y="1240413"/>
                  </a:lnTo>
                  <a:lnTo>
                    <a:pt x="431110" y="1264067"/>
                  </a:lnTo>
                  <a:lnTo>
                    <a:pt x="431965" y="1270719"/>
                  </a:lnTo>
                  <a:lnTo>
                    <a:pt x="432821" y="1259305"/>
                  </a:lnTo>
                  <a:lnTo>
                    <a:pt x="433676" y="1274961"/>
                  </a:lnTo>
                  <a:lnTo>
                    <a:pt x="434532" y="1262357"/>
                  </a:lnTo>
                  <a:lnTo>
                    <a:pt x="435387" y="1354875"/>
                  </a:lnTo>
                  <a:lnTo>
                    <a:pt x="436243" y="1375306"/>
                  </a:lnTo>
                  <a:lnTo>
                    <a:pt x="437098" y="1364413"/>
                  </a:lnTo>
                  <a:lnTo>
                    <a:pt x="437954" y="1381050"/>
                  </a:lnTo>
                  <a:lnTo>
                    <a:pt x="438809" y="1359090"/>
                  </a:lnTo>
                  <a:lnTo>
                    <a:pt x="439665" y="1392399"/>
                  </a:lnTo>
                  <a:lnTo>
                    <a:pt x="440520" y="1391229"/>
                  </a:lnTo>
                  <a:lnTo>
                    <a:pt x="441376" y="1381140"/>
                  </a:lnTo>
                  <a:lnTo>
                    <a:pt x="442126" y="140749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4450205" y="6377277"/>
              <a:ext cx="499" cy="2172"/>
            </a:xfrm>
            <a:custGeom>
              <a:avLst/>
              <a:pathLst>
                <a:path w="499" h="2172">
                  <a:moveTo>
                    <a:pt x="0" y="2172"/>
                  </a:moveTo>
                  <a:lnTo>
                    <a:pt x="307" y="0"/>
                  </a:lnTo>
                  <a:lnTo>
                    <a:pt x="499" y="21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451967" y="6376230"/>
              <a:ext cx="577" cy="3219"/>
            </a:xfrm>
            <a:custGeom>
              <a:avLst/>
              <a:pathLst>
                <a:path w="577" h="3219">
                  <a:moveTo>
                    <a:pt x="0" y="3219"/>
                  </a:moveTo>
                  <a:lnTo>
                    <a:pt x="256" y="0"/>
                  </a:lnTo>
                  <a:lnTo>
                    <a:pt x="577" y="32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454423" y="6342127"/>
              <a:ext cx="7579" cy="37322"/>
            </a:xfrm>
            <a:custGeom>
              <a:avLst/>
              <a:pathLst>
                <a:path w="7579" h="37322">
                  <a:moveTo>
                    <a:pt x="0" y="37322"/>
                  </a:moveTo>
                  <a:lnTo>
                    <a:pt x="367" y="27124"/>
                  </a:lnTo>
                  <a:lnTo>
                    <a:pt x="1222" y="36961"/>
                  </a:lnTo>
                  <a:lnTo>
                    <a:pt x="2078" y="17282"/>
                  </a:lnTo>
                  <a:lnTo>
                    <a:pt x="2933" y="31527"/>
                  </a:lnTo>
                  <a:lnTo>
                    <a:pt x="3789" y="30261"/>
                  </a:lnTo>
                  <a:lnTo>
                    <a:pt x="4644" y="12063"/>
                  </a:lnTo>
                  <a:lnTo>
                    <a:pt x="5500" y="14764"/>
                  </a:lnTo>
                  <a:lnTo>
                    <a:pt x="6355" y="0"/>
                  </a:lnTo>
                  <a:lnTo>
                    <a:pt x="7211" y="28269"/>
                  </a:lnTo>
                  <a:lnTo>
                    <a:pt x="7579" y="373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4462940" y="5939357"/>
              <a:ext cx="248226" cy="440092"/>
            </a:xfrm>
            <a:custGeom>
              <a:avLst/>
              <a:pathLst>
                <a:path w="248226" h="440092">
                  <a:moveTo>
                    <a:pt x="0" y="440092"/>
                  </a:moveTo>
                  <a:lnTo>
                    <a:pt x="405" y="429278"/>
                  </a:lnTo>
                  <a:lnTo>
                    <a:pt x="1260" y="420999"/>
                  </a:lnTo>
                  <a:lnTo>
                    <a:pt x="2116" y="379583"/>
                  </a:lnTo>
                  <a:lnTo>
                    <a:pt x="2972" y="382973"/>
                  </a:lnTo>
                  <a:lnTo>
                    <a:pt x="3827" y="382288"/>
                  </a:lnTo>
                  <a:lnTo>
                    <a:pt x="4683" y="346583"/>
                  </a:lnTo>
                  <a:lnTo>
                    <a:pt x="5538" y="321615"/>
                  </a:lnTo>
                  <a:lnTo>
                    <a:pt x="6394" y="294017"/>
                  </a:lnTo>
                  <a:lnTo>
                    <a:pt x="7249" y="216052"/>
                  </a:lnTo>
                  <a:lnTo>
                    <a:pt x="8105" y="147991"/>
                  </a:lnTo>
                  <a:lnTo>
                    <a:pt x="8960" y="162312"/>
                  </a:lnTo>
                  <a:lnTo>
                    <a:pt x="9816" y="214030"/>
                  </a:lnTo>
                  <a:lnTo>
                    <a:pt x="10671" y="229720"/>
                  </a:lnTo>
                  <a:lnTo>
                    <a:pt x="11527" y="216058"/>
                  </a:lnTo>
                  <a:lnTo>
                    <a:pt x="12382" y="243933"/>
                  </a:lnTo>
                  <a:lnTo>
                    <a:pt x="13238" y="235940"/>
                  </a:lnTo>
                  <a:lnTo>
                    <a:pt x="14093" y="162917"/>
                  </a:lnTo>
                  <a:lnTo>
                    <a:pt x="14949" y="122361"/>
                  </a:lnTo>
                  <a:lnTo>
                    <a:pt x="15804" y="124404"/>
                  </a:lnTo>
                  <a:lnTo>
                    <a:pt x="16660" y="116324"/>
                  </a:lnTo>
                  <a:lnTo>
                    <a:pt x="17516" y="89144"/>
                  </a:lnTo>
                  <a:lnTo>
                    <a:pt x="18371" y="78651"/>
                  </a:lnTo>
                  <a:lnTo>
                    <a:pt x="19227" y="60813"/>
                  </a:lnTo>
                  <a:lnTo>
                    <a:pt x="20082" y="52753"/>
                  </a:lnTo>
                  <a:lnTo>
                    <a:pt x="20938" y="129117"/>
                  </a:lnTo>
                  <a:lnTo>
                    <a:pt x="21793" y="124402"/>
                  </a:lnTo>
                  <a:lnTo>
                    <a:pt x="22649" y="105180"/>
                  </a:lnTo>
                  <a:lnTo>
                    <a:pt x="23504" y="111166"/>
                  </a:lnTo>
                  <a:lnTo>
                    <a:pt x="24360" y="162654"/>
                  </a:lnTo>
                  <a:lnTo>
                    <a:pt x="25215" y="176702"/>
                  </a:lnTo>
                  <a:lnTo>
                    <a:pt x="26071" y="133499"/>
                  </a:lnTo>
                  <a:lnTo>
                    <a:pt x="26926" y="100796"/>
                  </a:lnTo>
                  <a:lnTo>
                    <a:pt x="27782" y="141918"/>
                  </a:lnTo>
                  <a:lnTo>
                    <a:pt x="28637" y="235450"/>
                  </a:lnTo>
                  <a:lnTo>
                    <a:pt x="29493" y="156351"/>
                  </a:lnTo>
                  <a:lnTo>
                    <a:pt x="30348" y="189321"/>
                  </a:lnTo>
                  <a:lnTo>
                    <a:pt x="31204" y="248733"/>
                  </a:lnTo>
                  <a:lnTo>
                    <a:pt x="32059" y="295178"/>
                  </a:lnTo>
                  <a:lnTo>
                    <a:pt x="32915" y="283922"/>
                  </a:lnTo>
                  <a:lnTo>
                    <a:pt x="33771" y="267909"/>
                  </a:lnTo>
                  <a:lnTo>
                    <a:pt x="34626" y="302098"/>
                  </a:lnTo>
                  <a:lnTo>
                    <a:pt x="35482" y="300360"/>
                  </a:lnTo>
                  <a:lnTo>
                    <a:pt x="36337" y="314521"/>
                  </a:lnTo>
                  <a:lnTo>
                    <a:pt x="37193" y="283844"/>
                  </a:lnTo>
                  <a:lnTo>
                    <a:pt x="38048" y="333421"/>
                  </a:lnTo>
                  <a:lnTo>
                    <a:pt x="38904" y="355192"/>
                  </a:lnTo>
                  <a:lnTo>
                    <a:pt x="39759" y="354372"/>
                  </a:lnTo>
                  <a:lnTo>
                    <a:pt x="40615" y="283230"/>
                  </a:lnTo>
                  <a:lnTo>
                    <a:pt x="41470" y="298385"/>
                  </a:lnTo>
                  <a:lnTo>
                    <a:pt x="42326" y="303667"/>
                  </a:lnTo>
                  <a:lnTo>
                    <a:pt x="43181" y="286654"/>
                  </a:lnTo>
                  <a:lnTo>
                    <a:pt x="44037" y="282256"/>
                  </a:lnTo>
                  <a:lnTo>
                    <a:pt x="44892" y="210142"/>
                  </a:lnTo>
                  <a:lnTo>
                    <a:pt x="45748" y="194138"/>
                  </a:lnTo>
                  <a:lnTo>
                    <a:pt x="46603" y="294413"/>
                  </a:lnTo>
                  <a:lnTo>
                    <a:pt x="47459" y="311470"/>
                  </a:lnTo>
                  <a:lnTo>
                    <a:pt x="48314" y="320559"/>
                  </a:lnTo>
                  <a:lnTo>
                    <a:pt x="49170" y="330327"/>
                  </a:lnTo>
                  <a:lnTo>
                    <a:pt x="50026" y="353180"/>
                  </a:lnTo>
                  <a:lnTo>
                    <a:pt x="50881" y="306684"/>
                  </a:lnTo>
                  <a:lnTo>
                    <a:pt x="51737" y="279646"/>
                  </a:lnTo>
                  <a:lnTo>
                    <a:pt x="52592" y="278045"/>
                  </a:lnTo>
                  <a:lnTo>
                    <a:pt x="53448" y="273155"/>
                  </a:lnTo>
                  <a:lnTo>
                    <a:pt x="54303" y="269528"/>
                  </a:lnTo>
                  <a:lnTo>
                    <a:pt x="55159" y="245160"/>
                  </a:lnTo>
                  <a:lnTo>
                    <a:pt x="56014" y="159930"/>
                  </a:lnTo>
                  <a:lnTo>
                    <a:pt x="56870" y="99165"/>
                  </a:lnTo>
                  <a:lnTo>
                    <a:pt x="57725" y="120760"/>
                  </a:lnTo>
                  <a:lnTo>
                    <a:pt x="58581" y="84905"/>
                  </a:lnTo>
                  <a:lnTo>
                    <a:pt x="59436" y="34135"/>
                  </a:lnTo>
                  <a:lnTo>
                    <a:pt x="60292" y="50293"/>
                  </a:lnTo>
                  <a:lnTo>
                    <a:pt x="61147" y="109470"/>
                  </a:lnTo>
                  <a:lnTo>
                    <a:pt x="62003" y="197836"/>
                  </a:lnTo>
                  <a:lnTo>
                    <a:pt x="62858" y="179590"/>
                  </a:lnTo>
                  <a:lnTo>
                    <a:pt x="63714" y="90902"/>
                  </a:lnTo>
                  <a:lnTo>
                    <a:pt x="64570" y="46036"/>
                  </a:lnTo>
                  <a:lnTo>
                    <a:pt x="65425" y="40224"/>
                  </a:lnTo>
                  <a:lnTo>
                    <a:pt x="66281" y="77721"/>
                  </a:lnTo>
                  <a:lnTo>
                    <a:pt x="67136" y="23924"/>
                  </a:lnTo>
                  <a:lnTo>
                    <a:pt x="67992" y="40701"/>
                  </a:lnTo>
                  <a:lnTo>
                    <a:pt x="68847" y="100082"/>
                  </a:lnTo>
                  <a:lnTo>
                    <a:pt x="69703" y="76210"/>
                  </a:lnTo>
                  <a:lnTo>
                    <a:pt x="70558" y="55637"/>
                  </a:lnTo>
                  <a:lnTo>
                    <a:pt x="71414" y="35032"/>
                  </a:lnTo>
                  <a:lnTo>
                    <a:pt x="72269" y="49682"/>
                  </a:lnTo>
                  <a:lnTo>
                    <a:pt x="73125" y="129815"/>
                  </a:lnTo>
                  <a:lnTo>
                    <a:pt x="73980" y="178201"/>
                  </a:lnTo>
                  <a:lnTo>
                    <a:pt x="74836" y="226293"/>
                  </a:lnTo>
                  <a:lnTo>
                    <a:pt x="75691" y="239568"/>
                  </a:lnTo>
                  <a:lnTo>
                    <a:pt x="76547" y="282078"/>
                  </a:lnTo>
                  <a:lnTo>
                    <a:pt x="77402" y="252599"/>
                  </a:lnTo>
                  <a:lnTo>
                    <a:pt x="78258" y="276015"/>
                  </a:lnTo>
                  <a:lnTo>
                    <a:pt x="79113" y="170318"/>
                  </a:lnTo>
                  <a:lnTo>
                    <a:pt x="79969" y="135138"/>
                  </a:lnTo>
                  <a:lnTo>
                    <a:pt x="80825" y="161347"/>
                  </a:lnTo>
                  <a:lnTo>
                    <a:pt x="81680" y="149333"/>
                  </a:lnTo>
                  <a:lnTo>
                    <a:pt x="82536" y="106796"/>
                  </a:lnTo>
                  <a:lnTo>
                    <a:pt x="83391" y="114395"/>
                  </a:lnTo>
                  <a:lnTo>
                    <a:pt x="84247" y="147591"/>
                  </a:lnTo>
                  <a:lnTo>
                    <a:pt x="85102" y="181112"/>
                  </a:lnTo>
                  <a:lnTo>
                    <a:pt x="85958" y="219705"/>
                  </a:lnTo>
                  <a:lnTo>
                    <a:pt x="86813" y="245892"/>
                  </a:lnTo>
                  <a:lnTo>
                    <a:pt x="87669" y="224217"/>
                  </a:lnTo>
                  <a:lnTo>
                    <a:pt x="88524" y="195132"/>
                  </a:lnTo>
                  <a:lnTo>
                    <a:pt x="89380" y="216281"/>
                  </a:lnTo>
                  <a:lnTo>
                    <a:pt x="90235" y="175263"/>
                  </a:lnTo>
                  <a:lnTo>
                    <a:pt x="91091" y="75194"/>
                  </a:lnTo>
                  <a:lnTo>
                    <a:pt x="91946" y="9945"/>
                  </a:lnTo>
                  <a:lnTo>
                    <a:pt x="92802" y="4414"/>
                  </a:lnTo>
                  <a:lnTo>
                    <a:pt x="93657" y="17772"/>
                  </a:lnTo>
                  <a:lnTo>
                    <a:pt x="94513" y="99039"/>
                  </a:lnTo>
                  <a:lnTo>
                    <a:pt x="95368" y="105335"/>
                  </a:lnTo>
                  <a:lnTo>
                    <a:pt x="96224" y="15731"/>
                  </a:lnTo>
                  <a:lnTo>
                    <a:pt x="97080" y="0"/>
                  </a:lnTo>
                  <a:lnTo>
                    <a:pt x="97935" y="18764"/>
                  </a:lnTo>
                  <a:lnTo>
                    <a:pt x="98791" y="51386"/>
                  </a:lnTo>
                  <a:lnTo>
                    <a:pt x="99646" y="103826"/>
                  </a:lnTo>
                  <a:lnTo>
                    <a:pt x="100502" y="145613"/>
                  </a:lnTo>
                  <a:lnTo>
                    <a:pt x="101357" y="216804"/>
                  </a:lnTo>
                  <a:lnTo>
                    <a:pt x="102213" y="241040"/>
                  </a:lnTo>
                  <a:lnTo>
                    <a:pt x="103068" y="244548"/>
                  </a:lnTo>
                  <a:lnTo>
                    <a:pt x="103924" y="258373"/>
                  </a:lnTo>
                  <a:lnTo>
                    <a:pt x="104779" y="252165"/>
                  </a:lnTo>
                  <a:lnTo>
                    <a:pt x="105635" y="234686"/>
                  </a:lnTo>
                  <a:lnTo>
                    <a:pt x="106490" y="296619"/>
                  </a:lnTo>
                  <a:lnTo>
                    <a:pt x="107346" y="286246"/>
                  </a:lnTo>
                  <a:lnTo>
                    <a:pt x="108201" y="236345"/>
                  </a:lnTo>
                  <a:lnTo>
                    <a:pt x="109057" y="232406"/>
                  </a:lnTo>
                  <a:lnTo>
                    <a:pt x="109912" y="217963"/>
                  </a:lnTo>
                  <a:lnTo>
                    <a:pt x="110768" y="260916"/>
                  </a:lnTo>
                  <a:lnTo>
                    <a:pt x="111624" y="241217"/>
                  </a:lnTo>
                  <a:lnTo>
                    <a:pt x="112479" y="185485"/>
                  </a:lnTo>
                  <a:lnTo>
                    <a:pt x="113335" y="220930"/>
                  </a:lnTo>
                  <a:lnTo>
                    <a:pt x="114190" y="193150"/>
                  </a:lnTo>
                  <a:lnTo>
                    <a:pt x="115046" y="178675"/>
                  </a:lnTo>
                  <a:lnTo>
                    <a:pt x="115901" y="150122"/>
                  </a:lnTo>
                  <a:lnTo>
                    <a:pt x="116757" y="96582"/>
                  </a:lnTo>
                  <a:lnTo>
                    <a:pt x="117612" y="115538"/>
                  </a:lnTo>
                  <a:lnTo>
                    <a:pt x="118468" y="211224"/>
                  </a:lnTo>
                  <a:lnTo>
                    <a:pt x="119323" y="220755"/>
                  </a:lnTo>
                  <a:lnTo>
                    <a:pt x="120179" y="241532"/>
                  </a:lnTo>
                  <a:lnTo>
                    <a:pt x="121034" y="199226"/>
                  </a:lnTo>
                  <a:lnTo>
                    <a:pt x="121890" y="252408"/>
                  </a:lnTo>
                  <a:lnTo>
                    <a:pt x="122745" y="268973"/>
                  </a:lnTo>
                  <a:lnTo>
                    <a:pt x="123601" y="264702"/>
                  </a:lnTo>
                  <a:lnTo>
                    <a:pt x="124456" y="204724"/>
                  </a:lnTo>
                  <a:lnTo>
                    <a:pt x="125312" y="175719"/>
                  </a:lnTo>
                  <a:lnTo>
                    <a:pt x="126167" y="196586"/>
                  </a:lnTo>
                  <a:lnTo>
                    <a:pt x="127023" y="193551"/>
                  </a:lnTo>
                  <a:lnTo>
                    <a:pt x="127879" y="158969"/>
                  </a:lnTo>
                  <a:lnTo>
                    <a:pt x="128734" y="129249"/>
                  </a:lnTo>
                  <a:lnTo>
                    <a:pt x="129590" y="125045"/>
                  </a:lnTo>
                  <a:lnTo>
                    <a:pt x="130445" y="148435"/>
                  </a:lnTo>
                  <a:lnTo>
                    <a:pt x="131301" y="101305"/>
                  </a:lnTo>
                  <a:lnTo>
                    <a:pt x="132156" y="58227"/>
                  </a:lnTo>
                  <a:lnTo>
                    <a:pt x="133012" y="42910"/>
                  </a:lnTo>
                  <a:lnTo>
                    <a:pt x="133867" y="56602"/>
                  </a:lnTo>
                  <a:lnTo>
                    <a:pt x="134723" y="80973"/>
                  </a:lnTo>
                  <a:lnTo>
                    <a:pt x="135578" y="132059"/>
                  </a:lnTo>
                  <a:lnTo>
                    <a:pt x="136434" y="138889"/>
                  </a:lnTo>
                  <a:lnTo>
                    <a:pt x="137289" y="136010"/>
                  </a:lnTo>
                  <a:lnTo>
                    <a:pt x="138145" y="117451"/>
                  </a:lnTo>
                  <a:lnTo>
                    <a:pt x="139000" y="136296"/>
                  </a:lnTo>
                  <a:lnTo>
                    <a:pt x="139856" y="157721"/>
                  </a:lnTo>
                  <a:lnTo>
                    <a:pt x="140711" y="159904"/>
                  </a:lnTo>
                  <a:lnTo>
                    <a:pt x="141567" y="160933"/>
                  </a:lnTo>
                  <a:lnTo>
                    <a:pt x="142422" y="125086"/>
                  </a:lnTo>
                  <a:lnTo>
                    <a:pt x="143278" y="145073"/>
                  </a:lnTo>
                  <a:lnTo>
                    <a:pt x="144134" y="112864"/>
                  </a:lnTo>
                  <a:lnTo>
                    <a:pt x="144989" y="132435"/>
                  </a:lnTo>
                  <a:lnTo>
                    <a:pt x="145845" y="157512"/>
                  </a:lnTo>
                  <a:lnTo>
                    <a:pt x="146700" y="137547"/>
                  </a:lnTo>
                  <a:lnTo>
                    <a:pt x="147556" y="163999"/>
                  </a:lnTo>
                  <a:lnTo>
                    <a:pt x="148411" y="193607"/>
                  </a:lnTo>
                  <a:lnTo>
                    <a:pt x="149267" y="251442"/>
                  </a:lnTo>
                  <a:lnTo>
                    <a:pt x="150122" y="296210"/>
                  </a:lnTo>
                  <a:lnTo>
                    <a:pt x="150978" y="309697"/>
                  </a:lnTo>
                  <a:lnTo>
                    <a:pt x="151833" y="273984"/>
                  </a:lnTo>
                  <a:lnTo>
                    <a:pt x="152689" y="281342"/>
                  </a:lnTo>
                  <a:lnTo>
                    <a:pt x="153544" y="274250"/>
                  </a:lnTo>
                  <a:lnTo>
                    <a:pt x="154400" y="286039"/>
                  </a:lnTo>
                  <a:lnTo>
                    <a:pt x="155255" y="319542"/>
                  </a:lnTo>
                  <a:lnTo>
                    <a:pt x="156111" y="320022"/>
                  </a:lnTo>
                  <a:lnTo>
                    <a:pt x="156966" y="364115"/>
                  </a:lnTo>
                  <a:lnTo>
                    <a:pt x="157822" y="352629"/>
                  </a:lnTo>
                  <a:lnTo>
                    <a:pt x="158677" y="318714"/>
                  </a:lnTo>
                  <a:lnTo>
                    <a:pt x="159533" y="274929"/>
                  </a:lnTo>
                  <a:lnTo>
                    <a:pt x="160389" y="270336"/>
                  </a:lnTo>
                  <a:lnTo>
                    <a:pt x="161244" y="242454"/>
                  </a:lnTo>
                  <a:lnTo>
                    <a:pt x="162100" y="287898"/>
                  </a:lnTo>
                  <a:lnTo>
                    <a:pt x="162955" y="294189"/>
                  </a:lnTo>
                  <a:lnTo>
                    <a:pt x="163811" y="251765"/>
                  </a:lnTo>
                  <a:lnTo>
                    <a:pt x="164666" y="261150"/>
                  </a:lnTo>
                  <a:lnTo>
                    <a:pt x="165522" y="232609"/>
                  </a:lnTo>
                  <a:lnTo>
                    <a:pt x="166377" y="170671"/>
                  </a:lnTo>
                  <a:lnTo>
                    <a:pt x="167233" y="186486"/>
                  </a:lnTo>
                  <a:lnTo>
                    <a:pt x="168088" y="162973"/>
                  </a:lnTo>
                  <a:lnTo>
                    <a:pt x="168944" y="216108"/>
                  </a:lnTo>
                  <a:lnTo>
                    <a:pt x="169799" y="189393"/>
                  </a:lnTo>
                  <a:lnTo>
                    <a:pt x="170655" y="171993"/>
                  </a:lnTo>
                  <a:lnTo>
                    <a:pt x="171510" y="157050"/>
                  </a:lnTo>
                  <a:lnTo>
                    <a:pt x="172366" y="98155"/>
                  </a:lnTo>
                  <a:lnTo>
                    <a:pt x="173221" y="122053"/>
                  </a:lnTo>
                  <a:lnTo>
                    <a:pt x="174077" y="82934"/>
                  </a:lnTo>
                  <a:lnTo>
                    <a:pt x="174933" y="97193"/>
                  </a:lnTo>
                  <a:lnTo>
                    <a:pt x="175788" y="138153"/>
                  </a:lnTo>
                  <a:lnTo>
                    <a:pt x="176644" y="81026"/>
                  </a:lnTo>
                  <a:lnTo>
                    <a:pt x="177499" y="28052"/>
                  </a:lnTo>
                  <a:lnTo>
                    <a:pt x="178355" y="21496"/>
                  </a:lnTo>
                  <a:lnTo>
                    <a:pt x="179210" y="20629"/>
                  </a:lnTo>
                  <a:lnTo>
                    <a:pt x="180066" y="37743"/>
                  </a:lnTo>
                  <a:lnTo>
                    <a:pt x="180921" y="44036"/>
                  </a:lnTo>
                  <a:lnTo>
                    <a:pt x="181777" y="70477"/>
                  </a:lnTo>
                  <a:lnTo>
                    <a:pt x="182632" y="115955"/>
                  </a:lnTo>
                  <a:lnTo>
                    <a:pt x="183488" y="155354"/>
                  </a:lnTo>
                  <a:lnTo>
                    <a:pt x="184343" y="155658"/>
                  </a:lnTo>
                  <a:lnTo>
                    <a:pt x="185199" y="143960"/>
                  </a:lnTo>
                  <a:lnTo>
                    <a:pt x="186054" y="124745"/>
                  </a:lnTo>
                  <a:lnTo>
                    <a:pt x="186910" y="164377"/>
                  </a:lnTo>
                  <a:lnTo>
                    <a:pt x="187765" y="125723"/>
                  </a:lnTo>
                  <a:lnTo>
                    <a:pt x="188621" y="194906"/>
                  </a:lnTo>
                  <a:lnTo>
                    <a:pt x="189476" y="243104"/>
                  </a:lnTo>
                  <a:lnTo>
                    <a:pt x="190332" y="266043"/>
                  </a:lnTo>
                  <a:lnTo>
                    <a:pt x="191188" y="344026"/>
                  </a:lnTo>
                  <a:lnTo>
                    <a:pt x="192043" y="354076"/>
                  </a:lnTo>
                  <a:lnTo>
                    <a:pt x="192899" y="347935"/>
                  </a:lnTo>
                  <a:lnTo>
                    <a:pt x="193754" y="314438"/>
                  </a:lnTo>
                  <a:lnTo>
                    <a:pt x="194610" y="295130"/>
                  </a:lnTo>
                  <a:lnTo>
                    <a:pt x="195465" y="309057"/>
                  </a:lnTo>
                  <a:lnTo>
                    <a:pt x="196321" y="352039"/>
                  </a:lnTo>
                  <a:lnTo>
                    <a:pt x="197176" y="356881"/>
                  </a:lnTo>
                  <a:lnTo>
                    <a:pt x="198032" y="334955"/>
                  </a:lnTo>
                  <a:lnTo>
                    <a:pt x="198887" y="370097"/>
                  </a:lnTo>
                  <a:lnTo>
                    <a:pt x="199743" y="373291"/>
                  </a:lnTo>
                  <a:lnTo>
                    <a:pt x="200598" y="372326"/>
                  </a:lnTo>
                  <a:lnTo>
                    <a:pt x="201454" y="331176"/>
                  </a:lnTo>
                  <a:lnTo>
                    <a:pt x="202309" y="285467"/>
                  </a:lnTo>
                  <a:lnTo>
                    <a:pt x="203165" y="323618"/>
                  </a:lnTo>
                  <a:lnTo>
                    <a:pt x="204020" y="349108"/>
                  </a:lnTo>
                  <a:lnTo>
                    <a:pt x="204876" y="331574"/>
                  </a:lnTo>
                  <a:lnTo>
                    <a:pt x="205731" y="297166"/>
                  </a:lnTo>
                  <a:lnTo>
                    <a:pt x="206587" y="264169"/>
                  </a:lnTo>
                  <a:lnTo>
                    <a:pt x="207443" y="298125"/>
                  </a:lnTo>
                  <a:lnTo>
                    <a:pt x="208298" y="287330"/>
                  </a:lnTo>
                  <a:lnTo>
                    <a:pt x="209154" y="249865"/>
                  </a:lnTo>
                  <a:lnTo>
                    <a:pt x="210009" y="192802"/>
                  </a:lnTo>
                  <a:lnTo>
                    <a:pt x="210865" y="120523"/>
                  </a:lnTo>
                  <a:lnTo>
                    <a:pt x="211720" y="190672"/>
                  </a:lnTo>
                  <a:lnTo>
                    <a:pt x="212576" y="142226"/>
                  </a:lnTo>
                  <a:lnTo>
                    <a:pt x="213431" y="135305"/>
                  </a:lnTo>
                  <a:lnTo>
                    <a:pt x="214287" y="161496"/>
                  </a:lnTo>
                  <a:lnTo>
                    <a:pt x="215142" y="222427"/>
                  </a:lnTo>
                  <a:lnTo>
                    <a:pt x="215998" y="197898"/>
                  </a:lnTo>
                  <a:lnTo>
                    <a:pt x="216853" y="237471"/>
                  </a:lnTo>
                  <a:lnTo>
                    <a:pt x="217709" y="225788"/>
                  </a:lnTo>
                  <a:lnTo>
                    <a:pt x="218564" y="238023"/>
                  </a:lnTo>
                  <a:lnTo>
                    <a:pt x="219420" y="287285"/>
                  </a:lnTo>
                  <a:lnTo>
                    <a:pt x="220275" y="212265"/>
                  </a:lnTo>
                  <a:lnTo>
                    <a:pt x="221131" y="207566"/>
                  </a:lnTo>
                  <a:lnTo>
                    <a:pt x="221987" y="236972"/>
                  </a:lnTo>
                  <a:lnTo>
                    <a:pt x="222842" y="214144"/>
                  </a:lnTo>
                  <a:lnTo>
                    <a:pt x="223698" y="246043"/>
                  </a:lnTo>
                  <a:lnTo>
                    <a:pt x="224553" y="178932"/>
                  </a:lnTo>
                  <a:lnTo>
                    <a:pt x="225409" y="168664"/>
                  </a:lnTo>
                  <a:lnTo>
                    <a:pt x="226264" y="214109"/>
                  </a:lnTo>
                  <a:lnTo>
                    <a:pt x="227120" y="104464"/>
                  </a:lnTo>
                  <a:lnTo>
                    <a:pt x="227975" y="150008"/>
                  </a:lnTo>
                  <a:lnTo>
                    <a:pt x="228831" y="159029"/>
                  </a:lnTo>
                  <a:lnTo>
                    <a:pt x="229686" y="145150"/>
                  </a:lnTo>
                  <a:lnTo>
                    <a:pt x="230542" y="153230"/>
                  </a:lnTo>
                  <a:lnTo>
                    <a:pt x="231397" y="112613"/>
                  </a:lnTo>
                  <a:lnTo>
                    <a:pt x="232253" y="135071"/>
                  </a:lnTo>
                  <a:lnTo>
                    <a:pt x="233108" y="194209"/>
                  </a:lnTo>
                  <a:lnTo>
                    <a:pt x="233964" y="212930"/>
                  </a:lnTo>
                  <a:lnTo>
                    <a:pt x="234819" y="281501"/>
                  </a:lnTo>
                  <a:lnTo>
                    <a:pt x="235675" y="308176"/>
                  </a:lnTo>
                  <a:lnTo>
                    <a:pt x="236530" y="341099"/>
                  </a:lnTo>
                  <a:lnTo>
                    <a:pt x="237386" y="363655"/>
                  </a:lnTo>
                  <a:lnTo>
                    <a:pt x="238242" y="340315"/>
                  </a:lnTo>
                  <a:lnTo>
                    <a:pt x="239097" y="375762"/>
                  </a:lnTo>
                  <a:lnTo>
                    <a:pt x="239953" y="365107"/>
                  </a:lnTo>
                  <a:lnTo>
                    <a:pt x="240808" y="383374"/>
                  </a:lnTo>
                  <a:lnTo>
                    <a:pt x="241664" y="367523"/>
                  </a:lnTo>
                  <a:lnTo>
                    <a:pt x="242519" y="353149"/>
                  </a:lnTo>
                  <a:lnTo>
                    <a:pt x="243375" y="372515"/>
                  </a:lnTo>
                  <a:lnTo>
                    <a:pt x="244230" y="419022"/>
                  </a:lnTo>
                  <a:lnTo>
                    <a:pt x="245086" y="419866"/>
                  </a:lnTo>
                  <a:lnTo>
                    <a:pt x="245941" y="409968"/>
                  </a:lnTo>
                  <a:lnTo>
                    <a:pt x="246797" y="423858"/>
                  </a:lnTo>
                  <a:lnTo>
                    <a:pt x="247652" y="410948"/>
                  </a:lnTo>
                  <a:lnTo>
                    <a:pt x="248226" y="4400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4711772" y="6355979"/>
              <a:ext cx="1141" cy="23470"/>
            </a:xfrm>
            <a:custGeom>
              <a:avLst/>
              <a:pathLst>
                <a:path w="1141" h="23470">
                  <a:moveTo>
                    <a:pt x="0" y="23470"/>
                  </a:moveTo>
                  <a:lnTo>
                    <a:pt x="531" y="0"/>
                  </a:lnTo>
                  <a:lnTo>
                    <a:pt x="1141" y="234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4714799" y="6327117"/>
              <a:ext cx="9093" cy="52332"/>
            </a:xfrm>
            <a:custGeom>
              <a:avLst/>
              <a:pathLst>
                <a:path w="9093" h="52332">
                  <a:moveTo>
                    <a:pt x="0" y="52332"/>
                  </a:moveTo>
                  <a:lnTo>
                    <a:pt x="71" y="50192"/>
                  </a:lnTo>
                  <a:lnTo>
                    <a:pt x="926" y="44351"/>
                  </a:lnTo>
                  <a:lnTo>
                    <a:pt x="1782" y="15498"/>
                  </a:lnTo>
                  <a:lnTo>
                    <a:pt x="2637" y="28009"/>
                  </a:lnTo>
                  <a:lnTo>
                    <a:pt x="3493" y="25520"/>
                  </a:lnTo>
                  <a:lnTo>
                    <a:pt x="4348" y="50945"/>
                  </a:lnTo>
                  <a:lnTo>
                    <a:pt x="5204" y="41370"/>
                  </a:lnTo>
                  <a:lnTo>
                    <a:pt x="6059" y="19396"/>
                  </a:lnTo>
                  <a:lnTo>
                    <a:pt x="6915" y="8145"/>
                  </a:lnTo>
                  <a:lnTo>
                    <a:pt x="7770" y="0"/>
                  </a:lnTo>
                  <a:lnTo>
                    <a:pt x="8626" y="40381"/>
                  </a:lnTo>
                  <a:lnTo>
                    <a:pt x="9093" y="523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724428" y="6209471"/>
              <a:ext cx="18320" cy="169978"/>
            </a:xfrm>
            <a:custGeom>
              <a:avLst/>
              <a:pathLst>
                <a:path w="18320" h="169978">
                  <a:moveTo>
                    <a:pt x="0" y="169978"/>
                  </a:moveTo>
                  <a:lnTo>
                    <a:pt x="708" y="122035"/>
                  </a:lnTo>
                  <a:lnTo>
                    <a:pt x="1563" y="121006"/>
                  </a:lnTo>
                  <a:lnTo>
                    <a:pt x="2419" y="84512"/>
                  </a:lnTo>
                  <a:lnTo>
                    <a:pt x="3274" y="62295"/>
                  </a:lnTo>
                  <a:lnTo>
                    <a:pt x="4130" y="31893"/>
                  </a:lnTo>
                  <a:lnTo>
                    <a:pt x="4986" y="39585"/>
                  </a:lnTo>
                  <a:lnTo>
                    <a:pt x="5841" y="43662"/>
                  </a:lnTo>
                  <a:lnTo>
                    <a:pt x="6697" y="32385"/>
                  </a:lnTo>
                  <a:lnTo>
                    <a:pt x="7552" y="61943"/>
                  </a:lnTo>
                  <a:lnTo>
                    <a:pt x="8408" y="69989"/>
                  </a:lnTo>
                  <a:lnTo>
                    <a:pt x="9263" y="10810"/>
                  </a:lnTo>
                  <a:lnTo>
                    <a:pt x="10119" y="23964"/>
                  </a:lnTo>
                  <a:lnTo>
                    <a:pt x="10974" y="43459"/>
                  </a:lnTo>
                  <a:lnTo>
                    <a:pt x="11830" y="50141"/>
                  </a:lnTo>
                  <a:lnTo>
                    <a:pt x="12685" y="0"/>
                  </a:lnTo>
                  <a:lnTo>
                    <a:pt x="13541" y="12790"/>
                  </a:lnTo>
                  <a:lnTo>
                    <a:pt x="14396" y="84446"/>
                  </a:lnTo>
                  <a:lnTo>
                    <a:pt x="15252" y="136418"/>
                  </a:lnTo>
                  <a:lnTo>
                    <a:pt x="16107" y="142518"/>
                  </a:lnTo>
                  <a:lnTo>
                    <a:pt x="16963" y="114808"/>
                  </a:lnTo>
                  <a:lnTo>
                    <a:pt x="17818" y="147257"/>
                  </a:lnTo>
                  <a:lnTo>
                    <a:pt x="18320" y="1699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4747076" y="6312069"/>
              <a:ext cx="7708" cy="67380"/>
            </a:xfrm>
            <a:custGeom>
              <a:avLst/>
              <a:pathLst>
                <a:path w="7708" h="67380">
                  <a:moveTo>
                    <a:pt x="0" y="67380"/>
                  </a:moveTo>
                  <a:lnTo>
                    <a:pt x="304" y="50434"/>
                  </a:lnTo>
                  <a:lnTo>
                    <a:pt x="1160" y="42468"/>
                  </a:lnTo>
                  <a:lnTo>
                    <a:pt x="2015" y="27226"/>
                  </a:lnTo>
                  <a:lnTo>
                    <a:pt x="2871" y="0"/>
                  </a:lnTo>
                  <a:lnTo>
                    <a:pt x="3726" y="6795"/>
                  </a:lnTo>
                  <a:lnTo>
                    <a:pt x="4582" y="30608"/>
                  </a:lnTo>
                  <a:lnTo>
                    <a:pt x="5437" y="22734"/>
                  </a:lnTo>
                  <a:lnTo>
                    <a:pt x="6293" y="37143"/>
                  </a:lnTo>
                  <a:lnTo>
                    <a:pt x="7149" y="59168"/>
                  </a:lnTo>
                  <a:lnTo>
                    <a:pt x="7708" y="673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4755161" y="6080110"/>
              <a:ext cx="67352" cy="299339"/>
            </a:xfrm>
            <a:custGeom>
              <a:avLst/>
              <a:pathLst>
                <a:path w="67352" h="299339">
                  <a:moveTo>
                    <a:pt x="0" y="299339"/>
                  </a:moveTo>
                  <a:lnTo>
                    <a:pt x="774" y="257584"/>
                  </a:lnTo>
                  <a:lnTo>
                    <a:pt x="1630" y="214617"/>
                  </a:lnTo>
                  <a:lnTo>
                    <a:pt x="2485" y="206985"/>
                  </a:lnTo>
                  <a:lnTo>
                    <a:pt x="3341" y="261365"/>
                  </a:lnTo>
                  <a:lnTo>
                    <a:pt x="4196" y="266614"/>
                  </a:lnTo>
                  <a:lnTo>
                    <a:pt x="5052" y="228807"/>
                  </a:lnTo>
                  <a:lnTo>
                    <a:pt x="5908" y="261958"/>
                  </a:lnTo>
                  <a:lnTo>
                    <a:pt x="6763" y="215506"/>
                  </a:lnTo>
                  <a:lnTo>
                    <a:pt x="7619" y="210580"/>
                  </a:lnTo>
                  <a:lnTo>
                    <a:pt x="8474" y="164494"/>
                  </a:lnTo>
                  <a:lnTo>
                    <a:pt x="9330" y="192271"/>
                  </a:lnTo>
                  <a:lnTo>
                    <a:pt x="10185" y="199381"/>
                  </a:lnTo>
                  <a:lnTo>
                    <a:pt x="11041" y="180966"/>
                  </a:lnTo>
                  <a:lnTo>
                    <a:pt x="11896" y="189321"/>
                  </a:lnTo>
                  <a:lnTo>
                    <a:pt x="12752" y="175088"/>
                  </a:lnTo>
                  <a:lnTo>
                    <a:pt x="13607" y="169566"/>
                  </a:lnTo>
                  <a:lnTo>
                    <a:pt x="14463" y="144559"/>
                  </a:lnTo>
                  <a:lnTo>
                    <a:pt x="15318" y="162636"/>
                  </a:lnTo>
                  <a:lnTo>
                    <a:pt x="16174" y="163710"/>
                  </a:lnTo>
                  <a:lnTo>
                    <a:pt x="17029" y="146853"/>
                  </a:lnTo>
                  <a:lnTo>
                    <a:pt x="17885" y="132388"/>
                  </a:lnTo>
                  <a:lnTo>
                    <a:pt x="18740" y="156907"/>
                  </a:lnTo>
                  <a:lnTo>
                    <a:pt x="19596" y="175626"/>
                  </a:lnTo>
                  <a:lnTo>
                    <a:pt x="20451" y="108077"/>
                  </a:lnTo>
                  <a:lnTo>
                    <a:pt x="21307" y="79876"/>
                  </a:lnTo>
                  <a:lnTo>
                    <a:pt x="22163" y="170592"/>
                  </a:lnTo>
                  <a:lnTo>
                    <a:pt x="23018" y="167281"/>
                  </a:lnTo>
                  <a:lnTo>
                    <a:pt x="23874" y="187076"/>
                  </a:lnTo>
                  <a:lnTo>
                    <a:pt x="24729" y="222215"/>
                  </a:lnTo>
                  <a:lnTo>
                    <a:pt x="25585" y="208760"/>
                  </a:lnTo>
                  <a:lnTo>
                    <a:pt x="26440" y="250684"/>
                  </a:lnTo>
                  <a:lnTo>
                    <a:pt x="27296" y="251360"/>
                  </a:lnTo>
                  <a:lnTo>
                    <a:pt x="28151" y="210159"/>
                  </a:lnTo>
                  <a:lnTo>
                    <a:pt x="29007" y="202549"/>
                  </a:lnTo>
                  <a:lnTo>
                    <a:pt x="29862" y="201406"/>
                  </a:lnTo>
                  <a:lnTo>
                    <a:pt x="30718" y="276945"/>
                  </a:lnTo>
                  <a:lnTo>
                    <a:pt x="31573" y="189348"/>
                  </a:lnTo>
                  <a:lnTo>
                    <a:pt x="32429" y="190128"/>
                  </a:lnTo>
                  <a:lnTo>
                    <a:pt x="33284" y="159886"/>
                  </a:lnTo>
                  <a:lnTo>
                    <a:pt x="34140" y="127828"/>
                  </a:lnTo>
                  <a:lnTo>
                    <a:pt x="34995" y="120953"/>
                  </a:lnTo>
                  <a:lnTo>
                    <a:pt x="35851" y="141818"/>
                  </a:lnTo>
                  <a:lnTo>
                    <a:pt x="36707" y="132765"/>
                  </a:lnTo>
                  <a:lnTo>
                    <a:pt x="37562" y="99811"/>
                  </a:lnTo>
                  <a:lnTo>
                    <a:pt x="38418" y="148123"/>
                  </a:lnTo>
                  <a:lnTo>
                    <a:pt x="39273" y="68762"/>
                  </a:lnTo>
                  <a:lnTo>
                    <a:pt x="40129" y="0"/>
                  </a:lnTo>
                  <a:lnTo>
                    <a:pt x="40984" y="16015"/>
                  </a:lnTo>
                  <a:lnTo>
                    <a:pt x="41840" y="32829"/>
                  </a:lnTo>
                  <a:lnTo>
                    <a:pt x="42695" y="47470"/>
                  </a:lnTo>
                  <a:lnTo>
                    <a:pt x="43551" y="24287"/>
                  </a:lnTo>
                  <a:lnTo>
                    <a:pt x="44406" y="96037"/>
                  </a:lnTo>
                  <a:lnTo>
                    <a:pt x="45262" y="138214"/>
                  </a:lnTo>
                  <a:lnTo>
                    <a:pt x="46117" y="177775"/>
                  </a:lnTo>
                  <a:lnTo>
                    <a:pt x="46973" y="176745"/>
                  </a:lnTo>
                  <a:lnTo>
                    <a:pt x="47828" y="194810"/>
                  </a:lnTo>
                  <a:lnTo>
                    <a:pt x="48684" y="220220"/>
                  </a:lnTo>
                  <a:lnTo>
                    <a:pt x="49539" y="227647"/>
                  </a:lnTo>
                  <a:lnTo>
                    <a:pt x="50395" y="248568"/>
                  </a:lnTo>
                  <a:lnTo>
                    <a:pt x="51250" y="265458"/>
                  </a:lnTo>
                  <a:lnTo>
                    <a:pt x="52106" y="253308"/>
                  </a:lnTo>
                  <a:lnTo>
                    <a:pt x="52962" y="256532"/>
                  </a:lnTo>
                  <a:lnTo>
                    <a:pt x="53817" y="245559"/>
                  </a:lnTo>
                  <a:lnTo>
                    <a:pt x="54673" y="218926"/>
                  </a:lnTo>
                  <a:lnTo>
                    <a:pt x="55528" y="207660"/>
                  </a:lnTo>
                  <a:lnTo>
                    <a:pt x="56384" y="203837"/>
                  </a:lnTo>
                  <a:lnTo>
                    <a:pt x="57239" y="208215"/>
                  </a:lnTo>
                  <a:lnTo>
                    <a:pt x="58095" y="234263"/>
                  </a:lnTo>
                  <a:lnTo>
                    <a:pt x="58950" y="219102"/>
                  </a:lnTo>
                  <a:lnTo>
                    <a:pt x="59806" y="238634"/>
                  </a:lnTo>
                  <a:lnTo>
                    <a:pt x="60661" y="211869"/>
                  </a:lnTo>
                  <a:lnTo>
                    <a:pt x="61517" y="187309"/>
                  </a:lnTo>
                  <a:lnTo>
                    <a:pt x="62372" y="199181"/>
                  </a:lnTo>
                  <a:lnTo>
                    <a:pt x="63228" y="188085"/>
                  </a:lnTo>
                  <a:lnTo>
                    <a:pt x="64083" y="236406"/>
                  </a:lnTo>
                  <a:lnTo>
                    <a:pt x="64939" y="250530"/>
                  </a:lnTo>
                  <a:lnTo>
                    <a:pt x="65794" y="249855"/>
                  </a:lnTo>
                  <a:lnTo>
                    <a:pt x="66650" y="284515"/>
                  </a:lnTo>
                  <a:lnTo>
                    <a:pt x="67352" y="2993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4828867" y="6038133"/>
              <a:ext cx="103987" cy="341316"/>
            </a:xfrm>
            <a:custGeom>
              <a:avLst/>
              <a:pathLst>
                <a:path w="103987" h="341316">
                  <a:moveTo>
                    <a:pt x="0" y="341316"/>
                  </a:moveTo>
                  <a:lnTo>
                    <a:pt x="643" y="325136"/>
                  </a:lnTo>
                  <a:lnTo>
                    <a:pt x="1499" y="341036"/>
                  </a:lnTo>
                  <a:lnTo>
                    <a:pt x="2354" y="308474"/>
                  </a:lnTo>
                  <a:lnTo>
                    <a:pt x="3210" y="281351"/>
                  </a:lnTo>
                  <a:lnTo>
                    <a:pt x="4065" y="278512"/>
                  </a:lnTo>
                  <a:lnTo>
                    <a:pt x="4921" y="254343"/>
                  </a:lnTo>
                  <a:lnTo>
                    <a:pt x="5776" y="227106"/>
                  </a:lnTo>
                  <a:lnTo>
                    <a:pt x="6632" y="179360"/>
                  </a:lnTo>
                  <a:lnTo>
                    <a:pt x="7488" y="204887"/>
                  </a:lnTo>
                  <a:lnTo>
                    <a:pt x="8343" y="200217"/>
                  </a:lnTo>
                  <a:lnTo>
                    <a:pt x="9199" y="171739"/>
                  </a:lnTo>
                  <a:lnTo>
                    <a:pt x="10054" y="171985"/>
                  </a:lnTo>
                  <a:lnTo>
                    <a:pt x="10910" y="147934"/>
                  </a:lnTo>
                  <a:lnTo>
                    <a:pt x="11765" y="108421"/>
                  </a:lnTo>
                  <a:lnTo>
                    <a:pt x="12621" y="100019"/>
                  </a:lnTo>
                  <a:lnTo>
                    <a:pt x="13476" y="108949"/>
                  </a:lnTo>
                  <a:lnTo>
                    <a:pt x="14332" y="133723"/>
                  </a:lnTo>
                  <a:lnTo>
                    <a:pt x="15187" y="143086"/>
                  </a:lnTo>
                  <a:lnTo>
                    <a:pt x="16043" y="124558"/>
                  </a:lnTo>
                  <a:lnTo>
                    <a:pt x="16898" y="91095"/>
                  </a:lnTo>
                  <a:lnTo>
                    <a:pt x="17754" y="52435"/>
                  </a:lnTo>
                  <a:lnTo>
                    <a:pt x="18609" y="82350"/>
                  </a:lnTo>
                  <a:lnTo>
                    <a:pt x="19465" y="123061"/>
                  </a:lnTo>
                  <a:lnTo>
                    <a:pt x="20320" y="158476"/>
                  </a:lnTo>
                  <a:lnTo>
                    <a:pt x="21176" y="142762"/>
                  </a:lnTo>
                  <a:lnTo>
                    <a:pt x="22031" y="151309"/>
                  </a:lnTo>
                  <a:lnTo>
                    <a:pt x="22887" y="183755"/>
                  </a:lnTo>
                  <a:lnTo>
                    <a:pt x="23743" y="150321"/>
                  </a:lnTo>
                  <a:lnTo>
                    <a:pt x="24598" y="84770"/>
                  </a:lnTo>
                  <a:lnTo>
                    <a:pt x="25454" y="128421"/>
                  </a:lnTo>
                  <a:lnTo>
                    <a:pt x="26309" y="135604"/>
                  </a:lnTo>
                  <a:lnTo>
                    <a:pt x="27165" y="118639"/>
                  </a:lnTo>
                  <a:lnTo>
                    <a:pt x="28020" y="109129"/>
                  </a:lnTo>
                  <a:lnTo>
                    <a:pt x="28876" y="118321"/>
                  </a:lnTo>
                  <a:lnTo>
                    <a:pt x="29731" y="137977"/>
                  </a:lnTo>
                  <a:lnTo>
                    <a:pt x="30587" y="122643"/>
                  </a:lnTo>
                  <a:lnTo>
                    <a:pt x="31442" y="112678"/>
                  </a:lnTo>
                  <a:lnTo>
                    <a:pt x="32298" y="103154"/>
                  </a:lnTo>
                  <a:lnTo>
                    <a:pt x="33153" y="68286"/>
                  </a:lnTo>
                  <a:lnTo>
                    <a:pt x="34009" y="0"/>
                  </a:lnTo>
                  <a:lnTo>
                    <a:pt x="34864" y="24201"/>
                  </a:lnTo>
                  <a:lnTo>
                    <a:pt x="35720" y="49352"/>
                  </a:lnTo>
                  <a:lnTo>
                    <a:pt x="36575" y="80422"/>
                  </a:lnTo>
                  <a:lnTo>
                    <a:pt x="37431" y="78199"/>
                  </a:lnTo>
                  <a:lnTo>
                    <a:pt x="38287" y="100877"/>
                  </a:lnTo>
                  <a:lnTo>
                    <a:pt x="39142" y="88781"/>
                  </a:lnTo>
                  <a:lnTo>
                    <a:pt x="39998" y="68296"/>
                  </a:lnTo>
                  <a:lnTo>
                    <a:pt x="40853" y="32574"/>
                  </a:lnTo>
                  <a:lnTo>
                    <a:pt x="41709" y="45320"/>
                  </a:lnTo>
                  <a:lnTo>
                    <a:pt x="42564" y="88893"/>
                  </a:lnTo>
                  <a:lnTo>
                    <a:pt x="43420" y="136638"/>
                  </a:lnTo>
                  <a:lnTo>
                    <a:pt x="44275" y="146092"/>
                  </a:lnTo>
                  <a:lnTo>
                    <a:pt x="45131" y="139615"/>
                  </a:lnTo>
                  <a:lnTo>
                    <a:pt x="45986" y="160297"/>
                  </a:lnTo>
                  <a:lnTo>
                    <a:pt x="46842" y="170361"/>
                  </a:lnTo>
                  <a:lnTo>
                    <a:pt x="47697" y="180620"/>
                  </a:lnTo>
                  <a:lnTo>
                    <a:pt x="48553" y="179162"/>
                  </a:lnTo>
                  <a:lnTo>
                    <a:pt x="49408" y="193646"/>
                  </a:lnTo>
                  <a:lnTo>
                    <a:pt x="50264" y="179777"/>
                  </a:lnTo>
                  <a:lnTo>
                    <a:pt x="51119" y="216960"/>
                  </a:lnTo>
                  <a:lnTo>
                    <a:pt x="51975" y="224956"/>
                  </a:lnTo>
                  <a:lnTo>
                    <a:pt x="52830" y="213508"/>
                  </a:lnTo>
                  <a:lnTo>
                    <a:pt x="53686" y="227314"/>
                  </a:lnTo>
                  <a:lnTo>
                    <a:pt x="54542" y="219635"/>
                  </a:lnTo>
                  <a:lnTo>
                    <a:pt x="55397" y="254398"/>
                  </a:lnTo>
                  <a:lnTo>
                    <a:pt x="56253" y="203270"/>
                  </a:lnTo>
                  <a:lnTo>
                    <a:pt x="57108" y="253119"/>
                  </a:lnTo>
                  <a:lnTo>
                    <a:pt x="57964" y="288178"/>
                  </a:lnTo>
                  <a:lnTo>
                    <a:pt x="58819" y="291155"/>
                  </a:lnTo>
                  <a:lnTo>
                    <a:pt x="59675" y="303066"/>
                  </a:lnTo>
                  <a:lnTo>
                    <a:pt x="60530" y="277550"/>
                  </a:lnTo>
                  <a:lnTo>
                    <a:pt x="61386" y="300870"/>
                  </a:lnTo>
                  <a:lnTo>
                    <a:pt x="62241" y="323707"/>
                  </a:lnTo>
                  <a:lnTo>
                    <a:pt x="63097" y="311167"/>
                  </a:lnTo>
                  <a:lnTo>
                    <a:pt x="63952" y="310907"/>
                  </a:lnTo>
                  <a:lnTo>
                    <a:pt x="64808" y="279664"/>
                  </a:lnTo>
                  <a:lnTo>
                    <a:pt x="65663" y="297047"/>
                  </a:lnTo>
                  <a:lnTo>
                    <a:pt x="66519" y="282549"/>
                  </a:lnTo>
                  <a:lnTo>
                    <a:pt x="67374" y="227383"/>
                  </a:lnTo>
                  <a:lnTo>
                    <a:pt x="68230" y="230981"/>
                  </a:lnTo>
                  <a:lnTo>
                    <a:pt x="69085" y="213480"/>
                  </a:lnTo>
                  <a:lnTo>
                    <a:pt x="69941" y="246705"/>
                  </a:lnTo>
                  <a:lnTo>
                    <a:pt x="70797" y="211414"/>
                  </a:lnTo>
                  <a:lnTo>
                    <a:pt x="71652" y="213949"/>
                  </a:lnTo>
                  <a:lnTo>
                    <a:pt x="72508" y="250862"/>
                  </a:lnTo>
                  <a:lnTo>
                    <a:pt x="73363" y="224721"/>
                  </a:lnTo>
                  <a:lnTo>
                    <a:pt x="74219" y="182114"/>
                  </a:lnTo>
                  <a:lnTo>
                    <a:pt x="75074" y="124163"/>
                  </a:lnTo>
                  <a:lnTo>
                    <a:pt x="75930" y="162920"/>
                  </a:lnTo>
                  <a:lnTo>
                    <a:pt x="76785" y="168559"/>
                  </a:lnTo>
                  <a:lnTo>
                    <a:pt x="77641" y="175239"/>
                  </a:lnTo>
                  <a:lnTo>
                    <a:pt x="78496" y="175706"/>
                  </a:lnTo>
                  <a:lnTo>
                    <a:pt x="79352" y="107562"/>
                  </a:lnTo>
                  <a:lnTo>
                    <a:pt x="80207" y="141513"/>
                  </a:lnTo>
                  <a:lnTo>
                    <a:pt x="81063" y="127195"/>
                  </a:lnTo>
                  <a:lnTo>
                    <a:pt x="81918" y="143845"/>
                  </a:lnTo>
                  <a:lnTo>
                    <a:pt x="82774" y="166805"/>
                  </a:lnTo>
                  <a:lnTo>
                    <a:pt x="83629" y="155675"/>
                  </a:lnTo>
                  <a:lnTo>
                    <a:pt x="84485" y="155487"/>
                  </a:lnTo>
                  <a:lnTo>
                    <a:pt x="85341" y="190013"/>
                  </a:lnTo>
                  <a:lnTo>
                    <a:pt x="86196" y="149331"/>
                  </a:lnTo>
                  <a:lnTo>
                    <a:pt x="87052" y="211397"/>
                  </a:lnTo>
                  <a:lnTo>
                    <a:pt x="87907" y="191201"/>
                  </a:lnTo>
                  <a:lnTo>
                    <a:pt x="88763" y="209363"/>
                  </a:lnTo>
                  <a:lnTo>
                    <a:pt x="89618" y="267183"/>
                  </a:lnTo>
                  <a:lnTo>
                    <a:pt x="90474" y="301003"/>
                  </a:lnTo>
                  <a:lnTo>
                    <a:pt x="91329" y="283821"/>
                  </a:lnTo>
                  <a:lnTo>
                    <a:pt x="92185" y="253235"/>
                  </a:lnTo>
                  <a:lnTo>
                    <a:pt x="93040" y="267899"/>
                  </a:lnTo>
                  <a:lnTo>
                    <a:pt x="93896" y="277306"/>
                  </a:lnTo>
                  <a:lnTo>
                    <a:pt x="94751" y="271787"/>
                  </a:lnTo>
                  <a:lnTo>
                    <a:pt x="95607" y="293736"/>
                  </a:lnTo>
                  <a:lnTo>
                    <a:pt x="96462" y="289864"/>
                  </a:lnTo>
                  <a:lnTo>
                    <a:pt x="97318" y="277595"/>
                  </a:lnTo>
                  <a:lnTo>
                    <a:pt x="98173" y="279228"/>
                  </a:lnTo>
                  <a:lnTo>
                    <a:pt x="99029" y="232316"/>
                  </a:lnTo>
                  <a:lnTo>
                    <a:pt x="99884" y="231456"/>
                  </a:lnTo>
                  <a:lnTo>
                    <a:pt x="100740" y="245196"/>
                  </a:lnTo>
                  <a:lnTo>
                    <a:pt x="101596" y="247636"/>
                  </a:lnTo>
                  <a:lnTo>
                    <a:pt x="102451" y="282905"/>
                  </a:lnTo>
                  <a:lnTo>
                    <a:pt x="103307" y="323302"/>
                  </a:lnTo>
                  <a:lnTo>
                    <a:pt x="103987" y="3413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4935463" y="6295192"/>
              <a:ext cx="5713" cy="84257"/>
            </a:xfrm>
            <a:custGeom>
              <a:avLst/>
              <a:pathLst>
                <a:path w="5713" h="84257">
                  <a:moveTo>
                    <a:pt x="0" y="84257"/>
                  </a:moveTo>
                  <a:lnTo>
                    <a:pt x="133" y="71431"/>
                  </a:lnTo>
                  <a:lnTo>
                    <a:pt x="988" y="72549"/>
                  </a:lnTo>
                  <a:lnTo>
                    <a:pt x="1844" y="47616"/>
                  </a:lnTo>
                  <a:lnTo>
                    <a:pt x="2699" y="0"/>
                  </a:lnTo>
                  <a:lnTo>
                    <a:pt x="3555" y="21311"/>
                  </a:lnTo>
                  <a:lnTo>
                    <a:pt x="4411" y="28073"/>
                  </a:lnTo>
                  <a:lnTo>
                    <a:pt x="5266" y="30039"/>
                  </a:lnTo>
                  <a:lnTo>
                    <a:pt x="5713" y="842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4944277" y="6366179"/>
              <a:ext cx="1039" cy="13270"/>
            </a:xfrm>
            <a:custGeom>
              <a:avLst/>
              <a:pathLst>
                <a:path w="1039" h="13270">
                  <a:moveTo>
                    <a:pt x="0" y="13270"/>
                  </a:moveTo>
                  <a:lnTo>
                    <a:pt x="730" y="0"/>
                  </a:lnTo>
                  <a:lnTo>
                    <a:pt x="1039" y="132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4946259" y="6208190"/>
              <a:ext cx="30831" cy="171259"/>
            </a:xfrm>
            <a:custGeom>
              <a:avLst/>
              <a:pathLst>
                <a:path w="30831" h="171259">
                  <a:moveTo>
                    <a:pt x="0" y="171259"/>
                  </a:moveTo>
                  <a:lnTo>
                    <a:pt x="459" y="144068"/>
                  </a:lnTo>
                  <a:lnTo>
                    <a:pt x="1314" y="108854"/>
                  </a:lnTo>
                  <a:lnTo>
                    <a:pt x="2170" y="138542"/>
                  </a:lnTo>
                  <a:lnTo>
                    <a:pt x="3025" y="145732"/>
                  </a:lnTo>
                  <a:lnTo>
                    <a:pt x="3881" y="142707"/>
                  </a:lnTo>
                  <a:lnTo>
                    <a:pt x="4736" y="140049"/>
                  </a:lnTo>
                  <a:lnTo>
                    <a:pt x="5592" y="131563"/>
                  </a:lnTo>
                  <a:lnTo>
                    <a:pt x="6447" y="158847"/>
                  </a:lnTo>
                  <a:lnTo>
                    <a:pt x="7303" y="156079"/>
                  </a:lnTo>
                  <a:lnTo>
                    <a:pt x="8158" y="150342"/>
                  </a:lnTo>
                  <a:lnTo>
                    <a:pt x="9014" y="140692"/>
                  </a:lnTo>
                  <a:lnTo>
                    <a:pt x="9869" y="126649"/>
                  </a:lnTo>
                  <a:lnTo>
                    <a:pt x="10725" y="105023"/>
                  </a:lnTo>
                  <a:lnTo>
                    <a:pt x="11581" y="106905"/>
                  </a:lnTo>
                  <a:lnTo>
                    <a:pt x="12436" y="89817"/>
                  </a:lnTo>
                  <a:lnTo>
                    <a:pt x="13292" y="49585"/>
                  </a:lnTo>
                  <a:lnTo>
                    <a:pt x="14147" y="75002"/>
                  </a:lnTo>
                  <a:lnTo>
                    <a:pt x="15003" y="67322"/>
                  </a:lnTo>
                  <a:lnTo>
                    <a:pt x="15858" y="63469"/>
                  </a:lnTo>
                  <a:lnTo>
                    <a:pt x="16714" y="76141"/>
                  </a:lnTo>
                  <a:lnTo>
                    <a:pt x="17569" y="0"/>
                  </a:lnTo>
                  <a:lnTo>
                    <a:pt x="18425" y="37588"/>
                  </a:lnTo>
                  <a:lnTo>
                    <a:pt x="19280" y="67620"/>
                  </a:lnTo>
                  <a:lnTo>
                    <a:pt x="20136" y="80398"/>
                  </a:lnTo>
                  <a:lnTo>
                    <a:pt x="20991" y="96684"/>
                  </a:lnTo>
                  <a:lnTo>
                    <a:pt x="21847" y="62513"/>
                  </a:lnTo>
                  <a:lnTo>
                    <a:pt x="22702" y="42858"/>
                  </a:lnTo>
                  <a:lnTo>
                    <a:pt x="23558" y="49538"/>
                  </a:lnTo>
                  <a:lnTo>
                    <a:pt x="24413" y="45478"/>
                  </a:lnTo>
                  <a:lnTo>
                    <a:pt x="25269" y="65507"/>
                  </a:lnTo>
                  <a:lnTo>
                    <a:pt x="26124" y="106894"/>
                  </a:lnTo>
                  <a:lnTo>
                    <a:pt x="26980" y="54306"/>
                  </a:lnTo>
                  <a:lnTo>
                    <a:pt x="27836" y="79619"/>
                  </a:lnTo>
                  <a:lnTo>
                    <a:pt x="28691" y="94125"/>
                  </a:lnTo>
                  <a:lnTo>
                    <a:pt x="29547" y="97330"/>
                  </a:lnTo>
                  <a:lnTo>
                    <a:pt x="30402" y="135768"/>
                  </a:lnTo>
                  <a:lnTo>
                    <a:pt x="30831" y="1712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4989223" y="6372276"/>
              <a:ext cx="551" cy="7173"/>
            </a:xfrm>
            <a:custGeom>
              <a:avLst/>
              <a:pathLst>
                <a:path w="551" h="7173">
                  <a:moveTo>
                    <a:pt x="0" y="7173"/>
                  </a:moveTo>
                  <a:lnTo>
                    <a:pt x="271" y="0"/>
                  </a:lnTo>
                  <a:lnTo>
                    <a:pt x="551" y="71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4990671" y="6353379"/>
              <a:ext cx="2108" cy="26070"/>
            </a:xfrm>
            <a:custGeom>
              <a:avLst/>
              <a:pathLst>
                <a:path w="2108" h="26070">
                  <a:moveTo>
                    <a:pt x="0" y="26070"/>
                  </a:moveTo>
                  <a:lnTo>
                    <a:pt x="535" y="1377"/>
                  </a:lnTo>
                  <a:lnTo>
                    <a:pt x="1390" y="0"/>
                  </a:lnTo>
                  <a:lnTo>
                    <a:pt x="2108" y="2607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000251" y="6371893"/>
              <a:ext cx="637" cy="7556"/>
            </a:xfrm>
            <a:custGeom>
              <a:avLst/>
              <a:pathLst>
                <a:path w="637" h="7556">
                  <a:moveTo>
                    <a:pt x="0" y="7556"/>
                  </a:moveTo>
                  <a:lnTo>
                    <a:pt x="365" y="0"/>
                  </a:lnTo>
                  <a:lnTo>
                    <a:pt x="637" y="75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002897" y="6277599"/>
              <a:ext cx="12718" cy="101850"/>
            </a:xfrm>
            <a:custGeom>
              <a:avLst/>
              <a:pathLst>
                <a:path w="12718" h="101850">
                  <a:moveTo>
                    <a:pt x="0" y="101850"/>
                  </a:moveTo>
                  <a:lnTo>
                    <a:pt x="285" y="94474"/>
                  </a:lnTo>
                  <a:lnTo>
                    <a:pt x="1141" y="83466"/>
                  </a:lnTo>
                  <a:lnTo>
                    <a:pt x="1996" y="45603"/>
                  </a:lnTo>
                  <a:lnTo>
                    <a:pt x="2852" y="51703"/>
                  </a:lnTo>
                  <a:lnTo>
                    <a:pt x="3707" y="56059"/>
                  </a:lnTo>
                  <a:lnTo>
                    <a:pt x="4563" y="60617"/>
                  </a:lnTo>
                  <a:lnTo>
                    <a:pt x="5418" y="78861"/>
                  </a:lnTo>
                  <a:lnTo>
                    <a:pt x="6274" y="23033"/>
                  </a:lnTo>
                  <a:lnTo>
                    <a:pt x="7130" y="32651"/>
                  </a:lnTo>
                  <a:lnTo>
                    <a:pt x="7985" y="0"/>
                  </a:lnTo>
                  <a:lnTo>
                    <a:pt x="8841" y="16007"/>
                  </a:lnTo>
                  <a:lnTo>
                    <a:pt x="9696" y="50377"/>
                  </a:lnTo>
                  <a:lnTo>
                    <a:pt x="10552" y="30097"/>
                  </a:lnTo>
                  <a:lnTo>
                    <a:pt x="11407" y="66787"/>
                  </a:lnTo>
                  <a:lnTo>
                    <a:pt x="12263" y="94499"/>
                  </a:lnTo>
                  <a:lnTo>
                    <a:pt x="12718" y="1018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023423" y="6370615"/>
              <a:ext cx="437" cy="8834"/>
            </a:xfrm>
            <a:custGeom>
              <a:avLst/>
              <a:pathLst>
                <a:path w="437" h="8834">
                  <a:moveTo>
                    <a:pt x="0" y="8834"/>
                  </a:moveTo>
                  <a:lnTo>
                    <a:pt x="292" y="0"/>
                  </a:lnTo>
                  <a:lnTo>
                    <a:pt x="437" y="88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029277" y="6350961"/>
              <a:ext cx="2694" cy="28488"/>
            </a:xfrm>
            <a:custGeom>
              <a:avLst/>
              <a:pathLst>
                <a:path w="2694" h="28488">
                  <a:moveTo>
                    <a:pt x="0" y="28488"/>
                  </a:moveTo>
                  <a:lnTo>
                    <a:pt x="427" y="2898"/>
                  </a:lnTo>
                  <a:lnTo>
                    <a:pt x="1282" y="0"/>
                  </a:lnTo>
                  <a:lnTo>
                    <a:pt x="2138" y="18247"/>
                  </a:lnTo>
                  <a:lnTo>
                    <a:pt x="2694" y="284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033538" y="6362396"/>
              <a:ext cx="775" cy="17053"/>
            </a:xfrm>
            <a:custGeom>
              <a:avLst/>
              <a:pathLst>
                <a:path w="775" h="17053">
                  <a:moveTo>
                    <a:pt x="0" y="17053"/>
                  </a:moveTo>
                  <a:lnTo>
                    <a:pt x="444" y="0"/>
                  </a:lnTo>
                  <a:lnTo>
                    <a:pt x="775" y="170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5035900" y="6351139"/>
              <a:ext cx="1545" cy="28310"/>
            </a:xfrm>
            <a:custGeom>
              <a:avLst/>
              <a:pathLst>
                <a:path w="1545" h="28310">
                  <a:moveTo>
                    <a:pt x="0" y="28310"/>
                  </a:moveTo>
                  <a:lnTo>
                    <a:pt x="648" y="0"/>
                  </a:lnTo>
                  <a:lnTo>
                    <a:pt x="1504" y="28231"/>
                  </a:lnTo>
                  <a:lnTo>
                    <a:pt x="1545" y="283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5039329" y="6294563"/>
              <a:ext cx="12518" cy="84886"/>
            </a:xfrm>
            <a:custGeom>
              <a:avLst/>
              <a:pathLst>
                <a:path w="12518" h="84886">
                  <a:moveTo>
                    <a:pt x="0" y="84886"/>
                  </a:moveTo>
                  <a:lnTo>
                    <a:pt x="641" y="61048"/>
                  </a:lnTo>
                  <a:lnTo>
                    <a:pt x="1497" y="53356"/>
                  </a:lnTo>
                  <a:lnTo>
                    <a:pt x="2352" y="26367"/>
                  </a:lnTo>
                  <a:lnTo>
                    <a:pt x="3208" y="40942"/>
                  </a:lnTo>
                  <a:lnTo>
                    <a:pt x="4063" y="45559"/>
                  </a:lnTo>
                  <a:lnTo>
                    <a:pt x="4919" y="18557"/>
                  </a:lnTo>
                  <a:lnTo>
                    <a:pt x="5774" y="17591"/>
                  </a:lnTo>
                  <a:lnTo>
                    <a:pt x="6630" y="0"/>
                  </a:lnTo>
                  <a:lnTo>
                    <a:pt x="7485" y="63059"/>
                  </a:lnTo>
                  <a:lnTo>
                    <a:pt x="8341" y="68103"/>
                  </a:lnTo>
                  <a:lnTo>
                    <a:pt x="9196" y="35973"/>
                  </a:lnTo>
                  <a:lnTo>
                    <a:pt x="10052" y="35477"/>
                  </a:lnTo>
                  <a:lnTo>
                    <a:pt x="10907" y="32775"/>
                  </a:lnTo>
                  <a:lnTo>
                    <a:pt x="11763" y="48883"/>
                  </a:lnTo>
                  <a:lnTo>
                    <a:pt x="12518" y="848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052494" y="6376737"/>
              <a:ext cx="392" cy="2712"/>
            </a:xfrm>
            <a:custGeom>
              <a:avLst/>
              <a:pathLst>
                <a:path w="392" h="2712">
                  <a:moveTo>
                    <a:pt x="0" y="2712"/>
                  </a:moveTo>
                  <a:lnTo>
                    <a:pt x="309" y="0"/>
                  </a:lnTo>
                  <a:lnTo>
                    <a:pt x="392" y="27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5054067" y="6351828"/>
              <a:ext cx="1232" cy="27621"/>
            </a:xfrm>
            <a:custGeom>
              <a:avLst/>
              <a:pathLst>
                <a:path w="1232" h="27621">
                  <a:moveTo>
                    <a:pt x="0" y="27621"/>
                  </a:moveTo>
                  <a:lnTo>
                    <a:pt x="447" y="0"/>
                  </a:lnTo>
                  <a:lnTo>
                    <a:pt x="1232" y="276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066615" y="6302444"/>
              <a:ext cx="12051" cy="77005"/>
            </a:xfrm>
            <a:custGeom>
              <a:avLst/>
              <a:pathLst>
                <a:path w="12051" h="77005">
                  <a:moveTo>
                    <a:pt x="0" y="77005"/>
                  </a:moveTo>
                  <a:lnTo>
                    <a:pt x="732" y="16118"/>
                  </a:lnTo>
                  <a:lnTo>
                    <a:pt x="1588" y="50913"/>
                  </a:lnTo>
                  <a:lnTo>
                    <a:pt x="2443" y="12080"/>
                  </a:lnTo>
                  <a:lnTo>
                    <a:pt x="3299" y="24543"/>
                  </a:lnTo>
                  <a:lnTo>
                    <a:pt x="4154" y="36438"/>
                  </a:lnTo>
                  <a:lnTo>
                    <a:pt x="5010" y="12219"/>
                  </a:lnTo>
                  <a:lnTo>
                    <a:pt x="5865" y="47975"/>
                  </a:lnTo>
                  <a:lnTo>
                    <a:pt x="6721" y="0"/>
                  </a:lnTo>
                  <a:lnTo>
                    <a:pt x="7576" y="45559"/>
                  </a:lnTo>
                  <a:lnTo>
                    <a:pt x="8432" y="28382"/>
                  </a:lnTo>
                  <a:lnTo>
                    <a:pt x="9287" y="55069"/>
                  </a:lnTo>
                  <a:lnTo>
                    <a:pt x="10143" y="71619"/>
                  </a:lnTo>
                  <a:lnTo>
                    <a:pt x="10999" y="66188"/>
                  </a:lnTo>
                  <a:lnTo>
                    <a:pt x="11854" y="75001"/>
                  </a:lnTo>
                  <a:lnTo>
                    <a:pt x="12051" y="770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5079656" y="6368828"/>
              <a:ext cx="653" cy="10621"/>
            </a:xfrm>
            <a:custGeom>
              <a:avLst/>
              <a:pathLst>
                <a:path w="653" h="10621">
                  <a:moveTo>
                    <a:pt x="0" y="10621"/>
                  </a:moveTo>
                  <a:lnTo>
                    <a:pt x="524" y="0"/>
                  </a:lnTo>
                  <a:lnTo>
                    <a:pt x="653" y="106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084311" y="6347780"/>
              <a:ext cx="2291" cy="31669"/>
            </a:xfrm>
            <a:custGeom>
              <a:avLst/>
              <a:pathLst>
                <a:path w="2291" h="31669">
                  <a:moveTo>
                    <a:pt x="0" y="31669"/>
                  </a:moveTo>
                  <a:lnTo>
                    <a:pt x="146" y="25769"/>
                  </a:lnTo>
                  <a:lnTo>
                    <a:pt x="1002" y="25992"/>
                  </a:lnTo>
                  <a:lnTo>
                    <a:pt x="1857" y="0"/>
                  </a:lnTo>
                  <a:lnTo>
                    <a:pt x="2291" y="316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091443" y="6319389"/>
              <a:ext cx="1920" cy="60060"/>
            </a:xfrm>
            <a:custGeom>
              <a:avLst/>
              <a:pathLst>
                <a:path w="1920" h="60060">
                  <a:moveTo>
                    <a:pt x="0" y="60060"/>
                  </a:moveTo>
                  <a:lnTo>
                    <a:pt x="715" y="0"/>
                  </a:lnTo>
                  <a:lnTo>
                    <a:pt x="1570" y="51388"/>
                  </a:lnTo>
                  <a:lnTo>
                    <a:pt x="1920" y="6006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098411" y="6353366"/>
              <a:ext cx="3640" cy="26083"/>
            </a:xfrm>
            <a:custGeom>
              <a:avLst/>
              <a:pathLst>
                <a:path w="3640" h="26083">
                  <a:moveTo>
                    <a:pt x="0" y="26083"/>
                  </a:moveTo>
                  <a:lnTo>
                    <a:pt x="591" y="2190"/>
                  </a:lnTo>
                  <a:lnTo>
                    <a:pt x="1446" y="5569"/>
                  </a:lnTo>
                  <a:lnTo>
                    <a:pt x="2302" y="0"/>
                  </a:lnTo>
                  <a:lnTo>
                    <a:pt x="3157" y="12109"/>
                  </a:lnTo>
                  <a:lnTo>
                    <a:pt x="3640" y="2608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5105952" y="6360640"/>
              <a:ext cx="1709" cy="18809"/>
            </a:xfrm>
            <a:custGeom>
              <a:avLst/>
              <a:pathLst>
                <a:path w="1709" h="18809">
                  <a:moveTo>
                    <a:pt x="0" y="18809"/>
                  </a:moveTo>
                  <a:lnTo>
                    <a:pt x="749" y="0"/>
                  </a:lnTo>
                  <a:lnTo>
                    <a:pt x="1605" y="10055"/>
                  </a:lnTo>
                  <a:lnTo>
                    <a:pt x="1709" y="188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5111494" y="6372491"/>
              <a:ext cx="770" cy="6958"/>
            </a:xfrm>
            <a:custGeom>
              <a:avLst/>
              <a:pathLst>
                <a:path w="770" h="6958">
                  <a:moveTo>
                    <a:pt x="0" y="6958"/>
                  </a:moveTo>
                  <a:lnTo>
                    <a:pt x="341" y="0"/>
                  </a:lnTo>
                  <a:lnTo>
                    <a:pt x="770" y="69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5123458" y="6002939"/>
              <a:ext cx="109812" cy="376510"/>
            </a:xfrm>
            <a:custGeom>
              <a:avLst/>
              <a:pathLst>
                <a:path w="109812" h="376510">
                  <a:moveTo>
                    <a:pt x="0" y="376510"/>
                  </a:moveTo>
                  <a:lnTo>
                    <a:pt x="354" y="356848"/>
                  </a:lnTo>
                  <a:lnTo>
                    <a:pt x="1209" y="304650"/>
                  </a:lnTo>
                  <a:lnTo>
                    <a:pt x="2065" y="246163"/>
                  </a:lnTo>
                  <a:lnTo>
                    <a:pt x="2920" y="222229"/>
                  </a:lnTo>
                  <a:lnTo>
                    <a:pt x="3776" y="260304"/>
                  </a:lnTo>
                  <a:lnTo>
                    <a:pt x="4631" y="245955"/>
                  </a:lnTo>
                  <a:lnTo>
                    <a:pt x="5487" y="194065"/>
                  </a:lnTo>
                  <a:lnTo>
                    <a:pt x="6342" y="165126"/>
                  </a:lnTo>
                  <a:lnTo>
                    <a:pt x="7198" y="209300"/>
                  </a:lnTo>
                  <a:lnTo>
                    <a:pt x="8053" y="209791"/>
                  </a:lnTo>
                  <a:lnTo>
                    <a:pt x="8909" y="201486"/>
                  </a:lnTo>
                  <a:lnTo>
                    <a:pt x="9764" y="221050"/>
                  </a:lnTo>
                  <a:lnTo>
                    <a:pt x="10620" y="257920"/>
                  </a:lnTo>
                  <a:lnTo>
                    <a:pt x="11476" y="288548"/>
                  </a:lnTo>
                  <a:lnTo>
                    <a:pt x="12331" y="254660"/>
                  </a:lnTo>
                  <a:lnTo>
                    <a:pt x="13187" y="308443"/>
                  </a:lnTo>
                  <a:lnTo>
                    <a:pt x="14042" y="307518"/>
                  </a:lnTo>
                  <a:lnTo>
                    <a:pt x="14898" y="318389"/>
                  </a:lnTo>
                  <a:lnTo>
                    <a:pt x="15753" y="290697"/>
                  </a:lnTo>
                  <a:lnTo>
                    <a:pt x="16609" y="304075"/>
                  </a:lnTo>
                  <a:lnTo>
                    <a:pt x="17464" y="280465"/>
                  </a:lnTo>
                  <a:lnTo>
                    <a:pt x="18320" y="279071"/>
                  </a:lnTo>
                  <a:lnTo>
                    <a:pt x="19175" y="299137"/>
                  </a:lnTo>
                  <a:lnTo>
                    <a:pt x="20031" y="311416"/>
                  </a:lnTo>
                  <a:lnTo>
                    <a:pt x="20886" y="333776"/>
                  </a:lnTo>
                  <a:lnTo>
                    <a:pt x="21742" y="287489"/>
                  </a:lnTo>
                  <a:lnTo>
                    <a:pt x="22597" y="270609"/>
                  </a:lnTo>
                  <a:lnTo>
                    <a:pt x="23453" y="312010"/>
                  </a:lnTo>
                  <a:lnTo>
                    <a:pt x="24308" y="332057"/>
                  </a:lnTo>
                  <a:lnTo>
                    <a:pt x="25164" y="315371"/>
                  </a:lnTo>
                  <a:lnTo>
                    <a:pt x="26019" y="309318"/>
                  </a:lnTo>
                  <a:lnTo>
                    <a:pt x="26875" y="310195"/>
                  </a:lnTo>
                  <a:lnTo>
                    <a:pt x="27731" y="297475"/>
                  </a:lnTo>
                  <a:lnTo>
                    <a:pt x="28586" y="345206"/>
                  </a:lnTo>
                  <a:lnTo>
                    <a:pt x="29442" y="321407"/>
                  </a:lnTo>
                  <a:lnTo>
                    <a:pt x="30297" y="281950"/>
                  </a:lnTo>
                  <a:lnTo>
                    <a:pt x="31153" y="313415"/>
                  </a:lnTo>
                  <a:lnTo>
                    <a:pt x="32008" y="329512"/>
                  </a:lnTo>
                  <a:lnTo>
                    <a:pt x="32864" y="344896"/>
                  </a:lnTo>
                  <a:lnTo>
                    <a:pt x="33719" y="339134"/>
                  </a:lnTo>
                  <a:lnTo>
                    <a:pt x="34575" y="327406"/>
                  </a:lnTo>
                  <a:lnTo>
                    <a:pt x="35430" y="358371"/>
                  </a:lnTo>
                  <a:lnTo>
                    <a:pt x="36286" y="372304"/>
                  </a:lnTo>
                  <a:lnTo>
                    <a:pt x="37141" y="318824"/>
                  </a:lnTo>
                  <a:lnTo>
                    <a:pt x="37997" y="297703"/>
                  </a:lnTo>
                  <a:lnTo>
                    <a:pt x="38852" y="296192"/>
                  </a:lnTo>
                  <a:lnTo>
                    <a:pt x="39708" y="283728"/>
                  </a:lnTo>
                  <a:lnTo>
                    <a:pt x="40563" y="221181"/>
                  </a:lnTo>
                  <a:lnTo>
                    <a:pt x="41419" y="231756"/>
                  </a:lnTo>
                  <a:lnTo>
                    <a:pt x="42274" y="179643"/>
                  </a:lnTo>
                  <a:lnTo>
                    <a:pt x="43130" y="176854"/>
                  </a:lnTo>
                  <a:lnTo>
                    <a:pt x="43986" y="172008"/>
                  </a:lnTo>
                  <a:lnTo>
                    <a:pt x="44841" y="145819"/>
                  </a:lnTo>
                  <a:lnTo>
                    <a:pt x="45697" y="133640"/>
                  </a:lnTo>
                  <a:lnTo>
                    <a:pt x="46552" y="175688"/>
                  </a:lnTo>
                  <a:lnTo>
                    <a:pt x="47408" y="149760"/>
                  </a:lnTo>
                  <a:lnTo>
                    <a:pt x="48263" y="150539"/>
                  </a:lnTo>
                  <a:lnTo>
                    <a:pt x="49119" y="147013"/>
                  </a:lnTo>
                  <a:lnTo>
                    <a:pt x="49974" y="165891"/>
                  </a:lnTo>
                  <a:lnTo>
                    <a:pt x="50830" y="109988"/>
                  </a:lnTo>
                  <a:lnTo>
                    <a:pt x="51685" y="57109"/>
                  </a:lnTo>
                  <a:lnTo>
                    <a:pt x="52541" y="121771"/>
                  </a:lnTo>
                  <a:lnTo>
                    <a:pt x="53396" y="52276"/>
                  </a:lnTo>
                  <a:lnTo>
                    <a:pt x="54252" y="104061"/>
                  </a:lnTo>
                  <a:lnTo>
                    <a:pt x="55107" y="92916"/>
                  </a:lnTo>
                  <a:lnTo>
                    <a:pt x="55963" y="150540"/>
                  </a:lnTo>
                  <a:lnTo>
                    <a:pt x="56818" y="126892"/>
                  </a:lnTo>
                  <a:lnTo>
                    <a:pt x="57674" y="25674"/>
                  </a:lnTo>
                  <a:lnTo>
                    <a:pt x="58530" y="24921"/>
                  </a:lnTo>
                  <a:lnTo>
                    <a:pt x="59385" y="0"/>
                  </a:lnTo>
                  <a:lnTo>
                    <a:pt x="60241" y="38390"/>
                  </a:lnTo>
                  <a:lnTo>
                    <a:pt x="61096" y="114053"/>
                  </a:lnTo>
                  <a:lnTo>
                    <a:pt x="61952" y="83600"/>
                  </a:lnTo>
                  <a:lnTo>
                    <a:pt x="62807" y="94396"/>
                  </a:lnTo>
                  <a:lnTo>
                    <a:pt x="63663" y="65368"/>
                  </a:lnTo>
                  <a:lnTo>
                    <a:pt x="64518" y="197068"/>
                  </a:lnTo>
                  <a:lnTo>
                    <a:pt x="65374" y="231556"/>
                  </a:lnTo>
                  <a:lnTo>
                    <a:pt x="66229" y="236892"/>
                  </a:lnTo>
                  <a:lnTo>
                    <a:pt x="67085" y="264961"/>
                  </a:lnTo>
                  <a:lnTo>
                    <a:pt x="67940" y="261643"/>
                  </a:lnTo>
                  <a:lnTo>
                    <a:pt x="68796" y="245999"/>
                  </a:lnTo>
                  <a:lnTo>
                    <a:pt x="69651" y="165246"/>
                  </a:lnTo>
                  <a:lnTo>
                    <a:pt x="70507" y="197399"/>
                  </a:lnTo>
                  <a:lnTo>
                    <a:pt x="71362" y="92645"/>
                  </a:lnTo>
                  <a:lnTo>
                    <a:pt x="72218" y="70594"/>
                  </a:lnTo>
                  <a:lnTo>
                    <a:pt x="73073" y="32198"/>
                  </a:lnTo>
                  <a:lnTo>
                    <a:pt x="73929" y="26017"/>
                  </a:lnTo>
                  <a:lnTo>
                    <a:pt x="74785" y="145271"/>
                  </a:lnTo>
                  <a:lnTo>
                    <a:pt x="75640" y="185504"/>
                  </a:lnTo>
                  <a:lnTo>
                    <a:pt x="76496" y="184132"/>
                  </a:lnTo>
                  <a:lnTo>
                    <a:pt x="77351" y="201915"/>
                  </a:lnTo>
                  <a:lnTo>
                    <a:pt x="78207" y="128198"/>
                  </a:lnTo>
                  <a:lnTo>
                    <a:pt x="79062" y="137881"/>
                  </a:lnTo>
                  <a:lnTo>
                    <a:pt x="79918" y="216379"/>
                  </a:lnTo>
                  <a:lnTo>
                    <a:pt x="80773" y="171026"/>
                  </a:lnTo>
                  <a:lnTo>
                    <a:pt x="81629" y="132016"/>
                  </a:lnTo>
                  <a:lnTo>
                    <a:pt x="82484" y="145702"/>
                  </a:lnTo>
                  <a:lnTo>
                    <a:pt x="83340" y="115506"/>
                  </a:lnTo>
                  <a:lnTo>
                    <a:pt x="84195" y="205555"/>
                  </a:lnTo>
                  <a:lnTo>
                    <a:pt x="85051" y="200063"/>
                  </a:lnTo>
                  <a:lnTo>
                    <a:pt x="85906" y="262519"/>
                  </a:lnTo>
                  <a:lnTo>
                    <a:pt x="86762" y="169966"/>
                  </a:lnTo>
                  <a:lnTo>
                    <a:pt x="87617" y="186880"/>
                  </a:lnTo>
                  <a:lnTo>
                    <a:pt x="88473" y="218594"/>
                  </a:lnTo>
                  <a:lnTo>
                    <a:pt x="89328" y="167467"/>
                  </a:lnTo>
                  <a:lnTo>
                    <a:pt x="90184" y="197129"/>
                  </a:lnTo>
                  <a:lnTo>
                    <a:pt x="91040" y="156657"/>
                  </a:lnTo>
                  <a:lnTo>
                    <a:pt x="91895" y="202515"/>
                  </a:lnTo>
                  <a:lnTo>
                    <a:pt x="92751" y="214676"/>
                  </a:lnTo>
                  <a:lnTo>
                    <a:pt x="93606" y="196546"/>
                  </a:lnTo>
                  <a:lnTo>
                    <a:pt x="94462" y="198367"/>
                  </a:lnTo>
                  <a:lnTo>
                    <a:pt x="95317" y="133963"/>
                  </a:lnTo>
                  <a:lnTo>
                    <a:pt x="96173" y="180470"/>
                  </a:lnTo>
                  <a:lnTo>
                    <a:pt x="97028" y="232062"/>
                  </a:lnTo>
                  <a:lnTo>
                    <a:pt x="97884" y="255847"/>
                  </a:lnTo>
                  <a:lnTo>
                    <a:pt x="98739" y="185800"/>
                  </a:lnTo>
                  <a:lnTo>
                    <a:pt x="99595" y="216831"/>
                  </a:lnTo>
                  <a:lnTo>
                    <a:pt x="100450" y="272809"/>
                  </a:lnTo>
                  <a:lnTo>
                    <a:pt x="101306" y="268460"/>
                  </a:lnTo>
                  <a:lnTo>
                    <a:pt x="102161" y="251962"/>
                  </a:lnTo>
                  <a:lnTo>
                    <a:pt x="103017" y="248830"/>
                  </a:lnTo>
                  <a:lnTo>
                    <a:pt x="103872" y="266612"/>
                  </a:lnTo>
                  <a:lnTo>
                    <a:pt x="104728" y="263653"/>
                  </a:lnTo>
                  <a:lnTo>
                    <a:pt x="105584" y="315014"/>
                  </a:lnTo>
                  <a:lnTo>
                    <a:pt x="106439" y="330638"/>
                  </a:lnTo>
                  <a:lnTo>
                    <a:pt x="107295" y="319670"/>
                  </a:lnTo>
                  <a:lnTo>
                    <a:pt x="108150" y="336604"/>
                  </a:lnTo>
                  <a:lnTo>
                    <a:pt x="109006" y="343722"/>
                  </a:lnTo>
                  <a:lnTo>
                    <a:pt x="109812" y="3765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5233493" y="6343473"/>
              <a:ext cx="3507" cy="35976"/>
            </a:xfrm>
            <a:custGeom>
              <a:avLst/>
              <a:pathLst>
                <a:path w="3507" h="35976">
                  <a:moveTo>
                    <a:pt x="0" y="35976"/>
                  </a:moveTo>
                  <a:lnTo>
                    <a:pt x="682" y="28143"/>
                  </a:lnTo>
                  <a:lnTo>
                    <a:pt x="1537" y="0"/>
                  </a:lnTo>
                  <a:lnTo>
                    <a:pt x="2393" y="8824"/>
                  </a:lnTo>
                  <a:lnTo>
                    <a:pt x="3249" y="24353"/>
                  </a:lnTo>
                  <a:lnTo>
                    <a:pt x="3507" y="359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5251042" y="6355583"/>
              <a:ext cx="3435" cy="23866"/>
            </a:xfrm>
            <a:custGeom>
              <a:avLst/>
              <a:pathLst>
                <a:path w="3435" h="23866">
                  <a:moveTo>
                    <a:pt x="0" y="23866"/>
                  </a:moveTo>
                  <a:lnTo>
                    <a:pt x="243" y="21175"/>
                  </a:lnTo>
                  <a:lnTo>
                    <a:pt x="1099" y="0"/>
                  </a:lnTo>
                  <a:lnTo>
                    <a:pt x="1954" y="12119"/>
                  </a:lnTo>
                  <a:lnTo>
                    <a:pt x="2810" y="22143"/>
                  </a:lnTo>
                  <a:lnTo>
                    <a:pt x="3435" y="238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5257645" y="6364828"/>
              <a:ext cx="678" cy="14621"/>
            </a:xfrm>
            <a:custGeom>
              <a:avLst/>
              <a:pathLst>
                <a:path w="678" h="14621">
                  <a:moveTo>
                    <a:pt x="0" y="14621"/>
                  </a:moveTo>
                  <a:lnTo>
                    <a:pt x="485" y="0"/>
                  </a:lnTo>
                  <a:lnTo>
                    <a:pt x="678" y="146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5263754" y="6323002"/>
              <a:ext cx="3447" cy="56447"/>
            </a:xfrm>
            <a:custGeom>
              <a:avLst/>
              <a:pathLst>
                <a:path w="3447" h="56447">
                  <a:moveTo>
                    <a:pt x="0" y="56447"/>
                  </a:moveTo>
                  <a:lnTo>
                    <a:pt x="364" y="47731"/>
                  </a:lnTo>
                  <a:lnTo>
                    <a:pt x="1220" y="37783"/>
                  </a:lnTo>
                  <a:lnTo>
                    <a:pt x="2075" y="0"/>
                  </a:lnTo>
                  <a:lnTo>
                    <a:pt x="2931" y="40480"/>
                  </a:lnTo>
                  <a:lnTo>
                    <a:pt x="3447" y="564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5267804" y="6301521"/>
              <a:ext cx="13205" cy="77928"/>
            </a:xfrm>
            <a:custGeom>
              <a:avLst/>
              <a:pathLst>
                <a:path w="13205" h="77928">
                  <a:moveTo>
                    <a:pt x="0" y="77928"/>
                  </a:moveTo>
                  <a:lnTo>
                    <a:pt x="592" y="54361"/>
                  </a:lnTo>
                  <a:lnTo>
                    <a:pt x="1447" y="28569"/>
                  </a:lnTo>
                  <a:lnTo>
                    <a:pt x="2303" y="31445"/>
                  </a:lnTo>
                  <a:lnTo>
                    <a:pt x="3158" y="23013"/>
                  </a:lnTo>
                  <a:lnTo>
                    <a:pt x="4014" y="2921"/>
                  </a:lnTo>
                  <a:lnTo>
                    <a:pt x="4869" y="28096"/>
                  </a:lnTo>
                  <a:lnTo>
                    <a:pt x="5725" y="0"/>
                  </a:lnTo>
                  <a:lnTo>
                    <a:pt x="6580" y="40002"/>
                  </a:lnTo>
                  <a:lnTo>
                    <a:pt x="7436" y="54737"/>
                  </a:lnTo>
                  <a:lnTo>
                    <a:pt x="8291" y="61278"/>
                  </a:lnTo>
                  <a:lnTo>
                    <a:pt x="9147" y="73907"/>
                  </a:lnTo>
                  <a:lnTo>
                    <a:pt x="10003" y="32085"/>
                  </a:lnTo>
                  <a:lnTo>
                    <a:pt x="10858" y="31593"/>
                  </a:lnTo>
                  <a:lnTo>
                    <a:pt x="11714" y="27188"/>
                  </a:lnTo>
                  <a:lnTo>
                    <a:pt x="12569" y="37110"/>
                  </a:lnTo>
                  <a:lnTo>
                    <a:pt x="13205" y="779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5281473" y="6332160"/>
              <a:ext cx="5452" cy="47289"/>
            </a:xfrm>
            <a:custGeom>
              <a:avLst/>
              <a:pathLst>
                <a:path w="5452" h="47289">
                  <a:moveTo>
                    <a:pt x="0" y="47289"/>
                  </a:moveTo>
                  <a:lnTo>
                    <a:pt x="612" y="11831"/>
                  </a:lnTo>
                  <a:lnTo>
                    <a:pt x="1467" y="29736"/>
                  </a:lnTo>
                  <a:lnTo>
                    <a:pt x="2323" y="8331"/>
                  </a:lnTo>
                  <a:lnTo>
                    <a:pt x="3178" y="0"/>
                  </a:lnTo>
                  <a:lnTo>
                    <a:pt x="4034" y="29025"/>
                  </a:lnTo>
                  <a:lnTo>
                    <a:pt x="4889" y="25879"/>
                  </a:lnTo>
                  <a:lnTo>
                    <a:pt x="5452" y="472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5287640" y="6367984"/>
              <a:ext cx="1490" cy="11465"/>
            </a:xfrm>
            <a:custGeom>
              <a:avLst/>
              <a:pathLst>
                <a:path w="1490" h="11465">
                  <a:moveTo>
                    <a:pt x="0" y="11465"/>
                  </a:moveTo>
                  <a:lnTo>
                    <a:pt x="434" y="0"/>
                  </a:lnTo>
                  <a:lnTo>
                    <a:pt x="1289" y="8972"/>
                  </a:lnTo>
                  <a:lnTo>
                    <a:pt x="1490" y="114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5290108" y="6349507"/>
              <a:ext cx="3368" cy="29942"/>
            </a:xfrm>
            <a:custGeom>
              <a:avLst/>
              <a:pathLst>
                <a:path w="3368" h="29942">
                  <a:moveTo>
                    <a:pt x="0" y="29942"/>
                  </a:moveTo>
                  <a:lnTo>
                    <a:pt x="532" y="16558"/>
                  </a:lnTo>
                  <a:lnTo>
                    <a:pt x="1387" y="17991"/>
                  </a:lnTo>
                  <a:lnTo>
                    <a:pt x="2243" y="0"/>
                  </a:lnTo>
                  <a:lnTo>
                    <a:pt x="3098" y="24436"/>
                  </a:lnTo>
                  <a:lnTo>
                    <a:pt x="3368" y="299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5298448" y="6317433"/>
              <a:ext cx="6481" cy="62016"/>
            </a:xfrm>
            <a:custGeom>
              <a:avLst/>
              <a:pathLst>
                <a:path w="6481" h="62016">
                  <a:moveTo>
                    <a:pt x="0" y="62016"/>
                  </a:moveTo>
                  <a:lnTo>
                    <a:pt x="747" y="38261"/>
                  </a:lnTo>
                  <a:lnTo>
                    <a:pt x="1603" y="16668"/>
                  </a:lnTo>
                  <a:lnTo>
                    <a:pt x="2458" y="24865"/>
                  </a:lnTo>
                  <a:lnTo>
                    <a:pt x="3314" y="6582"/>
                  </a:lnTo>
                  <a:lnTo>
                    <a:pt x="4169" y="0"/>
                  </a:lnTo>
                  <a:lnTo>
                    <a:pt x="5025" y="161"/>
                  </a:lnTo>
                  <a:lnTo>
                    <a:pt x="5880" y="25299"/>
                  </a:lnTo>
                  <a:lnTo>
                    <a:pt x="6481" y="620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5307728" y="6168448"/>
              <a:ext cx="26166" cy="211001"/>
            </a:xfrm>
            <a:custGeom>
              <a:avLst/>
              <a:pathLst>
                <a:path w="26166" h="211001">
                  <a:moveTo>
                    <a:pt x="0" y="211001"/>
                  </a:moveTo>
                  <a:lnTo>
                    <a:pt x="23" y="209943"/>
                  </a:lnTo>
                  <a:lnTo>
                    <a:pt x="878" y="176524"/>
                  </a:lnTo>
                  <a:lnTo>
                    <a:pt x="1734" y="186729"/>
                  </a:lnTo>
                  <a:lnTo>
                    <a:pt x="2589" y="203114"/>
                  </a:lnTo>
                  <a:lnTo>
                    <a:pt x="3445" y="203241"/>
                  </a:lnTo>
                  <a:lnTo>
                    <a:pt x="4300" y="145555"/>
                  </a:lnTo>
                  <a:lnTo>
                    <a:pt x="5156" y="127254"/>
                  </a:lnTo>
                  <a:lnTo>
                    <a:pt x="6011" y="85478"/>
                  </a:lnTo>
                  <a:lnTo>
                    <a:pt x="6867" y="92595"/>
                  </a:lnTo>
                  <a:lnTo>
                    <a:pt x="7723" y="59217"/>
                  </a:lnTo>
                  <a:lnTo>
                    <a:pt x="8578" y="37823"/>
                  </a:lnTo>
                  <a:lnTo>
                    <a:pt x="9434" y="10572"/>
                  </a:lnTo>
                  <a:lnTo>
                    <a:pt x="10289" y="8305"/>
                  </a:lnTo>
                  <a:lnTo>
                    <a:pt x="11145" y="27621"/>
                  </a:lnTo>
                  <a:lnTo>
                    <a:pt x="12000" y="0"/>
                  </a:lnTo>
                  <a:lnTo>
                    <a:pt x="12856" y="23806"/>
                  </a:lnTo>
                  <a:lnTo>
                    <a:pt x="13711" y="36791"/>
                  </a:lnTo>
                  <a:lnTo>
                    <a:pt x="14567" y="15975"/>
                  </a:lnTo>
                  <a:lnTo>
                    <a:pt x="15422" y="79837"/>
                  </a:lnTo>
                  <a:lnTo>
                    <a:pt x="16278" y="74434"/>
                  </a:lnTo>
                  <a:lnTo>
                    <a:pt x="17133" y="107088"/>
                  </a:lnTo>
                  <a:lnTo>
                    <a:pt x="17989" y="155257"/>
                  </a:lnTo>
                  <a:lnTo>
                    <a:pt x="18844" y="156896"/>
                  </a:lnTo>
                  <a:lnTo>
                    <a:pt x="19700" y="181928"/>
                  </a:lnTo>
                  <a:lnTo>
                    <a:pt x="20555" y="196150"/>
                  </a:lnTo>
                  <a:lnTo>
                    <a:pt x="21411" y="158570"/>
                  </a:lnTo>
                  <a:lnTo>
                    <a:pt x="22266" y="200437"/>
                  </a:lnTo>
                  <a:lnTo>
                    <a:pt x="23122" y="177807"/>
                  </a:lnTo>
                  <a:lnTo>
                    <a:pt x="23978" y="206274"/>
                  </a:lnTo>
                  <a:lnTo>
                    <a:pt x="24833" y="207100"/>
                  </a:lnTo>
                  <a:lnTo>
                    <a:pt x="25689" y="199294"/>
                  </a:lnTo>
                  <a:lnTo>
                    <a:pt x="26166" y="2110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5334740" y="5957560"/>
              <a:ext cx="21495" cy="421889"/>
            </a:xfrm>
            <a:custGeom>
              <a:avLst/>
              <a:pathLst>
                <a:path w="21495" h="421889">
                  <a:moveTo>
                    <a:pt x="0" y="421889"/>
                  </a:moveTo>
                  <a:lnTo>
                    <a:pt x="387" y="414204"/>
                  </a:lnTo>
                  <a:lnTo>
                    <a:pt x="1243" y="358045"/>
                  </a:lnTo>
                  <a:lnTo>
                    <a:pt x="2098" y="354857"/>
                  </a:lnTo>
                  <a:lnTo>
                    <a:pt x="2954" y="336494"/>
                  </a:lnTo>
                  <a:lnTo>
                    <a:pt x="3809" y="332603"/>
                  </a:lnTo>
                  <a:lnTo>
                    <a:pt x="4665" y="291059"/>
                  </a:lnTo>
                  <a:lnTo>
                    <a:pt x="5520" y="258123"/>
                  </a:lnTo>
                  <a:lnTo>
                    <a:pt x="6376" y="210005"/>
                  </a:lnTo>
                  <a:lnTo>
                    <a:pt x="7232" y="155530"/>
                  </a:lnTo>
                  <a:lnTo>
                    <a:pt x="8087" y="117121"/>
                  </a:lnTo>
                  <a:lnTo>
                    <a:pt x="8943" y="46579"/>
                  </a:lnTo>
                  <a:lnTo>
                    <a:pt x="9798" y="0"/>
                  </a:lnTo>
                  <a:lnTo>
                    <a:pt x="10654" y="21"/>
                  </a:lnTo>
                  <a:lnTo>
                    <a:pt x="11509" y="27550"/>
                  </a:lnTo>
                  <a:lnTo>
                    <a:pt x="12365" y="47299"/>
                  </a:lnTo>
                  <a:lnTo>
                    <a:pt x="13220" y="99622"/>
                  </a:lnTo>
                  <a:lnTo>
                    <a:pt x="14076" y="168578"/>
                  </a:lnTo>
                  <a:lnTo>
                    <a:pt x="14931" y="246755"/>
                  </a:lnTo>
                  <a:lnTo>
                    <a:pt x="15787" y="282767"/>
                  </a:lnTo>
                  <a:lnTo>
                    <a:pt x="16642" y="304658"/>
                  </a:lnTo>
                  <a:lnTo>
                    <a:pt x="17498" y="341816"/>
                  </a:lnTo>
                  <a:lnTo>
                    <a:pt x="18353" y="330284"/>
                  </a:lnTo>
                  <a:lnTo>
                    <a:pt x="19209" y="338552"/>
                  </a:lnTo>
                  <a:lnTo>
                    <a:pt x="20064" y="372937"/>
                  </a:lnTo>
                  <a:lnTo>
                    <a:pt x="20920" y="392732"/>
                  </a:lnTo>
                  <a:lnTo>
                    <a:pt x="21495" y="4218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5363852" y="6356451"/>
              <a:ext cx="2960" cy="22998"/>
            </a:xfrm>
            <a:custGeom>
              <a:avLst/>
              <a:pathLst>
                <a:path w="2960" h="22998">
                  <a:moveTo>
                    <a:pt x="0" y="22998"/>
                  </a:moveTo>
                  <a:lnTo>
                    <a:pt x="363" y="0"/>
                  </a:lnTo>
                  <a:lnTo>
                    <a:pt x="1218" y="13987"/>
                  </a:lnTo>
                  <a:lnTo>
                    <a:pt x="2074" y="15166"/>
                  </a:lnTo>
                  <a:lnTo>
                    <a:pt x="2929" y="22335"/>
                  </a:lnTo>
                  <a:lnTo>
                    <a:pt x="2960" y="229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5371878" y="6196567"/>
              <a:ext cx="23788" cy="182882"/>
            </a:xfrm>
            <a:custGeom>
              <a:avLst/>
              <a:pathLst>
                <a:path w="23788" h="182882">
                  <a:moveTo>
                    <a:pt x="0" y="182882"/>
                  </a:moveTo>
                  <a:lnTo>
                    <a:pt x="37" y="180360"/>
                  </a:lnTo>
                  <a:lnTo>
                    <a:pt x="892" y="171955"/>
                  </a:lnTo>
                  <a:lnTo>
                    <a:pt x="1748" y="156849"/>
                  </a:lnTo>
                  <a:lnTo>
                    <a:pt x="2603" y="139776"/>
                  </a:lnTo>
                  <a:lnTo>
                    <a:pt x="3459" y="156940"/>
                  </a:lnTo>
                  <a:lnTo>
                    <a:pt x="4315" y="147669"/>
                  </a:lnTo>
                  <a:lnTo>
                    <a:pt x="5170" y="153620"/>
                  </a:lnTo>
                  <a:lnTo>
                    <a:pt x="6026" y="112781"/>
                  </a:lnTo>
                  <a:lnTo>
                    <a:pt x="6881" y="105726"/>
                  </a:lnTo>
                  <a:lnTo>
                    <a:pt x="7737" y="39226"/>
                  </a:lnTo>
                  <a:lnTo>
                    <a:pt x="8592" y="50644"/>
                  </a:lnTo>
                  <a:lnTo>
                    <a:pt x="9448" y="135970"/>
                  </a:lnTo>
                  <a:lnTo>
                    <a:pt x="10303" y="78930"/>
                  </a:lnTo>
                  <a:lnTo>
                    <a:pt x="11159" y="109225"/>
                  </a:lnTo>
                  <a:lnTo>
                    <a:pt x="12014" y="89856"/>
                  </a:lnTo>
                  <a:lnTo>
                    <a:pt x="12870" y="68758"/>
                  </a:lnTo>
                  <a:lnTo>
                    <a:pt x="13725" y="30762"/>
                  </a:lnTo>
                  <a:lnTo>
                    <a:pt x="14581" y="0"/>
                  </a:lnTo>
                  <a:lnTo>
                    <a:pt x="15436" y="54409"/>
                  </a:lnTo>
                  <a:lnTo>
                    <a:pt x="16292" y="64055"/>
                  </a:lnTo>
                  <a:lnTo>
                    <a:pt x="17147" y="74501"/>
                  </a:lnTo>
                  <a:lnTo>
                    <a:pt x="18003" y="104943"/>
                  </a:lnTo>
                  <a:lnTo>
                    <a:pt x="18858" y="125029"/>
                  </a:lnTo>
                  <a:lnTo>
                    <a:pt x="19714" y="135733"/>
                  </a:lnTo>
                  <a:lnTo>
                    <a:pt x="20570" y="160354"/>
                  </a:lnTo>
                  <a:lnTo>
                    <a:pt x="21425" y="151390"/>
                  </a:lnTo>
                  <a:lnTo>
                    <a:pt x="22281" y="134342"/>
                  </a:lnTo>
                  <a:lnTo>
                    <a:pt x="23136" y="132035"/>
                  </a:lnTo>
                  <a:lnTo>
                    <a:pt x="23788" y="1828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5396099" y="6335859"/>
              <a:ext cx="1176" cy="43591"/>
            </a:xfrm>
            <a:custGeom>
              <a:avLst/>
              <a:pathLst>
                <a:path w="1176" h="43591">
                  <a:moveTo>
                    <a:pt x="0" y="43591"/>
                  </a:moveTo>
                  <a:lnTo>
                    <a:pt x="626" y="0"/>
                  </a:lnTo>
                  <a:lnTo>
                    <a:pt x="1176" y="435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5405143" y="6370461"/>
              <a:ext cx="351" cy="8988"/>
            </a:xfrm>
            <a:custGeom>
              <a:avLst/>
              <a:pathLst>
                <a:path w="351" h="8988">
                  <a:moveTo>
                    <a:pt x="0" y="8988"/>
                  </a:moveTo>
                  <a:lnTo>
                    <a:pt x="137" y="0"/>
                  </a:lnTo>
                  <a:lnTo>
                    <a:pt x="351" y="89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5411625" y="6223975"/>
              <a:ext cx="14829" cy="155474"/>
            </a:xfrm>
            <a:custGeom>
              <a:avLst/>
              <a:pathLst>
                <a:path w="14829" h="155474">
                  <a:moveTo>
                    <a:pt x="0" y="155474"/>
                  </a:moveTo>
                  <a:lnTo>
                    <a:pt x="500" y="138398"/>
                  </a:lnTo>
                  <a:lnTo>
                    <a:pt x="1355" y="119038"/>
                  </a:lnTo>
                  <a:lnTo>
                    <a:pt x="2211" y="78107"/>
                  </a:lnTo>
                  <a:lnTo>
                    <a:pt x="3066" y="114660"/>
                  </a:lnTo>
                  <a:lnTo>
                    <a:pt x="3922" y="68917"/>
                  </a:lnTo>
                  <a:lnTo>
                    <a:pt x="4777" y="77618"/>
                  </a:lnTo>
                  <a:lnTo>
                    <a:pt x="5633" y="67723"/>
                  </a:lnTo>
                  <a:lnTo>
                    <a:pt x="6488" y="0"/>
                  </a:lnTo>
                  <a:lnTo>
                    <a:pt x="7344" y="45196"/>
                  </a:lnTo>
                  <a:lnTo>
                    <a:pt x="8199" y="6530"/>
                  </a:lnTo>
                  <a:lnTo>
                    <a:pt x="9055" y="18130"/>
                  </a:lnTo>
                  <a:lnTo>
                    <a:pt x="9910" y="65934"/>
                  </a:lnTo>
                  <a:lnTo>
                    <a:pt x="10766" y="56088"/>
                  </a:lnTo>
                  <a:lnTo>
                    <a:pt x="11621" y="116556"/>
                  </a:lnTo>
                  <a:lnTo>
                    <a:pt x="12477" y="120471"/>
                  </a:lnTo>
                  <a:lnTo>
                    <a:pt x="13333" y="86956"/>
                  </a:lnTo>
                  <a:lnTo>
                    <a:pt x="14188" y="136646"/>
                  </a:lnTo>
                  <a:lnTo>
                    <a:pt x="14829" y="1554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5436821" y="5904827"/>
              <a:ext cx="160747" cy="474622"/>
            </a:xfrm>
            <a:custGeom>
              <a:avLst/>
              <a:pathLst>
                <a:path w="160747" h="474622">
                  <a:moveTo>
                    <a:pt x="0" y="474622"/>
                  </a:moveTo>
                  <a:lnTo>
                    <a:pt x="114" y="473436"/>
                  </a:lnTo>
                  <a:lnTo>
                    <a:pt x="970" y="463896"/>
                  </a:lnTo>
                  <a:lnTo>
                    <a:pt x="1825" y="459324"/>
                  </a:lnTo>
                  <a:lnTo>
                    <a:pt x="2681" y="424146"/>
                  </a:lnTo>
                  <a:lnTo>
                    <a:pt x="3536" y="388630"/>
                  </a:lnTo>
                  <a:lnTo>
                    <a:pt x="4392" y="383114"/>
                  </a:lnTo>
                  <a:lnTo>
                    <a:pt x="5247" y="414648"/>
                  </a:lnTo>
                  <a:lnTo>
                    <a:pt x="6103" y="443869"/>
                  </a:lnTo>
                  <a:lnTo>
                    <a:pt x="6958" y="426105"/>
                  </a:lnTo>
                  <a:lnTo>
                    <a:pt x="7814" y="402759"/>
                  </a:lnTo>
                  <a:lnTo>
                    <a:pt x="8669" y="380872"/>
                  </a:lnTo>
                  <a:lnTo>
                    <a:pt x="9525" y="422281"/>
                  </a:lnTo>
                  <a:lnTo>
                    <a:pt x="10381" y="446359"/>
                  </a:lnTo>
                  <a:lnTo>
                    <a:pt x="11236" y="414412"/>
                  </a:lnTo>
                  <a:lnTo>
                    <a:pt x="12092" y="422939"/>
                  </a:lnTo>
                  <a:lnTo>
                    <a:pt x="12947" y="402888"/>
                  </a:lnTo>
                  <a:lnTo>
                    <a:pt x="13803" y="401974"/>
                  </a:lnTo>
                  <a:lnTo>
                    <a:pt x="14658" y="432170"/>
                  </a:lnTo>
                  <a:lnTo>
                    <a:pt x="15514" y="393436"/>
                  </a:lnTo>
                  <a:lnTo>
                    <a:pt x="16369" y="408893"/>
                  </a:lnTo>
                  <a:lnTo>
                    <a:pt x="17225" y="357712"/>
                  </a:lnTo>
                  <a:lnTo>
                    <a:pt x="18080" y="386110"/>
                  </a:lnTo>
                  <a:lnTo>
                    <a:pt x="18936" y="347866"/>
                  </a:lnTo>
                  <a:lnTo>
                    <a:pt x="19791" y="390311"/>
                  </a:lnTo>
                  <a:lnTo>
                    <a:pt x="20647" y="375362"/>
                  </a:lnTo>
                  <a:lnTo>
                    <a:pt x="21502" y="364986"/>
                  </a:lnTo>
                  <a:lnTo>
                    <a:pt x="22358" y="422276"/>
                  </a:lnTo>
                  <a:lnTo>
                    <a:pt x="23213" y="406041"/>
                  </a:lnTo>
                  <a:lnTo>
                    <a:pt x="24069" y="372564"/>
                  </a:lnTo>
                  <a:lnTo>
                    <a:pt x="24924" y="375321"/>
                  </a:lnTo>
                  <a:lnTo>
                    <a:pt x="25780" y="362909"/>
                  </a:lnTo>
                  <a:lnTo>
                    <a:pt x="26636" y="399429"/>
                  </a:lnTo>
                  <a:lnTo>
                    <a:pt x="27491" y="360999"/>
                  </a:lnTo>
                  <a:lnTo>
                    <a:pt x="28347" y="308077"/>
                  </a:lnTo>
                  <a:lnTo>
                    <a:pt x="29202" y="264867"/>
                  </a:lnTo>
                  <a:lnTo>
                    <a:pt x="30058" y="173172"/>
                  </a:lnTo>
                  <a:lnTo>
                    <a:pt x="30913" y="200566"/>
                  </a:lnTo>
                  <a:lnTo>
                    <a:pt x="31769" y="131114"/>
                  </a:lnTo>
                  <a:lnTo>
                    <a:pt x="32624" y="158838"/>
                  </a:lnTo>
                  <a:lnTo>
                    <a:pt x="33480" y="221652"/>
                  </a:lnTo>
                  <a:lnTo>
                    <a:pt x="34335" y="179577"/>
                  </a:lnTo>
                  <a:lnTo>
                    <a:pt x="35191" y="222410"/>
                  </a:lnTo>
                  <a:lnTo>
                    <a:pt x="36046" y="154198"/>
                  </a:lnTo>
                  <a:lnTo>
                    <a:pt x="36902" y="131594"/>
                  </a:lnTo>
                  <a:lnTo>
                    <a:pt x="37757" y="174922"/>
                  </a:lnTo>
                  <a:lnTo>
                    <a:pt x="38613" y="204263"/>
                  </a:lnTo>
                  <a:lnTo>
                    <a:pt x="39468" y="262441"/>
                  </a:lnTo>
                  <a:lnTo>
                    <a:pt x="40324" y="360178"/>
                  </a:lnTo>
                  <a:lnTo>
                    <a:pt x="41179" y="351290"/>
                  </a:lnTo>
                  <a:lnTo>
                    <a:pt x="42035" y="365990"/>
                  </a:lnTo>
                  <a:lnTo>
                    <a:pt x="42891" y="366809"/>
                  </a:lnTo>
                  <a:lnTo>
                    <a:pt x="43746" y="350389"/>
                  </a:lnTo>
                  <a:lnTo>
                    <a:pt x="44602" y="363836"/>
                  </a:lnTo>
                  <a:lnTo>
                    <a:pt x="45457" y="361405"/>
                  </a:lnTo>
                  <a:lnTo>
                    <a:pt x="46313" y="375791"/>
                  </a:lnTo>
                  <a:lnTo>
                    <a:pt x="47168" y="349442"/>
                  </a:lnTo>
                  <a:lnTo>
                    <a:pt x="48024" y="322761"/>
                  </a:lnTo>
                  <a:lnTo>
                    <a:pt x="48879" y="294776"/>
                  </a:lnTo>
                  <a:lnTo>
                    <a:pt x="49735" y="284744"/>
                  </a:lnTo>
                  <a:lnTo>
                    <a:pt x="50590" y="247364"/>
                  </a:lnTo>
                  <a:lnTo>
                    <a:pt x="51446" y="192853"/>
                  </a:lnTo>
                  <a:lnTo>
                    <a:pt x="52301" y="223151"/>
                  </a:lnTo>
                  <a:lnTo>
                    <a:pt x="53157" y="214105"/>
                  </a:lnTo>
                  <a:lnTo>
                    <a:pt x="54012" y="156521"/>
                  </a:lnTo>
                  <a:lnTo>
                    <a:pt x="54868" y="208440"/>
                  </a:lnTo>
                  <a:lnTo>
                    <a:pt x="55723" y="159477"/>
                  </a:lnTo>
                  <a:lnTo>
                    <a:pt x="56579" y="204189"/>
                  </a:lnTo>
                  <a:lnTo>
                    <a:pt x="57435" y="196064"/>
                  </a:lnTo>
                  <a:lnTo>
                    <a:pt x="58290" y="181656"/>
                  </a:lnTo>
                  <a:lnTo>
                    <a:pt x="59146" y="190783"/>
                  </a:lnTo>
                  <a:lnTo>
                    <a:pt x="60001" y="264900"/>
                  </a:lnTo>
                  <a:lnTo>
                    <a:pt x="60857" y="311936"/>
                  </a:lnTo>
                  <a:lnTo>
                    <a:pt x="61712" y="320005"/>
                  </a:lnTo>
                  <a:lnTo>
                    <a:pt x="62568" y="316886"/>
                  </a:lnTo>
                  <a:lnTo>
                    <a:pt x="63423" y="377140"/>
                  </a:lnTo>
                  <a:lnTo>
                    <a:pt x="64279" y="346118"/>
                  </a:lnTo>
                  <a:lnTo>
                    <a:pt x="65134" y="306680"/>
                  </a:lnTo>
                  <a:lnTo>
                    <a:pt x="65990" y="246651"/>
                  </a:lnTo>
                  <a:lnTo>
                    <a:pt x="66845" y="300089"/>
                  </a:lnTo>
                  <a:lnTo>
                    <a:pt x="67701" y="288284"/>
                  </a:lnTo>
                  <a:lnTo>
                    <a:pt x="68556" y="299049"/>
                  </a:lnTo>
                  <a:lnTo>
                    <a:pt x="69412" y="283194"/>
                  </a:lnTo>
                  <a:lnTo>
                    <a:pt x="70267" y="249944"/>
                  </a:lnTo>
                  <a:lnTo>
                    <a:pt x="71123" y="294557"/>
                  </a:lnTo>
                  <a:lnTo>
                    <a:pt x="71978" y="233016"/>
                  </a:lnTo>
                  <a:lnTo>
                    <a:pt x="72834" y="285909"/>
                  </a:lnTo>
                  <a:lnTo>
                    <a:pt x="73690" y="290522"/>
                  </a:lnTo>
                  <a:lnTo>
                    <a:pt x="74545" y="323062"/>
                  </a:lnTo>
                  <a:lnTo>
                    <a:pt x="75401" y="336819"/>
                  </a:lnTo>
                  <a:lnTo>
                    <a:pt x="76256" y="344531"/>
                  </a:lnTo>
                  <a:lnTo>
                    <a:pt x="77112" y="324086"/>
                  </a:lnTo>
                  <a:lnTo>
                    <a:pt x="77967" y="306015"/>
                  </a:lnTo>
                  <a:lnTo>
                    <a:pt x="78823" y="265354"/>
                  </a:lnTo>
                  <a:lnTo>
                    <a:pt x="79678" y="245944"/>
                  </a:lnTo>
                  <a:lnTo>
                    <a:pt x="80534" y="203628"/>
                  </a:lnTo>
                  <a:lnTo>
                    <a:pt x="81389" y="198775"/>
                  </a:lnTo>
                  <a:lnTo>
                    <a:pt x="82245" y="227127"/>
                  </a:lnTo>
                  <a:lnTo>
                    <a:pt x="83100" y="213383"/>
                  </a:lnTo>
                  <a:lnTo>
                    <a:pt x="83956" y="158204"/>
                  </a:lnTo>
                  <a:lnTo>
                    <a:pt x="84811" y="134990"/>
                  </a:lnTo>
                  <a:lnTo>
                    <a:pt x="85667" y="89515"/>
                  </a:lnTo>
                  <a:lnTo>
                    <a:pt x="86522" y="58829"/>
                  </a:lnTo>
                  <a:lnTo>
                    <a:pt x="87378" y="6030"/>
                  </a:lnTo>
                  <a:lnTo>
                    <a:pt x="88233" y="8374"/>
                  </a:lnTo>
                  <a:lnTo>
                    <a:pt x="89089" y="2427"/>
                  </a:lnTo>
                  <a:lnTo>
                    <a:pt x="89945" y="17400"/>
                  </a:lnTo>
                  <a:lnTo>
                    <a:pt x="90800" y="60497"/>
                  </a:lnTo>
                  <a:lnTo>
                    <a:pt x="91656" y="91598"/>
                  </a:lnTo>
                  <a:lnTo>
                    <a:pt x="92511" y="150146"/>
                  </a:lnTo>
                  <a:lnTo>
                    <a:pt x="93367" y="187372"/>
                  </a:lnTo>
                  <a:lnTo>
                    <a:pt x="94222" y="173095"/>
                  </a:lnTo>
                  <a:lnTo>
                    <a:pt x="95078" y="200029"/>
                  </a:lnTo>
                  <a:lnTo>
                    <a:pt x="95933" y="212309"/>
                  </a:lnTo>
                  <a:lnTo>
                    <a:pt x="96789" y="268966"/>
                  </a:lnTo>
                  <a:lnTo>
                    <a:pt x="97644" y="283763"/>
                  </a:lnTo>
                  <a:lnTo>
                    <a:pt x="98500" y="307576"/>
                  </a:lnTo>
                  <a:lnTo>
                    <a:pt x="99355" y="345041"/>
                  </a:lnTo>
                  <a:lnTo>
                    <a:pt x="100211" y="374426"/>
                  </a:lnTo>
                  <a:lnTo>
                    <a:pt x="101066" y="405234"/>
                  </a:lnTo>
                  <a:lnTo>
                    <a:pt x="101922" y="394254"/>
                  </a:lnTo>
                  <a:lnTo>
                    <a:pt x="102777" y="392105"/>
                  </a:lnTo>
                  <a:lnTo>
                    <a:pt x="103633" y="363452"/>
                  </a:lnTo>
                  <a:lnTo>
                    <a:pt x="104488" y="369940"/>
                  </a:lnTo>
                  <a:lnTo>
                    <a:pt x="105344" y="288128"/>
                  </a:lnTo>
                  <a:lnTo>
                    <a:pt x="106200" y="285018"/>
                  </a:lnTo>
                  <a:lnTo>
                    <a:pt x="107055" y="278893"/>
                  </a:lnTo>
                  <a:lnTo>
                    <a:pt x="107911" y="282299"/>
                  </a:lnTo>
                  <a:lnTo>
                    <a:pt x="108766" y="289639"/>
                  </a:lnTo>
                  <a:lnTo>
                    <a:pt x="109622" y="276056"/>
                  </a:lnTo>
                  <a:lnTo>
                    <a:pt x="110477" y="218502"/>
                  </a:lnTo>
                  <a:lnTo>
                    <a:pt x="111333" y="200721"/>
                  </a:lnTo>
                  <a:lnTo>
                    <a:pt x="112188" y="147313"/>
                  </a:lnTo>
                  <a:lnTo>
                    <a:pt x="113044" y="114584"/>
                  </a:lnTo>
                  <a:lnTo>
                    <a:pt x="113899" y="98981"/>
                  </a:lnTo>
                  <a:lnTo>
                    <a:pt x="114755" y="27451"/>
                  </a:lnTo>
                  <a:lnTo>
                    <a:pt x="115610" y="5546"/>
                  </a:lnTo>
                  <a:lnTo>
                    <a:pt x="116466" y="0"/>
                  </a:lnTo>
                  <a:lnTo>
                    <a:pt x="117321" y="1762"/>
                  </a:lnTo>
                  <a:lnTo>
                    <a:pt x="118177" y="43510"/>
                  </a:lnTo>
                  <a:lnTo>
                    <a:pt x="119032" y="74922"/>
                  </a:lnTo>
                  <a:lnTo>
                    <a:pt x="119888" y="111198"/>
                  </a:lnTo>
                  <a:lnTo>
                    <a:pt x="120744" y="167718"/>
                  </a:lnTo>
                  <a:lnTo>
                    <a:pt x="121599" y="190216"/>
                  </a:lnTo>
                  <a:lnTo>
                    <a:pt x="122455" y="199324"/>
                  </a:lnTo>
                  <a:lnTo>
                    <a:pt x="123310" y="216742"/>
                  </a:lnTo>
                  <a:lnTo>
                    <a:pt x="124166" y="211287"/>
                  </a:lnTo>
                  <a:lnTo>
                    <a:pt x="125021" y="210208"/>
                  </a:lnTo>
                  <a:lnTo>
                    <a:pt x="125877" y="184201"/>
                  </a:lnTo>
                  <a:lnTo>
                    <a:pt x="126732" y="150004"/>
                  </a:lnTo>
                  <a:lnTo>
                    <a:pt x="127588" y="82861"/>
                  </a:lnTo>
                  <a:lnTo>
                    <a:pt x="128443" y="120365"/>
                  </a:lnTo>
                  <a:lnTo>
                    <a:pt x="129299" y="81354"/>
                  </a:lnTo>
                  <a:lnTo>
                    <a:pt x="130154" y="78857"/>
                  </a:lnTo>
                  <a:lnTo>
                    <a:pt x="131010" y="99760"/>
                  </a:lnTo>
                  <a:lnTo>
                    <a:pt x="131865" y="105879"/>
                  </a:lnTo>
                  <a:lnTo>
                    <a:pt x="132721" y="208660"/>
                  </a:lnTo>
                  <a:lnTo>
                    <a:pt x="133576" y="257105"/>
                  </a:lnTo>
                  <a:lnTo>
                    <a:pt x="134432" y="183264"/>
                  </a:lnTo>
                  <a:lnTo>
                    <a:pt x="135287" y="151566"/>
                  </a:lnTo>
                  <a:lnTo>
                    <a:pt x="136143" y="90243"/>
                  </a:lnTo>
                  <a:lnTo>
                    <a:pt x="136999" y="81868"/>
                  </a:lnTo>
                  <a:lnTo>
                    <a:pt x="137854" y="40984"/>
                  </a:lnTo>
                  <a:lnTo>
                    <a:pt x="138710" y="794"/>
                  </a:lnTo>
                  <a:lnTo>
                    <a:pt x="139565" y="103482"/>
                  </a:lnTo>
                  <a:lnTo>
                    <a:pt x="140421" y="92156"/>
                  </a:lnTo>
                  <a:lnTo>
                    <a:pt x="141276" y="150753"/>
                  </a:lnTo>
                  <a:lnTo>
                    <a:pt x="142132" y="111559"/>
                  </a:lnTo>
                  <a:lnTo>
                    <a:pt x="142987" y="97607"/>
                  </a:lnTo>
                  <a:lnTo>
                    <a:pt x="143843" y="132887"/>
                  </a:lnTo>
                  <a:lnTo>
                    <a:pt x="144698" y="202690"/>
                  </a:lnTo>
                  <a:lnTo>
                    <a:pt x="145554" y="225682"/>
                  </a:lnTo>
                  <a:lnTo>
                    <a:pt x="146409" y="229809"/>
                  </a:lnTo>
                  <a:lnTo>
                    <a:pt x="147265" y="222652"/>
                  </a:lnTo>
                  <a:lnTo>
                    <a:pt x="148120" y="274656"/>
                  </a:lnTo>
                  <a:lnTo>
                    <a:pt x="148976" y="316992"/>
                  </a:lnTo>
                  <a:lnTo>
                    <a:pt x="149831" y="337875"/>
                  </a:lnTo>
                  <a:lnTo>
                    <a:pt x="150687" y="323027"/>
                  </a:lnTo>
                  <a:lnTo>
                    <a:pt x="151542" y="356740"/>
                  </a:lnTo>
                  <a:lnTo>
                    <a:pt x="152398" y="378455"/>
                  </a:lnTo>
                  <a:lnTo>
                    <a:pt x="153254" y="390934"/>
                  </a:lnTo>
                  <a:lnTo>
                    <a:pt x="154109" y="409040"/>
                  </a:lnTo>
                  <a:lnTo>
                    <a:pt x="154965" y="406753"/>
                  </a:lnTo>
                  <a:lnTo>
                    <a:pt x="155820" y="412184"/>
                  </a:lnTo>
                  <a:lnTo>
                    <a:pt x="156676" y="426284"/>
                  </a:lnTo>
                  <a:lnTo>
                    <a:pt x="157531" y="457449"/>
                  </a:lnTo>
                  <a:lnTo>
                    <a:pt x="158387" y="448945"/>
                  </a:lnTo>
                  <a:lnTo>
                    <a:pt x="159242" y="447843"/>
                  </a:lnTo>
                  <a:lnTo>
                    <a:pt x="160098" y="453247"/>
                  </a:lnTo>
                  <a:lnTo>
                    <a:pt x="160747" y="4746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5598246" y="6358955"/>
              <a:ext cx="3450" cy="20494"/>
            </a:xfrm>
            <a:custGeom>
              <a:avLst/>
              <a:pathLst>
                <a:path w="3450" h="20494">
                  <a:moveTo>
                    <a:pt x="0" y="20494"/>
                  </a:moveTo>
                  <a:lnTo>
                    <a:pt x="383" y="14960"/>
                  </a:lnTo>
                  <a:lnTo>
                    <a:pt x="1239" y="16751"/>
                  </a:lnTo>
                  <a:lnTo>
                    <a:pt x="2094" y="0"/>
                  </a:lnTo>
                  <a:lnTo>
                    <a:pt x="2950" y="8467"/>
                  </a:lnTo>
                  <a:lnTo>
                    <a:pt x="3450" y="204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5603009" y="5699580"/>
              <a:ext cx="494260" cy="679869"/>
            </a:xfrm>
            <a:custGeom>
              <a:avLst/>
              <a:pathLst>
                <a:path w="494260" h="679869">
                  <a:moveTo>
                    <a:pt x="0" y="679869"/>
                  </a:moveTo>
                  <a:lnTo>
                    <a:pt x="754" y="639814"/>
                  </a:lnTo>
                  <a:lnTo>
                    <a:pt x="1609" y="646136"/>
                  </a:lnTo>
                  <a:lnTo>
                    <a:pt x="2465" y="660120"/>
                  </a:lnTo>
                  <a:lnTo>
                    <a:pt x="3320" y="662140"/>
                  </a:lnTo>
                  <a:lnTo>
                    <a:pt x="4176" y="621148"/>
                  </a:lnTo>
                  <a:lnTo>
                    <a:pt x="5031" y="616038"/>
                  </a:lnTo>
                  <a:lnTo>
                    <a:pt x="5887" y="644752"/>
                  </a:lnTo>
                  <a:lnTo>
                    <a:pt x="6742" y="642404"/>
                  </a:lnTo>
                  <a:lnTo>
                    <a:pt x="7598" y="647401"/>
                  </a:lnTo>
                  <a:lnTo>
                    <a:pt x="8454" y="623624"/>
                  </a:lnTo>
                  <a:lnTo>
                    <a:pt x="9309" y="609669"/>
                  </a:lnTo>
                  <a:lnTo>
                    <a:pt x="10165" y="597709"/>
                  </a:lnTo>
                  <a:lnTo>
                    <a:pt x="11020" y="569818"/>
                  </a:lnTo>
                  <a:lnTo>
                    <a:pt x="11876" y="530672"/>
                  </a:lnTo>
                  <a:lnTo>
                    <a:pt x="12731" y="533138"/>
                  </a:lnTo>
                  <a:lnTo>
                    <a:pt x="13587" y="536401"/>
                  </a:lnTo>
                  <a:lnTo>
                    <a:pt x="14442" y="548537"/>
                  </a:lnTo>
                  <a:lnTo>
                    <a:pt x="15298" y="520590"/>
                  </a:lnTo>
                  <a:lnTo>
                    <a:pt x="16153" y="537357"/>
                  </a:lnTo>
                  <a:lnTo>
                    <a:pt x="17009" y="491245"/>
                  </a:lnTo>
                  <a:lnTo>
                    <a:pt x="17864" y="478948"/>
                  </a:lnTo>
                  <a:lnTo>
                    <a:pt x="18720" y="443129"/>
                  </a:lnTo>
                  <a:lnTo>
                    <a:pt x="19575" y="400121"/>
                  </a:lnTo>
                  <a:lnTo>
                    <a:pt x="20431" y="322019"/>
                  </a:lnTo>
                  <a:lnTo>
                    <a:pt x="21286" y="321691"/>
                  </a:lnTo>
                  <a:lnTo>
                    <a:pt x="22142" y="266935"/>
                  </a:lnTo>
                  <a:lnTo>
                    <a:pt x="22997" y="249035"/>
                  </a:lnTo>
                  <a:lnTo>
                    <a:pt x="23853" y="252734"/>
                  </a:lnTo>
                  <a:lnTo>
                    <a:pt x="24709" y="259837"/>
                  </a:lnTo>
                  <a:lnTo>
                    <a:pt x="25564" y="261756"/>
                  </a:lnTo>
                  <a:lnTo>
                    <a:pt x="26420" y="261571"/>
                  </a:lnTo>
                  <a:lnTo>
                    <a:pt x="27275" y="334580"/>
                  </a:lnTo>
                  <a:lnTo>
                    <a:pt x="28131" y="347561"/>
                  </a:lnTo>
                  <a:lnTo>
                    <a:pt x="28986" y="394368"/>
                  </a:lnTo>
                  <a:lnTo>
                    <a:pt x="29842" y="412941"/>
                  </a:lnTo>
                  <a:lnTo>
                    <a:pt x="30697" y="449930"/>
                  </a:lnTo>
                  <a:lnTo>
                    <a:pt x="31553" y="509155"/>
                  </a:lnTo>
                  <a:lnTo>
                    <a:pt x="32408" y="505879"/>
                  </a:lnTo>
                  <a:lnTo>
                    <a:pt x="33264" y="499597"/>
                  </a:lnTo>
                  <a:lnTo>
                    <a:pt x="34119" y="510646"/>
                  </a:lnTo>
                  <a:lnTo>
                    <a:pt x="34975" y="497493"/>
                  </a:lnTo>
                  <a:lnTo>
                    <a:pt x="35830" y="431886"/>
                  </a:lnTo>
                  <a:lnTo>
                    <a:pt x="36686" y="385515"/>
                  </a:lnTo>
                  <a:lnTo>
                    <a:pt x="37541" y="400696"/>
                  </a:lnTo>
                  <a:lnTo>
                    <a:pt x="38397" y="407485"/>
                  </a:lnTo>
                  <a:lnTo>
                    <a:pt x="39253" y="372941"/>
                  </a:lnTo>
                  <a:lnTo>
                    <a:pt x="40108" y="364703"/>
                  </a:lnTo>
                  <a:lnTo>
                    <a:pt x="40964" y="365953"/>
                  </a:lnTo>
                  <a:lnTo>
                    <a:pt x="41819" y="325754"/>
                  </a:lnTo>
                  <a:lnTo>
                    <a:pt x="42675" y="260335"/>
                  </a:lnTo>
                  <a:lnTo>
                    <a:pt x="43530" y="228448"/>
                  </a:lnTo>
                  <a:lnTo>
                    <a:pt x="44386" y="223539"/>
                  </a:lnTo>
                  <a:lnTo>
                    <a:pt x="45241" y="286574"/>
                  </a:lnTo>
                  <a:lnTo>
                    <a:pt x="46097" y="257037"/>
                  </a:lnTo>
                  <a:lnTo>
                    <a:pt x="46952" y="249125"/>
                  </a:lnTo>
                  <a:lnTo>
                    <a:pt x="47808" y="259296"/>
                  </a:lnTo>
                  <a:lnTo>
                    <a:pt x="48663" y="342516"/>
                  </a:lnTo>
                  <a:lnTo>
                    <a:pt x="49519" y="280044"/>
                  </a:lnTo>
                  <a:lnTo>
                    <a:pt x="50374" y="249996"/>
                  </a:lnTo>
                  <a:lnTo>
                    <a:pt x="51230" y="212215"/>
                  </a:lnTo>
                  <a:lnTo>
                    <a:pt x="52085" y="172227"/>
                  </a:lnTo>
                  <a:lnTo>
                    <a:pt x="52941" y="227878"/>
                  </a:lnTo>
                  <a:lnTo>
                    <a:pt x="53796" y="219860"/>
                  </a:lnTo>
                  <a:lnTo>
                    <a:pt x="54652" y="269841"/>
                  </a:lnTo>
                  <a:lnTo>
                    <a:pt x="55508" y="273056"/>
                  </a:lnTo>
                  <a:lnTo>
                    <a:pt x="56363" y="274247"/>
                  </a:lnTo>
                  <a:lnTo>
                    <a:pt x="57219" y="334302"/>
                  </a:lnTo>
                  <a:lnTo>
                    <a:pt x="58074" y="373337"/>
                  </a:lnTo>
                  <a:lnTo>
                    <a:pt x="58930" y="359873"/>
                  </a:lnTo>
                  <a:lnTo>
                    <a:pt x="59785" y="378390"/>
                  </a:lnTo>
                  <a:lnTo>
                    <a:pt x="60641" y="388319"/>
                  </a:lnTo>
                  <a:lnTo>
                    <a:pt x="61496" y="437123"/>
                  </a:lnTo>
                  <a:lnTo>
                    <a:pt x="62352" y="479208"/>
                  </a:lnTo>
                  <a:lnTo>
                    <a:pt x="63207" y="503490"/>
                  </a:lnTo>
                  <a:lnTo>
                    <a:pt x="64063" y="499966"/>
                  </a:lnTo>
                  <a:lnTo>
                    <a:pt x="64918" y="526562"/>
                  </a:lnTo>
                  <a:lnTo>
                    <a:pt x="65774" y="525406"/>
                  </a:lnTo>
                  <a:lnTo>
                    <a:pt x="66629" y="548211"/>
                  </a:lnTo>
                  <a:lnTo>
                    <a:pt x="67485" y="561328"/>
                  </a:lnTo>
                  <a:lnTo>
                    <a:pt x="68340" y="529002"/>
                  </a:lnTo>
                  <a:lnTo>
                    <a:pt x="69196" y="608533"/>
                  </a:lnTo>
                  <a:lnTo>
                    <a:pt x="70051" y="595811"/>
                  </a:lnTo>
                  <a:lnTo>
                    <a:pt x="70907" y="605851"/>
                  </a:lnTo>
                  <a:lnTo>
                    <a:pt x="71763" y="631916"/>
                  </a:lnTo>
                  <a:lnTo>
                    <a:pt x="72618" y="603413"/>
                  </a:lnTo>
                  <a:lnTo>
                    <a:pt x="73474" y="651717"/>
                  </a:lnTo>
                  <a:lnTo>
                    <a:pt x="74329" y="643844"/>
                  </a:lnTo>
                  <a:lnTo>
                    <a:pt x="75185" y="641234"/>
                  </a:lnTo>
                  <a:lnTo>
                    <a:pt x="76040" y="643476"/>
                  </a:lnTo>
                  <a:lnTo>
                    <a:pt x="76896" y="570516"/>
                  </a:lnTo>
                  <a:lnTo>
                    <a:pt x="77751" y="606407"/>
                  </a:lnTo>
                  <a:lnTo>
                    <a:pt x="78607" y="580974"/>
                  </a:lnTo>
                  <a:lnTo>
                    <a:pt x="79462" y="567907"/>
                  </a:lnTo>
                  <a:lnTo>
                    <a:pt x="80318" y="568750"/>
                  </a:lnTo>
                  <a:lnTo>
                    <a:pt x="81173" y="511322"/>
                  </a:lnTo>
                  <a:lnTo>
                    <a:pt x="82029" y="522597"/>
                  </a:lnTo>
                  <a:lnTo>
                    <a:pt x="82884" y="480668"/>
                  </a:lnTo>
                  <a:lnTo>
                    <a:pt x="83740" y="418799"/>
                  </a:lnTo>
                  <a:lnTo>
                    <a:pt x="84595" y="407541"/>
                  </a:lnTo>
                  <a:lnTo>
                    <a:pt x="85451" y="391361"/>
                  </a:lnTo>
                  <a:lnTo>
                    <a:pt x="86307" y="398665"/>
                  </a:lnTo>
                  <a:lnTo>
                    <a:pt x="87162" y="398940"/>
                  </a:lnTo>
                  <a:lnTo>
                    <a:pt x="88018" y="373039"/>
                  </a:lnTo>
                  <a:lnTo>
                    <a:pt x="88873" y="366057"/>
                  </a:lnTo>
                  <a:lnTo>
                    <a:pt x="89729" y="297789"/>
                  </a:lnTo>
                  <a:lnTo>
                    <a:pt x="90584" y="278557"/>
                  </a:lnTo>
                  <a:lnTo>
                    <a:pt x="91440" y="215458"/>
                  </a:lnTo>
                  <a:lnTo>
                    <a:pt x="92295" y="194884"/>
                  </a:lnTo>
                  <a:lnTo>
                    <a:pt x="93151" y="164201"/>
                  </a:lnTo>
                  <a:lnTo>
                    <a:pt x="94006" y="162097"/>
                  </a:lnTo>
                  <a:lnTo>
                    <a:pt x="94862" y="222313"/>
                  </a:lnTo>
                  <a:lnTo>
                    <a:pt x="95717" y="154419"/>
                  </a:lnTo>
                  <a:lnTo>
                    <a:pt x="96573" y="202671"/>
                  </a:lnTo>
                  <a:lnTo>
                    <a:pt x="97428" y="199979"/>
                  </a:lnTo>
                  <a:lnTo>
                    <a:pt x="98284" y="238972"/>
                  </a:lnTo>
                  <a:lnTo>
                    <a:pt x="99139" y="260033"/>
                  </a:lnTo>
                  <a:lnTo>
                    <a:pt x="99995" y="253426"/>
                  </a:lnTo>
                  <a:lnTo>
                    <a:pt x="100850" y="257258"/>
                  </a:lnTo>
                  <a:lnTo>
                    <a:pt x="101706" y="239252"/>
                  </a:lnTo>
                  <a:lnTo>
                    <a:pt x="102562" y="175826"/>
                  </a:lnTo>
                  <a:lnTo>
                    <a:pt x="103417" y="177819"/>
                  </a:lnTo>
                  <a:lnTo>
                    <a:pt x="104273" y="183258"/>
                  </a:lnTo>
                  <a:lnTo>
                    <a:pt x="105128" y="222350"/>
                  </a:lnTo>
                  <a:lnTo>
                    <a:pt x="105984" y="231494"/>
                  </a:lnTo>
                  <a:lnTo>
                    <a:pt x="106839" y="178680"/>
                  </a:lnTo>
                  <a:lnTo>
                    <a:pt x="107695" y="224050"/>
                  </a:lnTo>
                  <a:lnTo>
                    <a:pt x="108550" y="246263"/>
                  </a:lnTo>
                  <a:lnTo>
                    <a:pt x="109406" y="231615"/>
                  </a:lnTo>
                  <a:lnTo>
                    <a:pt x="110261" y="163239"/>
                  </a:lnTo>
                  <a:lnTo>
                    <a:pt x="111117" y="111065"/>
                  </a:lnTo>
                  <a:lnTo>
                    <a:pt x="111972" y="185701"/>
                  </a:lnTo>
                  <a:lnTo>
                    <a:pt x="112828" y="88879"/>
                  </a:lnTo>
                  <a:lnTo>
                    <a:pt x="113683" y="104158"/>
                  </a:lnTo>
                  <a:lnTo>
                    <a:pt x="114539" y="76604"/>
                  </a:lnTo>
                  <a:lnTo>
                    <a:pt x="115394" y="104632"/>
                  </a:lnTo>
                  <a:lnTo>
                    <a:pt x="116250" y="122921"/>
                  </a:lnTo>
                  <a:lnTo>
                    <a:pt x="117105" y="120465"/>
                  </a:lnTo>
                  <a:lnTo>
                    <a:pt x="117961" y="170893"/>
                  </a:lnTo>
                  <a:lnTo>
                    <a:pt x="118817" y="260464"/>
                  </a:lnTo>
                  <a:lnTo>
                    <a:pt x="119672" y="277444"/>
                  </a:lnTo>
                  <a:lnTo>
                    <a:pt x="120528" y="284350"/>
                  </a:lnTo>
                  <a:lnTo>
                    <a:pt x="121383" y="298779"/>
                  </a:lnTo>
                  <a:lnTo>
                    <a:pt x="122239" y="283108"/>
                  </a:lnTo>
                  <a:lnTo>
                    <a:pt x="123094" y="350624"/>
                  </a:lnTo>
                  <a:lnTo>
                    <a:pt x="123950" y="389293"/>
                  </a:lnTo>
                  <a:lnTo>
                    <a:pt x="124805" y="454095"/>
                  </a:lnTo>
                  <a:lnTo>
                    <a:pt x="125661" y="514221"/>
                  </a:lnTo>
                  <a:lnTo>
                    <a:pt x="126516" y="522790"/>
                  </a:lnTo>
                  <a:lnTo>
                    <a:pt x="127372" y="552304"/>
                  </a:lnTo>
                  <a:lnTo>
                    <a:pt x="128227" y="603975"/>
                  </a:lnTo>
                  <a:lnTo>
                    <a:pt x="129083" y="587872"/>
                  </a:lnTo>
                  <a:lnTo>
                    <a:pt x="129938" y="616062"/>
                  </a:lnTo>
                  <a:lnTo>
                    <a:pt x="130794" y="628263"/>
                  </a:lnTo>
                  <a:lnTo>
                    <a:pt x="131649" y="597806"/>
                  </a:lnTo>
                  <a:lnTo>
                    <a:pt x="132505" y="599951"/>
                  </a:lnTo>
                  <a:lnTo>
                    <a:pt x="133361" y="607769"/>
                  </a:lnTo>
                  <a:lnTo>
                    <a:pt x="134216" y="629885"/>
                  </a:lnTo>
                  <a:lnTo>
                    <a:pt x="135072" y="650633"/>
                  </a:lnTo>
                  <a:lnTo>
                    <a:pt x="135927" y="614758"/>
                  </a:lnTo>
                  <a:lnTo>
                    <a:pt x="136783" y="666333"/>
                  </a:lnTo>
                  <a:lnTo>
                    <a:pt x="137638" y="667100"/>
                  </a:lnTo>
                  <a:lnTo>
                    <a:pt x="138494" y="661568"/>
                  </a:lnTo>
                  <a:lnTo>
                    <a:pt x="139349" y="662607"/>
                  </a:lnTo>
                  <a:lnTo>
                    <a:pt x="140205" y="642819"/>
                  </a:lnTo>
                  <a:lnTo>
                    <a:pt x="141060" y="640972"/>
                  </a:lnTo>
                  <a:lnTo>
                    <a:pt x="141916" y="633183"/>
                  </a:lnTo>
                  <a:lnTo>
                    <a:pt x="142771" y="628253"/>
                  </a:lnTo>
                  <a:lnTo>
                    <a:pt x="143627" y="648564"/>
                  </a:lnTo>
                  <a:lnTo>
                    <a:pt x="144482" y="659973"/>
                  </a:lnTo>
                  <a:lnTo>
                    <a:pt x="145338" y="642709"/>
                  </a:lnTo>
                  <a:lnTo>
                    <a:pt x="146193" y="611506"/>
                  </a:lnTo>
                  <a:lnTo>
                    <a:pt x="147049" y="610188"/>
                  </a:lnTo>
                  <a:lnTo>
                    <a:pt x="147904" y="610940"/>
                  </a:lnTo>
                  <a:lnTo>
                    <a:pt x="148760" y="602457"/>
                  </a:lnTo>
                  <a:lnTo>
                    <a:pt x="149616" y="635191"/>
                  </a:lnTo>
                  <a:lnTo>
                    <a:pt x="150471" y="582910"/>
                  </a:lnTo>
                  <a:lnTo>
                    <a:pt x="151327" y="594768"/>
                  </a:lnTo>
                  <a:lnTo>
                    <a:pt x="152182" y="594844"/>
                  </a:lnTo>
                  <a:lnTo>
                    <a:pt x="153038" y="492370"/>
                  </a:lnTo>
                  <a:lnTo>
                    <a:pt x="153893" y="452101"/>
                  </a:lnTo>
                  <a:lnTo>
                    <a:pt x="154749" y="387133"/>
                  </a:lnTo>
                  <a:lnTo>
                    <a:pt x="155604" y="421940"/>
                  </a:lnTo>
                  <a:lnTo>
                    <a:pt x="156460" y="426100"/>
                  </a:lnTo>
                  <a:lnTo>
                    <a:pt x="157315" y="310000"/>
                  </a:lnTo>
                  <a:lnTo>
                    <a:pt x="158171" y="284041"/>
                  </a:lnTo>
                  <a:lnTo>
                    <a:pt x="159026" y="277007"/>
                  </a:lnTo>
                  <a:lnTo>
                    <a:pt x="159882" y="257709"/>
                  </a:lnTo>
                  <a:lnTo>
                    <a:pt x="160737" y="227603"/>
                  </a:lnTo>
                  <a:lnTo>
                    <a:pt x="161593" y="139219"/>
                  </a:lnTo>
                  <a:lnTo>
                    <a:pt x="162448" y="154453"/>
                  </a:lnTo>
                  <a:lnTo>
                    <a:pt x="163304" y="126018"/>
                  </a:lnTo>
                  <a:lnTo>
                    <a:pt x="164159" y="159155"/>
                  </a:lnTo>
                  <a:lnTo>
                    <a:pt x="165015" y="179133"/>
                  </a:lnTo>
                  <a:lnTo>
                    <a:pt x="165871" y="153205"/>
                  </a:lnTo>
                  <a:lnTo>
                    <a:pt x="166726" y="194396"/>
                  </a:lnTo>
                  <a:lnTo>
                    <a:pt x="167582" y="188499"/>
                  </a:lnTo>
                  <a:lnTo>
                    <a:pt x="168437" y="189653"/>
                  </a:lnTo>
                  <a:lnTo>
                    <a:pt x="169293" y="180916"/>
                  </a:lnTo>
                  <a:lnTo>
                    <a:pt x="170148" y="230602"/>
                  </a:lnTo>
                  <a:lnTo>
                    <a:pt x="171004" y="209224"/>
                  </a:lnTo>
                  <a:lnTo>
                    <a:pt x="171859" y="284447"/>
                  </a:lnTo>
                  <a:lnTo>
                    <a:pt x="172715" y="298427"/>
                  </a:lnTo>
                  <a:lnTo>
                    <a:pt x="173570" y="259600"/>
                  </a:lnTo>
                  <a:lnTo>
                    <a:pt x="174426" y="272488"/>
                  </a:lnTo>
                  <a:lnTo>
                    <a:pt x="175281" y="212636"/>
                  </a:lnTo>
                  <a:lnTo>
                    <a:pt x="176137" y="241981"/>
                  </a:lnTo>
                  <a:lnTo>
                    <a:pt x="176992" y="148522"/>
                  </a:lnTo>
                  <a:lnTo>
                    <a:pt x="177848" y="156250"/>
                  </a:lnTo>
                  <a:lnTo>
                    <a:pt x="178703" y="122919"/>
                  </a:lnTo>
                  <a:lnTo>
                    <a:pt x="179559" y="90285"/>
                  </a:lnTo>
                  <a:lnTo>
                    <a:pt x="180414" y="91113"/>
                  </a:lnTo>
                  <a:lnTo>
                    <a:pt x="181270" y="68637"/>
                  </a:lnTo>
                  <a:lnTo>
                    <a:pt x="182126" y="112152"/>
                  </a:lnTo>
                  <a:lnTo>
                    <a:pt x="182981" y="62045"/>
                  </a:lnTo>
                  <a:lnTo>
                    <a:pt x="183837" y="87134"/>
                  </a:lnTo>
                  <a:lnTo>
                    <a:pt x="184692" y="97037"/>
                  </a:lnTo>
                  <a:lnTo>
                    <a:pt x="185548" y="120089"/>
                  </a:lnTo>
                  <a:lnTo>
                    <a:pt x="186403" y="139068"/>
                  </a:lnTo>
                  <a:lnTo>
                    <a:pt x="187259" y="130974"/>
                  </a:lnTo>
                  <a:lnTo>
                    <a:pt x="188114" y="160250"/>
                  </a:lnTo>
                  <a:lnTo>
                    <a:pt x="188970" y="188761"/>
                  </a:lnTo>
                  <a:lnTo>
                    <a:pt x="189825" y="153867"/>
                  </a:lnTo>
                  <a:lnTo>
                    <a:pt x="190681" y="175251"/>
                  </a:lnTo>
                  <a:lnTo>
                    <a:pt x="191536" y="141266"/>
                  </a:lnTo>
                  <a:lnTo>
                    <a:pt x="192392" y="113635"/>
                  </a:lnTo>
                  <a:lnTo>
                    <a:pt x="193247" y="133306"/>
                  </a:lnTo>
                  <a:lnTo>
                    <a:pt x="194103" y="219977"/>
                  </a:lnTo>
                  <a:lnTo>
                    <a:pt x="194958" y="213355"/>
                  </a:lnTo>
                  <a:lnTo>
                    <a:pt x="195814" y="184995"/>
                  </a:lnTo>
                  <a:lnTo>
                    <a:pt x="196670" y="176783"/>
                  </a:lnTo>
                  <a:lnTo>
                    <a:pt x="197525" y="186403"/>
                  </a:lnTo>
                  <a:lnTo>
                    <a:pt x="198381" y="175761"/>
                  </a:lnTo>
                  <a:lnTo>
                    <a:pt x="199236" y="141876"/>
                  </a:lnTo>
                  <a:lnTo>
                    <a:pt x="200092" y="198187"/>
                  </a:lnTo>
                  <a:lnTo>
                    <a:pt x="200947" y="218276"/>
                  </a:lnTo>
                  <a:lnTo>
                    <a:pt x="201803" y="260336"/>
                  </a:lnTo>
                  <a:lnTo>
                    <a:pt x="202658" y="233061"/>
                  </a:lnTo>
                  <a:lnTo>
                    <a:pt x="203514" y="218769"/>
                  </a:lnTo>
                  <a:lnTo>
                    <a:pt x="204369" y="291642"/>
                  </a:lnTo>
                  <a:lnTo>
                    <a:pt x="205225" y="282430"/>
                  </a:lnTo>
                  <a:lnTo>
                    <a:pt x="206080" y="292018"/>
                  </a:lnTo>
                  <a:lnTo>
                    <a:pt x="206936" y="319933"/>
                  </a:lnTo>
                  <a:lnTo>
                    <a:pt x="207791" y="387441"/>
                  </a:lnTo>
                  <a:lnTo>
                    <a:pt x="208647" y="434652"/>
                  </a:lnTo>
                  <a:lnTo>
                    <a:pt x="209502" y="358465"/>
                  </a:lnTo>
                  <a:lnTo>
                    <a:pt x="210358" y="308148"/>
                  </a:lnTo>
                  <a:lnTo>
                    <a:pt x="211213" y="296857"/>
                  </a:lnTo>
                  <a:lnTo>
                    <a:pt x="212069" y="333332"/>
                  </a:lnTo>
                  <a:lnTo>
                    <a:pt x="212925" y="398716"/>
                  </a:lnTo>
                  <a:lnTo>
                    <a:pt x="213780" y="407783"/>
                  </a:lnTo>
                  <a:lnTo>
                    <a:pt x="214636" y="395854"/>
                  </a:lnTo>
                  <a:lnTo>
                    <a:pt x="215491" y="351574"/>
                  </a:lnTo>
                  <a:lnTo>
                    <a:pt x="216347" y="326081"/>
                  </a:lnTo>
                  <a:lnTo>
                    <a:pt x="217202" y="304006"/>
                  </a:lnTo>
                  <a:lnTo>
                    <a:pt x="218058" y="282658"/>
                  </a:lnTo>
                  <a:lnTo>
                    <a:pt x="218913" y="272463"/>
                  </a:lnTo>
                  <a:lnTo>
                    <a:pt x="219769" y="274343"/>
                  </a:lnTo>
                  <a:lnTo>
                    <a:pt x="220624" y="385866"/>
                  </a:lnTo>
                  <a:lnTo>
                    <a:pt x="221480" y="374993"/>
                  </a:lnTo>
                  <a:lnTo>
                    <a:pt x="222335" y="357371"/>
                  </a:lnTo>
                  <a:lnTo>
                    <a:pt x="223191" y="367984"/>
                  </a:lnTo>
                  <a:lnTo>
                    <a:pt x="224046" y="254729"/>
                  </a:lnTo>
                  <a:lnTo>
                    <a:pt x="224902" y="303213"/>
                  </a:lnTo>
                  <a:lnTo>
                    <a:pt x="225757" y="313609"/>
                  </a:lnTo>
                  <a:lnTo>
                    <a:pt x="226613" y="324532"/>
                  </a:lnTo>
                  <a:lnTo>
                    <a:pt x="227468" y="274696"/>
                  </a:lnTo>
                  <a:lnTo>
                    <a:pt x="228324" y="226720"/>
                  </a:lnTo>
                  <a:lnTo>
                    <a:pt x="229180" y="210756"/>
                  </a:lnTo>
                  <a:lnTo>
                    <a:pt x="230035" y="181417"/>
                  </a:lnTo>
                  <a:lnTo>
                    <a:pt x="230891" y="163130"/>
                  </a:lnTo>
                  <a:lnTo>
                    <a:pt x="231746" y="195215"/>
                  </a:lnTo>
                  <a:lnTo>
                    <a:pt x="232602" y="147944"/>
                  </a:lnTo>
                  <a:lnTo>
                    <a:pt x="233457" y="132916"/>
                  </a:lnTo>
                  <a:lnTo>
                    <a:pt x="234313" y="112070"/>
                  </a:lnTo>
                  <a:lnTo>
                    <a:pt x="235168" y="120129"/>
                  </a:lnTo>
                  <a:lnTo>
                    <a:pt x="236024" y="85910"/>
                  </a:lnTo>
                  <a:lnTo>
                    <a:pt x="236879" y="62373"/>
                  </a:lnTo>
                  <a:lnTo>
                    <a:pt x="237735" y="104989"/>
                  </a:lnTo>
                  <a:lnTo>
                    <a:pt x="238590" y="103412"/>
                  </a:lnTo>
                  <a:lnTo>
                    <a:pt x="239446" y="118945"/>
                  </a:lnTo>
                  <a:lnTo>
                    <a:pt x="240301" y="111826"/>
                  </a:lnTo>
                  <a:lnTo>
                    <a:pt x="241157" y="117223"/>
                  </a:lnTo>
                  <a:lnTo>
                    <a:pt x="242012" y="122754"/>
                  </a:lnTo>
                  <a:lnTo>
                    <a:pt x="242868" y="91391"/>
                  </a:lnTo>
                  <a:lnTo>
                    <a:pt x="243724" y="80927"/>
                  </a:lnTo>
                  <a:lnTo>
                    <a:pt x="244579" y="37394"/>
                  </a:lnTo>
                  <a:lnTo>
                    <a:pt x="245435" y="51842"/>
                  </a:lnTo>
                  <a:lnTo>
                    <a:pt x="246290" y="98257"/>
                  </a:lnTo>
                  <a:lnTo>
                    <a:pt x="247146" y="74404"/>
                  </a:lnTo>
                  <a:lnTo>
                    <a:pt x="248001" y="98341"/>
                  </a:lnTo>
                  <a:lnTo>
                    <a:pt x="248857" y="150605"/>
                  </a:lnTo>
                  <a:lnTo>
                    <a:pt x="249712" y="94536"/>
                  </a:lnTo>
                  <a:lnTo>
                    <a:pt x="250568" y="131933"/>
                  </a:lnTo>
                  <a:lnTo>
                    <a:pt x="251423" y="123117"/>
                  </a:lnTo>
                  <a:lnTo>
                    <a:pt x="252279" y="108733"/>
                  </a:lnTo>
                  <a:lnTo>
                    <a:pt x="253134" y="174601"/>
                  </a:lnTo>
                  <a:lnTo>
                    <a:pt x="253990" y="162178"/>
                  </a:lnTo>
                  <a:lnTo>
                    <a:pt x="254845" y="240158"/>
                  </a:lnTo>
                  <a:lnTo>
                    <a:pt x="255701" y="304237"/>
                  </a:lnTo>
                  <a:lnTo>
                    <a:pt x="256556" y="310051"/>
                  </a:lnTo>
                  <a:lnTo>
                    <a:pt x="257412" y="202785"/>
                  </a:lnTo>
                  <a:lnTo>
                    <a:pt x="258267" y="222276"/>
                  </a:lnTo>
                  <a:lnTo>
                    <a:pt x="259123" y="106643"/>
                  </a:lnTo>
                  <a:lnTo>
                    <a:pt x="259979" y="169043"/>
                  </a:lnTo>
                  <a:lnTo>
                    <a:pt x="260834" y="129953"/>
                  </a:lnTo>
                  <a:lnTo>
                    <a:pt x="261690" y="79407"/>
                  </a:lnTo>
                  <a:lnTo>
                    <a:pt x="262545" y="125736"/>
                  </a:lnTo>
                  <a:lnTo>
                    <a:pt x="263401" y="168360"/>
                  </a:lnTo>
                  <a:lnTo>
                    <a:pt x="264256" y="251823"/>
                  </a:lnTo>
                  <a:lnTo>
                    <a:pt x="265112" y="158686"/>
                  </a:lnTo>
                  <a:lnTo>
                    <a:pt x="265967" y="150291"/>
                  </a:lnTo>
                  <a:lnTo>
                    <a:pt x="266823" y="182138"/>
                  </a:lnTo>
                  <a:lnTo>
                    <a:pt x="267678" y="176376"/>
                  </a:lnTo>
                  <a:lnTo>
                    <a:pt x="268534" y="136327"/>
                  </a:lnTo>
                  <a:lnTo>
                    <a:pt x="269389" y="138078"/>
                  </a:lnTo>
                  <a:lnTo>
                    <a:pt x="270245" y="226382"/>
                  </a:lnTo>
                  <a:lnTo>
                    <a:pt x="271100" y="244573"/>
                  </a:lnTo>
                  <a:lnTo>
                    <a:pt x="271956" y="231722"/>
                  </a:lnTo>
                  <a:lnTo>
                    <a:pt x="272811" y="235907"/>
                  </a:lnTo>
                  <a:lnTo>
                    <a:pt x="273667" y="278006"/>
                  </a:lnTo>
                  <a:lnTo>
                    <a:pt x="274522" y="398244"/>
                  </a:lnTo>
                  <a:lnTo>
                    <a:pt x="275378" y="387469"/>
                  </a:lnTo>
                  <a:lnTo>
                    <a:pt x="276234" y="231986"/>
                  </a:lnTo>
                  <a:lnTo>
                    <a:pt x="277089" y="252081"/>
                  </a:lnTo>
                  <a:lnTo>
                    <a:pt x="277945" y="283391"/>
                  </a:lnTo>
                  <a:lnTo>
                    <a:pt x="278800" y="320451"/>
                  </a:lnTo>
                  <a:lnTo>
                    <a:pt x="279656" y="277137"/>
                  </a:lnTo>
                  <a:lnTo>
                    <a:pt x="280511" y="185635"/>
                  </a:lnTo>
                  <a:lnTo>
                    <a:pt x="281367" y="200166"/>
                  </a:lnTo>
                  <a:lnTo>
                    <a:pt x="282222" y="180215"/>
                  </a:lnTo>
                  <a:lnTo>
                    <a:pt x="283078" y="149657"/>
                  </a:lnTo>
                  <a:lnTo>
                    <a:pt x="283933" y="152651"/>
                  </a:lnTo>
                  <a:lnTo>
                    <a:pt x="284789" y="108413"/>
                  </a:lnTo>
                  <a:lnTo>
                    <a:pt x="285644" y="131597"/>
                  </a:lnTo>
                  <a:lnTo>
                    <a:pt x="286500" y="145469"/>
                  </a:lnTo>
                  <a:lnTo>
                    <a:pt x="287355" y="106681"/>
                  </a:lnTo>
                  <a:lnTo>
                    <a:pt x="288211" y="115373"/>
                  </a:lnTo>
                  <a:lnTo>
                    <a:pt x="289066" y="140213"/>
                  </a:lnTo>
                  <a:lnTo>
                    <a:pt x="289922" y="152580"/>
                  </a:lnTo>
                  <a:lnTo>
                    <a:pt x="290778" y="192481"/>
                  </a:lnTo>
                  <a:lnTo>
                    <a:pt x="291633" y="139811"/>
                  </a:lnTo>
                  <a:lnTo>
                    <a:pt x="292489" y="150309"/>
                  </a:lnTo>
                  <a:lnTo>
                    <a:pt x="293344" y="162662"/>
                  </a:lnTo>
                  <a:lnTo>
                    <a:pt x="294200" y="141020"/>
                  </a:lnTo>
                  <a:lnTo>
                    <a:pt x="295055" y="193865"/>
                  </a:lnTo>
                  <a:lnTo>
                    <a:pt x="295911" y="161474"/>
                  </a:lnTo>
                  <a:lnTo>
                    <a:pt x="296766" y="182002"/>
                  </a:lnTo>
                  <a:lnTo>
                    <a:pt x="297622" y="188626"/>
                  </a:lnTo>
                  <a:lnTo>
                    <a:pt x="298477" y="132578"/>
                  </a:lnTo>
                  <a:lnTo>
                    <a:pt x="299333" y="209867"/>
                  </a:lnTo>
                  <a:lnTo>
                    <a:pt x="300188" y="147838"/>
                  </a:lnTo>
                  <a:lnTo>
                    <a:pt x="301044" y="112035"/>
                  </a:lnTo>
                  <a:lnTo>
                    <a:pt x="301899" y="70688"/>
                  </a:lnTo>
                  <a:lnTo>
                    <a:pt x="302755" y="168029"/>
                  </a:lnTo>
                  <a:lnTo>
                    <a:pt x="303610" y="142087"/>
                  </a:lnTo>
                  <a:lnTo>
                    <a:pt x="304466" y="50571"/>
                  </a:lnTo>
                  <a:lnTo>
                    <a:pt x="305321" y="0"/>
                  </a:lnTo>
                  <a:lnTo>
                    <a:pt x="306177" y="13922"/>
                  </a:lnTo>
                  <a:lnTo>
                    <a:pt x="307033" y="41212"/>
                  </a:lnTo>
                  <a:lnTo>
                    <a:pt x="307888" y="15255"/>
                  </a:lnTo>
                  <a:lnTo>
                    <a:pt x="308744" y="13481"/>
                  </a:lnTo>
                  <a:lnTo>
                    <a:pt x="309599" y="40318"/>
                  </a:lnTo>
                  <a:lnTo>
                    <a:pt x="310455" y="41072"/>
                  </a:lnTo>
                  <a:lnTo>
                    <a:pt x="311310" y="17333"/>
                  </a:lnTo>
                  <a:lnTo>
                    <a:pt x="312166" y="59722"/>
                  </a:lnTo>
                  <a:lnTo>
                    <a:pt x="313021" y="53901"/>
                  </a:lnTo>
                  <a:lnTo>
                    <a:pt x="313877" y="42621"/>
                  </a:lnTo>
                  <a:lnTo>
                    <a:pt x="314732" y="81150"/>
                  </a:lnTo>
                  <a:lnTo>
                    <a:pt x="315588" y="44436"/>
                  </a:lnTo>
                  <a:lnTo>
                    <a:pt x="316443" y="136934"/>
                  </a:lnTo>
                  <a:lnTo>
                    <a:pt x="317299" y="40140"/>
                  </a:lnTo>
                  <a:lnTo>
                    <a:pt x="318154" y="147033"/>
                  </a:lnTo>
                  <a:lnTo>
                    <a:pt x="319010" y="117313"/>
                  </a:lnTo>
                  <a:lnTo>
                    <a:pt x="319865" y="114007"/>
                  </a:lnTo>
                  <a:lnTo>
                    <a:pt x="320721" y="125759"/>
                  </a:lnTo>
                  <a:lnTo>
                    <a:pt x="321576" y="262366"/>
                  </a:lnTo>
                  <a:lnTo>
                    <a:pt x="322432" y="352238"/>
                  </a:lnTo>
                  <a:lnTo>
                    <a:pt x="323288" y="348199"/>
                  </a:lnTo>
                  <a:lnTo>
                    <a:pt x="324143" y="243797"/>
                  </a:lnTo>
                  <a:lnTo>
                    <a:pt x="324999" y="256848"/>
                  </a:lnTo>
                  <a:lnTo>
                    <a:pt x="325854" y="309398"/>
                  </a:lnTo>
                  <a:lnTo>
                    <a:pt x="326710" y="357446"/>
                  </a:lnTo>
                  <a:lnTo>
                    <a:pt x="327565" y="360715"/>
                  </a:lnTo>
                  <a:lnTo>
                    <a:pt x="328421" y="371582"/>
                  </a:lnTo>
                  <a:lnTo>
                    <a:pt x="329276" y="332285"/>
                  </a:lnTo>
                  <a:lnTo>
                    <a:pt x="330132" y="328101"/>
                  </a:lnTo>
                  <a:lnTo>
                    <a:pt x="330987" y="303784"/>
                  </a:lnTo>
                  <a:lnTo>
                    <a:pt x="331843" y="238007"/>
                  </a:lnTo>
                  <a:lnTo>
                    <a:pt x="332698" y="235118"/>
                  </a:lnTo>
                  <a:lnTo>
                    <a:pt x="333554" y="227858"/>
                  </a:lnTo>
                  <a:lnTo>
                    <a:pt x="334409" y="221713"/>
                  </a:lnTo>
                  <a:lnTo>
                    <a:pt x="335265" y="147541"/>
                  </a:lnTo>
                  <a:lnTo>
                    <a:pt x="336120" y="153877"/>
                  </a:lnTo>
                  <a:lnTo>
                    <a:pt x="336976" y="170443"/>
                  </a:lnTo>
                  <a:lnTo>
                    <a:pt x="337832" y="255794"/>
                  </a:lnTo>
                  <a:lnTo>
                    <a:pt x="338687" y="218092"/>
                  </a:lnTo>
                  <a:lnTo>
                    <a:pt x="339543" y="196430"/>
                  </a:lnTo>
                  <a:lnTo>
                    <a:pt x="340398" y="201296"/>
                  </a:lnTo>
                  <a:lnTo>
                    <a:pt x="341254" y="234714"/>
                  </a:lnTo>
                  <a:lnTo>
                    <a:pt x="342109" y="232382"/>
                  </a:lnTo>
                  <a:lnTo>
                    <a:pt x="342965" y="242745"/>
                  </a:lnTo>
                  <a:lnTo>
                    <a:pt x="343820" y="160373"/>
                  </a:lnTo>
                  <a:lnTo>
                    <a:pt x="344676" y="141722"/>
                  </a:lnTo>
                  <a:lnTo>
                    <a:pt x="345531" y="159564"/>
                  </a:lnTo>
                  <a:lnTo>
                    <a:pt x="346387" y="243082"/>
                  </a:lnTo>
                  <a:lnTo>
                    <a:pt x="347242" y="183601"/>
                  </a:lnTo>
                  <a:lnTo>
                    <a:pt x="348098" y="140850"/>
                  </a:lnTo>
                  <a:lnTo>
                    <a:pt x="348953" y="209809"/>
                  </a:lnTo>
                  <a:lnTo>
                    <a:pt x="349809" y="314924"/>
                  </a:lnTo>
                  <a:lnTo>
                    <a:pt x="350664" y="280218"/>
                  </a:lnTo>
                  <a:lnTo>
                    <a:pt x="351520" y="330802"/>
                  </a:lnTo>
                  <a:lnTo>
                    <a:pt x="352375" y="267324"/>
                  </a:lnTo>
                  <a:lnTo>
                    <a:pt x="353231" y="181530"/>
                  </a:lnTo>
                  <a:lnTo>
                    <a:pt x="354087" y="160935"/>
                  </a:lnTo>
                  <a:lnTo>
                    <a:pt x="354942" y="98528"/>
                  </a:lnTo>
                  <a:lnTo>
                    <a:pt x="355798" y="162571"/>
                  </a:lnTo>
                  <a:lnTo>
                    <a:pt x="356653" y="86095"/>
                  </a:lnTo>
                  <a:lnTo>
                    <a:pt x="357509" y="104444"/>
                  </a:lnTo>
                  <a:lnTo>
                    <a:pt x="358364" y="51727"/>
                  </a:lnTo>
                  <a:lnTo>
                    <a:pt x="359220" y="37984"/>
                  </a:lnTo>
                  <a:lnTo>
                    <a:pt x="360075" y="40845"/>
                  </a:lnTo>
                  <a:lnTo>
                    <a:pt x="360931" y="80430"/>
                  </a:lnTo>
                  <a:lnTo>
                    <a:pt x="361786" y="169564"/>
                  </a:lnTo>
                  <a:lnTo>
                    <a:pt x="362642" y="145400"/>
                  </a:lnTo>
                  <a:lnTo>
                    <a:pt x="363497" y="145070"/>
                  </a:lnTo>
                  <a:lnTo>
                    <a:pt x="364353" y="158046"/>
                  </a:lnTo>
                  <a:lnTo>
                    <a:pt x="365208" y="202270"/>
                  </a:lnTo>
                  <a:lnTo>
                    <a:pt x="366064" y="220195"/>
                  </a:lnTo>
                  <a:lnTo>
                    <a:pt x="366919" y="174100"/>
                  </a:lnTo>
                  <a:lnTo>
                    <a:pt x="367775" y="164279"/>
                  </a:lnTo>
                  <a:lnTo>
                    <a:pt x="368630" y="196119"/>
                  </a:lnTo>
                  <a:lnTo>
                    <a:pt x="369486" y="151292"/>
                  </a:lnTo>
                  <a:lnTo>
                    <a:pt x="370342" y="167369"/>
                  </a:lnTo>
                  <a:lnTo>
                    <a:pt x="371197" y="166905"/>
                  </a:lnTo>
                  <a:lnTo>
                    <a:pt x="372053" y="130013"/>
                  </a:lnTo>
                  <a:lnTo>
                    <a:pt x="372908" y="222455"/>
                  </a:lnTo>
                  <a:lnTo>
                    <a:pt x="373764" y="240437"/>
                  </a:lnTo>
                  <a:lnTo>
                    <a:pt x="374619" y="209353"/>
                  </a:lnTo>
                  <a:lnTo>
                    <a:pt x="375475" y="215624"/>
                  </a:lnTo>
                  <a:lnTo>
                    <a:pt x="376330" y="224132"/>
                  </a:lnTo>
                  <a:lnTo>
                    <a:pt x="377186" y="229347"/>
                  </a:lnTo>
                  <a:lnTo>
                    <a:pt x="378041" y="260322"/>
                  </a:lnTo>
                  <a:lnTo>
                    <a:pt x="378897" y="219117"/>
                  </a:lnTo>
                  <a:lnTo>
                    <a:pt x="379752" y="247314"/>
                  </a:lnTo>
                  <a:lnTo>
                    <a:pt x="380608" y="250285"/>
                  </a:lnTo>
                  <a:lnTo>
                    <a:pt x="381463" y="264689"/>
                  </a:lnTo>
                  <a:lnTo>
                    <a:pt x="382319" y="257470"/>
                  </a:lnTo>
                  <a:lnTo>
                    <a:pt x="383174" y="263680"/>
                  </a:lnTo>
                  <a:lnTo>
                    <a:pt x="384030" y="293801"/>
                  </a:lnTo>
                  <a:lnTo>
                    <a:pt x="384886" y="312249"/>
                  </a:lnTo>
                  <a:lnTo>
                    <a:pt x="385741" y="307978"/>
                  </a:lnTo>
                  <a:lnTo>
                    <a:pt x="386597" y="381813"/>
                  </a:lnTo>
                  <a:lnTo>
                    <a:pt x="387452" y="422598"/>
                  </a:lnTo>
                  <a:lnTo>
                    <a:pt x="388308" y="426829"/>
                  </a:lnTo>
                  <a:lnTo>
                    <a:pt x="389163" y="485659"/>
                  </a:lnTo>
                  <a:lnTo>
                    <a:pt x="390019" y="392899"/>
                  </a:lnTo>
                  <a:lnTo>
                    <a:pt x="390874" y="304239"/>
                  </a:lnTo>
                  <a:lnTo>
                    <a:pt x="391730" y="305755"/>
                  </a:lnTo>
                  <a:lnTo>
                    <a:pt x="392585" y="390515"/>
                  </a:lnTo>
                  <a:lnTo>
                    <a:pt x="393441" y="405685"/>
                  </a:lnTo>
                  <a:lnTo>
                    <a:pt x="394296" y="341702"/>
                  </a:lnTo>
                  <a:lnTo>
                    <a:pt x="395152" y="405368"/>
                  </a:lnTo>
                  <a:lnTo>
                    <a:pt x="396007" y="484862"/>
                  </a:lnTo>
                  <a:lnTo>
                    <a:pt x="396863" y="495583"/>
                  </a:lnTo>
                  <a:lnTo>
                    <a:pt x="397718" y="489810"/>
                  </a:lnTo>
                  <a:lnTo>
                    <a:pt x="398574" y="493123"/>
                  </a:lnTo>
                  <a:lnTo>
                    <a:pt x="399429" y="514116"/>
                  </a:lnTo>
                  <a:lnTo>
                    <a:pt x="400285" y="469317"/>
                  </a:lnTo>
                  <a:lnTo>
                    <a:pt x="401141" y="421713"/>
                  </a:lnTo>
                  <a:lnTo>
                    <a:pt x="401996" y="387941"/>
                  </a:lnTo>
                  <a:lnTo>
                    <a:pt x="402852" y="385779"/>
                  </a:lnTo>
                  <a:lnTo>
                    <a:pt x="403707" y="432160"/>
                  </a:lnTo>
                  <a:lnTo>
                    <a:pt x="404563" y="382954"/>
                  </a:lnTo>
                  <a:lnTo>
                    <a:pt x="405418" y="358311"/>
                  </a:lnTo>
                  <a:lnTo>
                    <a:pt x="406274" y="380532"/>
                  </a:lnTo>
                  <a:lnTo>
                    <a:pt x="407129" y="357929"/>
                  </a:lnTo>
                  <a:lnTo>
                    <a:pt x="407985" y="317964"/>
                  </a:lnTo>
                  <a:lnTo>
                    <a:pt x="408840" y="308253"/>
                  </a:lnTo>
                  <a:lnTo>
                    <a:pt x="409696" y="393355"/>
                  </a:lnTo>
                  <a:lnTo>
                    <a:pt x="410551" y="405059"/>
                  </a:lnTo>
                  <a:lnTo>
                    <a:pt x="411407" y="399788"/>
                  </a:lnTo>
                  <a:lnTo>
                    <a:pt x="412262" y="308811"/>
                  </a:lnTo>
                  <a:lnTo>
                    <a:pt x="413118" y="277441"/>
                  </a:lnTo>
                  <a:lnTo>
                    <a:pt x="413973" y="282133"/>
                  </a:lnTo>
                  <a:lnTo>
                    <a:pt x="414829" y="311596"/>
                  </a:lnTo>
                  <a:lnTo>
                    <a:pt x="415684" y="232727"/>
                  </a:lnTo>
                  <a:lnTo>
                    <a:pt x="416540" y="221094"/>
                  </a:lnTo>
                  <a:lnTo>
                    <a:pt x="417396" y="207221"/>
                  </a:lnTo>
                  <a:lnTo>
                    <a:pt x="418251" y="229369"/>
                  </a:lnTo>
                  <a:lnTo>
                    <a:pt x="419107" y="212822"/>
                  </a:lnTo>
                  <a:lnTo>
                    <a:pt x="419962" y="239890"/>
                  </a:lnTo>
                  <a:lnTo>
                    <a:pt x="420818" y="235149"/>
                  </a:lnTo>
                  <a:lnTo>
                    <a:pt x="421673" y="253907"/>
                  </a:lnTo>
                  <a:lnTo>
                    <a:pt x="422529" y="258000"/>
                  </a:lnTo>
                  <a:lnTo>
                    <a:pt x="423384" y="238704"/>
                  </a:lnTo>
                  <a:lnTo>
                    <a:pt x="424240" y="320075"/>
                  </a:lnTo>
                  <a:lnTo>
                    <a:pt x="425095" y="292963"/>
                  </a:lnTo>
                  <a:lnTo>
                    <a:pt x="425951" y="356399"/>
                  </a:lnTo>
                  <a:lnTo>
                    <a:pt x="426806" y="298577"/>
                  </a:lnTo>
                  <a:lnTo>
                    <a:pt x="427662" y="323218"/>
                  </a:lnTo>
                  <a:lnTo>
                    <a:pt x="428517" y="268733"/>
                  </a:lnTo>
                  <a:lnTo>
                    <a:pt x="429373" y="292977"/>
                  </a:lnTo>
                  <a:lnTo>
                    <a:pt x="430228" y="306761"/>
                  </a:lnTo>
                  <a:lnTo>
                    <a:pt x="431084" y="291125"/>
                  </a:lnTo>
                  <a:lnTo>
                    <a:pt x="431939" y="298571"/>
                  </a:lnTo>
                  <a:lnTo>
                    <a:pt x="432795" y="318034"/>
                  </a:lnTo>
                  <a:lnTo>
                    <a:pt x="433651" y="337720"/>
                  </a:lnTo>
                  <a:lnTo>
                    <a:pt x="434506" y="343323"/>
                  </a:lnTo>
                  <a:lnTo>
                    <a:pt x="435362" y="246229"/>
                  </a:lnTo>
                  <a:lnTo>
                    <a:pt x="436217" y="276626"/>
                  </a:lnTo>
                  <a:lnTo>
                    <a:pt x="437073" y="245119"/>
                  </a:lnTo>
                  <a:lnTo>
                    <a:pt x="437928" y="226533"/>
                  </a:lnTo>
                  <a:lnTo>
                    <a:pt x="438784" y="251371"/>
                  </a:lnTo>
                  <a:lnTo>
                    <a:pt x="439639" y="226947"/>
                  </a:lnTo>
                  <a:lnTo>
                    <a:pt x="440495" y="286774"/>
                  </a:lnTo>
                  <a:lnTo>
                    <a:pt x="441350" y="301124"/>
                  </a:lnTo>
                  <a:lnTo>
                    <a:pt x="442206" y="343811"/>
                  </a:lnTo>
                  <a:lnTo>
                    <a:pt x="443061" y="408880"/>
                  </a:lnTo>
                  <a:lnTo>
                    <a:pt x="443917" y="422720"/>
                  </a:lnTo>
                  <a:lnTo>
                    <a:pt x="444772" y="442344"/>
                  </a:lnTo>
                  <a:lnTo>
                    <a:pt x="445628" y="402418"/>
                  </a:lnTo>
                  <a:lnTo>
                    <a:pt x="446483" y="417291"/>
                  </a:lnTo>
                  <a:lnTo>
                    <a:pt x="447339" y="352433"/>
                  </a:lnTo>
                  <a:lnTo>
                    <a:pt x="448195" y="359185"/>
                  </a:lnTo>
                  <a:lnTo>
                    <a:pt x="449050" y="397253"/>
                  </a:lnTo>
                  <a:lnTo>
                    <a:pt x="449906" y="392376"/>
                  </a:lnTo>
                  <a:lnTo>
                    <a:pt x="450761" y="381560"/>
                  </a:lnTo>
                  <a:lnTo>
                    <a:pt x="451617" y="391561"/>
                  </a:lnTo>
                  <a:lnTo>
                    <a:pt x="452472" y="476542"/>
                  </a:lnTo>
                  <a:lnTo>
                    <a:pt x="453328" y="485686"/>
                  </a:lnTo>
                  <a:lnTo>
                    <a:pt x="454183" y="461322"/>
                  </a:lnTo>
                  <a:lnTo>
                    <a:pt x="455039" y="454715"/>
                  </a:lnTo>
                  <a:lnTo>
                    <a:pt x="455894" y="472974"/>
                  </a:lnTo>
                  <a:lnTo>
                    <a:pt x="456750" y="445395"/>
                  </a:lnTo>
                  <a:lnTo>
                    <a:pt x="457605" y="443423"/>
                  </a:lnTo>
                  <a:lnTo>
                    <a:pt x="458461" y="467085"/>
                  </a:lnTo>
                  <a:lnTo>
                    <a:pt x="459316" y="484774"/>
                  </a:lnTo>
                  <a:lnTo>
                    <a:pt x="460172" y="489930"/>
                  </a:lnTo>
                  <a:lnTo>
                    <a:pt x="461027" y="493882"/>
                  </a:lnTo>
                  <a:lnTo>
                    <a:pt x="461883" y="472602"/>
                  </a:lnTo>
                  <a:lnTo>
                    <a:pt x="462738" y="500821"/>
                  </a:lnTo>
                  <a:lnTo>
                    <a:pt x="463594" y="528719"/>
                  </a:lnTo>
                  <a:lnTo>
                    <a:pt x="464450" y="552912"/>
                  </a:lnTo>
                  <a:lnTo>
                    <a:pt x="465305" y="591711"/>
                  </a:lnTo>
                  <a:lnTo>
                    <a:pt x="466161" y="597747"/>
                  </a:lnTo>
                  <a:lnTo>
                    <a:pt x="467016" y="592424"/>
                  </a:lnTo>
                  <a:lnTo>
                    <a:pt x="467872" y="594458"/>
                  </a:lnTo>
                  <a:lnTo>
                    <a:pt x="468727" y="559131"/>
                  </a:lnTo>
                  <a:lnTo>
                    <a:pt x="469583" y="583650"/>
                  </a:lnTo>
                  <a:lnTo>
                    <a:pt x="470438" y="587286"/>
                  </a:lnTo>
                  <a:lnTo>
                    <a:pt x="471294" y="587212"/>
                  </a:lnTo>
                  <a:lnTo>
                    <a:pt x="472149" y="605799"/>
                  </a:lnTo>
                  <a:lnTo>
                    <a:pt x="473005" y="605615"/>
                  </a:lnTo>
                  <a:lnTo>
                    <a:pt x="473860" y="601153"/>
                  </a:lnTo>
                  <a:lnTo>
                    <a:pt x="474716" y="596417"/>
                  </a:lnTo>
                  <a:lnTo>
                    <a:pt x="475571" y="559086"/>
                  </a:lnTo>
                  <a:lnTo>
                    <a:pt x="476427" y="549935"/>
                  </a:lnTo>
                  <a:lnTo>
                    <a:pt x="477282" y="570367"/>
                  </a:lnTo>
                  <a:lnTo>
                    <a:pt x="478138" y="600496"/>
                  </a:lnTo>
                  <a:lnTo>
                    <a:pt x="478993" y="620596"/>
                  </a:lnTo>
                  <a:lnTo>
                    <a:pt x="479849" y="616206"/>
                  </a:lnTo>
                  <a:lnTo>
                    <a:pt x="480705" y="593380"/>
                  </a:lnTo>
                  <a:lnTo>
                    <a:pt x="481560" y="617968"/>
                  </a:lnTo>
                  <a:lnTo>
                    <a:pt x="482416" y="606130"/>
                  </a:lnTo>
                  <a:lnTo>
                    <a:pt x="483271" y="589568"/>
                  </a:lnTo>
                  <a:lnTo>
                    <a:pt x="484127" y="551978"/>
                  </a:lnTo>
                  <a:lnTo>
                    <a:pt x="484982" y="553328"/>
                  </a:lnTo>
                  <a:lnTo>
                    <a:pt x="485838" y="577427"/>
                  </a:lnTo>
                  <a:lnTo>
                    <a:pt x="486693" y="591864"/>
                  </a:lnTo>
                  <a:lnTo>
                    <a:pt x="487549" y="592924"/>
                  </a:lnTo>
                  <a:lnTo>
                    <a:pt x="488404" y="593339"/>
                  </a:lnTo>
                  <a:lnTo>
                    <a:pt x="489260" y="602455"/>
                  </a:lnTo>
                  <a:lnTo>
                    <a:pt x="490115" y="641337"/>
                  </a:lnTo>
                  <a:lnTo>
                    <a:pt x="490971" y="645506"/>
                  </a:lnTo>
                  <a:lnTo>
                    <a:pt x="491826" y="607827"/>
                  </a:lnTo>
                  <a:lnTo>
                    <a:pt x="492682" y="607463"/>
                  </a:lnTo>
                  <a:lnTo>
                    <a:pt x="493537" y="629879"/>
                  </a:lnTo>
                  <a:lnTo>
                    <a:pt x="494260" y="6798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6097644" y="4101249"/>
              <a:ext cx="991895" cy="2278200"/>
            </a:xfrm>
            <a:custGeom>
              <a:avLst/>
              <a:pathLst>
                <a:path w="991895" h="2278200">
                  <a:moveTo>
                    <a:pt x="0" y="2278200"/>
                  </a:moveTo>
                  <a:lnTo>
                    <a:pt x="613" y="2254930"/>
                  </a:lnTo>
                  <a:lnTo>
                    <a:pt x="1469" y="2192776"/>
                  </a:lnTo>
                  <a:lnTo>
                    <a:pt x="2324" y="2140649"/>
                  </a:lnTo>
                  <a:lnTo>
                    <a:pt x="3180" y="2142718"/>
                  </a:lnTo>
                  <a:lnTo>
                    <a:pt x="4035" y="2116586"/>
                  </a:lnTo>
                  <a:lnTo>
                    <a:pt x="4891" y="2079875"/>
                  </a:lnTo>
                  <a:lnTo>
                    <a:pt x="5746" y="1995513"/>
                  </a:lnTo>
                  <a:lnTo>
                    <a:pt x="6602" y="1980305"/>
                  </a:lnTo>
                  <a:lnTo>
                    <a:pt x="7457" y="2009862"/>
                  </a:lnTo>
                  <a:lnTo>
                    <a:pt x="8313" y="1982905"/>
                  </a:lnTo>
                  <a:lnTo>
                    <a:pt x="9169" y="1957537"/>
                  </a:lnTo>
                  <a:lnTo>
                    <a:pt x="10024" y="1931955"/>
                  </a:lnTo>
                  <a:lnTo>
                    <a:pt x="10880" y="1978659"/>
                  </a:lnTo>
                  <a:lnTo>
                    <a:pt x="11735" y="1999756"/>
                  </a:lnTo>
                  <a:lnTo>
                    <a:pt x="12591" y="1987496"/>
                  </a:lnTo>
                  <a:lnTo>
                    <a:pt x="13446" y="2012805"/>
                  </a:lnTo>
                  <a:lnTo>
                    <a:pt x="14302" y="2060592"/>
                  </a:lnTo>
                  <a:lnTo>
                    <a:pt x="15157" y="2083422"/>
                  </a:lnTo>
                  <a:lnTo>
                    <a:pt x="16013" y="2041890"/>
                  </a:lnTo>
                  <a:lnTo>
                    <a:pt x="16868" y="1970469"/>
                  </a:lnTo>
                  <a:lnTo>
                    <a:pt x="17724" y="2035181"/>
                  </a:lnTo>
                  <a:lnTo>
                    <a:pt x="18579" y="2100186"/>
                  </a:lnTo>
                  <a:lnTo>
                    <a:pt x="19435" y="2096129"/>
                  </a:lnTo>
                  <a:lnTo>
                    <a:pt x="20290" y="2044079"/>
                  </a:lnTo>
                  <a:lnTo>
                    <a:pt x="21146" y="2108991"/>
                  </a:lnTo>
                  <a:lnTo>
                    <a:pt x="22001" y="2109727"/>
                  </a:lnTo>
                  <a:lnTo>
                    <a:pt x="22857" y="2203260"/>
                  </a:lnTo>
                  <a:lnTo>
                    <a:pt x="23712" y="2153535"/>
                  </a:lnTo>
                  <a:lnTo>
                    <a:pt x="24568" y="2174718"/>
                  </a:lnTo>
                  <a:lnTo>
                    <a:pt x="25424" y="2245176"/>
                  </a:lnTo>
                  <a:lnTo>
                    <a:pt x="26279" y="2217299"/>
                  </a:lnTo>
                  <a:lnTo>
                    <a:pt x="27135" y="2205857"/>
                  </a:lnTo>
                  <a:lnTo>
                    <a:pt x="27990" y="2168458"/>
                  </a:lnTo>
                  <a:lnTo>
                    <a:pt x="28846" y="2121863"/>
                  </a:lnTo>
                  <a:lnTo>
                    <a:pt x="29701" y="2082000"/>
                  </a:lnTo>
                  <a:lnTo>
                    <a:pt x="30557" y="2064835"/>
                  </a:lnTo>
                  <a:lnTo>
                    <a:pt x="31412" y="2105391"/>
                  </a:lnTo>
                  <a:lnTo>
                    <a:pt x="32268" y="2070798"/>
                  </a:lnTo>
                  <a:lnTo>
                    <a:pt x="33123" y="2032473"/>
                  </a:lnTo>
                  <a:lnTo>
                    <a:pt x="33979" y="2045383"/>
                  </a:lnTo>
                  <a:lnTo>
                    <a:pt x="34834" y="1985109"/>
                  </a:lnTo>
                  <a:lnTo>
                    <a:pt x="35690" y="1941366"/>
                  </a:lnTo>
                  <a:lnTo>
                    <a:pt x="36545" y="1932342"/>
                  </a:lnTo>
                  <a:lnTo>
                    <a:pt x="37401" y="1910084"/>
                  </a:lnTo>
                  <a:lnTo>
                    <a:pt x="38256" y="1870407"/>
                  </a:lnTo>
                  <a:lnTo>
                    <a:pt x="39112" y="1843267"/>
                  </a:lnTo>
                  <a:lnTo>
                    <a:pt x="39967" y="1872009"/>
                  </a:lnTo>
                  <a:lnTo>
                    <a:pt x="40823" y="1788185"/>
                  </a:lnTo>
                  <a:lnTo>
                    <a:pt x="41679" y="1834875"/>
                  </a:lnTo>
                  <a:lnTo>
                    <a:pt x="42534" y="1920198"/>
                  </a:lnTo>
                  <a:lnTo>
                    <a:pt x="43390" y="1902498"/>
                  </a:lnTo>
                  <a:lnTo>
                    <a:pt x="44245" y="1935720"/>
                  </a:lnTo>
                  <a:lnTo>
                    <a:pt x="45101" y="1825479"/>
                  </a:lnTo>
                  <a:lnTo>
                    <a:pt x="45956" y="1871792"/>
                  </a:lnTo>
                  <a:lnTo>
                    <a:pt x="46812" y="1969644"/>
                  </a:lnTo>
                  <a:lnTo>
                    <a:pt x="47667" y="1967315"/>
                  </a:lnTo>
                  <a:lnTo>
                    <a:pt x="48523" y="1896819"/>
                  </a:lnTo>
                  <a:lnTo>
                    <a:pt x="49378" y="1831326"/>
                  </a:lnTo>
                  <a:lnTo>
                    <a:pt x="50234" y="1876379"/>
                  </a:lnTo>
                  <a:lnTo>
                    <a:pt x="51089" y="1926826"/>
                  </a:lnTo>
                  <a:lnTo>
                    <a:pt x="51945" y="1874556"/>
                  </a:lnTo>
                  <a:lnTo>
                    <a:pt x="52800" y="1854786"/>
                  </a:lnTo>
                  <a:lnTo>
                    <a:pt x="53656" y="1798406"/>
                  </a:lnTo>
                  <a:lnTo>
                    <a:pt x="54511" y="1841620"/>
                  </a:lnTo>
                  <a:lnTo>
                    <a:pt x="55367" y="1806536"/>
                  </a:lnTo>
                  <a:lnTo>
                    <a:pt x="56222" y="1850430"/>
                  </a:lnTo>
                  <a:lnTo>
                    <a:pt x="57078" y="1848862"/>
                  </a:lnTo>
                  <a:lnTo>
                    <a:pt x="57934" y="1825734"/>
                  </a:lnTo>
                  <a:lnTo>
                    <a:pt x="58789" y="1866054"/>
                  </a:lnTo>
                  <a:lnTo>
                    <a:pt x="59645" y="1908051"/>
                  </a:lnTo>
                  <a:lnTo>
                    <a:pt x="60500" y="1930826"/>
                  </a:lnTo>
                  <a:lnTo>
                    <a:pt x="61356" y="1914246"/>
                  </a:lnTo>
                  <a:lnTo>
                    <a:pt x="62211" y="1827911"/>
                  </a:lnTo>
                  <a:lnTo>
                    <a:pt x="63067" y="1886328"/>
                  </a:lnTo>
                  <a:lnTo>
                    <a:pt x="63922" y="1982416"/>
                  </a:lnTo>
                  <a:lnTo>
                    <a:pt x="64778" y="2016994"/>
                  </a:lnTo>
                  <a:lnTo>
                    <a:pt x="65633" y="2078256"/>
                  </a:lnTo>
                  <a:lnTo>
                    <a:pt x="66489" y="2099173"/>
                  </a:lnTo>
                  <a:lnTo>
                    <a:pt x="67344" y="2144202"/>
                  </a:lnTo>
                  <a:lnTo>
                    <a:pt x="68200" y="2184510"/>
                  </a:lnTo>
                  <a:lnTo>
                    <a:pt x="69055" y="2204967"/>
                  </a:lnTo>
                  <a:lnTo>
                    <a:pt x="69911" y="2191760"/>
                  </a:lnTo>
                  <a:lnTo>
                    <a:pt x="70766" y="2169721"/>
                  </a:lnTo>
                  <a:lnTo>
                    <a:pt x="71622" y="2171739"/>
                  </a:lnTo>
                  <a:lnTo>
                    <a:pt x="72478" y="2118085"/>
                  </a:lnTo>
                  <a:lnTo>
                    <a:pt x="73333" y="2041735"/>
                  </a:lnTo>
                  <a:lnTo>
                    <a:pt x="74189" y="1988809"/>
                  </a:lnTo>
                  <a:lnTo>
                    <a:pt x="75044" y="1966086"/>
                  </a:lnTo>
                  <a:lnTo>
                    <a:pt x="75900" y="1976577"/>
                  </a:lnTo>
                  <a:lnTo>
                    <a:pt x="76755" y="2025212"/>
                  </a:lnTo>
                  <a:lnTo>
                    <a:pt x="77611" y="2012877"/>
                  </a:lnTo>
                  <a:lnTo>
                    <a:pt x="78466" y="1901947"/>
                  </a:lnTo>
                  <a:lnTo>
                    <a:pt x="79322" y="1907843"/>
                  </a:lnTo>
                  <a:lnTo>
                    <a:pt x="80177" y="1945107"/>
                  </a:lnTo>
                  <a:lnTo>
                    <a:pt x="81033" y="2050899"/>
                  </a:lnTo>
                  <a:lnTo>
                    <a:pt x="81888" y="2085043"/>
                  </a:lnTo>
                  <a:lnTo>
                    <a:pt x="82744" y="2072581"/>
                  </a:lnTo>
                  <a:lnTo>
                    <a:pt x="83599" y="2081116"/>
                  </a:lnTo>
                  <a:lnTo>
                    <a:pt x="84455" y="2101375"/>
                  </a:lnTo>
                  <a:lnTo>
                    <a:pt x="85310" y="2074743"/>
                  </a:lnTo>
                  <a:lnTo>
                    <a:pt x="86166" y="1930623"/>
                  </a:lnTo>
                  <a:lnTo>
                    <a:pt x="87021" y="1907427"/>
                  </a:lnTo>
                  <a:lnTo>
                    <a:pt x="87877" y="1921744"/>
                  </a:lnTo>
                  <a:lnTo>
                    <a:pt x="88733" y="1908218"/>
                  </a:lnTo>
                  <a:lnTo>
                    <a:pt x="89588" y="1918966"/>
                  </a:lnTo>
                  <a:lnTo>
                    <a:pt x="90444" y="1834461"/>
                  </a:lnTo>
                  <a:lnTo>
                    <a:pt x="91299" y="1844846"/>
                  </a:lnTo>
                  <a:lnTo>
                    <a:pt x="92155" y="1910014"/>
                  </a:lnTo>
                  <a:lnTo>
                    <a:pt x="93010" y="1913806"/>
                  </a:lnTo>
                  <a:lnTo>
                    <a:pt x="93866" y="2001261"/>
                  </a:lnTo>
                  <a:lnTo>
                    <a:pt x="94721" y="1966433"/>
                  </a:lnTo>
                  <a:lnTo>
                    <a:pt x="95577" y="2035758"/>
                  </a:lnTo>
                  <a:lnTo>
                    <a:pt x="96432" y="2055380"/>
                  </a:lnTo>
                  <a:lnTo>
                    <a:pt x="97288" y="1948305"/>
                  </a:lnTo>
                  <a:lnTo>
                    <a:pt x="98143" y="2001368"/>
                  </a:lnTo>
                  <a:lnTo>
                    <a:pt x="98999" y="1896383"/>
                  </a:lnTo>
                  <a:lnTo>
                    <a:pt x="99854" y="1966463"/>
                  </a:lnTo>
                  <a:lnTo>
                    <a:pt x="100710" y="2009013"/>
                  </a:lnTo>
                  <a:lnTo>
                    <a:pt x="101565" y="1969141"/>
                  </a:lnTo>
                  <a:lnTo>
                    <a:pt x="102421" y="2010921"/>
                  </a:lnTo>
                  <a:lnTo>
                    <a:pt x="103276" y="2039014"/>
                  </a:lnTo>
                  <a:lnTo>
                    <a:pt x="104132" y="2128258"/>
                  </a:lnTo>
                  <a:lnTo>
                    <a:pt x="104988" y="2122261"/>
                  </a:lnTo>
                  <a:lnTo>
                    <a:pt x="105843" y="2103185"/>
                  </a:lnTo>
                  <a:lnTo>
                    <a:pt x="106699" y="2140539"/>
                  </a:lnTo>
                  <a:lnTo>
                    <a:pt x="107554" y="2108023"/>
                  </a:lnTo>
                  <a:lnTo>
                    <a:pt x="108410" y="2114497"/>
                  </a:lnTo>
                  <a:lnTo>
                    <a:pt x="109265" y="2061248"/>
                  </a:lnTo>
                  <a:lnTo>
                    <a:pt x="110121" y="2107344"/>
                  </a:lnTo>
                  <a:lnTo>
                    <a:pt x="110976" y="2165131"/>
                  </a:lnTo>
                  <a:lnTo>
                    <a:pt x="111832" y="2256522"/>
                  </a:lnTo>
                  <a:lnTo>
                    <a:pt x="112687" y="2209962"/>
                  </a:lnTo>
                  <a:lnTo>
                    <a:pt x="113543" y="2224978"/>
                  </a:lnTo>
                  <a:lnTo>
                    <a:pt x="114398" y="2251875"/>
                  </a:lnTo>
                  <a:lnTo>
                    <a:pt x="115254" y="2261387"/>
                  </a:lnTo>
                  <a:lnTo>
                    <a:pt x="116109" y="2180493"/>
                  </a:lnTo>
                  <a:lnTo>
                    <a:pt x="116965" y="2116997"/>
                  </a:lnTo>
                  <a:lnTo>
                    <a:pt x="117820" y="2187079"/>
                  </a:lnTo>
                  <a:lnTo>
                    <a:pt x="118676" y="2118904"/>
                  </a:lnTo>
                  <a:lnTo>
                    <a:pt x="119532" y="2099959"/>
                  </a:lnTo>
                  <a:lnTo>
                    <a:pt x="120387" y="2045481"/>
                  </a:lnTo>
                  <a:lnTo>
                    <a:pt x="121243" y="1997570"/>
                  </a:lnTo>
                  <a:lnTo>
                    <a:pt x="122098" y="2076079"/>
                  </a:lnTo>
                  <a:lnTo>
                    <a:pt x="122954" y="1989813"/>
                  </a:lnTo>
                  <a:lnTo>
                    <a:pt x="123809" y="1949324"/>
                  </a:lnTo>
                  <a:lnTo>
                    <a:pt x="124665" y="1980771"/>
                  </a:lnTo>
                  <a:lnTo>
                    <a:pt x="125520" y="1997171"/>
                  </a:lnTo>
                  <a:lnTo>
                    <a:pt x="126376" y="2055409"/>
                  </a:lnTo>
                  <a:lnTo>
                    <a:pt x="127231" y="2010552"/>
                  </a:lnTo>
                  <a:lnTo>
                    <a:pt x="128087" y="2071536"/>
                  </a:lnTo>
                  <a:lnTo>
                    <a:pt x="128942" y="2046145"/>
                  </a:lnTo>
                  <a:lnTo>
                    <a:pt x="129798" y="2014543"/>
                  </a:lnTo>
                  <a:lnTo>
                    <a:pt x="130653" y="1955974"/>
                  </a:lnTo>
                  <a:lnTo>
                    <a:pt x="131509" y="1980907"/>
                  </a:lnTo>
                  <a:lnTo>
                    <a:pt x="132364" y="2068732"/>
                  </a:lnTo>
                  <a:lnTo>
                    <a:pt x="133220" y="2057779"/>
                  </a:lnTo>
                  <a:lnTo>
                    <a:pt x="134075" y="2051553"/>
                  </a:lnTo>
                  <a:lnTo>
                    <a:pt x="134931" y="2071137"/>
                  </a:lnTo>
                  <a:lnTo>
                    <a:pt x="135787" y="2082341"/>
                  </a:lnTo>
                  <a:lnTo>
                    <a:pt x="136642" y="2097408"/>
                  </a:lnTo>
                  <a:lnTo>
                    <a:pt x="137498" y="2141273"/>
                  </a:lnTo>
                  <a:lnTo>
                    <a:pt x="138353" y="2111205"/>
                  </a:lnTo>
                  <a:lnTo>
                    <a:pt x="139209" y="2110733"/>
                  </a:lnTo>
                  <a:lnTo>
                    <a:pt x="140064" y="2112568"/>
                  </a:lnTo>
                  <a:lnTo>
                    <a:pt x="140920" y="2081348"/>
                  </a:lnTo>
                  <a:lnTo>
                    <a:pt x="141775" y="2028644"/>
                  </a:lnTo>
                  <a:lnTo>
                    <a:pt x="142631" y="1958249"/>
                  </a:lnTo>
                  <a:lnTo>
                    <a:pt x="143486" y="1957740"/>
                  </a:lnTo>
                  <a:lnTo>
                    <a:pt x="144342" y="2008153"/>
                  </a:lnTo>
                  <a:lnTo>
                    <a:pt x="145197" y="2058647"/>
                  </a:lnTo>
                  <a:lnTo>
                    <a:pt x="146053" y="1959778"/>
                  </a:lnTo>
                  <a:lnTo>
                    <a:pt x="146908" y="1948540"/>
                  </a:lnTo>
                  <a:lnTo>
                    <a:pt x="147764" y="2025380"/>
                  </a:lnTo>
                  <a:lnTo>
                    <a:pt x="148619" y="2024939"/>
                  </a:lnTo>
                  <a:lnTo>
                    <a:pt x="149475" y="2110855"/>
                  </a:lnTo>
                  <a:lnTo>
                    <a:pt x="150330" y="1984687"/>
                  </a:lnTo>
                  <a:lnTo>
                    <a:pt x="151186" y="2044732"/>
                  </a:lnTo>
                  <a:lnTo>
                    <a:pt x="152042" y="2058717"/>
                  </a:lnTo>
                  <a:lnTo>
                    <a:pt x="152897" y="2129322"/>
                  </a:lnTo>
                  <a:lnTo>
                    <a:pt x="153753" y="2119749"/>
                  </a:lnTo>
                  <a:lnTo>
                    <a:pt x="154608" y="2034430"/>
                  </a:lnTo>
                  <a:lnTo>
                    <a:pt x="155464" y="2123597"/>
                  </a:lnTo>
                  <a:lnTo>
                    <a:pt x="156319" y="2078385"/>
                  </a:lnTo>
                  <a:lnTo>
                    <a:pt x="157175" y="2055337"/>
                  </a:lnTo>
                  <a:lnTo>
                    <a:pt x="158030" y="2073344"/>
                  </a:lnTo>
                  <a:lnTo>
                    <a:pt x="158886" y="2100318"/>
                  </a:lnTo>
                  <a:lnTo>
                    <a:pt x="159741" y="2172600"/>
                  </a:lnTo>
                  <a:lnTo>
                    <a:pt x="160597" y="2183459"/>
                  </a:lnTo>
                  <a:lnTo>
                    <a:pt x="161452" y="2152446"/>
                  </a:lnTo>
                  <a:lnTo>
                    <a:pt x="162308" y="2220222"/>
                  </a:lnTo>
                  <a:lnTo>
                    <a:pt x="163163" y="2181769"/>
                  </a:lnTo>
                  <a:lnTo>
                    <a:pt x="164019" y="2177042"/>
                  </a:lnTo>
                  <a:lnTo>
                    <a:pt x="164874" y="2179889"/>
                  </a:lnTo>
                  <a:lnTo>
                    <a:pt x="165730" y="2157556"/>
                  </a:lnTo>
                  <a:lnTo>
                    <a:pt x="166586" y="2214051"/>
                  </a:lnTo>
                  <a:lnTo>
                    <a:pt x="167441" y="2195590"/>
                  </a:lnTo>
                  <a:lnTo>
                    <a:pt x="168297" y="2149881"/>
                  </a:lnTo>
                  <a:lnTo>
                    <a:pt x="169152" y="2095190"/>
                  </a:lnTo>
                  <a:lnTo>
                    <a:pt x="170008" y="2009647"/>
                  </a:lnTo>
                  <a:lnTo>
                    <a:pt x="170863" y="1970273"/>
                  </a:lnTo>
                  <a:lnTo>
                    <a:pt x="171719" y="1910458"/>
                  </a:lnTo>
                  <a:lnTo>
                    <a:pt x="172574" y="1840576"/>
                  </a:lnTo>
                  <a:lnTo>
                    <a:pt x="173430" y="1808059"/>
                  </a:lnTo>
                  <a:lnTo>
                    <a:pt x="174285" y="1788869"/>
                  </a:lnTo>
                  <a:lnTo>
                    <a:pt x="175141" y="1815217"/>
                  </a:lnTo>
                  <a:lnTo>
                    <a:pt x="175996" y="1849924"/>
                  </a:lnTo>
                  <a:lnTo>
                    <a:pt x="176852" y="1859251"/>
                  </a:lnTo>
                  <a:lnTo>
                    <a:pt x="177707" y="1910517"/>
                  </a:lnTo>
                  <a:lnTo>
                    <a:pt x="178563" y="1957566"/>
                  </a:lnTo>
                  <a:lnTo>
                    <a:pt x="179418" y="1999853"/>
                  </a:lnTo>
                  <a:lnTo>
                    <a:pt x="180274" y="2083140"/>
                  </a:lnTo>
                  <a:lnTo>
                    <a:pt x="181129" y="2117178"/>
                  </a:lnTo>
                  <a:lnTo>
                    <a:pt x="181985" y="2170398"/>
                  </a:lnTo>
                  <a:lnTo>
                    <a:pt x="182841" y="2206643"/>
                  </a:lnTo>
                  <a:lnTo>
                    <a:pt x="183696" y="2184378"/>
                  </a:lnTo>
                  <a:lnTo>
                    <a:pt x="184552" y="2230137"/>
                  </a:lnTo>
                  <a:lnTo>
                    <a:pt x="185407" y="2222597"/>
                  </a:lnTo>
                  <a:lnTo>
                    <a:pt x="186263" y="2173396"/>
                  </a:lnTo>
                  <a:lnTo>
                    <a:pt x="187118" y="2145544"/>
                  </a:lnTo>
                  <a:lnTo>
                    <a:pt x="187974" y="2127174"/>
                  </a:lnTo>
                  <a:lnTo>
                    <a:pt x="188829" y="2111123"/>
                  </a:lnTo>
                  <a:lnTo>
                    <a:pt x="189685" y="2132452"/>
                  </a:lnTo>
                  <a:lnTo>
                    <a:pt x="190540" y="2111640"/>
                  </a:lnTo>
                  <a:lnTo>
                    <a:pt x="191396" y="2121590"/>
                  </a:lnTo>
                  <a:lnTo>
                    <a:pt x="192251" y="2108381"/>
                  </a:lnTo>
                  <a:lnTo>
                    <a:pt x="193107" y="2054247"/>
                  </a:lnTo>
                  <a:lnTo>
                    <a:pt x="193962" y="1938548"/>
                  </a:lnTo>
                  <a:lnTo>
                    <a:pt x="194818" y="1831434"/>
                  </a:lnTo>
                  <a:lnTo>
                    <a:pt x="195673" y="1823581"/>
                  </a:lnTo>
                  <a:lnTo>
                    <a:pt x="196529" y="1925056"/>
                  </a:lnTo>
                  <a:lnTo>
                    <a:pt x="197384" y="1884023"/>
                  </a:lnTo>
                  <a:lnTo>
                    <a:pt x="198240" y="1994072"/>
                  </a:lnTo>
                  <a:lnTo>
                    <a:pt x="199096" y="2055083"/>
                  </a:lnTo>
                  <a:lnTo>
                    <a:pt x="199951" y="2075701"/>
                  </a:lnTo>
                  <a:lnTo>
                    <a:pt x="200807" y="2097855"/>
                  </a:lnTo>
                  <a:lnTo>
                    <a:pt x="201662" y="2032563"/>
                  </a:lnTo>
                  <a:lnTo>
                    <a:pt x="202518" y="2021282"/>
                  </a:lnTo>
                  <a:lnTo>
                    <a:pt x="203373" y="2028531"/>
                  </a:lnTo>
                  <a:lnTo>
                    <a:pt x="204229" y="2114572"/>
                  </a:lnTo>
                  <a:lnTo>
                    <a:pt x="205084" y="2151502"/>
                  </a:lnTo>
                  <a:lnTo>
                    <a:pt x="205940" y="2135561"/>
                  </a:lnTo>
                  <a:lnTo>
                    <a:pt x="206795" y="2151247"/>
                  </a:lnTo>
                  <a:lnTo>
                    <a:pt x="207651" y="2157116"/>
                  </a:lnTo>
                  <a:lnTo>
                    <a:pt x="208506" y="2191876"/>
                  </a:lnTo>
                  <a:lnTo>
                    <a:pt x="209362" y="2179605"/>
                  </a:lnTo>
                  <a:lnTo>
                    <a:pt x="210217" y="2160532"/>
                  </a:lnTo>
                  <a:lnTo>
                    <a:pt x="211073" y="2130284"/>
                  </a:lnTo>
                  <a:lnTo>
                    <a:pt x="211928" y="2123951"/>
                  </a:lnTo>
                  <a:lnTo>
                    <a:pt x="212784" y="2124010"/>
                  </a:lnTo>
                  <a:lnTo>
                    <a:pt x="213640" y="2112353"/>
                  </a:lnTo>
                  <a:lnTo>
                    <a:pt x="214495" y="2115408"/>
                  </a:lnTo>
                  <a:lnTo>
                    <a:pt x="215351" y="2086638"/>
                  </a:lnTo>
                  <a:lnTo>
                    <a:pt x="216206" y="2097653"/>
                  </a:lnTo>
                  <a:lnTo>
                    <a:pt x="217062" y="2066841"/>
                  </a:lnTo>
                  <a:lnTo>
                    <a:pt x="217917" y="2047517"/>
                  </a:lnTo>
                  <a:lnTo>
                    <a:pt x="218773" y="1968087"/>
                  </a:lnTo>
                  <a:lnTo>
                    <a:pt x="219628" y="1893736"/>
                  </a:lnTo>
                  <a:lnTo>
                    <a:pt x="220484" y="1852434"/>
                  </a:lnTo>
                  <a:lnTo>
                    <a:pt x="221339" y="1845279"/>
                  </a:lnTo>
                  <a:lnTo>
                    <a:pt x="222195" y="1898953"/>
                  </a:lnTo>
                  <a:lnTo>
                    <a:pt x="223050" y="1908925"/>
                  </a:lnTo>
                  <a:lnTo>
                    <a:pt x="223906" y="1933594"/>
                  </a:lnTo>
                  <a:lnTo>
                    <a:pt x="224761" y="1933901"/>
                  </a:lnTo>
                  <a:lnTo>
                    <a:pt x="225617" y="1922261"/>
                  </a:lnTo>
                  <a:lnTo>
                    <a:pt x="226472" y="1906722"/>
                  </a:lnTo>
                  <a:lnTo>
                    <a:pt x="227328" y="1921682"/>
                  </a:lnTo>
                  <a:lnTo>
                    <a:pt x="228183" y="1884692"/>
                  </a:lnTo>
                  <a:lnTo>
                    <a:pt x="229039" y="1859349"/>
                  </a:lnTo>
                  <a:lnTo>
                    <a:pt x="229895" y="1790469"/>
                  </a:lnTo>
                  <a:lnTo>
                    <a:pt x="230750" y="1765300"/>
                  </a:lnTo>
                  <a:lnTo>
                    <a:pt x="231606" y="1748857"/>
                  </a:lnTo>
                  <a:lnTo>
                    <a:pt x="232461" y="1759554"/>
                  </a:lnTo>
                  <a:lnTo>
                    <a:pt x="233317" y="1785094"/>
                  </a:lnTo>
                  <a:lnTo>
                    <a:pt x="234172" y="1788104"/>
                  </a:lnTo>
                  <a:lnTo>
                    <a:pt x="235028" y="1812713"/>
                  </a:lnTo>
                  <a:lnTo>
                    <a:pt x="235883" y="1771361"/>
                  </a:lnTo>
                  <a:lnTo>
                    <a:pt x="236739" y="1850795"/>
                  </a:lnTo>
                  <a:lnTo>
                    <a:pt x="237594" y="1883685"/>
                  </a:lnTo>
                  <a:lnTo>
                    <a:pt x="238450" y="1822131"/>
                  </a:lnTo>
                  <a:lnTo>
                    <a:pt x="239305" y="1942106"/>
                  </a:lnTo>
                  <a:lnTo>
                    <a:pt x="240161" y="1984233"/>
                  </a:lnTo>
                  <a:lnTo>
                    <a:pt x="241016" y="2057527"/>
                  </a:lnTo>
                  <a:lnTo>
                    <a:pt x="241872" y="2027742"/>
                  </a:lnTo>
                  <a:lnTo>
                    <a:pt x="242727" y="1939336"/>
                  </a:lnTo>
                  <a:lnTo>
                    <a:pt x="243583" y="2000547"/>
                  </a:lnTo>
                  <a:lnTo>
                    <a:pt x="244438" y="1975771"/>
                  </a:lnTo>
                  <a:lnTo>
                    <a:pt x="245294" y="2048118"/>
                  </a:lnTo>
                  <a:lnTo>
                    <a:pt x="246150" y="2022948"/>
                  </a:lnTo>
                  <a:lnTo>
                    <a:pt x="247005" y="2021955"/>
                  </a:lnTo>
                  <a:lnTo>
                    <a:pt x="247861" y="2045870"/>
                  </a:lnTo>
                  <a:lnTo>
                    <a:pt x="248716" y="2012058"/>
                  </a:lnTo>
                  <a:lnTo>
                    <a:pt x="249572" y="2033918"/>
                  </a:lnTo>
                  <a:lnTo>
                    <a:pt x="250427" y="2074283"/>
                  </a:lnTo>
                  <a:lnTo>
                    <a:pt x="251283" y="2071067"/>
                  </a:lnTo>
                  <a:lnTo>
                    <a:pt x="252138" y="2040583"/>
                  </a:lnTo>
                  <a:lnTo>
                    <a:pt x="252994" y="2008429"/>
                  </a:lnTo>
                  <a:lnTo>
                    <a:pt x="253849" y="2065496"/>
                  </a:lnTo>
                  <a:lnTo>
                    <a:pt x="254705" y="2032110"/>
                  </a:lnTo>
                  <a:lnTo>
                    <a:pt x="255560" y="2004194"/>
                  </a:lnTo>
                  <a:lnTo>
                    <a:pt x="256416" y="1885175"/>
                  </a:lnTo>
                  <a:lnTo>
                    <a:pt x="257271" y="1788150"/>
                  </a:lnTo>
                  <a:lnTo>
                    <a:pt x="258127" y="1864615"/>
                  </a:lnTo>
                  <a:lnTo>
                    <a:pt x="258982" y="1801958"/>
                  </a:lnTo>
                  <a:lnTo>
                    <a:pt x="259838" y="1850718"/>
                  </a:lnTo>
                  <a:lnTo>
                    <a:pt x="260693" y="1898656"/>
                  </a:lnTo>
                  <a:lnTo>
                    <a:pt x="261549" y="1903589"/>
                  </a:lnTo>
                  <a:lnTo>
                    <a:pt x="262405" y="1904297"/>
                  </a:lnTo>
                  <a:lnTo>
                    <a:pt x="263260" y="1833234"/>
                  </a:lnTo>
                  <a:lnTo>
                    <a:pt x="264116" y="1785908"/>
                  </a:lnTo>
                  <a:lnTo>
                    <a:pt x="264971" y="1684371"/>
                  </a:lnTo>
                  <a:lnTo>
                    <a:pt x="265827" y="1672862"/>
                  </a:lnTo>
                  <a:lnTo>
                    <a:pt x="266682" y="1672821"/>
                  </a:lnTo>
                  <a:lnTo>
                    <a:pt x="267538" y="1782535"/>
                  </a:lnTo>
                  <a:lnTo>
                    <a:pt x="268393" y="1787286"/>
                  </a:lnTo>
                  <a:lnTo>
                    <a:pt x="269249" y="1765248"/>
                  </a:lnTo>
                  <a:lnTo>
                    <a:pt x="270104" y="1625647"/>
                  </a:lnTo>
                  <a:lnTo>
                    <a:pt x="270960" y="1667099"/>
                  </a:lnTo>
                  <a:lnTo>
                    <a:pt x="271815" y="1484095"/>
                  </a:lnTo>
                  <a:lnTo>
                    <a:pt x="272671" y="1548984"/>
                  </a:lnTo>
                  <a:lnTo>
                    <a:pt x="273526" y="1474915"/>
                  </a:lnTo>
                  <a:lnTo>
                    <a:pt x="274382" y="1456327"/>
                  </a:lnTo>
                  <a:lnTo>
                    <a:pt x="275237" y="1435226"/>
                  </a:lnTo>
                  <a:lnTo>
                    <a:pt x="276093" y="1482832"/>
                  </a:lnTo>
                  <a:lnTo>
                    <a:pt x="276949" y="1443600"/>
                  </a:lnTo>
                  <a:lnTo>
                    <a:pt x="277804" y="1410681"/>
                  </a:lnTo>
                  <a:lnTo>
                    <a:pt x="278660" y="1454335"/>
                  </a:lnTo>
                  <a:lnTo>
                    <a:pt x="279515" y="1515454"/>
                  </a:lnTo>
                  <a:lnTo>
                    <a:pt x="280371" y="1487370"/>
                  </a:lnTo>
                  <a:lnTo>
                    <a:pt x="281226" y="1477331"/>
                  </a:lnTo>
                  <a:lnTo>
                    <a:pt x="282082" y="1489036"/>
                  </a:lnTo>
                  <a:lnTo>
                    <a:pt x="282937" y="1528922"/>
                  </a:lnTo>
                  <a:lnTo>
                    <a:pt x="283793" y="1591758"/>
                  </a:lnTo>
                  <a:lnTo>
                    <a:pt x="284648" y="1463085"/>
                  </a:lnTo>
                  <a:lnTo>
                    <a:pt x="285504" y="1490564"/>
                  </a:lnTo>
                  <a:lnTo>
                    <a:pt x="286359" y="1503929"/>
                  </a:lnTo>
                  <a:lnTo>
                    <a:pt x="287215" y="1515812"/>
                  </a:lnTo>
                  <a:lnTo>
                    <a:pt x="288070" y="1532363"/>
                  </a:lnTo>
                  <a:lnTo>
                    <a:pt x="288926" y="1519737"/>
                  </a:lnTo>
                  <a:lnTo>
                    <a:pt x="289781" y="1678548"/>
                  </a:lnTo>
                  <a:lnTo>
                    <a:pt x="290637" y="1646781"/>
                  </a:lnTo>
                  <a:lnTo>
                    <a:pt x="291492" y="1673242"/>
                  </a:lnTo>
                  <a:lnTo>
                    <a:pt x="292348" y="1767030"/>
                  </a:lnTo>
                  <a:lnTo>
                    <a:pt x="293204" y="1693836"/>
                  </a:lnTo>
                  <a:lnTo>
                    <a:pt x="294059" y="1785928"/>
                  </a:lnTo>
                  <a:lnTo>
                    <a:pt x="294915" y="1814075"/>
                  </a:lnTo>
                  <a:lnTo>
                    <a:pt x="295770" y="1817758"/>
                  </a:lnTo>
                  <a:lnTo>
                    <a:pt x="296626" y="1790944"/>
                  </a:lnTo>
                  <a:lnTo>
                    <a:pt x="297481" y="1768376"/>
                  </a:lnTo>
                  <a:lnTo>
                    <a:pt x="298337" y="1907815"/>
                  </a:lnTo>
                  <a:lnTo>
                    <a:pt x="299192" y="1844623"/>
                  </a:lnTo>
                  <a:lnTo>
                    <a:pt x="300048" y="1740162"/>
                  </a:lnTo>
                  <a:lnTo>
                    <a:pt x="300903" y="1763756"/>
                  </a:lnTo>
                  <a:lnTo>
                    <a:pt x="301759" y="1688012"/>
                  </a:lnTo>
                  <a:lnTo>
                    <a:pt x="302614" y="1757236"/>
                  </a:lnTo>
                  <a:lnTo>
                    <a:pt x="303470" y="1744697"/>
                  </a:lnTo>
                  <a:lnTo>
                    <a:pt x="304325" y="1736072"/>
                  </a:lnTo>
                  <a:lnTo>
                    <a:pt x="305181" y="1742835"/>
                  </a:lnTo>
                  <a:lnTo>
                    <a:pt x="306036" y="1754472"/>
                  </a:lnTo>
                  <a:lnTo>
                    <a:pt x="306892" y="1826505"/>
                  </a:lnTo>
                  <a:lnTo>
                    <a:pt x="307747" y="1911955"/>
                  </a:lnTo>
                  <a:lnTo>
                    <a:pt x="308603" y="1927677"/>
                  </a:lnTo>
                  <a:lnTo>
                    <a:pt x="309459" y="1977416"/>
                  </a:lnTo>
                  <a:lnTo>
                    <a:pt x="310314" y="1994582"/>
                  </a:lnTo>
                  <a:lnTo>
                    <a:pt x="311170" y="1972750"/>
                  </a:lnTo>
                  <a:lnTo>
                    <a:pt x="312025" y="1949034"/>
                  </a:lnTo>
                  <a:lnTo>
                    <a:pt x="312881" y="2025447"/>
                  </a:lnTo>
                  <a:lnTo>
                    <a:pt x="313736" y="2073478"/>
                  </a:lnTo>
                  <a:lnTo>
                    <a:pt x="314592" y="2126054"/>
                  </a:lnTo>
                  <a:lnTo>
                    <a:pt x="315447" y="2083941"/>
                  </a:lnTo>
                  <a:lnTo>
                    <a:pt x="316303" y="2103766"/>
                  </a:lnTo>
                  <a:lnTo>
                    <a:pt x="317158" y="2048767"/>
                  </a:lnTo>
                  <a:lnTo>
                    <a:pt x="318014" y="2004842"/>
                  </a:lnTo>
                  <a:lnTo>
                    <a:pt x="318869" y="1992385"/>
                  </a:lnTo>
                  <a:lnTo>
                    <a:pt x="319725" y="1978373"/>
                  </a:lnTo>
                  <a:lnTo>
                    <a:pt x="320580" y="1896185"/>
                  </a:lnTo>
                  <a:lnTo>
                    <a:pt x="321436" y="1793701"/>
                  </a:lnTo>
                  <a:lnTo>
                    <a:pt x="322291" y="1751201"/>
                  </a:lnTo>
                  <a:lnTo>
                    <a:pt x="323147" y="1677455"/>
                  </a:lnTo>
                  <a:lnTo>
                    <a:pt x="324003" y="1778564"/>
                  </a:lnTo>
                  <a:lnTo>
                    <a:pt x="324858" y="1734797"/>
                  </a:lnTo>
                  <a:lnTo>
                    <a:pt x="325714" y="1688727"/>
                  </a:lnTo>
                  <a:lnTo>
                    <a:pt x="326569" y="1779121"/>
                  </a:lnTo>
                  <a:lnTo>
                    <a:pt x="327425" y="1657321"/>
                  </a:lnTo>
                  <a:lnTo>
                    <a:pt x="328280" y="1740844"/>
                  </a:lnTo>
                  <a:lnTo>
                    <a:pt x="329136" y="1806379"/>
                  </a:lnTo>
                  <a:lnTo>
                    <a:pt x="329991" y="1866376"/>
                  </a:lnTo>
                  <a:lnTo>
                    <a:pt x="330847" y="1950580"/>
                  </a:lnTo>
                  <a:lnTo>
                    <a:pt x="331702" y="1973295"/>
                  </a:lnTo>
                  <a:lnTo>
                    <a:pt x="332558" y="1980622"/>
                  </a:lnTo>
                  <a:lnTo>
                    <a:pt x="333413" y="2003375"/>
                  </a:lnTo>
                  <a:lnTo>
                    <a:pt x="334269" y="1897484"/>
                  </a:lnTo>
                  <a:lnTo>
                    <a:pt x="335124" y="1943138"/>
                  </a:lnTo>
                  <a:lnTo>
                    <a:pt x="335980" y="1893502"/>
                  </a:lnTo>
                  <a:lnTo>
                    <a:pt x="336835" y="1962454"/>
                  </a:lnTo>
                  <a:lnTo>
                    <a:pt x="337691" y="1992946"/>
                  </a:lnTo>
                  <a:lnTo>
                    <a:pt x="338546" y="1926997"/>
                  </a:lnTo>
                  <a:lnTo>
                    <a:pt x="339402" y="1936404"/>
                  </a:lnTo>
                  <a:lnTo>
                    <a:pt x="340258" y="1854424"/>
                  </a:lnTo>
                  <a:lnTo>
                    <a:pt x="341113" y="1892841"/>
                  </a:lnTo>
                  <a:lnTo>
                    <a:pt x="341969" y="1871453"/>
                  </a:lnTo>
                  <a:lnTo>
                    <a:pt x="342824" y="1789581"/>
                  </a:lnTo>
                  <a:lnTo>
                    <a:pt x="343680" y="1781633"/>
                  </a:lnTo>
                  <a:lnTo>
                    <a:pt x="344535" y="1779500"/>
                  </a:lnTo>
                  <a:lnTo>
                    <a:pt x="345391" y="1796705"/>
                  </a:lnTo>
                  <a:lnTo>
                    <a:pt x="346246" y="1798935"/>
                  </a:lnTo>
                  <a:lnTo>
                    <a:pt x="347102" y="1834390"/>
                  </a:lnTo>
                  <a:lnTo>
                    <a:pt x="347957" y="1880240"/>
                  </a:lnTo>
                  <a:lnTo>
                    <a:pt x="348813" y="1952947"/>
                  </a:lnTo>
                  <a:lnTo>
                    <a:pt x="349668" y="1998179"/>
                  </a:lnTo>
                  <a:lnTo>
                    <a:pt x="350524" y="1935886"/>
                  </a:lnTo>
                  <a:lnTo>
                    <a:pt x="351379" y="1871626"/>
                  </a:lnTo>
                  <a:lnTo>
                    <a:pt x="352235" y="1823628"/>
                  </a:lnTo>
                  <a:lnTo>
                    <a:pt x="353090" y="1738586"/>
                  </a:lnTo>
                  <a:lnTo>
                    <a:pt x="353946" y="1742405"/>
                  </a:lnTo>
                  <a:lnTo>
                    <a:pt x="354801" y="1678726"/>
                  </a:lnTo>
                  <a:lnTo>
                    <a:pt x="355657" y="1630200"/>
                  </a:lnTo>
                  <a:lnTo>
                    <a:pt x="356513" y="1663118"/>
                  </a:lnTo>
                  <a:lnTo>
                    <a:pt x="357368" y="1634991"/>
                  </a:lnTo>
                  <a:lnTo>
                    <a:pt x="358224" y="1657966"/>
                  </a:lnTo>
                  <a:lnTo>
                    <a:pt x="359079" y="1632698"/>
                  </a:lnTo>
                  <a:lnTo>
                    <a:pt x="359935" y="1588545"/>
                  </a:lnTo>
                  <a:lnTo>
                    <a:pt x="360790" y="1659702"/>
                  </a:lnTo>
                  <a:lnTo>
                    <a:pt x="361646" y="1608641"/>
                  </a:lnTo>
                  <a:lnTo>
                    <a:pt x="362501" y="1609637"/>
                  </a:lnTo>
                  <a:lnTo>
                    <a:pt x="363357" y="1544249"/>
                  </a:lnTo>
                  <a:lnTo>
                    <a:pt x="364212" y="1556956"/>
                  </a:lnTo>
                  <a:lnTo>
                    <a:pt x="365068" y="1543496"/>
                  </a:lnTo>
                  <a:lnTo>
                    <a:pt x="365923" y="1530305"/>
                  </a:lnTo>
                  <a:lnTo>
                    <a:pt x="366779" y="1537488"/>
                  </a:lnTo>
                  <a:lnTo>
                    <a:pt x="367634" y="1544080"/>
                  </a:lnTo>
                  <a:lnTo>
                    <a:pt x="368490" y="1429871"/>
                  </a:lnTo>
                  <a:lnTo>
                    <a:pt x="369345" y="1552085"/>
                  </a:lnTo>
                  <a:lnTo>
                    <a:pt x="370201" y="1569123"/>
                  </a:lnTo>
                  <a:lnTo>
                    <a:pt x="371057" y="1701492"/>
                  </a:lnTo>
                  <a:lnTo>
                    <a:pt x="371912" y="1821864"/>
                  </a:lnTo>
                  <a:lnTo>
                    <a:pt x="372768" y="1957139"/>
                  </a:lnTo>
                  <a:lnTo>
                    <a:pt x="373623" y="1839601"/>
                  </a:lnTo>
                  <a:lnTo>
                    <a:pt x="374479" y="1722670"/>
                  </a:lnTo>
                  <a:lnTo>
                    <a:pt x="375334" y="1740496"/>
                  </a:lnTo>
                  <a:lnTo>
                    <a:pt x="376190" y="1728707"/>
                  </a:lnTo>
                  <a:lnTo>
                    <a:pt x="377045" y="1832484"/>
                  </a:lnTo>
                  <a:lnTo>
                    <a:pt x="377901" y="1743938"/>
                  </a:lnTo>
                  <a:lnTo>
                    <a:pt x="378756" y="1762724"/>
                  </a:lnTo>
                  <a:lnTo>
                    <a:pt x="379612" y="1701558"/>
                  </a:lnTo>
                  <a:lnTo>
                    <a:pt x="380467" y="1652384"/>
                  </a:lnTo>
                  <a:lnTo>
                    <a:pt x="381323" y="1670570"/>
                  </a:lnTo>
                  <a:lnTo>
                    <a:pt x="382178" y="1501324"/>
                  </a:lnTo>
                  <a:lnTo>
                    <a:pt x="383034" y="1522325"/>
                  </a:lnTo>
                  <a:lnTo>
                    <a:pt x="383889" y="1511274"/>
                  </a:lnTo>
                  <a:lnTo>
                    <a:pt x="384745" y="1445961"/>
                  </a:lnTo>
                  <a:lnTo>
                    <a:pt x="385600" y="1438835"/>
                  </a:lnTo>
                  <a:lnTo>
                    <a:pt x="386456" y="1396206"/>
                  </a:lnTo>
                  <a:lnTo>
                    <a:pt x="387312" y="1610081"/>
                  </a:lnTo>
                  <a:lnTo>
                    <a:pt x="388167" y="1623962"/>
                  </a:lnTo>
                  <a:lnTo>
                    <a:pt x="389023" y="1617006"/>
                  </a:lnTo>
                  <a:lnTo>
                    <a:pt x="389878" y="1558621"/>
                  </a:lnTo>
                  <a:lnTo>
                    <a:pt x="390734" y="1590674"/>
                  </a:lnTo>
                  <a:lnTo>
                    <a:pt x="391589" y="1591230"/>
                  </a:lnTo>
                  <a:lnTo>
                    <a:pt x="392445" y="1567603"/>
                  </a:lnTo>
                  <a:lnTo>
                    <a:pt x="393300" y="1573022"/>
                  </a:lnTo>
                  <a:lnTo>
                    <a:pt x="394156" y="1567577"/>
                  </a:lnTo>
                  <a:lnTo>
                    <a:pt x="395011" y="1588911"/>
                  </a:lnTo>
                  <a:lnTo>
                    <a:pt x="395867" y="1609391"/>
                  </a:lnTo>
                  <a:lnTo>
                    <a:pt x="396722" y="1542460"/>
                  </a:lnTo>
                  <a:lnTo>
                    <a:pt x="397578" y="1586144"/>
                  </a:lnTo>
                  <a:lnTo>
                    <a:pt x="398433" y="1698551"/>
                  </a:lnTo>
                  <a:lnTo>
                    <a:pt x="399289" y="1762985"/>
                  </a:lnTo>
                  <a:lnTo>
                    <a:pt x="400144" y="1766597"/>
                  </a:lnTo>
                  <a:lnTo>
                    <a:pt x="401000" y="1788871"/>
                  </a:lnTo>
                  <a:lnTo>
                    <a:pt x="401855" y="1679556"/>
                  </a:lnTo>
                  <a:lnTo>
                    <a:pt x="402711" y="1653184"/>
                  </a:lnTo>
                  <a:lnTo>
                    <a:pt x="403567" y="1567868"/>
                  </a:lnTo>
                  <a:lnTo>
                    <a:pt x="404422" y="1516755"/>
                  </a:lnTo>
                  <a:lnTo>
                    <a:pt x="405278" y="1591586"/>
                  </a:lnTo>
                  <a:lnTo>
                    <a:pt x="406133" y="1518115"/>
                  </a:lnTo>
                  <a:lnTo>
                    <a:pt x="406989" y="1514538"/>
                  </a:lnTo>
                  <a:lnTo>
                    <a:pt x="407844" y="1582704"/>
                  </a:lnTo>
                  <a:lnTo>
                    <a:pt x="408700" y="1705038"/>
                  </a:lnTo>
                  <a:lnTo>
                    <a:pt x="409555" y="1683062"/>
                  </a:lnTo>
                  <a:lnTo>
                    <a:pt x="410411" y="1749493"/>
                  </a:lnTo>
                  <a:lnTo>
                    <a:pt x="411266" y="1639811"/>
                  </a:lnTo>
                  <a:lnTo>
                    <a:pt x="412122" y="1686418"/>
                  </a:lnTo>
                  <a:lnTo>
                    <a:pt x="412977" y="1696573"/>
                  </a:lnTo>
                  <a:lnTo>
                    <a:pt x="413833" y="1732321"/>
                  </a:lnTo>
                  <a:lnTo>
                    <a:pt x="414688" y="1632683"/>
                  </a:lnTo>
                  <a:lnTo>
                    <a:pt x="415544" y="1487446"/>
                  </a:lnTo>
                  <a:lnTo>
                    <a:pt x="416399" y="1468238"/>
                  </a:lnTo>
                  <a:lnTo>
                    <a:pt x="417255" y="1533072"/>
                  </a:lnTo>
                  <a:lnTo>
                    <a:pt x="418111" y="1599505"/>
                  </a:lnTo>
                  <a:lnTo>
                    <a:pt x="418966" y="1469082"/>
                  </a:lnTo>
                  <a:lnTo>
                    <a:pt x="419822" y="1351403"/>
                  </a:lnTo>
                  <a:lnTo>
                    <a:pt x="420677" y="1286938"/>
                  </a:lnTo>
                  <a:lnTo>
                    <a:pt x="421533" y="1260809"/>
                  </a:lnTo>
                  <a:lnTo>
                    <a:pt x="422388" y="1223595"/>
                  </a:lnTo>
                  <a:lnTo>
                    <a:pt x="423244" y="1134672"/>
                  </a:lnTo>
                  <a:lnTo>
                    <a:pt x="424099" y="1202128"/>
                  </a:lnTo>
                  <a:lnTo>
                    <a:pt x="424955" y="1113710"/>
                  </a:lnTo>
                  <a:lnTo>
                    <a:pt x="425810" y="1080107"/>
                  </a:lnTo>
                  <a:lnTo>
                    <a:pt x="426666" y="1149312"/>
                  </a:lnTo>
                  <a:lnTo>
                    <a:pt x="427521" y="1108279"/>
                  </a:lnTo>
                  <a:lnTo>
                    <a:pt x="428377" y="1223041"/>
                  </a:lnTo>
                  <a:lnTo>
                    <a:pt x="429232" y="1332465"/>
                  </a:lnTo>
                  <a:lnTo>
                    <a:pt x="430088" y="1429766"/>
                  </a:lnTo>
                  <a:lnTo>
                    <a:pt x="430943" y="1519233"/>
                  </a:lnTo>
                  <a:lnTo>
                    <a:pt x="431799" y="1631668"/>
                  </a:lnTo>
                  <a:lnTo>
                    <a:pt x="432654" y="1685029"/>
                  </a:lnTo>
                  <a:lnTo>
                    <a:pt x="433510" y="1502145"/>
                  </a:lnTo>
                  <a:lnTo>
                    <a:pt x="434366" y="1419990"/>
                  </a:lnTo>
                  <a:lnTo>
                    <a:pt x="435221" y="1251085"/>
                  </a:lnTo>
                  <a:lnTo>
                    <a:pt x="436077" y="1143082"/>
                  </a:lnTo>
                  <a:lnTo>
                    <a:pt x="436932" y="967644"/>
                  </a:lnTo>
                  <a:lnTo>
                    <a:pt x="437788" y="970994"/>
                  </a:lnTo>
                  <a:lnTo>
                    <a:pt x="438643" y="1196699"/>
                  </a:lnTo>
                  <a:lnTo>
                    <a:pt x="439499" y="1159506"/>
                  </a:lnTo>
                  <a:lnTo>
                    <a:pt x="440354" y="1058857"/>
                  </a:lnTo>
                  <a:lnTo>
                    <a:pt x="441210" y="737234"/>
                  </a:lnTo>
                  <a:lnTo>
                    <a:pt x="442065" y="519566"/>
                  </a:lnTo>
                  <a:lnTo>
                    <a:pt x="442921" y="474391"/>
                  </a:lnTo>
                  <a:lnTo>
                    <a:pt x="443776" y="381743"/>
                  </a:lnTo>
                  <a:lnTo>
                    <a:pt x="444632" y="315769"/>
                  </a:lnTo>
                  <a:lnTo>
                    <a:pt x="445487" y="429612"/>
                  </a:lnTo>
                  <a:lnTo>
                    <a:pt x="446343" y="313280"/>
                  </a:lnTo>
                  <a:lnTo>
                    <a:pt x="447198" y="384060"/>
                  </a:lnTo>
                  <a:lnTo>
                    <a:pt x="448054" y="348012"/>
                  </a:lnTo>
                  <a:lnTo>
                    <a:pt x="448909" y="502478"/>
                  </a:lnTo>
                  <a:lnTo>
                    <a:pt x="449765" y="427482"/>
                  </a:lnTo>
                  <a:lnTo>
                    <a:pt x="450621" y="453388"/>
                  </a:lnTo>
                  <a:lnTo>
                    <a:pt x="451476" y="443356"/>
                  </a:lnTo>
                  <a:lnTo>
                    <a:pt x="452332" y="444502"/>
                  </a:lnTo>
                  <a:lnTo>
                    <a:pt x="453187" y="510756"/>
                  </a:lnTo>
                  <a:lnTo>
                    <a:pt x="454043" y="335832"/>
                  </a:lnTo>
                  <a:lnTo>
                    <a:pt x="454898" y="287084"/>
                  </a:lnTo>
                  <a:lnTo>
                    <a:pt x="455754" y="179299"/>
                  </a:lnTo>
                  <a:lnTo>
                    <a:pt x="456609" y="169772"/>
                  </a:lnTo>
                  <a:lnTo>
                    <a:pt x="457465" y="50533"/>
                  </a:lnTo>
                  <a:lnTo>
                    <a:pt x="458320" y="48538"/>
                  </a:lnTo>
                  <a:lnTo>
                    <a:pt x="459176" y="49979"/>
                  </a:lnTo>
                  <a:lnTo>
                    <a:pt x="460031" y="0"/>
                  </a:lnTo>
                  <a:lnTo>
                    <a:pt x="460887" y="115739"/>
                  </a:lnTo>
                  <a:lnTo>
                    <a:pt x="461742" y="233300"/>
                  </a:lnTo>
                  <a:lnTo>
                    <a:pt x="462598" y="403843"/>
                  </a:lnTo>
                  <a:lnTo>
                    <a:pt x="463453" y="563768"/>
                  </a:lnTo>
                  <a:lnTo>
                    <a:pt x="464309" y="594989"/>
                  </a:lnTo>
                  <a:lnTo>
                    <a:pt x="465165" y="854493"/>
                  </a:lnTo>
                  <a:lnTo>
                    <a:pt x="466020" y="916856"/>
                  </a:lnTo>
                  <a:lnTo>
                    <a:pt x="466876" y="728226"/>
                  </a:lnTo>
                  <a:lnTo>
                    <a:pt x="467731" y="946575"/>
                  </a:lnTo>
                  <a:lnTo>
                    <a:pt x="468587" y="1104491"/>
                  </a:lnTo>
                  <a:lnTo>
                    <a:pt x="469442" y="1367384"/>
                  </a:lnTo>
                  <a:lnTo>
                    <a:pt x="470298" y="1560275"/>
                  </a:lnTo>
                  <a:lnTo>
                    <a:pt x="471153" y="1460070"/>
                  </a:lnTo>
                  <a:lnTo>
                    <a:pt x="472009" y="1566767"/>
                  </a:lnTo>
                  <a:lnTo>
                    <a:pt x="472864" y="1604755"/>
                  </a:lnTo>
                  <a:lnTo>
                    <a:pt x="473720" y="1484731"/>
                  </a:lnTo>
                  <a:lnTo>
                    <a:pt x="474575" y="1372577"/>
                  </a:lnTo>
                  <a:lnTo>
                    <a:pt x="475431" y="1482247"/>
                  </a:lnTo>
                  <a:lnTo>
                    <a:pt x="476286" y="1458036"/>
                  </a:lnTo>
                  <a:lnTo>
                    <a:pt x="477142" y="1469626"/>
                  </a:lnTo>
                  <a:lnTo>
                    <a:pt x="477997" y="1519990"/>
                  </a:lnTo>
                  <a:lnTo>
                    <a:pt x="478853" y="1433736"/>
                  </a:lnTo>
                  <a:lnTo>
                    <a:pt x="479708" y="1442391"/>
                  </a:lnTo>
                  <a:lnTo>
                    <a:pt x="480564" y="1531549"/>
                  </a:lnTo>
                  <a:lnTo>
                    <a:pt x="481420" y="1581245"/>
                  </a:lnTo>
                  <a:lnTo>
                    <a:pt x="482275" y="1556429"/>
                  </a:lnTo>
                  <a:lnTo>
                    <a:pt x="483131" y="1730179"/>
                  </a:lnTo>
                  <a:lnTo>
                    <a:pt x="483986" y="1642536"/>
                  </a:lnTo>
                  <a:lnTo>
                    <a:pt x="484842" y="1584237"/>
                  </a:lnTo>
                  <a:lnTo>
                    <a:pt x="485697" y="1551692"/>
                  </a:lnTo>
                  <a:lnTo>
                    <a:pt x="486553" y="1518186"/>
                  </a:lnTo>
                  <a:lnTo>
                    <a:pt x="487408" y="1573200"/>
                  </a:lnTo>
                  <a:lnTo>
                    <a:pt x="488264" y="1598453"/>
                  </a:lnTo>
                  <a:lnTo>
                    <a:pt x="489119" y="1632190"/>
                  </a:lnTo>
                  <a:lnTo>
                    <a:pt x="489975" y="1701355"/>
                  </a:lnTo>
                  <a:lnTo>
                    <a:pt x="490830" y="1707842"/>
                  </a:lnTo>
                  <a:lnTo>
                    <a:pt x="491686" y="1730858"/>
                  </a:lnTo>
                  <a:lnTo>
                    <a:pt x="492541" y="1692058"/>
                  </a:lnTo>
                  <a:lnTo>
                    <a:pt x="493397" y="1685670"/>
                  </a:lnTo>
                  <a:lnTo>
                    <a:pt x="494252" y="1721516"/>
                  </a:lnTo>
                  <a:lnTo>
                    <a:pt x="495108" y="1804370"/>
                  </a:lnTo>
                  <a:lnTo>
                    <a:pt x="495963" y="1758081"/>
                  </a:lnTo>
                  <a:lnTo>
                    <a:pt x="496819" y="1796520"/>
                  </a:lnTo>
                  <a:lnTo>
                    <a:pt x="497675" y="1805846"/>
                  </a:lnTo>
                  <a:lnTo>
                    <a:pt x="498530" y="1866934"/>
                  </a:lnTo>
                  <a:lnTo>
                    <a:pt x="499386" y="1850323"/>
                  </a:lnTo>
                  <a:lnTo>
                    <a:pt x="500241" y="1867945"/>
                  </a:lnTo>
                  <a:lnTo>
                    <a:pt x="501097" y="1794312"/>
                  </a:lnTo>
                  <a:lnTo>
                    <a:pt x="501952" y="1771254"/>
                  </a:lnTo>
                  <a:lnTo>
                    <a:pt x="502808" y="1630264"/>
                  </a:lnTo>
                  <a:lnTo>
                    <a:pt x="503663" y="1520240"/>
                  </a:lnTo>
                  <a:lnTo>
                    <a:pt x="504519" y="1609258"/>
                  </a:lnTo>
                  <a:lnTo>
                    <a:pt x="505374" y="1608225"/>
                  </a:lnTo>
                  <a:lnTo>
                    <a:pt x="506230" y="1700002"/>
                  </a:lnTo>
                  <a:lnTo>
                    <a:pt x="507085" y="1733725"/>
                  </a:lnTo>
                  <a:lnTo>
                    <a:pt x="507941" y="1682240"/>
                  </a:lnTo>
                  <a:lnTo>
                    <a:pt x="508796" y="1586297"/>
                  </a:lnTo>
                  <a:lnTo>
                    <a:pt x="509652" y="1521110"/>
                  </a:lnTo>
                  <a:lnTo>
                    <a:pt x="510507" y="1516806"/>
                  </a:lnTo>
                  <a:lnTo>
                    <a:pt x="511363" y="1550547"/>
                  </a:lnTo>
                  <a:lnTo>
                    <a:pt x="512218" y="1462663"/>
                  </a:lnTo>
                  <a:lnTo>
                    <a:pt x="513074" y="1492121"/>
                  </a:lnTo>
                  <a:lnTo>
                    <a:pt x="513930" y="1522135"/>
                  </a:lnTo>
                  <a:lnTo>
                    <a:pt x="514785" y="1648158"/>
                  </a:lnTo>
                  <a:lnTo>
                    <a:pt x="515641" y="1624226"/>
                  </a:lnTo>
                  <a:lnTo>
                    <a:pt x="516496" y="1687815"/>
                  </a:lnTo>
                  <a:lnTo>
                    <a:pt x="517352" y="1733284"/>
                  </a:lnTo>
                  <a:lnTo>
                    <a:pt x="518207" y="1752723"/>
                  </a:lnTo>
                  <a:lnTo>
                    <a:pt x="519063" y="1744859"/>
                  </a:lnTo>
                  <a:lnTo>
                    <a:pt x="519918" y="1730240"/>
                  </a:lnTo>
                  <a:lnTo>
                    <a:pt x="520774" y="1664096"/>
                  </a:lnTo>
                  <a:lnTo>
                    <a:pt x="521629" y="1560031"/>
                  </a:lnTo>
                  <a:lnTo>
                    <a:pt x="522485" y="1568233"/>
                  </a:lnTo>
                  <a:lnTo>
                    <a:pt x="523340" y="1539335"/>
                  </a:lnTo>
                  <a:lnTo>
                    <a:pt x="524196" y="1549585"/>
                  </a:lnTo>
                  <a:lnTo>
                    <a:pt x="525051" y="1499287"/>
                  </a:lnTo>
                  <a:lnTo>
                    <a:pt x="525907" y="1471746"/>
                  </a:lnTo>
                  <a:lnTo>
                    <a:pt x="526762" y="1426129"/>
                  </a:lnTo>
                  <a:lnTo>
                    <a:pt x="527618" y="1441893"/>
                  </a:lnTo>
                  <a:lnTo>
                    <a:pt x="528474" y="1430362"/>
                  </a:lnTo>
                  <a:lnTo>
                    <a:pt x="529329" y="1412970"/>
                  </a:lnTo>
                  <a:lnTo>
                    <a:pt x="530185" y="1508600"/>
                  </a:lnTo>
                  <a:lnTo>
                    <a:pt x="531040" y="1527777"/>
                  </a:lnTo>
                  <a:lnTo>
                    <a:pt x="531896" y="1557843"/>
                  </a:lnTo>
                  <a:lnTo>
                    <a:pt x="532751" y="1697877"/>
                  </a:lnTo>
                  <a:lnTo>
                    <a:pt x="533607" y="1799091"/>
                  </a:lnTo>
                  <a:lnTo>
                    <a:pt x="534462" y="1873360"/>
                  </a:lnTo>
                  <a:lnTo>
                    <a:pt x="535318" y="1852502"/>
                  </a:lnTo>
                  <a:lnTo>
                    <a:pt x="536173" y="1722962"/>
                  </a:lnTo>
                  <a:lnTo>
                    <a:pt x="537029" y="1786844"/>
                  </a:lnTo>
                  <a:lnTo>
                    <a:pt x="537884" y="1837320"/>
                  </a:lnTo>
                  <a:lnTo>
                    <a:pt x="538740" y="1967557"/>
                  </a:lnTo>
                  <a:lnTo>
                    <a:pt x="539595" y="1886546"/>
                  </a:lnTo>
                  <a:lnTo>
                    <a:pt x="540451" y="1869169"/>
                  </a:lnTo>
                  <a:lnTo>
                    <a:pt x="541306" y="1875580"/>
                  </a:lnTo>
                  <a:lnTo>
                    <a:pt x="542162" y="1876584"/>
                  </a:lnTo>
                  <a:lnTo>
                    <a:pt x="543017" y="1848713"/>
                  </a:lnTo>
                  <a:lnTo>
                    <a:pt x="543873" y="1877626"/>
                  </a:lnTo>
                  <a:lnTo>
                    <a:pt x="544729" y="1909655"/>
                  </a:lnTo>
                  <a:lnTo>
                    <a:pt x="545584" y="2086197"/>
                  </a:lnTo>
                  <a:lnTo>
                    <a:pt x="546440" y="2066348"/>
                  </a:lnTo>
                  <a:lnTo>
                    <a:pt x="547295" y="2087262"/>
                  </a:lnTo>
                  <a:lnTo>
                    <a:pt x="548151" y="2024424"/>
                  </a:lnTo>
                  <a:lnTo>
                    <a:pt x="549006" y="2007284"/>
                  </a:lnTo>
                  <a:lnTo>
                    <a:pt x="549862" y="2028720"/>
                  </a:lnTo>
                  <a:lnTo>
                    <a:pt x="550717" y="2030113"/>
                  </a:lnTo>
                  <a:lnTo>
                    <a:pt x="551573" y="2022496"/>
                  </a:lnTo>
                  <a:lnTo>
                    <a:pt x="552428" y="2076470"/>
                  </a:lnTo>
                  <a:lnTo>
                    <a:pt x="553284" y="2063830"/>
                  </a:lnTo>
                  <a:lnTo>
                    <a:pt x="554139" y="2057376"/>
                  </a:lnTo>
                  <a:lnTo>
                    <a:pt x="554995" y="1906182"/>
                  </a:lnTo>
                  <a:lnTo>
                    <a:pt x="555850" y="1824268"/>
                  </a:lnTo>
                  <a:lnTo>
                    <a:pt x="556706" y="1738141"/>
                  </a:lnTo>
                  <a:lnTo>
                    <a:pt x="557561" y="1749560"/>
                  </a:lnTo>
                  <a:lnTo>
                    <a:pt x="558417" y="1822483"/>
                  </a:lnTo>
                  <a:lnTo>
                    <a:pt x="559272" y="1934160"/>
                  </a:lnTo>
                  <a:lnTo>
                    <a:pt x="560128" y="2044546"/>
                  </a:lnTo>
                  <a:lnTo>
                    <a:pt x="560984" y="2051416"/>
                  </a:lnTo>
                  <a:lnTo>
                    <a:pt x="561839" y="2105755"/>
                  </a:lnTo>
                  <a:lnTo>
                    <a:pt x="562695" y="2094220"/>
                  </a:lnTo>
                  <a:lnTo>
                    <a:pt x="563550" y="2076269"/>
                  </a:lnTo>
                  <a:lnTo>
                    <a:pt x="564406" y="2056583"/>
                  </a:lnTo>
                  <a:lnTo>
                    <a:pt x="565261" y="2085101"/>
                  </a:lnTo>
                  <a:lnTo>
                    <a:pt x="566117" y="2107210"/>
                  </a:lnTo>
                  <a:lnTo>
                    <a:pt x="566972" y="2130099"/>
                  </a:lnTo>
                  <a:lnTo>
                    <a:pt x="567828" y="2135489"/>
                  </a:lnTo>
                  <a:lnTo>
                    <a:pt x="568683" y="2090679"/>
                  </a:lnTo>
                  <a:lnTo>
                    <a:pt x="569539" y="2133461"/>
                  </a:lnTo>
                  <a:lnTo>
                    <a:pt x="570394" y="2115342"/>
                  </a:lnTo>
                  <a:lnTo>
                    <a:pt x="571250" y="2091530"/>
                  </a:lnTo>
                  <a:lnTo>
                    <a:pt x="572105" y="2108066"/>
                  </a:lnTo>
                  <a:lnTo>
                    <a:pt x="572961" y="2118054"/>
                  </a:lnTo>
                  <a:lnTo>
                    <a:pt x="573816" y="2171272"/>
                  </a:lnTo>
                  <a:lnTo>
                    <a:pt x="574672" y="2164515"/>
                  </a:lnTo>
                  <a:lnTo>
                    <a:pt x="575528" y="2102833"/>
                  </a:lnTo>
                  <a:lnTo>
                    <a:pt x="576383" y="2081059"/>
                  </a:lnTo>
                  <a:lnTo>
                    <a:pt x="577239" y="2054442"/>
                  </a:lnTo>
                  <a:lnTo>
                    <a:pt x="578094" y="2060740"/>
                  </a:lnTo>
                  <a:lnTo>
                    <a:pt x="578950" y="2047942"/>
                  </a:lnTo>
                  <a:lnTo>
                    <a:pt x="579805" y="2049730"/>
                  </a:lnTo>
                  <a:lnTo>
                    <a:pt x="580661" y="2063242"/>
                  </a:lnTo>
                  <a:lnTo>
                    <a:pt x="581516" y="2091221"/>
                  </a:lnTo>
                  <a:lnTo>
                    <a:pt x="582372" y="2089880"/>
                  </a:lnTo>
                  <a:lnTo>
                    <a:pt x="583227" y="2124604"/>
                  </a:lnTo>
                  <a:lnTo>
                    <a:pt x="584083" y="2127762"/>
                  </a:lnTo>
                  <a:lnTo>
                    <a:pt x="584938" y="2124039"/>
                  </a:lnTo>
                  <a:lnTo>
                    <a:pt x="585794" y="2085923"/>
                  </a:lnTo>
                  <a:lnTo>
                    <a:pt x="586649" y="1991737"/>
                  </a:lnTo>
                  <a:lnTo>
                    <a:pt x="587505" y="1953725"/>
                  </a:lnTo>
                  <a:lnTo>
                    <a:pt x="588360" y="1960181"/>
                  </a:lnTo>
                  <a:lnTo>
                    <a:pt x="589216" y="1973260"/>
                  </a:lnTo>
                  <a:lnTo>
                    <a:pt x="590071" y="2018592"/>
                  </a:lnTo>
                  <a:lnTo>
                    <a:pt x="590927" y="2082943"/>
                  </a:lnTo>
                  <a:lnTo>
                    <a:pt x="591783" y="2086913"/>
                  </a:lnTo>
                  <a:lnTo>
                    <a:pt x="592638" y="2095553"/>
                  </a:lnTo>
                  <a:lnTo>
                    <a:pt x="593494" y="2099285"/>
                  </a:lnTo>
                  <a:lnTo>
                    <a:pt x="594349" y="2111293"/>
                  </a:lnTo>
                  <a:lnTo>
                    <a:pt x="595205" y="2137435"/>
                  </a:lnTo>
                  <a:lnTo>
                    <a:pt x="596060" y="2144216"/>
                  </a:lnTo>
                  <a:lnTo>
                    <a:pt x="596916" y="2132538"/>
                  </a:lnTo>
                  <a:lnTo>
                    <a:pt x="597771" y="2144135"/>
                  </a:lnTo>
                  <a:lnTo>
                    <a:pt x="598627" y="2124140"/>
                  </a:lnTo>
                  <a:lnTo>
                    <a:pt x="599482" y="2168415"/>
                  </a:lnTo>
                  <a:lnTo>
                    <a:pt x="600338" y="2183856"/>
                  </a:lnTo>
                  <a:lnTo>
                    <a:pt x="601193" y="2196795"/>
                  </a:lnTo>
                  <a:lnTo>
                    <a:pt x="602049" y="2203949"/>
                  </a:lnTo>
                  <a:lnTo>
                    <a:pt x="602904" y="2206646"/>
                  </a:lnTo>
                  <a:lnTo>
                    <a:pt x="603760" y="2221013"/>
                  </a:lnTo>
                  <a:lnTo>
                    <a:pt x="604615" y="2197917"/>
                  </a:lnTo>
                  <a:lnTo>
                    <a:pt x="605471" y="2205227"/>
                  </a:lnTo>
                  <a:lnTo>
                    <a:pt x="606326" y="2190979"/>
                  </a:lnTo>
                  <a:lnTo>
                    <a:pt x="607182" y="2172581"/>
                  </a:lnTo>
                  <a:lnTo>
                    <a:pt x="608038" y="2216658"/>
                  </a:lnTo>
                  <a:lnTo>
                    <a:pt x="608893" y="2225069"/>
                  </a:lnTo>
                  <a:lnTo>
                    <a:pt x="609749" y="2230162"/>
                  </a:lnTo>
                  <a:lnTo>
                    <a:pt x="610604" y="2242626"/>
                  </a:lnTo>
                  <a:lnTo>
                    <a:pt x="611460" y="2229828"/>
                  </a:lnTo>
                  <a:lnTo>
                    <a:pt x="612315" y="2250962"/>
                  </a:lnTo>
                  <a:lnTo>
                    <a:pt x="613171" y="2184020"/>
                  </a:lnTo>
                  <a:lnTo>
                    <a:pt x="614026" y="2160161"/>
                  </a:lnTo>
                  <a:lnTo>
                    <a:pt x="614882" y="2165253"/>
                  </a:lnTo>
                  <a:lnTo>
                    <a:pt x="615737" y="2181478"/>
                  </a:lnTo>
                  <a:lnTo>
                    <a:pt x="616593" y="2257038"/>
                  </a:lnTo>
                  <a:lnTo>
                    <a:pt x="617448" y="2218658"/>
                  </a:lnTo>
                  <a:lnTo>
                    <a:pt x="618304" y="2231584"/>
                  </a:lnTo>
                  <a:lnTo>
                    <a:pt x="619159" y="2157205"/>
                  </a:lnTo>
                  <a:lnTo>
                    <a:pt x="620015" y="2158568"/>
                  </a:lnTo>
                  <a:lnTo>
                    <a:pt x="620870" y="2114366"/>
                  </a:lnTo>
                  <a:lnTo>
                    <a:pt x="621726" y="2065468"/>
                  </a:lnTo>
                  <a:lnTo>
                    <a:pt x="622582" y="2112669"/>
                  </a:lnTo>
                  <a:lnTo>
                    <a:pt x="623437" y="2082853"/>
                  </a:lnTo>
                  <a:lnTo>
                    <a:pt x="624293" y="2143420"/>
                  </a:lnTo>
                  <a:lnTo>
                    <a:pt x="625148" y="2043301"/>
                  </a:lnTo>
                  <a:lnTo>
                    <a:pt x="626004" y="2086474"/>
                  </a:lnTo>
                  <a:lnTo>
                    <a:pt x="626859" y="2163247"/>
                  </a:lnTo>
                  <a:lnTo>
                    <a:pt x="627715" y="2052322"/>
                  </a:lnTo>
                  <a:lnTo>
                    <a:pt x="628570" y="2135474"/>
                  </a:lnTo>
                  <a:lnTo>
                    <a:pt x="629426" y="2023777"/>
                  </a:lnTo>
                  <a:lnTo>
                    <a:pt x="630281" y="2061618"/>
                  </a:lnTo>
                  <a:lnTo>
                    <a:pt x="631137" y="2071812"/>
                  </a:lnTo>
                  <a:lnTo>
                    <a:pt x="631992" y="2020639"/>
                  </a:lnTo>
                  <a:lnTo>
                    <a:pt x="632848" y="2098054"/>
                  </a:lnTo>
                  <a:lnTo>
                    <a:pt x="633703" y="2024505"/>
                  </a:lnTo>
                  <a:lnTo>
                    <a:pt x="634559" y="2065421"/>
                  </a:lnTo>
                  <a:lnTo>
                    <a:pt x="635414" y="2125146"/>
                  </a:lnTo>
                  <a:lnTo>
                    <a:pt x="636270" y="2116341"/>
                  </a:lnTo>
                  <a:lnTo>
                    <a:pt x="637125" y="2130883"/>
                  </a:lnTo>
                  <a:lnTo>
                    <a:pt x="637981" y="2147704"/>
                  </a:lnTo>
                  <a:lnTo>
                    <a:pt x="638837" y="2125403"/>
                  </a:lnTo>
                  <a:lnTo>
                    <a:pt x="639692" y="2119683"/>
                  </a:lnTo>
                  <a:lnTo>
                    <a:pt x="640548" y="2115477"/>
                  </a:lnTo>
                  <a:lnTo>
                    <a:pt x="641403" y="2066450"/>
                  </a:lnTo>
                  <a:lnTo>
                    <a:pt x="642259" y="2002734"/>
                  </a:lnTo>
                  <a:lnTo>
                    <a:pt x="643114" y="1954444"/>
                  </a:lnTo>
                  <a:lnTo>
                    <a:pt x="643970" y="1928066"/>
                  </a:lnTo>
                  <a:lnTo>
                    <a:pt x="644825" y="2041247"/>
                  </a:lnTo>
                  <a:lnTo>
                    <a:pt x="645681" y="2063994"/>
                  </a:lnTo>
                  <a:lnTo>
                    <a:pt x="646536" y="2121673"/>
                  </a:lnTo>
                  <a:lnTo>
                    <a:pt x="647392" y="2125062"/>
                  </a:lnTo>
                  <a:lnTo>
                    <a:pt x="648247" y="2111149"/>
                  </a:lnTo>
                  <a:lnTo>
                    <a:pt x="649103" y="2181167"/>
                  </a:lnTo>
                  <a:lnTo>
                    <a:pt x="649958" y="2124564"/>
                  </a:lnTo>
                  <a:lnTo>
                    <a:pt x="650814" y="2117830"/>
                  </a:lnTo>
                  <a:lnTo>
                    <a:pt x="651669" y="2081122"/>
                  </a:lnTo>
                  <a:lnTo>
                    <a:pt x="652525" y="2040103"/>
                  </a:lnTo>
                  <a:lnTo>
                    <a:pt x="653380" y="2013979"/>
                  </a:lnTo>
                  <a:lnTo>
                    <a:pt x="654236" y="2040281"/>
                  </a:lnTo>
                  <a:lnTo>
                    <a:pt x="655092" y="2019610"/>
                  </a:lnTo>
                  <a:lnTo>
                    <a:pt x="655947" y="2027078"/>
                  </a:lnTo>
                  <a:lnTo>
                    <a:pt x="656803" y="1952430"/>
                  </a:lnTo>
                  <a:lnTo>
                    <a:pt x="657658" y="1864738"/>
                  </a:lnTo>
                  <a:lnTo>
                    <a:pt x="658514" y="1854364"/>
                  </a:lnTo>
                  <a:lnTo>
                    <a:pt x="659369" y="1864665"/>
                  </a:lnTo>
                  <a:lnTo>
                    <a:pt x="660225" y="1847431"/>
                  </a:lnTo>
                  <a:lnTo>
                    <a:pt x="661080" y="1844146"/>
                  </a:lnTo>
                  <a:lnTo>
                    <a:pt x="661936" y="1835896"/>
                  </a:lnTo>
                  <a:lnTo>
                    <a:pt x="662791" y="1865138"/>
                  </a:lnTo>
                  <a:lnTo>
                    <a:pt x="663647" y="1916211"/>
                  </a:lnTo>
                  <a:lnTo>
                    <a:pt x="664502" y="1877154"/>
                  </a:lnTo>
                  <a:lnTo>
                    <a:pt x="665358" y="1952084"/>
                  </a:lnTo>
                  <a:lnTo>
                    <a:pt x="666213" y="1966703"/>
                  </a:lnTo>
                  <a:lnTo>
                    <a:pt x="667069" y="1959257"/>
                  </a:lnTo>
                  <a:lnTo>
                    <a:pt x="667924" y="2050666"/>
                  </a:lnTo>
                  <a:lnTo>
                    <a:pt x="668780" y="2074423"/>
                  </a:lnTo>
                  <a:lnTo>
                    <a:pt x="669636" y="2083981"/>
                  </a:lnTo>
                  <a:lnTo>
                    <a:pt x="670491" y="2122680"/>
                  </a:lnTo>
                  <a:lnTo>
                    <a:pt x="671347" y="2027340"/>
                  </a:lnTo>
                  <a:lnTo>
                    <a:pt x="672202" y="1952823"/>
                  </a:lnTo>
                  <a:lnTo>
                    <a:pt x="673058" y="1924275"/>
                  </a:lnTo>
                  <a:lnTo>
                    <a:pt x="673913" y="1993632"/>
                  </a:lnTo>
                  <a:lnTo>
                    <a:pt x="674769" y="2031181"/>
                  </a:lnTo>
                  <a:lnTo>
                    <a:pt x="675624" y="1965611"/>
                  </a:lnTo>
                  <a:lnTo>
                    <a:pt x="676480" y="2055816"/>
                  </a:lnTo>
                  <a:lnTo>
                    <a:pt x="677335" y="2065611"/>
                  </a:lnTo>
                  <a:lnTo>
                    <a:pt x="678191" y="2141632"/>
                  </a:lnTo>
                  <a:lnTo>
                    <a:pt x="679046" y="2169638"/>
                  </a:lnTo>
                  <a:lnTo>
                    <a:pt x="679902" y="2120917"/>
                  </a:lnTo>
                  <a:lnTo>
                    <a:pt x="680757" y="2167136"/>
                  </a:lnTo>
                  <a:lnTo>
                    <a:pt x="681613" y="2232945"/>
                  </a:lnTo>
                  <a:lnTo>
                    <a:pt x="682468" y="2247642"/>
                  </a:lnTo>
                  <a:lnTo>
                    <a:pt x="683324" y="2221809"/>
                  </a:lnTo>
                  <a:lnTo>
                    <a:pt x="684179" y="2179328"/>
                  </a:lnTo>
                  <a:lnTo>
                    <a:pt x="685035" y="2212731"/>
                  </a:lnTo>
                  <a:lnTo>
                    <a:pt x="685891" y="2203376"/>
                  </a:lnTo>
                  <a:lnTo>
                    <a:pt x="686746" y="2171977"/>
                  </a:lnTo>
                  <a:lnTo>
                    <a:pt x="687602" y="2114543"/>
                  </a:lnTo>
                  <a:lnTo>
                    <a:pt x="688457" y="2094425"/>
                  </a:lnTo>
                  <a:lnTo>
                    <a:pt x="689313" y="2136860"/>
                  </a:lnTo>
                  <a:lnTo>
                    <a:pt x="690168" y="2107788"/>
                  </a:lnTo>
                  <a:lnTo>
                    <a:pt x="691024" y="2075562"/>
                  </a:lnTo>
                  <a:lnTo>
                    <a:pt x="691879" y="2087951"/>
                  </a:lnTo>
                  <a:lnTo>
                    <a:pt x="692735" y="2010656"/>
                  </a:lnTo>
                  <a:lnTo>
                    <a:pt x="693590" y="1960899"/>
                  </a:lnTo>
                  <a:lnTo>
                    <a:pt x="694446" y="1939174"/>
                  </a:lnTo>
                  <a:lnTo>
                    <a:pt x="695301" y="1999709"/>
                  </a:lnTo>
                  <a:lnTo>
                    <a:pt x="696157" y="2004797"/>
                  </a:lnTo>
                  <a:lnTo>
                    <a:pt x="697012" y="2036373"/>
                  </a:lnTo>
                  <a:lnTo>
                    <a:pt x="697868" y="2084704"/>
                  </a:lnTo>
                  <a:lnTo>
                    <a:pt x="698723" y="2054205"/>
                  </a:lnTo>
                  <a:lnTo>
                    <a:pt x="699579" y="2014586"/>
                  </a:lnTo>
                  <a:lnTo>
                    <a:pt x="700434" y="1987220"/>
                  </a:lnTo>
                  <a:lnTo>
                    <a:pt x="701290" y="1938078"/>
                  </a:lnTo>
                  <a:lnTo>
                    <a:pt x="702146" y="1990620"/>
                  </a:lnTo>
                  <a:lnTo>
                    <a:pt x="703001" y="2018346"/>
                  </a:lnTo>
                  <a:lnTo>
                    <a:pt x="703857" y="2081921"/>
                  </a:lnTo>
                  <a:lnTo>
                    <a:pt x="704712" y="2090594"/>
                  </a:lnTo>
                  <a:lnTo>
                    <a:pt x="705568" y="2172235"/>
                  </a:lnTo>
                  <a:lnTo>
                    <a:pt x="706423" y="2176294"/>
                  </a:lnTo>
                  <a:lnTo>
                    <a:pt x="707279" y="2188949"/>
                  </a:lnTo>
                  <a:lnTo>
                    <a:pt x="708134" y="2192328"/>
                  </a:lnTo>
                  <a:lnTo>
                    <a:pt x="708990" y="2171348"/>
                  </a:lnTo>
                  <a:lnTo>
                    <a:pt x="709845" y="2186231"/>
                  </a:lnTo>
                  <a:lnTo>
                    <a:pt x="710701" y="2207746"/>
                  </a:lnTo>
                  <a:lnTo>
                    <a:pt x="711556" y="2224918"/>
                  </a:lnTo>
                  <a:lnTo>
                    <a:pt x="712412" y="2229346"/>
                  </a:lnTo>
                  <a:lnTo>
                    <a:pt x="713267" y="2223412"/>
                  </a:lnTo>
                  <a:lnTo>
                    <a:pt x="714123" y="2205996"/>
                  </a:lnTo>
                  <a:lnTo>
                    <a:pt x="714978" y="2215229"/>
                  </a:lnTo>
                  <a:lnTo>
                    <a:pt x="715834" y="2192348"/>
                  </a:lnTo>
                  <a:lnTo>
                    <a:pt x="716689" y="2208336"/>
                  </a:lnTo>
                  <a:lnTo>
                    <a:pt x="717545" y="2168893"/>
                  </a:lnTo>
                  <a:lnTo>
                    <a:pt x="718401" y="2121676"/>
                  </a:lnTo>
                  <a:lnTo>
                    <a:pt x="719256" y="2111177"/>
                  </a:lnTo>
                  <a:lnTo>
                    <a:pt x="720112" y="2033201"/>
                  </a:lnTo>
                  <a:lnTo>
                    <a:pt x="720967" y="2079822"/>
                  </a:lnTo>
                  <a:lnTo>
                    <a:pt x="721823" y="2101561"/>
                  </a:lnTo>
                  <a:lnTo>
                    <a:pt x="722678" y="2075893"/>
                  </a:lnTo>
                  <a:lnTo>
                    <a:pt x="723534" y="2097108"/>
                  </a:lnTo>
                  <a:lnTo>
                    <a:pt x="724389" y="2094891"/>
                  </a:lnTo>
                  <a:lnTo>
                    <a:pt x="725245" y="2042562"/>
                  </a:lnTo>
                  <a:lnTo>
                    <a:pt x="726100" y="2050635"/>
                  </a:lnTo>
                  <a:lnTo>
                    <a:pt x="726956" y="2041658"/>
                  </a:lnTo>
                  <a:lnTo>
                    <a:pt x="727811" y="2024159"/>
                  </a:lnTo>
                  <a:lnTo>
                    <a:pt x="728667" y="1940653"/>
                  </a:lnTo>
                  <a:lnTo>
                    <a:pt x="729522" y="1925761"/>
                  </a:lnTo>
                  <a:lnTo>
                    <a:pt x="730378" y="1964975"/>
                  </a:lnTo>
                  <a:lnTo>
                    <a:pt x="731233" y="1950041"/>
                  </a:lnTo>
                  <a:lnTo>
                    <a:pt x="732089" y="1957895"/>
                  </a:lnTo>
                  <a:lnTo>
                    <a:pt x="732945" y="2085281"/>
                  </a:lnTo>
                  <a:lnTo>
                    <a:pt x="733800" y="2138058"/>
                  </a:lnTo>
                  <a:lnTo>
                    <a:pt x="734656" y="2125109"/>
                  </a:lnTo>
                  <a:lnTo>
                    <a:pt x="735511" y="2105456"/>
                  </a:lnTo>
                  <a:lnTo>
                    <a:pt x="736367" y="2171435"/>
                  </a:lnTo>
                  <a:lnTo>
                    <a:pt x="737222" y="2174430"/>
                  </a:lnTo>
                  <a:lnTo>
                    <a:pt x="738078" y="2184857"/>
                  </a:lnTo>
                  <a:lnTo>
                    <a:pt x="738933" y="2187161"/>
                  </a:lnTo>
                  <a:lnTo>
                    <a:pt x="739789" y="2182718"/>
                  </a:lnTo>
                  <a:lnTo>
                    <a:pt x="740644" y="2232847"/>
                  </a:lnTo>
                  <a:lnTo>
                    <a:pt x="741500" y="2232307"/>
                  </a:lnTo>
                  <a:lnTo>
                    <a:pt x="742355" y="2214810"/>
                  </a:lnTo>
                  <a:lnTo>
                    <a:pt x="743211" y="2196726"/>
                  </a:lnTo>
                  <a:lnTo>
                    <a:pt x="744066" y="2166797"/>
                  </a:lnTo>
                  <a:lnTo>
                    <a:pt x="744922" y="2153520"/>
                  </a:lnTo>
                  <a:lnTo>
                    <a:pt x="745777" y="2113823"/>
                  </a:lnTo>
                  <a:lnTo>
                    <a:pt x="746633" y="2056723"/>
                  </a:lnTo>
                  <a:lnTo>
                    <a:pt x="747488" y="2002088"/>
                  </a:lnTo>
                  <a:lnTo>
                    <a:pt x="748344" y="2035720"/>
                  </a:lnTo>
                  <a:lnTo>
                    <a:pt x="749200" y="2060136"/>
                  </a:lnTo>
                  <a:lnTo>
                    <a:pt x="750055" y="2037267"/>
                  </a:lnTo>
                  <a:lnTo>
                    <a:pt x="750911" y="2004018"/>
                  </a:lnTo>
                  <a:lnTo>
                    <a:pt x="751766" y="1941423"/>
                  </a:lnTo>
                  <a:lnTo>
                    <a:pt x="752622" y="1873376"/>
                  </a:lnTo>
                  <a:lnTo>
                    <a:pt x="753477" y="1911562"/>
                  </a:lnTo>
                  <a:lnTo>
                    <a:pt x="754333" y="2011212"/>
                  </a:lnTo>
                  <a:lnTo>
                    <a:pt x="755188" y="2014567"/>
                  </a:lnTo>
                  <a:lnTo>
                    <a:pt x="756044" y="1988779"/>
                  </a:lnTo>
                  <a:lnTo>
                    <a:pt x="756899" y="2006206"/>
                  </a:lnTo>
                  <a:lnTo>
                    <a:pt x="757755" y="1994670"/>
                  </a:lnTo>
                  <a:lnTo>
                    <a:pt x="758610" y="1949434"/>
                  </a:lnTo>
                  <a:lnTo>
                    <a:pt x="759466" y="1931676"/>
                  </a:lnTo>
                  <a:lnTo>
                    <a:pt x="760321" y="1844417"/>
                  </a:lnTo>
                  <a:lnTo>
                    <a:pt x="761177" y="1834850"/>
                  </a:lnTo>
                  <a:lnTo>
                    <a:pt x="762032" y="1923334"/>
                  </a:lnTo>
                  <a:lnTo>
                    <a:pt x="762888" y="1996766"/>
                  </a:lnTo>
                  <a:lnTo>
                    <a:pt x="763743" y="2014737"/>
                  </a:lnTo>
                  <a:lnTo>
                    <a:pt x="764599" y="2048982"/>
                  </a:lnTo>
                  <a:lnTo>
                    <a:pt x="765455" y="2091553"/>
                  </a:lnTo>
                  <a:lnTo>
                    <a:pt x="766310" y="2153297"/>
                  </a:lnTo>
                  <a:lnTo>
                    <a:pt x="767166" y="2157668"/>
                  </a:lnTo>
                  <a:lnTo>
                    <a:pt x="768021" y="2166272"/>
                  </a:lnTo>
                  <a:lnTo>
                    <a:pt x="768877" y="2161388"/>
                  </a:lnTo>
                  <a:lnTo>
                    <a:pt x="769732" y="2162429"/>
                  </a:lnTo>
                  <a:lnTo>
                    <a:pt x="770588" y="2181021"/>
                  </a:lnTo>
                  <a:lnTo>
                    <a:pt x="771443" y="2137379"/>
                  </a:lnTo>
                  <a:lnTo>
                    <a:pt x="772299" y="2101083"/>
                  </a:lnTo>
                  <a:lnTo>
                    <a:pt x="773154" y="2000650"/>
                  </a:lnTo>
                  <a:lnTo>
                    <a:pt x="774010" y="2001965"/>
                  </a:lnTo>
                  <a:lnTo>
                    <a:pt x="774865" y="1928800"/>
                  </a:lnTo>
                  <a:lnTo>
                    <a:pt x="775721" y="1841927"/>
                  </a:lnTo>
                  <a:lnTo>
                    <a:pt x="776576" y="1816533"/>
                  </a:lnTo>
                  <a:lnTo>
                    <a:pt x="777432" y="1757992"/>
                  </a:lnTo>
                  <a:lnTo>
                    <a:pt x="778287" y="1826992"/>
                  </a:lnTo>
                  <a:lnTo>
                    <a:pt x="779143" y="1772374"/>
                  </a:lnTo>
                  <a:lnTo>
                    <a:pt x="779999" y="1766215"/>
                  </a:lnTo>
                  <a:lnTo>
                    <a:pt x="780854" y="1773265"/>
                  </a:lnTo>
                  <a:lnTo>
                    <a:pt x="781710" y="1885968"/>
                  </a:lnTo>
                  <a:lnTo>
                    <a:pt x="782565" y="1878667"/>
                  </a:lnTo>
                  <a:lnTo>
                    <a:pt x="783421" y="1870379"/>
                  </a:lnTo>
                  <a:lnTo>
                    <a:pt x="784276" y="1725488"/>
                  </a:lnTo>
                  <a:lnTo>
                    <a:pt x="785132" y="1709214"/>
                  </a:lnTo>
                  <a:lnTo>
                    <a:pt x="785987" y="1797421"/>
                  </a:lnTo>
                  <a:lnTo>
                    <a:pt x="786843" y="1807280"/>
                  </a:lnTo>
                  <a:lnTo>
                    <a:pt x="787698" y="1798755"/>
                  </a:lnTo>
                  <a:lnTo>
                    <a:pt x="788554" y="1749895"/>
                  </a:lnTo>
                  <a:lnTo>
                    <a:pt x="789409" y="1758539"/>
                  </a:lnTo>
                  <a:lnTo>
                    <a:pt x="790265" y="1901621"/>
                  </a:lnTo>
                  <a:lnTo>
                    <a:pt x="791120" y="1890522"/>
                  </a:lnTo>
                  <a:lnTo>
                    <a:pt x="791976" y="1893796"/>
                  </a:lnTo>
                  <a:lnTo>
                    <a:pt x="792831" y="1976175"/>
                  </a:lnTo>
                  <a:lnTo>
                    <a:pt x="793687" y="2067943"/>
                  </a:lnTo>
                  <a:lnTo>
                    <a:pt x="794542" y="2121662"/>
                  </a:lnTo>
                  <a:lnTo>
                    <a:pt x="795398" y="2141662"/>
                  </a:lnTo>
                  <a:lnTo>
                    <a:pt x="796254" y="2133802"/>
                  </a:lnTo>
                  <a:lnTo>
                    <a:pt x="797109" y="2163638"/>
                  </a:lnTo>
                  <a:lnTo>
                    <a:pt x="797965" y="2159463"/>
                  </a:lnTo>
                  <a:lnTo>
                    <a:pt x="798820" y="2173486"/>
                  </a:lnTo>
                  <a:lnTo>
                    <a:pt x="799676" y="2212674"/>
                  </a:lnTo>
                  <a:lnTo>
                    <a:pt x="800531" y="2235431"/>
                  </a:lnTo>
                  <a:lnTo>
                    <a:pt x="801387" y="2238160"/>
                  </a:lnTo>
                  <a:lnTo>
                    <a:pt x="802242" y="2242414"/>
                  </a:lnTo>
                  <a:lnTo>
                    <a:pt x="803098" y="2245898"/>
                  </a:lnTo>
                  <a:lnTo>
                    <a:pt x="803953" y="2241748"/>
                  </a:lnTo>
                  <a:lnTo>
                    <a:pt x="804809" y="2251434"/>
                  </a:lnTo>
                  <a:lnTo>
                    <a:pt x="805664" y="2191597"/>
                  </a:lnTo>
                  <a:lnTo>
                    <a:pt x="806520" y="2205717"/>
                  </a:lnTo>
                  <a:lnTo>
                    <a:pt x="807375" y="2170815"/>
                  </a:lnTo>
                  <a:lnTo>
                    <a:pt x="808231" y="2104052"/>
                  </a:lnTo>
                  <a:lnTo>
                    <a:pt x="809086" y="1980635"/>
                  </a:lnTo>
                  <a:lnTo>
                    <a:pt x="809942" y="1896131"/>
                  </a:lnTo>
                  <a:lnTo>
                    <a:pt x="810797" y="2015958"/>
                  </a:lnTo>
                  <a:lnTo>
                    <a:pt x="811653" y="2117302"/>
                  </a:lnTo>
                  <a:lnTo>
                    <a:pt x="812509" y="2114875"/>
                  </a:lnTo>
                  <a:lnTo>
                    <a:pt x="813364" y="2153835"/>
                  </a:lnTo>
                  <a:lnTo>
                    <a:pt x="814220" y="2153373"/>
                  </a:lnTo>
                  <a:lnTo>
                    <a:pt x="815075" y="2223335"/>
                  </a:lnTo>
                  <a:lnTo>
                    <a:pt x="815931" y="2231083"/>
                  </a:lnTo>
                  <a:lnTo>
                    <a:pt x="816786" y="2218076"/>
                  </a:lnTo>
                  <a:lnTo>
                    <a:pt x="817642" y="2211752"/>
                  </a:lnTo>
                  <a:lnTo>
                    <a:pt x="818497" y="2230948"/>
                  </a:lnTo>
                  <a:lnTo>
                    <a:pt x="819353" y="2259380"/>
                  </a:lnTo>
                  <a:lnTo>
                    <a:pt x="820208" y="2228115"/>
                  </a:lnTo>
                  <a:lnTo>
                    <a:pt x="821064" y="2221497"/>
                  </a:lnTo>
                  <a:lnTo>
                    <a:pt x="821919" y="2212917"/>
                  </a:lnTo>
                  <a:lnTo>
                    <a:pt x="822775" y="2225551"/>
                  </a:lnTo>
                  <a:lnTo>
                    <a:pt x="823630" y="2204854"/>
                  </a:lnTo>
                  <a:lnTo>
                    <a:pt x="824486" y="2133707"/>
                  </a:lnTo>
                  <a:lnTo>
                    <a:pt x="825341" y="2101987"/>
                  </a:lnTo>
                  <a:lnTo>
                    <a:pt x="826197" y="2086627"/>
                  </a:lnTo>
                  <a:lnTo>
                    <a:pt x="827053" y="2065447"/>
                  </a:lnTo>
                  <a:lnTo>
                    <a:pt x="827908" y="2066470"/>
                  </a:lnTo>
                  <a:lnTo>
                    <a:pt x="828764" y="2045117"/>
                  </a:lnTo>
                  <a:lnTo>
                    <a:pt x="829619" y="2030553"/>
                  </a:lnTo>
                  <a:lnTo>
                    <a:pt x="830475" y="2039148"/>
                  </a:lnTo>
                  <a:lnTo>
                    <a:pt x="831330" y="1949319"/>
                  </a:lnTo>
                  <a:lnTo>
                    <a:pt x="832186" y="1950782"/>
                  </a:lnTo>
                  <a:lnTo>
                    <a:pt x="833041" y="1931995"/>
                  </a:lnTo>
                  <a:lnTo>
                    <a:pt x="833897" y="2019285"/>
                  </a:lnTo>
                  <a:lnTo>
                    <a:pt x="834752" y="2077633"/>
                  </a:lnTo>
                  <a:lnTo>
                    <a:pt x="835608" y="2071982"/>
                  </a:lnTo>
                  <a:lnTo>
                    <a:pt x="836463" y="2165641"/>
                  </a:lnTo>
                  <a:lnTo>
                    <a:pt x="837319" y="2165325"/>
                  </a:lnTo>
                  <a:lnTo>
                    <a:pt x="838174" y="2178770"/>
                  </a:lnTo>
                  <a:lnTo>
                    <a:pt x="839030" y="2155851"/>
                  </a:lnTo>
                  <a:lnTo>
                    <a:pt x="839885" y="2067824"/>
                  </a:lnTo>
                  <a:lnTo>
                    <a:pt x="840741" y="2058309"/>
                  </a:lnTo>
                  <a:lnTo>
                    <a:pt x="841596" y="2041031"/>
                  </a:lnTo>
                  <a:lnTo>
                    <a:pt x="842452" y="2102556"/>
                  </a:lnTo>
                  <a:lnTo>
                    <a:pt x="843308" y="2093349"/>
                  </a:lnTo>
                  <a:lnTo>
                    <a:pt x="844163" y="2045179"/>
                  </a:lnTo>
                  <a:lnTo>
                    <a:pt x="845019" y="2027175"/>
                  </a:lnTo>
                  <a:lnTo>
                    <a:pt x="845874" y="1981722"/>
                  </a:lnTo>
                  <a:lnTo>
                    <a:pt x="846730" y="1905526"/>
                  </a:lnTo>
                  <a:lnTo>
                    <a:pt x="847585" y="1889621"/>
                  </a:lnTo>
                  <a:lnTo>
                    <a:pt x="848441" y="1779129"/>
                  </a:lnTo>
                  <a:lnTo>
                    <a:pt x="849296" y="1829591"/>
                  </a:lnTo>
                  <a:lnTo>
                    <a:pt x="850152" y="1753281"/>
                  </a:lnTo>
                  <a:lnTo>
                    <a:pt x="851007" y="1740482"/>
                  </a:lnTo>
                  <a:lnTo>
                    <a:pt x="851863" y="1750681"/>
                  </a:lnTo>
                  <a:lnTo>
                    <a:pt x="852718" y="1723623"/>
                  </a:lnTo>
                  <a:lnTo>
                    <a:pt x="853574" y="1775164"/>
                  </a:lnTo>
                  <a:lnTo>
                    <a:pt x="854429" y="1745504"/>
                  </a:lnTo>
                  <a:lnTo>
                    <a:pt x="855285" y="1721827"/>
                  </a:lnTo>
                  <a:lnTo>
                    <a:pt x="856140" y="1783267"/>
                  </a:lnTo>
                  <a:lnTo>
                    <a:pt x="856996" y="1784935"/>
                  </a:lnTo>
                  <a:lnTo>
                    <a:pt x="857851" y="1747546"/>
                  </a:lnTo>
                  <a:lnTo>
                    <a:pt x="858707" y="1696193"/>
                  </a:lnTo>
                  <a:lnTo>
                    <a:pt x="859563" y="1730481"/>
                  </a:lnTo>
                  <a:lnTo>
                    <a:pt x="860418" y="1698063"/>
                  </a:lnTo>
                  <a:lnTo>
                    <a:pt x="861274" y="1755869"/>
                  </a:lnTo>
                  <a:lnTo>
                    <a:pt x="862129" y="1850028"/>
                  </a:lnTo>
                  <a:lnTo>
                    <a:pt x="862985" y="2022819"/>
                  </a:lnTo>
                  <a:lnTo>
                    <a:pt x="863840" y="2106965"/>
                  </a:lnTo>
                  <a:lnTo>
                    <a:pt x="864696" y="2081873"/>
                  </a:lnTo>
                  <a:lnTo>
                    <a:pt x="865551" y="2053259"/>
                  </a:lnTo>
                  <a:lnTo>
                    <a:pt x="866407" y="2096314"/>
                  </a:lnTo>
                  <a:lnTo>
                    <a:pt x="867262" y="2088656"/>
                  </a:lnTo>
                  <a:lnTo>
                    <a:pt x="868118" y="2049805"/>
                  </a:lnTo>
                  <a:lnTo>
                    <a:pt x="868973" y="2010683"/>
                  </a:lnTo>
                  <a:lnTo>
                    <a:pt x="869829" y="2024330"/>
                  </a:lnTo>
                  <a:lnTo>
                    <a:pt x="870684" y="2084777"/>
                  </a:lnTo>
                  <a:lnTo>
                    <a:pt x="871540" y="2051693"/>
                  </a:lnTo>
                  <a:lnTo>
                    <a:pt x="872395" y="1953065"/>
                  </a:lnTo>
                  <a:lnTo>
                    <a:pt x="873251" y="1927494"/>
                  </a:lnTo>
                  <a:lnTo>
                    <a:pt x="874107" y="1963913"/>
                  </a:lnTo>
                  <a:lnTo>
                    <a:pt x="874962" y="2059875"/>
                  </a:lnTo>
                  <a:lnTo>
                    <a:pt x="875818" y="2056344"/>
                  </a:lnTo>
                  <a:lnTo>
                    <a:pt x="876673" y="2013754"/>
                  </a:lnTo>
                  <a:lnTo>
                    <a:pt x="877529" y="2056638"/>
                  </a:lnTo>
                  <a:lnTo>
                    <a:pt x="878384" y="1967557"/>
                  </a:lnTo>
                  <a:lnTo>
                    <a:pt x="879240" y="1865267"/>
                  </a:lnTo>
                  <a:lnTo>
                    <a:pt x="880095" y="1809699"/>
                  </a:lnTo>
                  <a:lnTo>
                    <a:pt x="880951" y="1721172"/>
                  </a:lnTo>
                  <a:lnTo>
                    <a:pt x="881806" y="1825546"/>
                  </a:lnTo>
                  <a:lnTo>
                    <a:pt x="882662" y="1767427"/>
                  </a:lnTo>
                  <a:lnTo>
                    <a:pt x="883517" y="1746468"/>
                  </a:lnTo>
                  <a:lnTo>
                    <a:pt x="884373" y="1696721"/>
                  </a:lnTo>
                  <a:lnTo>
                    <a:pt x="885228" y="1630592"/>
                  </a:lnTo>
                  <a:lnTo>
                    <a:pt x="886084" y="1644725"/>
                  </a:lnTo>
                  <a:lnTo>
                    <a:pt x="886939" y="1567233"/>
                  </a:lnTo>
                  <a:lnTo>
                    <a:pt x="887795" y="1627381"/>
                  </a:lnTo>
                  <a:lnTo>
                    <a:pt x="888650" y="1732364"/>
                  </a:lnTo>
                  <a:lnTo>
                    <a:pt x="889506" y="1804960"/>
                  </a:lnTo>
                  <a:lnTo>
                    <a:pt x="890362" y="1843930"/>
                  </a:lnTo>
                  <a:lnTo>
                    <a:pt x="891217" y="1866535"/>
                  </a:lnTo>
                  <a:lnTo>
                    <a:pt x="892073" y="1799196"/>
                  </a:lnTo>
                  <a:lnTo>
                    <a:pt x="892928" y="1721635"/>
                  </a:lnTo>
                  <a:lnTo>
                    <a:pt x="893784" y="1658177"/>
                  </a:lnTo>
                  <a:lnTo>
                    <a:pt x="894639" y="1641015"/>
                  </a:lnTo>
                  <a:lnTo>
                    <a:pt x="895495" y="1685337"/>
                  </a:lnTo>
                  <a:lnTo>
                    <a:pt x="896350" y="1581558"/>
                  </a:lnTo>
                  <a:lnTo>
                    <a:pt x="897206" y="1637525"/>
                  </a:lnTo>
                  <a:lnTo>
                    <a:pt x="898061" y="1585170"/>
                  </a:lnTo>
                  <a:lnTo>
                    <a:pt x="898917" y="1514486"/>
                  </a:lnTo>
                  <a:lnTo>
                    <a:pt x="899772" y="1601873"/>
                  </a:lnTo>
                  <a:lnTo>
                    <a:pt x="900628" y="1558987"/>
                  </a:lnTo>
                  <a:lnTo>
                    <a:pt x="901483" y="1599093"/>
                  </a:lnTo>
                  <a:lnTo>
                    <a:pt x="902339" y="1655543"/>
                  </a:lnTo>
                  <a:lnTo>
                    <a:pt x="903194" y="1666486"/>
                  </a:lnTo>
                  <a:lnTo>
                    <a:pt x="904050" y="1733477"/>
                  </a:lnTo>
                  <a:lnTo>
                    <a:pt x="904905" y="1701156"/>
                  </a:lnTo>
                  <a:lnTo>
                    <a:pt x="905761" y="1665597"/>
                  </a:lnTo>
                  <a:lnTo>
                    <a:pt x="906617" y="1660518"/>
                  </a:lnTo>
                  <a:lnTo>
                    <a:pt x="907472" y="1609223"/>
                  </a:lnTo>
                  <a:lnTo>
                    <a:pt x="908328" y="1606844"/>
                  </a:lnTo>
                  <a:lnTo>
                    <a:pt x="909183" y="1557329"/>
                  </a:lnTo>
                  <a:lnTo>
                    <a:pt x="910039" y="1613520"/>
                  </a:lnTo>
                  <a:lnTo>
                    <a:pt x="910894" y="1708473"/>
                  </a:lnTo>
                  <a:lnTo>
                    <a:pt x="911750" y="1751901"/>
                  </a:lnTo>
                  <a:lnTo>
                    <a:pt x="912605" y="1834576"/>
                  </a:lnTo>
                  <a:lnTo>
                    <a:pt x="913461" y="1868183"/>
                  </a:lnTo>
                  <a:lnTo>
                    <a:pt x="914316" y="1936112"/>
                  </a:lnTo>
                  <a:lnTo>
                    <a:pt x="915172" y="1897565"/>
                  </a:lnTo>
                  <a:lnTo>
                    <a:pt x="916027" y="1981251"/>
                  </a:lnTo>
                  <a:lnTo>
                    <a:pt x="916883" y="2069637"/>
                  </a:lnTo>
                  <a:lnTo>
                    <a:pt x="917738" y="2066229"/>
                  </a:lnTo>
                  <a:lnTo>
                    <a:pt x="918594" y="2097639"/>
                  </a:lnTo>
                  <a:lnTo>
                    <a:pt x="919449" y="2125030"/>
                  </a:lnTo>
                  <a:lnTo>
                    <a:pt x="920305" y="2154554"/>
                  </a:lnTo>
                  <a:lnTo>
                    <a:pt x="921160" y="2218888"/>
                  </a:lnTo>
                  <a:lnTo>
                    <a:pt x="922016" y="2223552"/>
                  </a:lnTo>
                  <a:lnTo>
                    <a:pt x="922872" y="2233756"/>
                  </a:lnTo>
                  <a:lnTo>
                    <a:pt x="923727" y="2236853"/>
                  </a:lnTo>
                  <a:lnTo>
                    <a:pt x="924583" y="2237942"/>
                  </a:lnTo>
                  <a:lnTo>
                    <a:pt x="925438" y="2238302"/>
                  </a:lnTo>
                  <a:lnTo>
                    <a:pt x="926294" y="2238968"/>
                  </a:lnTo>
                  <a:lnTo>
                    <a:pt x="927149" y="2231526"/>
                  </a:lnTo>
                  <a:lnTo>
                    <a:pt x="928005" y="2231883"/>
                  </a:lnTo>
                  <a:lnTo>
                    <a:pt x="928860" y="2232669"/>
                  </a:lnTo>
                  <a:lnTo>
                    <a:pt x="929716" y="2236367"/>
                  </a:lnTo>
                  <a:lnTo>
                    <a:pt x="930571" y="2226317"/>
                  </a:lnTo>
                  <a:lnTo>
                    <a:pt x="931427" y="2201637"/>
                  </a:lnTo>
                  <a:lnTo>
                    <a:pt x="932282" y="2197848"/>
                  </a:lnTo>
                  <a:lnTo>
                    <a:pt x="933138" y="2164245"/>
                  </a:lnTo>
                  <a:lnTo>
                    <a:pt x="933993" y="2165825"/>
                  </a:lnTo>
                  <a:lnTo>
                    <a:pt x="934849" y="2142675"/>
                  </a:lnTo>
                  <a:lnTo>
                    <a:pt x="935704" y="2089609"/>
                  </a:lnTo>
                  <a:lnTo>
                    <a:pt x="936560" y="2114626"/>
                  </a:lnTo>
                  <a:lnTo>
                    <a:pt x="937416" y="2032938"/>
                  </a:lnTo>
                  <a:lnTo>
                    <a:pt x="938271" y="1951850"/>
                  </a:lnTo>
                  <a:lnTo>
                    <a:pt x="939127" y="1922091"/>
                  </a:lnTo>
                  <a:lnTo>
                    <a:pt x="939982" y="1800290"/>
                  </a:lnTo>
                  <a:lnTo>
                    <a:pt x="940838" y="1834719"/>
                  </a:lnTo>
                  <a:lnTo>
                    <a:pt x="941693" y="1792073"/>
                  </a:lnTo>
                  <a:lnTo>
                    <a:pt x="942549" y="1868916"/>
                  </a:lnTo>
                  <a:lnTo>
                    <a:pt x="943404" y="1925277"/>
                  </a:lnTo>
                  <a:lnTo>
                    <a:pt x="944260" y="2020587"/>
                  </a:lnTo>
                  <a:lnTo>
                    <a:pt x="945115" y="2011195"/>
                  </a:lnTo>
                  <a:lnTo>
                    <a:pt x="945971" y="1995014"/>
                  </a:lnTo>
                  <a:lnTo>
                    <a:pt x="946826" y="1994805"/>
                  </a:lnTo>
                  <a:lnTo>
                    <a:pt x="947682" y="1946113"/>
                  </a:lnTo>
                  <a:lnTo>
                    <a:pt x="948537" y="1856286"/>
                  </a:lnTo>
                  <a:lnTo>
                    <a:pt x="949393" y="1889681"/>
                  </a:lnTo>
                  <a:lnTo>
                    <a:pt x="950248" y="1938651"/>
                  </a:lnTo>
                  <a:lnTo>
                    <a:pt x="951104" y="1967658"/>
                  </a:lnTo>
                  <a:lnTo>
                    <a:pt x="951959" y="1830411"/>
                  </a:lnTo>
                  <a:lnTo>
                    <a:pt x="952815" y="1831014"/>
                  </a:lnTo>
                  <a:lnTo>
                    <a:pt x="953671" y="1779101"/>
                  </a:lnTo>
                  <a:lnTo>
                    <a:pt x="954526" y="1879855"/>
                  </a:lnTo>
                  <a:lnTo>
                    <a:pt x="955382" y="1856190"/>
                  </a:lnTo>
                  <a:lnTo>
                    <a:pt x="956237" y="1858476"/>
                  </a:lnTo>
                  <a:lnTo>
                    <a:pt x="957093" y="1984747"/>
                  </a:lnTo>
                  <a:lnTo>
                    <a:pt x="957948" y="2066953"/>
                  </a:lnTo>
                  <a:lnTo>
                    <a:pt x="958804" y="2097046"/>
                  </a:lnTo>
                  <a:lnTo>
                    <a:pt x="959659" y="2023569"/>
                  </a:lnTo>
                  <a:lnTo>
                    <a:pt x="960515" y="2086427"/>
                  </a:lnTo>
                  <a:lnTo>
                    <a:pt x="961370" y="2123597"/>
                  </a:lnTo>
                  <a:lnTo>
                    <a:pt x="962226" y="2113470"/>
                  </a:lnTo>
                  <a:lnTo>
                    <a:pt x="963081" y="2143990"/>
                  </a:lnTo>
                  <a:lnTo>
                    <a:pt x="963937" y="2094294"/>
                  </a:lnTo>
                  <a:lnTo>
                    <a:pt x="964792" y="2093052"/>
                  </a:lnTo>
                  <a:lnTo>
                    <a:pt x="965648" y="2149893"/>
                  </a:lnTo>
                  <a:lnTo>
                    <a:pt x="966503" y="2138759"/>
                  </a:lnTo>
                  <a:lnTo>
                    <a:pt x="967359" y="2160225"/>
                  </a:lnTo>
                  <a:lnTo>
                    <a:pt x="968214" y="2185964"/>
                  </a:lnTo>
                  <a:lnTo>
                    <a:pt x="969070" y="2172575"/>
                  </a:lnTo>
                  <a:lnTo>
                    <a:pt x="969926" y="2177102"/>
                  </a:lnTo>
                  <a:lnTo>
                    <a:pt x="970781" y="2177539"/>
                  </a:lnTo>
                  <a:lnTo>
                    <a:pt x="971637" y="2100326"/>
                  </a:lnTo>
                  <a:lnTo>
                    <a:pt x="972492" y="2136781"/>
                  </a:lnTo>
                  <a:lnTo>
                    <a:pt x="973348" y="2101667"/>
                  </a:lnTo>
                  <a:lnTo>
                    <a:pt x="974203" y="2109248"/>
                  </a:lnTo>
                  <a:lnTo>
                    <a:pt x="975059" y="2141241"/>
                  </a:lnTo>
                  <a:lnTo>
                    <a:pt x="975914" y="2175822"/>
                  </a:lnTo>
                  <a:lnTo>
                    <a:pt x="976770" y="2222174"/>
                  </a:lnTo>
                  <a:lnTo>
                    <a:pt x="977625" y="2232697"/>
                  </a:lnTo>
                  <a:lnTo>
                    <a:pt x="978481" y="2236643"/>
                  </a:lnTo>
                  <a:lnTo>
                    <a:pt x="979336" y="2247067"/>
                  </a:lnTo>
                  <a:lnTo>
                    <a:pt x="980192" y="2202462"/>
                  </a:lnTo>
                  <a:lnTo>
                    <a:pt x="981047" y="2236234"/>
                  </a:lnTo>
                  <a:lnTo>
                    <a:pt x="981903" y="2230443"/>
                  </a:lnTo>
                  <a:lnTo>
                    <a:pt x="982758" y="2243961"/>
                  </a:lnTo>
                  <a:lnTo>
                    <a:pt x="983614" y="2261935"/>
                  </a:lnTo>
                  <a:lnTo>
                    <a:pt x="984470" y="2242255"/>
                  </a:lnTo>
                  <a:lnTo>
                    <a:pt x="985325" y="2252617"/>
                  </a:lnTo>
                  <a:lnTo>
                    <a:pt x="986181" y="2248813"/>
                  </a:lnTo>
                  <a:lnTo>
                    <a:pt x="987036" y="2252693"/>
                  </a:lnTo>
                  <a:lnTo>
                    <a:pt x="987892" y="2267497"/>
                  </a:lnTo>
                  <a:lnTo>
                    <a:pt x="988747" y="2238109"/>
                  </a:lnTo>
                  <a:lnTo>
                    <a:pt x="989603" y="2268337"/>
                  </a:lnTo>
                  <a:lnTo>
                    <a:pt x="990458" y="2270207"/>
                  </a:lnTo>
                  <a:lnTo>
                    <a:pt x="991314" y="2262699"/>
                  </a:lnTo>
                  <a:lnTo>
                    <a:pt x="991895" y="22782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090709" y="5772075"/>
              <a:ext cx="178536" cy="607374"/>
            </a:xfrm>
            <a:custGeom>
              <a:avLst/>
              <a:pathLst>
                <a:path w="178536" h="607374">
                  <a:moveTo>
                    <a:pt x="0" y="607374"/>
                  </a:moveTo>
                  <a:lnTo>
                    <a:pt x="815" y="598661"/>
                  </a:lnTo>
                  <a:lnTo>
                    <a:pt x="1671" y="591997"/>
                  </a:lnTo>
                  <a:lnTo>
                    <a:pt x="2526" y="574271"/>
                  </a:lnTo>
                  <a:lnTo>
                    <a:pt x="3382" y="588154"/>
                  </a:lnTo>
                  <a:lnTo>
                    <a:pt x="4237" y="572163"/>
                  </a:lnTo>
                  <a:lnTo>
                    <a:pt x="5093" y="559954"/>
                  </a:lnTo>
                  <a:lnTo>
                    <a:pt x="5948" y="586659"/>
                  </a:lnTo>
                  <a:lnTo>
                    <a:pt x="6804" y="564306"/>
                  </a:lnTo>
                  <a:lnTo>
                    <a:pt x="7659" y="573782"/>
                  </a:lnTo>
                  <a:lnTo>
                    <a:pt x="8515" y="551565"/>
                  </a:lnTo>
                  <a:lnTo>
                    <a:pt x="9370" y="523924"/>
                  </a:lnTo>
                  <a:lnTo>
                    <a:pt x="10226" y="497925"/>
                  </a:lnTo>
                  <a:lnTo>
                    <a:pt x="11081" y="516306"/>
                  </a:lnTo>
                  <a:lnTo>
                    <a:pt x="11937" y="538027"/>
                  </a:lnTo>
                  <a:lnTo>
                    <a:pt x="12793" y="554375"/>
                  </a:lnTo>
                  <a:lnTo>
                    <a:pt x="13648" y="532710"/>
                  </a:lnTo>
                  <a:lnTo>
                    <a:pt x="14504" y="589207"/>
                  </a:lnTo>
                  <a:lnTo>
                    <a:pt x="15359" y="577693"/>
                  </a:lnTo>
                  <a:lnTo>
                    <a:pt x="16215" y="595808"/>
                  </a:lnTo>
                  <a:lnTo>
                    <a:pt x="17070" y="589130"/>
                  </a:lnTo>
                  <a:lnTo>
                    <a:pt x="17926" y="569418"/>
                  </a:lnTo>
                  <a:lnTo>
                    <a:pt x="18781" y="576665"/>
                  </a:lnTo>
                  <a:lnTo>
                    <a:pt x="19637" y="535813"/>
                  </a:lnTo>
                  <a:lnTo>
                    <a:pt x="20492" y="533880"/>
                  </a:lnTo>
                  <a:lnTo>
                    <a:pt x="21348" y="499541"/>
                  </a:lnTo>
                  <a:lnTo>
                    <a:pt x="22203" y="481513"/>
                  </a:lnTo>
                  <a:lnTo>
                    <a:pt x="23059" y="488983"/>
                  </a:lnTo>
                  <a:lnTo>
                    <a:pt x="23914" y="440741"/>
                  </a:lnTo>
                  <a:lnTo>
                    <a:pt x="24770" y="431539"/>
                  </a:lnTo>
                  <a:lnTo>
                    <a:pt x="25625" y="382184"/>
                  </a:lnTo>
                  <a:lnTo>
                    <a:pt x="26481" y="332189"/>
                  </a:lnTo>
                  <a:lnTo>
                    <a:pt x="27336" y="265230"/>
                  </a:lnTo>
                  <a:lnTo>
                    <a:pt x="28192" y="235652"/>
                  </a:lnTo>
                  <a:lnTo>
                    <a:pt x="29048" y="244399"/>
                  </a:lnTo>
                  <a:lnTo>
                    <a:pt x="29903" y="341417"/>
                  </a:lnTo>
                  <a:lnTo>
                    <a:pt x="30759" y="361896"/>
                  </a:lnTo>
                  <a:lnTo>
                    <a:pt x="31614" y="347626"/>
                  </a:lnTo>
                  <a:lnTo>
                    <a:pt x="32470" y="268776"/>
                  </a:lnTo>
                  <a:lnTo>
                    <a:pt x="33325" y="364994"/>
                  </a:lnTo>
                  <a:lnTo>
                    <a:pt x="34181" y="421549"/>
                  </a:lnTo>
                  <a:lnTo>
                    <a:pt x="35036" y="441077"/>
                  </a:lnTo>
                  <a:lnTo>
                    <a:pt x="35892" y="384885"/>
                  </a:lnTo>
                  <a:lnTo>
                    <a:pt x="36747" y="409542"/>
                  </a:lnTo>
                  <a:lnTo>
                    <a:pt x="37603" y="396014"/>
                  </a:lnTo>
                  <a:lnTo>
                    <a:pt x="38458" y="409128"/>
                  </a:lnTo>
                  <a:lnTo>
                    <a:pt x="39314" y="374097"/>
                  </a:lnTo>
                  <a:lnTo>
                    <a:pt x="40169" y="261456"/>
                  </a:lnTo>
                  <a:lnTo>
                    <a:pt x="41025" y="408275"/>
                  </a:lnTo>
                  <a:lnTo>
                    <a:pt x="41880" y="425963"/>
                  </a:lnTo>
                  <a:lnTo>
                    <a:pt x="42736" y="370857"/>
                  </a:lnTo>
                  <a:lnTo>
                    <a:pt x="43591" y="395356"/>
                  </a:lnTo>
                  <a:lnTo>
                    <a:pt x="44447" y="426234"/>
                  </a:lnTo>
                  <a:lnTo>
                    <a:pt x="45303" y="466701"/>
                  </a:lnTo>
                  <a:lnTo>
                    <a:pt x="46158" y="468213"/>
                  </a:lnTo>
                  <a:lnTo>
                    <a:pt x="47014" y="441287"/>
                  </a:lnTo>
                  <a:lnTo>
                    <a:pt x="47869" y="428517"/>
                  </a:lnTo>
                  <a:lnTo>
                    <a:pt x="48725" y="420233"/>
                  </a:lnTo>
                  <a:lnTo>
                    <a:pt x="49580" y="437337"/>
                  </a:lnTo>
                  <a:lnTo>
                    <a:pt x="50436" y="424126"/>
                  </a:lnTo>
                  <a:lnTo>
                    <a:pt x="51291" y="432853"/>
                  </a:lnTo>
                  <a:lnTo>
                    <a:pt x="52147" y="463312"/>
                  </a:lnTo>
                  <a:lnTo>
                    <a:pt x="53002" y="446386"/>
                  </a:lnTo>
                  <a:lnTo>
                    <a:pt x="53858" y="412865"/>
                  </a:lnTo>
                  <a:lnTo>
                    <a:pt x="54713" y="359554"/>
                  </a:lnTo>
                  <a:lnTo>
                    <a:pt x="55569" y="332945"/>
                  </a:lnTo>
                  <a:lnTo>
                    <a:pt x="56424" y="302524"/>
                  </a:lnTo>
                  <a:lnTo>
                    <a:pt x="57280" y="281274"/>
                  </a:lnTo>
                  <a:lnTo>
                    <a:pt x="58135" y="344049"/>
                  </a:lnTo>
                  <a:lnTo>
                    <a:pt x="58991" y="309615"/>
                  </a:lnTo>
                  <a:lnTo>
                    <a:pt x="59846" y="325589"/>
                  </a:lnTo>
                  <a:lnTo>
                    <a:pt x="60702" y="235237"/>
                  </a:lnTo>
                  <a:lnTo>
                    <a:pt x="61558" y="253624"/>
                  </a:lnTo>
                  <a:lnTo>
                    <a:pt x="62413" y="190540"/>
                  </a:lnTo>
                  <a:lnTo>
                    <a:pt x="63269" y="144309"/>
                  </a:lnTo>
                  <a:lnTo>
                    <a:pt x="64124" y="133878"/>
                  </a:lnTo>
                  <a:lnTo>
                    <a:pt x="64980" y="119381"/>
                  </a:lnTo>
                  <a:lnTo>
                    <a:pt x="65835" y="86598"/>
                  </a:lnTo>
                  <a:lnTo>
                    <a:pt x="66691" y="154063"/>
                  </a:lnTo>
                  <a:lnTo>
                    <a:pt x="67546" y="99446"/>
                  </a:lnTo>
                  <a:lnTo>
                    <a:pt x="68402" y="126435"/>
                  </a:lnTo>
                  <a:lnTo>
                    <a:pt x="69257" y="134457"/>
                  </a:lnTo>
                  <a:lnTo>
                    <a:pt x="70113" y="171680"/>
                  </a:lnTo>
                  <a:lnTo>
                    <a:pt x="70968" y="323685"/>
                  </a:lnTo>
                  <a:lnTo>
                    <a:pt x="71824" y="160982"/>
                  </a:lnTo>
                  <a:lnTo>
                    <a:pt x="72679" y="124792"/>
                  </a:lnTo>
                  <a:lnTo>
                    <a:pt x="73535" y="150030"/>
                  </a:lnTo>
                  <a:lnTo>
                    <a:pt x="74390" y="146596"/>
                  </a:lnTo>
                  <a:lnTo>
                    <a:pt x="75246" y="170560"/>
                  </a:lnTo>
                  <a:lnTo>
                    <a:pt x="76102" y="140180"/>
                  </a:lnTo>
                  <a:lnTo>
                    <a:pt x="76957" y="200838"/>
                  </a:lnTo>
                  <a:lnTo>
                    <a:pt x="77813" y="225321"/>
                  </a:lnTo>
                  <a:lnTo>
                    <a:pt x="78668" y="255863"/>
                  </a:lnTo>
                  <a:lnTo>
                    <a:pt x="79524" y="308211"/>
                  </a:lnTo>
                  <a:lnTo>
                    <a:pt x="80379" y="334484"/>
                  </a:lnTo>
                  <a:lnTo>
                    <a:pt x="81235" y="304085"/>
                  </a:lnTo>
                  <a:lnTo>
                    <a:pt x="82090" y="315869"/>
                  </a:lnTo>
                  <a:lnTo>
                    <a:pt x="82946" y="385637"/>
                  </a:lnTo>
                  <a:lnTo>
                    <a:pt x="83801" y="435844"/>
                  </a:lnTo>
                  <a:lnTo>
                    <a:pt x="84657" y="313871"/>
                  </a:lnTo>
                  <a:lnTo>
                    <a:pt x="85512" y="317013"/>
                  </a:lnTo>
                  <a:lnTo>
                    <a:pt x="86368" y="310838"/>
                  </a:lnTo>
                  <a:lnTo>
                    <a:pt x="87223" y="405829"/>
                  </a:lnTo>
                  <a:lnTo>
                    <a:pt x="88079" y="414405"/>
                  </a:lnTo>
                  <a:lnTo>
                    <a:pt x="88934" y="368642"/>
                  </a:lnTo>
                  <a:lnTo>
                    <a:pt x="89790" y="288809"/>
                  </a:lnTo>
                  <a:lnTo>
                    <a:pt x="90645" y="263758"/>
                  </a:lnTo>
                  <a:lnTo>
                    <a:pt x="91501" y="379155"/>
                  </a:lnTo>
                  <a:lnTo>
                    <a:pt x="92357" y="354284"/>
                  </a:lnTo>
                  <a:lnTo>
                    <a:pt x="93212" y="334955"/>
                  </a:lnTo>
                  <a:lnTo>
                    <a:pt x="94068" y="315909"/>
                  </a:lnTo>
                  <a:lnTo>
                    <a:pt x="94923" y="333125"/>
                  </a:lnTo>
                  <a:lnTo>
                    <a:pt x="95779" y="291490"/>
                  </a:lnTo>
                  <a:lnTo>
                    <a:pt x="96634" y="242659"/>
                  </a:lnTo>
                  <a:lnTo>
                    <a:pt x="97490" y="228884"/>
                  </a:lnTo>
                  <a:lnTo>
                    <a:pt x="98345" y="143548"/>
                  </a:lnTo>
                  <a:lnTo>
                    <a:pt x="99201" y="288844"/>
                  </a:lnTo>
                  <a:lnTo>
                    <a:pt x="100056" y="280623"/>
                  </a:lnTo>
                  <a:lnTo>
                    <a:pt x="100912" y="206393"/>
                  </a:lnTo>
                  <a:lnTo>
                    <a:pt x="101767" y="196011"/>
                  </a:lnTo>
                  <a:lnTo>
                    <a:pt x="102623" y="184117"/>
                  </a:lnTo>
                  <a:lnTo>
                    <a:pt x="103478" y="152448"/>
                  </a:lnTo>
                  <a:lnTo>
                    <a:pt x="104334" y="151816"/>
                  </a:lnTo>
                  <a:lnTo>
                    <a:pt x="105189" y="170148"/>
                  </a:lnTo>
                  <a:lnTo>
                    <a:pt x="106045" y="186202"/>
                  </a:lnTo>
                  <a:lnTo>
                    <a:pt x="106900" y="180150"/>
                  </a:lnTo>
                  <a:lnTo>
                    <a:pt x="107756" y="279586"/>
                  </a:lnTo>
                  <a:lnTo>
                    <a:pt x="108612" y="291251"/>
                  </a:lnTo>
                  <a:lnTo>
                    <a:pt x="109467" y="363660"/>
                  </a:lnTo>
                  <a:lnTo>
                    <a:pt x="110323" y="322790"/>
                  </a:lnTo>
                  <a:lnTo>
                    <a:pt x="111178" y="186006"/>
                  </a:lnTo>
                  <a:lnTo>
                    <a:pt x="112034" y="147249"/>
                  </a:lnTo>
                  <a:lnTo>
                    <a:pt x="112889" y="169331"/>
                  </a:lnTo>
                  <a:lnTo>
                    <a:pt x="113745" y="191548"/>
                  </a:lnTo>
                  <a:lnTo>
                    <a:pt x="114600" y="139348"/>
                  </a:lnTo>
                  <a:lnTo>
                    <a:pt x="115456" y="70354"/>
                  </a:lnTo>
                  <a:lnTo>
                    <a:pt x="116311" y="0"/>
                  </a:lnTo>
                  <a:lnTo>
                    <a:pt x="117167" y="63926"/>
                  </a:lnTo>
                  <a:lnTo>
                    <a:pt x="118022" y="54594"/>
                  </a:lnTo>
                  <a:lnTo>
                    <a:pt x="118878" y="62922"/>
                  </a:lnTo>
                  <a:lnTo>
                    <a:pt x="119733" y="106989"/>
                  </a:lnTo>
                  <a:lnTo>
                    <a:pt x="120589" y="198711"/>
                  </a:lnTo>
                  <a:lnTo>
                    <a:pt x="121444" y="238195"/>
                  </a:lnTo>
                  <a:lnTo>
                    <a:pt x="122300" y="202583"/>
                  </a:lnTo>
                  <a:lnTo>
                    <a:pt x="123156" y="172895"/>
                  </a:lnTo>
                  <a:lnTo>
                    <a:pt x="124011" y="193072"/>
                  </a:lnTo>
                  <a:lnTo>
                    <a:pt x="124867" y="175954"/>
                  </a:lnTo>
                  <a:lnTo>
                    <a:pt x="125722" y="287871"/>
                  </a:lnTo>
                  <a:lnTo>
                    <a:pt x="126578" y="241660"/>
                  </a:lnTo>
                  <a:lnTo>
                    <a:pt x="127433" y="189815"/>
                  </a:lnTo>
                  <a:lnTo>
                    <a:pt x="128289" y="250646"/>
                  </a:lnTo>
                  <a:lnTo>
                    <a:pt x="129144" y="311823"/>
                  </a:lnTo>
                  <a:lnTo>
                    <a:pt x="130000" y="364311"/>
                  </a:lnTo>
                  <a:lnTo>
                    <a:pt x="130855" y="395372"/>
                  </a:lnTo>
                  <a:lnTo>
                    <a:pt x="131711" y="379851"/>
                  </a:lnTo>
                  <a:lnTo>
                    <a:pt x="132566" y="397389"/>
                  </a:lnTo>
                  <a:lnTo>
                    <a:pt x="133422" y="408664"/>
                  </a:lnTo>
                  <a:lnTo>
                    <a:pt x="134277" y="351563"/>
                  </a:lnTo>
                  <a:lnTo>
                    <a:pt x="135133" y="311985"/>
                  </a:lnTo>
                  <a:lnTo>
                    <a:pt x="135988" y="206069"/>
                  </a:lnTo>
                  <a:lnTo>
                    <a:pt x="136844" y="207128"/>
                  </a:lnTo>
                  <a:lnTo>
                    <a:pt x="137699" y="163147"/>
                  </a:lnTo>
                  <a:lnTo>
                    <a:pt x="138555" y="188592"/>
                  </a:lnTo>
                  <a:lnTo>
                    <a:pt x="139411" y="175137"/>
                  </a:lnTo>
                  <a:lnTo>
                    <a:pt x="140266" y="111827"/>
                  </a:lnTo>
                  <a:lnTo>
                    <a:pt x="141122" y="118662"/>
                  </a:lnTo>
                  <a:lnTo>
                    <a:pt x="141977" y="119879"/>
                  </a:lnTo>
                  <a:lnTo>
                    <a:pt x="142833" y="188078"/>
                  </a:lnTo>
                  <a:lnTo>
                    <a:pt x="143688" y="289497"/>
                  </a:lnTo>
                  <a:lnTo>
                    <a:pt x="144544" y="300674"/>
                  </a:lnTo>
                  <a:lnTo>
                    <a:pt x="145399" y="243377"/>
                  </a:lnTo>
                  <a:lnTo>
                    <a:pt x="146255" y="342051"/>
                  </a:lnTo>
                  <a:lnTo>
                    <a:pt x="147110" y="388778"/>
                  </a:lnTo>
                  <a:lnTo>
                    <a:pt x="147966" y="441279"/>
                  </a:lnTo>
                  <a:lnTo>
                    <a:pt x="148821" y="442622"/>
                  </a:lnTo>
                  <a:lnTo>
                    <a:pt x="149677" y="463186"/>
                  </a:lnTo>
                  <a:lnTo>
                    <a:pt x="150532" y="447896"/>
                  </a:lnTo>
                  <a:lnTo>
                    <a:pt x="151388" y="500270"/>
                  </a:lnTo>
                  <a:lnTo>
                    <a:pt x="152243" y="510848"/>
                  </a:lnTo>
                  <a:lnTo>
                    <a:pt x="153099" y="519329"/>
                  </a:lnTo>
                  <a:lnTo>
                    <a:pt x="153954" y="533414"/>
                  </a:lnTo>
                  <a:lnTo>
                    <a:pt x="154810" y="528053"/>
                  </a:lnTo>
                  <a:lnTo>
                    <a:pt x="155666" y="515508"/>
                  </a:lnTo>
                  <a:lnTo>
                    <a:pt x="156521" y="448382"/>
                  </a:lnTo>
                  <a:lnTo>
                    <a:pt x="157377" y="405987"/>
                  </a:lnTo>
                  <a:lnTo>
                    <a:pt x="158232" y="398574"/>
                  </a:lnTo>
                  <a:lnTo>
                    <a:pt x="159088" y="408339"/>
                  </a:lnTo>
                  <a:lnTo>
                    <a:pt x="159943" y="448001"/>
                  </a:lnTo>
                  <a:lnTo>
                    <a:pt x="160799" y="422835"/>
                  </a:lnTo>
                  <a:lnTo>
                    <a:pt x="161654" y="431669"/>
                  </a:lnTo>
                  <a:lnTo>
                    <a:pt x="162510" y="366731"/>
                  </a:lnTo>
                  <a:lnTo>
                    <a:pt x="163365" y="326642"/>
                  </a:lnTo>
                  <a:lnTo>
                    <a:pt x="164221" y="373898"/>
                  </a:lnTo>
                  <a:lnTo>
                    <a:pt x="165076" y="413260"/>
                  </a:lnTo>
                  <a:lnTo>
                    <a:pt x="165932" y="425438"/>
                  </a:lnTo>
                  <a:lnTo>
                    <a:pt x="166787" y="497179"/>
                  </a:lnTo>
                  <a:lnTo>
                    <a:pt x="167643" y="500568"/>
                  </a:lnTo>
                  <a:lnTo>
                    <a:pt x="168498" y="545195"/>
                  </a:lnTo>
                  <a:lnTo>
                    <a:pt x="169354" y="551603"/>
                  </a:lnTo>
                  <a:lnTo>
                    <a:pt x="170210" y="543985"/>
                  </a:lnTo>
                  <a:lnTo>
                    <a:pt x="171065" y="563212"/>
                  </a:lnTo>
                  <a:lnTo>
                    <a:pt x="171921" y="542276"/>
                  </a:lnTo>
                  <a:lnTo>
                    <a:pt x="172776" y="573863"/>
                  </a:lnTo>
                  <a:lnTo>
                    <a:pt x="173632" y="587320"/>
                  </a:lnTo>
                  <a:lnTo>
                    <a:pt x="174487" y="602411"/>
                  </a:lnTo>
                  <a:lnTo>
                    <a:pt x="175343" y="578629"/>
                  </a:lnTo>
                  <a:lnTo>
                    <a:pt x="176198" y="567822"/>
                  </a:lnTo>
                  <a:lnTo>
                    <a:pt x="177054" y="596663"/>
                  </a:lnTo>
                  <a:lnTo>
                    <a:pt x="177909" y="597462"/>
                  </a:lnTo>
                  <a:lnTo>
                    <a:pt x="178536" y="6073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269572" y="6334187"/>
              <a:ext cx="4098" cy="45262"/>
            </a:xfrm>
            <a:custGeom>
              <a:avLst/>
              <a:pathLst>
                <a:path w="4098" h="45262">
                  <a:moveTo>
                    <a:pt x="0" y="45262"/>
                  </a:moveTo>
                  <a:lnTo>
                    <a:pt x="758" y="16941"/>
                  </a:lnTo>
                  <a:lnTo>
                    <a:pt x="1613" y="0"/>
                  </a:lnTo>
                  <a:lnTo>
                    <a:pt x="2469" y="39509"/>
                  </a:lnTo>
                  <a:lnTo>
                    <a:pt x="3324" y="32977"/>
                  </a:lnTo>
                  <a:lnTo>
                    <a:pt x="4098" y="452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273791" y="5974850"/>
              <a:ext cx="67313" cy="404599"/>
            </a:xfrm>
            <a:custGeom>
              <a:avLst/>
              <a:pathLst>
                <a:path w="67313" h="404599">
                  <a:moveTo>
                    <a:pt x="0" y="404599"/>
                  </a:moveTo>
                  <a:lnTo>
                    <a:pt x="816" y="377187"/>
                  </a:lnTo>
                  <a:lnTo>
                    <a:pt x="1672" y="374263"/>
                  </a:lnTo>
                  <a:lnTo>
                    <a:pt x="2527" y="359658"/>
                  </a:lnTo>
                  <a:lnTo>
                    <a:pt x="3383" y="332210"/>
                  </a:lnTo>
                  <a:lnTo>
                    <a:pt x="4238" y="339015"/>
                  </a:lnTo>
                  <a:lnTo>
                    <a:pt x="5094" y="322487"/>
                  </a:lnTo>
                  <a:lnTo>
                    <a:pt x="5949" y="366395"/>
                  </a:lnTo>
                  <a:lnTo>
                    <a:pt x="6805" y="353802"/>
                  </a:lnTo>
                  <a:lnTo>
                    <a:pt x="7661" y="362398"/>
                  </a:lnTo>
                  <a:lnTo>
                    <a:pt x="8516" y="359002"/>
                  </a:lnTo>
                  <a:lnTo>
                    <a:pt x="9372" y="345360"/>
                  </a:lnTo>
                  <a:lnTo>
                    <a:pt x="10227" y="356366"/>
                  </a:lnTo>
                  <a:lnTo>
                    <a:pt x="11083" y="323014"/>
                  </a:lnTo>
                  <a:lnTo>
                    <a:pt x="11938" y="307778"/>
                  </a:lnTo>
                  <a:lnTo>
                    <a:pt x="12794" y="327610"/>
                  </a:lnTo>
                  <a:lnTo>
                    <a:pt x="13649" y="330336"/>
                  </a:lnTo>
                  <a:lnTo>
                    <a:pt x="14505" y="320856"/>
                  </a:lnTo>
                  <a:lnTo>
                    <a:pt x="15360" y="297699"/>
                  </a:lnTo>
                  <a:lnTo>
                    <a:pt x="16216" y="245501"/>
                  </a:lnTo>
                  <a:lnTo>
                    <a:pt x="17071" y="255716"/>
                  </a:lnTo>
                  <a:lnTo>
                    <a:pt x="17927" y="212829"/>
                  </a:lnTo>
                  <a:lnTo>
                    <a:pt x="18782" y="213345"/>
                  </a:lnTo>
                  <a:lnTo>
                    <a:pt x="19638" y="176367"/>
                  </a:lnTo>
                  <a:lnTo>
                    <a:pt x="20493" y="185804"/>
                  </a:lnTo>
                  <a:lnTo>
                    <a:pt x="21349" y="191538"/>
                  </a:lnTo>
                  <a:lnTo>
                    <a:pt x="22204" y="171814"/>
                  </a:lnTo>
                  <a:lnTo>
                    <a:pt x="23060" y="142475"/>
                  </a:lnTo>
                  <a:lnTo>
                    <a:pt x="23916" y="106777"/>
                  </a:lnTo>
                  <a:lnTo>
                    <a:pt x="24771" y="70527"/>
                  </a:lnTo>
                  <a:lnTo>
                    <a:pt x="25627" y="102721"/>
                  </a:lnTo>
                  <a:lnTo>
                    <a:pt x="26482" y="207861"/>
                  </a:lnTo>
                  <a:lnTo>
                    <a:pt x="27338" y="197568"/>
                  </a:lnTo>
                  <a:lnTo>
                    <a:pt x="28193" y="163577"/>
                  </a:lnTo>
                  <a:lnTo>
                    <a:pt x="29049" y="170573"/>
                  </a:lnTo>
                  <a:lnTo>
                    <a:pt x="29904" y="203748"/>
                  </a:lnTo>
                  <a:lnTo>
                    <a:pt x="30760" y="238082"/>
                  </a:lnTo>
                  <a:lnTo>
                    <a:pt x="31615" y="225920"/>
                  </a:lnTo>
                  <a:lnTo>
                    <a:pt x="32471" y="252280"/>
                  </a:lnTo>
                  <a:lnTo>
                    <a:pt x="33326" y="238741"/>
                  </a:lnTo>
                  <a:lnTo>
                    <a:pt x="34182" y="204690"/>
                  </a:lnTo>
                  <a:lnTo>
                    <a:pt x="35037" y="230388"/>
                  </a:lnTo>
                  <a:lnTo>
                    <a:pt x="35893" y="199659"/>
                  </a:lnTo>
                  <a:lnTo>
                    <a:pt x="36748" y="176994"/>
                  </a:lnTo>
                  <a:lnTo>
                    <a:pt x="37604" y="148626"/>
                  </a:lnTo>
                  <a:lnTo>
                    <a:pt x="38459" y="179684"/>
                  </a:lnTo>
                  <a:lnTo>
                    <a:pt x="39315" y="212824"/>
                  </a:lnTo>
                  <a:lnTo>
                    <a:pt x="40171" y="244317"/>
                  </a:lnTo>
                  <a:lnTo>
                    <a:pt x="41026" y="188461"/>
                  </a:lnTo>
                  <a:lnTo>
                    <a:pt x="41882" y="180126"/>
                  </a:lnTo>
                  <a:lnTo>
                    <a:pt x="42737" y="107751"/>
                  </a:lnTo>
                  <a:lnTo>
                    <a:pt x="43593" y="71350"/>
                  </a:lnTo>
                  <a:lnTo>
                    <a:pt x="44448" y="73299"/>
                  </a:lnTo>
                  <a:lnTo>
                    <a:pt x="45304" y="121466"/>
                  </a:lnTo>
                  <a:lnTo>
                    <a:pt x="46159" y="130100"/>
                  </a:lnTo>
                  <a:lnTo>
                    <a:pt x="47015" y="58531"/>
                  </a:lnTo>
                  <a:lnTo>
                    <a:pt x="47870" y="56652"/>
                  </a:lnTo>
                  <a:lnTo>
                    <a:pt x="48726" y="15785"/>
                  </a:lnTo>
                  <a:lnTo>
                    <a:pt x="49581" y="43668"/>
                  </a:lnTo>
                  <a:lnTo>
                    <a:pt x="50437" y="0"/>
                  </a:lnTo>
                  <a:lnTo>
                    <a:pt x="51292" y="20083"/>
                  </a:lnTo>
                  <a:lnTo>
                    <a:pt x="52148" y="61448"/>
                  </a:lnTo>
                  <a:lnTo>
                    <a:pt x="53003" y="163002"/>
                  </a:lnTo>
                  <a:lnTo>
                    <a:pt x="53859" y="187460"/>
                  </a:lnTo>
                  <a:lnTo>
                    <a:pt x="54715" y="171229"/>
                  </a:lnTo>
                  <a:lnTo>
                    <a:pt x="55570" y="184565"/>
                  </a:lnTo>
                  <a:lnTo>
                    <a:pt x="56426" y="162033"/>
                  </a:lnTo>
                  <a:lnTo>
                    <a:pt x="57281" y="179764"/>
                  </a:lnTo>
                  <a:lnTo>
                    <a:pt x="58137" y="250017"/>
                  </a:lnTo>
                  <a:lnTo>
                    <a:pt x="58992" y="290964"/>
                  </a:lnTo>
                  <a:lnTo>
                    <a:pt x="59848" y="332545"/>
                  </a:lnTo>
                  <a:lnTo>
                    <a:pt x="60703" y="350651"/>
                  </a:lnTo>
                  <a:lnTo>
                    <a:pt x="61559" y="374569"/>
                  </a:lnTo>
                  <a:lnTo>
                    <a:pt x="62414" y="386866"/>
                  </a:lnTo>
                  <a:lnTo>
                    <a:pt x="63270" y="394551"/>
                  </a:lnTo>
                  <a:lnTo>
                    <a:pt x="64125" y="402285"/>
                  </a:lnTo>
                  <a:lnTo>
                    <a:pt x="64981" y="394678"/>
                  </a:lnTo>
                  <a:lnTo>
                    <a:pt x="65836" y="399764"/>
                  </a:lnTo>
                  <a:lnTo>
                    <a:pt x="66692" y="401175"/>
                  </a:lnTo>
                  <a:lnTo>
                    <a:pt x="67313" y="40459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7341507" y="5852693"/>
              <a:ext cx="234174" cy="526756"/>
            </a:xfrm>
            <a:custGeom>
              <a:avLst/>
              <a:pathLst>
                <a:path w="234174" h="526756">
                  <a:moveTo>
                    <a:pt x="0" y="526756"/>
                  </a:moveTo>
                  <a:lnTo>
                    <a:pt x="687" y="521452"/>
                  </a:lnTo>
                  <a:lnTo>
                    <a:pt x="1543" y="508274"/>
                  </a:lnTo>
                  <a:lnTo>
                    <a:pt x="2398" y="510825"/>
                  </a:lnTo>
                  <a:lnTo>
                    <a:pt x="3254" y="518650"/>
                  </a:lnTo>
                  <a:lnTo>
                    <a:pt x="4109" y="499428"/>
                  </a:lnTo>
                  <a:lnTo>
                    <a:pt x="4965" y="499032"/>
                  </a:lnTo>
                  <a:lnTo>
                    <a:pt x="5820" y="489039"/>
                  </a:lnTo>
                  <a:lnTo>
                    <a:pt x="6676" y="476153"/>
                  </a:lnTo>
                  <a:lnTo>
                    <a:pt x="7531" y="497434"/>
                  </a:lnTo>
                  <a:lnTo>
                    <a:pt x="8387" y="484408"/>
                  </a:lnTo>
                  <a:lnTo>
                    <a:pt x="9242" y="477283"/>
                  </a:lnTo>
                  <a:lnTo>
                    <a:pt x="10098" y="449240"/>
                  </a:lnTo>
                  <a:lnTo>
                    <a:pt x="10953" y="417935"/>
                  </a:lnTo>
                  <a:lnTo>
                    <a:pt x="11809" y="384598"/>
                  </a:lnTo>
                  <a:lnTo>
                    <a:pt x="12664" y="381002"/>
                  </a:lnTo>
                  <a:lnTo>
                    <a:pt x="13520" y="333949"/>
                  </a:lnTo>
                  <a:lnTo>
                    <a:pt x="14376" y="297919"/>
                  </a:lnTo>
                  <a:lnTo>
                    <a:pt x="15231" y="326200"/>
                  </a:lnTo>
                  <a:lnTo>
                    <a:pt x="16087" y="329976"/>
                  </a:lnTo>
                  <a:lnTo>
                    <a:pt x="16942" y="367304"/>
                  </a:lnTo>
                  <a:lnTo>
                    <a:pt x="17798" y="316360"/>
                  </a:lnTo>
                  <a:lnTo>
                    <a:pt x="18653" y="268760"/>
                  </a:lnTo>
                  <a:lnTo>
                    <a:pt x="19509" y="230792"/>
                  </a:lnTo>
                  <a:lnTo>
                    <a:pt x="20364" y="283710"/>
                  </a:lnTo>
                  <a:lnTo>
                    <a:pt x="21220" y="325269"/>
                  </a:lnTo>
                  <a:lnTo>
                    <a:pt x="22075" y="293816"/>
                  </a:lnTo>
                  <a:lnTo>
                    <a:pt x="22931" y="392611"/>
                  </a:lnTo>
                  <a:lnTo>
                    <a:pt x="23786" y="394711"/>
                  </a:lnTo>
                  <a:lnTo>
                    <a:pt x="24642" y="389146"/>
                  </a:lnTo>
                  <a:lnTo>
                    <a:pt x="25497" y="362975"/>
                  </a:lnTo>
                  <a:lnTo>
                    <a:pt x="26353" y="315628"/>
                  </a:lnTo>
                  <a:lnTo>
                    <a:pt x="27208" y="250518"/>
                  </a:lnTo>
                  <a:lnTo>
                    <a:pt x="28064" y="176963"/>
                  </a:lnTo>
                  <a:lnTo>
                    <a:pt x="28919" y="244950"/>
                  </a:lnTo>
                  <a:lnTo>
                    <a:pt x="29775" y="214710"/>
                  </a:lnTo>
                  <a:lnTo>
                    <a:pt x="30631" y="299303"/>
                  </a:lnTo>
                  <a:lnTo>
                    <a:pt x="31486" y="348092"/>
                  </a:lnTo>
                  <a:lnTo>
                    <a:pt x="32342" y="322696"/>
                  </a:lnTo>
                  <a:lnTo>
                    <a:pt x="33197" y="307296"/>
                  </a:lnTo>
                  <a:lnTo>
                    <a:pt x="34053" y="294074"/>
                  </a:lnTo>
                  <a:lnTo>
                    <a:pt x="34908" y="213317"/>
                  </a:lnTo>
                  <a:lnTo>
                    <a:pt x="35764" y="202031"/>
                  </a:lnTo>
                  <a:lnTo>
                    <a:pt x="36619" y="206299"/>
                  </a:lnTo>
                  <a:lnTo>
                    <a:pt x="37475" y="219641"/>
                  </a:lnTo>
                  <a:lnTo>
                    <a:pt x="38330" y="165340"/>
                  </a:lnTo>
                  <a:lnTo>
                    <a:pt x="39186" y="101065"/>
                  </a:lnTo>
                  <a:lnTo>
                    <a:pt x="40041" y="80847"/>
                  </a:lnTo>
                  <a:lnTo>
                    <a:pt x="40897" y="95331"/>
                  </a:lnTo>
                  <a:lnTo>
                    <a:pt x="41752" y="70631"/>
                  </a:lnTo>
                  <a:lnTo>
                    <a:pt x="42608" y="122165"/>
                  </a:lnTo>
                  <a:lnTo>
                    <a:pt x="43463" y="200899"/>
                  </a:lnTo>
                  <a:lnTo>
                    <a:pt x="44319" y="270403"/>
                  </a:lnTo>
                  <a:lnTo>
                    <a:pt x="45175" y="257254"/>
                  </a:lnTo>
                  <a:lnTo>
                    <a:pt x="46030" y="219946"/>
                  </a:lnTo>
                  <a:lnTo>
                    <a:pt x="46886" y="249338"/>
                  </a:lnTo>
                  <a:lnTo>
                    <a:pt x="47741" y="343900"/>
                  </a:lnTo>
                  <a:lnTo>
                    <a:pt x="48597" y="388540"/>
                  </a:lnTo>
                  <a:lnTo>
                    <a:pt x="49452" y="437875"/>
                  </a:lnTo>
                  <a:lnTo>
                    <a:pt x="50308" y="458156"/>
                  </a:lnTo>
                  <a:lnTo>
                    <a:pt x="51163" y="428739"/>
                  </a:lnTo>
                  <a:lnTo>
                    <a:pt x="52019" y="435766"/>
                  </a:lnTo>
                  <a:lnTo>
                    <a:pt x="52874" y="433927"/>
                  </a:lnTo>
                  <a:lnTo>
                    <a:pt x="53730" y="408863"/>
                  </a:lnTo>
                  <a:lnTo>
                    <a:pt x="54585" y="424229"/>
                  </a:lnTo>
                  <a:lnTo>
                    <a:pt x="55441" y="452665"/>
                  </a:lnTo>
                  <a:lnTo>
                    <a:pt x="56296" y="444571"/>
                  </a:lnTo>
                  <a:lnTo>
                    <a:pt x="57152" y="430107"/>
                  </a:lnTo>
                  <a:lnTo>
                    <a:pt x="58007" y="390293"/>
                  </a:lnTo>
                  <a:lnTo>
                    <a:pt x="58863" y="375001"/>
                  </a:lnTo>
                  <a:lnTo>
                    <a:pt x="59718" y="416090"/>
                  </a:lnTo>
                  <a:lnTo>
                    <a:pt x="60574" y="400678"/>
                  </a:lnTo>
                  <a:lnTo>
                    <a:pt x="61430" y="306799"/>
                  </a:lnTo>
                  <a:lnTo>
                    <a:pt x="62285" y="238668"/>
                  </a:lnTo>
                  <a:lnTo>
                    <a:pt x="63141" y="265498"/>
                  </a:lnTo>
                  <a:lnTo>
                    <a:pt x="63996" y="185593"/>
                  </a:lnTo>
                  <a:lnTo>
                    <a:pt x="64852" y="242731"/>
                  </a:lnTo>
                  <a:lnTo>
                    <a:pt x="65707" y="265185"/>
                  </a:lnTo>
                  <a:lnTo>
                    <a:pt x="66563" y="303670"/>
                  </a:lnTo>
                  <a:lnTo>
                    <a:pt x="67418" y="249433"/>
                  </a:lnTo>
                  <a:lnTo>
                    <a:pt x="68274" y="283653"/>
                  </a:lnTo>
                  <a:lnTo>
                    <a:pt x="69129" y="317822"/>
                  </a:lnTo>
                  <a:lnTo>
                    <a:pt x="69985" y="320931"/>
                  </a:lnTo>
                  <a:lnTo>
                    <a:pt x="70840" y="374810"/>
                  </a:lnTo>
                  <a:lnTo>
                    <a:pt x="71696" y="355349"/>
                  </a:lnTo>
                  <a:lnTo>
                    <a:pt x="72551" y="301546"/>
                  </a:lnTo>
                  <a:lnTo>
                    <a:pt x="73407" y="287467"/>
                  </a:lnTo>
                  <a:lnTo>
                    <a:pt x="74262" y="338868"/>
                  </a:lnTo>
                  <a:lnTo>
                    <a:pt x="75118" y="367125"/>
                  </a:lnTo>
                  <a:lnTo>
                    <a:pt x="75973" y="365812"/>
                  </a:lnTo>
                  <a:lnTo>
                    <a:pt x="76829" y="286443"/>
                  </a:lnTo>
                  <a:lnTo>
                    <a:pt x="77685" y="249699"/>
                  </a:lnTo>
                  <a:lnTo>
                    <a:pt x="78540" y="219835"/>
                  </a:lnTo>
                  <a:lnTo>
                    <a:pt x="79396" y="225410"/>
                  </a:lnTo>
                  <a:lnTo>
                    <a:pt x="80251" y="205872"/>
                  </a:lnTo>
                  <a:lnTo>
                    <a:pt x="81107" y="313761"/>
                  </a:lnTo>
                  <a:lnTo>
                    <a:pt x="81962" y="306713"/>
                  </a:lnTo>
                  <a:lnTo>
                    <a:pt x="82818" y="219840"/>
                  </a:lnTo>
                  <a:lnTo>
                    <a:pt x="83673" y="197124"/>
                  </a:lnTo>
                  <a:lnTo>
                    <a:pt x="84529" y="262524"/>
                  </a:lnTo>
                  <a:lnTo>
                    <a:pt x="85384" y="232095"/>
                  </a:lnTo>
                  <a:lnTo>
                    <a:pt x="86240" y="178175"/>
                  </a:lnTo>
                  <a:lnTo>
                    <a:pt x="87095" y="175895"/>
                  </a:lnTo>
                  <a:lnTo>
                    <a:pt x="87951" y="261167"/>
                  </a:lnTo>
                  <a:lnTo>
                    <a:pt x="88806" y="231164"/>
                  </a:lnTo>
                  <a:lnTo>
                    <a:pt x="89662" y="236653"/>
                  </a:lnTo>
                  <a:lnTo>
                    <a:pt x="90517" y="233054"/>
                  </a:lnTo>
                  <a:lnTo>
                    <a:pt x="91373" y="267797"/>
                  </a:lnTo>
                  <a:lnTo>
                    <a:pt x="92229" y="273293"/>
                  </a:lnTo>
                  <a:lnTo>
                    <a:pt x="93084" y="281322"/>
                  </a:lnTo>
                  <a:lnTo>
                    <a:pt x="93940" y="244778"/>
                  </a:lnTo>
                  <a:lnTo>
                    <a:pt x="94795" y="289790"/>
                  </a:lnTo>
                  <a:lnTo>
                    <a:pt x="95651" y="289772"/>
                  </a:lnTo>
                  <a:lnTo>
                    <a:pt x="96506" y="354004"/>
                  </a:lnTo>
                  <a:lnTo>
                    <a:pt x="97362" y="164126"/>
                  </a:lnTo>
                  <a:lnTo>
                    <a:pt x="98217" y="159406"/>
                  </a:lnTo>
                  <a:lnTo>
                    <a:pt x="99073" y="117646"/>
                  </a:lnTo>
                  <a:lnTo>
                    <a:pt x="99928" y="100056"/>
                  </a:lnTo>
                  <a:lnTo>
                    <a:pt x="100784" y="78637"/>
                  </a:lnTo>
                  <a:lnTo>
                    <a:pt x="101639" y="0"/>
                  </a:lnTo>
                  <a:lnTo>
                    <a:pt x="102495" y="68520"/>
                  </a:lnTo>
                  <a:lnTo>
                    <a:pt x="103350" y="90268"/>
                  </a:lnTo>
                  <a:lnTo>
                    <a:pt x="104206" y="148465"/>
                  </a:lnTo>
                  <a:lnTo>
                    <a:pt x="105061" y="262387"/>
                  </a:lnTo>
                  <a:lnTo>
                    <a:pt x="105917" y="308060"/>
                  </a:lnTo>
                  <a:lnTo>
                    <a:pt x="106772" y="323198"/>
                  </a:lnTo>
                  <a:lnTo>
                    <a:pt x="107628" y="271175"/>
                  </a:lnTo>
                  <a:lnTo>
                    <a:pt x="108484" y="238400"/>
                  </a:lnTo>
                  <a:lnTo>
                    <a:pt x="109339" y="196334"/>
                  </a:lnTo>
                  <a:lnTo>
                    <a:pt x="110195" y="208255"/>
                  </a:lnTo>
                  <a:lnTo>
                    <a:pt x="111050" y="261881"/>
                  </a:lnTo>
                  <a:lnTo>
                    <a:pt x="111906" y="300906"/>
                  </a:lnTo>
                  <a:lnTo>
                    <a:pt x="112761" y="372076"/>
                  </a:lnTo>
                  <a:lnTo>
                    <a:pt x="113617" y="319058"/>
                  </a:lnTo>
                  <a:lnTo>
                    <a:pt x="114472" y="256879"/>
                  </a:lnTo>
                  <a:lnTo>
                    <a:pt x="115328" y="259915"/>
                  </a:lnTo>
                  <a:lnTo>
                    <a:pt x="116183" y="330199"/>
                  </a:lnTo>
                  <a:lnTo>
                    <a:pt x="117039" y="331465"/>
                  </a:lnTo>
                  <a:lnTo>
                    <a:pt x="117894" y="380166"/>
                  </a:lnTo>
                  <a:lnTo>
                    <a:pt x="118750" y="385312"/>
                  </a:lnTo>
                  <a:lnTo>
                    <a:pt x="119605" y="403757"/>
                  </a:lnTo>
                  <a:lnTo>
                    <a:pt x="120461" y="408207"/>
                  </a:lnTo>
                  <a:lnTo>
                    <a:pt x="121316" y="394638"/>
                  </a:lnTo>
                  <a:lnTo>
                    <a:pt x="122172" y="409823"/>
                  </a:lnTo>
                  <a:lnTo>
                    <a:pt x="123027" y="393849"/>
                  </a:lnTo>
                  <a:lnTo>
                    <a:pt x="123883" y="389740"/>
                  </a:lnTo>
                  <a:lnTo>
                    <a:pt x="124739" y="394008"/>
                  </a:lnTo>
                  <a:lnTo>
                    <a:pt x="125594" y="417282"/>
                  </a:lnTo>
                  <a:lnTo>
                    <a:pt x="126450" y="421848"/>
                  </a:lnTo>
                  <a:lnTo>
                    <a:pt x="127305" y="422348"/>
                  </a:lnTo>
                  <a:lnTo>
                    <a:pt x="128161" y="394121"/>
                  </a:lnTo>
                  <a:lnTo>
                    <a:pt x="129016" y="412671"/>
                  </a:lnTo>
                  <a:lnTo>
                    <a:pt x="129872" y="394194"/>
                  </a:lnTo>
                  <a:lnTo>
                    <a:pt x="130727" y="436160"/>
                  </a:lnTo>
                  <a:lnTo>
                    <a:pt x="131583" y="416671"/>
                  </a:lnTo>
                  <a:lnTo>
                    <a:pt x="132438" y="443689"/>
                  </a:lnTo>
                  <a:lnTo>
                    <a:pt x="133294" y="402449"/>
                  </a:lnTo>
                  <a:lnTo>
                    <a:pt x="134149" y="351411"/>
                  </a:lnTo>
                  <a:lnTo>
                    <a:pt x="135005" y="381830"/>
                  </a:lnTo>
                  <a:lnTo>
                    <a:pt x="135860" y="438460"/>
                  </a:lnTo>
                  <a:lnTo>
                    <a:pt x="136716" y="477700"/>
                  </a:lnTo>
                  <a:lnTo>
                    <a:pt x="137571" y="472089"/>
                  </a:lnTo>
                  <a:lnTo>
                    <a:pt x="138427" y="474317"/>
                  </a:lnTo>
                  <a:lnTo>
                    <a:pt x="139283" y="439097"/>
                  </a:lnTo>
                  <a:lnTo>
                    <a:pt x="140138" y="416056"/>
                  </a:lnTo>
                  <a:lnTo>
                    <a:pt x="140994" y="411617"/>
                  </a:lnTo>
                  <a:lnTo>
                    <a:pt x="141849" y="409058"/>
                  </a:lnTo>
                  <a:lnTo>
                    <a:pt x="142705" y="297053"/>
                  </a:lnTo>
                  <a:lnTo>
                    <a:pt x="143560" y="295784"/>
                  </a:lnTo>
                  <a:lnTo>
                    <a:pt x="144416" y="384124"/>
                  </a:lnTo>
                  <a:lnTo>
                    <a:pt x="145271" y="406956"/>
                  </a:lnTo>
                  <a:lnTo>
                    <a:pt x="146127" y="407324"/>
                  </a:lnTo>
                  <a:lnTo>
                    <a:pt x="146982" y="438966"/>
                  </a:lnTo>
                  <a:lnTo>
                    <a:pt x="147838" y="470558"/>
                  </a:lnTo>
                  <a:lnTo>
                    <a:pt x="148693" y="479614"/>
                  </a:lnTo>
                  <a:lnTo>
                    <a:pt x="149549" y="454679"/>
                  </a:lnTo>
                  <a:lnTo>
                    <a:pt x="150404" y="427814"/>
                  </a:lnTo>
                  <a:lnTo>
                    <a:pt x="151260" y="406599"/>
                  </a:lnTo>
                  <a:lnTo>
                    <a:pt x="152115" y="396801"/>
                  </a:lnTo>
                  <a:lnTo>
                    <a:pt x="152971" y="406034"/>
                  </a:lnTo>
                  <a:lnTo>
                    <a:pt x="153826" y="435725"/>
                  </a:lnTo>
                  <a:lnTo>
                    <a:pt x="154682" y="447940"/>
                  </a:lnTo>
                  <a:lnTo>
                    <a:pt x="155538" y="480314"/>
                  </a:lnTo>
                  <a:lnTo>
                    <a:pt x="156393" y="447239"/>
                  </a:lnTo>
                  <a:lnTo>
                    <a:pt x="157249" y="436111"/>
                  </a:lnTo>
                  <a:lnTo>
                    <a:pt x="158104" y="381420"/>
                  </a:lnTo>
                  <a:lnTo>
                    <a:pt x="158960" y="330973"/>
                  </a:lnTo>
                  <a:lnTo>
                    <a:pt x="159815" y="327288"/>
                  </a:lnTo>
                  <a:lnTo>
                    <a:pt x="160671" y="351403"/>
                  </a:lnTo>
                  <a:lnTo>
                    <a:pt x="161526" y="384235"/>
                  </a:lnTo>
                  <a:lnTo>
                    <a:pt x="162382" y="379828"/>
                  </a:lnTo>
                  <a:lnTo>
                    <a:pt x="163237" y="306761"/>
                  </a:lnTo>
                  <a:lnTo>
                    <a:pt x="164093" y="277338"/>
                  </a:lnTo>
                  <a:lnTo>
                    <a:pt x="164948" y="297838"/>
                  </a:lnTo>
                  <a:lnTo>
                    <a:pt x="165804" y="297840"/>
                  </a:lnTo>
                  <a:lnTo>
                    <a:pt x="166659" y="286294"/>
                  </a:lnTo>
                  <a:lnTo>
                    <a:pt x="167515" y="289104"/>
                  </a:lnTo>
                  <a:lnTo>
                    <a:pt x="168370" y="335546"/>
                  </a:lnTo>
                  <a:lnTo>
                    <a:pt x="169226" y="332210"/>
                  </a:lnTo>
                  <a:lnTo>
                    <a:pt x="170081" y="322387"/>
                  </a:lnTo>
                  <a:lnTo>
                    <a:pt x="170937" y="336107"/>
                  </a:lnTo>
                  <a:lnTo>
                    <a:pt x="171793" y="345096"/>
                  </a:lnTo>
                  <a:lnTo>
                    <a:pt x="172648" y="367826"/>
                  </a:lnTo>
                  <a:lnTo>
                    <a:pt x="173504" y="399835"/>
                  </a:lnTo>
                  <a:lnTo>
                    <a:pt x="174359" y="424627"/>
                  </a:lnTo>
                  <a:lnTo>
                    <a:pt x="175215" y="412796"/>
                  </a:lnTo>
                  <a:lnTo>
                    <a:pt x="176070" y="375260"/>
                  </a:lnTo>
                  <a:lnTo>
                    <a:pt x="176926" y="247989"/>
                  </a:lnTo>
                  <a:lnTo>
                    <a:pt x="177781" y="332142"/>
                  </a:lnTo>
                  <a:lnTo>
                    <a:pt x="178637" y="404743"/>
                  </a:lnTo>
                  <a:lnTo>
                    <a:pt x="179492" y="351563"/>
                  </a:lnTo>
                  <a:lnTo>
                    <a:pt x="180348" y="272659"/>
                  </a:lnTo>
                  <a:lnTo>
                    <a:pt x="181203" y="267815"/>
                  </a:lnTo>
                  <a:lnTo>
                    <a:pt x="182059" y="284977"/>
                  </a:lnTo>
                  <a:lnTo>
                    <a:pt x="182914" y="371833"/>
                  </a:lnTo>
                  <a:lnTo>
                    <a:pt x="183770" y="308112"/>
                  </a:lnTo>
                  <a:lnTo>
                    <a:pt x="184625" y="253444"/>
                  </a:lnTo>
                  <a:lnTo>
                    <a:pt x="185481" y="191816"/>
                  </a:lnTo>
                  <a:lnTo>
                    <a:pt x="186337" y="201340"/>
                  </a:lnTo>
                  <a:lnTo>
                    <a:pt x="187192" y="201124"/>
                  </a:lnTo>
                  <a:lnTo>
                    <a:pt x="188048" y="153024"/>
                  </a:lnTo>
                  <a:lnTo>
                    <a:pt x="188903" y="151418"/>
                  </a:lnTo>
                  <a:lnTo>
                    <a:pt x="189759" y="146863"/>
                  </a:lnTo>
                  <a:lnTo>
                    <a:pt x="190614" y="268612"/>
                  </a:lnTo>
                  <a:lnTo>
                    <a:pt x="191470" y="286555"/>
                  </a:lnTo>
                  <a:lnTo>
                    <a:pt x="192325" y="280875"/>
                  </a:lnTo>
                  <a:lnTo>
                    <a:pt x="193181" y="232431"/>
                  </a:lnTo>
                  <a:lnTo>
                    <a:pt x="194036" y="225474"/>
                  </a:lnTo>
                  <a:lnTo>
                    <a:pt x="194892" y="273936"/>
                  </a:lnTo>
                  <a:lnTo>
                    <a:pt x="195747" y="291097"/>
                  </a:lnTo>
                  <a:lnTo>
                    <a:pt x="196603" y="260763"/>
                  </a:lnTo>
                  <a:lnTo>
                    <a:pt x="197458" y="254977"/>
                  </a:lnTo>
                  <a:lnTo>
                    <a:pt x="198314" y="230144"/>
                  </a:lnTo>
                  <a:lnTo>
                    <a:pt x="199169" y="251749"/>
                  </a:lnTo>
                  <a:lnTo>
                    <a:pt x="200025" y="261897"/>
                  </a:lnTo>
                  <a:lnTo>
                    <a:pt x="200880" y="337666"/>
                  </a:lnTo>
                  <a:lnTo>
                    <a:pt x="201736" y="360040"/>
                  </a:lnTo>
                  <a:lnTo>
                    <a:pt x="202592" y="247976"/>
                  </a:lnTo>
                  <a:lnTo>
                    <a:pt x="203447" y="258854"/>
                  </a:lnTo>
                  <a:lnTo>
                    <a:pt x="204303" y="242409"/>
                  </a:lnTo>
                  <a:lnTo>
                    <a:pt x="205158" y="275963"/>
                  </a:lnTo>
                  <a:lnTo>
                    <a:pt x="206014" y="225236"/>
                  </a:lnTo>
                  <a:lnTo>
                    <a:pt x="206869" y="289424"/>
                  </a:lnTo>
                  <a:lnTo>
                    <a:pt x="207725" y="312509"/>
                  </a:lnTo>
                  <a:lnTo>
                    <a:pt x="208580" y="435741"/>
                  </a:lnTo>
                  <a:lnTo>
                    <a:pt x="209436" y="486090"/>
                  </a:lnTo>
                  <a:lnTo>
                    <a:pt x="210291" y="454508"/>
                  </a:lnTo>
                  <a:lnTo>
                    <a:pt x="211147" y="480279"/>
                  </a:lnTo>
                  <a:lnTo>
                    <a:pt x="212002" y="414471"/>
                  </a:lnTo>
                  <a:lnTo>
                    <a:pt x="212858" y="416723"/>
                  </a:lnTo>
                  <a:lnTo>
                    <a:pt x="213713" y="463153"/>
                  </a:lnTo>
                  <a:lnTo>
                    <a:pt x="214569" y="416660"/>
                  </a:lnTo>
                  <a:lnTo>
                    <a:pt x="215424" y="443359"/>
                  </a:lnTo>
                  <a:lnTo>
                    <a:pt x="216280" y="370935"/>
                  </a:lnTo>
                  <a:lnTo>
                    <a:pt x="217135" y="365608"/>
                  </a:lnTo>
                  <a:lnTo>
                    <a:pt x="217991" y="409399"/>
                  </a:lnTo>
                  <a:lnTo>
                    <a:pt x="218847" y="448532"/>
                  </a:lnTo>
                  <a:lnTo>
                    <a:pt x="219702" y="443594"/>
                  </a:lnTo>
                  <a:lnTo>
                    <a:pt x="220558" y="485694"/>
                  </a:lnTo>
                  <a:lnTo>
                    <a:pt x="221413" y="510384"/>
                  </a:lnTo>
                  <a:lnTo>
                    <a:pt x="222269" y="480961"/>
                  </a:lnTo>
                  <a:lnTo>
                    <a:pt x="223124" y="497292"/>
                  </a:lnTo>
                  <a:lnTo>
                    <a:pt x="223980" y="452900"/>
                  </a:lnTo>
                  <a:lnTo>
                    <a:pt x="224835" y="466753"/>
                  </a:lnTo>
                  <a:lnTo>
                    <a:pt x="225691" y="448698"/>
                  </a:lnTo>
                  <a:lnTo>
                    <a:pt x="226546" y="428515"/>
                  </a:lnTo>
                  <a:lnTo>
                    <a:pt x="227402" y="475980"/>
                  </a:lnTo>
                  <a:lnTo>
                    <a:pt x="228257" y="451783"/>
                  </a:lnTo>
                  <a:lnTo>
                    <a:pt x="229113" y="451410"/>
                  </a:lnTo>
                  <a:lnTo>
                    <a:pt x="229968" y="467617"/>
                  </a:lnTo>
                  <a:lnTo>
                    <a:pt x="230824" y="404978"/>
                  </a:lnTo>
                  <a:lnTo>
                    <a:pt x="231679" y="394858"/>
                  </a:lnTo>
                  <a:lnTo>
                    <a:pt x="232535" y="438753"/>
                  </a:lnTo>
                  <a:lnTo>
                    <a:pt x="233391" y="504015"/>
                  </a:lnTo>
                  <a:lnTo>
                    <a:pt x="234174" y="5267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7575803" y="6343365"/>
              <a:ext cx="6591" cy="36084"/>
            </a:xfrm>
            <a:custGeom>
              <a:avLst/>
              <a:pathLst>
                <a:path w="6591" h="36084">
                  <a:moveTo>
                    <a:pt x="0" y="36084"/>
                  </a:moveTo>
                  <a:lnTo>
                    <a:pt x="806" y="2139"/>
                  </a:lnTo>
                  <a:lnTo>
                    <a:pt x="1661" y="0"/>
                  </a:lnTo>
                  <a:lnTo>
                    <a:pt x="2517" y="11143"/>
                  </a:lnTo>
                  <a:lnTo>
                    <a:pt x="3372" y="9103"/>
                  </a:lnTo>
                  <a:lnTo>
                    <a:pt x="4228" y="20811"/>
                  </a:lnTo>
                  <a:lnTo>
                    <a:pt x="5083" y="6047"/>
                  </a:lnTo>
                  <a:lnTo>
                    <a:pt x="5939" y="22510"/>
                  </a:lnTo>
                  <a:lnTo>
                    <a:pt x="6591" y="360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7582891" y="6367758"/>
              <a:ext cx="3494" cy="11691"/>
            </a:xfrm>
            <a:custGeom>
              <a:avLst/>
              <a:pathLst>
                <a:path w="3494" h="11691">
                  <a:moveTo>
                    <a:pt x="0" y="11691"/>
                  </a:moveTo>
                  <a:lnTo>
                    <a:pt x="561" y="3584"/>
                  </a:lnTo>
                  <a:lnTo>
                    <a:pt x="1417" y="0"/>
                  </a:lnTo>
                  <a:lnTo>
                    <a:pt x="2273" y="7954"/>
                  </a:lnTo>
                  <a:lnTo>
                    <a:pt x="3128" y="7442"/>
                  </a:lnTo>
                  <a:lnTo>
                    <a:pt x="3494" y="116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7587421" y="5476097"/>
              <a:ext cx="208174" cy="903352"/>
            </a:xfrm>
            <a:custGeom>
              <a:avLst/>
              <a:pathLst>
                <a:path w="208174" h="903352">
                  <a:moveTo>
                    <a:pt x="0" y="903352"/>
                  </a:moveTo>
                  <a:lnTo>
                    <a:pt x="309" y="900131"/>
                  </a:lnTo>
                  <a:lnTo>
                    <a:pt x="1165" y="872750"/>
                  </a:lnTo>
                  <a:lnTo>
                    <a:pt x="2020" y="893384"/>
                  </a:lnTo>
                  <a:lnTo>
                    <a:pt x="2876" y="877039"/>
                  </a:lnTo>
                  <a:lnTo>
                    <a:pt x="3731" y="861050"/>
                  </a:lnTo>
                  <a:lnTo>
                    <a:pt x="4587" y="855061"/>
                  </a:lnTo>
                  <a:lnTo>
                    <a:pt x="5442" y="810663"/>
                  </a:lnTo>
                  <a:lnTo>
                    <a:pt x="6298" y="827264"/>
                  </a:lnTo>
                  <a:lnTo>
                    <a:pt x="7153" y="783716"/>
                  </a:lnTo>
                  <a:lnTo>
                    <a:pt x="8009" y="710752"/>
                  </a:lnTo>
                  <a:lnTo>
                    <a:pt x="8864" y="718601"/>
                  </a:lnTo>
                  <a:lnTo>
                    <a:pt x="9720" y="786602"/>
                  </a:lnTo>
                  <a:lnTo>
                    <a:pt x="10575" y="866588"/>
                  </a:lnTo>
                  <a:lnTo>
                    <a:pt x="11431" y="835270"/>
                  </a:lnTo>
                  <a:lnTo>
                    <a:pt x="12286" y="861948"/>
                  </a:lnTo>
                  <a:lnTo>
                    <a:pt x="13142" y="847796"/>
                  </a:lnTo>
                  <a:lnTo>
                    <a:pt x="13998" y="810544"/>
                  </a:lnTo>
                  <a:lnTo>
                    <a:pt x="14853" y="804243"/>
                  </a:lnTo>
                  <a:lnTo>
                    <a:pt x="15709" y="749119"/>
                  </a:lnTo>
                  <a:lnTo>
                    <a:pt x="16564" y="741967"/>
                  </a:lnTo>
                  <a:lnTo>
                    <a:pt x="17420" y="710538"/>
                  </a:lnTo>
                  <a:lnTo>
                    <a:pt x="18275" y="641647"/>
                  </a:lnTo>
                  <a:lnTo>
                    <a:pt x="19131" y="649936"/>
                  </a:lnTo>
                  <a:lnTo>
                    <a:pt x="19986" y="703582"/>
                  </a:lnTo>
                  <a:lnTo>
                    <a:pt x="20842" y="685674"/>
                  </a:lnTo>
                  <a:lnTo>
                    <a:pt x="21697" y="670951"/>
                  </a:lnTo>
                  <a:lnTo>
                    <a:pt x="22553" y="647403"/>
                  </a:lnTo>
                  <a:lnTo>
                    <a:pt x="23408" y="613825"/>
                  </a:lnTo>
                  <a:lnTo>
                    <a:pt x="24264" y="630879"/>
                  </a:lnTo>
                  <a:lnTo>
                    <a:pt x="25119" y="647278"/>
                  </a:lnTo>
                  <a:lnTo>
                    <a:pt x="25975" y="706664"/>
                  </a:lnTo>
                  <a:lnTo>
                    <a:pt x="26830" y="750886"/>
                  </a:lnTo>
                  <a:lnTo>
                    <a:pt x="27686" y="741900"/>
                  </a:lnTo>
                  <a:lnTo>
                    <a:pt x="28541" y="800902"/>
                  </a:lnTo>
                  <a:lnTo>
                    <a:pt x="29397" y="801851"/>
                  </a:lnTo>
                  <a:lnTo>
                    <a:pt x="30253" y="784518"/>
                  </a:lnTo>
                  <a:lnTo>
                    <a:pt x="31108" y="815844"/>
                  </a:lnTo>
                  <a:lnTo>
                    <a:pt x="31964" y="712139"/>
                  </a:lnTo>
                  <a:lnTo>
                    <a:pt x="32819" y="744541"/>
                  </a:lnTo>
                  <a:lnTo>
                    <a:pt x="33675" y="725335"/>
                  </a:lnTo>
                  <a:lnTo>
                    <a:pt x="34530" y="751766"/>
                  </a:lnTo>
                  <a:lnTo>
                    <a:pt x="35386" y="758314"/>
                  </a:lnTo>
                  <a:lnTo>
                    <a:pt x="36241" y="777068"/>
                  </a:lnTo>
                  <a:lnTo>
                    <a:pt x="37097" y="753818"/>
                  </a:lnTo>
                  <a:lnTo>
                    <a:pt x="37952" y="698378"/>
                  </a:lnTo>
                  <a:lnTo>
                    <a:pt x="38808" y="697400"/>
                  </a:lnTo>
                  <a:lnTo>
                    <a:pt x="39663" y="677128"/>
                  </a:lnTo>
                  <a:lnTo>
                    <a:pt x="40519" y="699821"/>
                  </a:lnTo>
                  <a:lnTo>
                    <a:pt x="41374" y="735915"/>
                  </a:lnTo>
                  <a:lnTo>
                    <a:pt x="42230" y="758749"/>
                  </a:lnTo>
                  <a:lnTo>
                    <a:pt x="43085" y="790375"/>
                  </a:lnTo>
                  <a:lnTo>
                    <a:pt x="43941" y="815989"/>
                  </a:lnTo>
                  <a:lnTo>
                    <a:pt x="44797" y="768521"/>
                  </a:lnTo>
                  <a:lnTo>
                    <a:pt x="45652" y="804701"/>
                  </a:lnTo>
                  <a:lnTo>
                    <a:pt x="46508" y="741506"/>
                  </a:lnTo>
                  <a:lnTo>
                    <a:pt x="47363" y="680306"/>
                  </a:lnTo>
                  <a:lnTo>
                    <a:pt x="48219" y="637640"/>
                  </a:lnTo>
                  <a:lnTo>
                    <a:pt x="49074" y="727825"/>
                  </a:lnTo>
                  <a:lnTo>
                    <a:pt x="49930" y="761063"/>
                  </a:lnTo>
                  <a:lnTo>
                    <a:pt x="50785" y="731335"/>
                  </a:lnTo>
                  <a:lnTo>
                    <a:pt x="51641" y="745395"/>
                  </a:lnTo>
                  <a:lnTo>
                    <a:pt x="52496" y="762364"/>
                  </a:lnTo>
                  <a:lnTo>
                    <a:pt x="53352" y="688186"/>
                  </a:lnTo>
                  <a:lnTo>
                    <a:pt x="54207" y="697936"/>
                  </a:lnTo>
                  <a:lnTo>
                    <a:pt x="55063" y="613878"/>
                  </a:lnTo>
                  <a:lnTo>
                    <a:pt x="55918" y="687658"/>
                  </a:lnTo>
                  <a:lnTo>
                    <a:pt x="56774" y="724812"/>
                  </a:lnTo>
                  <a:lnTo>
                    <a:pt x="57629" y="698527"/>
                  </a:lnTo>
                  <a:lnTo>
                    <a:pt x="58485" y="724184"/>
                  </a:lnTo>
                  <a:lnTo>
                    <a:pt x="59340" y="729610"/>
                  </a:lnTo>
                  <a:lnTo>
                    <a:pt x="60196" y="754352"/>
                  </a:lnTo>
                  <a:lnTo>
                    <a:pt x="61052" y="779013"/>
                  </a:lnTo>
                  <a:lnTo>
                    <a:pt x="61907" y="729625"/>
                  </a:lnTo>
                  <a:lnTo>
                    <a:pt x="62763" y="744144"/>
                  </a:lnTo>
                  <a:lnTo>
                    <a:pt x="63618" y="751926"/>
                  </a:lnTo>
                  <a:lnTo>
                    <a:pt x="64474" y="739049"/>
                  </a:lnTo>
                  <a:lnTo>
                    <a:pt x="65329" y="703471"/>
                  </a:lnTo>
                  <a:lnTo>
                    <a:pt x="66185" y="685988"/>
                  </a:lnTo>
                  <a:lnTo>
                    <a:pt x="67040" y="697310"/>
                  </a:lnTo>
                  <a:lnTo>
                    <a:pt x="67896" y="709430"/>
                  </a:lnTo>
                  <a:lnTo>
                    <a:pt x="68751" y="728813"/>
                  </a:lnTo>
                  <a:lnTo>
                    <a:pt x="69607" y="721447"/>
                  </a:lnTo>
                  <a:lnTo>
                    <a:pt x="70462" y="684116"/>
                  </a:lnTo>
                  <a:lnTo>
                    <a:pt x="71318" y="573526"/>
                  </a:lnTo>
                  <a:lnTo>
                    <a:pt x="72173" y="570320"/>
                  </a:lnTo>
                  <a:lnTo>
                    <a:pt x="73029" y="504611"/>
                  </a:lnTo>
                  <a:lnTo>
                    <a:pt x="73884" y="498874"/>
                  </a:lnTo>
                  <a:lnTo>
                    <a:pt x="74740" y="426741"/>
                  </a:lnTo>
                  <a:lnTo>
                    <a:pt x="75595" y="431926"/>
                  </a:lnTo>
                  <a:lnTo>
                    <a:pt x="76451" y="408474"/>
                  </a:lnTo>
                  <a:lnTo>
                    <a:pt x="77307" y="363345"/>
                  </a:lnTo>
                  <a:lnTo>
                    <a:pt x="78162" y="312716"/>
                  </a:lnTo>
                  <a:lnTo>
                    <a:pt x="79018" y="239450"/>
                  </a:lnTo>
                  <a:lnTo>
                    <a:pt x="79873" y="135399"/>
                  </a:lnTo>
                  <a:lnTo>
                    <a:pt x="80729" y="0"/>
                  </a:lnTo>
                  <a:lnTo>
                    <a:pt x="81584" y="129170"/>
                  </a:lnTo>
                  <a:lnTo>
                    <a:pt x="82440" y="198311"/>
                  </a:lnTo>
                  <a:lnTo>
                    <a:pt x="83295" y="151976"/>
                  </a:lnTo>
                  <a:lnTo>
                    <a:pt x="84151" y="180423"/>
                  </a:lnTo>
                  <a:lnTo>
                    <a:pt x="85006" y="160412"/>
                  </a:lnTo>
                  <a:lnTo>
                    <a:pt x="85862" y="65075"/>
                  </a:lnTo>
                  <a:lnTo>
                    <a:pt x="86717" y="117293"/>
                  </a:lnTo>
                  <a:lnTo>
                    <a:pt x="87573" y="246469"/>
                  </a:lnTo>
                  <a:lnTo>
                    <a:pt x="88428" y="214734"/>
                  </a:lnTo>
                  <a:lnTo>
                    <a:pt x="89284" y="237567"/>
                  </a:lnTo>
                  <a:lnTo>
                    <a:pt x="90139" y="229656"/>
                  </a:lnTo>
                  <a:lnTo>
                    <a:pt x="90995" y="260522"/>
                  </a:lnTo>
                  <a:lnTo>
                    <a:pt x="91851" y="280830"/>
                  </a:lnTo>
                  <a:lnTo>
                    <a:pt x="92706" y="291935"/>
                  </a:lnTo>
                  <a:lnTo>
                    <a:pt x="93562" y="218039"/>
                  </a:lnTo>
                  <a:lnTo>
                    <a:pt x="94417" y="200844"/>
                  </a:lnTo>
                  <a:lnTo>
                    <a:pt x="95273" y="386189"/>
                  </a:lnTo>
                  <a:lnTo>
                    <a:pt x="96128" y="449726"/>
                  </a:lnTo>
                  <a:lnTo>
                    <a:pt x="96984" y="433351"/>
                  </a:lnTo>
                  <a:lnTo>
                    <a:pt x="97839" y="436133"/>
                  </a:lnTo>
                  <a:lnTo>
                    <a:pt x="98695" y="476853"/>
                  </a:lnTo>
                  <a:lnTo>
                    <a:pt x="99550" y="633683"/>
                  </a:lnTo>
                  <a:lnTo>
                    <a:pt x="100406" y="615861"/>
                  </a:lnTo>
                  <a:lnTo>
                    <a:pt x="101261" y="610470"/>
                  </a:lnTo>
                  <a:lnTo>
                    <a:pt x="102117" y="632264"/>
                  </a:lnTo>
                  <a:lnTo>
                    <a:pt x="102972" y="691111"/>
                  </a:lnTo>
                  <a:lnTo>
                    <a:pt x="103828" y="686500"/>
                  </a:lnTo>
                  <a:lnTo>
                    <a:pt x="104683" y="671023"/>
                  </a:lnTo>
                  <a:lnTo>
                    <a:pt x="105539" y="688663"/>
                  </a:lnTo>
                  <a:lnTo>
                    <a:pt x="106394" y="712741"/>
                  </a:lnTo>
                  <a:lnTo>
                    <a:pt x="107250" y="769578"/>
                  </a:lnTo>
                  <a:lnTo>
                    <a:pt x="108106" y="756048"/>
                  </a:lnTo>
                  <a:lnTo>
                    <a:pt x="108961" y="788194"/>
                  </a:lnTo>
                  <a:lnTo>
                    <a:pt x="109817" y="759288"/>
                  </a:lnTo>
                  <a:lnTo>
                    <a:pt x="110672" y="726600"/>
                  </a:lnTo>
                  <a:lnTo>
                    <a:pt x="111528" y="758675"/>
                  </a:lnTo>
                  <a:lnTo>
                    <a:pt x="112383" y="703522"/>
                  </a:lnTo>
                  <a:lnTo>
                    <a:pt x="113239" y="683588"/>
                  </a:lnTo>
                  <a:lnTo>
                    <a:pt x="114094" y="686574"/>
                  </a:lnTo>
                  <a:lnTo>
                    <a:pt x="114950" y="663099"/>
                  </a:lnTo>
                  <a:lnTo>
                    <a:pt x="115805" y="648885"/>
                  </a:lnTo>
                  <a:lnTo>
                    <a:pt x="116661" y="677973"/>
                  </a:lnTo>
                  <a:lnTo>
                    <a:pt x="117516" y="633254"/>
                  </a:lnTo>
                  <a:lnTo>
                    <a:pt x="118372" y="657307"/>
                  </a:lnTo>
                  <a:lnTo>
                    <a:pt x="119227" y="658314"/>
                  </a:lnTo>
                  <a:lnTo>
                    <a:pt x="120083" y="654805"/>
                  </a:lnTo>
                  <a:lnTo>
                    <a:pt x="120938" y="642125"/>
                  </a:lnTo>
                  <a:lnTo>
                    <a:pt x="121794" y="582924"/>
                  </a:lnTo>
                  <a:lnTo>
                    <a:pt x="122649" y="486391"/>
                  </a:lnTo>
                  <a:lnTo>
                    <a:pt x="123505" y="447884"/>
                  </a:lnTo>
                  <a:lnTo>
                    <a:pt x="124361" y="430103"/>
                  </a:lnTo>
                  <a:lnTo>
                    <a:pt x="125216" y="423849"/>
                  </a:lnTo>
                  <a:lnTo>
                    <a:pt x="126072" y="556383"/>
                  </a:lnTo>
                  <a:lnTo>
                    <a:pt x="126927" y="563248"/>
                  </a:lnTo>
                  <a:lnTo>
                    <a:pt x="127783" y="509540"/>
                  </a:lnTo>
                  <a:lnTo>
                    <a:pt x="128638" y="531605"/>
                  </a:lnTo>
                  <a:lnTo>
                    <a:pt x="129494" y="518818"/>
                  </a:lnTo>
                  <a:lnTo>
                    <a:pt x="130349" y="492734"/>
                  </a:lnTo>
                  <a:lnTo>
                    <a:pt x="131205" y="459380"/>
                  </a:lnTo>
                  <a:lnTo>
                    <a:pt x="132060" y="465761"/>
                  </a:lnTo>
                  <a:lnTo>
                    <a:pt x="132916" y="411859"/>
                  </a:lnTo>
                  <a:lnTo>
                    <a:pt x="133771" y="385566"/>
                  </a:lnTo>
                  <a:lnTo>
                    <a:pt x="134627" y="347359"/>
                  </a:lnTo>
                  <a:lnTo>
                    <a:pt x="135482" y="364037"/>
                  </a:lnTo>
                  <a:lnTo>
                    <a:pt x="136338" y="393103"/>
                  </a:lnTo>
                  <a:lnTo>
                    <a:pt x="137193" y="363674"/>
                  </a:lnTo>
                  <a:lnTo>
                    <a:pt x="138049" y="348050"/>
                  </a:lnTo>
                  <a:lnTo>
                    <a:pt x="138904" y="459565"/>
                  </a:lnTo>
                  <a:lnTo>
                    <a:pt x="139760" y="537621"/>
                  </a:lnTo>
                  <a:lnTo>
                    <a:pt x="140616" y="601459"/>
                  </a:lnTo>
                  <a:lnTo>
                    <a:pt x="141471" y="708616"/>
                  </a:lnTo>
                  <a:lnTo>
                    <a:pt x="142327" y="752627"/>
                  </a:lnTo>
                  <a:lnTo>
                    <a:pt x="143182" y="749163"/>
                  </a:lnTo>
                  <a:lnTo>
                    <a:pt x="144038" y="729623"/>
                  </a:lnTo>
                  <a:lnTo>
                    <a:pt x="144893" y="738068"/>
                  </a:lnTo>
                  <a:lnTo>
                    <a:pt x="145749" y="790339"/>
                  </a:lnTo>
                  <a:lnTo>
                    <a:pt x="146604" y="788394"/>
                  </a:lnTo>
                  <a:lnTo>
                    <a:pt x="147460" y="764275"/>
                  </a:lnTo>
                  <a:lnTo>
                    <a:pt x="148315" y="777096"/>
                  </a:lnTo>
                  <a:lnTo>
                    <a:pt x="149171" y="803579"/>
                  </a:lnTo>
                  <a:lnTo>
                    <a:pt x="150026" y="828716"/>
                  </a:lnTo>
                  <a:lnTo>
                    <a:pt x="150882" y="781244"/>
                  </a:lnTo>
                  <a:lnTo>
                    <a:pt x="151737" y="674281"/>
                  </a:lnTo>
                  <a:lnTo>
                    <a:pt x="152593" y="687274"/>
                  </a:lnTo>
                  <a:lnTo>
                    <a:pt x="153448" y="719588"/>
                  </a:lnTo>
                  <a:lnTo>
                    <a:pt x="154304" y="806525"/>
                  </a:lnTo>
                  <a:lnTo>
                    <a:pt x="155160" y="742615"/>
                  </a:lnTo>
                  <a:lnTo>
                    <a:pt x="156015" y="798505"/>
                  </a:lnTo>
                  <a:lnTo>
                    <a:pt x="156871" y="797058"/>
                  </a:lnTo>
                  <a:lnTo>
                    <a:pt x="157726" y="848257"/>
                  </a:lnTo>
                  <a:lnTo>
                    <a:pt x="158582" y="809754"/>
                  </a:lnTo>
                  <a:lnTo>
                    <a:pt x="159437" y="718486"/>
                  </a:lnTo>
                  <a:lnTo>
                    <a:pt x="160293" y="697875"/>
                  </a:lnTo>
                  <a:lnTo>
                    <a:pt x="161148" y="727707"/>
                  </a:lnTo>
                  <a:lnTo>
                    <a:pt x="162004" y="815220"/>
                  </a:lnTo>
                  <a:lnTo>
                    <a:pt x="162859" y="846235"/>
                  </a:lnTo>
                  <a:lnTo>
                    <a:pt x="163715" y="769028"/>
                  </a:lnTo>
                  <a:lnTo>
                    <a:pt x="164570" y="753584"/>
                  </a:lnTo>
                  <a:lnTo>
                    <a:pt x="165426" y="819173"/>
                  </a:lnTo>
                  <a:lnTo>
                    <a:pt x="166281" y="858337"/>
                  </a:lnTo>
                  <a:lnTo>
                    <a:pt x="167137" y="866849"/>
                  </a:lnTo>
                  <a:lnTo>
                    <a:pt x="167992" y="818694"/>
                  </a:lnTo>
                  <a:lnTo>
                    <a:pt x="168848" y="864463"/>
                  </a:lnTo>
                  <a:lnTo>
                    <a:pt x="169703" y="811559"/>
                  </a:lnTo>
                  <a:lnTo>
                    <a:pt x="170559" y="875193"/>
                  </a:lnTo>
                  <a:lnTo>
                    <a:pt x="171415" y="838591"/>
                  </a:lnTo>
                  <a:lnTo>
                    <a:pt x="172270" y="772760"/>
                  </a:lnTo>
                  <a:lnTo>
                    <a:pt x="173126" y="752018"/>
                  </a:lnTo>
                  <a:lnTo>
                    <a:pt x="173981" y="780445"/>
                  </a:lnTo>
                  <a:lnTo>
                    <a:pt x="174837" y="834393"/>
                  </a:lnTo>
                  <a:lnTo>
                    <a:pt x="175692" y="842119"/>
                  </a:lnTo>
                  <a:lnTo>
                    <a:pt x="176548" y="863475"/>
                  </a:lnTo>
                  <a:lnTo>
                    <a:pt x="177403" y="862991"/>
                  </a:lnTo>
                  <a:lnTo>
                    <a:pt x="178259" y="807689"/>
                  </a:lnTo>
                  <a:lnTo>
                    <a:pt x="179114" y="772417"/>
                  </a:lnTo>
                  <a:lnTo>
                    <a:pt x="179970" y="810917"/>
                  </a:lnTo>
                  <a:lnTo>
                    <a:pt x="180825" y="768091"/>
                  </a:lnTo>
                  <a:lnTo>
                    <a:pt x="181681" y="770740"/>
                  </a:lnTo>
                  <a:lnTo>
                    <a:pt x="182536" y="686915"/>
                  </a:lnTo>
                  <a:lnTo>
                    <a:pt x="183392" y="754464"/>
                  </a:lnTo>
                  <a:lnTo>
                    <a:pt x="184247" y="759502"/>
                  </a:lnTo>
                  <a:lnTo>
                    <a:pt x="185103" y="736754"/>
                  </a:lnTo>
                  <a:lnTo>
                    <a:pt x="185958" y="742774"/>
                  </a:lnTo>
                  <a:lnTo>
                    <a:pt x="186814" y="743046"/>
                  </a:lnTo>
                  <a:lnTo>
                    <a:pt x="187670" y="716241"/>
                  </a:lnTo>
                  <a:lnTo>
                    <a:pt x="188525" y="686164"/>
                  </a:lnTo>
                  <a:lnTo>
                    <a:pt x="189381" y="624348"/>
                  </a:lnTo>
                  <a:lnTo>
                    <a:pt x="190236" y="659261"/>
                  </a:lnTo>
                  <a:lnTo>
                    <a:pt x="191092" y="702454"/>
                  </a:lnTo>
                  <a:lnTo>
                    <a:pt x="191947" y="720317"/>
                  </a:lnTo>
                  <a:lnTo>
                    <a:pt x="192803" y="715293"/>
                  </a:lnTo>
                  <a:lnTo>
                    <a:pt x="193658" y="705598"/>
                  </a:lnTo>
                  <a:lnTo>
                    <a:pt x="194514" y="743337"/>
                  </a:lnTo>
                  <a:lnTo>
                    <a:pt x="195369" y="712096"/>
                  </a:lnTo>
                  <a:lnTo>
                    <a:pt x="196225" y="652934"/>
                  </a:lnTo>
                  <a:lnTo>
                    <a:pt x="197080" y="581090"/>
                  </a:lnTo>
                  <a:lnTo>
                    <a:pt x="197936" y="566910"/>
                  </a:lnTo>
                  <a:lnTo>
                    <a:pt x="198791" y="537848"/>
                  </a:lnTo>
                  <a:lnTo>
                    <a:pt x="199647" y="613792"/>
                  </a:lnTo>
                  <a:lnTo>
                    <a:pt x="200502" y="683173"/>
                  </a:lnTo>
                  <a:lnTo>
                    <a:pt x="201358" y="754212"/>
                  </a:lnTo>
                  <a:lnTo>
                    <a:pt x="202214" y="792597"/>
                  </a:lnTo>
                  <a:lnTo>
                    <a:pt x="203069" y="808920"/>
                  </a:lnTo>
                  <a:lnTo>
                    <a:pt x="203925" y="829929"/>
                  </a:lnTo>
                  <a:lnTo>
                    <a:pt x="204780" y="840115"/>
                  </a:lnTo>
                  <a:lnTo>
                    <a:pt x="205636" y="851241"/>
                  </a:lnTo>
                  <a:lnTo>
                    <a:pt x="206491" y="889451"/>
                  </a:lnTo>
                  <a:lnTo>
                    <a:pt x="207347" y="881855"/>
                  </a:lnTo>
                  <a:lnTo>
                    <a:pt x="208174" y="9033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796817" y="6040018"/>
              <a:ext cx="51793" cy="339431"/>
            </a:xfrm>
            <a:custGeom>
              <a:avLst/>
              <a:pathLst>
                <a:path w="51793" h="339431">
                  <a:moveTo>
                    <a:pt x="0" y="339431"/>
                  </a:moveTo>
                  <a:lnTo>
                    <a:pt x="518" y="335623"/>
                  </a:lnTo>
                  <a:lnTo>
                    <a:pt x="1373" y="334783"/>
                  </a:lnTo>
                  <a:lnTo>
                    <a:pt x="2229" y="324236"/>
                  </a:lnTo>
                  <a:lnTo>
                    <a:pt x="3084" y="319213"/>
                  </a:lnTo>
                  <a:lnTo>
                    <a:pt x="3940" y="306977"/>
                  </a:lnTo>
                  <a:lnTo>
                    <a:pt x="4795" y="299421"/>
                  </a:lnTo>
                  <a:lnTo>
                    <a:pt x="5651" y="282931"/>
                  </a:lnTo>
                  <a:lnTo>
                    <a:pt x="6506" y="283685"/>
                  </a:lnTo>
                  <a:lnTo>
                    <a:pt x="7362" y="294817"/>
                  </a:lnTo>
                  <a:lnTo>
                    <a:pt x="8217" y="273789"/>
                  </a:lnTo>
                  <a:lnTo>
                    <a:pt x="9073" y="232799"/>
                  </a:lnTo>
                  <a:lnTo>
                    <a:pt x="9928" y="249746"/>
                  </a:lnTo>
                  <a:lnTo>
                    <a:pt x="10784" y="251900"/>
                  </a:lnTo>
                  <a:lnTo>
                    <a:pt x="11639" y="268094"/>
                  </a:lnTo>
                  <a:lnTo>
                    <a:pt x="12495" y="278021"/>
                  </a:lnTo>
                  <a:lnTo>
                    <a:pt x="13351" y="280040"/>
                  </a:lnTo>
                  <a:lnTo>
                    <a:pt x="14206" y="295773"/>
                  </a:lnTo>
                  <a:lnTo>
                    <a:pt x="15062" y="293062"/>
                  </a:lnTo>
                  <a:lnTo>
                    <a:pt x="15917" y="284489"/>
                  </a:lnTo>
                  <a:lnTo>
                    <a:pt x="16773" y="280360"/>
                  </a:lnTo>
                  <a:lnTo>
                    <a:pt x="17628" y="233944"/>
                  </a:lnTo>
                  <a:lnTo>
                    <a:pt x="18484" y="162187"/>
                  </a:lnTo>
                  <a:lnTo>
                    <a:pt x="19339" y="117547"/>
                  </a:lnTo>
                  <a:lnTo>
                    <a:pt x="20195" y="92888"/>
                  </a:lnTo>
                  <a:lnTo>
                    <a:pt x="21050" y="146116"/>
                  </a:lnTo>
                  <a:lnTo>
                    <a:pt x="21906" y="108361"/>
                  </a:lnTo>
                  <a:lnTo>
                    <a:pt x="22761" y="130124"/>
                  </a:lnTo>
                  <a:lnTo>
                    <a:pt x="23617" y="160394"/>
                  </a:lnTo>
                  <a:lnTo>
                    <a:pt x="24472" y="76527"/>
                  </a:lnTo>
                  <a:lnTo>
                    <a:pt x="25328" y="49810"/>
                  </a:lnTo>
                  <a:lnTo>
                    <a:pt x="26183" y="15315"/>
                  </a:lnTo>
                  <a:lnTo>
                    <a:pt x="27039" y="27878"/>
                  </a:lnTo>
                  <a:lnTo>
                    <a:pt x="27895" y="11655"/>
                  </a:lnTo>
                  <a:lnTo>
                    <a:pt x="28750" y="0"/>
                  </a:lnTo>
                  <a:lnTo>
                    <a:pt x="29606" y="42598"/>
                  </a:lnTo>
                  <a:lnTo>
                    <a:pt x="30461" y="106382"/>
                  </a:lnTo>
                  <a:lnTo>
                    <a:pt x="31317" y="121835"/>
                  </a:lnTo>
                  <a:lnTo>
                    <a:pt x="32172" y="98771"/>
                  </a:lnTo>
                  <a:lnTo>
                    <a:pt x="33028" y="127003"/>
                  </a:lnTo>
                  <a:lnTo>
                    <a:pt x="33883" y="85275"/>
                  </a:lnTo>
                  <a:lnTo>
                    <a:pt x="34739" y="56041"/>
                  </a:lnTo>
                  <a:lnTo>
                    <a:pt x="35594" y="65173"/>
                  </a:lnTo>
                  <a:lnTo>
                    <a:pt x="36450" y="153508"/>
                  </a:lnTo>
                  <a:lnTo>
                    <a:pt x="37305" y="203931"/>
                  </a:lnTo>
                  <a:lnTo>
                    <a:pt x="38161" y="232372"/>
                  </a:lnTo>
                  <a:lnTo>
                    <a:pt x="39016" y="241203"/>
                  </a:lnTo>
                  <a:lnTo>
                    <a:pt x="39872" y="249407"/>
                  </a:lnTo>
                  <a:lnTo>
                    <a:pt x="40727" y="241670"/>
                  </a:lnTo>
                  <a:lnTo>
                    <a:pt x="41583" y="280229"/>
                  </a:lnTo>
                  <a:lnTo>
                    <a:pt x="42438" y="260305"/>
                  </a:lnTo>
                  <a:lnTo>
                    <a:pt x="43294" y="249435"/>
                  </a:lnTo>
                  <a:lnTo>
                    <a:pt x="44150" y="248508"/>
                  </a:lnTo>
                  <a:lnTo>
                    <a:pt x="45005" y="243202"/>
                  </a:lnTo>
                  <a:lnTo>
                    <a:pt x="45861" y="299651"/>
                  </a:lnTo>
                  <a:lnTo>
                    <a:pt x="46716" y="297305"/>
                  </a:lnTo>
                  <a:lnTo>
                    <a:pt x="47572" y="312507"/>
                  </a:lnTo>
                  <a:lnTo>
                    <a:pt x="48427" y="336397"/>
                  </a:lnTo>
                  <a:lnTo>
                    <a:pt x="49283" y="317736"/>
                  </a:lnTo>
                  <a:lnTo>
                    <a:pt x="50138" y="315063"/>
                  </a:lnTo>
                  <a:lnTo>
                    <a:pt x="50994" y="318376"/>
                  </a:lnTo>
                  <a:lnTo>
                    <a:pt x="51793" y="3394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850386" y="6110096"/>
              <a:ext cx="83665" cy="269353"/>
            </a:xfrm>
            <a:custGeom>
              <a:avLst/>
              <a:pathLst>
                <a:path w="83665" h="269353">
                  <a:moveTo>
                    <a:pt x="0" y="269353"/>
                  </a:moveTo>
                  <a:lnTo>
                    <a:pt x="846" y="184174"/>
                  </a:lnTo>
                  <a:lnTo>
                    <a:pt x="1702" y="246075"/>
                  </a:lnTo>
                  <a:lnTo>
                    <a:pt x="2558" y="205208"/>
                  </a:lnTo>
                  <a:lnTo>
                    <a:pt x="3413" y="228696"/>
                  </a:lnTo>
                  <a:lnTo>
                    <a:pt x="4269" y="248779"/>
                  </a:lnTo>
                  <a:lnTo>
                    <a:pt x="5124" y="220747"/>
                  </a:lnTo>
                  <a:lnTo>
                    <a:pt x="5980" y="242179"/>
                  </a:lnTo>
                  <a:lnTo>
                    <a:pt x="6835" y="210531"/>
                  </a:lnTo>
                  <a:lnTo>
                    <a:pt x="7691" y="210792"/>
                  </a:lnTo>
                  <a:lnTo>
                    <a:pt x="8546" y="134877"/>
                  </a:lnTo>
                  <a:lnTo>
                    <a:pt x="9402" y="107209"/>
                  </a:lnTo>
                  <a:lnTo>
                    <a:pt x="10257" y="112609"/>
                  </a:lnTo>
                  <a:lnTo>
                    <a:pt x="11113" y="89363"/>
                  </a:lnTo>
                  <a:lnTo>
                    <a:pt x="11968" y="85345"/>
                  </a:lnTo>
                  <a:lnTo>
                    <a:pt x="12824" y="92982"/>
                  </a:lnTo>
                  <a:lnTo>
                    <a:pt x="13679" y="103217"/>
                  </a:lnTo>
                  <a:lnTo>
                    <a:pt x="14535" y="112778"/>
                  </a:lnTo>
                  <a:lnTo>
                    <a:pt x="15390" y="106794"/>
                  </a:lnTo>
                  <a:lnTo>
                    <a:pt x="16246" y="128335"/>
                  </a:lnTo>
                  <a:lnTo>
                    <a:pt x="17101" y="165457"/>
                  </a:lnTo>
                  <a:lnTo>
                    <a:pt x="17957" y="191217"/>
                  </a:lnTo>
                  <a:lnTo>
                    <a:pt x="18813" y="193559"/>
                  </a:lnTo>
                  <a:lnTo>
                    <a:pt x="19668" y="184148"/>
                  </a:lnTo>
                  <a:lnTo>
                    <a:pt x="20524" y="196206"/>
                  </a:lnTo>
                  <a:lnTo>
                    <a:pt x="21379" y="194638"/>
                  </a:lnTo>
                  <a:lnTo>
                    <a:pt x="22235" y="206340"/>
                  </a:lnTo>
                  <a:lnTo>
                    <a:pt x="23090" y="200102"/>
                  </a:lnTo>
                  <a:lnTo>
                    <a:pt x="23946" y="170717"/>
                  </a:lnTo>
                  <a:lnTo>
                    <a:pt x="24801" y="148025"/>
                  </a:lnTo>
                  <a:lnTo>
                    <a:pt x="25657" y="159257"/>
                  </a:lnTo>
                  <a:lnTo>
                    <a:pt x="26512" y="166136"/>
                  </a:lnTo>
                  <a:lnTo>
                    <a:pt x="27368" y="195860"/>
                  </a:lnTo>
                  <a:lnTo>
                    <a:pt x="28223" y="199989"/>
                  </a:lnTo>
                  <a:lnTo>
                    <a:pt x="29079" y="188136"/>
                  </a:lnTo>
                  <a:lnTo>
                    <a:pt x="29934" y="211944"/>
                  </a:lnTo>
                  <a:lnTo>
                    <a:pt x="30790" y="191220"/>
                  </a:lnTo>
                  <a:lnTo>
                    <a:pt x="31645" y="177052"/>
                  </a:lnTo>
                  <a:lnTo>
                    <a:pt x="32501" y="167342"/>
                  </a:lnTo>
                  <a:lnTo>
                    <a:pt x="33356" y="142632"/>
                  </a:lnTo>
                  <a:lnTo>
                    <a:pt x="34212" y="152068"/>
                  </a:lnTo>
                  <a:lnTo>
                    <a:pt x="35068" y="168281"/>
                  </a:lnTo>
                  <a:lnTo>
                    <a:pt x="35923" y="162551"/>
                  </a:lnTo>
                  <a:lnTo>
                    <a:pt x="36779" y="94593"/>
                  </a:lnTo>
                  <a:lnTo>
                    <a:pt x="37634" y="98354"/>
                  </a:lnTo>
                  <a:lnTo>
                    <a:pt x="38490" y="109031"/>
                  </a:lnTo>
                  <a:lnTo>
                    <a:pt x="39345" y="128466"/>
                  </a:lnTo>
                  <a:lnTo>
                    <a:pt x="40201" y="109389"/>
                  </a:lnTo>
                  <a:lnTo>
                    <a:pt x="41056" y="95438"/>
                  </a:lnTo>
                  <a:lnTo>
                    <a:pt x="41912" y="64408"/>
                  </a:lnTo>
                  <a:lnTo>
                    <a:pt x="42767" y="119070"/>
                  </a:lnTo>
                  <a:lnTo>
                    <a:pt x="43623" y="146017"/>
                  </a:lnTo>
                  <a:lnTo>
                    <a:pt x="44478" y="132915"/>
                  </a:lnTo>
                  <a:lnTo>
                    <a:pt x="45334" y="141745"/>
                  </a:lnTo>
                  <a:lnTo>
                    <a:pt x="46189" y="149710"/>
                  </a:lnTo>
                  <a:lnTo>
                    <a:pt x="47045" y="137255"/>
                  </a:lnTo>
                  <a:lnTo>
                    <a:pt x="47900" y="131034"/>
                  </a:lnTo>
                  <a:lnTo>
                    <a:pt x="48756" y="148309"/>
                  </a:lnTo>
                  <a:lnTo>
                    <a:pt x="49611" y="130473"/>
                  </a:lnTo>
                  <a:lnTo>
                    <a:pt x="50467" y="145855"/>
                  </a:lnTo>
                  <a:lnTo>
                    <a:pt x="51323" y="90330"/>
                  </a:lnTo>
                  <a:lnTo>
                    <a:pt x="52178" y="50912"/>
                  </a:lnTo>
                  <a:lnTo>
                    <a:pt x="53034" y="88571"/>
                  </a:lnTo>
                  <a:lnTo>
                    <a:pt x="53889" y="129870"/>
                  </a:lnTo>
                  <a:lnTo>
                    <a:pt x="54745" y="132992"/>
                  </a:lnTo>
                  <a:lnTo>
                    <a:pt x="55600" y="167079"/>
                  </a:lnTo>
                  <a:lnTo>
                    <a:pt x="56456" y="138106"/>
                  </a:lnTo>
                  <a:lnTo>
                    <a:pt x="57311" y="176738"/>
                  </a:lnTo>
                  <a:lnTo>
                    <a:pt x="58167" y="155182"/>
                  </a:lnTo>
                  <a:lnTo>
                    <a:pt x="59022" y="120782"/>
                  </a:lnTo>
                  <a:lnTo>
                    <a:pt x="59878" y="0"/>
                  </a:lnTo>
                  <a:lnTo>
                    <a:pt x="60733" y="9947"/>
                  </a:lnTo>
                  <a:lnTo>
                    <a:pt x="61589" y="79516"/>
                  </a:lnTo>
                  <a:lnTo>
                    <a:pt x="62444" y="136334"/>
                  </a:lnTo>
                  <a:lnTo>
                    <a:pt x="63300" y="136513"/>
                  </a:lnTo>
                  <a:lnTo>
                    <a:pt x="64155" y="127348"/>
                  </a:lnTo>
                  <a:lnTo>
                    <a:pt x="65011" y="157971"/>
                  </a:lnTo>
                  <a:lnTo>
                    <a:pt x="65867" y="197737"/>
                  </a:lnTo>
                  <a:lnTo>
                    <a:pt x="66722" y="149107"/>
                  </a:lnTo>
                  <a:lnTo>
                    <a:pt x="67578" y="104758"/>
                  </a:lnTo>
                  <a:lnTo>
                    <a:pt x="68433" y="108667"/>
                  </a:lnTo>
                  <a:lnTo>
                    <a:pt x="69289" y="218838"/>
                  </a:lnTo>
                  <a:lnTo>
                    <a:pt x="70144" y="239653"/>
                  </a:lnTo>
                  <a:lnTo>
                    <a:pt x="71000" y="218821"/>
                  </a:lnTo>
                  <a:lnTo>
                    <a:pt x="71855" y="151482"/>
                  </a:lnTo>
                  <a:lnTo>
                    <a:pt x="72711" y="170594"/>
                  </a:lnTo>
                  <a:lnTo>
                    <a:pt x="73566" y="180805"/>
                  </a:lnTo>
                  <a:lnTo>
                    <a:pt x="74422" y="187021"/>
                  </a:lnTo>
                  <a:lnTo>
                    <a:pt x="75277" y="133714"/>
                  </a:lnTo>
                  <a:lnTo>
                    <a:pt x="76133" y="186820"/>
                  </a:lnTo>
                  <a:lnTo>
                    <a:pt x="76988" y="225000"/>
                  </a:lnTo>
                  <a:lnTo>
                    <a:pt x="77844" y="246265"/>
                  </a:lnTo>
                  <a:lnTo>
                    <a:pt x="78699" y="250702"/>
                  </a:lnTo>
                  <a:lnTo>
                    <a:pt x="79555" y="237615"/>
                  </a:lnTo>
                  <a:lnTo>
                    <a:pt x="80410" y="259964"/>
                  </a:lnTo>
                  <a:lnTo>
                    <a:pt x="81266" y="251695"/>
                  </a:lnTo>
                  <a:lnTo>
                    <a:pt x="82122" y="245829"/>
                  </a:lnTo>
                  <a:lnTo>
                    <a:pt x="82977" y="242013"/>
                  </a:lnTo>
                  <a:lnTo>
                    <a:pt x="83665" y="2693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935234" y="6112955"/>
              <a:ext cx="55406" cy="266494"/>
            </a:xfrm>
            <a:custGeom>
              <a:avLst/>
              <a:pathLst>
                <a:path w="55406" h="266494">
                  <a:moveTo>
                    <a:pt x="0" y="266494"/>
                  </a:moveTo>
                  <a:lnTo>
                    <a:pt x="696" y="237885"/>
                  </a:lnTo>
                  <a:lnTo>
                    <a:pt x="1552" y="200831"/>
                  </a:lnTo>
                  <a:lnTo>
                    <a:pt x="2407" y="217389"/>
                  </a:lnTo>
                  <a:lnTo>
                    <a:pt x="3263" y="194772"/>
                  </a:lnTo>
                  <a:lnTo>
                    <a:pt x="4118" y="150703"/>
                  </a:lnTo>
                  <a:lnTo>
                    <a:pt x="4974" y="133220"/>
                  </a:lnTo>
                  <a:lnTo>
                    <a:pt x="5829" y="165738"/>
                  </a:lnTo>
                  <a:lnTo>
                    <a:pt x="6685" y="201282"/>
                  </a:lnTo>
                  <a:lnTo>
                    <a:pt x="7540" y="207421"/>
                  </a:lnTo>
                  <a:lnTo>
                    <a:pt x="8396" y="189600"/>
                  </a:lnTo>
                  <a:lnTo>
                    <a:pt x="9251" y="157234"/>
                  </a:lnTo>
                  <a:lnTo>
                    <a:pt x="10107" y="104676"/>
                  </a:lnTo>
                  <a:lnTo>
                    <a:pt x="10962" y="125198"/>
                  </a:lnTo>
                  <a:lnTo>
                    <a:pt x="11818" y="138183"/>
                  </a:lnTo>
                  <a:lnTo>
                    <a:pt x="12674" y="139009"/>
                  </a:lnTo>
                  <a:lnTo>
                    <a:pt x="13529" y="170264"/>
                  </a:lnTo>
                  <a:lnTo>
                    <a:pt x="14385" y="202437"/>
                  </a:lnTo>
                  <a:lnTo>
                    <a:pt x="15240" y="190452"/>
                  </a:lnTo>
                  <a:lnTo>
                    <a:pt x="16096" y="179312"/>
                  </a:lnTo>
                  <a:lnTo>
                    <a:pt x="16951" y="123481"/>
                  </a:lnTo>
                  <a:lnTo>
                    <a:pt x="17807" y="103252"/>
                  </a:lnTo>
                  <a:lnTo>
                    <a:pt x="18662" y="110519"/>
                  </a:lnTo>
                  <a:lnTo>
                    <a:pt x="19518" y="137016"/>
                  </a:lnTo>
                  <a:lnTo>
                    <a:pt x="20373" y="114689"/>
                  </a:lnTo>
                  <a:lnTo>
                    <a:pt x="21229" y="79294"/>
                  </a:lnTo>
                  <a:lnTo>
                    <a:pt x="22084" y="112746"/>
                  </a:lnTo>
                  <a:lnTo>
                    <a:pt x="22940" y="118690"/>
                  </a:lnTo>
                  <a:lnTo>
                    <a:pt x="23795" y="102841"/>
                  </a:lnTo>
                  <a:lnTo>
                    <a:pt x="24651" y="0"/>
                  </a:lnTo>
                  <a:lnTo>
                    <a:pt x="25506" y="11613"/>
                  </a:lnTo>
                  <a:lnTo>
                    <a:pt x="26362" y="15607"/>
                  </a:lnTo>
                  <a:lnTo>
                    <a:pt x="27218" y="11988"/>
                  </a:lnTo>
                  <a:lnTo>
                    <a:pt x="28073" y="5149"/>
                  </a:lnTo>
                  <a:lnTo>
                    <a:pt x="28929" y="62421"/>
                  </a:lnTo>
                  <a:lnTo>
                    <a:pt x="29784" y="136904"/>
                  </a:lnTo>
                  <a:lnTo>
                    <a:pt x="30640" y="166391"/>
                  </a:lnTo>
                  <a:lnTo>
                    <a:pt x="31495" y="163679"/>
                  </a:lnTo>
                  <a:lnTo>
                    <a:pt x="32351" y="154042"/>
                  </a:lnTo>
                  <a:lnTo>
                    <a:pt x="33206" y="155680"/>
                  </a:lnTo>
                  <a:lnTo>
                    <a:pt x="34062" y="163327"/>
                  </a:lnTo>
                  <a:lnTo>
                    <a:pt x="34917" y="152545"/>
                  </a:lnTo>
                  <a:lnTo>
                    <a:pt x="35773" y="121664"/>
                  </a:lnTo>
                  <a:lnTo>
                    <a:pt x="36628" y="97586"/>
                  </a:lnTo>
                  <a:lnTo>
                    <a:pt x="37484" y="66330"/>
                  </a:lnTo>
                  <a:lnTo>
                    <a:pt x="38339" y="139205"/>
                  </a:lnTo>
                  <a:lnTo>
                    <a:pt x="39195" y="168593"/>
                  </a:lnTo>
                  <a:lnTo>
                    <a:pt x="40050" y="148869"/>
                  </a:lnTo>
                  <a:lnTo>
                    <a:pt x="40906" y="138766"/>
                  </a:lnTo>
                  <a:lnTo>
                    <a:pt x="41761" y="93890"/>
                  </a:lnTo>
                  <a:lnTo>
                    <a:pt x="42617" y="133839"/>
                  </a:lnTo>
                  <a:lnTo>
                    <a:pt x="43473" y="154012"/>
                  </a:lnTo>
                  <a:lnTo>
                    <a:pt x="44328" y="124092"/>
                  </a:lnTo>
                  <a:lnTo>
                    <a:pt x="45184" y="146361"/>
                  </a:lnTo>
                  <a:lnTo>
                    <a:pt x="46039" y="167442"/>
                  </a:lnTo>
                  <a:lnTo>
                    <a:pt x="46895" y="214393"/>
                  </a:lnTo>
                  <a:lnTo>
                    <a:pt x="47750" y="222307"/>
                  </a:lnTo>
                  <a:lnTo>
                    <a:pt x="48606" y="204867"/>
                  </a:lnTo>
                  <a:lnTo>
                    <a:pt x="49461" y="223190"/>
                  </a:lnTo>
                  <a:lnTo>
                    <a:pt x="50317" y="211193"/>
                  </a:lnTo>
                  <a:lnTo>
                    <a:pt x="51172" y="239117"/>
                  </a:lnTo>
                  <a:lnTo>
                    <a:pt x="52028" y="239438"/>
                  </a:lnTo>
                  <a:lnTo>
                    <a:pt x="52883" y="243378"/>
                  </a:lnTo>
                  <a:lnTo>
                    <a:pt x="53739" y="249690"/>
                  </a:lnTo>
                  <a:lnTo>
                    <a:pt x="54594" y="257760"/>
                  </a:lnTo>
                  <a:lnTo>
                    <a:pt x="55406" y="2664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990833" y="6377207"/>
              <a:ext cx="875" cy="2242"/>
            </a:xfrm>
            <a:custGeom>
              <a:avLst/>
              <a:pathLst>
                <a:path w="875" h="2242">
                  <a:moveTo>
                    <a:pt x="0" y="2242"/>
                  </a:moveTo>
                  <a:lnTo>
                    <a:pt x="706" y="0"/>
                  </a:lnTo>
                  <a:lnTo>
                    <a:pt x="875" y="22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992876" y="5107739"/>
              <a:ext cx="397701" cy="1271710"/>
            </a:xfrm>
            <a:custGeom>
              <a:avLst/>
              <a:pathLst>
                <a:path w="397701" h="1271710">
                  <a:moveTo>
                    <a:pt x="0" y="1271710"/>
                  </a:moveTo>
                  <a:lnTo>
                    <a:pt x="374" y="1264635"/>
                  </a:lnTo>
                  <a:lnTo>
                    <a:pt x="1229" y="1263273"/>
                  </a:lnTo>
                  <a:lnTo>
                    <a:pt x="2085" y="1254366"/>
                  </a:lnTo>
                  <a:lnTo>
                    <a:pt x="2940" y="1214608"/>
                  </a:lnTo>
                  <a:lnTo>
                    <a:pt x="3796" y="1216579"/>
                  </a:lnTo>
                  <a:lnTo>
                    <a:pt x="4651" y="1212858"/>
                  </a:lnTo>
                  <a:lnTo>
                    <a:pt x="5507" y="1185386"/>
                  </a:lnTo>
                  <a:lnTo>
                    <a:pt x="6362" y="1207455"/>
                  </a:lnTo>
                  <a:lnTo>
                    <a:pt x="7218" y="1193548"/>
                  </a:lnTo>
                  <a:lnTo>
                    <a:pt x="8074" y="1134034"/>
                  </a:lnTo>
                  <a:lnTo>
                    <a:pt x="8929" y="1153939"/>
                  </a:lnTo>
                  <a:lnTo>
                    <a:pt x="9785" y="1153979"/>
                  </a:lnTo>
                  <a:lnTo>
                    <a:pt x="10640" y="1179665"/>
                  </a:lnTo>
                  <a:lnTo>
                    <a:pt x="11496" y="1132884"/>
                  </a:lnTo>
                  <a:lnTo>
                    <a:pt x="12351" y="1098548"/>
                  </a:lnTo>
                  <a:lnTo>
                    <a:pt x="13207" y="1044935"/>
                  </a:lnTo>
                  <a:lnTo>
                    <a:pt x="14062" y="1103450"/>
                  </a:lnTo>
                  <a:lnTo>
                    <a:pt x="14918" y="1097972"/>
                  </a:lnTo>
                  <a:lnTo>
                    <a:pt x="15773" y="1080130"/>
                  </a:lnTo>
                  <a:lnTo>
                    <a:pt x="16629" y="1103275"/>
                  </a:lnTo>
                  <a:lnTo>
                    <a:pt x="17484" y="1123217"/>
                  </a:lnTo>
                  <a:lnTo>
                    <a:pt x="18340" y="1090469"/>
                  </a:lnTo>
                  <a:lnTo>
                    <a:pt x="19195" y="1084684"/>
                  </a:lnTo>
                  <a:lnTo>
                    <a:pt x="20051" y="1129214"/>
                  </a:lnTo>
                  <a:lnTo>
                    <a:pt x="20906" y="1171896"/>
                  </a:lnTo>
                  <a:lnTo>
                    <a:pt x="21762" y="1191273"/>
                  </a:lnTo>
                  <a:lnTo>
                    <a:pt x="22618" y="1176185"/>
                  </a:lnTo>
                  <a:lnTo>
                    <a:pt x="23473" y="1167627"/>
                  </a:lnTo>
                  <a:lnTo>
                    <a:pt x="24329" y="1147385"/>
                  </a:lnTo>
                  <a:lnTo>
                    <a:pt x="25184" y="1147723"/>
                  </a:lnTo>
                  <a:lnTo>
                    <a:pt x="26040" y="1040381"/>
                  </a:lnTo>
                  <a:lnTo>
                    <a:pt x="26895" y="1059528"/>
                  </a:lnTo>
                  <a:lnTo>
                    <a:pt x="27751" y="1145770"/>
                  </a:lnTo>
                  <a:lnTo>
                    <a:pt x="28606" y="1194117"/>
                  </a:lnTo>
                  <a:lnTo>
                    <a:pt x="29462" y="1223477"/>
                  </a:lnTo>
                  <a:lnTo>
                    <a:pt x="30317" y="1190526"/>
                  </a:lnTo>
                  <a:lnTo>
                    <a:pt x="31173" y="1215823"/>
                  </a:lnTo>
                  <a:lnTo>
                    <a:pt x="32028" y="1215189"/>
                  </a:lnTo>
                  <a:lnTo>
                    <a:pt x="32884" y="1186427"/>
                  </a:lnTo>
                  <a:lnTo>
                    <a:pt x="33739" y="1217282"/>
                  </a:lnTo>
                  <a:lnTo>
                    <a:pt x="34595" y="1200508"/>
                  </a:lnTo>
                  <a:lnTo>
                    <a:pt x="35450" y="1230511"/>
                  </a:lnTo>
                  <a:lnTo>
                    <a:pt x="36306" y="1236974"/>
                  </a:lnTo>
                  <a:lnTo>
                    <a:pt x="37161" y="1191268"/>
                  </a:lnTo>
                  <a:lnTo>
                    <a:pt x="38017" y="1218638"/>
                  </a:lnTo>
                  <a:lnTo>
                    <a:pt x="38873" y="1230479"/>
                  </a:lnTo>
                  <a:lnTo>
                    <a:pt x="39728" y="1240700"/>
                  </a:lnTo>
                  <a:lnTo>
                    <a:pt x="40584" y="1251851"/>
                  </a:lnTo>
                  <a:lnTo>
                    <a:pt x="41439" y="1208394"/>
                  </a:lnTo>
                  <a:lnTo>
                    <a:pt x="42295" y="1201419"/>
                  </a:lnTo>
                  <a:lnTo>
                    <a:pt x="43150" y="1197877"/>
                  </a:lnTo>
                  <a:lnTo>
                    <a:pt x="44006" y="1242739"/>
                  </a:lnTo>
                  <a:lnTo>
                    <a:pt x="44861" y="1161239"/>
                  </a:lnTo>
                  <a:lnTo>
                    <a:pt x="45717" y="1143372"/>
                  </a:lnTo>
                  <a:lnTo>
                    <a:pt x="46572" y="1183684"/>
                  </a:lnTo>
                  <a:lnTo>
                    <a:pt x="47428" y="1204571"/>
                  </a:lnTo>
                  <a:lnTo>
                    <a:pt x="48283" y="1199438"/>
                  </a:lnTo>
                  <a:lnTo>
                    <a:pt x="49139" y="1184464"/>
                  </a:lnTo>
                  <a:lnTo>
                    <a:pt x="49994" y="1180458"/>
                  </a:lnTo>
                  <a:lnTo>
                    <a:pt x="50850" y="1188370"/>
                  </a:lnTo>
                  <a:lnTo>
                    <a:pt x="51705" y="1177442"/>
                  </a:lnTo>
                  <a:lnTo>
                    <a:pt x="52561" y="1133231"/>
                  </a:lnTo>
                  <a:lnTo>
                    <a:pt x="53416" y="1082841"/>
                  </a:lnTo>
                  <a:lnTo>
                    <a:pt x="54272" y="1030207"/>
                  </a:lnTo>
                  <a:lnTo>
                    <a:pt x="55128" y="1007130"/>
                  </a:lnTo>
                  <a:lnTo>
                    <a:pt x="55983" y="1016376"/>
                  </a:lnTo>
                  <a:lnTo>
                    <a:pt x="56839" y="1089838"/>
                  </a:lnTo>
                  <a:lnTo>
                    <a:pt x="57694" y="1149938"/>
                  </a:lnTo>
                  <a:lnTo>
                    <a:pt x="58550" y="1135466"/>
                  </a:lnTo>
                  <a:lnTo>
                    <a:pt x="59405" y="1147844"/>
                  </a:lnTo>
                  <a:lnTo>
                    <a:pt x="60261" y="1153120"/>
                  </a:lnTo>
                  <a:lnTo>
                    <a:pt x="61116" y="1140758"/>
                  </a:lnTo>
                  <a:lnTo>
                    <a:pt x="61972" y="1122113"/>
                  </a:lnTo>
                  <a:lnTo>
                    <a:pt x="62827" y="1121841"/>
                  </a:lnTo>
                  <a:lnTo>
                    <a:pt x="63683" y="1115013"/>
                  </a:lnTo>
                  <a:lnTo>
                    <a:pt x="64538" y="1098033"/>
                  </a:lnTo>
                  <a:lnTo>
                    <a:pt x="65394" y="1093915"/>
                  </a:lnTo>
                  <a:lnTo>
                    <a:pt x="66249" y="1023398"/>
                  </a:lnTo>
                  <a:lnTo>
                    <a:pt x="67105" y="1029334"/>
                  </a:lnTo>
                  <a:lnTo>
                    <a:pt x="67960" y="1088826"/>
                  </a:lnTo>
                  <a:lnTo>
                    <a:pt x="68816" y="1125171"/>
                  </a:lnTo>
                  <a:lnTo>
                    <a:pt x="69672" y="1189848"/>
                  </a:lnTo>
                  <a:lnTo>
                    <a:pt x="70527" y="1190878"/>
                  </a:lnTo>
                  <a:lnTo>
                    <a:pt x="71383" y="1191717"/>
                  </a:lnTo>
                  <a:lnTo>
                    <a:pt x="72238" y="1185242"/>
                  </a:lnTo>
                  <a:lnTo>
                    <a:pt x="73094" y="1127149"/>
                  </a:lnTo>
                  <a:lnTo>
                    <a:pt x="73949" y="1128618"/>
                  </a:lnTo>
                  <a:lnTo>
                    <a:pt x="74805" y="1102225"/>
                  </a:lnTo>
                  <a:lnTo>
                    <a:pt x="75660" y="1024980"/>
                  </a:lnTo>
                  <a:lnTo>
                    <a:pt x="76516" y="1005171"/>
                  </a:lnTo>
                  <a:lnTo>
                    <a:pt x="77371" y="971882"/>
                  </a:lnTo>
                  <a:lnTo>
                    <a:pt x="78227" y="1011534"/>
                  </a:lnTo>
                  <a:lnTo>
                    <a:pt x="79082" y="1044077"/>
                  </a:lnTo>
                  <a:lnTo>
                    <a:pt x="79938" y="1092365"/>
                  </a:lnTo>
                  <a:lnTo>
                    <a:pt x="80793" y="1145577"/>
                  </a:lnTo>
                  <a:lnTo>
                    <a:pt x="81649" y="1173195"/>
                  </a:lnTo>
                  <a:lnTo>
                    <a:pt x="82504" y="1187121"/>
                  </a:lnTo>
                  <a:lnTo>
                    <a:pt x="83360" y="1215091"/>
                  </a:lnTo>
                  <a:lnTo>
                    <a:pt x="84215" y="1218380"/>
                  </a:lnTo>
                  <a:lnTo>
                    <a:pt x="85071" y="1224838"/>
                  </a:lnTo>
                  <a:lnTo>
                    <a:pt x="85927" y="1207972"/>
                  </a:lnTo>
                  <a:lnTo>
                    <a:pt x="86782" y="1239714"/>
                  </a:lnTo>
                  <a:lnTo>
                    <a:pt x="87638" y="1235385"/>
                  </a:lnTo>
                  <a:lnTo>
                    <a:pt x="88493" y="1228467"/>
                  </a:lnTo>
                  <a:lnTo>
                    <a:pt x="89349" y="1201348"/>
                  </a:lnTo>
                  <a:lnTo>
                    <a:pt x="90204" y="1197800"/>
                  </a:lnTo>
                  <a:lnTo>
                    <a:pt x="91060" y="1182827"/>
                  </a:lnTo>
                  <a:lnTo>
                    <a:pt x="91915" y="1152503"/>
                  </a:lnTo>
                  <a:lnTo>
                    <a:pt x="92771" y="1142303"/>
                  </a:lnTo>
                  <a:lnTo>
                    <a:pt x="93626" y="1165690"/>
                  </a:lnTo>
                  <a:lnTo>
                    <a:pt x="94482" y="1192950"/>
                  </a:lnTo>
                  <a:lnTo>
                    <a:pt x="95337" y="1203700"/>
                  </a:lnTo>
                  <a:lnTo>
                    <a:pt x="96193" y="1170354"/>
                  </a:lnTo>
                  <a:lnTo>
                    <a:pt x="97048" y="1159072"/>
                  </a:lnTo>
                  <a:lnTo>
                    <a:pt x="97904" y="1165389"/>
                  </a:lnTo>
                  <a:lnTo>
                    <a:pt x="98759" y="1166009"/>
                  </a:lnTo>
                  <a:lnTo>
                    <a:pt x="99615" y="1140374"/>
                  </a:lnTo>
                  <a:lnTo>
                    <a:pt x="100470" y="1119407"/>
                  </a:lnTo>
                  <a:lnTo>
                    <a:pt x="101326" y="1117690"/>
                  </a:lnTo>
                  <a:lnTo>
                    <a:pt x="102182" y="1118605"/>
                  </a:lnTo>
                  <a:lnTo>
                    <a:pt x="103037" y="1108773"/>
                  </a:lnTo>
                  <a:lnTo>
                    <a:pt x="103893" y="1121229"/>
                  </a:lnTo>
                  <a:lnTo>
                    <a:pt x="104748" y="1099716"/>
                  </a:lnTo>
                  <a:lnTo>
                    <a:pt x="105604" y="1118372"/>
                  </a:lnTo>
                  <a:lnTo>
                    <a:pt x="106459" y="1131897"/>
                  </a:lnTo>
                  <a:lnTo>
                    <a:pt x="107315" y="1003595"/>
                  </a:lnTo>
                  <a:lnTo>
                    <a:pt x="108170" y="1022011"/>
                  </a:lnTo>
                  <a:lnTo>
                    <a:pt x="109026" y="960299"/>
                  </a:lnTo>
                  <a:lnTo>
                    <a:pt x="109881" y="1029959"/>
                  </a:lnTo>
                  <a:lnTo>
                    <a:pt x="110737" y="1017239"/>
                  </a:lnTo>
                  <a:lnTo>
                    <a:pt x="111592" y="1099681"/>
                  </a:lnTo>
                  <a:lnTo>
                    <a:pt x="112448" y="1093578"/>
                  </a:lnTo>
                  <a:lnTo>
                    <a:pt x="113303" y="1120994"/>
                  </a:lnTo>
                  <a:lnTo>
                    <a:pt x="114159" y="1153225"/>
                  </a:lnTo>
                  <a:lnTo>
                    <a:pt x="115014" y="1166137"/>
                  </a:lnTo>
                  <a:lnTo>
                    <a:pt x="115870" y="1166434"/>
                  </a:lnTo>
                  <a:lnTo>
                    <a:pt x="116726" y="1183136"/>
                  </a:lnTo>
                  <a:lnTo>
                    <a:pt x="117581" y="1201306"/>
                  </a:lnTo>
                  <a:lnTo>
                    <a:pt x="118437" y="1216323"/>
                  </a:lnTo>
                  <a:lnTo>
                    <a:pt x="119292" y="1178253"/>
                  </a:lnTo>
                  <a:lnTo>
                    <a:pt x="120148" y="1191462"/>
                  </a:lnTo>
                  <a:lnTo>
                    <a:pt x="121003" y="1201371"/>
                  </a:lnTo>
                  <a:lnTo>
                    <a:pt x="121859" y="1198218"/>
                  </a:lnTo>
                  <a:lnTo>
                    <a:pt x="122714" y="1208145"/>
                  </a:lnTo>
                  <a:lnTo>
                    <a:pt x="123570" y="1209554"/>
                  </a:lnTo>
                  <a:lnTo>
                    <a:pt x="124425" y="1205831"/>
                  </a:lnTo>
                  <a:lnTo>
                    <a:pt x="125281" y="1220654"/>
                  </a:lnTo>
                  <a:lnTo>
                    <a:pt x="126136" y="1193513"/>
                  </a:lnTo>
                  <a:lnTo>
                    <a:pt x="126992" y="1156032"/>
                  </a:lnTo>
                  <a:lnTo>
                    <a:pt x="127847" y="1159697"/>
                  </a:lnTo>
                  <a:lnTo>
                    <a:pt x="128703" y="1194532"/>
                  </a:lnTo>
                  <a:lnTo>
                    <a:pt x="129558" y="1170018"/>
                  </a:lnTo>
                  <a:lnTo>
                    <a:pt x="130414" y="1186302"/>
                  </a:lnTo>
                  <a:lnTo>
                    <a:pt x="131269" y="1198170"/>
                  </a:lnTo>
                  <a:lnTo>
                    <a:pt x="132125" y="1218699"/>
                  </a:lnTo>
                  <a:lnTo>
                    <a:pt x="132981" y="1241216"/>
                  </a:lnTo>
                  <a:lnTo>
                    <a:pt x="133836" y="1194383"/>
                  </a:lnTo>
                  <a:lnTo>
                    <a:pt x="134692" y="1218125"/>
                  </a:lnTo>
                  <a:lnTo>
                    <a:pt x="135547" y="1245565"/>
                  </a:lnTo>
                  <a:lnTo>
                    <a:pt x="136403" y="1252424"/>
                  </a:lnTo>
                  <a:lnTo>
                    <a:pt x="137258" y="1250591"/>
                  </a:lnTo>
                  <a:lnTo>
                    <a:pt x="138114" y="1208015"/>
                  </a:lnTo>
                  <a:lnTo>
                    <a:pt x="138969" y="1234707"/>
                  </a:lnTo>
                  <a:lnTo>
                    <a:pt x="139825" y="1236162"/>
                  </a:lnTo>
                  <a:lnTo>
                    <a:pt x="140680" y="1197684"/>
                  </a:lnTo>
                  <a:lnTo>
                    <a:pt x="141536" y="1203733"/>
                  </a:lnTo>
                  <a:lnTo>
                    <a:pt x="142391" y="1214853"/>
                  </a:lnTo>
                  <a:lnTo>
                    <a:pt x="143247" y="1232441"/>
                  </a:lnTo>
                  <a:lnTo>
                    <a:pt x="144102" y="1214514"/>
                  </a:lnTo>
                  <a:lnTo>
                    <a:pt x="144958" y="1182374"/>
                  </a:lnTo>
                  <a:lnTo>
                    <a:pt x="145813" y="1171135"/>
                  </a:lnTo>
                  <a:lnTo>
                    <a:pt x="146669" y="1261126"/>
                  </a:lnTo>
                  <a:lnTo>
                    <a:pt x="147524" y="1268338"/>
                  </a:lnTo>
                  <a:lnTo>
                    <a:pt x="148380" y="1238581"/>
                  </a:lnTo>
                  <a:lnTo>
                    <a:pt x="149236" y="1185347"/>
                  </a:lnTo>
                  <a:lnTo>
                    <a:pt x="150091" y="1198172"/>
                  </a:lnTo>
                  <a:lnTo>
                    <a:pt x="150947" y="1203437"/>
                  </a:lnTo>
                  <a:lnTo>
                    <a:pt x="151802" y="1211059"/>
                  </a:lnTo>
                  <a:lnTo>
                    <a:pt x="152658" y="1173844"/>
                  </a:lnTo>
                  <a:lnTo>
                    <a:pt x="153513" y="1138308"/>
                  </a:lnTo>
                  <a:lnTo>
                    <a:pt x="154369" y="1126572"/>
                  </a:lnTo>
                  <a:lnTo>
                    <a:pt x="155224" y="1128933"/>
                  </a:lnTo>
                  <a:lnTo>
                    <a:pt x="156080" y="1131381"/>
                  </a:lnTo>
                  <a:lnTo>
                    <a:pt x="156935" y="1111268"/>
                  </a:lnTo>
                  <a:lnTo>
                    <a:pt x="157791" y="998858"/>
                  </a:lnTo>
                  <a:lnTo>
                    <a:pt x="158646" y="953846"/>
                  </a:lnTo>
                  <a:lnTo>
                    <a:pt x="159502" y="999948"/>
                  </a:lnTo>
                  <a:lnTo>
                    <a:pt x="160357" y="1003464"/>
                  </a:lnTo>
                  <a:lnTo>
                    <a:pt x="161213" y="987914"/>
                  </a:lnTo>
                  <a:lnTo>
                    <a:pt x="162068" y="1066411"/>
                  </a:lnTo>
                  <a:lnTo>
                    <a:pt x="162924" y="1065137"/>
                  </a:lnTo>
                  <a:lnTo>
                    <a:pt x="163780" y="1092999"/>
                  </a:lnTo>
                  <a:lnTo>
                    <a:pt x="164635" y="1054296"/>
                  </a:lnTo>
                  <a:lnTo>
                    <a:pt x="165491" y="1070733"/>
                  </a:lnTo>
                  <a:lnTo>
                    <a:pt x="166346" y="1073670"/>
                  </a:lnTo>
                  <a:lnTo>
                    <a:pt x="167202" y="1029925"/>
                  </a:lnTo>
                  <a:lnTo>
                    <a:pt x="168057" y="1035122"/>
                  </a:lnTo>
                  <a:lnTo>
                    <a:pt x="168913" y="1055989"/>
                  </a:lnTo>
                  <a:lnTo>
                    <a:pt x="169768" y="1071074"/>
                  </a:lnTo>
                  <a:lnTo>
                    <a:pt x="170624" y="1044015"/>
                  </a:lnTo>
                  <a:lnTo>
                    <a:pt x="171479" y="1081538"/>
                  </a:lnTo>
                  <a:lnTo>
                    <a:pt x="172335" y="1098963"/>
                  </a:lnTo>
                  <a:lnTo>
                    <a:pt x="173190" y="1084774"/>
                  </a:lnTo>
                  <a:lnTo>
                    <a:pt x="174046" y="1117164"/>
                  </a:lnTo>
                  <a:lnTo>
                    <a:pt x="174901" y="1131010"/>
                  </a:lnTo>
                  <a:lnTo>
                    <a:pt x="175757" y="1175023"/>
                  </a:lnTo>
                  <a:lnTo>
                    <a:pt x="176612" y="1172916"/>
                  </a:lnTo>
                  <a:lnTo>
                    <a:pt x="177468" y="1201718"/>
                  </a:lnTo>
                  <a:lnTo>
                    <a:pt x="178323" y="1198118"/>
                  </a:lnTo>
                  <a:lnTo>
                    <a:pt x="179179" y="1178206"/>
                  </a:lnTo>
                  <a:lnTo>
                    <a:pt x="180035" y="1170160"/>
                  </a:lnTo>
                  <a:lnTo>
                    <a:pt x="180890" y="1124939"/>
                  </a:lnTo>
                  <a:lnTo>
                    <a:pt x="181746" y="1155793"/>
                  </a:lnTo>
                  <a:lnTo>
                    <a:pt x="182601" y="1148697"/>
                  </a:lnTo>
                  <a:lnTo>
                    <a:pt x="183457" y="1151152"/>
                  </a:lnTo>
                  <a:lnTo>
                    <a:pt x="184312" y="1181275"/>
                  </a:lnTo>
                  <a:lnTo>
                    <a:pt x="185168" y="1159298"/>
                  </a:lnTo>
                  <a:lnTo>
                    <a:pt x="186023" y="1098200"/>
                  </a:lnTo>
                  <a:lnTo>
                    <a:pt x="186879" y="1114098"/>
                  </a:lnTo>
                  <a:lnTo>
                    <a:pt x="187734" y="1131938"/>
                  </a:lnTo>
                  <a:lnTo>
                    <a:pt x="188590" y="1120291"/>
                  </a:lnTo>
                  <a:lnTo>
                    <a:pt x="189445" y="1087531"/>
                  </a:lnTo>
                  <a:lnTo>
                    <a:pt x="190301" y="1132426"/>
                  </a:lnTo>
                  <a:lnTo>
                    <a:pt x="191156" y="1104913"/>
                  </a:lnTo>
                  <a:lnTo>
                    <a:pt x="192012" y="1158484"/>
                  </a:lnTo>
                  <a:lnTo>
                    <a:pt x="192867" y="1128698"/>
                  </a:lnTo>
                  <a:lnTo>
                    <a:pt x="193723" y="1098202"/>
                  </a:lnTo>
                  <a:lnTo>
                    <a:pt x="194578" y="1017596"/>
                  </a:lnTo>
                  <a:lnTo>
                    <a:pt x="195434" y="1038513"/>
                  </a:lnTo>
                  <a:lnTo>
                    <a:pt x="196290" y="1073542"/>
                  </a:lnTo>
                  <a:lnTo>
                    <a:pt x="197145" y="1090735"/>
                  </a:lnTo>
                  <a:lnTo>
                    <a:pt x="198001" y="1133852"/>
                  </a:lnTo>
                  <a:lnTo>
                    <a:pt x="198856" y="1156247"/>
                  </a:lnTo>
                  <a:lnTo>
                    <a:pt x="199712" y="1091878"/>
                  </a:lnTo>
                  <a:lnTo>
                    <a:pt x="200567" y="999890"/>
                  </a:lnTo>
                  <a:lnTo>
                    <a:pt x="201423" y="1076271"/>
                  </a:lnTo>
                  <a:lnTo>
                    <a:pt x="202278" y="1120661"/>
                  </a:lnTo>
                  <a:lnTo>
                    <a:pt x="203134" y="1156448"/>
                  </a:lnTo>
                  <a:lnTo>
                    <a:pt x="203989" y="1119711"/>
                  </a:lnTo>
                  <a:lnTo>
                    <a:pt x="204845" y="1121946"/>
                  </a:lnTo>
                  <a:lnTo>
                    <a:pt x="205700" y="1151062"/>
                  </a:lnTo>
                  <a:lnTo>
                    <a:pt x="206556" y="1107451"/>
                  </a:lnTo>
                  <a:lnTo>
                    <a:pt x="207411" y="1065214"/>
                  </a:lnTo>
                  <a:lnTo>
                    <a:pt x="208267" y="1043045"/>
                  </a:lnTo>
                  <a:lnTo>
                    <a:pt x="209122" y="964173"/>
                  </a:lnTo>
                  <a:lnTo>
                    <a:pt x="209978" y="926047"/>
                  </a:lnTo>
                  <a:lnTo>
                    <a:pt x="210834" y="920181"/>
                  </a:lnTo>
                  <a:lnTo>
                    <a:pt x="211689" y="910980"/>
                  </a:lnTo>
                  <a:lnTo>
                    <a:pt x="212545" y="970083"/>
                  </a:lnTo>
                  <a:lnTo>
                    <a:pt x="213400" y="981766"/>
                  </a:lnTo>
                  <a:lnTo>
                    <a:pt x="214256" y="923766"/>
                  </a:lnTo>
                  <a:lnTo>
                    <a:pt x="215111" y="878842"/>
                  </a:lnTo>
                  <a:lnTo>
                    <a:pt x="215967" y="891426"/>
                  </a:lnTo>
                  <a:lnTo>
                    <a:pt x="216822" y="901556"/>
                  </a:lnTo>
                  <a:lnTo>
                    <a:pt x="217678" y="915554"/>
                  </a:lnTo>
                  <a:lnTo>
                    <a:pt x="218533" y="966055"/>
                  </a:lnTo>
                  <a:lnTo>
                    <a:pt x="219389" y="1006643"/>
                  </a:lnTo>
                  <a:lnTo>
                    <a:pt x="220244" y="1056937"/>
                  </a:lnTo>
                  <a:lnTo>
                    <a:pt x="221100" y="1091491"/>
                  </a:lnTo>
                  <a:lnTo>
                    <a:pt x="221955" y="1120273"/>
                  </a:lnTo>
                  <a:lnTo>
                    <a:pt x="222811" y="1176472"/>
                  </a:lnTo>
                  <a:lnTo>
                    <a:pt x="223666" y="1155616"/>
                  </a:lnTo>
                  <a:lnTo>
                    <a:pt x="224522" y="1172685"/>
                  </a:lnTo>
                  <a:lnTo>
                    <a:pt x="225377" y="1177098"/>
                  </a:lnTo>
                  <a:lnTo>
                    <a:pt x="226233" y="1147593"/>
                  </a:lnTo>
                  <a:lnTo>
                    <a:pt x="227089" y="1110004"/>
                  </a:lnTo>
                  <a:lnTo>
                    <a:pt x="227944" y="1058471"/>
                  </a:lnTo>
                  <a:lnTo>
                    <a:pt x="228800" y="1095106"/>
                  </a:lnTo>
                  <a:lnTo>
                    <a:pt x="229655" y="1152503"/>
                  </a:lnTo>
                  <a:lnTo>
                    <a:pt x="230511" y="1129303"/>
                  </a:lnTo>
                  <a:lnTo>
                    <a:pt x="231366" y="1061516"/>
                  </a:lnTo>
                  <a:lnTo>
                    <a:pt x="232222" y="1025066"/>
                  </a:lnTo>
                  <a:lnTo>
                    <a:pt x="233077" y="1122521"/>
                  </a:lnTo>
                  <a:lnTo>
                    <a:pt x="233933" y="1172348"/>
                  </a:lnTo>
                  <a:lnTo>
                    <a:pt x="234788" y="1151300"/>
                  </a:lnTo>
                  <a:lnTo>
                    <a:pt x="235644" y="1156912"/>
                  </a:lnTo>
                  <a:lnTo>
                    <a:pt x="236499" y="1239527"/>
                  </a:lnTo>
                  <a:lnTo>
                    <a:pt x="237355" y="1242989"/>
                  </a:lnTo>
                  <a:lnTo>
                    <a:pt x="238210" y="1227647"/>
                  </a:lnTo>
                  <a:lnTo>
                    <a:pt x="239066" y="1168068"/>
                  </a:lnTo>
                  <a:lnTo>
                    <a:pt x="239921" y="1142837"/>
                  </a:lnTo>
                  <a:lnTo>
                    <a:pt x="240777" y="1105247"/>
                  </a:lnTo>
                  <a:lnTo>
                    <a:pt x="241632" y="1105130"/>
                  </a:lnTo>
                  <a:lnTo>
                    <a:pt x="242488" y="1042595"/>
                  </a:lnTo>
                  <a:lnTo>
                    <a:pt x="243344" y="1015426"/>
                  </a:lnTo>
                  <a:lnTo>
                    <a:pt x="244199" y="1008354"/>
                  </a:lnTo>
                  <a:lnTo>
                    <a:pt x="245055" y="1053208"/>
                  </a:lnTo>
                  <a:lnTo>
                    <a:pt x="245910" y="996059"/>
                  </a:lnTo>
                  <a:lnTo>
                    <a:pt x="246766" y="941364"/>
                  </a:lnTo>
                  <a:lnTo>
                    <a:pt x="247621" y="982583"/>
                  </a:lnTo>
                  <a:lnTo>
                    <a:pt x="248477" y="1024576"/>
                  </a:lnTo>
                  <a:lnTo>
                    <a:pt x="249332" y="1095954"/>
                  </a:lnTo>
                  <a:lnTo>
                    <a:pt x="250188" y="1113742"/>
                  </a:lnTo>
                  <a:lnTo>
                    <a:pt x="251043" y="1094462"/>
                  </a:lnTo>
                  <a:lnTo>
                    <a:pt x="251899" y="1059099"/>
                  </a:lnTo>
                  <a:lnTo>
                    <a:pt x="252754" y="981105"/>
                  </a:lnTo>
                  <a:lnTo>
                    <a:pt x="253610" y="962847"/>
                  </a:lnTo>
                  <a:lnTo>
                    <a:pt x="254465" y="1003779"/>
                  </a:lnTo>
                  <a:lnTo>
                    <a:pt x="255321" y="999786"/>
                  </a:lnTo>
                  <a:lnTo>
                    <a:pt x="256176" y="992048"/>
                  </a:lnTo>
                  <a:lnTo>
                    <a:pt x="257032" y="991826"/>
                  </a:lnTo>
                  <a:lnTo>
                    <a:pt x="257887" y="1106026"/>
                  </a:lnTo>
                  <a:lnTo>
                    <a:pt x="258743" y="1147021"/>
                  </a:lnTo>
                  <a:lnTo>
                    <a:pt x="259599" y="1146833"/>
                  </a:lnTo>
                  <a:lnTo>
                    <a:pt x="260454" y="1116133"/>
                  </a:lnTo>
                  <a:lnTo>
                    <a:pt x="261310" y="1094625"/>
                  </a:lnTo>
                  <a:lnTo>
                    <a:pt x="262165" y="1094008"/>
                  </a:lnTo>
                  <a:lnTo>
                    <a:pt x="263021" y="1076826"/>
                  </a:lnTo>
                  <a:lnTo>
                    <a:pt x="263876" y="1037403"/>
                  </a:lnTo>
                  <a:lnTo>
                    <a:pt x="264732" y="1006298"/>
                  </a:lnTo>
                  <a:lnTo>
                    <a:pt x="265587" y="994219"/>
                  </a:lnTo>
                  <a:lnTo>
                    <a:pt x="266443" y="1080180"/>
                  </a:lnTo>
                  <a:lnTo>
                    <a:pt x="267298" y="1010126"/>
                  </a:lnTo>
                  <a:lnTo>
                    <a:pt x="268154" y="930271"/>
                  </a:lnTo>
                  <a:lnTo>
                    <a:pt x="269009" y="920372"/>
                  </a:lnTo>
                  <a:lnTo>
                    <a:pt x="269865" y="927451"/>
                  </a:lnTo>
                  <a:lnTo>
                    <a:pt x="270720" y="953720"/>
                  </a:lnTo>
                  <a:lnTo>
                    <a:pt x="271576" y="959930"/>
                  </a:lnTo>
                  <a:lnTo>
                    <a:pt x="272431" y="882451"/>
                  </a:lnTo>
                  <a:lnTo>
                    <a:pt x="273287" y="913402"/>
                  </a:lnTo>
                  <a:lnTo>
                    <a:pt x="274143" y="918298"/>
                  </a:lnTo>
                  <a:lnTo>
                    <a:pt x="274998" y="994727"/>
                  </a:lnTo>
                  <a:lnTo>
                    <a:pt x="275854" y="1030526"/>
                  </a:lnTo>
                  <a:lnTo>
                    <a:pt x="276709" y="989734"/>
                  </a:lnTo>
                  <a:lnTo>
                    <a:pt x="277565" y="1039865"/>
                  </a:lnTo>
                  <a:lnTo>
                    <a:pt x="278420" y="1004437"/>
                  </a:lnTo>
                  <a:lnTo>
                    <a:pt x="279276" y="928161"/>
                  </a:lnTo>
                  <a:lnTo>
                    <a:pt x="280131" y="853615"/>
                  </a:lnTo>
                  <a:lnTo>
                    <a:pt x="280987" y="902188"/>
                  </a:lnTo>
                  <a:lnTo>
                    <a:pt x="281842" y="880512"/>
                  </a:lnTo>
                  <a:lnTo>
                    <a:pt x="282698" y="881436"/>
                  </a:lnTo>
                  <a:lnTo>
                    <a:pt x="283553" y="795048"/>
                  </a:lnTo>
                  <a:lnTo>
                    <a:pt x="284409" y="900050"/>
                  </a:lnTo>
                  <a:lnTo>
                    <a:pt x="285264" y="907081"/>
                  </a:lnTo>
                  <a:lnTo>
                    <a:pt x="286120" y="799186"/>
                  </a:lnTo>
                  <a:lnTo>
                    <a:pt x="286975" y="810524"/>
                  </a:lnTo>
                  <a:lnTo>
                    <a:pt x="287831" y="964322"/>
                  </a:lnTo>
                  <a:lnTo>
                    <a:pt x="288686" y="987885"/>
                  </a:lnTo>
                  <a:lnTo>
                    <a:pt x="289542" y="1024685"/>
                  </a:lnTo>
                  <a:lnTo>
                    <a:pt x="290398" y="971986"/>
                  </a:lnTo>
                  <a:lnTo>
                    <a:pt x="291253" y="915285"/>
                  </a:lnTo>
                  <a:lnTo>
                    <a:pt x="292109" y="931464"/>
                  </a:lnTo>
                  <a:lnTo>
                    <a:pt x="292964" y="839768"/>
                  </a:lnTo>
                  <a:lnTo>
                    <a:pt x="293820" y="722967"/>
                  </a:lnTo>
                  <a:lnTo>
                    <a:pt x="294675" y="654387"/>
                  </a:lnTo>
                  <a:lnTo>
                    <a:pt x="295531" y="714644"/>
                  </a:lnTo>
                  <a:lnTo>
                    <a:pt x="296386" y="697688"/>
                  </a:lnTo>
                  <a:lnTo>
                    <a:pt x="297242" y="570701"/>
                  </a:lnTo>
                  <a:lnTo>
                    <a:pt x="298097" y="542898"/>
                  </a:lnTo>
                  <a:lnTo>
                    <a:pt x="298953" y="497037"/>
                  </a:lnTo>
                  <a:lnTo>
                    <a:pt x="299808" y="553377"/>
                  </a:lnTo>
                  <a:lnTo>
                    <a:pt x="300664" y="543402"/>
                  </a:lnTo>
                  <a:lnTo>
                    <a:pt x="301519" y="610510"/>
                  </a:lnTo>
                  <a:lnTo>
                    <a:pt x="302375" y="615983"/>
                  </a:lnTo>
                  <a:lnTo>
                    <a:pt x="303230" y="677994"/>
                  </a:lnTo>
                  <a:lnTo>
                    <a:pt x="304086" y="700758"/>
                  </a:lnTo>
                  <a:lnTo>
                    <a:pt x="304941" y="682842"/>
                  </a:lnTo>
                  <a:lnTo>
                    <a:pt x="305797" y="705235"/>
                  </a:lnTo>
                  <a:lnTo>
                    <a:pt x="306653" y="692534"/>
                  </a:lnTo>
                  <a:lnTo>
                    <a:pt x="307508" y="649223"/>
                  </a:lnTo>
                  <a:lnTo>
                    <a:pt x="308364" y="529628"/>
                  </a:lnTo>
                  <a:lnTo>
                    <a:pt x="309219" y="502070"/>
                  </a:lnTo>
                  <a:lnTo>
                    <a:pt x="310075" y="455081"/>
                  </a:lnTo>
                  <a:lnTo>
                    <a:pt x="310930" y="393014"/>
                  </a:lnTo>
                  <a:lnTo>
                    <a:pt x="311786" y="301950"/>
                  </a:lnTo>
                  <a:lnTo>
                    <a:pt x="312641" y="381345"/>
                  </a:lnTo>
                  <a:lnTo>
                    <a:pt x="313497" y="299739"/>
                  </a:lnTo>
                  <a:lnTo>
                    <a:pt x="314352" y="212607"/>
                  </a:lnTo>
                  <a:lnTo>
                    <a:pt x="315208" y="161958"/>
                  </a:lnTo>
                  <a:lnTo>
                    <a:pt x="316063" y="30355"/>
                  </a:lnTo>
                  <a:lnTo>
                    <a:pt x="316919" y="5954"/>
                  </a:lnTo>
                  <a:lnTo>
                    <a:pt x="317774" y="103556"/>
                  </a:lnTo>
                  <a:lnTo>
                    <a:pt x="318630" y="69154"/>
                  </a:lnTo>
                  <a:lnTo>
                    <a:pt x="319485" y="198101"/>
                  </a:lnTo>
                  <a:lnTo>
                    <a:pt x="320341" y="266906"/>
                  </a:lnTo>
                  <a:lnTo>
                    <a:pt x="321197" y="280287"/>
                  </a:lnTo>
                  <a:lnTo>
                    <a:pt x="322052" y="277384"/>
                  </a:lnTo>
                  <a:lnTo>
                    <a:pt x="322908" y="246208"/>
                  </a:lnTo>
                  <a:lnTo>
                    <a:pt x="323763" y="236776"/>
                  </a:lnTo>
                  <a:lnTo>
                    <a:pt x="324619" y="194824"/>
                  </a:lnTo>
                  <a:lnTo>
                    <a:pt x="325474" y="216646"/>
                  </a:lnTo>
                  <a:lnTo>
                    <a:pt x="326330" y="106681"/>
                  </a:lnTo>
                  <a:lnTo>
                    <a:pt x="327185" y="3599"/>
                  </a:lnTo>
                  <a:lnTo>
                    <a:pt x="328041" y="38007"/>
                  </a:lnTo>
                  <a:lnTo>
                    <a:pt x="328896" y="0"/>
                  </a:lnTo>
                  <a:lnTo>
                    <a:pt x="329752" y="51029"/>
                  </a:lnTo>
                  <a:lnTo>
                    <a:pt x="330607" y="44307"/>
                  </a:lnTo>
                  <a:lnTo>
                    <a:pt x="331463" y="112138"/>
                  </a:lnTo>
                  <a:lnTo>
                    <a:pt x="332318" y="147891"/>
                  </a:lnTo>
                  <a:lnTo>
                    <a:pt x="333174" y="129085"/>
                  </a:lnTo>
                  <a:lnTo>
                    <a:pt x="334029" y="211712"/>
                  </a:lnTo>
                  <a:lnTo>
                    <a:pt x="334885" y="246400"/>
                  </a:lnTo>
                  <a:lnTo>
                    <a:pt x="335740" y="241758"/>
                  </a:lnTo>
                  <a:lnTo>
                    <a:pt x="336596" y="336924"/>
                  </a:lnTo>
                  <a:lnTo>
                    <a:pt x="337452" y="488015"/>
                  </a:lnTo>
                  <a:lnTo>
                    <a:pt x="338307" y="563473"/>
                  </a:lnTo>
                  <a:lnTo>
                    <a:pt x="339163" y="646605"/>
                  </a:lnTo>
                  <a:lnTo>
                    <a:pt x="340018" y="602677"/>
                  </a:lnTo>
                  <a:lnTo>
                    <a:pt x="340874" y="629313"/>
                  </a:lnTo>
                  <a:lnTo>
                    <a:pt x="341729" y="677677"/>
                  </a:lnTo>
                  <a:lnTo>
                    <a:pt x="342585" y="619733"/>
                  </a:lnTo>
                  <a:lnTo>
                    <a:pt x="343440" y="655269"/>
                  </a:lnTo>
                  <a:lnTo>
                    <a:pt x="344296" y="646586"/>
                  </a:lnTo>
                  <a:lnTo>
                    <a:pt x="345151" y="576608"/>
                  </a:lnTo>
                  <a:lnTo>
                    <a:pt x="346007" y="568426"/>
                  </a:lnTo>
                  <a:lnTo>
                    <a:pt x="346862" y="564014"/>
                  </a:lnTo>
                  <a:lnTo>
                    <a:pt x="347718" y="565936"/>
                  </a:lnTo>
                  <a:lnTo>
                    <a:pt x="348573" y="584927"/>
                  </a:lnTo>
                  <a:lnTo>
                    <a:pt x="349429" y="630451"/>
                  </a:lnTo>
                  <a:lnTo>
                    <a:pt x="350284" y="711448"/>
                  </a:lnTo>
                  <a:lnTo>
                    <a:pt x="351140" y="802322"/>
                  </a:lnTo>
                  <a:lnTo>
                    <a:pt x="351995" y="804146"/>
                  </a:lnTo>
                  <a:lnTo>
                    <a:pt x="352851" y="806363"/>
                  </a:lnTo>
                  <a:lnTo>
                    <a:pt x="353707" y="883021"/>
                  </a:lnTo>
                  <a:lnTo>
                    <a:pt x="354562" y="1019479"/>
                  </a:lnTo>
                  <a:lnTo>
                    <a:pt x="355418" y="1014838"/>
                  </a:lnTo>
                  <a:lnTo>
                    <a:pt x="356273" y="1001226"/>
                  </a:lnTo>
                  <a:lnTo>
                    <a:pt x="357129" y="990703"/>
                  </a:lnTo>
                  <a:lnTo>
                    <a:pt x="357984" y="937056"/>
                  </a:lnTo>
                  <a:lnTo>
                    <a:pt x="358840" y="904327"/>
                  </a:lnTo>
                  <a:lnTo>
                    <a:pt x="359695" y="896507"/>
                  </a:lnTo>
                  <a:lnTo>
                    <a:pt x="360551" y="876838"/>
                  </a:lnTo>
                  <a:lnTo>
                    <a:pt x="361406" y="896098"/>
                  </a:lnTo>
                  <a:lnTo>
                    <a:pt x="362262" y="932884"/>
                  </a:lnTo>
                  <a:lnTo>
                    <a:pt x="363117" y="883341"/>
                  </a:lnTo>
                  <a:lnTo>
                    <a:pt x="363973" y="915319"/>
                  </a:lnTo>
                  <a:lnTo>
                    <a:pt x="364828" y="882265"/>
                  </a:lnTo>
                  <a:lnTo>
                    <a:pt x="365684" y="955410"/>
                  </a:lnTo>
                  <a:lnTo>
                    <a:pt x="366539" y="968200"/>
                  </a:lnTo>
                  <a:lnTo>
                    <a:pt x="367395" y="904074"/>
                  </a:lnTo>
                  <a:lnTo>
                    <a:pt x="368251" y="953897"/>
                  </a:lnTo>
                  <a:lnTo>
                    <a:pt x="369106" y="950433"/>
                  </a:lnTo>
                  <a:lnTo>
                    <a:pt x="369962" y="977686"/>
                  </a:lnTo>
                  <a:lnTo>
                    <a:pt x="370817" y="995810"/>
                  </a:lnTo>
                  <a:lnTo>
                    <a:pt x="371673" y="955572"/>
                  </a:lnTo>
                  <a:lnTo>
                    <a:pt x="372528" y="977513"/>
                  </a:lnTo>
                  <a:lnTo>
                    <a:pt x="373384" y="954936"/>
                  </a:lnTo>
                  <a:lnTo>
                    <a:pt x="374239" y="954232"/>
                  </a:lnTo>
                  <a:lnTo>
                    <a:pt x="375095" y="995347"/>
                  </a:lnTo>
                  <a:lnTo>
                    <a:pt x="375950" y="1056481"/>
                  </a:lnTo>
                  <a:lnTo>
                    <a:pt x="376806" y="1099468"/>
                  </a:lnTo>
                  <a:lnTo>
                    <a:pt x="377661" y="1132978"/>
                  </a:lnTo>
                  <a:lnTo>
                    <a:pt x="378517" y="1085503"/>
                  </a:lnTo>
                  <a:lnTo>
                    <a:pt x="379372" y="1173678"/>
                  </a:lnTo>
                  <a:lnTo>
                    <a:pt x="380228" y="1199416"/>
                  </a:lnTo>
                  <a:lnTo>
                    <a:pt x="381083" y="1152806"/>
                  </a:lnTo>
                  <a:lnTo>
                    <a:pt x="381939" y="1092722"/>
                  </a:lnTo>
                  <a:lnTo>
                    <a:pt x="382794" y="1081927"/>
                  </a:lnTo>
                  <a:lnTo>
                    <a:pt x="383650" y="1136973"/>
                  </a:lnTo>
                  <a:lnTo>
                    <a:pt x="384506" y="1137604"/>
                  </a:lnTo>
                  <a:lnTo>
                    <a:pt x="385361" y="1133936"/>
                  </a:lnTo>
                  <a:lnTo>
                    <a:pt x="386217" y="1100779"/>
                  </a:lnTo>
                  <a:lnTo>
                    <a:pt x="387072" y="1107081"/>
                  </a:lnTo>
                  <a:lnTo>
                    <a:pt x="387928" y="1041546"/>
                  </a:lnTo>
                  <a:lnTo>
                    <a:pt x="388783" y="980648"/>
                  </a:lnTo>
                  <a:lnTo>
                    <a:pt x="389639" y="1008245"/>
                  </a:lnTo>
                  <a:lnTo>
                    <a:pt x="390494" y="1074099"/>
                  </a:lnTo>
                  <a:lnTo>
                    <a:pt x="391350" y="1081222"/>
                  </a:lnTo>
                  <a:lnTo>
                    <a:pt x="392205" y="1081285"/>
                  </a:lnTo>
                  <a:lnTo>
                    <a:pt x="393061" y="1156701"/>
                  </a:lnTo>
                  <a:lnTo>
                    <a:pt x="393916" y="1183475"/>
                  </a:lnTo>
                  <a:lnTo>
                    <a:pt x="394772" y="1184326"/>
                  </a:lnTo>
                  <a:lnTo>
                    <a:pt x="395627" y="1181425"/>
                  </a:lnTo>
                  <a:lnTo>
                    <a:pt x="396483" y="1244252"/>
                  </a:lnTo>
                  <a:lnTo>
                    <a:pt x="397338" y="1264733"/>
                  </a:lnTo>
                  <a:lnTo>
                    <a:pt x="397701" y="12717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8391241" y="5888320"/>
              <a:ext cx="158010" cy="491129"/>
            </a:xfrm>
            <a:custGeom>
              <a:avLst/>
              <a:pathLst>
                <a:path w="158010" h="491129">
                  <a:moveTo>
                    <a:pt x="0" y="491129"/>
                  </a:moveTo>
                  <a:lnTo>
                    <a:pt x="685" y="452863"/>
                  </a:lnTo>
                  <a:lnTo>
                    <a:pt x="1540" y="448563"/>
                  </a:lnTo>
                  <a:lnTo>
                    <a:pt x="2396" y="437018"/>
                  </a:lnTo>
                  <a:lnTo>
                    <a:pt x="3251" y="401247"/>
                  </a:lnTo>
                  <a:lnTo>
                    <a:pt x="4107" y="294557"/>
                  </a:lnTo>
                  <a:lnTo>
                    <a:pt x="4963" y="333502"/>
                  </a:lnTo>
                  <a:lnTo>
                    <a:pt x="5818" y="365590"/>
                  </a:lnTo>
                  <a:lnTo>
                    <a:pt x="6674" y="356217"/>
                  </a:lnTo>
                  <a:lnTo>
                    <a:pt x="7529" y="353085"/>
                  </a:lnTo>
                  <a:lnTo>
                    <a:pt x="8385" y="326069"/>
                  </a:lnTo>
                  <a:lnTo>
                    <a:pt x="9240" y="341603"/>
                  </a:lnTo>
                  <a:lnTo>
                    <a:pt x="10096" y="388276"/>
                  </a:lnTo>
                  <a:lnTo>
                    <a:pt x="10951" y="394756"/>
                  </a:lnTo>
                  <a:lnTo>
                    <a:pt x="11807" y="379399"/>
                  </a:lnTo>
                  <a:lnTo>
                    <a:pt x="12662" y="325228"/>
                  </a:lnTo>
                  <a:lnTo>
                    <a:pt x="13518" y="380551"/>
                  </a:lnTo>
                  <a:lnTo>
                    <a:pt x="14373" y="390533"/>
                  </a:lnTo>
                  <a:lnTo>
                    <a:pt x="15229" y="400119"/>
                  </a:lnTo>
                  <a:lnTo>
                    <a:pt x="16084" y="399831"/>
                  </a:lnTo>
                  <a:lnTo>
                    <a:pt x="16940" y="366411"/>
                  </a:lnTo>
                  <a:lnTo>
                    <a:pt x="17795" y="359698"/>
                  </a:lnTo>
                  <a:lnTo>
                    <a:pt x="18651" y="362800"/>
                  </a:lnTo>
                  <a:lnTo>
                    <a:pt x="19506" y="369089"/>
                  </a:lnTo>
                  <a:lnTo>
                    <a:pt x="20362" y="352752"/>
                  </a:lnTo>
                  <a:lnTo>
                    <a:pt x="21218" y="288188"/>
                  </a:lnTo>
                  <a:lnTo>
                    <a:pt x="22073" y="289430"/>
                  </a:lnTo>
                  <a:lnTo>
                    <a:pt x="22929" y="187804"/>
                  </a:lnTo>
                  <a:lnTo>
                    <a:pt x="23784" y="168471"/>
                  </a:lnTo>
                  <a:lnTo>
                    <a:pt x="24640" y="152540"/>
                  </a:lnTo>
                  <a:lnTo>
                    <a:pt x="25495" y="98932"/>
                  </a:lnTo>
                  <a:lnTo>
                    <a:pt x="26351" y="146189"/>
                  </a:lnTo>
                  <a:lnTo>
                    <a:pt x="27206" y="150623"/>
                  </a:lnTo>
                  <a:lnTo>
                    <a:pt x="28062" y="174018"/>
                  </a:lnTo>
                  <a:lnTo>
                    <a:pt x="28917" y="205609"/>
                  </a:lnTo>
                  <a:lnTo>
                    <a:pt x="29773" y="279410"/>
                  </a:lnTo>
                  <a:lnTo>
                    <a:pt x="30628" y="304949"/>
                  </a:lnTo>
                  <a:lnTo>
                    <a:pt x="31484" y="313057"/>
                  </a:lnTo>
                  <a:lnTo>
                    <a:pt x="32339" y="342877"/>
                  </a:lnTo>
                  <a:lnTo>
                    <a:pt x="33195" y="384171"/>
                  </a:lnTo>
                  <a:lnTo>
                    <a:pt x="34050" y="408955"/>
                  </a:lnTo>
                  <a:lnTo>
                    <a:pt x="34906" y="380557"/>
                  </a:lnTo>
                  <a:lnTo>
                    <a:pt x="35761" y="381128"/>
                  </a:lnTo>
                  <a:lnTo>
                    <a:pt x="36617" y="364771"/>
                  </a:lnTo>
                  <a:lnTo>
                    <a:pt x="37473" y="274517"/>
                  </a:lnTo>
                  <a:lnTo>
                    <a:pt x="38328" y="230397"/>
                  </a:lnTo>
                  <a:lnTo>
                    <a:pt x="39184" y="205661"/>
                  </a:lnTo>
                  <a:lnTo>
                    <a:pt x="40039" y="222879"/>
                  </a:lnTo>
                  <a:lnTo>
                    <a:pt x="40895" y="209798"/>
                  </a:lnTo>
                  <a:lnTo>
                    <a:pt x="41750" y="165359"/>
                  </a:lnTo>
                  <a:lnTo>
                    <a:pt x="42606" y="140783"/>
                  </a:lnTo>
                  <a:lnTo>
                    <a:pt x="43461" y="141450"/>
                  </a:lnTo>
                  <a:lnTo>
                    <a:pt x="44317" y="174221"/>
                  </a:lnTo>
                  <a:lnTo>
                    <a:pt x="45172" y="131795"/>
                  </a:lnTo>
                  <a:lnTo>
                    <a:pt x="46028" y="134377"/>
                  </a:lnTo>
                  <a:lnTo>
                    <a:pt x="46883" y="147075"/>
                  </a:lnTo>
                  <a:lnTo>
                    <a:pt x="47739" y="270691"/>
                  </a:lnTo>
                  <a:lnTo>
                    <a:pt x="48594" y="274027"/>
                  </a:lnTo>
                  <a:lnTo>
                    <a:pt x="49450" y="258365"/>
                  </a:lnTo>
                  <a:lnTo>
                    <a:pt x="50305" y="200596"/>
                  </a:lnTo>
                  <a:lnTo>
                    <a:pt x="51161" y="301440"/>
                  </a:lnTo>
                  <a:lnTo>
                    <a:pt x="52017" y="307091"/>
                  </a:lnTo>
                  <a:lnTo>
                    <a:pt x="52872" y="321745"/>
                  </a:lnTo>
                  <a:lnTo>
                    <a:pt x="53728" y="302625"/>
                  </a:lnTo>
                  <a:lnTo>
                    <a:pt x="54583" y="291998"/>
                  </a:lnTo>
                  <a:lnTo>
                    <a:pt x="55439" y="161728"/>
                  </a:lnTo>
                  <a:lnTo>
                    <a:pt x="56294" y="138866"/>
                  </a:lnTo>
                  <a:lnTo>
                    <a:pt x="57150" y="127743"/>
                  </a:lnTo>
                  <a:lnTo>
                    <a:pt x="58005" y="131609"/>
                  </a:lnTo>
                  <a:lnTo>
                    <a:pt x="58861" y="126198"/>
                  </a:lnTo>
                  <a:lnTo>
                    <a:pt x="59716" y="160866"/>
                  </a:lnTo>
                  <a:lnTo>
                    <a:pt x="60572" y="192603"/>
                  </a:lnTo>
                  <a:lnTo>
                    <a:pt x="61427" y="197071"/>
                  </a:lnTo>
                  <a:lnTo>
                    <a:pt x="62283" y="210853"/>
                  </a:lnTo>
                  <a:lnTo>
                    <a:pt x="63138" y="299846"/>
                  </a:lnTo>
                  <a:lnTo>
                    <a:pt x="63994" y="303668"/>
                  </a:lnTo>
                  <a:lnTo>
                    <a:pt x="64849" y="350493"/>
                  </a:lnTo>
                  <a:lnTo>
                    <a:pt x="65705" y="353771"/>
                  </a:lnTo>
                  <a:lnTo>
                    <a:pt x="66560" y="363286"/>
                  </a:lnTo>
                  <a:lnTo>
                    <a:pt x="67416" y="388073"/>
                  </a:lnTo>
                  <a:lnTo>
                    <a:pt x="68272" y="391791"/>
                  </a:lnTo>
                  <a:lnTo>
                    <a:pt x="69127" y="405909"/>
                  </a:lnTo>
                  <a:lnTo>
                    <a:pt x="69983" y="393411"/>
                  </a:lnTo>
                  <a:lnTo>
                    <a:pt x="70838" y="343100"/>
                  </a:lnTo>
                  <a:lnTo>
                    <a:pt x="71694" y="300268"/>
                  </a:lnTo>
                  <a:lnTo>
                    <a:pt x="72549" y="314147"/>
                  </a:lnTo>
                  <a:lnTo>
                    <a:pt x="73405" y="287428"/>
                  </a:lnTo>
                  <a:lnTo>
                    <a:pt x="74260" y="257482"/>
                  </a:lnTo>
                  <a:lnTo>
                    <a:pt x="75116" y="149250"/>
                  </a:lnTo>
                  <a:lnTo>
                    <a:pt x="75971" y="164300"/>
                  </a:lnTo>
                  <a:lnTo>
                    <a:pt x="76827" y="171384"/>
                  </a:lnTo>
                  <a:lnTo>
                    <a:pt x="77682" y="136273"/>
                  </a:lnTo>
                  <a:lnTo>
                    <a:pt x="78538" y="125908"/>
                  </a:lnTo>
                  <a:lnTo>
                    <a:pt x="79393" y="97118"/>
                  </a:lnTo>
                  <a:lnTo>
                    <a:pt x="80249" y="114182"/>
                  </a:lnTo>
                  <a:lnTo>
                    <a:pt x="81104" y="113434"/>
                  </a:lnTo>
                  <a:lnTo>
                    <a:pt x="81960" y="105081"/>
                  </a:lnTo>
                  <a:lnTo>
                    <a:pt x="82815" y="125367"/>
                  </a:lnTo>
                  <a:lnTo>
                    <a:pt x="83671" y="160160"/>
                  </a:lnTo>
                  <a:lnTo>
                    <a:pt x="84527" y="236950"/>
                  </a:lnTo>
                  <a:lnTo>
                    <a:pt x="85382" y="246793"/>
                  </a:lnTo>
                  <a:lnTo>
                    <a:pt x="86238" y="179020"/>
                  </a:lnTo>
                  <a:lnTo>
                    <a:pt x="87093" y="152678"/>
                  </a:lnTo>
                  <a:lnTo>
                    <a:pt x="87949" y="149945"/>
                  </a:lnTo>
                  <a:lnTo>
                    <a:pt x="88804" y="157523"/>
                  </a:lnTo>
                  <a:lnTo>
                    <a:pt x="89660" y="208229"/>
                  </a:lnTo>
                  <a:lnTo>
                    <a:pt x="90515" y="283200"/>
                  </a:lnTo>
                  <a:lnTo>
                    <a:pt x="91371" y="272993"/>
                  </a:lnTo>
                  <a:lnTo>
                    <a:pt x="92226" y="263772"/>
                  </a:lnTo>
                  <a:lnTo>
                    <a:pt x="93082" y="282969"/>
                  </a:lnTo>
                  <a:lnTo>
                    <a:pt x="93937" y="313007"/>
                  </a:lnTo>
                  <a:lnTo>
                    <a:pt x="94793" y="250346"/>
                  </a:lnTo>
                  <a:lnTo>
                    <a:pt x="95648" y="236653"/>
                  </a:lnTo>
                  <a:lnTo>
                    <a:pt x="96504" y="303470"/>
                  </a:lnTo>
                  <a:lnTo>
                    <a:pt x="97359" y="311336"/>
                  </a:lnTo>
                  <a:lnTo>
                    <a:pt x="98215" y="363136"/>
                  </a:lnTo>
                  <a:lnTo>
                    <a:pt x="99071" y="403250"/>
                  </a:lnTo>
                  <a:lnTo>
                    <a:pt x="99926" y="396176"/>
                  </a:lnTo>
                  <a:lnTo>
                    <a:pt x="100782" y="381536"/>
                  </a:lnTo>
                  <a:lnTo>
                    <a:pt x="101637" y="311718"/>
                  </a:lnTo>
                  <a:lnTo>
                    <a:pt x="102493" y="262313"/>
                  </a:lnTo>
                  <a:lnTo>
                    <a:pt x="103348" y="204681"/>
                  </a:lnTo>
                  <a:lnTo>
                    <a:pt x="104204" y="213725"/>
                  </a:lnTo>
                  <a:lnTo>
                    <a:pt x="105059" y="238960"/>
                  </a:lnTo>
                  <a:lnTo>
                    <a:pt x="105915" y="307675"/>
                  </a:lnTo>
                  <a:lnTo>
                    <a:pt x="106770" y="331893"/>
                  </a:lnTo>
                  <a:lnTo>
                    <a:pt x="107626" y="340820"/>
                  </a:lnTo>
                  <a:lnTo>
                    <a:pt x="108481" y="332573"/>
                  </a:lnTo>
                  <a:lnTo>
                    <a:pt x="109337" y="335229"/>
                  </a:lnTo>
                  <a:lnTo>
                    <a:pt x="110192" y="319645"/>
                  </a:lnTo>
                  <a:lnTo>
                    <a:pt x="111048" y="200261"/>
                  </a:lnTo>
                  <a:lnTo>
                    <a:pt x="111903" y="222114"/>
                  </a:lnTo>
                  <a:lnTo>
                    <a:pt x="112759" y="285537"/>
                  </a:lnTo>
                  <a:lnTo>
                    <a:pt x="113614" y="344522"/>
                  </a:lnTo>
                  <a:lnTo>
                    <a:pt x="114470" y="307884"/>
                  </a:lnTo>
                  <a:lnTo>
                    <a:pt x="115326" y="338782"/>
                  </a:lnTo>
                  <a:lnTo>
                    <a:pt x="116181" y="340088"/>
                  </a:lnTo>
                  <a:lnTo>
                    <a:pt x="117037" y="342401"/>
                  </a:lnTo>
                  <a:lnTo>
                    <a:pt x="117892" y="311207"/>
                  </a:lnTo>
                  <a:lnTo>
                    <a:pt x="118748" y="300409"/>
                  </a:lnTo>
                  <a:lnTo>
                    <a:pt x="119603" y="218451"/>
                  </a:lnTo>
                  <a:lnTo>
                    <a:pt x="120459" y="234796"/>
                  </a:lnTo>
                  <a:lnTo>
                    <a:pt x="121314" y="218143"/>
                  </a:lnTo>
                  <a:lnTo>
                    <a:pt x="122170" y="267501"/>
                  </a:lnTo>
                  <a:lnTo>
                    <a:pt x="123025" y="350748"/>
                  </a:lnTo>
                  <a:lnTo>
                    <a:pt x="123881" y="375288"/>
                  </a:lnTo>
                  <a:lnTo>
                    <a:pt x="124736" y="406399"/>
                  </a:lnTo>
                  <a:lnTo>
                    <a:pt x="125592" y="393671"/>
                  </a:lnTo>
                  <a:lnTo>
                    <a:pt x="126447" y="374842"/>
                  </a:lnTo>
                  <a:lnTo>
                    <a:pt x="127303" y="338975"/>
                  </a:lnTo>
                  <a:lnTo>
                    <a:pt x="128158" y="300586"/>
                  </a:lnTo>
                  <a:lnTo>
                    <a:pt x="129014" y="212495"/>
                  </a:lnTo>
                  <a:lnTo>
                    <a:pt x="129869" y="175882"/>
                  </a:lnTo>
                  <a:lnTo>
                    <a:pt x="130725" y="170628"/>
                  </a:lnTo>
                  <a:lnTo>
                    <a:pt x="131581" y="152639"/>
                  </a:lnTo>
                  <a:lnTo>
                    <a:pt x="132436" y="142845"/>
                  </a:lnTo>
                  <a:lnTo>
                    <a:pt x="133292" y="113878"/>
                  </a:lnTo>
                  <a:lnTo>
                    <a:pt x="134147" y="46413"/>
                  </a:lnTo>
                  <a:lnTo>
                    <a:pt x="135003" y="0"/>
                  </a:lnTo>
                  <a:lnTo>
                    <a:pt x="135858" y="47114"/>
                  </a:lnTo>
                  <a:lnTo>
                    <a:pt x="136714" y="28405"/>
                  </a:lnTo>
                  <a:lnTo>
                    <a:pt x="137569" y="65942"/>
                  </a:lnTo>
                  <a:lnTo>
                    <a:pt x="138425" y="55662"/>
                  </a:lnTo>
                  <a:lnTo>
                    <a:pt x="139280" y="44129"/>
                  </a:lnTo>
                  <a:lnTo>
                    <a:pt x="140136" y="84580"/>
                  </a:lnTo>
                  <a:lnTo>
                    <a:pt x="140991" y="62233"/>
                  </a:lnTo>
                  <a:lnTo>
                    <a:pt x="141847" y="66415"/>
                  </a:lnTo>
                  <a:lnTo>
                    <a:pt x="142702" y="85364"/>
                  </a:lnTo>
                  <a:lnTo>
                    <a:pt x="143558" y="62269"/>
                  </a:lnTo>
                  <a:lnTo>
                    <a:pt x="144413" y="60276"/>
                  </a:lnTo>
                  <a:lnTo>
                    <a:pt x="145269" y="75997"/>
                  </a:lnTo>
                  <a:lnTo>
                    <a:pt x="146125" y="81955"/>
                  </a:lnTo>
                  <a:lnTo>
                    <a:pt x="146980" y="75208"/>
                  </a:lnTo>
                  <a:lnTo>
                    <a:pt x="147836" y="128116"/>
                  </a:lnTo>
                  <a:lnTo>
                    <a:pt x="148691" y="243592"/>
                  </a:lnTo>
                  <a:lnTo>
                    <a:pt x="149547" y="388113"/>
                  </a:lnTo>
                  <a:lnTo>
                    <a:pt x="150402" y="398951"/>
                  </a:lnTo>
                  <a:lnTo>
                    <a:pt x="151258" y="423017"/>
                  </a:lnTo>
                  <a:lnTo>
                    <a:pt x="152113" y="412423"/>
                  </a:lnTo>
                  <a:lnTo>
                    <a:pt x="152969" y="438416"/>
                  </a:lnTo>
                  <a:lnTo>
                    <a:pt x="153824" y="461612"/>
                  </a:lnTo>
                  <a:lnTo>
                    <a:pt x="154680" y="483199"/>
                  </a:lnTo>
                  <a:lnTo>
                    <a:pt x="155535" y="459971"/>
                  </a:lnTo>
                  <a:lnTo>
                    <a:pt x="156391" y="446150"/>
                  </a:lnTo>
                  <a:lnTo>
                    <a:pt x="157246" y="478025"/>
                  </a:lnTo>
                  <a:lnTo>
                    <a:pt x="158010" y="4911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8549738" y="6348736"/>
              <a:ext cx="3827" cy="30713"/>
            </a:xfrm>
            <a:custGeom>
              <a:avLst/>
              <a:pathLst>
                <a:path w="3827" h="30713">
                  <a:moveTo>
                    <a:pt x="0" y="30713"/>
                  </a:moveTo>
                  <a:lnTo>
                    <a:pt x="461" y="28876"/>
                  </a:lnTo>
                  <a:lnTo>
                    <a:pt x="1316" y="14999"/>
                  </a:lnTo>
                  <a:lnTo>
                    <a:pt x="2172" y="0"/>
                  </a:lnTo>
                  <a:lnTo>
                    <a:pt x="3027" y="24518"/>
                  </a:lnTo>
                  <a:lnTo>
                    <a:pt x="3827" y="307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8553647" y="6365372"/>
              <a:ext cx="1570" cy="14077"/>
            </a:xfrm>
            <a:custGeom>
              <a:avLst/>
              <a:pathLst>
                <a:path w="1570" h="14077">
                  <a:moveTo>
                    <a:pt x="0" y="14077"/>
                  </a:moveTo>
                  <a:lnTo>
                    <a:pt x="829" y="0"/>
                  </a:lnTo>
                  <a:lnTo>
                    <a:pt x="1570" y="140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8555464" y="5897613"/>
              <a:ext cx="443031" cy="481836"/>
            </a:xfrm>
            <a:custGeom>
              <a:avLst/>
              <a:pathLst>
                <a:path w="443031" h="481836">
                  <a:moveTo>
                    <a:pt x="0" y="481836"/>
                  </a:moveTo>
                  <a:lnTo>
                    <a:pt x="723" y="469834"/>
                  </a:lnTo>
                  <a:lnTo>
                    <a:pt x="1579" y="466437"/>
                  </a:lnTo>
                  <a:lnTo>
                    <a:pt x="2434" y="469079"/>
                  </a:lnTo>
                  <a:lnTo>
                    <a:pt x="3290" y="453930"/>
                  </a:lnTo>
                  <a:lnTo>
                    <a:pt x="4145" y="455638"/>
                  </a:lnTo>
                  <a:lnTo>
                    <a:pt x="5001" y="457071"/>
                  </a:lnTo>
                  <a:lnTo>
                    <a:pt x="5856" y="462898"/>
                  </a:lnTo>
                  <a:lnTo>
                    <a:pt x="6712" y="474212"/>
                  </a:lnTo>
                  <a:lnTo>
                    <a:pt x="7567" y="456164"/>
                  </a:lnTo>
                  <a:lnTo>
                    <a:pt x="8423" y="449096"/>
                  </a:lnTo>
                  <a:lnTo>
                    <a:pt x="9278" y="450361"/>
                  </a:lnTo>
                  <a:lnTo>
                    <a:pt x="10134" y="458261"/>
                  </a:lnTo>
                  <a:lnTo>
                    <a:pt x="10989" y="452816"/>
                  </a:lnTo>
                  <a:lnTo>
                    <a:pt x="11845" y="417842"/>
                  </a:lnTo>
                  <a:lnTo>
                    <a:pt x="12700" y="419288"/>
                  </a:lnTo>
                  <a:lnTo>
                    <a:pt x="13556" y="409835"/>
                  </a:lnTo>
                  <a:lnTo>
                    <a:pt x="14411" y="389962"/>
                  </a:lnTo>
                  <a:lnTo>
                    <a:pt x="15267" y="359500"/>
                  </a:lnTo>
                  <a:lnTo>
                    <a:pt x="16122" y="317930"/>
                  </a:lnTo>
                  <a:lnTo>
                    <a:pt x="16978" y="221726"/>
                  </a:lnTo>
                  <a:lnTo>
                    <a:pt x="17834" y="191184"/>
                  </a:lnTo>
                  <a:lnTo>
                    <a:pt x="18689" y="134735"/>
                  </a:lnTo>
                  <a:lnTo>
                    <a:pt x="19545" y="114896"/>
                  </a:lnTo>
                  <a:lnTo>
                    <a:pt x="20400" y="115057"/>
                  </a:lnTo>
                  <a:lnTo>
                    <a:pt x="21256" y="171575"/>
                  </a:lnTo>
                  <a:lnTo>
                    <a:pt x="22111" y="227582"/>
                  </a:lnTo>
                  <a:lnTo>
                    <a:pt x="22967" y="215926"/>
                  </a:lnTo>
                  <a:lnTo>
                    <a:pt x="23822" y="126272"/>
                  </a:lnTo>
                  <a:lnTo>
                    <a:pt x="24678" y="129903"/>
                  </a:lnTo>
                  <a:lnTo>
                    <a:pt x="25533" y="105649"/>
                  </a:lnTo>
                  <a:lnTo>
                    <a:pt x="26389" y="127778"/>
                  </a:lnTo>
                  <a:lnTo>
                    <a:pt x="27244" y="107319"/>
                  </a:lnTo>
                  <a:lnTo>
                    <a:pt x="28100" y="47013"/>
                  </a:lnTo>
                  <a:lnTo>
                    <a:pt x="28955" y="69587"/>
                  </a:lnTo>
                  <a:lnTo>
                    <a:pt x="29811" y="31736"/>
                  </a:lnTo>
                  <a:lnTo>
                    <a:pt x="30666" y="93041"/>
                  </a:lnTo>
                  <a:lnTo>
                    <a:pt x="31522" y="118403"/>
                  </a:lnTo>
                  <a:lnTo>
                    <a:pt x="32377" y="214062"/>
                  </a:lnTo>
                  <a:lnTo>
                    <a:pt x="33233" y="239569"/>
                  </a:lnTo>
                  <a:lnTo>
                    <a:pt x="34089" y="266981"/>
                  </a:lnTo>
                  <a:lnTo>
                    <a:pt x="34944" y="222747"/>
                  </a:lnTo>
                  <a:lnTo>
                    <a:pt x="35800" y="285448"/>
                  </a:lnTo>
                  <a:lnTo>
                    <a:pt x="36655" y="331676"/>
                  </a:lnTo>
                  <a:lnTo>
                    <a:pt x="37511" y="362708"/>
                  </a:lnTo>
                  <a:lnTo>
                    <a:pt x="38366" y="400773"/>
                  </a:lnTo>
                  <a:lnTo>
                    <a:pt x="39222" y="376596"/>
                  </a:lnTo>
                  <a:lnTo>
                    <a:pt x="40077" y="391278"/>
                  </a:lnTo>
                  <a:lnTo>
                    <a:pt x="40933" y="344776"/>
                  </a:lnTo>
                  <a:lnTo>
                    <a:pt x="41788" y="318284"/>
                  </a:lnTo>
                  <a:lnTo>
                    <a:pt x="42644" y="249716"/>
                  </a:lnTo>
                  <a:lnTo>
                    <a:pt x="43499" y="282641"/>
                  </a:lnTo>
                  <a:lnTo>
                    <a:pt x="44355" y="263370"/>
                  </a:lnTo>
                  <a:lnTo>
                    <a:pt x="45210" y="274336"/>
                  </a:lnTo>
                  <a:lnTo>
                    <a:pt x="46066" y="283952"/>
                  </a:lnTo>
                  <a:lnTo>
                    <a:pt x="46921" y="365418"/>
                  </a:lnTo>
                  <a:lnTo>
                    <a:pt x="47777" y="363889"/>
                  </a:lnTo>
                  <a:lnTo>
                    <a:pt x="48632" y="363551"/>
                  </a:lnTo>
                  <a:lnTo>
                    <a:pt x="49488" y="381106"/>
                  </a:lnTo>
                  <a:lnTo>
                    <a:pt x="50344" y="363100"/>
                  </a:lnTo>
                  <a:lnTo>
                    <a:pt x="51199" y="412742"/>
                  </a:lnTo>
                  <a:lnTo>
                    <a:pt x="52055" y="380973"/>
                  </a:lnTo>
                  <a:lnTo>
                    <a:pt x="52910" y="373241"/>
                  </a:lnTo>
                  <a:lnTo>
                    <a:pt x="53766" y="304027"/>
                  </a:lnTo>
                  <a:lnTo>
                    <a:pt x="54621" y="287912"/>
                  </a:lnTo>
                  <a:lnTo>
                    <a:pt x="55477" y="322588"/>
                  </a:lnTo>
                  <a:lnTo>
                    <a:pt x="56332" y="294781"/>
                  </a:lnTo>
                  <a:lnTo>
                    <a:pt x="57188" y="260911"/>
                  </a:lnTo>
                  <a:lnTo>
                    <a:pt x="58043" y="271556"/>
                  </a:lnTo>
                  <a:lnTo>
                    <a:pt x="58899" y="218690"/>
                  </a:lnTo>
                  <a:lnTo>
                    <a:pt x="59754" y="289448"/>
                  </a:lnTo>
                  <a:lnTo>
                    <a:pt x="60610" y="278047"/>
                  </a:lnTo>
                  <a:lnTo>
                    <a:pt x="61465" y="319565"/>
                  </a:lnTo>
                  <a:lnTo>
                    <a:pt x="62321" y="291340"/>
                  </a:lnTo>
                  <a:lnTo>
                    <a:pt x="63176" y="269951"/>
                  </a:lnTo>
                  <a:lnTo>
                    <a:pt x="64032" y="302490"/>
                  </a:lnTo>
                  <a:lnTo>
                    <a:pt x="64888" y="329993"/>
                  </a:lnTo>
                  <a:lnTo>
                    <a:pt x="65743" y="362168"/>
                  </a:lnTo>
                  <a:lnTo>
                    <a:pt x="66599" y="325339"/>
                  </a:lnTo>
                  <a:lnTo>
                    <a:pt x="67454" y="301293"/>
                  </a:lnTo>
                  <a:lnTo>
                    <a:pt x="68310" y="230907"/>
                  </a:lnTo>
                  <a:lnTo>
                    <a:pt x="69165" y="158059"/>
                  </a:lnTo>
                  <a:lnTo>
                    <a:pt x="70021" y="115754"/>
                  </a:lnTo>
                  <a:lnTo>
                    <a:pt x="70876" y="55118"/>
                  </a:lnTo>
                  <a:lnTo>
                    <a:pt x="71732" y="144094"/>
                  </a:lnTo>
                  <a:lnTo>
                    <a:pt x="72587" y="223990"/>
                  </a:lnTo>
                  <a:lnTo>
                    <a:pt x="73443" y="280563"/>
                  </a:lnTo>
                  <a:lnTo>
                    <a:pt x="74298" y="266652"/>
                  </a:lnTo>
                  <a:lnTo>
                    <a:pt x="75154" y="216019"/>
                  </a:lnTo>
                  <a:lnTo>
                    <a:pt x="76009" y="140071"/>
                  </a:lnTo>
                  <a:lnTo>
                    <a:pt x="76865" y="98461"/>
                  </a:lnTo>
                  <a:lnTo>
                    <a:pt x="77720" y="187751"/>
                  </a:lnTo>
                  <a:lnTo>
                    <a:pt x="78576" y="212831"/>
                  </a:lnTo>
                  <a:lnTo>
                    <a:pt x="79431" y="289437"/>
                  </a:lnTo>
                  <a:lnTo>
                    <a:pt x="80287" y="361365"/>
                  </a:lnTo>
                  <a:lnTo>
                    <a:pt x="81143" y="351576"/>
                  </a:lnTo>
                  <a:lnTo>
                    <a:pt x="81998" y="338511"/>
                  </a:lnTo>
                  <a:lnTo>
                    <a:pt x="82854" y="335272"/>
                  </a:lnTo>
                  <a:lnTo>
                    <a:pt x="83709" y="343643"/>
                  </a:lnTo>
                  <a:lnTo>
                    <a:pt x="84565" y="373701"/>
                  </a:lnTo>
                  <a:lnTo>
                    <a:pt x="85420" y="346081"/>
                  </a:lnTo>
                  <a:lnTo>
                    <a:pt x="86276" y="363860"/>
                  </a:lnTo>
                  <a:lnTo>
                    <a:pt x="87131" y="398247"/>
                  </a:lnTo>
                  <a:lnTo>
                    <a:pt x="87987" y="358655"/>
                  </a:lnTo>
                  <a:lnTo>
                    <a:pt x="88842" y="307287"/>
                  </a:lnTo>
                  <a:lnTo>
                    <a:pt x="89698" y="303649"/>
                  </a:lnTo>
                  <a:lnTo>
                    <a:pt x="90553" y="366071"/>
                  </a:lnTo>
                  <a:lnTo>
                    <a:pt x="91409" y="408115"/>
                  </a:lnTo>
                  <a:lnTo>
                    <a:pt x="92264" y="361925"/>
                  </a:lnTo>
                  <a:lnTo>
                    <a:pt x="93120" y="398784"/>
                  </a:lnTo>
                  <a:lnTo>
                    <a:pt x="93975" y="422933"/>
                  </a:lnTo>
                  <a:lnTo>
                    <a:pt x="94831" y="406897"/>
                  </a:lnTo>
                  <a:lnTo>
                    <a:pt x="95686" y="418312"/>
                  </a:lnTo>
                  <a:lnTo>
                    <a:pt x="96542" y="407151"/>
                  </a:lnTo>
                  <a:lnTo>
                    <a:pt x="97398" y="400927"/>
                  </a:lnTo>
                  <a:lnTo>
                    <a:pt x="98253" y="397368"/>
                  </a:lnTo>
                  <a:lnTo>
                    <a:pt x="99109" y="372510"/>
                  </a:lnTo>
                  <a:lnTo>
                    <a:pt x="99964" y="356646"/>
                  </a:lnTo>
                  <a:lnTo>
                    <a:pt x="100820" y="320417"/>
                  </a:lnTo>
                  <a:lnTo>
                    <a:pt x="101675" y="355202"/>
                  </a:lnTo>
                  <a:lnTo>
                    <a:pt x="102531" y="381048"/>
                  </a:lnTo>
                  <a:lnTo>
                    <a:pt x="103386" y="366397"/>
                  </a:lnTo>
                  <a:lnTo>
                    <a:pt x="104242" y="356498"/>
                  </a:lnTo>
                  <a:lnTo>
                    <a:pt x="105097" y="356947"/>
                  </a:lnTo>
                  <a:lnTo>
                    <a:pt x="105953" y="322477"/>
                  </a:lnTo>
                  <a:lnTo>
                    <a:pt x="106808" y="353233"/>
                  </a:lnTo>
                  <a:lnTo>
                    <a:pt x="107664" y="343607"/>
                  </a:lnTo>
                  <a:lnTo>
                    <a:pt x="108519" y="370895"/>
                  </a:lnTo>
                  <a:lnTo>
                    <a:pt x="109375" y="393029"/>
                  </a:lnTo>
                  <a:lnTo>
                    <a:pt x="110230" y="401618"/>
                  </a:lnTo>
                  <a:lnTo>
                    <a:pt x="111086" y="397788"/>
                  </a:lnTo>
                  <a:lnTo>
                    <a:pt x="111942" y="394834"/>
                  </a:lnTo>
                  <a:lnTo>
                    <a:pt x="112797" y="390332"/>
                  </a:lnTo>
                  <a:lnTo>
                    <a:pt x="113653" y="367995"/>
                  </a:lnTo>
                  <a:lnTo>
                    <a:pt x="114508" y="386846"/>
                  </a:lnTo>
                  <a:lnTo>
                    <a:pt x="115364" y="369497"/>
                  </a:lnTo>
                  <a:lnTo>
                    <a:pt x="116219" y="331436"/>
                  </a:lnTo>
                  <a:lnTo>
                    <a:pt x="117075" y="327499"/>
                  </a:lnTo>
                  <a:lnTo>
                    <a:pt x="117930" y="318610"/>
                  </a:lnTo>
                  <a:lnTo>
                    <a:pt x="118786" y="324223"/>
                  </a:lnTo>
                  <a:lnTo>
                    <a:pt x="119641" y="304522"/>
                  </a:lnTo>
                  <a:lnTo>
                    <a:pt x="120497" y="288211"/>
                  </a:lnTo>
                  <a:lnTo>
                    <a:pt x="121352" y="303893"/>
                  </a:lnTo>
                  <a:lnTo>
                    <a:pt x="122208" y="321962"/>
                  </a:lnTo>
                  <a:lnTo>
                    <a:pt x="123063" y="330978"/>
                  </a:lnTo>
                  <a:lnTo>
                    <a:pt x="123919" y="324234"/>
                  </a:lnTo>
                  <a:lnTo>
                    <a:pt x="124774" y="341451"/>
                  </a:lnTo>
                  <a:lnTo>
                    <a:pt x="125630" y="360390"/>
                  </a:lnTo>
                  <a:lnTo>
                    <a:pt x="126485" y="371903"/>
                  </a:lnTo>
                  <a:lnTo>
                    <a:pt x="127341" y="396477"/>
                  </a:lnTo>
                  <a:lnTo>
                    <a:pt x="128197" y="408718"/>
                  </a:lnTo>
                  <a:lnTo>
                    <a:pt x="129052" y="408833"/>
                  </a:lnTo>
                  <a:lnTo>
                    <a:pt x="129908" y="399909"/>
                  </a:lnTo>
                  <a:lnTo>
                    <a:pt x="130763" y="388176"/>
                  </a:lnTo>
                  <a:lnTo>
                    <a:pt x="131619" y="357171"/>
                  </a:lnTo>
                  <a:lnTo>
                    <a:pt x="132474" y="356239"/>
                  </a:lnTo>
                  <a:lnTo>
                    <a:pt x="133330" y="314196"/>
                  </a:lnTo>
                  <a:lnTo>
                    <a:pt x="134185" y="255727"/>
                  </a:lnTo>
                  <a:lnTo>
                    <a:pt x="135041" y="227124"/>
                  </a:lnTo>
                  <a:lnTo>
                    <a:pt x="135896" y="270713"/>
                  </a:lnTo>
                  <a:lnTo>
                    <a:pt x="136752" y="301264"/>
                  </a:lnTo>
                  <a:lnTo>
                    <a:pt x="137607" y="295993"/>
                  </a:lnTo>
                  <a:lnTo>
                    <a:pt x="138463" y="270799"/>
                  </a:lnTo>
                  <a:lnTo>
                    <a:pt x="139318" y="195503"/>
                  </a:lnTo>
                  <a:lnTo>
                    <a:pt x="140174" y="202835"/>
                  </a:lnTo>
                  <a:lnTo>
                    <a:pt x="141029" y="161677"/>
                  </a:lnTo>
                  <a:lnTo>
                    <a:pt x="141885" y="206898"/>
                  </a:lnTo>
                  <a:lnTo>
                    <a:pt x="142740" y="161306"/>
                  </a:lnTo>
                  <a:lnTo>
                    <a:pt x="143596" y="261843"/>
                  </a:lnTo>
                  <a:lnTo>
                    <a:pt x="144452" y="283540"/>
                  </a:lnTo>
                  <a:lnTo>
                    <a:pt x="145307" y="295861"/>
                  </a:lnTo>
                  <a:lnTo>
                    <a:pt x="146163" y="302498"/>
                  </a:lnTo>
                  <a:lnTo>
                    <a:pt x="147018" y="260374"/>
                  </a:lnTo>
                  <a:lnTo>
                    <a:pt x="147874" y="247815"/>
                  </a:lnTo>
                  <a:lnTo>
                    <a:pt x="148729" y="217590"/>
                  </a:lnTo>
                  <a:lnTo>
                    <a:pt x="149585" y="196610"/>
                  </a:lnTo>
                  <a:lnTo>
                    <a:pt x="150440" y="205433"/>
                  </a:lnTo>
                  <a:lnTo>
                    <a:pt x="151296" y="282346"/>
                  </a:lnTo>
                  <a:lnTo>
                    <a:pt x="152151" y="333127"/>
                  </a:lnTo>
                  <a:lnTo>
                    <a:pt x="153007" y="301408"/>
                  </a:lnTo>
                  <a:lnTo>
                    <a:pt x="153862" y="299670"/>
                  </a:lnTo>
                  <a:lnTo>
                    <a:pt x="154718" y="267717"/>
                  </a:lnTo>
                  <a:lnTo>
                    <a:pt x="155573" y="209605"/>
                  </a:lnTo>
                  <a:lnTo>
                    <a:pt x="156429" y="188599"/>
                  </a:lnTo>
                  <a:lnTo>
                    <a:pt x="157284" y="184468"/>
                  </a:lnTo>
                  <a:lnTo>
                    <a:pt x="158140" y="145891"/>
                  </a:lnTo>
                  <a:lnTo>
                    <a:pt x="158996" y="132364"/>
                  </a:lnTo>
                  <a:lnTo>
                    <a:pt x="159851" y="161385"/>
                  </a:lnTo>
                  <a:lnTo>
                    <a:pt x="160707" y="249810"/>
                  </a:lnTo>
                  <a:lnTo>
                    <a:pt x="161562" y="244869"/>
                  </a:lnTo>
                  <a:lnTo>
                    <a:pt x="162418" y="182984"/>
                  </a:lnTo>
                  <a:lnTo>
                    <a:pt x="163273" y="147478"/>
                  </a:lnTo>
                  <a:lnTo>
                    <a:pt x="164129" y="179197"/>
                  </a:lnTo>
                  <a:lnTo>
                    <a:pt x="164984" y="135741"/>
                  </a:lnTo>
                  <a:lnTo>
                    <a:pt x="165840" y="127812"/>
                  </a:lnTo>
                  <a:lnTo>
                    <a:pt x="166695" y="106308"/>
                  </a:lnTo>
                  <a:lnTo>
                    <a:pt x="167551" y="141094"/>
                  </a:lnTo>
                  <a:lnTo>
                    <a:pt x="168406" y="105069"/>
                  </a:lnTo>
                  <a:lnTo>
                    <a:pt x="169262" y="106050"/>
                  </a:lnTo>
                  <a:lnTo>
                    <a:pt x="170117" y="91490"/>
                  </a:lnTo>
                  <a:lnTo>
                    <a:pt x="170973" y="115229"/>
                  </a:lnTo>
                  <a:lnTo>
                    <a:pt x="171828" y="105475"/>
                  </a:lnTo>
                  <a:lnTo>
                    <a:pt x="172684" y="121809"/>
                  </a:lnTo>
                  <a:lnTo>
                    <a:pt x="173539" y="125780"/>
                  </a:lnTo>
                  <a:lnTo>
                    <a:pt x="174395" y="180761"/>
                  </a:lnTo>
                  <a:lnTo>
                    <a:pt x="175251" y="206386"/>
                  </a:lnTo>
                  <a:lnTo>
                    <a:pt x="176106" y="199347"/>
                  </a:lnTo>
                  <a:lnTo>
                    <a:pt x="176962" y="172380"/>
                  </a:lnTo>
                  <a:lnTo>
                    <a:pt x="177817" y="184572"/>
                  </a:lnTo>
                  <a:lnTo>
                    <a:pt x="178673" y="170524"/>
                  </a:lnTo>
                  <a:lnTo>
                    <a:pt x="179528" y="165091"/>
                  </a:lnTo>
                  <a:lnTo>
                    <a:pt x="180384" y="254514"/>
                  </a:lnTo>
                  <a:lnTo>
                    <a:pt x="181239" y="251393"/>
                  </a:lnTo>
                  <a:lnTo>
                    <a:pt x="182095" y="226482"/>
                  </a:lnTo>
                  <a:lnTo>
                    <a:pt x="182950" y="164268"/>
                  </a:lnTo>
                  <a:lnTo>
                    <a:pt x="183806" y="169271"/>
                  </a:lnTo>
                  <a:lnTo>
                    <a:pt x="184661" y="170650"/>
                  </a:lnTo>
                  <a:lnTo>
                    <a:pt x="185517" y="167954"/>
                  </a:lnTo>
                  <a:lnTo>
                    <a:pt x="186372" y="248430"/>
                  </a:lnTo>
                  <a:lnTo>
                    <a:pt x="187228" y="264429"/>
                  </a:lnTo>
                  <a:lnTo>
                    <a:pt x="188083" y="282594"/>
                  </a:lnTo>
                  <a:lnTo>
                    <a:pt x="188939" y="275060"/>
                  </a:lnTo>
                  <a:lnTo>
                    <a:pt x="189794" y="250824"/>
                  </a:lnTo>
                  <a:lnTo>
                    <a:pt x="190650" y="197639"/>
                  </a:lnTo>
                  <a:lnTo>
                    <a:pt x="191506" y="213040"/>
                  </a:lnTo>
                  <a:lnTo>
                    <a:pt x="192361" y="291046"/>
                  </a:lnTo>
                  <a:lnTo>
                    <a:pt x="193217" y="310402"/>
                  </a:lnTo>
                  <a:lnTo>
                    <a:pt x="194072" y="363839"/>
                  </a:lnTo>
                  <a:lnTo>
                    <a:pt x="194928" y="378225"/>
                  </a:lnTo>
                  <a:lnTo>
                    <a:pt x="195783" y="374178"/>
                  </a:lnTo>
                  <a:lnTo>
                    <a:pt x="196639" y="402495"/>
                  </a:lnTo>
                  <a:lnTo>
                    <a:pt x="197494" y="404302"/>
                  </a:lnTo>
                  <a:lnTo>
                    <a:pt x="198350" y="416069"/>
                  </a:lnTo>
                  <a:lnTo>
                    <a:pt x="199205" y="404820"/>
                  </a:lnTo>
                  <a:lnTo>
                    <a:pt x="200061" y="404324"/>
                  </a:lnTo>
                  <a:lnTo>
                    <a:pt x="200916" y="422399"/>
                  </a:lnTo>
                  <a:lnTo>
                    <a:pt x="201772" y="425925"/>
                  </a:lnTo>
                  <a:lnTo>
                    <a:pt x="202627" y="423169"/>
                  </a:lnTo>
                  <a:lnTo>
                    <a:pt x="203483" y="437497"/>
                  </a:lnTo>
                  <a:lnTo>
                    <a:pt x="204338" y="439557"/>
                  </a:lnTo>
                  <a:lnTo>
                    <a:pt x="205194" y="450865"/>
                  </a:lnTo>
                  <a:lnTo>
                    <a:pt x="206050" y="454914"/>
                  </a:lnTo>
                  <a:lnTo>
                    <a:pt x="206905" y="460685"/>
                  </a:lnTo>
                  <a:lnTo>
                    <a:pt x="207761" y="473358"/>
                  </a:lnTo>
                  <a:lnTo>
                    <a:pt x="208616" y="476247"/>
                  </a:lnTo>
                  <a:lnTo>
                    <a:pt x="209472" y="476541"/>
                  </a:lnTo>
                  <a:lnTo>
                    <a:pt x="210327" y="473778"/>
                  </a:lnTo>
                  <a:lnTo>
                    <a:pt x="211183" y="477915"/>
                  </a:lnTo>
                  <a:lnTo>
                    <a:pt x="212038" y="473658"/>
                  </a:lnTo>
                  <a:lnTo>
                    <a:pt x="212894" y="475331"/>
                  </a:lnTo>
                  <a:lnTo>
                    <a:pt x="213749" y="475471"/>
                  </a:lnTo>
                  <a:lnTo>
                    <a:pt x="214605" y="473121"/>
                  </a:lnTo>
                  <a:lnTo>
                    <a:pt x="215460" y="456075"/>
                  </a:lnTo>
                  <a:lnTo>
                    <a:pt x="216316" y="448774"/>
                  </a:lnTo>
                  <a:lnTo>
                    <a:pt x="217171" y="444314"/>
                  </a:lnTo>
                  <a:lnTo>
                    <a:pt x="218027" y="452565"/>
                  </a:lnTo>
                  <a:lnTo>
                    <a:pt x="218882" y="441344"/>
                  </a:lnTo>
                  <a:lnTo>
                    <a:pt x="219738" y="429726"/>
                  </a:lnTo>
                  <a:lnTo>
                    <a:pt x="220593" y="427592"/>
                  </a:lnTo>
                  <a:lnTo>
                    <a:pt x="221449" y="425351"/>
                  </a:lnTo>
                  <a:lnTo>
                    <a:pt x="222305" y="389213"/>
                  </a:lnTo>
                  <a:lnTo>
                    <a:pt x="223160" y="279177"/>
                  </a:lnTo>
                  <a:lnTo>
                    <a:pt x="224016" y="261280"/>
                  </a:lnTo>
                  <a:lnTo>
                    <a:pt x="224871" y="273828"/>
                  </a:lnTo>
                  <a:lnTo>
                    <a:pt x="225727" y="313413"/>
                  </a:lnTo>
                  <a:lnTo>
                    <a:pt x="226582" y="340533"/>
                  </a:lnTo>
                  <a:lnTo>
                    <a:pt x="227438" y="359157"/>
                  </a:lnTo>
                  <a:lnTo>
                    <a:pt x="228293" y="374862"/>
                  </a:lnTo>
                  <a:lnTo>
                    <a:pt x="229149" y="406231"/>
                  </a:lnTo>
                  <a:lnTo>
                    <a:pt x="230004" y="394836"/>
                  </a:lnTo>
                  <a:lnTo>
                    <a:pt x="230860" y="383642"/>
                  </a:lnTo>
                  <a:lnTo>
                    <a:pt x="231715" y="399405"/>
                  </a:lnTo>
                  <a:lnTo>
                    <a:pt x="232571" y="350789"/>
                  </a:lnTo>
                  <a:lnTo>
                    <a:pt x="233426" y="282716"/>
                  </a:lnTo>
                  <a:lnTo>
                    <a:pt x="234282" y="326451"/>
                  </a:lnTo>
                  <a:lnTo>
                    <a:pt x="235137" y="323170"/>
                  </a:lnTo>
                  <a:lnTo>
                    <a:pt x="235993" y="343751"/>
                  </a:lnTo>
                  <a:lnTo>
                    <a:pt x="236848" y="206113"/>
                  </a:lnTo>
                  <a:lnTo>
                    <a:pt x="237704" y="210113"/>
                  </a:lnTo>
                  <a:lnTo>
                    <a:pt x="238560" y="194658"/>
                  </a:lnTo>
                  <a:lnTo>
                    <a:pt x="239415" y="282954"/>
                  </a:lnTo>
                  <a:lnTo>
                    <a:pt x="240271" y="283101"/>
                  </a:lnTo>
                  <a:lnTo>
                    <a:pt x="241126" y="237171"/>
                  </a:lnTo>
                  <a:lnTo>
                    <a:pt x="241982" y="129886"/>
                  </a:lnTo>
                  <a:lnTo>
                    <a:pt x="242837" y="132778"/>
                  </a:lnTo>
                  <a:lnTo>
                    <a:pt x="243693" y="206719"/>
                  </a:lnTo>
                  <a:lnTo>
                    <a:pt x="244548" y="241675"/>
                  </a:lnTo>
                  <a:lnTo>
                    <a:pt x="245404" y="265245"/>
                  </a:lnTo>
                  <a:lnTo>
                    <a:pt x="246259" y="261687"/>
                  </a:lnTo>
                  <a:lnTo>
                    <a:pt x="247115" y="272840"/>
                  </a:lnTo>
                  <a:lnTo>
                    <a:pt x="247970" y="302592"/>
                  </a:lnTo>
                  <a:lnTo>
                    <a:pt x="248826" y="290532"/>
                  </a:lnTo>
                  <a:lnTo>
                    <a:pt x="249681" y="265481"/>
                  </a:lnTo>
                  <a:lnTo>
                    <a:pt x="250537" y="247734"/>
                  </a:lnTo>
                  <a:lnTo>
                    <a:pt x="251392" y="156113"/>
                  </a:lnTo>
                  <a:lnTo>
                    <a:pt x="252248" y="101868"/>
                  </a:lnTo>
                  <a:lnTo>
                    <a:pt x="253103" y="98863"/>
                  </a:lnTo>
                  <a:lnTo>
                    <a:pt x="253959" y="52569"/>
                  </a:lnTo>
                  <a:lnTo>
                    <a:pt x="254815" y="112897"/>
                  </a:lnTo>
                  <a:lnTo>
                    <a:pt x="255670" y="115517"/>
                  </a:lnTo>
                  <a:lnTo>
                    <a:pt x="256526" y="174315"/>
                  </a:lnTo>
                  <a:lnTo>
                    <a:pt x="257381" y="243035"/>
                  </a:lnTo>
                  <a:lnTo>
                    <a:pt x="258237" y="271057"/>
                  </a:lnTo>
                  <a:lnTo>
                    <a:pt x="259092" y="262397"/>
                  </a:lnTo>
                  <a:lnTo>
                    <a:pt x="259948" y="276021"/>
                  </a:lnTo>
                  <a:lnTo>
                    <a:pt x="260803" y="303172"/>
                  </a:lnTo>
                  <a:lnTo>
                    <a:pt x="261659" y="266240"/>
                  </a:lnTo>
                  <a:lnTo>
                    <a:pt x="262514" y="187877"/>
                  </a:lnTo>
                  <a:lnTo>
                    <a:pt x="263370" y="180504"/>
                  </a:lnTo>
                  <a:lnTo>
                    <a:pt x="264225" y="180357"/>
                  </a:lnTo>
                  <a:lnTo>
                    <a:pt x="265081" y="245727"/>
                  </a:lnTo>
                  <a:lnTo>
                    <a:pt x="265936" y="249990"/>
                  </a:lnTo>
                  <a:lnTo>
                    <a:pt x="266792" y="238110"/>
                  </a:lnTo>
                  <a:lnTo>
                    <a:pt x="267647" y="234802"/>
                  </a:lnTo>
                  <a:lnTo>
                    <a:pt x="268503" y="235744"/>
                  </a:lnTo>
                  <a:lnTo>
                    <a:pt x="269359" y="163585"/>
                  </a:lnTo>
                  <a:lnTo>
                    <a:pt x="270214" y="157838"/>
                  </a:lnTo>
                  <a:lnTo>
                    <a:pt x="271070" y="227630"/>
                  </a:lnTo>
                  <a:lnTo>
                    <a:pt x="271925" y="243034"/>
                  </a:lnTo>
                  <a:lnTo>
                    <a:pt x="272781" y="156101"/>
                  </a:lnTo>
                  <a:lnTo>
                    <a:pt x="273636" y="112112"/>
                  </a:lnTo>
                  <a:lnTo>
                    <a:pt x="274492" y="87552"/>
                  </a:lnTo>
                  <a:lnTo>
                    <a:pt x="275347" y="64372"/>
                  </a:lnTo>
                  <a:lnTo>
                    <a:pt x="276203" y="138758"/>
                  </a:lnTo>
                  <a:lnTo>
                    <a:pt x="277058" y="134289"/>
                  </a:lnTo>
                  <a:lnTo>
                    <a:pt x="277914" y="129746"/>
                  </a:lnTo>
                  <a:lnTo>
                    <a:pt x="278769" y="122464"/>
                  </a:lnTo>
                  <a:lnTo>
                    <a:pt x="279625" y="234614"/>
                  </a:lnTo>
                  <a:lnTo>
                    <a:pt x="280480" y="297741"/>
                  </a:lnTo>
                  <a:lnTo>
                    <a:pt x="281336" y="278931"/>
                  </a:lnTo>
                  <a:lnTo>
                    <a:pt x="282191" y="181860"/>
                  </a:lnTo>
                  <a:lnTo>
                    <a:pt x="283047" y="225255"/>
                  </a:lnTo>
                  <a:lnTo>
                    <a:pt x="283902" y="281950"/>
                  </a:lnTo>
                  <a:lnTo>
                    <a:pt x="284758" y="369160"/>
                  </a:lnTo>
                  <a:lnTo>
                    <a:pt x="285614" y="338847"/>
                  </a:lnTo>
                  <a:lnTo>
                    <a:pt x="286469" y="348079"/>
                  </a:lnTo>
                  <a:lnTo>
                    <a:pt x="287325" y="374945"/>
                  </a:lnTo>
                  <a:lnTo>
                    <a:pt x="288180" y="353150"/>
                  </a:lnTo>
                  <a:lnTo>
                    <a:pt x="289036" y="244499"/>
                  </a:lnTo>
                  <a:lnTo>
                    <a:pt x="289891" y="307409"/>
                  </a:lnTo>
                  <a:lnTo>
                    <a:pt x="290747" y="310128"/>
                  </a:lnTo>
                  <a:lnTo>
                    <a:pt x="291602" y="345535"/>
                  </a:lnTo>
                  <a:lnTo>
                    <a:pt x="292458" y="332921"/>
                  </a:lnTo>
                  <a:lnTo>
                    <a:pt x="293313" y="244219"/>
                  </a:lnTo>
                  <a:lnTo>
                    <a:pt x="294169" y="224816"/>
                  </a:lnTo>
                  <a:lnTo>
                    <a:pt x="295024" y="215796"/>
                  </a:lnTo>
                  <a:lnTo>
                    <a:pt x="295880" y="290683"/>
                  </a:lnTo>
                  <a:lnTo>
                    <a:pt x="296735" y="209635"/>
                  </a:lnTo>
                  <a:lnTo>
                    <a:pt x="297591" y="133896"/>
                  </a:lnTo>
                  <a:lnTo>
                    <a:pt x="298446" y="115028"/>
                  </a:lnTo>
                  <a:lnTo>
                    <a:pt x="299302" y="268751"/>
                  </a:lnTo>
                  <a:lnTo>
                    <a:pt x="300157" y="263636"/>
                  </a:lnTo>
                  <a:lnTo>
                    <a:pt x="301013" y="248712"/>
                  </a:lnTo>
                  <a:lnTo>
                    <a:pt x="301869" y="213257"/>
                  </a:lnTo>
                  <a:lnTo>
                    <a:pt x="302724" y="214306"/>
                  </a:lnTo>
                  <a:lnTo>
                    <a:pt x="303580" y="244971"/>
                  </a:lnTo>
                  <a:lnTo>
                    <a:pt x="304435" y="164601"/>
                  </a:lnTo>
                  <a:lnTo>
                    <a:pt x="305291" y="149767"/>
                  </a:lnTo>
                  <a:lnTo>
                    <a:pt x="306146" y="97308"/>
                  </a:lnTo>
                  <a:lnTo>
                    <a:pt x="307002" y="77389"/>
                  </a:lnTo>
                  <a:lnTo>
                    <a:pt x="307857" y="102520"/>
                  </a:lnTo>
                  <a:lnTo>
                    <a:pt x="308713" y="91170"/>
                  </a:lnTo>
                  <a:lnTo>
                    <a:pt x="309568" y="109895"/>
                  </a:lnTo>
                  <a:lnTo>
                    <a:pt x="310424" y="127221"/>
                  </a:lnTo>
                  <a:lnTo>
                    <a:pt x="311279" y="218910"/>
                  </a:lnTo>
                  <a:lnTo>
                    <a:pt x="312135" y="252084"/>
                  </a:lnTo>
                  <a:lnTo>
                    <a:pt x="312990" y="210568"/>
                  </a:lnTo>
                  <a:lnTo>
                    <a:pt x="313846" y="232092"/>
                  </a:lnTo>
                  <a:lnTo>
                    <a:pt x="314701" y="124982"/>
                  </a:lnTo>
                  <a:lnTo>
                    <a:pt x="315557" y="108504"/>
                  </a:lnTo>
                  <a:lnTo>
                    <a:pt x="316413" y="149673"/>
                  </a:lnTo>
                  <a:lnTo>
                    <a:pt x="317268" y="253154"/>
                  </a:lnTo>
                  <a:lnTo>
                    <a:pt x="318124" y="246847"/>
                  </a:lnTo>
                  <a:lnTo>
                    <a:pt x="318979" y="237991"/>
                  </a:lnTo>
                  <a:lnTo>
                    <a:pt x="319835" y="261778"/>
                  </a:lnTo>
                  <a:lnTo>
                    <a:pt x="320690" y="189165"/>
                  </a:lnTo>
                  <a:lnTo>
                    <a:pt x="321546" y="169491"/>
                  </a:lnTo>
                  <a:lnTo>
                    <a:pt x="322401" y="176109"/>
                  </a:lnTo>
                  <a:lnTo>
                    <a:pt x="323257" y="220867"/>
                  </a:lnTo>
                  <a:lnTo>
                    <a:pt x="324112" y="262864"/>
                  </a:lnTo>
                  <a:lnTo>
                    <a:pt x="324968" y="294346"/>
                  </a:lnTo>
                  <a:lnTo>
                    <a:pt x="325823" y="283564"/>
                  </a:lnTo>
                  <a:lnTo>
                    <a:pt x="326679" y="289707"/>
                  </a:lnTo>
                  <a:lnTo>
                    <a:pt x="327534" y="295333"/>
                  </a:lnTo>
                  <a:lnTo>
                    <a:pt x="328390" y="287071"/>
                  </a:lnTo>
                  <a:lnTo>
                    <a:pt x="329245" y="286802"/>
                  </a:lnTo>
                  <a:lnTo>
                    <a:pt x="330101" y="266960"/>
                  </a:lnTo>
                  <a:lnTo>
                    <a:pt x="330956" y="231643"/>
                  </a:lnTo>
                  <a:lnTo>
                    <a:pt x="331812" y="135296"/>
                  </a:lnTo>
                  <a:lnTo>
                    <a:pt x="332668" y="89866"/>
                  </a:lnTo>
                  <a:lnTo>
                    <a:pt x="333523" y="91062"/>
                  </a:lnTo>
                  <a:lnTo>
                    <a:pt x="334379" y="72439"/>
                  </a:lnTo>
                  <a:lnTo>
                    <a:pt x="335234" y="93459"/>
                  </a:lnTo>
                  <a:lnTo>
                    <a:pt x="336090" y="110378"/>
                  </a:lnTo>
                  <a:lnTo>
                    <a:pt x="336945" y="108859"/>
                  </a:lnTo>
                  <a:lnTo>
                    <a:pt x="337801" y="123942"/>
                  </a:lnTo>
                  <a:lnTo>
                    <a:pt x="338656" y="128140"/>
                  </a:lnTo>
                  <a:lnTo>
                    <a:pt x="339512" y="199172"/>
                  </a:lnTo>
                  <a:lnTo>
                    <a:pt x="340367" y="201085"/>
                  </a:lnTo>
                  <a:lnTo>
                    <a:pt x="341223" y="159443"/>
                  </a:lnTo>
                  <a:lnTo>
                    <a:pt x="342078" y="169217"/>
                  </a:lnTo>
                  <a:lnTo>
                    <a:pt x="342934" y="147908"/>
                  </a:lnTo>
                  <a:lnTo>
                    <a:pt x="343789" y="168971"/>
                  </a:lnTo>
                  <a:lnTo>
                    <a:pt x="344645" y="230221"/>
                  </a:lnTo>
                  <a:lnTo>
                    <a:pt x="345500" y="227127"/>
                  </a:lnTo>
                  <a:lnTo>
                    <a:pt x="346356" y="216358"/>
                  </a:lnTo>
                  <a:lnTo>
                    <a:pt x="347211" y="213874"/>
                  </a:lnTo>
                  <a:lnTo>
                    <a:pt x="348067" y="222365"/>
                  </a:lnTo>
                  <a:lnTo>
                    <a:pt x="348923" y="163443"/>
                  </a:lnTo>
                  <a:lnTo>
                    <a:pt x="349778" y="49046"/>
                  </a:lnTo>
                  <a:lnTo>
                    <a:pt x="350634" y="32759"/>
                  </a:lnTo>
                  <a:lnTo>
                    <a:pt x="351489" y="4505"/>
                  </a:lnTo>
                  <a:lnTo>
                    <a:pt x="352345" y="0"/>
                  </a:lnTo>
                  <a:lnTo>
                    <a:pt x="353200" y="97255"/>
                  </a:lnTo>
                  <a:lnTo>
                    <a:pt x="354056" y="42571"/>
                  </a:lnTo>
                  <a:lnTo>
                    <a:pt x="354911" y="134097"/>
                  </a:lnTo>
                  <a:lnTo>
                    <a:pt x="355767" y="209645"/>
                  </a:lnTo>
                  <a:lnTo>
                    <a:pt x="356622" y="238501"/>
                  </a:lnTo>
                  <a:lnTo>
                    <a:pt x="357478" y="309189"/>
                  </a:lnTo>
                  <a:lnTo>
                    <a:pt x="358333" y="305592"/>
                  </a:lnTo>
                  <a:lnTo>
                    <a:pt x="359189" y="327328"/>
                  </a:lnTo>
                  <a:lnTo>
                    <a:pt x="360044" y="261816"/>
                  </a:lnTo>
                  <a:lnTo>
                    <a:pt x="360900" y="287954"/>
                  </a:lnTo>
                  <a:lnTo>
                    <a:pt x="361755" y="366065"/>
                  </a:lnTo>
                  <a:lnTo>
                    <a:pt x="362611" y="378066"/>
                  </a:lnTo>
                  <a:lnTo>
                    <a:pt x="363467" y="412770"/>
                  </a:lnTo>
                  <a:lnTo>
                    <a:pt x="364322" y="405070"/>
                  </a:lnTo>
                  <a:lnTo>
                    <a:pt x="365178" y="302231"/>
                  </a:lnTo>
                  <a:lnTo>
                    <a:pt x="366033" y="316856"/>
                  </a:lnTo>
                  <a:lnTo>
                    <a:pt x="366889" y="375704"/>
                  </a:lnTo>
                  <a:lnTo>
                    <a:pt x="367744" y="400171"/>
                  </a:lnTo>
                  <a:lnTo>
                    <a:pt x="368600" y="373178"/>
                  </a:lnTo>
                  <a:lnTo>
                    <a:pt x="369455" y="372536"/>
                  </a:lnTo>
                  <a:lnTo>
                    <a:pt x="370311" y="402961"/>
                  </a:lnTo>
                  <a:lnTo>
                    <a:pt x="371166" y="382443"/>
                  </a:lnTo>
                  <a:lnTo>
                    <a:pt x="372022" y="374453"/>
                  </a:lnTo>
                  <a:lnTo>
                    <a:pt x="372877" y="379832"/>
                  </a:lnTo>
                  <a:lnTo>
                    <a:pt x="373733" y="363500"/>
                  </a:lnTo>
                  <a:lnTo>
                    <a:pt x="374588" y="321368"/>
                  </a:lnTo>
                  <a:lnTo>
                    <a:pt x="375444" y="402663"/>
                  </a:lnTo>
                  <a:lnTo>
                    <a:pt x="376299" y="390412"/>
                  </a:lnTo>
                  <a:lnTo>
                    <a:pt x="377155" y="415458"/>
                  </a:lnTo>
                  <a:lnTo>
                    <a:pt x="378010" y="404882"/>
                  </a:lnTo>
                  <a:lnTo>
                    <a:pt x="378866" y="425659"/>
                  </a:lnTo>
                  <a:lnTo>
                    <a:pt x="379722" y="448892"/>
                  </a:lnTo>
                  <a:lnTo>
                    <a:pt x="380577" y="452337"/>
                  </a:lnTo>
                  <a:lnTo>
                    <a:pt x="381433" y="437950"/>
                  </a:lnTo>
                  <a:lnTo>
                    <a:pt x="382288" y="424884"/>
                  </a:lnTo>
                  <a:lnTo>
                    <a:pt x="383144" y="428860"/>
                  </a:lnTo>
                  <a:lnTo>
                    <a:pt x="383999" y="329306"/>
                  </a:lnTo>
                  <a:lnTo>
                    <a:pt x="384855" y="250818"/>
                  </a:lnTo>
                  <a:lnTo>
                    <a:pt x="385710" y="229191"/>
                  </a:lnTo>
                  <a:lnTo>
                    <a:pt x="386566" y="313942"/>
                  </a:lnTo>
                  <a:lnTo>
                    <a:pt x="387421" y="323726"/>
                  </a:lnTo>
                  <a:lnTo>
                    <a:pt x="388277" y="313258"/>
                  </a:lnTo>
                  <a:lnTo>
                    <a:pt x="389132" y="302990"/>
                  </a:lnTo>
                  <a:lnTo>
                    <a:pt x="389988" y="267149"/>
                  </a:lnTo>
                  <a:lnTo>
                    <a:pt x="390843" y="197063"/>
                  </a:lnTo>
                  <a:lnTo>
                    <a:pt x="391699" y="131554"/>
                  </a:lnTo>
                  <a:lnTo>
                    <a:pt x="392554" y="68017"/>
                  </a:lnTo>
                  <a:lnTo>
                    <a:pt x="393410" y="57446"/>
                  </a:lnTo>
                  <a:lnTo>
                    <a:pt x="394265" y="81456"/>
                  </a:lnTo>
                  <a:lnTo>
                    <a:pt x="395121" y="64912"/>
                  </a:lnTo>
                  <a:lnTo>
                    <a:pt x="395977" y="89919"/>
                  </a:lnTo>
                  <a:lnTo>
                    <a:pt x="396832" y="111658"/>
                  </a:lnTo>
                  <a:lnTo>
                    <a:pt x="397688" y="133042"/>
                  </a:lnTo>
                  <a:lnTo>
                    <a:pt x="398543" y="181536"/>
                  </a:lnTo>
                  <a:lnTo>
                    <a:pt x="399399" y="238861"/>
                  </a:lnTo>
                  <a:lnTo>
                    <a:pt x="400254" y="291021"/>
                  </a:lnTo>
                  <a:lnTo>
                    <a:pt x="401110" y="316536"/>
                  </a:lnTo>
                  <a:lnTo>
                    <a:pt x="401965" y="308174"/>
                  </a:lnTo>
                  <a:lnTo>
                    <a:pt x="402821" y="248920"/>
                  </a:lnTo>
                  <a:lnTo>
                    <a:pt x="403676" y="288120"/>
                  </a:lnTo>
                  <a:lnTo>
                    <a:pt x="404532" y="272247"/>
                  </a:lnTo>
                  <a:lnTo>
                    <a:pt x="405387" y="295139"/>
                  </a:lnTo>
                  <a:lnTo>
                    <a:pt x="406243" y="228930"/>
                  </a:lnTo>
                  <a:lnTo>
                    <a:pt x="407098" y="271330"/>
                  </a:lnTo>
                  <a:lnTo>
                    <a:pt x="407954" y="201094"/>
                  </a:lnTo>
                  <a:lnTo>
                    <a:pt x="408809" y="270901"/>
                  </a:lnTo>
                  <a:lnTo>
                    <a:pt x="409665" y="238628"/>
                  </a:lnTo>
                  <a:lnTo>
                    <a:pt x="410521" y="195879"/>
                  </a:lnTo>
                  <a:lnTo>
                    <a:pt x="411376" y="132661"/>
                  </a:lnTo>
                  <a:lnTo>
                    <a:pt x="412232" y="126601"/>
                  </a:lnTo>
                  <a:lnTo>
                    <a:pt x="413087" y="126714"/>
                  </a:lnTo>
                  <a:lnTo>
                    <a:pt x="413943" y="114620"/>
                  </a:lnTo>
                  <a:lnTo>
                    <a:pt x="414798" y="91387"/>
                  </a:lnTo>
                  <a:lnTo>
                    <a:pt x="415654" y="140729"/>
                  </a:lnTo>
                  <a:lnTo>
                    <a:pt x="416509" y="235282"/>
                  </a:lnTo>
                  <a:lnTo>
                    <a:pt x="417365" y="234106"/>
                  </a:lnTo>
                  <a:lnTo>
                    <a:pt x="418220" y="237174"/>
                  </a:lnTo>
                  <a:lnTo>
                    <a:pt x="419076" y="218896"/>
                  </a:lnTo>
                  <a:lnTo>
                    <a:pt x="419931" y="273436"/>
                  </a:lnTo>
                  <a:lnTo>
                    <a:pt x="420787" y="286215"/>
                  </a:lnTo>
                  <a:lnTo>
                    <a:pt x="421642" y="260628"/>
                  </a:lnTo>
                  <a:lnTo>
                    <a:pt x="422498" y="276593"/>
                  </a:lnTo>
                  <a:lnTo>
                    <a:pt x="423353" y="281844"/>
                  </a:lnTo>
                  <a:lnTo>
                    <a:pt x="424209" y="231427"/>
                  </a:lnTo>
                  <a:lnTo>
                    <a:pt x="425064" y="208643"/>
                  </a:lnTo>
                  <a:lnTo>
                    <a:pt x="425920" y="142088"/>
                  </a:lnTo>
                  <a:lnTo>
                    <a:pt x="426776" y="230751"/>
                  </a:lnTo>
                  <a:lnTo>
                    <a:pt x="427631" y="345466"/>
                  </a:lnTo>
                  <a:lnTo>
                    <a:pt x="428487" y="380034"/>
                  </a:lnTo>
                  <a:lnTo>
                    <a:pt x="429342" y="341942"/>
                  </a:lnTo>
                  <a:lnTo>
                    <a:pt x="430198" y="323004"/>
                  </a:lnTo>
                  <a:lnTo>
                    <a:pt x="431053" y="227681"/>
                  </a:lnTo>
                  <a:lnTo>
                    <a:pt x="431909" y="244324"/>
                  </a:lnTo>
                  <a:lnTo>
                    <a:pt x="432764" y="279690"/>
                  </a:lnTo>
                  <a:lnTo>
                    <a:pt x="433620" y="339428"/>
                  </a:lnTo>
                  <a:lnTo>
                    <a:pt x="434475" y="375004"/>
                  </a:lnTo>
                  <a:lnTo>
                    <a:pt x="435331" y="296192"/>
                  </a:lnTo>
                  <a:lnTo>
                    <a:pt x="436186" y="300298"/>
                  </a:lnTo>
                  <a:lnTo>
                    <a:pt x="437042" y="321568"/>
                  </a:lnTo>
                  <a:lnTo>
                    <a:pt x="437897" y="363314"/>
                  </a:lnTo>
                  <a:lnTo>
                    <a:pt x="438753" y="340110"/>
                  </a:lnTo>
                  <a:lnTo>
                    <a:pt x="439608" y="345784"/>
                  </a:lnTo>
                  <a:lnTo>
                    <a:pt x="440464" y="397229"/>
                  </a:lnTo>
                  <a:lnTo>
                    <a:pt x="441319" y="381900"/>
                  </a:lnTo>
                  <a:lnTo>
                    <a:pt x="442175" y="364056"/>
                  </a:lnTo>
                  <a:lnTo>
                    <a:pt x="443031" y="300930"/>
                  </a:lnTo>
                  <a:lnTo>
                    <a:pt x="443031" y="3009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444934" y="4101249"/>
              <a:ext cx="8553560" cy="2278200"/>
            </a:xfrm>
            <a:custGeom>
              <a:avLst/>
              <a:pathLst>
                <a:path w="8553560" h="2278200">
                  <a:moveTo>
                    <a:pt x="0" y="2113016"/>
                  </a:moveTo>
                  <a:lnTo>
                    <a:pt x="855" y="2150190"/>
                  </a:lnTo>
                  <a:lnTo>
                    <a:pt x="1711" y="2142671"/>
                  </a:lnTo>
                  <a:lnTo>
                    <a:pt x="2566" y="2183963"/>
                  </a:lnTo>
                  <a:lnTo>
                    <a:pt x="3422" y="2178447"/>
                  </a:lnTo>
                  <a:lnTo>
                    <a:pt x="4277" y="2148666"/>
                  </a:lnTo>
                  <a:lnTo>
                    <a:pt x="5133" y="2146867"/>
                  </a:lnTo>
                  <a:lnTo>
                    <a:pt x="5988" y="2114550"/>
                  </a:lnTo>
                  <a:lnTo>
                    <a:pt x="6844" y="2076911"/>
                  </a:lnTo>
                  <a:lnTo>
                    <a:pt x="7699" y="2040974"/>
                  </a:lnTo>
                  <a:lnTo>
                    <a:pt x="8555" y="2012703"/>
                  </a:lnTo>
                  <a:lnTo>
                    <a:pt x="9410" y="2056912"/>
                  </a:lnTo>
                  <a:lnTo>
                    <a:pt x="10266" y="2055448"/>
                  </a:lnTo>
                  <a:lnTo>
                    <a:pt x="11121" y="2062683"/>
                  </a:lnTo>
                  <a:lnTo>
                    <a:pt x="11977" y="2088885"/>
                  </a:lnTo>
                  <a:lnTo>
                    <a:pt x="12832" y="2069296"/>
                  </a:lnTo>
                  <a:lnTo>
                    <a:pt x="13688" y="2063404"/>
                  </a:lnTo>
                  <a:lnTo>
                    <a:pt x="14543" y="2040548"/>
                  </a:lnTo>
                  <a:lnTo>
                    <a:pt x="15399" y="2070958"/>
                  </a:lnTo>
                  <a:lnTo>
                    <a:pt x="16255" y="2092583"/>
                  </a:lnTo>
                  <a:lnTo>
                    <a:pt x="17110" y="2116076"/>
                  </a:lnTo>
                  <a:lnTo>
                    <a:pt x="17966" y="2145786"/>
                  </a:lnTo>
                  <a:lnTo>
                    <a:pt x="18821" y="2141696"/>
                  </a:lnTo>
                  <a:lnTo>
                    <a:pt x="19677" y="2148954"/>
                  </a:lnTo>
                  <a:lnTo>
                    <a:pt x="20532" y="2188866"/>
                  </a:lnTo>
                  <a:lnTo>
                    <a:pt x="21388" y="2205623"/>
                  </a:lnTo>
                  <a:lnTo>
                    <a:pt x="22243" y="2228259"/>
                  </a:lnTo>
                  <a:lnTo>
                    <a:pt x="23099" y="2237023"/>
                  </a:lnTo>
                  <a:lnTo>
                    <a:pt x="23954" y="2220523"/>
                  </a:lnTo>
                  <a:lnTo>
                    <a:pt x="24810" y="2267157"/>
                  </a:lnTo>
                  <a:lnTo>
                    <a:pt x="25665" y="2265821"/>
                  </a:lnTo>
                  <a:lnTo>
                    <a:pt x="26521" y="2253558"/>
                  </a:lnTo>
                  <a:lnTo>
                    <a:pt x="27376" y="2239061"/>
                  </a:lnTo>
                  <a:lnTo>
                    <a:pt x="28232" y="2225843"/>
                  </a:lnTo>
                  <a:lnTo>
                    <a:pt x="29087" y="2231707"/>
                  </a:lnTo>
                  <a:lnTo>
                    <a:pt x="29943" y="2217235"/>
                  </a:lnTo>
                  <a:lnTo>
                    <a:pt x="30798" y="2224084"/>
                  </a:lnTo>
                  <a:lnTo>
                    <a:pt x="31654" y="2201520"/>
                  </a:lnTo>
                  <a:lnTo>
                    <a:pt x="32510" y="2197492"/>
                  </a:lnTo>
                  <a:lnTo>
                    <a:pt x="33365" y="2196050"/>
                  </a:lnTo>
                  <a:lnTo>
                    <a:pt x="34221" y="2189039"/>
                  </a:lnTo>
                  <a:lnTo>
                    <a:pt x="35076" y="2193832"/>
                  </a:lnTo>
                  <a:lnTo>
                    <a:pt x="35932" y="2207827"/>
                  </a:lnTo>
                  <a:lnTo>
                    <a:pt x="36787" y="2179586"/>
                  </a:lnTo>
                  <a:lnTo>
                    <a:pt x="37643" y="2193358"/>
                  </a:lnTo>
                  <a:lnTo>
                    <a:pt x="38498" y="2177507"/>
                  </a:lnTo>
                  <a:lnTo>
                    <a:pt x="39354" y="2137264"/>
                  </a:lnTo>
                  <a:lnTo>
                    <a:pt x="40209" y="2129535"/>
                  </a:lnTo>
                  <a:lnTo>
                    <a:pt x="41065" y="2127648"/>
                  </a:lnTo>
                  <a:lnTo>
                    <a:pt x="41920" y="2174768"/>
                  </a:lnTo>
                  <a:lnTo>
                    <a:pt x="42776" y="2191226"/>
                  </a:lnTo>
                  <a:lnTo>
                    <a:pt x="43631" y="2183811"/>
                  </a:lnTo>
                  <a:lnTo>
                    <a:pt x="44487" y="2196860"/>
                  </a:lnTo>
                  <a:lnTo>
                    <a:pt x="45342" y="2171956"/>
                  </a:lnTo>
                  <a:lnTo>
                    <a:pt x="46198" y="2156196"/>
                  </a:lnTo>
                  <a:lnTo>
                    <a:pt x="47053" y="2137267"/>
                  </a:lnTo>
                  <a:lnTo>
                    <a:pt x="47909" y="2145972"/>
                  </a:lnTo>
                  <a:lnTo>
                    <a:pt x="48765" y="2127828"/>
                  </a:lnTo>
                  <a:lnTo>
                    <a:pt x="49620" y="2107484"/>
                  </a:lnTo>
                  <a:lnTo>
                    <a:pt x="50476" y="2083809"/>
                  </a:lnTo>
                  <a:lnTo>
                    <a:pt x="51331" y="2126621"/>
                  </a:lnTo>
                  <a:lnTo>
                    <a:pt x="52187" y="2134363"/>
                  </a:lnTo>
                  <a:lnTo>
                    <a:pt x="53042" y="2112372"/>
                  </a:lnTo>
                  <a:lnTo>
                    <a:pt x="53898" y="2072745"/>
                  </a:lnTo>
                  <a:lnTo>
                    <a:pt x="54753" y="1995620"/>
                  </a:lnTo>
                  <a:lnTo>
                    <a:pt x="55609" y="2033722"/>
                  </a:lnTo>
                  <a:lnTo>
                    <a:pt x="56464" y="2073345"/>
                  </a:lnTo>
                  <a:lnTo>
                    <a:pt x="57320" y="2001271"/>
                  </a:lnTo>
                  <a:lnTo>
                    <a:pt x="58175" y="2032122"/>
                  </a:lnTo>
                  <a:lnTo>
                    <a:pt x="59031" y="2126473"/>
                  </a:lnTo>
                  <a:lnTo>
                    <a:pt x="59886" y="2150664"/>
                  </a:lnTo>
                  <a:lnTo>
                    <a:pt x="60742" y="2167431"/>
                  </a:lnTo>
                  <a:lnTo>
                    <a:pt x="61597" y="2101117"/>
                  </a:lnTo>
                  <a:lnTo>
                    <a:pt x="62453" y="2059974"/>
                  </a:lnTo>
                  <a:lnTo>
                    <a:pt x="63309" y="2065612"/>
                  </a:lnTo>
                  <a:lnTo>
                    <a:pt x="64164" y="2089657"/>
                  </a:lnTo>
                  <a:lnTo>
                    <a:pt x="65020" y="2122103"/>
                  </a:lnTo>
                  <a:lnTo>
                    <a:pt x="65875" y="2082969"/>
                  </a:lnTo>
                  <a:lnTo>
                    <a:pt x="66731" y="2093240"/>
                  </a:lnTo>
                  <a:lnTo>
                    <a:pt x="67586" y="2086022"/>
                  </a:lnTo>
                  <a:lnTo>
                    <a:pt x="68442" y="2096107"/>
                  </a:lnTo>
                  <a:lnTo>
                    <a:pt x="69297" y="2150481"/>
                  </a:lnTo>
                  <a:lnTo>
                    <a:pt x="70153" y="2124901"/>
                  </a:lnTo>
                  <a:lnTo>
                    <a:pt x="71008" y="2105553"/>
                  </a:lnTo>
                  <a:lnTo>
                    <a:pt x="71864" y="2094187"/>
                  </a:lnTo>
                  <a:lnTo>
                    <a:pt x="72719" y="2102405"/>
                  </a:lnTo>
                  <a:lnTo>
                    <a:pt x="73575" y="2147325"/>
                  </a:lnTo>
                  <a:lnTo>
                    <a:pt x="74430" y="2140789"/>
                  </a:lnTo>
                  <a:lnTo>
                    <a:pt x="75286" y="2143365"/>
                  </a:lnTo>
                  <a:lnTo>
                    <a:pt x="76141" y="2162436"/>
                  </a:lnTo>
                  <a:lnTo>
                    <a:pt x="76997" y="2107625"/>
                  </a:lnTo>
                  <a:lnTo>
                    <a:pt x="77852" y="2055798"/>
                  </a:lnTo>
                  <a:lnTo>
                    <a:pt x="78708" y="1968971"/>
                  </a:lnTo>
                  <a:lnTo>
                    <a:pt x="79564" y="1985407"/>
                  </a:lnTo>
                  <a:lnTo>
                    <a:pt x="80419" y="2073773"/>
                  </a:lnTo>
                  <a:lnTo>
                    <a:pt x="81275" y="2093211"/>
                  </a:lnTo>
                  <a:lnTo>
                    <a:pt x="82130" y="2110735"/>
                  </a:lnTo>
                  <a:lnTo>
                    <a:pt x="82986" y="2097654"/>
                  </a:lnTo>
                  <a:lnTo>
                    <a:pt x="83841" y="2117775"/>
                  </a:lnTo>
                  <a:lnTo>
                    <a:pt x="84697" y="2113698"/>
                  </a:lnTo>
                  <a:lnTo>
                    <a:pt x="85552" y="2113074"/>
                  </a:lnTo>
                  <a:lnTo>
                    <a:pt x="86408" y="2096972"/>
                  </a:lnTo>
                  <a:lnTo>
                    <a:pt x="87263" y="2112186"/>
                  </a:lnTo>
                  <a:lnTo>
                    <a:pt x="88119" y="2137013"/>
                  </a:lnTo>
                  <a:lnTo>
                    <a:pt x="88974" y="2119616"/>
                  </a:lnTo>
                  <a:lnTo>
                    <a:pt x="89830" y="2128966"/>
                  </a:lnTo>
                  <a:lnTo>
                    <a:pt x="90685" y="2127374"/>
                  </a:lnTo>
                  <a:lnTo>
                    <a:pt x="91541" y="2158964"/>
                  </a:lnTo>
                  <a:lnTo>
                    <a:pt x="92396" y="2161213"/>
                  </a:lnTo>
                  <a:lnTo>
                    <a:pt x="93252" y="2142386"/>
                  </a:lnTo>
                  <a:lnTo>
                    <a:pt x="94107" y="2077852"/>
                  </a:lnTo>
                  <a:lnTo>
                    <a:pt x="94963" y="2157978"/>
                  </a:lnTo>
                  <a:lnTo>
                    <a:pt x="95819" y="2219549"/>
                  </a:lnTo>
                  <a:lnTo>
                    <a:pt x="96674" y="2234271"/>
                  </a:lnTo>
                  <a:lnTo>
                    <a:pt x="97530" y="2228179"/>
                  </a:lnTo>
                  <a:lnTo>
                    <a:pt x="98385" y="2238836"/>
                  </a:lnTo>
                  <a:lnTo>
                    <a:pt x="99241" y="2225838"/>
                  </a:lnTo>
                  <a:lnTo>
                    <a:pt x="100096" y="2226152"/>
                  </a:lnTo>
                  <a:lnTo>
                    <a:pt x="100952" y="2212523"/>
                  </a:lnTo>
                  <a:lnTo>
                    <a:pt x="101807" y="2186963"/>
                  </a:lnTo>
                  <a:lnTo>
                    <a:pt x="102663" y="2180661"/>
                  </a:lnTo>
                  <a:lnTo>
                    <a:pt x="103518" y="2167149"/>
                  </a:lnTo>
                  <a:lnTo>
                    <a:pt x="104374" y="2150315"/>
                  </a:lnTo>
                  <a:lnTo>
                    <a:pt x="105229" y="2113572"/>
                  </a:lnTo>
                  <a:lnTo>
                    <a:pt x="106085" y="2083567"/>
                  </a:lnTo>
                  <a:lnTo>
                    <a:pt x="106940" y="2046526"/>
                  </a:lnTo>
                  <a:lnTo>
                    <a:pt x="107796" y="2075941"/>
                  </a:lnTo>
                  <a:lnTo>
                    <a:pt x="108651" y="2060911"/>
                  </a:lnTo>
                  <a:lnTo>
                    <a:pt x="109507" y="2041844"/>
                  </a:lnTo>
                  <a:lnTo>
                    <a:pt x="110363" y="2039768"/>
                  </a:lnTo>
                  <a:lnTo>
                    <a:pt x="111218" y="2017762"/>
                  </a:lnTo>
                  <a:lnTo>
                    <a:pt x="112074" y="1988732"/>
                  </a:lnTo>
                  <a:lnTo>
                    <a:pt x="112929" y="1924879"/>
                  </a:lnTo>
                  <a:lnTo>
                    <a:pt x="113785" y="1879904"/>
                  </a:lnTo>
                  <a:lnTo>
                    <a:pt x="114640" y="1907377"/>
                  </a:lnTo>
                  <a:lnTo>
                    <a:pt x="115496" y="1946470"/>
                  </a:lnTo>
                  <a:lnTo>
                    <a:pt x="116351" y="2007465"/>
                  </a:lnTo>
                  <a:lnTo>
                    <a:pt x="117207" y="1996579"/>
                  </a:lnTo>
                  <a:lnTo>
                    <a:pt x="118062" y="1957488"/>
                  </a:lnTo>
                  <a:lnTo>
                    <a:pt x="118918" y="1917321"/>
                  </a:lnTo>
                  <a:lnTo>
                    <a:pt x="119773" y="1964912"/>
                  </a:lnTo>
                  <a:lnTo>
                    <a:pt x="120629" y="1963656"/>
                  </a:lnTo>
                  <a:lnTo>
                    <a:pt x="121484" y="1995319"/>
                  </a:lnTo>
                  <a:lnTo>
                    <a:pt x="122340" y="2039823"/>
                  </a:lnTo>
                  <a:lnTo>
                    <a:pt x="123195" y="1998144"/>
                  </a:lnTo>
                  <a:lnTo>
                    <a:pt x="124051" y="1954772"/>
                  </a:lnTo>
                  <a:lnTo>
                    <a:pt x="124906" y="1997004"/>
                  </a:lnTo>
                  <a:lnTo>
                    <a:pt x="125762" y="2090649"/>
                  </a:lnTo>
                  <a:lnTo>
                    <a:pt x="126618" y="2022212"/>
                  </a:lnTo>
                  <a:lnTo>
                    <a:pt x="127473" y="2029255"/>
                  </a:lnTo>
                  <a:lnTo>
                    <a:pt x="128329" y="2057729"/>
                  </a:lnTo>
                  <a:lnTo>
                    <a:pt x="129184" y="2152953"/>
                  </a:lnTo>
                  <a:lnTo>
                    <a:pt x="130040" y="2177199"/>
                  </a:lnTo>
                  <a:lnTo>
                    <a:pt x="130895" y="2161064"/>
                  </a:lnTo>
                  <a:lnTo>
                    <a:pt x="131751" y="2165836"/>
                  </a:lnTo>
                  <a:lnTo>
                    <a:pt x="132606" y="2185322"/>
                  </a:lnTo>
                  <a:lnTo>
                    <a:pt x="133462" y="2195455"/>
                  </a:lnTo>
                  <a:lnTo>
                    <a:pt x="134317" y="2172932"/>
                  </a:lnTo>
                  <a:lnTo>
                    <a:pt x="135173" y="2123001"/>
                  </a:lnTo>
                  <a:lnTo>
                    <a:pt x="136028" y="2127686"/>
                  </a:lnTo>
                  <a:lnTo>
                    <a:pt x="136884" y="2049056"/>
                  </a:lnTo>
                  <a:lnTo>
                    <a:pt x="137739" y="2022476"/>
                  </a:lnTo>
                  <a:lnTo>
                    <a:pt x="138595" y="2034541"/>
                  </a:lnTo>
                  <a:lnTo>
                    <a:pt x="139450" y="2132367"/>
                  </a:lnTo>
                  <a:lnTo>
                    <a:pt x="140306" y="2131376"/>
                  </a:lnTo>
                  <a:lnTo>
                    <a:pt x="141161" y="2109196"/>
                  </a:lnTo>
                  <a:lnTo>
                    <a:pt x="142017" y="2127942"/>
                  </a:lnTo>
                  <a:lnTo>
                    <a:pt x="142873" y="2137920"/>
                  </a:lnTo>
                  <a:lnTo>
                    <a:pt x="143728" y="2163800"/>
                  </a:lnTo>
                  <a:lnTo>
                    <a:pt x="144584" y="2155540"/>
                  </a:lnTo>
                  <a:lnTo>
                    <a:pt x="145439" y="2148315"/>
                  </a:lnTo>
                  <a:lnTo>
                    <a:pt x="146295" y="2136522"/>
                  </a:lnTo>
                  <a:lnTo>
                    <a:pt x="147150" y="2121879"/>
                  </a:lnTo>
                  <a:lnTo>
                    <a:pt x="148006" y="2025130"/>
                  </a:lnTo>
                  <a:lnTo>
                    <a:pt x="148861" y="1987573"/>
                  </a:lnTo>
                  <a:lnTo>
                    <a:pt x="149717" y="2045187"/>
                  </a:lnTo>
                  <a:lnTo>
                    <a:pt x="150572" y="2108209"/>
                  </a:lnTo>
                  <a:lnTo>
                    <a:pt x="151428" y="2135547"/>
                  </a:lnTo>
                  <a:lnTo>
                    <a:pt x="152283" y="2148155"/>
                  </a:lnTo>
                  <a:lnTo>
                    <a:pt x="153139" y="2160281"/>
                  </a:lnTo>
                  <a:lnTo>
                    <a:pt x="153994" y="2168859"/>
                  </a:lnTo>
                  <a:lnTo>
                    <a:pt x="154850" y="2175938"/>
                  </a:lnTo>
                  <a:lnTo>
                    <a:pt x="155705" y="2183454"/>
                  </a:lnTo>
                  <a:lnTo>
                    <a:pt x="156561" y="2180771"/>
                  </a:lnTo>
                  <a:lnTo>
                    <a:pt x="157417" y="2179451"/>
                  </a:lnTo>
                  <a:lnTo>
                    <a:pt x="158272" y="2177390"/>
                  </a:lnTo>
                  <a:lnTo>
                    <a:pt x="159128" y="2177339"/>
                  </a:lnTo>
                  <a:lnTo>
                    <a:pt x="159983" y="2146586"/>
                  </a:lnTo>
                  <a:lnTo>
                    <a:pt x="160839" y="2129339"/>
                  </a:lnTo>
                  <a:lnTo>
                    <a:pt x="161694" y="2139040"/>
                  </a:lnTo>
                  <a:lnTo>
                    <a:pt x="162550" y="2161351"/>
                  </a:lnTo>
                  <a:lnTo>
                    <a:pt x="163405" y="2169797"/>
                  </a:lnTo>
                  <a:lnTo>
                    <a:pt x="164261" y="2188421"/>
                  </a:lnTo>
                  <a:lnTo>
                    <a:pt x="165116" y="2177269"/>
                  </a:lnTo>
                  <a:lnTo>
                    <a:pt x="165972" y="2166500"/>
                  </a:lnTo>
                  <a:lnTo>
                    <a:pt x="166827" y="2179959"/>
                  </a:lnTo>
                  <a:lnTo>
                    <a:pt x="167683" y="2115732"/>
                  </a:lnTo>
                  <a:lnTo>
                    <a:pt x="168538" y="2024493"/>
                  </a:lnTo>
                  <a:lnTo>
                    <a:pt x="169394" y="2023914"/>
                  </a:lnTo>
                  <a:lnTo>
                    <a:pt x="170249" y="2054363"/>
                  </a:lnTo>
                  <a:lnTo>
                    <a:pt x="171105" y="2012995"/>
                  </a:lnTo>
                  <a:lnTo>
                    <a:pt x="171960" y="2020375"/>
                  </a:lnTo>
                  <a:lnTo>
                    <a:pt x="172816" y="2055511"/>
                  </a:lnTo>
                  <a:lnTo>
                    <a:pt x="173672" y="2055305"/>
                  </a:lnTo>
                  <a:lnTo>
                    <a:pt x="174527" y="1997343"/>
                  </a:lnTo>
                  <a:lnTo>
                    <a:pt x="175383" y="1980775"/>
                  </a:lnTo>
                  <a:lnTo>
                    <a:pt x="176238" y="1962896"/>
                  </a:lnTo>
                  <a:lnTo>
                    <a:pt x="177094" y="2001823"/>
                  </a:lnTo>
                  <a:lnTo>
                    <a:pt x="177949" y="2036715"/>
                  </a:lnTo>
                  <a:lnTo>
                    <a:pt x="178805" y="2065931"/>
                  </a:lnTo>
                  <a:lnTo>
                    <a:pt x="179660" y="1970268"/>
                  </a:lnTo>
                  <a:lnTo>
                    <a:pt x="180516" y="2030111"/>
                  </a:lnTo>
                  <a:lnTo>
                    <a:pt x="181371" y="2055321"/>
                  </a:lnTo>
                  <a:lnTo>
                    <a:pt x="182227" y="2085326"/>
                  </a:lnTo>
                  <a:lnTo>
                    <a:pt x="183082" y="2064120"/>
                  </a:lnTo>
                  <a:lnTo>
                    <a:pt x="183938" y="2024323"/>
                  </a:lnTo>
                  <a:lnTo>
                    <a:pt x="184793" y="2038466"/>
                  </a:lnTo>
                  <a:lnTo>
                    <a:pt x="185649" y="2078196"/>
                  </a:lnTo>
                  <a:lnTo>
                    <a:pt x="186504" y="2098520"/>
                  </a:lnTo>
                  <a:lnTo>
                    <a:pt x="187360" y="2064885"/>
                  </a:lnTo>
                  <a:lnTo>
                    <a:pt x="188215" y="2024623"/>
                  </a:lnTo>
                  <a:lnTo>
                    <a:pt x="189071" y="2028894"/>
                  </a:lnTo>
                  <a:lnTo>
                    <a:pt x="189927" y="2139597"/>
                  </a:lnTo>
                  <a:lnTo>
                    <a:pt x="190782" y="2099463"/>
                  </a:lnTo>
                  <a:lnTo>
                    <a:pt x="191638" y="2056203"/>
                  </a:lnTo>
                  <a:lnTo>
                    <a:pt x="192493" y="2110938"/>
                  </a:lnTo>
                  <a:lnTo>
                    <a:pt x="193349" y="2078081"/>
                  </a:lnTo>
                  <a:lnTo>
                    <a:pt x="194204" y="2121451"/>
                  </a:lnTo>
                  <a:lnTo>
                    <a:pt x="195060" y="2097698"/>
                  </a:lnTo>
                  <a:lnTo>
                    <a:pt x="195915" y="2090691"/>
                  </a:lnTo>
                  <a:lnTo>
                    <a:pt x="196771" y="2104323"/>
                  </a:lnTo>
                  <a:lnTo>
                    <a:pt x="197626" y="2061498"/>
                  </a:lnTo>
                  <a:lnTo>
                    <a:pt x="198482" y="1942048"/>
                  </a:lnTo>
                  <a:lnTo>
                    <a:pt x="199337" y="1877071"/>
                  </a:lnTo>
                  <a:lnTo>
                    <a:pt x="200193" y="1859624"/>
                  </a:lnTo>
                  <a:lnTo>
                    <a:pt x="201048" y="1899868"/>
                  </a:lnTo>
                  <a:lnTo>
                    <a:pt x="201904" y="1868609"/>
                  </a:lnTo>
                  <a:lnTo>
                    <a:pt x="202759" y="1899008"/>
                  </a:lnTo>
                  <a:lnTo>
                    <a:pt x="203615" y="1871798"/>
                  </a:lnTo>
                  <a:lnTo>
                    <a:pt x="204471" y="1900024"/>
                  </a:lnTo>
                  <a:lnTo>
                    <a:pt x="205326" y="1924644"/>
                  </a:lnTo>
                  <a:lnTo>
                    <a:pt x="206182" y="1932266"/>
                  </a:lnTo>
                  <a:lnTo>
                    <a:pt x="207037" y="2061173"/>
                  </a:lnTo>
                  <a:lnTo>
                    <a:pt x="207893" y="2075313"/>
                  </a:lnTo>
                  <a:lnTo>
                    <a:pt x="208748" y="2088818"/>
                  </a:lnTo>
                  <a:lnTo>
                    <a:pt x="209604" y="2145540"/>
                  </a:lnTo>
                  <a:lnTo>
                    <a:pt x="210459" y="2181502"/>
                  </a:lnTo>
                  <a:lnTo>
                    <a:pt x="211315" y="2175913"/>
                  </a:lnTo>
                  <a:lnTo>
                    <a:pt x="212170" y="2116828"/>
                  </a:lnTo>
                  <a:lnTo>
                    <a:pt x="213026" y="2123669"/>
                  </a:lnTo>
                  <a:lnTo>
                    <a:pt x="213881" y="2160877"/>
                  </a:lnTo>
                  <a:lnTo>
                    <a:pt x="214737" y="2139299"/>
                  </a:lnTo>
                  <a:lnTo>
                    <a:pt x="215592" y="2077627"/>
                  </a:lnTo>
                  <a:lnTo>
                    <a:pt x="216448" y="2009955"/>
                  </a:lnTo>
                  <a:lnTo>
                    <a:pt x="217303" y="2112388"/>
                  </a:lnTo>
                  <a:lnTo>
                    <a:pt x="218159" y="2104665"/>
                  </a:lnTo>
                  <a:lnTo>
                    <a:pt x="219014" y="2078156"/>
                  </a:lnTo>
                  <a:lnTo>
                    <a:pt x="219870" y="2008752"/>
                  </a:lnTo>
                  <a:lnTo>
                    <a:pt x="220726" y="2024484"/>
                  </a:lnTo>
                  <a:lnTo>
                    <a:pt x="221581" y="2048286"/>
                  </a:lnTo>
                  <a:lnTo>
                    <a:pt x="222437" y="2083496"/>
                  </a:lnTo>
                  <a:lnTo>
                    <a:pt x="223292" y="2098204"/>
                  </a:lnTo>
                  <a:lnTo>
                    <a:pt x="224148" y="2086818"/>
                  </a:lnTo>
                  <a:lnTo>
                    <a:pt x="225003" y="2067347"/>
                  </a:lnTo>
                  <a:lnTo>
                    <a:pt x="225859" y="2109159"/>
                  </a:lnTo>
                  <a:lnTo>
                    <a:pt x="226714" y="2142977"/>
                  </a:lnTo>
                  <a:lnTo>
                    <a:pt x="227570" y="2175040"/>
                  </a:lnTo>
                  <a:lnTo>
                    <a:pt x="228425" y="2175529"/>
                  </a:lnTo>
                  <a:lnTo>
                    <a:pt x="229281" y="2187754"/>
                  </a:lnTo>
                  <a:lnTo>
                    <a:pt x="230136" y="2180029"/>
                  </a:lnTo>
                  <a:lnTo>
                    <a:pt x="230992" y="2165666"/>
                  </a:lnTo>
                  <a:lnTo>
                    <a:pt x="231847" y="2149928"/>
                  </a:lnTo>
                  <a:lnTo>
                    <a:pt x="232703" y="2142799"/>
                  </a:lnTo>
                  <a:lnTo>
                    <a:pt x="233558" y="2094255"/>
                  </a:lnTo>
                  <a:lnTo>
                    <a:pt x="234414" y="2072120"/>
                  </a:lnTo>
                  <a:lnTo>
                    <a:pt x="235269" y="2089321"/>
                  </a:lnTo>
                  <a:lnTo>
                    <a:pt x="236125" y="2136448"/>
                  </a:lnTo>
                  <a:lnTo>
                    <a:pt x="236981" y="2112143"/>
                  </a:lnTo>
                  <a:lnTo>
                    <a:pt x="237836" y="2130925"/>
                  </a:lnTo>
                  <a:lnTo>
                    <a:pt x="238692" y="2091659"/>
                  </a:lnTo>
                  <a:lnTo>
                    <a:pt x="239547" y="2098082"/>
                  </a:lnTo>
                  <a:lnTo>
                    <a:pt x="240403" y="2081986"/>
                  </a:lnTo>
                  <a:lnTo>
                    <a:pt x="241258" y="2087794"/>
                  </a:lnTo>
                  <a:lnTo>
                    <a:pt x="242114" y="2100482"/>
                  </a:lnTo>
                  <a:lnTo>
                    <a:pt x="242969" y="2062877"/>
                  </a:lnTo>
                  <a:lnTo>
                    <a:pt x="243825" y="1992292"/>
                  </a:lnTo>
                  <a:lnTo>
                    <a:pt x="244680" y="2003728"/>
                  </a:lnTo>
                  <a:lnTo>
                    <a:pt x="245536" y="1998512"/>
                  </a:lnTo>
                  <a:lnTo>
                    <a:pt x="246391" y="2049345"/>
                  </a:lnTo>
                  <a:lnTo>
                    <a:pt x="247247" y="2036676"/>
                  </a:lnTo>
                  <a:lnTo>
                    <a:pt x="248102" y="2083248"/>
                  </a:lnTo>
                  <a:lnTo>
                    <a:pt x="248958" y="2077741"/>
                  </a:lnTo>
                  <a:lnTo>
                    <a:pt x="249813" y="2007912"/>
                  </a:lnTo>
                  <a:lnTo>
                    <a:pt x="250669" y="1860123"/>
                  </a:lnTo>
                  <a:lnTo>
                    <a:pt x="251524" y="1766947"/>
                  </a:lnTo>
                  <a:lnTo>
                    <a:pt x="252380" y="1792196"/>
                  </a:lnTo>
                  <a:lnTo>
                    <a:pt x="253236" y="1827496"/>
                  </a:lnTo>
                  <a:lnTo>
                    <a:pt x="254091" y="1811735"/>
                  </a:lnTo>
                  <a:lnTo>
                    <a:pt x="254947" y="1836496"/>
                  </a:lnTo>
                  <a:lnTo>
                    <a:pt x="255802" y="1844988"/>
                  </a:lnTo>
                  <a:lnTo>
                    <a:pt x="256658" y="1838254"/>
                  </a:lnTo>
                  <a:lnTo>
                    <a:pt x="257513" y="1846052"/>
                  </a:lnTo>
                  <a:lnTo>
                    <a:pt x="258369" y="1899651"/>
                  </a:lnTo>
                  <a:lnTo>
                    <a:pt x="259224" y="1901646"/>
                  </a:lnTo>
                  <a:lnTo>
                    <a:pt x="260080" y="1973258"/>
                  </a:lnTo>
                  <a:lnTo>
                    <a:pt x="260935" y="2012688"/>
                  </a:lnTo>
                  <a:lnTo>
                    <a:pt x="261791" y="2105608"/>
                  </a:lnTo>
                  <a:lnTo>
                    <a:pt x="262646" y="2071849"/>
                  </a:lnTo>
                  <a:lnTo>
                    <a:pt x="263502" y="2036457"/>
                  </a:lnTo>
                  <a:lnTo>
                    <a:pt x="264357" y="1917406"/>
                  </a:lnTo>
                  <a:lnTo>
                    <a:pt x="265213" y="1848011"/>
                  </a:lnTo>
                  <a:lnTo>
                    <a:pt x="266068" y="1910401"/>
                  </a:lnTo>
                  <a:lnTo>
                    <a:pt x="266924" y="2045963"/>
                  </a:lnTo>
                  <a:lnTo>
                    <a:pt x="267780" y="2075702"/>
                  </a:lnTo>
                  <a:lnTo>
                    <a:pt x="268635" y="2079960"/>
                  </a:lnTo>
                  <a:lnTo>
                    <a:pt x="269491" y="2088822"/>
                  </a:lnTo>
                  <a:lnTo>
                    <a:pt x="270346" y="1985184"/>
                  </a:lnTo>
                  <a:lnTo>
                    <a:pt x="271202" y="1992557"/>
                  </a:lnTo>
                  <a:lnTo>
                    <a:pt x="272057" y="1907313"/>
                  </a:lnTo>
                  <a:lnTo>
                    <a:pt x="272913" y="1940616"/>
                  </a:lnTo>
                  <a:lnTo>
                    <a:pt x="273768" y="1906323"/>
                  </a:lnTo>
                  <a:lnTo>
                    <a:pt x="274624" y="1834152"/>
                  </a:lnTo>
                  <a:lnTo>
                    <a:pt x="275479" y="1836939"/>
                  </a:lnTo>
                  <a:lnTo>
                    <a:pt x="276335" y="1740928"/>
                  </a:lnTo>
                  <a:lnTo>
                    <a:pt x="277190" y="1755170"/>
                  </a:lnTo>
                  <a:lnTo>
                    <a:pt x="278046" y="1734069"/>
                  </a:lnTo>
                  <a:lnTo>
                    <a:pt x="278901" y="1721283"/>
                  </a:lnTo>
                  <a:lnTo>
                    <a:pt x="279757" y="1788992"/>
                  </a:lnTo>
                  <a:lnTo>
                    <a:pt x="280612" y="1792397"/>
                  </a:lnTo>
                  <a:lnTo>
                    <a:pt x="281468" y="1805823"/>
                  </a:lnTo>
                  <a:lnTo>
                    <a:pt x="282323" y="1819722"/>
                  </a:lnTo>
                  <a:lnTo>
                    <a:pt x="283179" y="1766938"/>
                  </a:lnTo>
                  <a:lnTo>
                    <a:pt x="284035" y="1838185"/>
                  </a:lnTo>
                  <a:lnTo>
                    <a:pt x="284890" y="1835422"/>
                  </a:lnTo>
                  <a:lnTo>
                    <a:pt x="285746" y="1931070"/>
                  </a:lnTo>
                  <a:lnTo>
                    <a:pt x="286601" y="1896543"/>
                  </a:lnTo>
                  <a:lnTo>
                    <a:pt x="287457" y="1828593"/>
                  </a:lnTo>
                  <a:lnTo>
                    <a:pt x="288312" y="1851169"/>
                  </a:lnTo>
                  <a:lnTo>
                    <a:pt x="289168" y="1908247"/>
                  </a:lnTo>
                  <a:lnTo>
                    <a:pt x="290023" y="1985013"/>
                  </a:lnTo>
                  <a:lnTo>
                    <a:pt x="290879" y="1902860"/>
                  </a:lnTo>
                  <a:lnTo>
                    <a:pt x="291734" y="1819365"/>
                  </a:lnTo>
                  <a:lnTo>
                    <a:pt x="292590" y="1818238"/>
                  </a:lnTo>
                  <a:lnTo>
                    <a:pt x="293445" y="1723544"/>
                  </a:lnTo>
                  <a:lnTo>
                    <a:pt x="294301" y="1776571"/>
                  </a:lnTo>
                  <a:lnTo>
                    <a:pt x="295156" y="1826461"/>
                  </a:lnTo>
                  <a:lnTo>
                    <a:pt x="296012" y="1929486"/>
                  </a:lnTo>
                  <a:lnTo>
                    <a:pt x="296867" y="1980595"/>
                  </a:lnTo>
                  <a:lnTo>
                    <a:pt x="297723" y="1912210"/>
                  </a:lnTo>
                  <a:lnTo>
                    <a:pt x="298578" y="1944352"/>
                  </a:lnTo>
                  <a:lnTo>
                    <a:pt x="299434" y="2101538"/>
                  </a:lnTo>
                  <a:lnTo>
                    <a:pt x="300290" y="2100973"/>
                  </a:lnTo>
                  <a:lnTo>
                    <a:pt x="301145" y="2115143"/>
                  </a:lnTo>
                  <a:lnTo>
                    <a:pt x="302001" y="2139403"/>
                  </a:lnTo>
                  <a:lnTo>
                    <a:pt x="302856" y="2122896"/>
                  </a:lnTo>
                  <a:lnTo>
                    <a:pt x="303712" y="2135868"/>
                  </a:lnTo>
                  <a:lnTo>
                    <a:pt x="304567" y="2152981"/>
                  </a:lnTo>
                  <a:lnTo>
                    <a:pt x="305423" y="2143862"/>
                  </a:lnTo>
                  <a:lnTo>
                    <a:pt x="306278" y="2149567"/>
                  </a:lnTo>
                  <a:lnTo>
                    <a:pt x="307134" y="2158591"/>
                  </a:lnTo>
                  <a:lnTo>
                    <a:pt x="307989" y="2152927"/>
                  </a:lnTo>
                  <a:lnTo>
                    <a:pt x="308845" y="2085724"/>
                  </a:lnTo>
                  <a:lnTo>
                    <a:pt x="309700" y="2012013"/>
                  </a:lnTo>
                  <a:lnTo>
                    <a:pt x="310556" y="1965274"/>
                  </a:lnTo>
                  <a:lnTo>
                    <a:pt x="311411" y="2047175"/>
                  </a:lnTo>
                  <a:lnTo>
                    <a:pt x="312267" y="2155236"/>
                  </a:lnTo>
                  <a:lnTo>
                    <a:pt x="313122" y="2083648"/>
                  </a:lnTo>
                  <a:lnTo>
                    <a:pt x="313978" y="2060408"/>
                  </a:lnTo>
                  <a:lnTo>
                    <a:pt x="314834" y="2119408"/>
                  </a:lnTo>
                  <a:lnTo>
                    <a:pt x="315689" y="2125175"/>
                  </a:lnTo>
                  <a:lnTo>
                    <a:pt x="316545" y="1984864"/>
                  </a:lnTo>
                  <a:lnTo>
                    <a:pt x="317400" y="1974917"/>
                  </a:lnTo>
                  <a:lnTo>
                    <a:pt x="318256" y="2052047"/>
                  </a:lnTo>
                  <a:lnTo>
                    <a:pt x="319111" y="2040613"/>
                  </a:lnTo>
                  <a:lnTo>
                    <a:pt x="319967" y="1947951"/>
                  </a:lnTo>
                  <a:lnTo>
                    <a:pt x="320822" y="1853495"/>
                  </a:lnTo>
                  <a:lnTo>
                    <a:pt x="321678" y="1834421"/>
                  </a:lnTo>
                  <a:lnTo>
                    <a:pt x="322533" y="1802539"/>
                  </a:lnTo>
                  <a:lnTo>
                    <a:pt x="323389" y="1719699"/>
                  </a:lnTo>
                  <a:lnTo>
                    <a:pt x="324244" y="1890588"/>
                  </a:lnTo>
                  <a:lnTo>
                    <a:pt x="325100" y="1988768"/>
                  </a:lnTo>
                  <a:lnTo>
                    <a:pt x="325955" y="2021025"/>
                  </a:lnTo>
                  <a:lnTo>
                    <a:pt x="326811" y="2000409"/>
                  </a:lnTo>
                  <a:lnTo>
                    <a:pt x="327666" y="1915750"/>
                  </a:lnTo>
                  <a:lnTo>
                    <a:pt x="328522" y="1845866"/>
                  </a:lnTo>
                  <a:lnTo>
                    <a:pt x="329377" y="1787529"/>
                  </a:lnTo>
                  <a:lnTo>
                    <a:pt x="330233" y="1756155"/>
                  </a:lnTo>
                  <a:lnTo>
                    <a:pt x="331089" y="1727772"/>
                  </a:lnTo>
                  <a:lnTo>
                    <a:pt x="331944" y="1758487"/>
                  </a:lnTo>
                  <a:lnTo>
                    <a:pt x="332800" y="1762968"/>
                  </a:lnTo>
                  <a:lnTo>
                    <a:pt x="333655" y="1768774"/>
                  </a:lnTo>
                  <a:lnTo>
                    <a:pt x="334511" y="1856668"/>
                  </a:lnTo>
                  <a:lnTo>
                    <a:pt x="335366" y="1967139"/>
                  </a:lnTo>
                  <a:lnTo>
                    <a:pt x="336222" y="1986725"/>
                  </a:lnTo>
                  <a:lnTo>
                    <a:pt x="337077" y="2056837"/>
                  </a:lnTo>
                  <a:lnTo>
                    <a:pt x="337933" y="2065308"/>
                  </a:lnTo>
                  <a:lnTo>
                    <a:pt x="338788" y="2097790"/>
                  </a:lnTo>
                  <a:lnTo>
                    <a:pt x="339644" y="2132902"/>
                  </a:lnTo>
                  <a:lnTo>
                    <a:pt x="340499" y="2136701"/>
                  </a:lnTo>
                  <a:lnTo>
                    <a:pt x="341355" y="2171142"/>
                  </a:lnTo>
                  <a:lnTo>
                    <a:pt x="342210" y="2200672"/>
                  </a:lnTo>
                  <a:lnTo>
                    <a:pt x="343066" y="2209266"/>
                  </a:lnTo>
                  <a:lnTo>
                    <a:pt x="343921" y="2197925"/>
                  </a:lnTo>
                  <a:lnTo>
                    <a:pt x="344777" y="2159529"/>
                  </a:lnTo>
                  <a:lnTo>
                    <a:pt x="345632" y="2144029"/>
                  </a:lnTo>
                  <a:lnTo>
                    <a:pt x="346488" y="2116516"/>
                  </a:lnTo>
                  <a:lnTo>
                    <a:pt x="347344" y="2146848"/>
                  </a:lnTo>
                  <a:lnTo>
                    <a:pt x="348199" y="2151942"/>
                  </a:lnTo>
                  <a:lnTo>
                    <a:pt x="349055" y="2186940"/>
                  </a:lnTo>
                  <a:lnTo>
                    <a:pt x="349910" y="2148576"/>
                  </a:lnTo>
                  <a:lnTo>
                    <a:pt x="350766" y="2091851"/>
                  </a:lnTo>
                  <a:lnTo>
                    <a:pt x="351621" y="2009693"/>
                  </a:lnTo>
                  <a:lnTo>
                    <a:pt x="352477" y="1960525"/>
                  </a:lnTo>
                  <a:lnTo>
                    <a:pt x="353332" y="2002760"/>
                  </a:lnTo>
                  <a:lnTo>
                    <a:pt x="354188" y="2012087"/>
                  </a:lnTo>
                  <a:lnTo>
                    <a:pt x="355043" y="2100234"/>
                  </a:lnTo>
                  <a:lnTo>
                    <a:pt x="355899" y="2180209"/>
                  </a:lnTo>
                  <a:lnTo>
                    <a:pt x="356754" y="2180867"/>
                  </a:lnTo>
                  <a:lnTo>
                    <a:pt x="357610" y="2207802"/>
                  </a:lnTo>
                  <a:lnTo>
                    <a:pt x="358465" y="2209872"/>
                  </a:lnTo>
                  <a:lnTo>
                    <a:pt x="359321" y="2214592"/>
                  </a:lnTo>
                  <a:lnTo>
                    <a:pt x="360176" y="2223334"/>
                  </a:lnTo>
                  <a:lnTo>
                    <a:pt x="361032" y="2259105"/>
                  </a:lnTo>
                  <a:lnTo>
                    <a:pt x="361888" y="2247965"/>
                  </a:lnTo>
                  <a:lnTo>
                    <a:pt x="362743" y="2248235"/>
                  </a:lnTo>
                  <a:lnTo>
                    <a:pt x="363599" y="2242125"/>
                  </a:lnTo>
                  <a:lnTo>
                    <a:pt x="364454" y="2227925"/>
                  </a:lnTo>
                  <a:lnTo>
                    <a:pt x="365310" y="2201555"/>
                  </a:lnTo>
                  <a:lnTo>
                    <a:pt x="366165" y="2185168"/>
                  </a:lnTo>
                  <a:lnTo>
                    <a:pt x="367021" y="2213163"/>
                  </a:lnTo>
                  <a:lnTo>
                    <a:pt x="367876" y="2223070"/>
                  </a:lnTo>
                  <a:lnTo>
                    <a:pt x="368732" y="2212443"/>
                  </a:lnTo>
                  <a:lnTo>
                    <a:pt x="369587" y="2193638"/>
                  </a:lnTo>
                  <a:lnTo>
                    <a:pt x="370443" y="2204266"/>
                  </a:lnTo>
                  <a:lnTo>
                    <a:pt x="371298" y="2218610"/>
                  </a:lnTo>
                  <a:lnTo>
                    <a:pt x="372154" y="2212488"/>
                  </a:lnTo>
                  <a:lnTo>
                    <a:pt x="373009" y="2194569"/>
                  </a:lnTo>
                  <a:lnTo>
                    <a:pt x="373865" y="2186199"/>
                  </a:lnTo>
                  <a:lnTo>
                    <a:pt x="374720" y="2205927"/>
                  </a:lnTo>
                  <a:lnTo>
                    <a:pt x="375576" y="2244139"/>
                  </a:lnTo>
                  <a:lnTo>
                    <a:pt x="376431" y="2229030"/>
                  </a:lnTo>
                  <a:lnTo>
                    <a:pt x="377287" y="2252236"/>
                  </a:lnTo>
                  <a:lnTo>
                    <a:pt x="378143" y="2278200"/>
                  </a:lnTo>
                  <a:lnTo>
                    <a:pt x="378998" y="2278200"/>
                  </a:lnTo>
                  <a:lnTo>
                    <a:pt x="379854" y="2278200"/>
                  </a:lnTo>
                  <a:lnTo>
                    <a:pt x="380709" y="2239707"/>
                  </a:lnTo>
                  <a:lnTo>
                    <a:pt x="381565" y="2196409"/>
                  </a:lnTo>
                  <a:lnTo>
                    <a:pt x="382420" y="2222716"/>
                  </a:lnTo>
                  <a:lnTo>
                    <a:pt x="383276" y="2209205"/>
                  </a:lnTo>
                  <a:lnTo>
                    <a:pt x="384131" y="2243600"/>
                  </a:lnTo>
                  <a:lnTo>
                    <a:pt x="384987" y="2206886"/>
                  </a:lnTo>
                  <a:lnTo>
                    <a:pt x="385842" y="2181653"/>
                  </a:lnTo>
                  <a:lnTo>
                    <a:pt x="386698" y="2188192"/>
                  </a:lnTo>
                  <a:lnTo>
                    <a:pt x="387553" y="2155956"/>
                  </a:lnTo>
                  <a:lnTo>
                    <a:pt x="388409" y="2145774"/>
                  </a:lnTo>
                  <a:lnTo>
                    <a:pt x="389264" y="2146450"/>
                  </a:lnTo>
                  <a:lnTo>
                    <a:pt x="390120" y="2157873"/>
                  </a:lnTo>
                  <a:lnTo>
                    <a:pt x="390975" y="2154686"/>
                  </a:lnTo>
                  <a:lnTo>
                    <a:pt x="391831" y="2102335"/>
                  </a:lnTo>
                  <a:lnTo>
                    <a:pt x="392686" y="2081712"/>
                  </a:lnTo>
                  <a:lnTo>
                    <a:pt x="393542" y="1989255"/>
                  </a:lnTo>
                  <a:lnTo>
                    <a:pt x="394398" y="2009773"/>
                  </a:lnTo>
                  <a:lnTo>
                    <a:pt x="395253" y="1962139"/>
                  </a:lnTo>
                  <a:lnTo>
                    <a:pt x="396109" y="1962864"/>
                  </a:lnTo>
                  <a:lnTo>
                    <a:pt x="396964" y="2022717"/>
                  </a:lnTo>
                  <a:lnTo>
                    <a:pt x="397820" y="2102303"/>
                  </a:lnTo>
                  <a:lnTo>
                    <a:pt x="398675" y="2114561"/>
                  </a:lnTo>
                  <a:lnTo>
                    <a:pt x="399531" y="2128978"/>
                  </a:lnTo>
                  <a:lnTo>
                    <a:pt x="400386" y="2111421"/>
                  </a:lnTo>
                  <a:lnTo>
                    <a:pt x="401242" y="2130562"/>
                  </a:lnTo>
                  <a:lnTo>
                    <a:pt x="402097" y="2153737"/>
                  </a:lnTo>
                  <a:lnTo>
                    <a:pt x="402953" y="2128784"/>
                  </a:lnTo>
                  <a:lnTo>
                    <a:pt x="403808" y="2058984"/>
                  </a:lnTo>
                  <a:lnTo>
                    <a:pt x="404664" y="1996423"/>
                  </a:lnTo>
                  <a:lnTo>
                    <a:pt x="405519" y="2057403"/>
                  </a:lnTo>
                  <a:lnTo>
                    <a:pt x="406375" y="2089091"/>
                  </a:lnTo>
                  <a:lnTo>
                    <a:pt x="407230" y="1933653"/>
                  </a:lnTo>
                  <a:lnTo>
                    <a:pt x="408086" y="1944487"/>
                  </a:lnTo>
                  <a:lnTo>
                    <a:pt x="408942" y="1912493"/>
                  </a:lnTo>
                  <a:lnTo>
                    <a:pt x="409797" y="1989326"/>
                  </a:lnTo>
                  <a:lnTo>
                    <a:pt x="410653" y="2058258"/>
                  </a:lnTo>
                  <a:lnTo>
                    <a:pt x="411508" y="2035234"/>
                  </a:lnTo>
                  <a:lnTo>
                    <a:pt x="412364" y="2115091"/>
                  </a:lnTo>
                  <a:lnTo>
                    <a:pt x="413219" y="2137126"/>
                  </a:lnTo>
                  <a:lnTo>
                    <a:pt x="414075" y="2163682"/>
                  </a:lnTo>
                  <a:lnTo>
                    <a:pt x="414930" y="2147286"/>
                  </a:lnTo>
                  <a:lnTo>
                    <a:pt x="415786" y="2116265"/>
                  </a:lnTo>
                  <a:lnTo>
                    <a:pt x="416641" y="2101793"/>
                  </a:lnTo>
                  <a:lnTo>
                    <a:pt x="417497" y="2059948"/>
                  </a:lnTo>
                  <a:lnTo>
                    <a:pt x="418352" y="2038219"/>
                  </a:lnTo>
                  <a:lnTo>
                    <a:pt x="419208" y="2050060"/>
                  </a:lnTo>
                  <a:lnTo>
                    <a:pt x="420063" y="2082518"/>
                  </a:lnTo>
                  <a:lnTo>
                    <a:pt x="420919" y="2103306"/>
                  </a:lnTo>
                  <a:lnTo>
                    <a:pt x="421774" y="2061315"/>
                  </a:lnTo>
                  <a:lnTo>
                    <a:pt x="422630" y="2105281"/>
                  </a:lnTo>
                  <a:lnTo>
                    <a:pt x="423485" y="2195059"/>
                  </a:lnTo>
                  <a:lnTo>
                    <a:pt x="424341" y="2182350"/>
                  </a:lnTo>
                  <a:lnTo>
                    <a:pt x="425197" y="2169187"/>
                  </a:lnTo>
                  <a:lnTo>
                    <a:pt x="426052" y="2102499"/>
                  </a:lnTo>
                  <a:lnTo>
                    <a:pt x="426908" y="2073722"/>
                  </a:lnTo>
                  <a:lnTo>
                    <a:pt x="427763" y="2135017"/>
                  </a:lnTo>
                  <a:lnTo>
                    <a:pt x="428619" y="2162963"/>
                  </a:lnTo>
                  <a:lnTo>
                    <a:pt x="429474" y="2194584"/>
                  </a:lnTo>
                  <a:lnTo>
                    <a:pt x="430330" y="2154535"/>
                  </a:lnTo>
                  <a:lnTo>
                    <a:pt x="431185" y="2247754"/>
                  </a:lnTo>
                  <a:lnTo>
                    <a:pt x="432041" y="2193310"/>
                  </a:lnTo>
                  <a:lnTo>
                    <a:pt x="432896" y="2140385"/>
                  </a:lnTo>
                  <a:lnTo>
                    <a:pt x="433752" y="2078979"/>
                  </a:lnTo>
                  <a:lnTo>
                    <a:pt x="434607" y="2147514"/>
                  </a:lnTo>
                  <a:lnTo>
                    <a:pt x="435463" y="2209562"/>
                  </a:lnTo>
                  <a:lnTo>
                    <a:pt x="436318" y="2177658"/>
                  </a:lnTo>
                  <a:lnTo>
                    <a:pt x="437174" y="2202586"/>
                  </a:lnTo>
                  <a:lnTo>
                    <a:pt x="438029" y="2195894"/>
                  </a:lnTo>
                  <a:lnTo>
                    <a:pt x="438885" y="2131713"/>
                  </a:lnTo>
                  <a:lnTo>
                    <a:pt x="439740" y="2080986"/>
                  </a:lnTo>
                  <a:lnTo>
                    <a:pt x="440596" y="2038063"/>
                  </a:lnTo>
                  <a:lnTo>
                    <a:pt x="441452" y="2107434"/>
                  </a:lnTo>
                  <a:lnTo>
                    <a:pt x="442307" y="2106614"/>
                  </a:lnTo>
                  <a:lnTo>
                    <a:pt x="443163" y="2124378"/>
                  </a:lnTo>
                  <a:lnTo>
                    <a:pt x="444018" y="2161439"/>
                  </a:lnTo>
                  <a:lnTo>
                    <a:pt x="444874" y="2160952"/>
                  </a:lnTo>
                  <a:lnTo>
                    <a:pt x="445729" y="2042208"/>
                  </a:lnTo>
                  <a:lnTo>
                    <a:pt x="446585" y="1998386"/>
                  </a:lnTo>
                  <a:lnTo>
                    <a:pt x="447440" y="1991024"/>
                  </a:lnTo>
                  <a:lnTo>
                    <a:pt x="448296" y="2013818"/>
                  </a:lnTo>
                  <a:lnTo>
                    <a:pt x="449151" y="2092145"/>
                  </a:lnTo>
                  <a:lnTo>
                    <a:pt x="450007" y="2091242"/>
                  </a:lnTo>
                  <a:lnTo>
                    <a:pt x="450862" y="2072183"/>
                  </a:lnTo>
                  <a:lnTo>
                    <a:pt x="451718" y="2052943"/>
                  </a:lnTo>
                  <a:lnTo>
                    <a:pt x="452573" y="2087429"/>
                  </a:lnTo>
                  <a:lnTo>
                    <a:pt x="453429" y="2098707"/>
                  </a:lnTo>
                  <a:lnTo>
                    <a:pt x="454284" y="2091684"/>
                  </a:lnTo>
                  <a:lnTo>
                    <a:pt x="455140" y="2075308"/>
                  </a:lnTo>
                  <a:lnTo>
                    <a:pt x="455995" y="2114601"/>
                  </a:lnTo>
                  <a:lnTo>
                    <a:pt x="456851" y="2139970"/>
                  </a:lnTo>
                  <a:lnTo>
                    <a:pt x="457707" y="2104490"/>
                  </a:lnTo>
                  <a:lnTo>
                    <a:pt x="458562" y="2140032"/>
                  </a:lnTo>
                  <a:lnTo>
                    <a:pt x="459418" y="2114187"/>
                  </a:lnTo>
                  <a:lnTo>
                    <a:pt x="460273" y="2102577"/>
                  </a:lnTo>
                  <a:lnTo>
                    <a:pt x="461129" y="2127659"/>
                  </a:lnTo>
                  <a:lnTo>
                    <a:pt x="461984" y="2121155"/>
                  </a:lnTo>
                  <a:lnTo>
                    <a:pt x="462840" y="2135962"/>
                  </a:lnTo>
                  <a:lnTo>
                    <a:pt x="463695" y="2102062"/>
                  </a:lnTo>
                  <a:lnTo>
                    <a:pt x="464551" y="2043570"/>
                  </a:lnTo>
                  <a:lnTo>
                    <a:pt x="465406" y="2029954"/>
                  </a:lnTo>
                  <a:lnTo>
                    <a:pt x="466262" y="2033957"/>
                  </a:lnTo>
                  <a:lnTo>
                    <a:pt x="467117" y="2034964"/>
                  </a:lnTo>
                  <a:lnTo>
                    <a:pt x="467973" y="1967744"/>
                  </a:lnTo>
                  <a:lnTo>
                    <a:pt x="468828" y="1921004"/>
                  </a:lnTo>
                  <a:lnTo>
                    <a:pt x="469684" y="2073823"/>
                  </a:lnTo>
                  <a:lnTo>
                    <a:pt x="470539" y="2087351"/>
                  </a:lnTo>
                  <a:lnTo>
                    <a:pt x="471395" y="2095783"/>
                  </a:lnTo>
                  <a:lnTo>
                    <a:pt x="472251" y="2079243"/>
                  </a:lnTo>
                  <a:lnTo>
                    <a:pt x="473106" y="2082041"/>
                  </a:lnTo>
                  <a:lnTo>
                    <a:pt x="473962" y="2082190"/>
                  </a:lnTo>
                  <a:lnTo>
                    <a:pt x="474817" y="2079866"/>
                  </a:lnTo>
                  <a:lnTo>
                    <a:pt x="475673" y="2115584"/>
                  </a:lnTo>
                  <a:lnTo>
                    <a:pt x="476528" y="2088962"/>
                  </a:lnTo>
                  <a:lnTo>
                    <a:pt x="477384" y="2129869"/>
                  </a:lnTo>
                  <a:lnTo>
                    <a:pt x="478239" y="2151353"/>
                  </a:lnTo>
                  <a:lnTo>
                    <a:pt x="479095" y="2124541"/>
                  </a:lnTo>
                  <a:lnTo>
                    <a:pt x="479950" y="2113488"/>
                  </a:lnTo>
                  <a:lnTo>
                    <a:pt x="480806" y="2093823"/>
                  </a:lnTo>
                  <a:lnTo>
                    <a:pt x="481661" y="2132239"/>
                  </a:lnTo>
                  <a:lnTo>
                    <a:pt x="482517" y="2099717"/>
                  </a:lnTo>
                  <a:lnTo>
                    <a:pt x="483372" y="2123912"/>
                  </a:lnTo>
                  <a:lnTo>
                    <a:pt x="484228" y="2068355"/>
                  </a:lnTo>
                  <a:lnTo>
                    <a:pt x="485083" y="2039829"/>
                  </a:lnTo>
                  <a:lnTo>
                    <a:pt x="485939" y="1982055"/>
                  </a:lnTo>
                  <a:lnTo>
                    <a:pt x="486794" y="2022456"/>
                  </a:lnTo>
                  <a:lnTo>
                    <a:pt x="487650" y="2082101"/>
                  </a:lnTo>
                  <a:lnTo>
                    <a:pt x="488506" y="2065596"/>
                  </a:lnTo>
                  <a:lnTo>
                    <a:pt x="489361" y="2016567"/>
                  </a:lnTo>
                  <a:lnTo>
                    <a:pt x="490217" y="1978466"/>
                  </a:lnTo>
                  <a:lnTo>
                    <a:pt x="491072" y="2005175"/>
                  </a:lnTo>
                  <a:lnTo>
                    <a:pt x="491928" y="1972689"/>
                  </a:lnTo>
                  <a:lnTo>
                    <a:pt x="492783" y="1952032"/>
                  </a:lnTo>
                  <a:lnTo>
                    <a:pt x="493639" y="2027688"/>
                  </a:lnTo>
                  <a:lnTo>
                    <a:pt x="494494" y="2015908"/>
                  </a:lnTo>
                  <a:lnTo>
                    <a:pt x="495350" y="2039286"/>
                  </a:lnTo>
                  <a:lnTo>
                    <a:pt x="496205" y="2028916"/>
                  </a:lnTo>
                  <a:lnTo>
                    <a:pt x="497061" y="2009943"/>
                  </a:lnTo>
                  <a:lnTo>
                    <a:pt x="497916" y="1986915"/>
                  </a:lnTo>
                  <a:lnTo>
                    <a:pt x="498772" y="1950711"/>
                  </a:lnTo>
                  <a:lnTo>
                    <a:pt x="499627" y="2082901"/>
                  </a:lnTo>
                  <a:lnTo>
                    <a:pt x="500483" y="2092535"/>
                  </a:lnTo>
                  <a:lnTo>
                    <a:pt x="501338" y="2067610"/>
                  </a:lnTo>
                  <a:lnTo>
                    <a:pt x="502194" y="2006018"/>
                  </a:lnTo>
                  <a:lnTo>
                    <a:pt x="503049" y="2056538"/>
                  </a:lnTo>
                  <a:lnTo>
                    <a:pt x="503905" y="2067066"/>
                  </a:lnTo>
                  <a:lnTo>
                    <a:pt x="504761" y="2118039"/>
                  </a:lnTo>
                  <a:lnTo>
                    <a:pt x="505616" y="2033489"/>
                  </a:lnTo>
                  <a:lnTo>
                    <a:pt x="506472" y="2048634"/>
                  </a:lnTo>
                  <a:lnTo>
                    <a:pt x="507327" y="2111543"/>
                  </a:lnTo>
                  <a:lnTo>
                    <a:pt x="508183" y="2129693"/>
                  </a:lnTo>
                  <a:lnTo>
                    <a:pt x="509038" y="2154267"/>
                  </a:lnTo>
                  <a:lnTo>
                    <a:pt x="509894" y="2118383"/>
                  </a:lnTo>
                  <a:lnTo>
                    <a:pt x="510749" y="2163009"/>
                  </a:lnTo>
                  <a:lnTo>
                    <a:pt x="511605" y="2198111"/>
                  </a:lnTo>
                  <a:lnTo>
                    <a:pt x="512460" y="2228047"/>
                  </a:lnTo>
                  <a:lnTo>
                    <a:pt x="513316" y="2248902"/>
                  </a:lnTo>
                  <a:lnTo>
                    <a:pt x="514171" y="2222667"/>
                  </a:lnTo>
                  <a:lnTo>
                    <a:pt x="515027" y="2241588"/>
                  </a:lnTo>
                  <a:lnTo>
                    <a:pt x="515882" y="2222286"/>
                  </a:lnTo>
                  <a:lnTo>
                    <a:pt x="516738" y="2209027"/>
                  </a:lnTo>
                  <a:lnTo>
                    <a:pt x="517593" y="2241918"/>
                  </a:lnTo>
                  <a:lnTo>
                    <a:pt x="518449" y="2250793"/>
                  </a:lnTo>
                  <a:lnTo>
                    <a:pt x="519305" y="2277222"/>
                  </a:lnTo>
                  <a:lnTo>
                    <a:pt x="520160" y="2276736"/>
                  </a:lnTo>
                  <a:lnTo>
                    <a:pt x="521016" y="2250635"/>
                  </a:lnTo>
                  <a:lnTo>
                    <a:pt x="521871" y="2268749"/>
                  </a:lnTo>
                  <a:lnTo>
                    <a:pt x="522727" y="2255860"/>
                  </a:lnTo>
                  <a:lnTo>
                    <a:pt x="523582" y="2259363"/>
                  </a:lnTo>
                  <a:lnTo>
                    <a:pt x="524438" y="2249447"/>
                  </a:lnTo>
                  <a:lnTo>
                    <a:pt x="525293" y="2239779"/>
                  </a:lnTo>
                  <a:lnTo>
                    <a:pt x="526149" y="2229188"/>
                  </a:lnTo>
                  <a:lnTo>
                    <a:pt x="527004" y="2230133"/>
                  </a:lnTo>
                  <a:lnTo>
                    <a:pt x="527860" y="2234806"/>
                  </a:lnTo>
                  <a:lnTo>
                    <a:pt x="528715" y="2200843"/>
                  </a:lnTo>
                  <a:lnTo>
                    <a:pt x="529571" y="2129890"/>
                  </a:lnTo>
                  <a:lnTo>
                    <a:pt x="530426" y="2169905"/>
                  </a:lnTo>
                  <a:lnTo>
                    <a:pt x="531282" y="2191189"/>
                  </a:lnTo>
                  <a:lnTo>
                    <a:pt x="532137" y="2144644"/>
                  </a:lnTo>
                  <a:lnTo>
                    <a:pt x="532993" y="2135566"/>
                  </a:lnTo>
                  <a:lnTo>
                    <a:pt x="533848" y="2142437"/>
                  </a:lnTo>
                  <a:lnTo>
                    <a:pt x="534704" y="2176564"/>
                  </a:lnTo>
                  <a:lnTo>
                    <a:pt x="535560" y="2164349"/>
                  </a:lnTo>
                  <a:lnTo>
                    <a:pt x="536415" y="2164612"/>
                  </a:lnTo>
                  <a:lnTo>
                    <a:pt x="537271" y="2166807"/>
                  </a:lnTo>
                  <a:lnTo>
                    <a:pt x="538126" y="2234071"/>
                  </a:lnTo>
                  <a:lnTo>
                    <a:pt x="538982" y="2249742"/>
                  </a:lnTo>
                  <a:lnTo>
                    <a:pt x="539837" y="2196635"/>
                  </a:lnTo>
                  <a:lnTo>
                    <a:pt x="540693" y="2170374"/>
                  </a:lnTo>
                  <a:lnTo>
                    <a:pt x="541548" y="2103498"/>
                  </a:lnTo>
                  <a:lnTo>
                    <a:pt x="542404" y="1996598"/>
                  </a:lnTo>
                  <a:lnTo>
                    <a:pt x="543259" y="1971390"/>
                  </a:lnTo>
                  <a:lnTo>
                    <a:pt x="544115" y="1928818"/>
                  </a:lnTo>
                  <a:lnTo>
                    <a:pt x="544970" y="1960507"/>
                  </a:lnTo>
                  <a:lnTo>
                    <a:pt x="545826" y="1997144"/>
                  </a:lnTo>
                  <a:lnTo>
                    <a:pt x="546681" y="2044999"/>
                  </a:lnTo>
                  <a:lnTo>
                    <a:pt x="547537" y="2038535"/>
                  </a:lnTo>
                  <a:lnTo>
                    <a:pt x="548392" y="1891754"/>
                  </a:lnTo>
                  <a:lnTo>
                    <a:pt x="549248" y="1956019"/>
                  </a:lnTo>
                  <a:lnTo>
                    <a:pt x="550103" y="1973383"/>
                  </a:lnTo>
                  <a:lnTo>
                    <a:pt x="550959" y="2068046"/>
                  </a:lnTo>
                  <a:lnTo>
                    <a:pt x="551815" y="2069196"/>
                  </a:lnTo>
                  <a:lnTo>
                    <a:pt x="552670" y="2043457"/>
                  </a:lnTo>
                  <a:lnTo>
                    <a:pt x="553526" y="2104594"/>
                  </a:lnTo>
                  <a:lnTo>
                    <a:pt x="554381" y="2117971"/>
                  </a:lnTo>
                  <a:lnTo>
                    <a:pt x="555237" y="2120136"/>
                  </a:lnTo>
                  <a:lnTo>
                    <a:pt x="556092" y="2125614"/>
                  </a:lnTo>
                  <a:lnTo>
                    <a:pt x="556948" y="2061725"/>
                  </a:lnTo>
                  <a:lnTo>
                    <a:pt x="557803" y="2078527"/>
                  </a:lnTo>
                  <a:lnTo>
                    <a:pt x="558659" y="2008610"/>
                  </a:lnTo>
                  <a:lnTo>
                    <a:pt x="559514" y="1919109"/>
                  </a:lnTo>
                  <a:lnTo>
                    <a:pt x="560370" y="1860793"/>
                  </a:lnTo>
                  <a:lnTo>
                    <a:pt x="561225" y="1914211"/>
                  </a:lnTo>
                  <a:lnTo>
                    <a:pt x="562081" y="1914871"/>
                  </a:lnTo>
                  <a:lnTo>
                    <a:pt x="562936" y="1934324"/>
                  </a:lnTo>
                  <a:lnTo>
                    <a:pt x="563792" y="1896788"/>
                  </a:lnTo>
                  <a:lnTo>
                    <a:pt x="564647" y="1882812"/>
                  </a:lnTo>
                  <a:lnTo>
                    <a:pt x="565503" y="1930702"/>
                  </a:lnTo>
                  <a:lnTo>
                    <a:pt x="566359" y="2005636"/>
                  </a:lnTo>
                  <a:lnTo>
                    <a:pt x="567214" y="2007343"/>
                  </a:lnTo>
                  <a:lnTo>
                    <a:pt x="568070" y="2012961"/>
                  </a:lnTo>
                  <a:lnTo>
                    <a:pt x="568925" y="2068092"/>
                  </a:lnTo>
                  <a:lnTo>
                    <a:pt x="569781" y="2141578"/>
                  </a:lnTo>
                  <a:lnTo>
                    <a:pt x="570636" y="2161184"/>
                  </a:lnTo>
                  <a:lnTo>
                    <a:pt x="571492" y="2148980"/>
                  </a:lnTo>
                  <a:lnTo>
                    <a:pt x="572347" y="2169373"/>
                  </a:lnTo>
                  <a:lnTo>
                    <a:pt x="573203" y="2154113"/>
                  </a:lnTo>
                  <a:lnTo>
                    <a:pt x="574058" y="2160892"/>
                  </a:lnTo>
                  <a:lnTo>
                    <a:pt x="574914" y="2198689"/>
                  </a:lnTo>
                  <a:lnTo>
                    <a:pt x="575769" y="2202462"/>
                  </a:lnTo>
                  <a:lnTo>
                    <a:pt x="576625" y="2215035"/>
                  </a:lnTo>
                  <a:lnTo>
                    <a:pt x="577480" y="2237605"/>
                  </a:lnTo>
                  <a:lnTo>
                    <a:pt x="578336" y="2175071"/>
                  </a:lnTo>
                  <a:lnTo>
                    <a:pt x="579191" y="2171991"/>
                  </a:lnTo>
                  <a:lnTo>
                    <a:pt x="580047" y="2132127"/>
                  </a:lnTo>
                  <a:lnTo>
                    <a:pt x="580902" y="2007058"/>
                  </a:lnTo>
                  <a:lnTo>
                    <a:pt x="581758" y="2004650"/>
                  </a:lnTo>
                  <a:lnTo>
                    <a:pt x="582614" y="2124761"/>
                  </a:lnTo>
                  <a:lnTo>
                    <a:pt x="583469" y="2154187"/>
                  </a:lnTo>
                  <a:lnTo>
                    <a:pt x="584325" y="2140370"/>
                  </a:lnTo>
                  <a:lnTo>
                    <a:pt x="585180" y="2178345"/>
                  </a:lnTo>
                  <a:lnTo>
                    <a:pt x="586036" y="2166677"/>
                  </a:lnTo>
                  <a:lnTo>
                    <a:pt x="586891" y="2187148"/>
                  </a:lnTo>
                  <a:lnTo>
                    <a:pt x="587747" y="2163146"/>
                  </a:lnTo>
                  <a:lnTo>
                    <a:pt x="588602" y="2108837"/>
                  </a:lnTo>
                  <a:lnTo>
                    <a:pt x="589458" y="2027023"/>
                  </a:lnTo>
                  <a:lnTo>
                    <a:pt x="590313" y="2095463"/>
                  </a:lnTo>
                  <a:lnTo>
                    <a:pt x="591169" y="2123891"/>
                  </a:lnTo>
                  <a:lnTo>
                    <a:pt x="592024" y="2117164"/>
                  </a:lnTo>
                  <a:lnTo>
                    <a:pt x="592880" y="2122936"/>
                  </a:lnTo>
                  <a:lnTo>
                    <a:pt x="593735" y="2150550"/>
                  </a:lnTo>
                  <a:lnTo>
                    <a:pt x="594591" y="2119811"/>
                  </a:lnTo>
                  <a:lnTo>
                    <a:pt x="595446" y="2095905"/>
                  </a:lnTo>
                  <a:lnTo>
                    <a:pt x="596302" y="2133033"/>
                  </a:lnTo>
                  <a:lnTo>
                    <a:pt x="597157" y="2168383"/>
                  </a:lnTo>
                  <a:lnTo>
                    <a:pt x="598013" y="2133741"/>
                  </a:lnTo>
                  <a:lnTo>
                    <a:pt x="598869" y="2075493"/>
                  </a:lnTo>
                  <a:lnTo>
                    <a:pt x="599724" y="1996754"/>
                  </a:lnTo>
                  <a:lnTo>
                    <a:pt x="600580" y="2012366"/>
                  </a:lnTo>
                  <a:lnTo>
                    <a:pt x="601435" y="2012173"/>
                  </a:lnTo>
                  <a:lnTo>
                    <a:pt x="602291" y="1965062"/>
                  </a:lnTo>
                  <a:lnTo>
                    <a:pt x="603146" y="2070767"/>
                  </a:lnTo>
                  <a:lnTo>
                    <a:pt x="604002" y="2137523"/>
                  </a:lnTo>
                  <a:lnTo>
                    <a:pt x="604857" y="2071848"/>
                  </a:lnTo>
                  <a:lnTo>
                    <a:pt x="605713" y="2092884"/>
                  </a:lnTo>
                  <a:lnTo>
                    <a:pt x="606568" y="2069240"/>
                  </a:lnTo>
                  <a:lnTo>
                    <a:pt x="607424" y="2064082"/>
                  </a:lnTo>
                  <a:lnTo>
                    <a:pt x="608279" y="2103329"/>
                  </a:lnTo>
                  <a:lnTo>
                    <a:pt x="609135" y="2082657"/>
                  </a:lnTo>
                  <a:lnTo>
                    <a:pt x="609990" y="2147215"/>
                  </a:lnTo>
                  <a:lnTo>
                    <a:pt x="610846" y="2115809"/>
                  </a:lnTo>
                  <a:lnTo>
                    <a:pt x="611701" y="2116860"/>
                  </a:lnTo>
                  <a:lnTo>
                    <a:pt x="612557" y="1996177"/>
                  </a:lnTo>
                  <a:lnTo>
                    <a:pt x="613413" y="2057169"/>
                  </a:lnTo>
                  <a:lnTo>
                    <a:pt x="614268" y="2088329"/>
                  </a:lnTo>
                  <a:lnTo>
                    <a:pt x="615124" y="2047710"/>
                  </a:lnTo>
                  <a:lnTo>
                    <a:pt x="615979" y="2044452"/>
                  </a:lnTo>
                  <a:lnTo>
                    <a:pt x="616835" y="2055210"/>
                  </a:lnTo>
                  <a:lnTo>
                    <a:pt x="617690" y="1992862"/>
                  </a:lnTo>
                  <a:lnTo>
                    <a:pt x="618546" y="1965128"/>
                  </a:lnTo>
                  <a:lnTo>
                    <a:pt x="619401" y="2053419"/>
                  </a:lnTo>
                  <a:lnTo>
                    <a:pt x="620257" y="2099526"/>
                  </a:lnTo>
                  <a:lnTo>
                    <a:pt x="621112" y="2076414"/>
                  </a:lnTo>
                  <a:lnTo>
                    <a:pt x="621968" y="2071676"/>
                  </a:lnTo>
                  <a:lnTo>
                    <a:pt x="622823" y="2085487"/>
                  </a:lnTo>
                  <a:lnTo>
                    <a:pt x="623679" y="2015372"/>
                  </a:lnTo>
                  <a:lnTo>
                    <a:pt x="624534" y="2009878"/>
                  </a:lnTo>
                  <a:lnTo>
                    <a:pt x="625390" y="2002726"/>
                  </a:lnTo>
                  <a:lnTo>
                    <a:pt x="626245" y="1926524"/>
                  </a:lnTo>
                  <a:lnTo>
                    <a:pt x="627101" y="1887243"/>
                  </a:lnTo>
                  <a:lnTo>
                    <a:pt x="627956" y="1807836"/>
                  </a:lnTo>
                  <a:lnTo>
                    <a:pt x="628812" y="1822129"/>
                  </a:lnTo>
                  <a:lnTo>
                    <a:pt x="629668" y="1840740"/>
                  </a:lnTo>
                  <a:lnTo>
                    <a:pt x="630523" y="1860840"/>
                  </a:lnTo>
                  <a:lnTo>
                    <a:pt x="631379" y="1953149"/>
                  </a:lnTo>
                  <a:lnTo>
                    <a:pt x="632234" y="1865809"/>
                  </a:lnTo>
                  <a:lnTo>
                    <a:pt x="633090" y="1866625"/>
                  </a:lnTo>
                  <a:lnTo>
                    <a:pt x="633945" y="1884022"/>
                  </a:lnTo>
                  <a:lnTo>
                    <a:pt x="634801" y="1943196"/>
                  </a:lnTo>
                  <a:lnTo>
                    <a:pt x="635656" y="1970683"/>
                  </a:lnTo>
                  <a:lnTo>
                    <a:pt x="636512" y="1845769"/>
                  </a:lnTo>
                  <a:lnTo>
                    <a:pt x="637367" y="1772109"/>
                  </a:lnTo>
                  <a:lnTo>
                    <a:pt x="638223" y="1673323"/>
                  </a:lnTo>
                  <a:lnTo>
                    <a:pt x="639078" y="1690350"/>
                  </a:lnTo>
                  <a:lnTo>
                    <a:pt x="639934" y="1691564"/>
                  </a:lnTo>
                  <a:lnTo>
                    <a:pt x="640789" y="1560594"/>
                  </a:lnTo>
                  <a:lnTo>
                    <a:pt x="641645" y="1597183"/>
                  </a:lnTo>
                  <a:lnTo>
                    <a:pt x="642500" y="1600421"/>
                  </a:lnTo>
                  <a:lnTo>
                    <a:pt x="643356" y="1613972"/>
                  </a:lnTo>
                  <a:lnTo>
                    <a:pt x="644211" y="1671672"/>
                  </a:lnTo>
                  <a:lnTo>
                    <a:pt x="645067" y="1557599"/>
                  </a:lnTo>
                  <a:lnTo>
                    <a:pt x="645923" y="1510275"/>
                  </a:lnTo>
                  <a:lnTo>
                    <a:pt x="646778" y="1553564"/>
                  </a:lnTo>
                  <a:lnTo>
                    <a:pt x="647634" y="1455525"/>
                  </a:lnTo>
                  <a:lnTo>
                    <a:pt x="648489" y="1485722"/>
                  </a:lnTo>
                  <a:lnTo>
                    <a:pt x="649345" y="1504616"/>
                  </a:lnTo>
                  <a:lnTo>
                    <a:pt x="650200" y="1593094"/>
                  </a:lnTo>
                  <a:lnTo>
                    <a:pt x="651056" y="1639334"/>
                  </a:lnTo>
                  <a:lnTo>
                    <a:pt x="651911" y="1353685"/>
                  </a:lnTo>
                  <a:lnTo>
                    <a:pt x="652767" y="1302184"/>
                  </a:lnTo>
                  <a:lnTo>
                    <a:pt x="653622" y="1295676"/>
                  </a:lnTo>
                  <a:lnTo>
                    <a:pt x="654478" y="1300207"/>
                  </a:lnTo>
                  <a:lnTo>
                    <a:pt x="655333" y="1220207"/>
                  </a:lnTo>
                  <a:lnTo>
                    <a:pt x="656189" y="1235091"/>
                  </a:lnTo>
                  <a:lnTo>
                    <a:pt x="657044" y="1305557"/>
                  </a:lnTo>
                  <a:lnTo>
                    <a:pt x="657900" y="1283726"/>
                  </a:lnTo>
                  <a:lnTo>
                    <a:pt x="658755" y="1072364"/>
                  </a:lnTo>
                  <a:lnTo>
                    <a:pt x="659611" y="1152369"/>
                  </a:lnTo>
                  <a:lnTo>
                    <a:pt x="660467" y="1172309"/>
                  </a:lnTo>
                  <a:lnTo>
                    <a:pt x="661322" y="1117172"/>
                  </a:lnTo>
                  <a:lnTo>
                    <a:pt x="662178" y="916232"/>
                  </a:lnTo>
                  <a:lnTo>
                    <a:pt x="663033" y="989351"/>
                  </a:lnTo>
                  <a:lnTo>
                    <a:pt x="663889" y="1064956"/>
                  </a:lnTo>
                  <a:lnTo>
                    <a:pt x="664744" y="1073284"/>
                  </a:lnTo>
                  <a:lnTo>
                    <a:pt x="665600" y="1051198"/>
                  </a:lnTo>
                  <a:lnTo>
                    <a:pt x="666455" y="1008444"/>
                  </a:lnTo>
                  <a:lnTo>
                    <a:pt x="667311" y="1064054"/>
                  </a:lnTo>
                  <a:lnTo>
                    <a:pt x="668166" y="1032375"/>
                  </a:lnTo>
                  <a:lnTo>
                    <a:pt x="669022" y="1025299"/>
                  </a:lnTo>
                  <a:lnTo>
                    <a:pt x="669877" y="946953"/>
                  </a:lnTo>
                  <a:lnTo>
                    <a:pt x="670733" y="840860"/>
                  </a:lnTo>
                  <a:lnTo>
                    <a:pt x="671588" y="850590"/>
                  </a:lnTo>
                  <a:lnTo>
                    <a:pt x="672444" y="809422"/>
                  </a:lnTo>
                  <a:lnTo>
                    <a:pt x="673299" y="817303"/>
                  </a:lnTo>
                  <a:lnTo>
                    <a:pt x="674155" y="822757"/>
                  </a:lnTo>
                  <a:lnTo>
                    <a:pt x="675010" y="922517"/>
                  </a:lnTo>
                  <a:lnTo>
                    <a:pt x="675866" y="1031891"/>
                  </a:lnTo>
                  <a:lnTo>
                    <a:pt x="676722" y="1208256"/>
                  </a:lnTo>
                  <a:lnTo>
                    <a:pt x="677577" y="1097233"/>
                  </a:lnTo>
                  <a:lnTo>
                    <a:pt x="678433" y="1252398"/>
                  </a:lnTo>
                  <a:lnTo>
                    <a:pt x="679288" y="1353589"/>
                  </a:lnTo>
                  <a:lnTo>
                    <a:pt x="680144" y="1287328"/>
                  </a:lnTo>
                  <a:lnTo>
                    <a:pt x="680999" y="1390096"/>
                  </a:lnTo>
                  <a:lnTo>
                    <a:pt x="681855" y="1484846"/>
                  </a:lnTo>
                  <a:lnTo>
                    <a:pt x="682710" y="1639583"/>
                  </a:lnTo>
                  <a:lnTo>
                    <a:pt x="683566" y="1693895"/>
                  </a:lnTo>
                  <a:lnTo>
                    <a:pt x="684421" y="1704078"/>
                  </a:lnTo>
                  <a:lnTo>
                    <a:pt x="685277" y="1721886"/>
                  </a:lnTo>
                  <a:lnTo>
                    <a:pt x="686132" y="1661437"/>
                  </a:lnTo>
                  <a:lnTo>
                    <a:pt x="686988" y="1624564"/>
                  </a:lnTo>
                  <a:lnTo>
                    <a:pt x="687843" y="1678402"/>
                  </a:lnTo>
                  <a:lnTo>
                    <a:pt x="688699" y="1681243"/>
                  </a:lnTo>
                  <a:lnTo>
                    <a:pt x="689554" y="1666830"/>
                  </a:lnTo>
                  <a:lnTo>
                    <a:pt x="690410" y="1710535"/>
                  </a:lnTo>
                  <a:lnTo>
                    <a:pt x="691265" y="1741710"/>
                  </a:lnTo>
                  <a:lnTo>
                    <a:pt x="692121" y="1717744"/>
                  </a:lnTo>
                  <a:lnTo>
                    <a:pt x="692977" y="1771245"/>
                  </a:lnTo>
                  <a:lnTo>
                    <a:pt x="693832" y="1720666"/>
                  </a:lnTo>
                  <a:lnTo>
                    <a:pt x="694688" y="1745451"/>
                  </a:lnTo>
                  <a:lnTo>
                    <a:pt x="695543" y="1771626"/>
                  </a:lnTo>
                  <a:lnTo>
                    <a:pt x="696399" y="1932171"/>
                  </a:lnTo>
                  <a:lnTo>
                    <a:pt x="697254" y="1978420"/>
                  </a:lnTo>
                  <a:lnTo>
                    <a:pt x="698110" y="2000444"/>
                  </a:lnTo>
                  <a:lnTo>
                    <a:pt x="698965" y="2050160"/>
                  </a:lnTo>
                  <a:lnTo>
                    <a:pt x="699821" y="2054303"/>
                  </a:lnTo>
                  <a:lnTo>
                    <a:pt x="700676" y="2068838"/>
                  </a:lnTo>
                  <a:lnTo>
                    <a:pt x="701532" y="1978238"/>
                  </a:lnTo>
                  <a:lnTo>
                    <a:pt x="702387" y="1939913"/>
                  </a:lnTo>
                  <a:lnTo>
                    <a:pt x="703243" y="1995094"/>
                  </a:lnTo>
                  <a:lnTo>
                    <a:pt x="704098" y="2036863"/>
                  </a:lnTo>
                  <a:lnTo>
                    <a:pt x="704954" y="2061287"/>
                  </a:lnTo>
                  <a:lnTo>
                    <a:pt x="705809" y="2019481"/>
                  </a:lnTo>
                  <a:lnTo>
                    <a:pt x="706665" y="1955343"/>
                  </a:lnTo>
                  <a:lnTo>
                    <a:pt x="707520" y="1919438"/>
                  </a:lnTo>
                  <a:lnTo>
                    <a:pt x="708376" y="1931878"/>
                  </a:lnTo>
                  <a:lnTo>
                    <a:pt x="709232" y="1992848"/>
                  </a:lnTo>
                  <a:lnTo>
                    <a:pt x="710087" y="1994484"/>
                  </a:lnTo>
                  <a:lnTo>
                    <a:pt x="710943" y="2110480"/>
                  </a:lnTo>
                  <a:lnTo>
                    <a:pt x="711798" y="2154422"/>
                  </a:lnTo>
                  <a:lnTo>
                    <a:pt x="712654" y="2171734"/>
                  </a:lnTo>
                  <a:lnTo>
                    <a:pt x="713509" y="2183180"/>
                  </a:lnTo>
                  <a:lnTo>
                    <a:pt x="714365" y="2155591"/>
                  </a:lnTo>
                  <a:lnTo>
                    <a:pt x="715220" y="2172051"/>
                  </a:lnTo>
                  <a:lnTo>
                    <a:pt x="716076" y="2145278"/>
                  </a:lnTo>
                  <a:lnTo>
                    <a:pt x="716931" y="2124858"/>
                  </a:lnTo>
                  <a:lnTo>
                    <a:pt x="717787" y="2117715"/>
                  </a:lnTo>
                  <a:lnTo>
                    <a:pt x="718642" y="2066314"/>
                  </a:lnTo>
                  <a:lnTo>
                    <a:pt x="719498" y="2078121"/>
                  </a:lnTo>
                  <a:lnTo>
                    <a:pt x="720353" y="2075429"/>
                  </a:lnTo>
                  <a:lnTo>
                    <a:pt x="721209" y="2029900"/>
                  </a:lnTo>
                  <a:lnTo>
                    <a:pt x="722064" y="1959293"/>
                  </a:lnTo>
                  <a:lnTo>
                    <a:pt x="722920" y="2049759"/>
                  </a:lnTo>
                  <a:lnTo>
                    <a:pt x="723776" y="2143924"/>
                  </a:lnTo>
                  <a:lnTo>
                    <a:pt x="724631" y="2160893"/>
                  </a:lnTo>
                  <a:lnTo>
                    <a:pt x="725487" y="2185351"/>
                  </a:lnTo>
                  <a:lnTo>
                    <a:pt x="726342" y="2184405"/>
                  </a:lnTo>
                  <a:lnTo>
                    <a:pt x="727198" y="2163228"/>
                  </a:lnTo>
                  <a:lnTo>
                    <a:pt x="728053" y="2154899"/>
                  </a:lnTo>
                  <a:lnTo>
                    <a:pt x="728909" y="2118382"/>
                  </a:lnTo>
                  <a:lnTo>
                    <a:pt x="729764" y="2121647"/>
                  </a:lnTo>
                  <a:lnTo>
                    <a:pt x="730620" y="2135147"/>
                  </a:lnTo>
                  <a:lnTo>
                    <a:pt x="731475" y="2163242"/>
                  </a:lnTo>
                  <a:lnTo>
                    <a:pt x="732331" y="2174961"/>
                  </a:lnTo>
                  <a:lnTo>
                    <a:pt x="733186" y="2212456"/>
                  </a:lnTo>
                  <a:lnTo>
                    <a:pt x="734042" y="2235307"/>
                  </a:lnTo>
                  <a:lnTo>
                    <a:pt x="734897" y="2237904"/>
                  </a:lnTo>
                  <a:lnTo>
                    <a:pt x="735753" y="2236723"/>
                  </a:lnTo>
                  <a:lnTo>
                    <a:pt x="736608" y="2245416"/>
                  </a:lnTo>
                  <a:lnTo>
                    <a:pt x="737464" y="2263773"/>
                  </a:lnTo>
                  <a:lnTo>
                    <a:pt x="738319" y="2259834"/>
                  </a:lnTo>
                  <a:lnTo>
                    <a:pt x="739175" y="2257640"/>
                  </a:lnTo>
                  <a:lnTo>
                    <a:pt x="740031" y="2245049"/>
                  </a:lnTo>
                  <a:lnTo>
                    <a:pt x="740886" y="2239026"/>
                  </a:lnTo>
                  <a:lnTo>
                    <a:pt x="741742" y="2234477"/>
                  </a:lnTo>
                  <a:lnTo>
                    <a:pt x="742597" y="2183146"/>
                  </a:lnTo>
                  <a:lnTo>
                    <a:pt x="743453" y="2191402"/>
                  </a:lnTo>
                  <a:lnTo>
                    <a:pt x="744308" y="2185231"/>
                  </a:lnTo>
                  <a:lnTo>
                    <a:pt x="745164" y="2167714"/>
                  </a:lnTo>
                  <a:lnTo>
                    <a:pt x="746019" y="2149582"/>
                  </a:lnTo>
                  <a:lnTo>
                    <a:pt x="746875" y="2124368"/>
                  </a:lnTo>
                  <a:lnTo>
                    <a:pt x="747730" y="2133010"/>
                  </a:lnTo>
                  <a:lnTo>
                    <a:pt x="748586" y="2083260"/>
                  </a:lnTo>
                  <a:lnTo>
                    <a:pt x="749441" y="2047082"/>
                  </a:lnTo>
                  <a:lnTo>
                    <a:pt x="750297" y="1920111"/>
                  </a:lnTo>
                  <a:lnTo>
                    <a:pt x="751152" y="1801930"/>
                  </a:lnTo>
                  <a:lnTo>
                    <a:pt x="752008" y="1820601"/>
                  </a:lnTo>
                  <a:lnTo>
                    <a:pt x="752863" y="1854241"/>
                  </a:lnTo>
                  <a:lnTo>
                    <a:pt x="753719" y="1869967"/>
                  </a:lnTo>
                  <a:lnTo>
                    <a:pt x="754574" y="2044430"/>
                  </a:lnTo>
                  <a:lnTo>
                    <a:pt x="755430" y="2076891"/>
                  </a:lnTo>
                  <a:lnTo>
                    <a:pt x="756286" y="2152471"/>
                  </a:lnTo>
                  <a:lnTo>
                    <a:pt x="757141" y="2142696"/>
                  </a:lnTo>
                  <a:lnTo>
                    <a:pt x="757997" y="2170404"/>
                  </a:lnTo>
                  <a:lnTo>
                    <a:pt x="758852" y="2183202"/>
                  </a:lnTo>
                  <a:lnTo>
                    <a:pt x="759708" y="2203709"/>
                  </a:lnTo>
                  <a:lnTo>
                    <a:pt x="760563" y="2216809"/>
                  </a:lnTo>
                  <a:lnTo>
                    <a:pt x="761419" y="2196229"/>
                  </a:lnTo>
                  <a:lnTo>
                    <a:pt x="762274" y="2224169"/>
                  </a:lnTo>
                  <a:lnTo>
                    <a:pt x="763130" y="2215713"/>
                  </a:lnTo>
                  <a:lnTo>
                    <a:pt x="763985" y="2121861"/>
                  </a:lnTo>
                  <a:lnTo>
                    <a:pt x="764841" y="2059026"/>
                  </a:lnTo>
                  <a:lnTo>
                    <a:pt x="765696" y="2125384"/>
                  </a:lnTo>
                  <a:lnTo>
                    <a:pt x="766552" y="2167474"/>
                  </a:lnTo>
                  <a:lnTo>
                    <a:pt x="767407" y="2171938"/>
                  </a:lnTo>
                  <a:lnTo>
                    <a:pt x="768263" y="2177361"/>
                  </a:lnTo>
                  <a:lnTo>
                    <a:pt x="769118" y="2203639"/>
                  </a:lnTo>
                  <a:lnTo>
                    <a:pt x="769974" y="2184882"/>
                  </a:lnTo>
                  <a:lnTo>
                    <a:pt x="770830" y="2160203"/>
                  </a:lnTo>
                  <a:lnTo>
                    <a:pt x="771685" y="2120823"/>
                  </a:lnTo>
                  <a:lnTo>
                    <a:pt x="772541" y="2073350"/>
                  </a:lnTo>
                  <a:lnTo>
                    <a:pt x="773396" y="2123438"/>
                  </a:lnTo>
                  <a:lnTo>
                    <a:pt x="774252" y="2136945"/>
                  </a:lnTo>
                  <a:lnTo>
                    <a:pt x="775107" y="2105085"/>
                  </a:lnTo>
                  <a:lnTo>
                    <a:pt x="775963" y="2109928"/>
                  </a:lnTo>
                  <a:lnTo>
                    <a:pt x="776818" y="2165634"/>
                  </a:lnTo>
                  <a:lnTo>
                    <a:pt x="777674" y="2202092"/>
                  </a:lnTo>
                  <a:lnTo>
                    <a:pt x="778529" y="2237492"/>
                  </a:lnTo>
                  <a:lnTo>
                    <a:pt x="779385" y="2233283"/>
                  </a:lnTo>
                  <a:lnTo>
                    <a:pt x="780240" y="2234174"/>
                  </a:lnTo>
                  <a:lnTo>
                    <a:pt x="781096" y="2248146"/>
                  </a:lnTo>
                  <a:lnTo>
                    <a:pt x="781951" y="2240117"/>
                  </a:lnTo>
                  <a:lnTo>
                    <a:pt x="782807" y="2238999"/>
                  </a:lnTo>
                  <a:lnTo>
                    <a:pt x="783662" y="2227620"/>
                  </a:lnTo>
                  <a:lnTo>
                    <a:pt x="784518" y="2233481"/>
                  </a:lnTo>
                  <a:lnTo>
                    <a:pt x="785373" y="2263564"/>
                  </a:lnTo>
                  <a:lnTo>
                    <a:pt x="786229" y="2224775"/>
                  </a:lnTo>
                  <a:lnTo>
                    <a:pt x="787085" y="2151907"/>
                  </a:lnTo>
                  <a:lnTo>
                    <a:pt x="787940" y="2200921"/>
                  </a:lnTo>
                  <a:lnTo>
                    <a:pt x="788796" y="2278200"/>
                  </a:lnTo>
                  <a:lnTo>
                    <a:pt x="789651" y="2278200"/>
                  </a:lnTo>
                  <a:lnTo>
                    <a:pt x="790507" y="2243922"/>
                  </a:lnTo>
                  <a:lnTo>
                    <a:pt x="791362" y="2262133"/>
                  </a:lnTo>
                  <a:lnTo>
                    <a:pt x="792218" y="2248794"/>
                  </a:lnTo>
                  <a:lnTo>
                    <a:pt x="793073" y="2169671"/>
                  </a:lnTo>
                  <a:lnTo>
                    <a:pt x="793929" y="2150145"/>
                  </a:lnTo>
                  <a:lnTo>
                    <a:pt x="794784" y="2131551"/>
                  </a:lnTo>
                  <a:lnTo>
                    <a:pt x="795640" y="2117794"/>
                  </a:lnTo>
                  <a:lnTo>
                    <a:pt x="796495" y="2156939"/>
                  </a:lnTo>
                  <a:lnTo>
                    <a:pt x="797351" y="2149206"/>
                  </a:lnTo>
                  <a:lnTo>
                    <a:pt x="798206" y="2158268"/>
                  </a:lnTo>
                  <a:lnTo>
                    <a:pt x="799062" y="2072731"/>
                  </a:lnTo>
                  <a:lnTo>
                    <a:pt x="799917" y="2029041"/>
                  </a:lnTo>
                  <a:lnTo>
                    <a:pt x="800773" y="2023430"/>
                  </a:lnTo>
                  <a:lnTo>
                    <a:pt x="801628" y="2025984"/>
                  </a:lnTo>
                  <a:lnTo>
                    <a:pt x="802484" y="2065326"/>
                  </a:lnTo>
                  <a:lnTo>
                    <a:pt x="803340" y="2068239"/>
                  </a:lnTo>
                  <a:lnTo>
                    <a:pt x="804195" y="2161931"/>
                  </a:lnTo>
                  <a:lnTo>
                    <a:pt x="805051" y="2191782"/>
                  </a:lnTo>
                  <a:lnTo>
                    <a:pt x="805906" y="2189749"/>
                  </a:lnTo>
                  <a:lnTo>
                    <a:pt x="806762" y="2214405"/>
                  </a:lnTo>
                  <a:lnTo>
                    <a:pt x="807617" y="2224873"/>
                  </a:lnTo>
                  <a:lnTo>
                    <a:pt x="808473" y="2231819"/>
                  </a:lnTo>
                  <a:lnTo>
                    <a:pt x="809328" y="2244762"/>
                  </a:lnTo>
                  <a:lnTo>
                    <a:pt x="810184" y="2242880"/>
                  </a:lnTo>
                  <a:lnTo>
                    <a:pt x="811039" y="2262867"/>
                  </a:lnTo>
                  <a:lnTo>
                    <a:pt x="811895" y="2270825"/>
                  </a:lnTo>
                  <a:lnTo>
                    <a:pt x="812750" y="2275924"/>
                  </a:lnTo>
                  <a:lnTo>
                    <a:pt x="813606" y="2273215"/>
                  </a:lnTo>
                  <a:lnTo>
                    <a:pt x="814461" y="2276613"/>
                  </a:lnTo>
                  <a:lnTo>
                    <a:pt x="815317" y="2278200"/>
                  </a:lnTo>
                  <a:lnTo>
                    <a:pt x="816172" y="2276180"/>
                  </a:lnTo>
                  <a:lnTo>
                    <a:pt x="817028" y="2278200"/>
                  </a:lnTo>
                  <a:lnTo>
                    <a:pt x="817884" y="2275671"/>
                  </a:lnTo>
                  <a:lnTo>
                    <a:pt x="818739" y="2275724"/>
                  </a:lnTo>
                  <a:lnTo>
                    <a:pt x="819595" y="2266758"/>
                  </a:lnTo>
                  <a:lnTo>
                    <a:pt x="820450" y="2243727"/>
                  </a:lnTo>
                  <a:lnTo>
                    <a:pt x="821306" y="2235921"/>
                  </a:lnTo>
                  <a:lnTo>
                    <a:pt x="822161" y="2273274"/>
                  </a:lnTo>
                  <a:lnTo>
                    <a:pt x="823017" y="2270404"/>
                  </a:lnTo>
                  <a:lnTo>
                    <a:pt x="823872" y="2261845"/>
                  </a:lnTo>
                  <a:lnTo>
                    <a:pt x="824728" y="2193762"/>
                  </a:lnTo>
                  <a:lnTo>
                    <a:pt x="825583" y="2189059"/>
                  </a:lnTo>
                  <a:lnTo>
                    <a:pt x="826439" y="2195904"/>
                  </a:lnTo>
                  <a:lnTo>
                    <a:pt x="827294" y="2190686"/>
                  </a:lnTo>
                  <a:lnTo>
                    <a:pt x="828150" y="2204294"/>
                  </a:lnTo>
                  <a:lnTo>
                    <a:pt x="829005" y="2247876"/>
                  </a:lnTo>
                  <a:lnTo>
                    <a:pt x="829861" y="2245742"/>
                  </a:lnTo>
                  <a:lnTo>
                    <a:pt x="830716" y="2257430"/>
                  </a:lnTo>
                  <a:lnTo>
                    <a:pt x="831572" y="2253063"/>
                  </a:lnTo>
                  <a:lnTo>
                    <a:pt x="832427" y="2267219"/>
                  </a:lnTo>
                  <a:lnTo>
                    <a:pt x="833283" y="2275875"/>
                  </a:lnTo>
                  <a:lnTo>
                    <a:pt x="834139" y="2257981"/>
                  </a:lnTo>
                  <a:lnTo>
                    <a:pt x="834994" y="2267677"/>
                  </a:lnTo>
                  <a:lnTo>
                    <a:pt x="835850" y="2271114"/>
                  </a:lnTo>
                  <a:lnTo>
                    <a:pt x="836705" y="2273846"/>
                  </a:lnTo>
                  <a:lnTo>
                    <a:pt x="837561" y="2276654"/>
                  </a:lnTo>
                  <a:lnTo>
                    <a:pt x="838416" y="2272182"/>
                  </a:lnTo>
                  <a:lnTo>
                    <a:pt x="839272" y="2252844"/>
                  </a:lnTo>
                  <a:lnTo>
                    <a:pt x="840127" y="2252047"/>
                  </a:lnTo>
                  <a:lnTo>
                    <a:pt x="840983" y="2264022"/>
                  </a:lnTo>
                  <a:lnTo>
                    <a:pt x="841838" y="2255210"/>
                  </a:lnTo>
                  <a:lnTo>
                    <a:pt x="842694" y="2241135"/>
                  </a:lnTo>
                  <a:lnTo>
                    <a:pt x="843549" y="2229712"/>
                  </a:lnTo>
                  <a:lnTo>
                    <a:pt x="844405" y="2207480"/>
                  </a:lnTo>
                  <a:lnTo>
                    <a:pt x="845260" y="2224286"/>
                  </a:lnTo>
                  <a:lnTo>
                    <a:pt x="846116" y="2092228"/>
                  </a:lnTo>
                  <a:lnTo>
                    <a:pt x="846971" y="2094099"/>
                  </a:lnTo>
                  <a:lnTo>
                    <a:pt x="847827" y="2118553"/>
                  </a:lnTo>
                  <a:lnTo>
                    <a:pt x="848682" y="2123175"/>
                  </a:lnTo>
                  <a:lnTo>
                    <a:pt x="849538" y="2138130"/>
                  </a:lnTo>
                  <a:lnTo>
                    <a:pt x="850394" y="2157419"/>
                  </a:lnTo>
                  <a:lnTo>
                    <a:pt x="851249" y="2184258"/>
                  </a:lnTo>
                  <a:lnTo>
                    <a:pt x="852105" y="2242090"/>
                  </a:lnTo>
                  <a:lnTo>
                    <a:pt x="852960" y="2198804"/>
                  </a:lnTo>
                  <a:lnTo>
                    <a:pt x="853816" y="2222837"/>
                  </a:lnTo>
                  <a:lnTo>
                    <a:pt x="854671" y="2221168"/>
                  </a:lnTo>
                  <a:lnTo>
                    <a:pt x="855527" y="2225498"/>
                  </a:lnTo>
                  <a:lnTo>
                    <a:pt x="856382" y="2264003"/>
                  </a:lnTo>
                  <a:lnTo>
                    <a:pt x="857238" y="2226778"/>
                  </a:lnTo>
                  <a:lnTo>
                    <a:pt x="858093" y="2243182"/>
                  </a:lnTo>
                  <a:lnTo>
                    <a:pt x="858949" y="2204354"/>
                  </a:lnTo>
                  <a:lnTo>
                    <a:pt x="859804" y="2148506"/>
                  </a:lnTo>
                  <a:lnTo>
                    <a:pt x="860660" y="2148301"/>
                  </a:lnTo>
                  <a:lnTo>
                    <a:pt x="861515" y="2179929"/>
                  </a:lnTo>
                  <a:lnTo>
                    <a:pt x="862371" y="2259256"/>
                  </a:lnTo>
                  <a:lnTo>
                    <a:pt x="863226" y="2209726"/>
                  </a:lnTo>
                  <a:lnTo>
                    <a:pt x="864082" y="2220001"/>
                  </a:lnTo>
                  <a:lnTo>
                    <a:pt x="864938" y="2278200"/>
                  </a:lnTo>
                  <a:lnTo>
                    <a:pt x="865793" y="2273251"/>
                  </a:lnTo>
                  <a:lnTo>
                    <a:pt x="866649" y="2267883"/>
                  </a:lnTo>
                  <a:lnTo>
                    <a:pt x="867504" y="2242529"/>
                  </a:lnTo>
                  <a:lnTo>
                    <a:pt x="868360" y="2241239"/>
                  </a:lnTo>
                  <a:lnTo>
                    <a:pt x="869215" y="2278200"/>
                  </a:lnTo>
                  <a:lnTo>
                    <a:pt x="870071" y="2265007"/>
                  </a:lnTo>
                  <a:lnTo>
                    <a:pt x="870926" y="2264931"/>
                  </a:lnTo>
                  <a:lnTo>
                    <a:pt x="871782" y="2214297"/>
                  </a:lnTo>
                  <a:lnTo>
                    <a:pt x="872637" y="2240740"/>
                  </a:lnTo>
                  <a:lnTo>
                    <a:pt x="873493" y="2239400"/>
                  </a:lnTo>
                  <a:lnTo>
                    <a:pt x="874348" y="2234404"/>
                  </a:lnTo>
                  <a:lnTo>
                    <a:pt x="875204" y="2237862"/>
                  </a:lnTo>
                  <a:lnTo>
                    <a:pt x="876059" y="2224972"/>
                  </a:lnTo>
                  <a:lnTo>
                    <a:pt x="876915" y="2232038"/>
                  </a:lnTo>
                  <a:lnTo>
                    <a:pt x="877770" y="2214495"/>
                  </a:lnTo>
                  <a:lnTo>
                    <a:pt x="878626" y="2147346"/>
                  </a:lnTo>
                  <a:lnTo>
                    <a:pt x="879481" y="2121843"/>
                  </a:lnTo>
                  <a:lnTo>
                    <a:pt x="880337" y="2058745"/>
                  </a:lnTo>
                  <a:lnTo>
                    <a:pt x="881193" y="2039647"/>
                  </a:lnTo>
                  <a:lnTo>
                    <a:pt x="882048" y="2028263"/>
                  </a:lnTo>
                  <a:lnTo>
                    <a:pt x="882904" y="2058583"/>
                  </a:lnTo>
                  <a:lnTo>
                    <a:pt x="883759" y="2168718"/>
                  </a:lnTo>
                  <a:lnTo>
                    <a:pt x="884615" y="1983230"/>
                  </a:lnTo>
                  <a:lnTo>
                    <a:pt x="885470" y="1950582"/>
                  </a:lnTo>
                  <a:lnTo>
                    <a:pt x="886326" y="2023988"/>
                  </a:lnTo>
                  <a:lnTo>
                    <a:pt x="887181" y="2143159"/>
                  </a:lnTo>
                  <a:lnTo>
                    <a:pt x="888037" y="2184313"/>
                  </a:lnTo>
                  <a:lnTo>
                    <a:pt x="888892" y="2119243"/>
                  </a:lnTo>
                  <a:lnTo>
                    <a:pt x="889748" y="2132647"/>
                  </a:lnTo>
                  <a:lnTo>
                    <a:pt x="890603" y="2175767"/>
                  </a:lnTo>
                  <a:lnTo>
                    <a:pt x="891459" y="2193859"/>
                  </a:lnTo>
                  <a:lnTo>
                    <a:pt x="892314" y="2189394"/>
                  </a:lnTo>
                  <a:lnTo>
                    <a:pt x="893170" y="2199498"/>
                  </a:lnTo>
                  <a:lnTo>
                    <a:pt x="894025" y="2195388"/>
                  </a:lnTo>
                  <a:lnTo>
                    <a:pt x="894881" y="2197073"/>
                  </a:lnTo>
                  <a:lnTo>
                    <a:pt x="895736" y="2158177"/>
                  </a:lnTo>
                  <a:lnTo>
                    <a:pt x="896592" y="2128754"/>
                  </a:lnTo>
                  <a:lnTo>
                    <a:pt x="897448" y="2151611"/>
                  </a:lnTo>
                  <a:lnTo>
                    <a:pt x="898303" y="2105063"/>
                  </a:lnTo>
                  <a:lnTo>
                    <a:pt x="899159" y="2086539"/>
                  </a:lnTo>
                  <a:lnTo>
                    <a:pt x="900014" y="1997221"/>
                  </a:lnTo>
                  <a:lnTo>
                    <a:pt x="900870" y="1978859"/>
                  </a:lnTo>
                  <a:lnTo>
                    <a:pt x="901725" y="2074561"/>
                  </a:lnTo>
                  <a:lnTo>
                    <a:pt x="902581" y="2002658"/>
                  </a:lnTo>
                  <a:lnTo>
                    <a:pt x="903436" y="1967760"/>
                  </a:lnTo>
                  <a:lnTo>
                    <a:pt x="904292" y="1990455"/>
                  </a:lnTo>
                  <a:lnTo>
                    <a:pt x="905147" y="1938312"/>
                  </a:lnTo>
                  <a:lnTo>
                    <a:pt x="906003" y="2068595"/>
                  </a:lnTo>
                  <a:lnTo>
                    <a:pt x="906858" y="2070091"/>
                  </a:lnTo>
                  <a:lnTo>
                    <a:pt x="907714" y="2044527"/>
                  </a:lnTo>
                  <a:lnTo>
                    <a:pt x="908569" y="1932810"/>
                  </a:lnTo>
                  <a:lnTo>
                    <a:pt x="909425" y="1911849"/>
                  </a:lnTo>
                  <a:lnTo>
                    <a:pt x="910280" y="1987470"/>
                  </a:lnTo>
                  <a:lnTo>
                    <a:pt x="911136" y="1969359"/>
                  </a:lnTo>
                  <a:lnTo>
                    <a:pt x="911991" y="1939412"/>
                  </a:lnTo>
                  <a:lnTo>
                    <a:pt x="912847" y="2039809"/>
                  </a:lnTo>
                  <a:lnTo>
                    <a:pt x="913703" y="2151614"/>
                  </a:lnTo>
                  <a:lnTo>
                    <a:pt x="914558" y="2147112"/>
                  </a:lnTo>
                  <a:lnTo>
                    <a:pt x="915414" y="2150404"/>
                  </a:lnTo>
                  <a:lnTo>
                    <a:pt x="916269" y="2104245"/>
                  </a:lnTo>
                  <a:lnTo>
                    <a:pt x="917125" y="2110294"/>
                  </a:lnTo>
                  <a:lnTo>
                    <a:pt x="917980" y="2082261"/>
                  </a:lnTo>
                  <a:lnTo>
                    <a:pt x="918836" y="2039800"/>
                  </a:lnTo>
                  <a:lnTo>
                    <a:pt x="919691" y="2010548"/>
                  </a:lnTo>
                  <a:lnTo>
                    <a:pt x="920547" y="2097071"/>
                  </a:lnTo>
                  <a:lnTo>
                    <a:pt x="921402" y="2118957"/>
                  </a:lnTo>
                  <a:lnTo>
                    <a:pt x="922258" y="2134535"/>
                  </a:lnTo>
                  <a:lnTo>
                    <a:pt x="923113" y="2098185"/>
                  </a:lnTo>
                  <a:lnTo>
                    <a:pt x="923969" y="2082193"/>
                  </a:lnTo>
                  <a:lnTo>
                    <a:pt x="924824" y="2035186"/>
                  </a:lnTo>
                  <a:lnTo>
                    <a:pt x="925680" y="1918851"/>
                  </a:lnTo>
                  <a:lnTo>
                    <a:pt x="926535" y="1981655"/>
                  </a:lnTo>
                  <a:lnTo>
                    <a:pt x="927391" y="1964101"/>
                  </a:lnTo>
                  <a:lnTo>
                    <a:pt x="928247" y="1892583"/>
                  </a:lnTo>
                  <a:lnTo>
                    <a:pt x="929102" y="1992726"/>
                  </a:lnTo>
                  <a:lnTo>
                    <a:pt x="929958" y="2051902"/>
                  </a:lnTo>
                  <a:lnTo>
                    <a:pt x="930813" y="2158275"/>
                  </a:lnTo>
                  <a:lnTo>
                    <a:pt x="931669" y="2038194"/>
                  </a:lnTo>
                  <a:lnTo>
                    <a:pt x="932524" y="2021439"/>
                  </a:lnTo>
                  <a:lnTo>
                    <a:pt x="933380" y="2055201"/>
                  </a:lnTo>
                  <a:lnTo>
                    <a:pt x="934235" y="2075681"/>
                  </a:lnTo>
                  <a:lnTo>
                    <a:pt x="935091" y="2183941"/>
                  </a:lnTo>
                  <a:lnTo>
                    <a:pt x="935946" y="2185267"/>
                  </a:lnTo>
                  <a:lnTo>
                    <a:pt x="936802" y="2190545"/>
                  </a:lnTo>
                  <a:lnTo>
                    <a:pt x="937657" y="2203814"/>
                  </a:lnTo>
                  <a:lnTo>
                    <a:pt x="938513" y="2166387"/>
                  </a:lnTo>
                  <a:lnTo>
                    <a:pt x="939368" y="2205161"/>
                  </a:lnTo>
                  <a:lnTo>
                    <a:pt x="940224" y="2207930"/>
                  </a:lnTo>
                  <a:lnTo>
                    <a:pt x="941079" y="2191195"/>
                  </a:lnTo>
                  <a:lnTo>
                    <a:pt x="941935" y="2133198"/>
                  </a:lnTo>
                  <a:lnTo>
                    <a:pt x="942790" y="2135391"/>
                  </a:lnTo>
                  <a:lnTo>
                    <a:pt x="943646" y="2203574"/>
                  </a:lnTo>
                  <a:lnTo>
                    <a:pt x="944502" y="2202823"/>
                  </a:lnTo>
                  <a:lnTo>
                    <a:pt x="945357" y="2221356"/>
                  </a:lnTo>
                  <a:lnTo>
                    <a:pt x="946213" y="2213102"/>
                  </a:lnTo>
                  <a:lnTo>
                    <a:pt x="947068" y="2234952"/>
                  </a:lnTo>
                  <a:lnTo>
                    <a:pt x="947924" y="2215890"/>
                  </a:lnTo>
                  <a:lnTo>
                    <a:pt x="948779" y="2241045"/>
                  </a:lnTo>
                  <a:lnTo>
                    <a:pt x="949635" y="2227625"/>
                  </a:lnTo>
                  <a:lnTo>
                    <a:pt x="950490" y="2213281"/>
                  </a:lnTo>
                  <a:lnTo>
                    <a:pt x="951346" y="2239337"/>
                  </a:lnTo>
                  <a:lnTo>
                    <a:pt x="952201" y="2233074"/>
                  </a:lnTo>
                  <a:lnTo>
                    <a:pt x="953057" y="2233933"/>
                  </a:lnTo>
                  <a:lnTo>
                    <a:pt x="953912" y="2229287"/>
                  </a:lnTo>
                  <a:lnTo>
                    <a:pt x="954768" y="2211312"/>
                  </a:lnTo>
                  <a:lnTo>
                    <a:pt x="955623" y="2215377"/>
                  </a:lnTo>
                  <a:lnTo>
                    <a:pt x="956479" y="2182864"/>
                  </a:lnTo>
                  <a:lnTo>
                    <a:pt x="957334" y="2170705"/>
                  </a:lnTo>
                  <a:lnTo>
                    <a:pt x="958190" y="2137545"/>
                  </a:lnTo>
                  <a:lnTo>
                    <a:pt x="959045" y="2111438"/>
                  </a:lnTo>
                  <a:lnTo>
                    <a:pt x="959901" y="2069856"/>
                  </a:lnTo>
                  <a:lnTo>
                    <a:pt x="960757" y="1964801"/>
                  </a:lnTo>
                  <a:lnTo>
                    <a:pt x="961612" y="1941096"/>
                  </a:lnTo>
                  <a:lnTo>
                    <a:pt x="962468" y="1949213"/>
                  </a:lnTo>
                  <a:lnTo>
                    <a:pt x="963323" y="2034913"/>
                  </a:lnTo>
                  <a:lnTo>
                    <a:pt x="964179" y="2019877"/>
                  </a:lnTo>
                  <a:lnTo>
                    <a:pt x="965034" y="1984514"/>
                  </a:lnTo>
                  <a:lnTo>
                    <a:pt x="965890" y="1984547"/>
                  </a:lnTo>
                  <a:lnTo>
                    <a:pt x="966745" y="2063228"/>
                  </a:lnTo>
                  <a:lnTo>
                    <a:pt x="967601" y="2089869"/>
                  </a:lnTo>
                  <a:lnTo>
                    <a:pt x="968456" y="2078210"/>
                  </a:lnTo>
                  <a:lnTo>
                    <a:pt x="969312" y="2045009"/>
                  </a:lnTo>
                  <a:lnTo>
                    <a:pt x="970167" y="2090099"/>
                  </a:lnTo>
                  <a:lnTo>
                    <a:pt x="971023" y="2152848"/>
                  </a:lnTo>
                  <a:lnTo>
                    <a:pt x="971878" y="2125100"/>
                  </a:lnTo>
                  <a:lnTo>
                    <a:pt x="972734" y="2120804"/>
                  </a:lnTo>
                  <a:lnTo>
                    <a:pt x="973589" y="2051431"/>
                  </a:lnTo>
                  <a:lnTo>
                    <a:pt x="974445" y="2053169"/>
                  </a:lnTo>
                  <a:lnTo>
                    <a:pt x="975301" y="2058420"/>
                  </a:lnTo>
                  <a:lnTo>
                    <a:pt x="976156" y="2050986"/>
                  </a:lnTo>
                  <a:lnTo>
                    <a:pt x="977012" y="2021809"/>
                  </a:lnTo>
                  <a:lnTo>
                    <a:pt x="977867" y="1986124"/>
                  </a:lnTo>
                  <a:lnTo>
                    <a:pt x="978723" y="1985053"/>
                  </a:lnTo>
                  <a:lnTo>
                    <a:pt x="979578" y="1993854"/>
                  </a:lnTo>
                  <a:lnTo>
                    <a:pt x="980434" y="1902388"/>
                  </a:lnTo>
                  <a:lnTo>
                    <a:pt x="981289" y="1968543"/>
                  </a:lnTo>
                  <a:lnTo>
                    <a:pt x="982145" y="2105306"/>
                  </a:lnTo>
                  <a:lnTo>
                    <a:pt x="983000" y="2082036"/>
                  </a:lnTo>
                  <a:lnTo>
                    <a:pt x="983856" y="2122130"/>
                  </a:lnTo>
                  <a:lnTo>
                    <a:pt x="984711" y="2114187"/>
                  </a:lnTo>
                  <a:lnTo>
                    <a:pt x="985567" y="2136466"/>
                  </a:lnTo>
                  <a:lnTo>
                    <a:pt x="986422" y="2149113"/>
                  </a:lnTo>
                  <a:lnTo>
                    <a:pt x="987278" y="2130813"/>
                  </a:lnTo>
                  <a:lnTo>
                    <a:pt x="988133" y="1987979"/>
                  </a:lnTo>
                  <a:lnTo>
                    <a:pt x="988989" y="2006884"/>
                  </a:lnTo>
                  <a:lnTo>
                    <a:pt x="989844" y="2160048"/>
                  </a:lnTo>
                  <a:lnTo>
                    <a:pt x="990700" y="2137161"/>
                  </a:lnTo>
                  <a:lnTo>
                    <a:pt x="991556" y="2079260"/>
                  </a:lnTo>
                  <a:lnTo>
                    <a:pt x="992411" y="2075955"/>
                  </a:lnTo>
                  <a:lnTo>
                    <a:pt x="993267" y="2109972"/>
                  </a:lnTo>
                  <a:lnTo>
                    <a:pt x="994122" y="2130335"/>
                  </a:lnTo>
                  <a:lnTo>
                    <a:pt x="994978" y="2104645"/>
                  </a:lnTo>
                  <a:lnTo>
                    <a:pt x="995833" y="2012167"/>
                  </a:lnTo>
                  <a:lnTo>
                    <a:pt x="996689" y="1972579"/>
                  </a:lnTo>
                  <a:lnTo>
                    <a:pt x="997544" y="2022418"/>
                  </a:lnTo>
                  <a:lnTo>
                    <a:pt x="998400" y="2010103"/>
                  </a:lnTo>
                  <a:lnTo>
                    <a:pt x="999255" y="1901641"/>
                  </a:lnTo>
                  <a:lnTo>
                    <a:pt x="1000111" y="1901808"/>
                  </a:lnTo>
                  <a:lnTo>
                    <a:pt x="1000966" y="1911269"/>
                  </a:lnTo>
                  <a:lnTo>
                    <a:pt x="1001822" y="1943129"/>
                  </a:lnTo>
                  <a:lnTo>
                    <a:pt x="1002677" y="1838568"/>
                  </a:lnTo>
                  <a:lnTo>
                    <a:pt x="1003533" y="1787845"/>
                  </a:lnTo>
                  <a:lnTo>
                    <a:pt x="1004388" y="1883439"/>
                  </a:lnTo>
                  <a:lnTo>
                    <a:pt x="1005244" y="1971901"/>
                  </a:lnTo>
                  <a:lnTo>
                    <a:pt x="1006099" y="2023246"/>
                  </a:lnTo>
                  <a:lnTo>
                    <a:pt x="1006955" y="2039585"/>
                  </a:lnTo>
                  <a:lnTo>
                    <a:pt x="1007811" y="1990188"/>
                  </a:lnTo>
                  <a:lnTo>
                    <a:pt x="1008666" y="1940637"/>
                  </a:lnTo>
                  <a:lnTo>
                    <a:pt x="1009522" y="1911050"/>
                  </a:lnTo>
                  <a:lnTo>
                    <a:pt x="1010377" y="1951882"/>
                  </a:lnTo>
                  <a:lnTo>
                    <a:pt x="1011233" y="1901009"/>
                  </a:lnTo>
                  <a:lnTo>
                    <a:pt x="1012088" y="1934341"/>
                  </a:lnTo>
                  <a:lnTo>
                    <a:pt x="1012944" y="1977787"/>
                  </a:lnTo>
                  <a:lnTo>
                    <a:pt x="1013799" y="2023241"/>
                  </a:lnTo>
                  <a:lnTo>
                    <a:pt x="1014655" y="2088678"/>
                  </a:lnTo>
                  <a:lnTo>
                    <a:pt x="1015510" y="2129792"/>
                  </a:lnTo>
                  <a:lnTo>
                    <a:pt x="1016366" y="2132612"/>
                  </a:lnTo>
                  <a:lnTo>
                    <a:pt x="1017221" y="2155808"/>
                  </a:lnTo>
                  <a:lnTo>
                    <a:pt x="1018077" y="2157846"/>
                  </a:lnTo>
                  <a:lnTo>
                    <a:pt x="1018932" y="2099294"/>
                  </a:lnTo>
                  <a:lnTo>
                    <a:pt x="1019788" y="2085291"/>
                  </a:lnTo>
                  <a:lnTo>
                    <a:pt x="1020643" y="2089464"/>
                  </a:lnTo>
                  <a:lnTo>
                    <a:pt x="1021499" y="2135742"/>
                  </a:lnTo>
                  <a:lnTo>
                    <a:pt x="1022355" y="2133270"/>
                  </a:lnTo>
                  <a:lnTo>
                    <a:pt x="1023210" y="2074939"/>
                  </a:lnTo>
                  <a:lnTo>
                    <a:pt x="1024066" y="2127743"/>
                  </a:lnTo>
                  <a:lnTo>
                    <a:pt x="1024921" y="2034925"/>
                  </a:lnTo>
                  <a:lnTo>
                    <a:pt x="1025777" y="1970462"/>
                  </a:lnTo>
                  <a:lnTo>
                    <a:pt x="1026632" y="1940490"/>
                  </a:lnTo>
                  <a:lnTo>
                    <a:pt x="1027488" y="1954496"/>
                  </a:lnTo>
                  <a:lnTo>
                    <a:pt x="1028343" y="2040225"/>
                  </a:lnTo>
                  <a:lnTo>
                    <a:pt x="1029199" y="2133811"/>
                  </a:lnTo>
                  <a:lnTo>
                    <a:pt x="1030054" y="2119499"/>
                  </a:lnTo>
                  <a:lnTo>
                    <a:pt x="1030910" y="2135019"/>
                  </a:lnTo>
                  <a:lnTo>
                    <a:pt x="1031765" y="2118978"/>
                  </a:lnTo>
                  <a:lnTo>
                    <a:pt x="1032621" y="2108396"/>
                  </a:lnTo>
                  <a:lnTo>
                    <a:pt x="1033476" y="2107686"/>
                  </a:lnTo>
                  <a:lnTo>
                    <a:pt x="1034332" y="2118068"/>
                  </a:lnTo>
                  <a:lnTo>
                    <a:pt x="1035187" y="2122082"/>
                  </a:lnTo>
                  <a:lnTo>
                    <a:pt x="1036043" y="2097347"/>
                  </a:lnTo>
                  <a:lnTo>
                    <a:pt x="1036898" y="2107590"/>
                  </a:lnTo>
                  <a:lnTo>
                    <a:pt x="1037754" y="2033780"/>
                  </a:lnTo>
                  <a:lnTo>
                    <a:pt x="1038610" y="1933079"/>
                  </a:lnTo>
                  <a:lnTo>
                    <a:pt x="1039465" y="1895010"/>
                  </a:lnTo>
                  <a:lnTo>
                    <a:pt x="1040321" y="1816533"/>
                  </a:lnTo>
                  <a:lnTo>
                    <a:pt x="1041176" y="1856666"/>
                  </a:lnTo>
                  <a:lnTo>
                    <a:pt x="1042032" y="1900186"/>
                  </a:lnTo>
                  <a:lnTo>
                    <a:pt x="1042887" y="1909714"/>
                  </a:lnTo>
                  <a:lnTo>
                    <a:pt x="1043743" y="1943580"/>
                  </a:lnTo>
                  <a:lnTo>
                    <a:pt x="1044598" y="1904193"/>
                  </a:lnTo>
                  <a:lnTo>
                    <a:pt x="1045454" y="2071757"/>
                  </a:lnTo>
                  <a:lnTo>
                    <a:pt x="1046309" y="2019418"/>
                  </a:lnTo>
                  <a:lnTo>
                    <a:pt x="1047165" y="1964715"/>
                  </a:lnTo>
                  <a:lnTo>
                    <a:pt x="1048020" y="1985265"/>
                  </a:lnTo>
                  <a:lnTo>
                    <a:pt x="1048876" y="2036158"/>
                  </a:lnTo>
                  <a:lnTo>
                    <a:pt x="1049731" y="2078675"/>
                  </a:lnTo>
                  <a:lnTo>
                    <a:pt x="1050587" y="2090108"/>
                  </a:lnTo>
                  <a:lnTo>
                    <a:pt x="1051442" y="2082974"/>
                  </a:lnTo>
                  <a:lnTo>
                    <a:pt x="1052298" y="2083907"/>
                  </a:lnTo>
                  <a:lnTo>
                    <a:pt x="1053153" y="2050630"/>
                  </a:lnTo>
                  <a:lnTo>
                    <a:pt x="1054009" y="2103768"/>
                  </a:lnTo>
                  <a:lnTo>
                    <a:pt x="1054865" y="2122063"/>
                  </a:lnTo>
                  <a:lnTo>
                    <a:pt x="1055720" y="2140074"/>
                  </a:lnTo>
                  <a:lnTo>
                    <a:pt x="1056576" y="2146551"/>
                  </a:lnTo>
                  <a:lnTo>
                    <a:pt x="1057431" y="2094636"/>
                  </a:lnTo>
                  <a:lnTo>
                    <a:pt x="1058287" y="2069846"/>
                  </a:lnTo>
                  <a:lnTo>
                    <a:pt x="1059142" y="2102497"/>
                  </a:lnTo>
                  <a:lnTo>
                    <a:pt x="1059998" y="2096272"/>
                  </a:lnTo>
                  <a:lnTo>
                    <a:pt x="1060853" y="2001677"/>
                  </a:lnTo>
                  <a:lnTo>
                    <a:pt x="1061709" y="1982736"/>
                  </a:lnTo>
                  <a:lnTo>
                    <a:pt x="1062564" y="1958732"/>
                  </a:lnTo>
                  <a:lnTo>
                    <a:pt x="1063420" y="2067754"/>
                  </a:lnTo>
                  <a:lnTo>
                    <a:pt x="1064275" y="1956782"/>
                  </a:lnTo>
                  <a:lnTo>
                    <a:pt x="1065131" y="1896271"/>
                  </a:lnTo>
                  <a:lnTo>
                    <a:pt x="1065986" y="1805676"/>
                  </a:lnTo>
                  <a:lnTo>
                    <a:pt x="1066842" y="1853939"/>
                  </a:lnTo>
                  <a:lnTo>
                    <a:pt x="1067697" y="1887182"/>
                  </a:lnTo>
                  <a:lnTo>
                    <a:pt x="1068553" y="1812595"/>
                  </a:lnTo>
                  <a:lnTo>
                    <a:pt x="1069409" y="1913658"/>
                  </a:lnTo>
                  <a:lnTo>
                    <a:pt x="1070264" y="1976556"/>
                  </a:lnTo>
                  <a:lnTo>
                    <a:pt x="1071120" y="2038731"/>
                  </a:lnTo>
                  <a:lnTo>
                    <a:pt x="1071975" y="2095917"/>
                  </a:lnTo>
                  <a:lnTo>
                    <a:pt x="1072831" y="2060537"/>
                  </a:lnTo>
                  <a:lnTo>
                    <a:pt x="1073686" y="2078030"/>
                  </a:lnTo>
                  <a:lnTo>
                    <a:pt x="1074542" y="2080233"/>
                  </a:lnTo>
                  <a:lnTo>
                    <a:pt x="1075397" y="2115682"/>
                  </a:lnTo>
                  <a:lnTo>
                    <a:pt x="1076253" y="2084413"/>
                  </a:lnTo>
                  <a:lnTo>
                    <a:pt x="1077108" y="2015098"/>
                  </a:lnTo>
                  <a:lnTo>
                    <a:pt x="1077964" y="1959111"/>
                  </a:lnTo>
                  <a:lnTo>
                    <a:pt x="1078819" y="2091418"/>
                  </a:lnTo>
                  <a:lnTo>
                    <a:pt x="1079675" y="2109812"/>
                  </a:lnTo>
                  <a:lnTo>
                    <a:pt x="1080530" y="2086218"/>
                  </a:lnTo>
                  <a:lnTo>
                    <a:pt x="1081386" y="2008471"/>
                  </a:lnTo>
                  <a:lnTo>
                    <a:pt x="1082241" y="2040697"/>
                  </a:lnTo>
                  <a:lnTo>
                    <a:pt x="1083097" y="1969903"/>
                  </a:lnTo>
                  <a:lnTo>
                    <a:pt x="1083952" y="1928768"/>
                  </a:lnTo>
                  <a:lnTo>
                    <a:pt x="1084808" y="1905240"/>
                  </a:lnTo>
                  <a:lnTo>
                    <a:pt x="1085664" y="2013810"/>
                  </a:lnTo>
                  <a:lnTo>
                    <a:pt x="1086519" y="2064133"/>
                  </a:lnTo>
                  <a:lnTo>
                    <a:pt x="1087375" y="2073690"/>
                  </a:lnTo>
                  <a:lnTo>
                    <a:pt x="1088230" y="2106695"/>
                  </a:lnTo>
                  <a:lnTo>
                    <a:pt x="1089086" y="2055090"/>
                  </a:lnTo>
                  <a:lnTo>
                    <a:pt x="1089941" y="2068000"/>
                  </a:lnTo>
                  <a:lnTo>
                    <a:pt x="1090797" y="2078615"/>
                  </a:lnTo>
                  <a:lnTo>
                    <a:pt x="1091652" y="2090029"/>
                  </a:lnTo>
                  <a:lnTo>
                    <a:pt x="1092508" y="2046451"/>
                  </a:lnTo>
                  <a:lnTo>
                    <a:pt x="1093363" y="2128896"/>
                  </a:lnTo>
                  <a:lnTo>
                    <a:pt x="1094219" y="2146770"/>
                  </a:lnTo>
                  <a:lnTo>
                    <a:pt x="1095074" y="2157193"/>
                  </a:lnTo>
                  <a:lnTo>
                    <a:pt x="1095930" y="2184276"/>
                  </a:lnTo>
                  <a:lnTo>
                    <a:pt x="1096785" y="2173363"/>
                  </a:lnTo>
                  <a:lnTo>
                    <a:pt x="1097641" y="2039432"/>
                  </a:lnTo>
                  <a:lnTo>
                    <a:pt x="1098496" y="2082858"/>
                  </a:lnTo>
                  <a:lnTo>
                    <a:pt x="1099352" y="2171563"/>
                  </a:lnTo>
                  <a:lnTo>
                    <a:pt x="1100207" y="2211714"/>
                  </a:lnTo>
                  <a:lnTo>
                    <a:pt x="1101063" y="2176006"/>
                  </a:lnTo>
                  <a:lnTo>
                    <a:pt x="1101919" y="2190801"/>
                  </a:lnTo>
                  <a:lnTo>
                    <a:pt x="1102774" y="2211404"/>
                  </a:lnTo>
                  <a:lnTo>
                    <a:pt x="1103630" y="2195058"/>
                  </a:lnTo>
                  <a:lnTo>
                    <a:pt x="1104485" y="2207511"/>
                  </a:lnTo>
                  <a:lnTo>
                    <a:pt x="1105341" y="2145163"/>
                  </a:lnTo>
                  <a:lnTo>
                    <a:pt x="1106196" y="2166404"/>
                  </a:lnTo>
                  <a:lnTo>
                    <a:pt x="1107052" y="2211541"/>
                  </a:lnTo>
                  <a:lnTo>
                    <a:pt x="1107907" y="2217763"/>
                  </a:lnTo>
                  <a:lnTo>
                    <a:pt x="1108763" y="2229129"/>
                  </a:lnTo>
                  <a:lnTo>
                    <a:pt x="1109618" y="2241047"/>
                  </a:lnTo>
                  <a:lnTo>
                    <a:pt x="1110474" y="2237889"/>
                  </a:lnTo>
                  <a:lnTo>
                    <a:pt x="1111329" y="2243146"/>
                  </a:lnTo>
                  <a:lnTo>
                    <a:pt x="1112185" y="2224859"/>
                  </a:lnTo>
                  <a:lnTo>
                    <a:pt x="1113040" y="2217554"/>
                  </a:lnTo>
                  <a:lnTo>
                    <a:pt x="1113896" y="2243019"/>
                  </a:lnTo>
                  <a:lnTo>
                    <a:pt x="1114751" y="2257663"/>
                  </a:lnTo>
                  <a:lnTo>
                    <a:pt x="1115607" y="2219477"/>
                  </a:lnTo>
                  <a:lnTo>
                    <a:pt x="1116462" y="2219261"/>
                  </a:lnTo>
                  <a:lnTo>
                    <a:pt x="1117318" y="2225579"/>
                  </a:lnTo>
                  <a:lnTo>
                    <a:pt x="1118174" y="2207830"/>
                  </a:lnTo>
                  <a:lnTo>
                    <a:pt x="1119029" y="2207637"/>
                  </a:lnTo>
                  <a:lnTo>
                    <a:pt x="1119885" y="2185032"/>
                  </a:lnTo>
                  <a:lnTo>
                    <a:pt x="1120740" y="2158325"/>
                  </a:lnTo>
                  <a:lnTo>
                    <a:pt x="1121596" y="2153455"/>
                  </a:lnTo>
                  <a:lnTo>
                    <a:pt x="1122451" y="2159891"/>
                  </a:lnTo>
                  <a:lnTo>
                    <a:pt x="1123307" y="2140116"/>
                  </a:lnTo>
                  <a:lnTo>
                    <a:pt x="1124162" y="2137900"/>
                  </a:lnTo>
                  <a:lnTo>
                    <a:pt x="1125018" y="2133306"/>
                  </a:lnTo>
                  <a:lnTo>
                    <a:pt x="1125873" y="2105201"/>
                  </a:lnTo>
                  <a:lnTo>
                    <a:pt x="1126729" y="2092505"/>
                  </a:lnTo>
                  <a:lnTo>
                    <a:pt x="1127584" y="2080998"/>
                  </a:lnTo>
                  <a:lnTo>
                    <a:pt x="1128440" y="2120196"/>
                  </a:lnTo>
                  <a:lnTo>
                    <a:pt x="1129295" y="2099219"/>
                  </a:lnTo>
                  <a:lnTo>
                    <a:pt x="1130151" y="2054862"/>
                  </a:lnTo>
                  <a:lnTo>
                    <a:pt x="1131006" y="2053018"/>
                  </a:lnTo>
                  <a:lnTo>
                    <a:pt x="1131862" y="2062271"/>
                  </a:lnTo>
                  <a:lnTo>
                    <a:pt x="1132718" y="2108172"/>
                  </a:lnTo>
                  <a:lnTo>
                    <a:pt x="1133573" y="2091007"/>
                  </a:lnTo>
                  <a:lnTo>
                    <a:pt x="1134429" y="2103506"/>
                  </a:lnTo>
                  <a:lnTo>
                    <a:pt x="1135284" y="2142721"/>
                  </a:lnTo>
                  <a:lnTo>
                    <a:pt x="1136140" y="2195049"/>
                  </a:lnTo>
                  <a:lnTo>
                    <a:pt x="1136995" y="2196428"/>
                  </a:lnTo>
                  <a:lnTo>
                    <a:pt x="1137851" y="2183202"/>
                  </a:lnTo>
                  <a:lnTo>
                    <a:pt x="1138706" y="2215031"/>
                  </a:lnTo>
                  <a:lnTo>
                    <a:pt x="1139562" y="2229694"/>
                  </a:lnTo>
                  <a:lnTo>
                    <a:pt x="1140417" y="2239564"/>
                  </a:lnTo>
                  <a:lnTo>
                    <a:pt x="1141273" y="2240069"/>
                  </a:lnTo>
                  <a:lnTo>
                    <a:pt x="1142128" y="2240338"/>
                  </a:lnTo>
                  <a:lnTo>
                    <a:pt x="1142984" y="2227092"/>
                  </a:lnTo>
                  <a:lnTo>
                    <a:pt x="1143839" y="2203047"/>
                  </a:lnTo>
                  <a:lnTo>
                    <a:pt x="1144695" y="2183704"/>
                  </a:lnTo>
                  <a:lnTo>
                    <a:pt x="1145550" y="2174724"/>
                  </a:lnTo>
                  <a:lnTo>
                    <a:pt x="1146406" y="2152608"/>
                  </a:lnTo>
                  <a:lnTo>
                    <a:pt x="1147261" y="2128978"/>
                  </a:lnTo>
                  <a:lnTo>
                    <a:pt x="1148117" y="2119385"/>
                  </a:lnTo>
                  <a:lnTo>
                    <a:pt x="1148973" y="2100551"/>
                  </a:lnTo>
                  <a:lnTo>
                    <a:pt x="1149828" y="2065404"/>
                  </a:lnTo>
                  <a:lnTo>
                    <a:pt x="1150684" y="2043518"/>
                  </a:lnTo>
                  <a:lnTo>
                    <a:pt x="1151539" y="2021623"/>
                  </a:lnTo>
                  <a:lnTo>
                    <a:pt x="1152395" y="1990177"/>
                  </a:lnTo>
                  <a:lnTo>
                    <a:pt x="1153250" y="1988195"/>
                  </a:lnTo>
                  <a:lnTo>
                    <a:pt x="1154106" y="2049990"/>
                  </a:lnTo>
                  <a:lnTo>
                    <a:pt x="1154961" y="2030858"/>
                  </a:lnTo>
                  <a:lnTo>
                    <a:pt x="1155817" y="2026505"/>
                  </a:lnTo>
                  <a:lnTo>
                    <a:pt x="1156672" y="2048463"/>
                  </a:lnTo>
                  <a:lnTo>
                    <a:pt x="1157528" y="2093674"/>
                  </a:lnTo>
                  <a:lnTo>
                    <a:pt x="1158383" y="2136227"/>
                  </a:lnTo>
                  <a:lnTo>
                    <a:pt x="1159239" y="2153934"/>
                  </a:lnTo>
                  <a:lnTo>
                    <a:pt x="1160094" y="2152671"/>
                  </a:lnTo>
                  <a:lnTo>
                    <a:pt x="1160950" y="2177200"/>
                  </a:lnTo>
                  <a:lnTo>
                    <a:pt x="1161805" y="2207038"/>
                  </a:lnTo>
                  <a:lnTo>
                    <a:pt x="1162661" y="2203112"/>
                  </a:lnTo>
                  <a:lnTo>
                    <a:pt x="1163516" y="2195470"/>
                  </a:lnTo>
                  <a:lnTo>
                    <a:pt x="1164372" y="2180511"/>
                  </a:lnTo>
                  <a:lnTo>
                    <a:pt x="1165228" y="2136166"/>
                  </a:lnTo>
                  <a:lnTo>
                    <a:pt x="1166083" y="2130655"/>
                  </a:lnTo>
                  <a:lnTo>
                    <a:pt x="1166939" y="2085763"/>
                  </a:lnTo>
                  <a:lnTo>
                    <a:pt x="1167794" y="2113346"/>
                  </a:lnTo>
                  <a:lnTo>
                    <a:pt x="1168650" y="2133323"/>
                  </a:lnTo>
                  <a:lnTo>
                    <a:pt x="1169505" y="2053499"/>
                  </a:lnTo>
                  <a:lnTo>
                    <a:pt x="1170361" y="2057278"/>
                  </a:lnTo>
                  <a:lnTo>
                    <a:pt x="1171216" y="2005717"/>
                  </a:lnTo>
                  <a:lnTo>
                    <a:pt x="1172072" y="1993531"/>
                  </a:lnTo>
                  <a:lnTo>
                    <a:pt x="1172927" y="2028600"/>
                  </a:lnTo>
                  <a:lnTo>
                    <a:pt x="1173783" y="1890483"/>
                  </a:lnTo>
                  <a:lnTo>
                    <a:pt x="1174638" y="1909741"/>
                  </a:lnTo>
                  <a:lnTo>
                    <a:pt x="1175494" y="1863545"/>
                  </a:lnTo>
                  <a:lnTo>
                    <a:pt x="1176349" y="1827894"/>
                  </a:lnTo>
                  <a:lnTo>
                    <a:pt x="1177205" y="1871031"/>
                  </a:lnTo>
                  <a:lnTo>
                    <a:pt x="1178060" y="1839831"/>
                  </a:lnTo>
                  <a:lnTo>
                    <a:pt x="1178916" y="1850659"/>
                  </a:lnTo>
                  <a:lnTo>
                    <a:pt x="1179772" y="1872628"/>
                  </a:lnTo>
                  <a:lnTo>
                    <a:pt x="1180627" y="1857102"/>
                  </a:lnTo>
                  <a:lnTo>
                    <a:pt x="1181483" y="1874025"/>
                  </a:lnTo>
                  <a:lnTo>
                    <a:pt x="1182338" y="1867457"/>
                  </a:lnTo>
                  <a:lnTo>
                    <a:pt x="1183194" y="1859687"/>
                  </a:lnTo>
                  <a:lnTo>
                    <a:pt x="1184049" y="1844508"/>
                  </a:lnTo>
                  <a:lnTo>
                    <a:pt x="1184905" y="1839894"/>
                  </a:lnTo>
                  <a:lnTo>
                    <a:pt x="1185760" y="1819515"/>
                  </a:lnTo>
                  <a:lnTo>
                    <a:pt x="1186616" y="1852590"/>
                  </a:lnTo>
                  <a:lnTo>
                    <a:pt x="1187471" y="1881111"/>
                  </a:lnTo>
                  <a:lnTo>
                    <a:pt x="1188327" y="1919834"/>
                  </a:lnTo>
                  <a:lnTo>
                    <a:pt x="1189182" y="1931577"/>
                  </a:lnTo>
                  <a:lnTo>
                    <a:pt x="1190038" y="1909616"/>
                  </a:lnTo>
                  <a:lnTo>
                    <a:pt x="1190893" y="1873533"/>
                  </a:lnTo>
                  <a:lnTo>
                    <a:pt x="1191749" y="1929358"/>
                  </a:lnTo>
                  <a:lnTo>
                    <a:pt x="1192604" y="1907335"/>
                  </a:lnTo>
                  <a:lnTo>
                    <a:pt x="1193460" y="1914387"/>
                  </a:lnTo>
                  <a:lnTo>
                    <a:pt x="1194315" y="1936933"/>
                  </a:lnTo>
                  <a:lnTo>
                    <a:pt x="1195171" y="1897116"/>
                  </a:lnTo>
                  <a:lnTo>
                    <a:pt x="1196027" y="1959728"/>
                  </a:lnTo>
                  <a:lnTo>
                    <a:pt x="1196882" y="1957280"/>
                  </a:lnTo>
                  <a:lnTo>
                    <a:pt x="1197738" y="1928340"/>
                  </a:lnTo>
                  <a:lnTo>
                    <a:pt x="1198593" y="1950687"/>
                  </a:lnTo>
                  <a:lnTo>
                    <a:pt x="1199449" y="1977245"/>
                  </a:lnTo>
                  <a:lnTo>
                    <a:pt x="1200304" y="1966572"/>
                  </a:lnTo>
                  <a:lnTo>
                    <a:pt x="1201160" y="1931098"/>
                  </a:lnTo>
                  <a:lnTo>
                    <a:pt x="1202015" y="1865613"/>
                  </a:lnTo>
                  <a:lnTo>
                    <a:pt x="1202871" y="1931639"/>
                  </a:lnTo>
                  <a:lnTo>
                    <a:pt x="1203726" y="1932065"/>
                  </a:lnTo>
                  <a:lnTo>
                    <a:pt x="1204582" y="1973375"/>
                  </a:lnTo>
                  <a:lnTo>
                    <a:pt x="1205437" y="2032078"/>
                  </a:lnTo>
                  <a:lnTo>
                    <a:pt x="1206293" y="2034932"/>
                  </a:lnTo>
                  <a:lnTo>
                    <a:pt x="1207148" y="2128238"/>
                  </a:lnTo>
                  <a:lnTo>
                    <a:pt x="1208004" y="2092782"/>
                  </a:lnTo>
                  <a:lnTo>
                    <a:pt x="1208859" y="2089480"/>
                  </a:lnTo>
                  <a:lnTo>
                    <a:pt x="1209715" y="2073001"/>
                  </a:lnTo>
                  <a:lnTo>
                    <a:pt x="1210570" y="2099641"/>
                  </a:lnTo>
                  <a:lnTo>
                    <a:pt x="1211426" y="2110760"/>
                  </a:lnTo>
                  <a:lnTo>
                    <a:pt x="1212282" y="2067268"/>
                  </a:lnTo>
                  <a:lnTo>
                    <a:pt x="1213137" y="2011214"/>
                  </a:lnTo>
                  <a:lnTo>
                    <a:pt x="1213993" y="2010674"/>
                  </a:lnTo>
                  <a:lnTo>
                    <a:pt x="1214848" y="2017053"/>
                  </a:lnTo>
                  <a:lnTo>
                    <a:pt x="1215704" y="1978649"/>
                  </a:lnTo>
                  <a:lnTo>
                    <a:pt x="1216559" y="1992723"/>
                  </a:lnTo>
                  <a:lnTo>
                    <a:pt x="1217415" y="1886173"/>
                  </a:lnTo>
                  <a:lnTo>
                    <a:pt x="1218270" y="1889293"/>
                  </a:lnTo>
                  <a:lnTo>
                    <a:pt x="1219126" y="1883001"/>
                  </a:lnTo>
                  <a:lnTo>
                    <a:pt x="1219981" y="1897812"/>
                  </a:lnTo>
                  <a:lnTo>
                    <a:pt x="1220837" y="1935204"/>
                  </a:lnTo>
                  <a:lnTo>
                    <a:pt x="1221692" y="1922217"/>
                  </a:lnTo>
                  <a:lnTo>
                    <a:pt x="1222548" y="2044595"/>
                  </a:lnTo>
                  <a:lnTo>
                    <a:pt x="1223403" y="2119329"/>
                  </a:lnTo>
                  <a:lnTo>
                    <a:pt x="1224259" y="2155618"/>
                  </a:lnTo>
                  <a:lnTo>
                    <a:pt x="1225114" y="2156579"/>
                  </a:lnTo>
                  <a:lnTo>
                    <a:pt x="1225970" y="2148962"/>
                  </a:lnTo>
                  <a:lnTo>
                    <a:pt x="1226826" y="2190439"/>
                  </a:lnTo>
                  <a:lnTo>
                    <a:pt x="1227681" y="2197225"/>
                  </a:lnTo>
                  <a:lnTo>
                    <a:pt x="1228537" y="2263521"/>
                  </a:lnTo>
                  <a:lnTo>
                    <a:pt x="1229392" y="2246495"/>
                  </a:lnTo>
                  <a:lnTo>
                    <a:pt x="1230248" y="2224189"/>
                  </a:lnTo>
                  <a:lnTo>
                    <a:pt x="1231103" y="2215218"/>
                  </a:lnTo>
                  <a:lnTo>
                    <a:pt x="1231959" y="2204429"/>
                  </a:lnTo>
                  <a:lnTo>
                    <a:pt x="1232814" y="2177359"/>
                  </a:lnTo>
                  <a:lnTo>
                    <a:pt x="1233670" y="2136208"/>
                  </a:lnTo>
                  <a:lnTo>
                    <a:pt x="1234525" y="2123126"/>
                  </a:lnTo>
                  <a:lnTo>
                    <a:pt x="1235381" y="2143105"/>
                  </a:lnTo>
                  <a:lnTo>
                    <a:pt x="1236236" y="2098635"/>
                  </a:lnTo>
                  <a:lnTo>
                    <a:pt x="1237092" y="2103005"/>
                  </a:lnTo>
                  <a:lnTo>
                    <a:pt x="1237947" y="2098990"/>
                  </a:lnTo>
                  <a:lnTo>
                    <a:pt x="1238803" y="2126933"/>
                  </a:lnTo>
                  <a:lnTo>
                    <a:pt x="1239658" y="2140186"/>
                  </a:lnTo>
                  <a:lnTo>
                    <a:pt x="1240514" y="2134198"/>
                  </a:lnTo>
                  <a:lnTo>
                    <a:pt x="1241369" y="2137304"/>
                  </a:lnTo>
                  <a:lnTo>
                    <a:pt x="1242225" y="2131979"/>
                  </a:lnTo>
                  <a:lnTo>
                    <a:pt x="1243081" y="2136006"/>
                  </a:lnTo>
                  <a:lnTo>
                    <a:pt x="1243936" y="2167036"/>
                  </a:lnTo>
                  <a:lnTo>
                    <a:pt x="1244792" y="2158531"/>
                  </a:lnTo>
                  <a:lnTo>
                    <a:pt x="1245647" y="2138841"/>
                  </a:lnTo>
                  <a:lnTo>
                    <a:pt x="1246503" y="2164441"/>
                  </a:lnTo>
                  <a:lnTo>
                    <a:pt x="1247358" y="2160418"/>
                  </a:lnTo>
                  <a:lnTo>
                    <a:pt x="1248214" y="2167349"/>
                  </a:lnTo>
                  <a:lnTo>
                    <a:pt x="1249069" y="2178461"/>
                  </a:lnTo>
                  <a:lnTo>
                    <a:pt x="1249925" y="2185960"/>
                  </a:lnTo>
                  <a:lnTo>
                    <a:pt x="1250780" y="2194485"/>
                  </a:lnTo>
                  <a:lnTo>
                    <a:pt x="1251636" y="2191001"/>
                  </a:lnTo>
                  <a:lnTo>
                    <a:pt x="1252491" y="2228649"/>
                  </a:lnTo>
                  <a:lnTo>
                    <a:pt x="1253347" y="2208331"/>
                  </a:lnTo>
                  <a:lnTo>
                    <a:pt x="1254202" y="2211961"/>
                  </a:lnTo>
                  <a:lnTo>
                    <a:pt x="1255058" y="2203024"/>
                  </a:lnTo>
                  <a:lnTo>
                    <a:pt x="1255913" y="2233210"/>
                  </a:lnTo>
                  <a:lnTo>
                    <a:pt x="1256769" y="2219256"/>
                  </a:lnTo>
                  <a:lnTo>
                    <a:pt x="1257624" y="2220149"/>
                  </a:lnTo>
                  <a:lnTo>
                    <a:pt x="1258480" y="2206152"/>
                  </a:lnTo>
                  <a:lnTo>
                    <a:pt x="1259336" y="2206610"/>
                  </a:lnTo>
                  <a:lnTo>
                    <a:pt x="1260191" y="2225370"/>
                  </a:lnTo>
                  <a:lnTo>
                    <a:pt x="1261047" y="2246144"/>
                  </a:lnTo>
                  <a:lnTo>
                    <a:pt x="1261902" y="2249765"/>
                  </a:lnTo>
                  <a:lnTo>
                    <a:pt x="1262758" y="2246422"/>
                  </a:lnTo>
                  <a:lnTo>
                    <a:pt x="1263613" y="2256524"/>
                  </a:lnTo>
                  <a:lnTo>
                    <a:pt x="1264469" y="2272141"/>
                  </a:lnTo>
                  <a:lnTo>
                    <a:pt x="1265324" y="2255192"/>
                  </a:lnTo>
                  <a:lnTo>
                    <a:pt x="1266180" y="2278200"/>
                  </a:lnTo>
                  <a:lnTo>
                    <a:pt x="1267035" y="2269152"/>
                  </a:lnTo>
                  <a:lnTo>
                    <a:pt x="1267891" y="2278200"/>
                  </a:lnTo>
                  <a:lnTo>
                    <a:pt x="1268746" y="2278200"/>
                  </a:lnTo>
                  <a:lnTo>
                    <a:pt x="1269602" y="2278200"/>
                  </a:lnTo>
                  <a:lnTo>
                    <a:pt x="1270457" y="2278200"/>
                  </a:lnTo>
                  <a:lnTo>
                    <a:pt x="1271313" y="2278200"/>
                  </a:lnTo>
                  <a:lnTo>
                    <a:pt x="1272168" y="2278200"/>
                  </a:lnTo>
                  <a:lnTo>
                    <a:pt x="1273024" y="2278200"/>
                  </a:lnTo>
                  <a:lnTo>
                    <a:pt x="1273880" y="2278200"/>
                  </a:lnTo>
                  <a:lnTo>
                    <a:pt x="1274735" y="2268019"/>
                  </a:lnTo>
                  <a:lnTo>
                    <a:pt x="1275591" y="2257450"/>
                  </a:lnTo>
                  <a:lnTo>
                    <a:pt x="1276446" y="2278200"/>
                  </a:lnTo>
                  <a:lnTo>
                    <a:pt x="1277302" y="2265145"/>
                  </a:lnTo>
                  <a:lnTo>
                    <a:pt x="1278157" y="2272089"/>
                  </a:lnTo>
                  <a:lnTo>
                    <a:pt x="1279013" y="2278200"/>
                  </a:lnTo>
                  <a:lnTo>
                    <a:pt x="1279868" y="2278200"/>
                  </a:lnTo>
                  <a:lnTo>
                    <a:pt x="1280724" y="2278200"/>
                  </a:lnTo>
                  <a:lnTo>
                    <a:pt x="1281579" y="2278200"/>
                  </a:lnTo>
                  <a:lnTo>
                    <a:pt x="1282435" y="2278200"/>
                  </a:lnTo>
                  <a:lnTo>
                    <a:pt x="1283290" y="2278200"/>
                  </a:lnTo>
                  <a:lnTo>
                    <a:pt x="1284146" y="2250988"/>
                  </a:lnTo>
                  <a:lnTo>
                    <a:pt x="1285001" y="2229903"/>
                  </a:lnTo>
                  <a:lnTo>
                    <a:pt x="1285857" y="2225773"/>
                  </a:lnTo>
                  <a:lnTo>
                    <a:pt x="1286712" y="2242690"/>
                  </a:lnTo>
                  <a:lnTo>
                    <a:pt x="1287568" y="2266692"/>
                  </a:lnTo>
                  <a:lnTo>
                    <a:pt x="1288423" y="2278200"/>
                  </a:lnTo>
                  <a:lnTo>
                    <a:pt x="1289279" y="2273284"/>
                  </a:lnTo>
                  <a:lnTo>
                    <a:pt x="1290135" y="2272884"/>
                  </a:lnTo>
                  <a:lnTo>
                    <a:pt x="1290990" y="2247499"/>
                  </a:lnTo>
                  <a:lnTo>
                    <a:pt x="1291846" y="2250715"/>
                  </a:lnTo>
                  <a:lnTo>
                    <a:pt x="1292701" y="2250939"/>
                  </a:lnTo>
                  <a:lnTo>
                    <a:pt x="1293557" y="2251894"/>
                  </a:lnTo>
                  <a:lnTo>
                    <a:pt x="1294412" y="2272809"/>
                  </a:lnTo>
                  <a:lnTo>
                    <a:pt x="1295268" y="2278200"/>
                  </a:lnTo>
                  <a:lnTo>
                    <a:pt x="1296123" y="2248526"/>
                  </a:lnTo>
                  <a:lnTo>
                    <a:pt x="1296979" y="2255645"/>
                  </a:lnTo>
                  <a:lnTo>
                    <a:pt x="1297834" y="2241852"/>
                  </a:lnTo>
                  <a:lnTo>
                    <a:pt x="1298690" y="2225951"/>
                  </a:lnTo>
                  <a:lnTo>
                    <a:pt x="1299545" y="2219818"/>
                  </a:lnTo>
                  <a:lnTo>
                    <a:pt x="1300401" y="2234282"/>
                  </a:lnTo>
                  <a:lnTo>
                    <a:pt x="1301256" y="2257253"/>
                  </a:lnTo>
                  <a:lnTo>
                    <a:pt x="1302112" y="2254297"/>
                  </a:lnTo>
                  <a:lnTo>
                    <a:pt x="1302967" y="2230409"/>
                  </a:lnTo>
                  <a:lnTo>
                    <a:pt x="1303823" y="2249967"/>
                  </a:lnTo>
                  <a:lnTo>
                    <a:pt x="1304678" y="2266285"/>
                  </a:lnTo>
                  <a:lnTo>
                    <a:pt x="1305534" y="2278200"/>
                  </a:lnTo>
                  <a:lnTo>
                    <a:pt x="1306390" y="2278059"/>
                  </a:lnTo>
                  <a:lnTo>
                    <a:pt x="1307245" y="2278200"/>
                  </a:lnTo>
                  <a:lnTo>
                    <a:pt x="1308101" y="2278200"/>
                  </a:lnTo>
                  <a:lnTo>
                    <a:pt x="1308956" y="2278200"/>
                  </a:lnTo>
                  <a:lnTo>
                    <a:pt x="1309812" y="2278200"/>
                  </a:lnTo>
                  <a:lnTo>
                    <a:pt x="1310667" y="2278200"/>
                  </a:lnTo>
                  <a:lnTo>
                    <a:pt x="1311523" y="2278200"/>
                  </a:lnTo>
                  <a:lnTo>
                    <a:pt x="1312378" y="2278200"/>
                  </a:lnTo>
                  <a:lnTo>
                    <a:pt x="1313234" y="2278200"/>
                  </a:lnTo>
                  <a:lnTo>
                    <a:pt x="1314089" y="2278200"/>
                  </a:lnTo>
                  <a:lnTo>
                    <a:pt x="1314945" y="2278200"/>
                  </a:lnTo>
                  <a:lnTo>
                    <a:pt x="1315800" y="2278200"/>
                  </a:lnTo>
                  <a:lnTo>
                    <a:pt x="1316656" y="2278200"/>
                  </a:lnTo>
                  <a:lnTo>
                    <a:pt x="1317511" y="2278200"/>
                  </a:lnTo>
                  <a:lnTo>
                    <a:pt x="1318367" y="2278200"/>
                  </a:lnTo>
                  <a:lnTo>
                    <a:pt x="1319222" y="2278200"/>
                  </a:lnTo>
                  <a:lnTo>
                    <a:pt x="1320078" y="2278200"/>
                  </a:lnTo>
                  <a:lnTo>
                    <a:pt x="1320934" y="2278200"/>
                  </a:lnTo>
                  <a:lnTo>
                    <a:pt x="1321789" y="2278200"/>
                  </a:lnTo>
                  <a:lnTo>
                    <a:pt x="1322645" y="2278200"/>
                  </a:lnTo>
                  <a:lnTo>
                    <a:pt x="1323500" y="2278200"/>
                  </a:lnTo>
                  <a:lnTo>
                    <a:pt x="1324356" y="2278200"/>
                  </a:lnTo>
                  <a:lnTo>
                    <a:pt x="1325211" y="2278200"/>
                  </a:lnTo>
                  <a:lnTo>
                    <a:pt x="1326067" y="2278200"/>
                  </a:lnTo>
                  <a:lnTo>
                    <a:pt x="1326922" y="2278200"/>
                  </a:lnTo>
                  <a:lnTo>
                    <a:pt x="1327778" y="2278200"/>
                  </a:lnTo>
                  <a:lnTo>
                    <a:pt x="1328633" y="2278200"/>
                  </a:lnTo>
                  <a:lnTo>
                    <a:pt x="1329489" y="2248122"/>
                  </a:lnTo>
                  <a:lnTo>
                    <a:pt x="1330344" y="2278200"/>
                  </a:lnTo>
                  <a:lnTo>
                    <a:pt x="1331200" y="2278200"/>
                  </a:lnTo>
                  <a:lnTo>
                    <a:pt x="1332055" y="2275759"/>
                  </a:lnTo>
                  <a:lnTo>
                    <a:pt x="1332911" y="2278200"/>
                  </a:lnTo>
                  <a:lnTo>
                    <a:pt x="1333766" y="2278200"/>
                  </a:lnTo>
                  <a:lnTo>
                    <a:pt x="1334622" y="2269853"/>
                  </a:lnTo>
                  <a:lnTo>
                    <a:pt x="1335477" y="2278200"/>
                  </a:lnTo>
                  <a:lnTo>
                    <a:pt x="1336333" y="2278200"/>
                  </a:lnTo>
                  <a:lnTo>
                    <a:pt x="1337189" y="2278200"/>
                  </a:lnTo>
                  <a:lnTo>
                    <a:pt x="1338044" y="2277606"/>
                  </a:lnTo>
                  <a:lnTo>
                    <a:pt x="1338900" y="2278200"/>
                  </a:lnTo>
                  <a:lnTo>
                    <a:pt x="1339755" y="2278200"/>
                  </a:lnTo>
                  <a:lnTo>
                    <a:pt x="1340611" y="2278200"/>
                  </a:lnTo>
                  <a:lnTo>
                    <a:pt x="1341466" y="2278200"/>
                  </a:lnTo>
                  <a:lnTo>
                    <a:pt x="1342322" y="2278200"/>
                  </a:lnTo>
                  <a:lnTo>
                    <a:pt x="1343177" y="2278200"/>
                  </a:lnTo>
                  <a:lnTo>
                    <a:pt x="1344033" y="2278200"/>
                  </a:lnTo>
                  <a:lnTo>
                    <a:pt x="1344888" y="2278200"/>
                  </a:lnTo>
                  <a:lnTo>
                    <a:pt x="1345744" y="2278200"/>
                  </a:lnTo>
                  <a:lnTo>
                    <a:pt x="1346599" y="2278200"/>
                  </a:lnTo>
                  <a:lnTo>
                    <a:pt x="1347455" y="2278200"/>
                  </a:lnTo>
                  <a:lnTo>
                    <a:pt x="1348310" y="2278200"/>
                  </a:lnTo>
                  <a:lnTo>
                    <a:pt x="1349166" y="2278200"/>
                  </a:lnTo>
                  <a:lnTo>
                    <a:pt x="1350021" y="2251577"/>
                  </a:lnTo>
                  <a:lnTo>
                    <a:pt x="1350877" y="2278200"/>
                  </a:lnTo>
                  <a:lnTo>
                    <a:pt x="1351732" y="2278200"/>
                  </a:lnTo>
                  <a:lnTo>
                    <a:pt x="1352588" y="2278200"/>
                  </a:lnTo>
                  <a:lnTo>
                    <a:pt x="1353444" y="2278200"/>
                  </a:lnTo>
                  <a:lnTo>
                    <a:pt x="1354299" y="2278200"/>
                  </a:lnTo>
                  <a:lnTo>
                    <a:pt x="1355155" y="2278200"/>
                  </a:lnTo>
                  <a:lnTo>
                    <a:pt x="1356010" y="2268288"/>
                  </a:lnTo>
                  <a:lnTo>
                    <a:pt x="1356866" y="2278200"/>
                  </a:lnTo>
                  <a:lnTo>
                    <a:pt x="1357721" y="2278200"/>
                  </a:lnTo>
                  <a:lnTo>
                    <a:pt x="1358577" y="2278200"/>
                  </a:lnTo>
                  <a:lnTo>
                    <a:pt x="1359432" y="2278200"/>
                  </a:lnTo>
                  <a:lnTo>
                    <a:pt x="1360288" y="2278200"/>
                  </a:lnTo>
                  <a:lnTo>
                    <a:pt x="1361143" y="2278200"/>
                  </a:lnTo>
                  <a:lnTo>
                    <a:pt x="1361999" y="2278200"/>
                  </a:lnTo>
                  <a:lnTo>
                    <a:pt x="1362854" y="2278200"/>
                  </a:lnTo>
                  <a:lnTo>
                    <a:pt x="1363710" y="2278200"/>
                  </a:lnTo>
                  <a:lnTo>
                    <a:pt x="1364565" y="2278200"/>
                  </a:lnTo>
                  <a:lnTo>
                    <a:pt x="1365421" y="2265600"/>
                  </a:lnTo>
                  <a:lnTo>
                    <a:pt x="1366276" y="2278200"/>
                  </a:lnTo>
                  <a:lnTo>
                    <a:pt x="1367132" y="2278200"/>
                  </a:lnTo>
                  <a:lnTo>
                    <a:pt x="1367987" y="2278200"/>
                  </a:lnTo>
                  <a:lnTo>
                    <a:pt x="1368843" y="2278200"/>
                  </a:lnTo>
                  <a:lnTo>
                    <a:pt x="1369699" y="2278200"/>
                  </a:lnTo>
                  <a:lnTo>
                    <a:pt x="1370554" y="2278200"/>
                  </a:lnTo>
                  <a:lnTo>
                    <a:pt x="1371410" y="2278200"/>
                  </a:lnTo>
                  <a:lnTo>
                    <a:pt x="1372265" y="2278200"/>
                  </a:lnTo>
                  <a:lnTo>
                    <a:pt x="1373121" y="2278200"/>
                  </a:lnTo>
                  <a:lnTo>
                    <a:pt x="1373976" y="2278200"/>
                  </a:lnTo>
                  <a:lnTo>
                    <a:pt x="1374832" y="2278200"/>
                  </a:lnTo>
                  <a:lnTo>
                    <a:pt x="1375687" y="2278200"/>
                  </a:lnTo>
                  <a:lnTo>
                    <a:pt x="1376543" y="2278200"/>
                  </a:lnTo>
                  <a:lnTo>
                    <a:pt x="1377398" y="2278200"/>
                  </a:lnTo>
                  <a:lnTo>
                    <a:pt x="1378254" y="2278200"/>
                  </a:lnTo>
                  <a:lnTo>
                    <a:pt x="1379109" y="2278200"/>
                  </a:lnTo>
                  <a:lnTo>
                    <a:pt x="1379965" y="2278200"/>
                  </a:lnTo>
                  <a:lnTo>
                    <a:pt x="1380820" y="2278200"/>
                  </a:lnTo>
                  <a:lnTo>
                    <a:pt x="1381676" y="2278200"/>
                  </a:lnTo>
                  <a:lnTo>
                    <a:pt x="1382531" y="2278200"/>
                  </a:lnTo>
                  <a:lnTo>
                    <a:pt x="1383387" y="2278200"/>
                  </a:lnTo>
                  <a:lnTo>
                    <a:pt x="1384243" y="2278200"/>
                  </a:lnTo>
                  <a:lnTo>
                    <a:pt x="1385098" y="2278200"/>
                  </a:lnTo>
                  <a:lnTo>
                    <a:pt x="1385954" y="2278200"/>
                  </a:lnTo>
                  <a:lnTo>
                    <a:pt x="1386809" y="2278200"/>
                  </a:lnTo>
                  <a:lnTo>
                    <a:pt x="1387665" y="2278200"/>
                  </a:lnTo>
                  <a:lnTo>
                    <a:pt x="1388520" y="2278200"/>
                  </a:lnTo>
                  <a:lnTo>
                    <a:pt x="1389376" y="2278200"/>
                  </a:lnTo>
                  <a:lnTo>
                    <a:pt x="1390231" y="2278200"/>
                  </a:lnTo>
                  <a:lnTo>
                    <a:pt x="1391087" y="2278200"/>
                  </a:lnTo>
                  <a:lnTo>
                    <a:pt x="1391942" y="2278200"/>
                  </a:lnTo>
                  <a:lnTo>
                    <a:pt x="1392798" y="2278200"/>
                  </a:lnTo>
                  <a:lnTo>
                    <a:pt x="1393653" y="2278200"/>
                  </a:lnTo>
                  <a:lnTo>
                    <a:pt x="1394509" y="2278200"/>
                  </a:lnTo>
                  <a:lnTo>
                    <a:pt x="1395364" y="2278200"/>
                  </a:lnTo>
                  <a:lnTo>
                    <a:pt x="1396220" y="2278200"/>
                  </a:lnTo>
                  <a:lnTo>
                    <a:pt x="1397075" y="2278200"/>
                  </a:lnTo>
                  <a:lnTo>
                    <a:pt x="1397931" y="2278200"/>
                  </a:lnTo>
                  <a:lnTo>
                    <a:pt x="1398786" y="2278200"/>
                  </a:lnTo>
                  <a:lnTo>
                    <a:pt x="1399642" y="2278200"/>
                  </a:lnTo>
                  <a:lnTo>
                    <a:pt x="1400498" y="2278200"/>
                  </a:lnTo>
                  <a:lnTo>
                    <a:pt x="1401353" y="2278200"/>
                  </a:lnTo>
                  <a:lnTo>
                    <a:pt x="1402209" y="2278200"/>
                  </a:lnTo>
                  <a:lnTo>
                    <a:pt x="1403064" y="2278200"/>
                  </a:lnTo>
                  <a:lnTo>
                    <a:pt x="1403920" y="2278200"/>
                  </a:lnTo>
                  <a:lnTo>
                    <a:pt x="1404775" y="2278200"/>
                  </a:lnTo>
                  <a:lnTo>
                    <a:pt x="1405631" y="2278200"/>
                  </a:lnTo>
                  <a:lnTo>
                    <a:pt x="1406486" y="2278200"/>
                  </a:lnTo>
                  <a:lnTo>
                    <a:pt x="1407342" y="2278200"/>
                  </a:lnTo>
                  <a:lnTo>
                    <a:pt x="1408197" y="2278200"/>
                  </a:lnTo>
                  <a:lnTo>
                    <a:pt x="1409053" y="2278200"/>
                  </a:lnTo>
                  <a:lnTo>
                    <a:pt x="1409908" y="2278200"/>
                  </a:lnTo>
                  <a:lnTo>
                    <a:pt x="1410764" y="2278200"/>
                  </a:lnTo>
                  <a:lnTo>
                    <a:pt x="1411619" y="2278200"/>
                  </a:lnTo>
                  <a:lnTo>
                    <a:pt x="1412475" y="2278200"/>
                  </a:lnTo>
                  <a:lnTo>
                    <a:pt x="1413330" y="2278200"/>
                  </a:lnTo>
                  <a:lnTo>
                    <a:pt x="1414186" y="2278200"/>
                  </a:lnTo>
                  <a:lnTo>
                    <a:pt x="1415041" y="2278200"/>
                  </a:lnTo>
                  <a:lnTo>
                    <a:pt x="1415897" y="2278200"/>
                  </a:lnTo>
                  <a:lnTo>
                    <a:pt x="1416753" y="2278200"/>
                  </a:lnTo>
                  <a:lnTo>
                    <a:pt x="1417608" y="2278200"/>
                  </a:lnTo>
                  <a:lnTo>
                    <a:pt x="1418464" y="2278200"/>
                  </a:lnTo>
                  <a:lnTo>
                    <a:pt x="1419319" y="2278200"/>
                  </a:lnTo>
                  <a:lnTo>
                    <a:pt x="1420175" y="2278200"/>
                  </a:lnTo>
                  <a:lnTo>
                    <a:pt x="1421030" y="2278200"/>
                  </a:lnTo>
                  <a:lnTo>
                    <a:pt x="1421886" y="2278200"/>
                  </a:lnTo>
                  <a:lnTo>
                    <a:pt x="1422741" y="2278200"/>
                  </a:lnTo>
                  <a:lnTo>
                    <a:pt x="1423597" y="2278200"/>
                  </a:lnTo>
                  <a:lnTo>
                    <a:pt x="1424452" y="2278200"/>
                  </a:lnTo>
                  <a:lnTo>
                    <a:pt x="1425308" y="2278200"/>
                  </a:lnTo>
                  <a:lnTo>
                    <a:pt x="1426163" y="2278200"/>
                  </a:lnTo>
                  <a:lnTo>
                    <a:pt x="1427019" y="2278200"/>
                  </a:lnTo>
                  <a:lnTo>
                    <a:pt x="1427874" y="2278200"/>
                  </a:lnTo>
                  <a:lnTo>
                    <a:pt x="1428730" y="2278200"/>
                  </a:lnTo>
                  <a:lnTo>
                    <a:pt x="1429585" y="2278200"/>
                  </a:lnTo>
                  <a:lnTo>
                    <a:pt x="1430441" y="2270211"/>
                  </a:lnTo>
                  <a:lnTo>
                    <a:pt x="1431297" y="2265917"/>
                  </a:lnTo>
                  <a:lnTo>
                    <a:pt x="1432152" y="2278200"/>
                  </a:lnTo>
                  <a:lnTo>
                    <a:pt x="1433008" y="2278200"/>
                  </a:lnTo>
                  <a:lnTo>
                    <a:pt x="1433863" y="2278200"/>
                  </a:lnTo>
                  <a:lnTo>
                    <a:pt x="1434719" y="2278200"/>
                  </a:lnTo>
                  <a:lnTo>
                    <a:pt x="1435574" y="2278200"/>
                  </a:lnTo>
                  <a:lnTo>
                    <a:pt x="1436430" y="2278200"/>
                  </a:lnTo>
                  <a:lnTo>
                    <a:pt x="1437285" y="2278200"/>
                  </a:lnTo>
                  <a:lnTo>
                    <a:pt x="1438141" y="2278200"/>
                  </a:lnTo>
                  <a:lnTo>
                    <a:pt x="1438996" y="2278200"/>
                  </a:lnTo>
                  <a:lnTo>
                    <a:pt x="1439852" y="2278200"/>
                  </a:lnTo>
                  <a:lnTo>
                    <a:pt x="1440707" y="2278200"/>
                  </a:lnTo>
                  <a:lnTo>
                    <a:pt x="1441563" y="2278200"/>
                  </a:lnTo>
                  <a:lnTo>
                    <a:pt x="1442418" y="2278200"/>
                  </a:lnTo>
                  <a:lnTo>
                    <a:pt x="1443274" y="2278200"/>
                  </a:lnTo>
                  <a:lnTo>
                    <a:pt x="1444129" y="2278200"/>
                  </a:lnTo>
                  <a:lnTo>
                    <a:pt x="1444985" y="2278200"/>
                  </a:lnTo>
                  <a:lnTo>
                    <a:pt x="1445840" y="2278200"/>
                  </a:lnTo>
                  <a:lnTo>
                    <a:pt x="1446696" y="2278200"/>
                  </a:lnTo>
                  <a:lnTo>
                    <a:pt x="1447552" y="2278200"/>
                  </a:lnTo>
                  <a:lnTo>
                    <a:pt x="1448407" y="2278200"/>
                  </a:lnTo>
                  <a:lnTo>
                    <a:pt x="1449263" y="2278200"/>
                  </a:lnTo>
                  <a:lnTo>
                    <a:pt x="1450118" y="2278200"/>
                  </a:lnTo>
                  <a:lnTo>
                    <a:pt x="1450974" y="2278200"/>
                  </a:lnTo>
                  <a:lnTo>
                    <a:pt x="1451829" y="2278200"/>
                  </a:lnTo>
                  <a:lnTo>
                    <a:pt x="1452685" y="2278200"/>
                  </a:lnTo>
                  <a:lnTo>
                    <a:pt x="1453540" y="2278200"/>
                  </a:lnTo>
                  <a:lnTo>
                    <a:pt x="1454396" y="2278200"/>
                  </a:lnTo>
                  <a:lnTo>
                    <a:pt x="1455251" y="2278200"/>
                  </a:lnTo>
                  <a:lnTo>
                    <a:pt x="1456107" y="2278200"/>
                  </a:lnTo>
                  <a:lnTo>
                    <a:pt x="1456962" y="2278200"/>
                  </a:lnTo>
                  <a:lnTo>
                    <a:pt x="1457818" y="2278200"/>
                  </a:lnTo>
                  <a:lnTo>
                    <a:pt x="1458673" y="2278200"/>
                  </a:lnTo>
                  <a:lnTo>
                    <a:pt x="1459529" y="2278200"/>
                  </a:lnTo>
                  <a:lnTo>
                    <a:pt x="1460384" y="2278200"/>
                  </a:lnTo>
                  <a:lnTo>
                    <a:pt x="1461240" y="2278200"/>
                  </a:lnTo>
                  <a:lnTo>
                    <a:pt x="1462095" y="2278200"/>
                  </a:lnTo>
                  <a:lnTo>
                    <a:pt x="1462951" y="2278200"/>
                  </a:lnTo>
                  <a:lnTo>
                    <a:pt x="1463807" y="2278200"/>
                  </a:lnTo>
                  <a:lnTo>
                    <a:pt x="1464662" y="2278200"/>
                  </a:lnTo>
                  <a:lnTo>
                    <a:pt x="1465518" y="2278200"/>
                  </a:lnTo>
                  <a:lnTo>
                    <a:pt x="1466373" y="2278200"/>
                  </a:lnTo>
                  <a:lnTo>
                    <a:pt x="1467229" y="2278200"/>
                  </a:lnTo>
                  <a:lnTo>
                    <a:pt x="1468084" y="2278200"/>
                  </a:lnTo>
                  <a:lnTo>
                    <a:pt x="1468940" y="2278200"/>
                  </a:lnTo>
                  <a:lnTo>
                    <a:pt x="1469795" y="2278200"/>
                  </a:lnTo>
                  <a:lnTo>
                    <a:pt x="1470651" y="2278200"/>
                  </a:lnTo>
                  <a:lnTo>
                    <a:pt x="1471506" y="2278200"/>
                  </a:lnTo>
                  <a:lnTo>
                    <a:pt x="1472362" y="2278200"/>
                  </a:lnTo>
                  <a:lnTo>
                    <a:pt x="1473217" y="2278200"/>
                  </a:lnTo>
                  <a:lnTo>
                    <a:pt x="1474073" y="2278200"/>
                  </a:lnTo>
                  <a:lnTo>
                    <a:pt x="1474928" y="2278200"/>
                  </a:lnTo>
                  <a:lnTo>
                    <a:pt x="1475784" y="2278200"/>
                  </a:lnTo>
                  <a:lnTo>
                    <a:pt x="1476639" y="2278200"/>
                  </a:lnTo>
                  <a:lnTo>
                    <a:pt x="1477495" y="2278200"/>
                  </a:lnTo>
                  <a:lnTo>
                    <a:pt x="1478351" y="2277112"/>
                  </a:lnTo>
                  <a:lnTo>
                    <a:pt x="1479206" y="2278200"/>
                  </a:lnTo>
                  <a:lnTo>
                    <a:pt x="1480062" y="2261995"/>
                  </a:lnTo>
                  <a:lnTo>
                    <a:pt x="1480917" y="2278200"/>
                  </a:lnTo>
                  <a:lnTo>
                    <a:pt x="1481773" y="2278200"/>
                  </a:lnTo>
                  <a:lnTo>
                    <a:pt x="1482628" y="2278200"/>
                  </a:lnTo>
                  <a:lnTo>
                    <a:pt x="1483484" y="2278200"/>
                  </a:lnTo>
                  <a:lnTo>
                    <a:pt x="1484339" y="2278200"/>
                  </a:lnTo>
                  <a:lnTo>
                    <a:pt x="1485195" y="2278200"/>
                  </a:lnTo>
                  <a:lnTo>
                    <a:pt x="1486050" y="2278200"/>
                  </a:lnTo>
                  <a:lnTo>
                    <a:pt x="1486906" y="2278200"/>
                  </a:lnTo>
                  <a:lnTo>
                    <a:pt x="1487761" y="2278200"/>
                  </a:lnTo>
                  <a:lnTo>
                    <a:pt x="1488617" y="2278200"/>
                  </a:lnTo>
                  <a:lnTo>
                    <a:pt x="1489472" y="2278200"/>
                  </a:lnTo>
                  <a:lnTo>
                    <a:pt x="1490328" y="2278200"/>
                  </a:lnTo>
                  <a:lnTo>
                    <a:pt x="1491183" y="2278200"/>
                  </a:lnTo>
                  <a:lnTo>
                    <a:pt x="1492039" y="2270844"/>
                  </a:lnTo>
                  <a:lnTo>
                    <a:pt x="1492894" y="2260910"/>
                  </a:lnTo>
                  <a:lnTo>
                    <a:pt x="1493750" y="2278200"/>
                  </a:lnTo>
                  <a:lnTo>
                    <a:pt x="1494606" y="2278200"/>
                  </a:lnTo>
                  <a:lnTo>
                    <a:pt x="1495461" y="2278200"/>
                  </a:lnTo>
                  <a:lnTo>
                    <a:pt x="1496317" y="2278200"/>
                  </a:lnTo>
                  <a:lnTo>
                    <a:pt x="1497172" y="2278200"/>
                  </a:lnTo>
                  <a:lnTo>
                    <a:pt x="1498028" y="2278200"/>
                  </a:lnTo>
                  <a:lnTo>
                    <a:pt x="1498883" y="2278200"/>
                  </a:lnTo>
                  <a:lnTo>
                    <a:pt x="1499739" y="2278200"/>
                  </a:lnTo>
                  <a:lnTo>
                    <a:pt x="1500594" y="2278200"/>
                  </a:lnTo>
                  <a:lnTo>
                    <a:pt x="1501450" y="2278200"/>
                  </a:lnTo>
                  <a:lnTo>
                    <a:pt x="1502305" y="2278200"/>
                  </a:lnTo>
                  <a:lnTo>
                    <a:pt x="1503161" y="2278200"/>
                  </a:lnTo>
                  <a:lnTo>
                    <a:pt x="1504016" y="2278200"/>
                  </a:lnTo>
                  <a:lnTo>
                    <a:pt x="1504872" y="2278200"/>
                  </a:lnTo>
                  <a:lnTo>
                    <a:pt x="1505727" y="2278200"/>
                  </a:lnTo>
                  <a:lnTo>
                    <a:pt x="1506583" y="2278200"/>
                  </a:lnTo>
                  <a:lnTo>
                    <a:pt x="1507438" y="2278200"/>
                  </a:lnTo>
                  <a:lnTo>
                    <a:pt x="1508294" y="2278200"/>
                  </a:lnTo>
                  <a:lnTo>
                    <a:pt x="1509149" y="2278200"/>
                  </a:lnTo>
                  <a:lnTo>
                    <a:pt x="1510005" y="2278200"/>
                  </a:lnTo>
                  <a:lnTo>
                    <a:pt x="1510861" y="2278200"/>
                  </a:lnTo>
                  <a:lnTo>
                    <a:pt x="1511716" y="2278200"/>
                  </a:lnTo>
                  <a:lnTo>
                    <a:pt x="1512572" y="2278200"/>
                  </a:lnTo>
                  <a:lnTo>
                    <a:pt x="1513427" y="2278200"/>
                  </a:lnTo>
                  <a:lnTo>
                    <a:pt x="1514283" y="2278200"/>
                  </a:lnTo>
                  <a:lnTo>
                    <a:pt x="1515138" y="2278200"/>
                  </a:lnTo>
                  <a:lnTo>
                    <a:pt x="1515994" y="2278200"/>
                  </a:lnTo>
                  <a:lnTo>
                    <a:pt x="1516849" y="2278200"/>
                  </a:lnTo>
                  <a:lnTo>
                    <a:pt x="1517705" y="2278200"/>
                  </a:lnTo>
                  <a:lnTo>
                    <a:pt x="1518560" y="2278200"/>
                  </a:lnTo>
                  <a:lnTo>
                    <a:pt x="1519416" y="2278200"/>
                  </a:lnTo>
                  <a:lnTo>
                    <a:pt x="1520271" y="2278200"/>
                  </a:lnTo>
                  <a:lnTo>
                    <a:pt x="1521127" y="2278200"/>
                  </a:lnTo>
                  <a:lnTo>
                    <a:pt x="1521982" y="2278200"/>
                  </a:lnTo>
                  <a:lnTo>
                    <a:pt x="1522838" y="2278200"/>
                  </a:lnTo>
                  <a:lnTo>
                    <a:pt x="1523693" y="2278200"/>
                  </a:lnTo>
                  <a:lnTo>
                    <a:pt x="1524549" y="2278200"/>
                  </a:lnTo>
                  <a:lnTo>
                    <a:pt x="1525405" y="2278200"/>
                  </a:lnTo>
                  <a:lnTo>
                    <a:pt x="1526260" y="2278200"/>
                  </a:lnTo>
                  <a:lnTo>
                    <a:pt x="1527116" y="2278200"/>
                  </a:lnTo>
                  <a:lnTo>
                    <a:pt x="1527971" y="2278200"/>
                  </a:lnTo>
                  <a:lnTo>
                    <a:pt x="1528827" y="2278200"/>
                  </a:lnTo>
                  <a:lnTo>
                    <a:pt x="1529682" y="2278200"/>
                  </a:lnTo>
                  <a:lnTo>
                    <a:pt x="1530538" y="2278200"/>
                  </a:lnTo>
                  <a:lnTo>
                    <a:pt x="1531393" y="2278200"/>
                  </a:lnTo>
                  <a:lnTo>
                    <a:pt x="1532249" y="2278200"/>
                  </a:lnTo>
                  <a:lnTo>
                    <a:pt x="1533104" y="2278200"/>
                  </a:lnTo>
                  <a:lnTo>
                    <a:pt x="1533960" y="2278200"/>
                  </a:lnTo>
                  <a:lnTo>
                    <a:pt x="1534815" y="2278200"/>
                  </a:lnTo>
                  <a:lnTo>
                    <a:pt x="1535671" y="2278200"/>
                  </a:lnTo>
                  <a:lnTo>
                    <a:pt x="1536526" y="2278200"/>
                  </a:lnTo>
                  <a:lnTo>
                    <a:pt x="1537382" y="2278200"/>
                  </a:lnTo>
                  <a:lnTo>
                    <a:pt x="1538237" y="2278200"/>
                  </a:lnTo>
                  <a:lnTo>
                    <a:pt x="1539093" y="2278200"/>
                  </a:lnTo>
                  <a:lnTo>
                    <a:pt x="1539948" y="2278200"/>
                  </a:lnTo>
                  <a:lnTo>
                    <a:pt x="1540804" y="2278200"/>
                  </a:lnTo>
                  <a:lnTo>
                    <a:pt x="1541660" y="2278200"/>
                  </a:lnTo>
                  <a:lnTo>
                    <a:pt x="1542515" y="2278200"/>
                  </a:lnTo>
                  <a:lnTo>
                    <a:pt x="1543371" y="2278200"/>
                  </a:lnTo>
                  <a:lnTo>
                    <a:pt x="1544226" y="2278200"/>
                  </a:lnTo>
                  <a:lnTo>
                    <a:pt x="1545082" y="2278200"/>
                  </a:lnTo>
                  <a:lnTo>
                    <a:pt x="1545937" y="2278200"/>
                  </a:lnTo>
                  <a:lnTo>
                    <a:pt x="1546793" y="2278200"/>
                  </a:lnTo>
                  <a:lnTo>
                    <a:pt x="1547648" y="2278200"/>
                  </a:lnTo>
                  <a:lnTo>
                    <a:pt x="1548504" y="2278200"/>
                  </a:lnTo>
                  <a:lnTo>
                    <a:pt x="1549359" y="2278200"/>
                  </a:lnTo>
                  <a:lnTo>
                    <a:pt x="1550215" y="2278200"/>
                  </a:lnTo>
                  <a:lnTo>
                    <a:pt x="1551070" y="2278200"/>
                  </a:lnTo>
                  <a:lnTo>
                    <a:pt x="1551926" y="2249394"/>
                  </a:lnTo>
                  <a:lnTo>
                    <a:pt x="1552781" y="2275900"/>
                  </a:lnTo>
                  <a:lnTo>
                    <a:pt x="1553637" y="2278200"/>
                  </a:lnTo>
                  <a:lnTo>
                    <a:pt x="1554492" y="2278200"/>
                  </a:lnTo>
                  <a:lnTo>
                    <a:pt x="1555348" y="2278200"/>
                  </a:lnTo>
                  <a:lnTo>
                    <a:pt x="1556203" y="2278200"/>
                  </a:lnTo>
                  <a:lnTo>
                    <a:pt x="1557059" y="2275435"/>
                  </a:lnTo>
                  <a:lnTo>
                    <a:pt x="1557915" y="2278200"/>
                  </a:lnTo>
                  <a:lnTo>
                    <a:pt x="1558770" y="2278200"/>
                  </a:lnTo>
                  <a:lnTo>
                    <a:pt x="1559626" y="2278200"/>
                  </a:lnTo>
                  <a:lnTo>
                    <a:pt x="1560481" y="2278200"/>
                  </a:lnTo>
                  <a:lnTo>
                    <a:pt x="1561337" y="2278200"/>
                  </a:lnTo>
                  <a:lnTo>
                    <a:pt x="1562192" y="2278200"/>
                  </a:lnTo>
                  <a:lnTo>
                    <a:pt x="1563048" y="2278200"/>
                  </a:lnTo>
                  <a:lnTo>
                    <a:pt x="1563903" y="2278200"/>
                  </a:lnTo>
                  <a:lnTo>
                    <a:pt x="1564759" y="2278200"/>
                  </a:lnTo>
                  <a:lnTo>
                    <a:pt x="1565614" y="2278200"/>
                  </a:lnTo>
                  <a:lnTo>
                    <a:pt x="1566470" y="2278200"/>
                  </a:lnTo>
                  <a:lnTo>
                    <a:pt x="1567325" y="2278200"/>
                  </a:lnTo>
                  <a:lnTo>
                    <a:pt x="1568181" y="2278200"/>
                  </a:lnTo>
                  <a:lnTo>
                    <a:pt x="1569036" y="2278200"/>
                  </a:lnTo>
                  <a:lnTo>
                    <a:pt x="1569892" y="2278200"/>
                  </a:lnTo>
                  <a:lnTo>
                    <a:pt x="1570747" y="2278200"/>
                  </a:lnTo>
                  <a:lnTo>
                    <a:pt x="1571603" y="2278200"/>
                  </a:lnTo>
                  <a:lnTo>
                    <a:pt x="1572458" y="2278200"/>
                  </a:lnTo>
                  <a:lnTo>
                    <a:pt x="1573314" y="2278200"/>
                  </a:lnTo>
                  <a:lnTo>
                    <a:pt x="1574170" y="2278200"/>
                  </a:lnTo>
                  <a:lnTo>
                    <a:pt x="1575025" y="2278200"/>
                  </a:lnTo>
                  <a:lnTo>
                    <a:pt x="1575881" y="2278200"/>
                  </a:lnTo>
                  <a:lnTo>
                    <a:pt x="1576736" y="2278200"/>
                  </a:lnTo>
                  <a:lnTo>
                    <a:pt x="1577592" y="2278200"/>
                  </a:lnTo>
                  <a:lnTo>
                    <a:pt x="1578447" y="2278200"/>
                  </a:lnTo>
                  <a:lnTo>
                    <a:pt x="1579303" y="2278200"/>
                  </a:lnTo>
                  <a:lnTo>
                    <a:pt x="1580158" y="2278200"/>
                  </a:lnTo>
                  <a:lnTo>
                    <a:pt x="1581014" y="2278200"/>
                  </a:lnTo>
                  <a:lnTo>
                    <a:pt x="1581869" y="2278200"/>
                  </a:lnTo>
                  <a:lnTo>
                    <a:pt x="1582725" y="2278200"/>
                  </a:lnTo>
                  <a:lnTo>
                    <a:pt x="1583580" y="2278200"/>
                  </a:lnTo>
                  <a:lnTo>
                    <a:pt x="1584436" y="2278200"/>
                  </a:lnTo>
                  <a:lnTo>
                    <a:pt x="1585291" y="2278200"/>
                  </a:lnTo>
                  <a:lnTo>
                    <a:pt x="1586147" y="2278200"/>
                  </a:lnTo>
                  <a:lnTo>
                    <a:pt x="1587002" y="2278200"/>
                  </a:lnTo>
                  <a:lnTo>
                    <a:pt x="1587858" y="2278200"/>
                  </a:lnTo>
                  <a:lnTo>
                    <a:pt x="1588714" y="2278200"/>
                  </a:lnTo>
                  <a:lnTo>
                    <a:pt x="1589569" y="2278200"/>
                  </a:lnTo>
                  <a:lnTo>
                    <a:pt x="1590425" y="2278200"/>
                  </a:lnTo>
                  <a:lnTo>
                    <a:pt x="1591280" y="2262147"/>
                  </a:lnTo>
                  <a:lnTo>
                    <a:pt x="1592136" y="2278200"/>
                  </a:lnTo>
                  <a:lnTo>
                    <a:pt x="1592991" y="2278200"/>
                  </a:lnTo>
                  <a:lnTo>
                    <a:pt x="1593847" y="2278200"/>
                  </a:lnTo>
                  <a:lnTo>
                    <a:pt x="1594702" y="2278200"/>
                  </a:lnTo>
                  <a:lnTo>
                    <a:pt x="1595558" y="2278200"/>
                  </a:lnTo>
                  <a:lnTo>
                    <a:pt x="1596413" y="2278200"/>
                  </a:lnTo>
                  <a:lnTo>
                    <a:pt x="1597269" y="2278200"/>
                  </a:lnTo>
                  <a:lnTo>
                    <a:pt x="1598124" y="2278200"/>
                  </a:lnTo>
                  <a:lnTo>
                    <a:pt x="1598980" y="2248629"/>
                  </a:lnTo>
                  <a:lnTo>
                    <a:pt x="1599835" y="2235751"/>
                  </a:lnTo>
                  <a:lnTo>
                    <a:pt x="1600691" y="2278200"/>
                  </a:lnTo>
                  <a:lnTo>
                    <a:pt x="1601546" y="2254990"/>
                  </a:lnTo>
                  <a:lnTo>
                    <a:pt x="1602402" y="2278200"/>
                  </a:lnTo>
                  <a:lnTo>
                    <a:pt x="1603257" y="2278200"/>
                  </a:lnTo>
                  <a:lnTo>
                    <a:pt x="1604113" y="2273876"/>
                  </a:lnTo>
                  <a:lnTo>
                    <a:pt x="1604969" y="2250217"/>
                  </a:lnTo>
                  <a:lnTo>
                    <a:pt x="1605824" y="2180496"/>
                  </a:lnTo>
                  <a:lnTo>
                    <a:pt x="1606680" y="2196925"/>
                  </a:lnTo>
                  <a:lnTo>
                    <a:pt x="1607535" y="2204984"/>
                  </a:lnTo>
                  <a:lnTo>
                    <a:pt x="1608391" y="2176228"/>
                  </a:lnTo>
                  <a:lnTo>
                    <a:pt x="1609246" y="2205553"/>
                  </a:lnTo>
                  <a:lnTo>
                    <a:pt x="1610102" y="2217248"/>
                  </a:lnTo>
                  <a:lnTo>
                    <a:pt x="1610957" y="2183371"/>
                  </a:lnTo>
                  <a:lnTo>
                    <a:pt x="1611813" y="2209190"/>
                  </a:lnTo>
                  <a:lnTo>
                    <a:pt x="1612668" y="2184236"/>
                  </a:lnTo>
                  <a:lnTo>
                    <a:pt x="1613524" y="2217635"/>
                  </a:lnTo>
                  <a:lnTo>
                    <a:pt x="1614379" y="2263327"/>
                  </a:lnTo>
                  <a:lnTo>
                    <a:pt x="1615235" y="2246998"/>
                  </a:lnTo>
                  <a:lnTo>
                    <a:pt x="1616090" y="2258983"/>
                  </a:lnTo>
                  <a:lnTo>
                    <a:pt x="1616946" y="2262974"/>
                  </a:lnTo>
                  <a:lnTo>
                    <a:pt x="1617801" y="2219412"/>
                  </a:lnTo>
                  <a:lnTo>
                    <a:pt x="1618657" y="2199151"/>
                  </a:lnTo>
                  <a:lnTo>
                    <a:pt x="1619512" y="2178305"/>
                  </a:lnTo>
                  <a:lnTo>
                    <a:pt x="1620368" y="2215146"/>
                  </a:lnTo>
                  <a:lnTo>
                    <a:pt x="1621224" y="2200765"/>
                  </a:lnTo>
                  <a:lnTo>
                    <a:pt x="1622079" y="2170639"/>
                  </a:lnTo>
                  <a:lnTo>
                    <a:pt x="1622935" y="2182380"/>
                  </a:lnTo>
                  <a:lnTo>
                    <a:pt x="1623790" y="2193157"/>
                  </a:lnTo>
                  <a:lnTo>
                    <a:pt x="1624646" y="2198107"/>
                  </a:lnTo>
                  <a:lnTo>
                    <a:pt x="1625501" y="2172532"/>
                  </a:lnTo>
                  <a:lnTo>
                    <a:pt x="1626357" y="2217040"/>
                  </a:lnTo>
                  <a:lnTo>
                    <a:pt x="1627212" y="2278200"/>
                  </a:lnTo>
                  <a:lnTo>
                    <a:pt x="1628068" y="2278200"/>
                  </a:lnTo>
                  <a:lnTo>
                    <a:pt x="1628923" y="2258127"/>
                  </a:lnTo>
                  <a:lnTo>
                    <a:pt x="1629779" y="2248167"/>
                  </a:lnTo>
                  <a:lnTo>
                    <a:pt x="1630634" y="2272073"/>
                  </a:lnTo>
                  <a:lnTo>
                    <a:pt x="1631490" y="2278200"/>
                  </a:lnTo>
                  <a:lnTo>
                    <a:pt x="1632345" y="2250798"/>
                  </a:lnTo>
                  <a:lnTo>
                    <a:pt x="1633201" y="2278200"/>
                  </a:lnTo>
                  <a:lnTo>
                    <a:pt x="1634056" y="2238461"/>
                  </a:lnTo>
                  <a:lnTo>
                    <a:pt x="1634912" y="2275423"/>
                  </a:lnTo>
                  <a:lnTo>
                    <a:pt x="1635768" y="2278200"/>
                  </a:lnTo>
                  <a:lnTo>
                    <a:pt x="1636623" y="2254582"/>
                  </a:lnTo>
                  <a:lnTo>
                    <a:pt x="1637479" y="2254101"/>
                  </a:lnTo>
                  <a:lnTo>
                    <a:pt x="1638334" y="2261852"/>
                  </a:lnTo>
                  <a:lnTo>
                    <a:pt x="1639190" y="2278200"/>
                  </a:lnTo>
                  <a:lnTo>
                    <a:pt x="1640045" y="2278200"/>
                  </a:lnTo>
                  <a:lnTo>
                    <a:pt x="1640901" y="2278200"/>
                  </a:lnTo>
                  <a:lnTo>
                    <a:pt x="1641756" y="2278200"/>
                  </a:lnTo>
                  <a:lnTo>
                    <a:pt x="1642612" y="2278200"/>
                  </a:lnTo>
                  <a:lnTo>
                    <a:pt x="1643467" y="2278200"/>
                  </a:lnTo>
                  <a:lnTo>
                    <a:pt x="1644323" y="2278200"/>
                  </a:lnTo>
                  <a:lnTo>
                    <a:pt x="1645178" y="2278200"/>
                  </a:lnTo>
                  <a:lnTo>
                    <a:pt x="1646034" y="2278200"/>
                  </a:lnTo>
                  <a:lnTo>
                    <a:pt x="1646889" y="2278200"/>
                  </a:lnTo>
                  <a:lnTo>
                    <a:pt x="1647745" y="2278200"/>
                  </a:lnTo>
                  <a:lnTo>
                    <a:pt x="1648600" y="2278200"/>
                  </a:lnTo>
                  <a:lnTo>
                    <a:pt x="1649456" y="2278200"/>
                  </a:lnTo>
                  <a:lnTo>
                    <a:pt x="1650311" y="2278200"/>
                  </a:lnTo>
                  <a:lnTo>
                    <a:pt x="1651167" y="2258165"/>
                  </a:lnTo>
                  <a:lnTo>
                    <a:pt x="1652023" y="2258081"/>
                  </a:lnTo>
                  <a:lnTo>
                    <a:pt x="1652878" y="2218825"/>
                  </a:lnTo>
                  <a:lnTo>
                    <a:pt x="1653734" y="2267129"/>
                  </a:lnTo>
                  <a:lnTo>
                    <a:pt x="1654589" y="2259166"/>
                  </a:lnTo>
                  <a:lnTo>
                    <a:pt x="1655445" y="2233250"/>
                  </a:lnTo>
                  <a:lnTo>
                    <a:pt x="1656300" y="2236864"/>
                  </a:lnTo>
                  <a:lnTo>
                    <a:pt x="1657156" y="2216188"/>
                  </a:lnTo>
                  <a:lnTo>
                    <a:pt x="1658011" y="2199801"/>
                  </a:lnTo>
                  <a:lnTo>
                    <a:pt x="1658867" y="2222998"/>
                  </a:lnTo>
                  <a:lnTo>
                    <a:pt x="1659722" y="2274847"/>
                  </a:lnTo>
                  <a:lnTo>
                    <a:pt x="1660578" y="2271158"/>
                  </a:lnTo>
                  <a:lnTo>
                    <a:pt x="1661433" y="2264399"/>
                  </a:lnTo>
                  <a:lnTo>
                    <a:pt x="1662289" y="2227125"/>
                  </a:lnTo>
                  <a:lnTo>
                    <a:pt x="1663144" y="2226978"/>
                  </a:lnTo>
                  <a:lnTo>
                    <a:pt x="1664000" y="2257743"/>
                  </a:lnTo>
                  <a:lnTo>
                    <a:pt x="1664855" y="2251094"/>
                  </a:lnTo>
                  <a:lnTo>
                    <a:pt x="1665711" y="2243094"/>
                  </a:lnTo>
                  <a:lnTo>
                    <a:pt x="1666566" y="2236698"/>
                  </a:lnTo>
                  <a:lnTo>
                    <a:pt x="1667422" y="2243684"/>
                  </a:lnTo>
                  <a:lnTo>
                    <a:pt x="1668278" y="2248427"/>
                  </a:lnTo>
                  <a:lnTo>
                    <a:pt x="1669133" y="2230606"/>
                  </a:lnTo>
                  <a:lnTo>
                    <a:pt x="1669989" y="2230240"/>
                  </a:lnTo>
                  <a:lnTo>
                    <a:pt x="1670844" y="2232255"/>
                  </a:lnTo>
                  <a:lnTo>
                    <a:pt x="1671700" y="2278200"/>
                  </a:lnTo>
                  <a:lnTo>
                    <a:pt x="1672555" y="2278200"/>
                  </a:lnTo>
                  <a:lnTo>
                    <a:pt x="1673411" y="2278200"/>
                  </a:lnTo>
                  <a:lnTo>
                    <a:pt x="1674266" y="2246895"/>
                  </a:lnTo>
                  <a:lnTo>
                    <a:pt x="1675122" y="2254995"/>
                  </a:lnTo>
                  <a:lnTo>
                    <a:pt x="1675977" y="2270187"/>
                  </a:lnTo>
                  <a:lnTo>
                    <a:pt x="1676833" y="2260438"/>
                  </a:lnTo>
                  <a:lnTo>
                    <a:pt x="1677688" y="2278200"/>
                  </a:lnTo>
                  <a:lnTo>
                    <a:pt x="1678544" y="2270176"/>
                  </a:lnTo>
                  <a:lnTo>
                    <a:pt x="1679399" y="2250673"/>
                  </a:lnTo>
                  <a:lnTo>
                    <a:pt x="1680255" y="2256822"/>
                  </a:lnTo>
                  <a:lnTo>
                    <a:pt x="1681110" y="2246641"/>
                  </a:lnTo>
                  <a:lnTo>
                    <a:pt x="1681966" y="2247713"/>
                  </a:lnTo>
                  <a:lnTo>
                    <a:pt x="1682822" y="2265317"/>
                  </a:lnTo>
                  <a:lnTo>
                    <a:pt x="1683677" y="2246693"/>
                  </a:lnTo>
                  <a:lnTo>
                    <a:pt x="1684533" y="2267473"/>
                  </a:lnTo>
                  <a:lnTo>
                    <a:pt x="1685388" y="2249842"/>
                  </a:lnTo>
                  <a:lnTo>
                    <a:pt x="1686244" y="2275388"/>
                  </a:lnTo>
                  <a:lnTo>
                    <a:pt x="1687099" y="2229041"/>
                  </a:lnTo>
                  <a:lnTo>
                    <a:pt x="1687955" y="2247453"/>
                  </a:lnTo>
                  <a:lnTo>
                    <a:pt x="1688810" y="2186565"/>
                  </a:lnTo>
                  <a:lnTo>
                    <a:pt x="1689666" y="2222800"/>
                  </a:lnTo>
                  <a:lnTo>
                    <a:pt x="1690521" y="2247284"/>
                  </a:lnTo>
                  <a:lnTo>
                    <a:pt x="1691377" y="2268072"/>
                  </a:lnTo>
                  <a:lnTo>
                    <a:pt x="1692232" y="2265948"/>
                  </a:lnTo>
                  <a:lnTo>
                    <a:pt x="1693088" y="2258075"/>
                  </a:lnTo>
                  <a:lnTo>
                    <a:pt x="1693943" y="2278200"/>
                  </a:lnTo>
                  <a:lnTo>
                    <a:pt x="1694799" y="2278200"/>
                  </a:lnTo>
                  <a:lnTo>
                    <a:pt x="1695654" y="2278200"/>
                  </a:lnTo>
                  <a:lnTo>
                    <a:pt x="1696510" y="2273854"/>
                  </a:lnTo>
                  <a:lnTo>
                    <a:pt x="1697365" y="2264542"/>
                  </a:lnTo>
                  <a:lnTo>
                    <a:pt x="1698221" y="2248310"/>
                  </a:lnTo>
                  <a:lnTo>
                    <a:pt x="1699077" y="2254399"/>
                  </a:lnTo>
                  <a:lnTo>
                    <a:pt x="1699932" y="2277119"/>
                  </a:lnTo>
                  <a:lnTo>
                    <a:pt x="1700788" y="2278200"/>
                  </a:lnTo>
                  <a:lnTo>
                    <a:pt x="1701643" y="2275544"/>
                  </a:lnTo>
                  <a:lnTo>
                    <a:pt x="1702499" y="2278200"/>
                  </a:lnTo>
                  <a:lnTo>
                    <a:pt x="1703354" y="2278200"/>
                  </a:lnTo>
                  <a:lnTo>
                    <a:pt x="1704210" y="2278200"/>
                  </a:lnTo>
                  <a:lnTo>
                    <a:pt x="1705065" y="2278200"/>
                  </a:lnTo>
                  <a:lnTo>
                    <a:pt x="1705921" y="2278200"/>
                  </a:lnTo>
                  <a:lnTo>
                    <a:pt x="1706776" y="2278200"/>
                  </a:lnTo>
                  <a:lnTo>
                    <a:pt x="1707632" y="2278200"/>
                  </a:lnTo>
                  <a:lnTo>
                    <a:pt x="1708487" y="2278200"/>
                  </a:lnTo>
                  <a:lnTo>
                    <a:pt x="1709343" y="2278200"/>
                  </a:lnTo>
                  <a:lnTo>
                    <a:pt x="1710198" y="2278200"/>
                  </a:lnTo>
                  <a:lnTo>
                    <a:pt x="1711054" y="2278200"/>
                  </a:lnTo>
                  <a:lnTo>
                    <a:pt x="1711909" y="2278200"/>
                  </a:lnTo>
                  <a:lnTo>
                    <a:pt x="1712765" y="2278200"/>
                  </a:lnTo>
                  <a:lnTo>
                    <a:pt x="1713620" y="2278200"/>
                  </a:lnTo>
                  <a:lnTo>
                    <a:pt x="1714476" y="2266838"/>
                  </a:lnTo>
                  <a:lnTo>
                    <a:pt x="1715332" y="2257126"/>
                  </a:lnTo>
                  <a:lnTo>
                    <a:pt x="1716187" y="2270599"/>
                  </a:lnTo>
                  <a:lnTo>
                    <a:pt x="1717043" y="2252522"/>
                  </a:lnTo>
                  <a:lnTo>
                    <a:pt x="1717898" y="2200490"/>
                  </a:lnTo>
                  <a:lnTo>
                    <a:pt x="1718754" y="2177644"/>
                  </a:lnTo>
                  <a:lnTo>
                    <a:pt x="1719609" y="2201531"/>
                  </a:lnTo>
                  <a:lnTo>
                    <a:pt x="1720465" y="2236980"/>
                  </a:lnTo>
                  <a:lnTo>
                    <a:pt x="1721320" y="2205931"/>
                  </a:lnTo>
                  <a:lnTo>
                    <a:pt x="1722176" y="2245238"/>
                  </a:lnTo>
                  <a:lnTo>
                    <a:pt x="1723031" y="2215008"/>
                  </a:lnTo>
                  <a:lnTo>
                    <a:pt x="1723887" y="2259938"/>
                  </a:lnTo>
                  <a:lnTo>
                    <a:pt x="1724742" y="2237605"/>
                  </a:lnTo>
                  <a:lnTo>
                    <a:pt x="1725598" y="2246486"/>
                  </a:lnTo>
                  <a:lnTo>
                    <a:pt x="1726453" y="2256220"/>
                  </a:lnTo>
                  <a:lnTo>
                    <a:pt x="1727309" y="2278200"/>
                  </a:lnTo>
                  <a:lnTo>
                    <a:pt x="1728164" y="2278200"/>
                  </a:lnTo>
                  <a:lnTo>
                    <a:pt x="1729020" y="2254918"/>
                  </a:lnTo>
                  <a:lnTo>
                    <a:pt x="1729876" y="2209526"/>
                  </a:lnTo>
                  <a:lnTo>
                    <a:pt x="1730731" y="2234496"/>
                  </a:lnTo>
                  <a:lnTo>
                    <a:pt x="1731587" y="2265614"/>
                  </a:lnTo>
                  <a:lnTo>
                    <a:pt x="1732442" y="2263346"/>
                  </a:lnTo>
                  <a:lnTo>
                    <a:pt x="1733298" y="2227038"/>
                  </a:lnTo>
                  <a:lnTo>
                    <a:pt x="1734153" y="2209367"/>
                  </a:lnTo>
                  <a:lnTo>
                    <a:pt x="1735009" y="2246645"/>
                  </a:lnTo>
                  <a:lnTo>
                    <a:pt x="1735864" y="2234821"/>
                  </a:lnTo>
                  <a:lnTo>
                    <a:pt x="1736720" y="2223153"/>
                  </a:lnTo>
                  <a:lnTo>
                    <a:pt x="1737575" y="2223552"/>
                  </a:lnTo>
                  <a:lnTo>
                    <a:pt x="1738431" y="2222279"/>
                  </a:lnTo>
                  <a:lnTo>
                    <a:pt x="1739286" y="2232551"/>
                  </a:lnTo>
                  <a:lnTo>
                    <a:pt x="1740142" y="2244291"/>
                  </a:lnTo>
                  <a:lnTo>
                    <a:pt x="1740997" y="2262106"/>
                  </a:lnTo>
                  <a:lnTo>
                    <a:pt x="1741853" y="2278200"/>
                  </a:lnTo>
                  <a:lnTo>
                    <a:pt x="1742708" y="2275649"/>
                  </a:lnTo>
                  <a:lnTo>
                    <a:pt x="1743564" y="2269383"/>
                  </a:lnTo>
                  <a:lnTo>
                    <a:pt x="1744419" y="2273123"/>
                  </a:lnTo>
                  <a:lnTo>
                    <a:pt x="1745275" y="2270752"/>
                  </a:lnTo>
                  <a:lnTo>
                    <a:pt x="1746131" y="2278200"/>
                  </a:lnTo>
                  <a:lnTo>
                    <a:pt x="1746986" y="2257694"/>
                  </a:lnTo>
                  <a:lnTo>
                    <a:pt x="1747842" y="2248858"/>
                  </a:lnTo>
                  <a:lnTo>
                    <a:pt x="1748697" y="2236878"/>
                  </a:lnTo>
                  <a:lnTo>
                    <a:pt x="1749553" y="2237826"/>
                  </a:lnTo>
                  <a:lnTo>
                    <a:pt x="1750408" y="2267727"/>
                  </a:lnTo>
                  <a:lnTo>
                    <a:pt x="1751264" y="2226022"/>
                  </a:lnTo>
                  <a:lnTo>
                    <a:pt x="1752119" y="2260464"/>
                  </a:lnTo>
                  <a:lnTo>
                    <a:pt x="1752975" y="2249826"/>
                  </a:lnTo>
                  <a:lnTo>
                    <a:pt x="1753830" y="2236250"/>
                  </a:lnTo>
                  <a:lnTo>
                    <a:pt x="1754686" y="2261554"/>
                  </a:lnTo>
                  <a:lnTo>
                    <a:pt x="1755541" y="2196413"/>
                  </a:lnTo>
                  <a:lnTo>
                    <a:pt x="1756397" y="2178955"/>
                  </a:lnTo>
                  <a:lnTo>
                    <a:pt x="1757252" y="2156401"/>
                  </a:lnTo>
                  <a:lnTo>
                    <a:pt x="1758108" y="2182319"/>
                  </a:lnTo>
                  <a:lnTo>
                    <a:pt x="1758963" y="2226200"/>
                  </a:lnTo>
                  <a:lnTo>
                    <a:pt x="1759819" y="2146454"/>
                  </a:lnTo>
                  <a:lnTo>
                    <a:pt x="1760674" y="2147752"/>
                  </a:lnTo>
                  <a:lnTo>
                    <a:pt x="1761530" y="2175768"/>
                  </a:lnTo>
                  <a:lnTo>
                    <a:pt x="1762386" y="2174456"/>
                  </a:lnTo>
                  <a:lnTo>
                    <a:pt x="1763241" y="2227004"/>
                  </a:lnTo>
                  <a:lnTo>
                    <a:pt x="1764097" y="2202983"/>
                  </a:lnTo>
                  <a:lnTo>
                    <a:pt x="1764952" y="2199050"/>
                  </a:lnTo>
                  <a:lnTo>
                    <a:pt x="1765808" y="2218994"/>
                  </a:lnTo>
                  <a:lnTo>
                    <a:pt x="1766663" y="2200051"/>
                  </a:lnTo>
                  <a:lnTo>
                    <a:pt x="1767519" y="2188197"/>
                  </a:lnTo>
                  <a:lnTo>
                    <a:pt x="1768374" y="2217947"/>
                  </a:lnTo>
                  <a:lnTo>
                    <a:pt x="1769230" y="2242848"/>
                  </a:lnTo>
                  <a:lnTo>
                    <a:pt x="1770085" y="2241046"/>
                  </a:lnTo>
                  <a:lnTo>
                    <a:pt x="1770941" y="2238362"/>
                  </a:lnTo>
                  <a:lnTo>
                    <a:pt x="1771796" y="2272004"/>
                  </a:lnTo>
                  <a:lnTo>
                    <a:pt x="1772652" y="2250727"/>
                  </a:lnTo>
                  <a:lnTo>
                    <a:pt x="1773507" y="2225734"/>
                  </a:lnTo>
                  <a:lnTo>
                    <a:pt x="1774363" y="2237711"/>
                  </a:lnTo>
                  <a:lnTo>
                    <a:pt x="1775218" y="2266180"/>
                  </a:lnTo>
                  <a:lnTo>
                    <a:pt x="1776074" y="2260168"/>
                  </a:lnTo>
                  <a:lnTo>
                    <a:pt x="1776929" y="2253492"/>
                  </a:lnTo>
                  <a:lnTo>
                    <a:pt x="1777785" y="2271191"/>
                  </a:lnTo>
                  <a:lnTo>
                    <a:pt x="1778641" y="2278200"/>
                  </a:lnTo>
                  <a:lnTo>
                    <a:pt x="1779496" y="2278200"/>
                  </a:lnTo>
                  <a:lnTo>
                    <a:pt x="1780352" y="2243166"/>
                  </a:lnTo>
                  <a:lnTo>
                    <a:pt x="1781207" y="2264153"/>
                  </a:lnTo>
                  <a:lnTo>
                    <a:pt x="1782063" y="2217816"/>
                  </a:lnTo>
                  <a:lnTo>
                    <a:pt x="1782918" y="2278200"/>
                  </a:lnTo>
                  <a:lnTo>
                    <a:pt x="1783774" y="2226394"/>
                  </a:lnTo>
                  <a:lnTo>
                    <a:pt x="1784629" y="2163215"/>
                  </a:lnTo>
                  <a:lnTo>
                    <a:pt x="1785485" y="2142861"/>
                  </a:lnTo>
                  <a:lnTo>
                    <a:pt x="1786340" y="2145677"/>
                  </a:lnTo>
                  <a:lnTo>
                    <a:pt x="1787196" y="2198815"/>
                  </a:lnTo>
                  <a:lnTo>
                    <a:pt x="1788051" y="2181961"/>
                  </a:lnTo>
                  <a:lnTo>
                    <a:pt x="1788907" y="2199486"/>
                  </a:lnTo>
                  <a:lnTo>
                    <a:pt x="1789762" y="2163006"/>
                  </a:lnTo>
                  <a:lnTo>
                    <a:pt x="1790618" y="2248334"/>
                  </a:lnTo>
                  <a:lnTo>
                    <a:pt x="1791473" y="2247794"/>
                  </a:lnTo>
                  <a:lnTo>
                    <a:pt x="1792329" y="2262428"/>
                  </a:lnTo>
                  <a:lnTo>
                    <a:pt x="1793185" y="2218956"/>
                  </a:lnTo>
                  <a:lnTo>
                    <a:pt x="1794040" y="2217976"/>
                  </a:lnTo>
                  <a:lnTo>
                    <a:pt x="1794896" y="2273964"/>
                  </a:lnTo>
                  <a:lnTo>
                    <a:pt x="1795751" y="2182187"/>
                  </a:lnTo>
                  <a:lnTo>
                    <a:pt x="1796607" y="2175578"/>
                  </a:lnTo>
                  <a:lnTo>
                    <a:pt x="1797462" y="2147111"/>
                  </a:lnTo>
                  <a:lnTo>
                    <a:pt x="1798318" y="2129331"/>
                  </a:lnTo>
                  <a:lnTo>
                    <a:pt x="1799173" y="2192505"/>
                  </a:lnTo>
                  <a:lnTo>
                    <a:pt x="1800029" y="2126577"/>
                  </a:lnTo>
                  <a:lnTo>
                    <a:pt x="1800884" y="2135874"/>
                  </a:lnTo>
                  <a:lnTo>
                    <a:pt x="1801740" y="2120985"/>
                  </a:lnTo>
                  <a:lnTo>
                    <a:pt x="1802595" y="2154142"/>
                  </a:lnTo>
                  <a:lnTo>
                    <a:pt x="1803451" y="2200337"/>
                  </a:lnTo>
                  <a:lnTo>
                    <a:pt x="1804306" y="2146749"/>
                  </a:lnTo>
                  <a:lnTo>
                    <a:pt x="1805162" y="2172863"/>
                  </a:lnTo>
                  <a:lnTo>
                    <a:pt x="1806017" y="2140517"/>
                  </a:lnTo>
                  <a:lnTo>
                    <a:pt x="1806873" y="2091277"/>
                  </a:lnTo>
                  <a:lnTo>
                    <a:pt x="1807728" y="2048228"/>
                  </a:lnTo>
                  <a:lnTo>
                    <a:pt x="1808584" y="2052009"/>
                  </a:lnTo>
                  <a:lnTo>
                    <a:pt x="1809440" y="2108290"/>
                  </a:lnTo>
                  <a:lnTo>
                    <a:pt x="1810295" y="2174808"/>
                  </a:lnTo>
                  <a:lnTo>
                    <a:pt x="1811151" y="2120799"/>
                  </a:lnTo>
                  <a:lnTo>
                    <a:pt x="1812006" y="2130835"/>
                  </a:lnTo>
                  <a:lnTo>
                    <a:pt x="1812862" y="2108681"/>
                  </a:lnTo>
                  <a:lnTo>
                    <a:pt x="1813717" y="2173137"/>
                  </a:lnTo>
                  <a:lnTo>
                    <a:pt x="1814573" y="2135099"/>
                  </a:lnTo>
                  <a:lnTo>
                    <a:pt x="1815428" y="2075643"/>
                  </a:lnTo>
                  <a:lnTo>
                    <a:pt x="1816284" y="2015916"/>
                  </a:lnTo>
                  <a:lnTo>
                    <a:pt x="1817139" y="2106463"/>
                  </a:lnTo>
                  <a:lnTo>
                    <a:pt x="1817995" y="2187356"/>
                  </a:lnTo>
                  <a:lnTo>
                    <a:pt x="1818850" y="2181801"/>
                  </a:lnTo>
                  <a:lnTo>
                    <a:pt x="1819706" y="2187915"/>
                  </a:lnTo>
                  <a:lnTo>
                    <a:pt x="1820561" y="2162402"/>
                  </a:lnTo>
                  <a:lnTo>
                    <a:pt x="1821417" y="2254255"/>
                  </a:lnTo>
                  <a:lnTo>
                    <a:pt x="1822272" y="2267582"/>
                  </a:lnTo>
                  <a:lnTo>
                    <a:pt x="1823128" y="2185739"/>
                  </a:lnTo>
                  <a:lnTo>
                    <a:pt x="1823983" y="2182045"/>
                  </a:lnTo>
                  <a:lnTo>
                    <a:pt x="1824839" y="2203535"/>
                  </a:lnTo>
                  <a:lnTo>
                    <a:pt x="1825695" y="2260730"/>
                  </a:lnTo>
                  <a:lnTo>
                    <a:pt x="1826550" y="2200862"/>
                  </a:lnTo>
                  <a:lnTo>
                    <a:pt x="1827406" y="2150313"/>
                  </a:lnTo>
                  <a:lnTo>
                    <a:pt x="1828261" y="2161091"/>
                  </a:lnTo>
                  <a:lnTo>
                    <a:pt x="1829117" y="2169175"/>
                  </a:lnTo>
                  <a:lnTo>
                    <a:pt x="1829972" y="2170617"/>
                  </a:lnTo>
                  <a:lnTo>
                    <a:pt x="1830828" y="2132711"/>
                  </a:lnTo>
                  <a:lnTo>
                    <a:pt x="1831683" y="2178338"/>
                  </a:lnTo>
                  <a:lnTo>
                    <a:pt x="1832539" y="2215616"/>
                  </a:lnTo>
                  <a:lnTo>
                    <a:pt x="1833394" y="2219018"/>
                  </a:lnTo>
                  <a:lnTo>
                    <a:pt x="1834250" y="2173035"/>
                  </a:lnTo>
                  <a:lnTo>
                    <a:pt x="1835105" y="2161504"/>
                  </a:lnTo>
                  <a:lnTo>
                    <a:pt x="1835961" y="2161360"/>
                  </a:lnTo>
                  <a:lnTo>
                    <a:pt x="1836816" y="2159178"/>
                  </a:lnTo>
                  <a:lnTo>
                    <a:pt x="1837672" y="2167366"/>
                  </a:lnTo>
                  <a:lnTo>
                    <a:pt x="1838527" y="2198421"/>
                  </a:lnTo>
                  <a:lnTo>
                    <a:pt x="1839383" y="2204329"/>
                  </a:lnTo>
                  <a:lnTo>
                    <a:pt x="1840239" y="2198486"/>
                  </a:lnTo>
                  <a:lnTo>
                    <a:pt x="1841094" y="2223324"/>
                  </a:lnTo>
                  <a:lnTo>
                    <a:pt x="1841950" y="2271614"/>
                  </a:lnTo>
                  <a:lnTo>
                    <a:pt x="1842805" y="2253885"/>
                  </a:lnTo>
                  <a:lnTo>
                    <a:pt x="1843661" y="2219452"/>
                  </a:lnTo>
                  <a:lnTo>
                    <a:pt x="1844516" y="2183993"/>
                  </a:lnTo>
                  <a:lnTo>
                    <a:pt x="1845372" y="2157396"/>
                  </a:lnTo>
                  <a:lnTo>
                    <a:pt x="1846227" y="2199664"/>
                  </a:lnTo>
                  <a:lnTo>
                    <a:pt x="1847083" y="2215532"/>
                  </a:lnTo>
                  <a:lnTo>
                    <a:pt x="1847938" y="2228528"/>
                  </a:lnTo>
                  <a:lnTo>
                    <a:pt x="1848794" y="2243062"/>
                  </a:lnTo>
                  <a:lnTo>
                    <a:pt x="1849649" y="2218003"/>
                  </a:lnTo>
                  <a:lnTo>
                    <a:pt x="1850505" y="2197142"/>
                  </a:lnTo>
                  <a:lnTo>
                    <a:pt x="1851360" y="2253553"/>
                  </a:lnTo>
                  <a:lnTo>
                    <a:pt x="1852216" y="2238040"/>
                  </a:lnTo>
                  <a:lnTo>
                    <a:pt x="1853071" y="2220356"/>
                  </a:lnTo>
                  <a:lnTo>
                    <a:pt x="1853927" y="2200107"/>
                  </a:lnTo>
                  <a:lnTo>
                    <a:pt x="1854782" y="2196658"/>
                  </a:lnTo>
                  <a:lnTo>
                    <a:pt x="1855638" y="2196087"/>
                  </a:lnTo>
                  <a:lnTo>
                    <a:pt x="1856494" y="2210566"/>
                  </a:lnTo>
                  <a:lnTo>
                    <a:pt x="1857349" y="2226824"/>
                  </a:lnTo>
                  <a:lnTo>
                    <a:pt x="1858205" y="2239772"/>
                  </a:lnTo>
                  <a:lnTo>
                    <a:pt x="1859060" y="2230405"/>
                  </a:lnTo>
                  <a:lnTo>
                    <a:pt x="1859916" y="2278200"/>
                  </a:lnTo>
                  <a:lnTo>
                    <a:pt x="1860771" y="2278200"/>
                  </a:lnTo>
                  <a:lnTo>
                    <a:pt x="1861627" y="2278200"/>
                  </a:lnTo>
                  <a:lnTo>
                    <a:pt x="1862482" y="2278200"/>
                  </a:lnTo>
                  <a:lnTo>
                    <a:pt x="1863338" y="2278200"/>
                  </a:lnTo>
                  <a:lnTo>
                    <a:pt x="1864193" y="2278200"/>
                  </a:lnTo>
                  <a:lnTo>
                    <a:pt x="1865049" y="2278200"/>
                  </a:lnTo>
                  <a:lnTo>
                    <a:pt x="1865904" y="2278200"/>
                  </a:lnTo>
                  <a:lnTo>
                    <a:pt x="1866760" y="2278200"/>
                  </a:lnTo>
                  <a:lnTo>
                    <a:pt x="1867615" y="2278200"/>
                  </a:lnTo>
                  <a:lnTo>
                    <a:pt x="1868471" y="2264787"/>
                  </a:lnTo>
                  <a:lnTo>
                    <a:pt x="1869326" y="2265793"/>
                  </a:lnTo>
                  <a:lnTo>
                    <a:pt x="1870182" y="2261901"/>
                  </a:lnTo>
                  <a:lnTo>
                    <a:pt x="1871037" y="2265382"/>
                  </a:lnTo>
                  <a:lnTo>
                    <a:pt x="1871893" y="2221672"/>
                  </a:lnTo>
                  <a:lnTo>
                    <a:pt x="1872749" y="2196401"/>
                  </a:lnTo>
                  <a:lnTo>
                    <a:pt x="1873604" y="2203554"/>
                  </a:lnTo>
                  <a:lnTo>
                    <a:pt x="1874460" y="2201519"/>
                  </a:lnTo>
                  <a:lnTo>
                    <a:pt x="1875315" y="2206243"/>
                  </a:lnTo>
                  <a:lnTo>
                    <a:pt x="1876171" y="2233527"/>
                  </a:lnTo>
                  <a:lnTo>
                    <a:pt x="1877026" y="2278200"/>
                  </a:lnTo>
                  <a:lnTo>
                    <a:pt x="1877882" y="2278200"/>
                  </a:lnTo>
                  <a:lnTo>
                    <a:pt x="1878737" y="2278200"/>
                  </a:lnTo>
                  <a:lnTo>
                    <a:pt x="1879593" y="2267189"/>
                  </a:lnTo>
                  <a:lnTo>
                    <a:pt x="1880448" y="2242254"/>
                  </a:lnTo>
                  <a:lnTo>
                    <a:pt x="1881304" y="2222942"/>
                  </a:lnTo>
                  <a:lnTo>
                    <a:pt x="1882159" y="2240454"/>
                  </a:lnTo>
                  <a:lnTo>
                    <a:pt x="1883015" y="2205237"/>
                  </a:lnTo>
                  <a:lnTo>
                    <a:pt x="1883870" y="2229951"/>
                  </a:lnTo>
                  <a:lnTo>
                    <a:pt x="1884726" y="2240491"/>
                  </a:lnTo>
                  <a:lnTo>
                    <a:pt x="1885581" y="2278200"/>
                  </a:lnTo>
                  <a:lnTo>
                    <a:pt x="1886437" y="2278200"/>
                  </a:lnTo>
                  <a:lnTo>
                    <a:pt x="1887293" y="2278200"/>
                  </a:lnTo>
                  <a:lnTo>
                    <a:pt x="1888148" y="2270338"/>
                  </a:lnTo>
                  <a:lnTo>
                    <a:pt x="1889004" y="2257382"/>
                  </a:lnTo>
                  <a:lnTo>
                    <a:pt x="1889859" y="2278200"/>
                  </a:lnTo>
                  <a:lnTo>
                    <a:pt x="1890715" y="2278200"/>
                  </a:lnTo>
                  <a:lnTo>
                    <a:pt x="1891570" y="2278200"/>
                  </a:lnTo>
                  <a:lnTo>
                    <a:pt x="1892426" y="2278200"/>
                  </a:lnTo>
                  <a:lnTo>
                    <a:pt x="1893281" y="2278200"/>
                  </a:lnTo>
                  <a:lnTo>
                    <a:pt x="1894137" y="2206110"/>
                  </a:lnTo>
                  <a:lnTo>
                    <a:pt x="1894992" y="2179493"/>
                  </a:lnTo>
                  <a:lnTo>
                    <a:pt x="1895848" y="2175129"/>
                  </a:lnTo>
                  <a:lnTo>
                    <a:pt x="1896703" y="2174226"/>
                  </a:lnTo>
                  <a:lnTo>
                    <a:pt x="1897559" y="2151339"/>
                  </a:lnTo>
                  <a:lnTo>
                    <a:pt x="1898414" y="2166965"/>
                  </a:lnTo>
                  <a:lnTo>
                    <a:pt x="1899270" y="2129882"/>
                  </a:lnTo>
                  <a:lnTo>
                    <a:pt x="1900125" y="2167538"/>
                  </a:lnTo>
                  <a:lnTo>
                    <a:pt x="1900981" y="2158256"/>
                  </a:lnTo>
                  <a:lnTo>
                    <a:pt x="1901836" y="2100628"/>
                  </a:lnTo>
                  <a:lnTo>
                    <a:pt x="1902692" y="2103561"/>
                  </a:lnTo>
                  <a:lnTo>
                    <a:pt x="1903548" y="2142077"/>
                  </a:lnTo>
                  <a:lnTo>
                    <a:pt x="1904403" y="2147731"/>
                  </a:lnTo>
                  <a:lnTo>
                    <a:pt x="1905259" y="2130643"/>
                  </a:lnTo>
                  <a:lnTo>
                    <a:pt x="1906114" y="2087963"/>
                  </a:lnTo>
                  <a:lnTo>
                    <a:pt x="1906970" y="2107101"/>
                  </a:lnTo>
                  <a:lnTo>
                    <a:pt x="1907825" y="2101061"/>
                  </a:lnTo>
                  <a:lnTo>
                    <a:pt x="1908681" y="2091678"/>
                  </a:lnTo>
                  <a:lnTo>
                    <a:pt x="1909536" y="2088425"/>
                  </a:lnTo>
                  <a:lnTo>
                    <a:pt x="1910392" y="2067001"/>
                  </a:lnTo>
                  <a:lnTo>
                    <a:pt x="1911247" y="2117123"/>
                  </a:lnTo>
                  <a:lnTo>
                    <a:pt x="1912103" y="2123808"/>
                  </a:lnTo>
                  <a:lnTo>
                    <a:pt x="1912958" y="2151546"/>
                  </a:lnTo>
                  <a:lnTo>
                    <a:pt x="1913814" y="2183124"/>
                  </a:lnTo>
                  <a:lnTo>
                    <a:pt x="1914669" y="2216280"/>
                  </a:lnTo>
                  <a:lnTo>
                    <a:pt x="1915525" y="2200158"/>
                  </a:lnTo>
                  <a:lnTo>
                    <a:pt x="1916380" y="2189717"/>
                  </a:lnTo>
                  <a:lnTo>
                    <a:pt x="1917236" y="2128089"/>
                  </a:lnTo>
                  <a:lnTo>
                    <a:pt x="1918091" y="2093343"/>
                  </a:lnTo>
                  <a:lnTo>
                    <a:pt x="1918947" y="2095141"/>
                  </a:lnTo>
                  <a:lnTo>
                    <a:pt x="1919803" y="2094520"/>
                  </a:lnTo>
                  <a:lnTo>
                    <a:pt x="1920658" y="2123159"/>
                  </a:lnTo>
                  <a:lnTo>
                    <a:pt x="1921514" y="2103448"/>
                  </a:lnTo>
                  <a:lnTo>
                    <a:pt x="1922369" y="2145353"/>
                  </a:lnTo>
                  <a:lnTo>
                    <a:pt x="1923225" y="2134580"/>
                  </a:lnTo>
                  <a:lnTo>
                    <a:pt x="1924080" y="2189660"/>
                  </a:lnTo>
                  <a:lnTo>
                    <a:pt x="1924936" y="2106990"/>
                  </a:lnTo>
                  <a:lnTo>
                    <a:pt x="1925791" y="2044530"/>
                  </a:lnTo>
                  <a:lnTo>
                    <a:pt x="1926647" y="2056237"/>
                  </a:lnTo>
                  <a:lnTo>
                    <a:pt x="1927502" y="2100834"/>
                  </a:lnTo>
                  <a:lnTo>
                    <a:pt x="1928358" y="2098812"/>
                  </a:lnTo>
                  <a:lnTo>
                    <a:pt x="1929213" y="2086452"/>
                  </a:lnTo>
                  <a:lnTo>
                    <a:pt x="1930069" y="2020809"/>
                  </a:lnTo>
                  <a:lnTo>
                    <a:pt x="1930924" y="2013411"/>
                  </a:lnTo>
                  <a:lnTo>
                    <a:pt x="1931780" y="1959894"/>
                  </a:lnTo>
                  <a:lnTo>
                    <a:pt x="1932635" y="1983153"/>
                  </a:lnTo>
                  <a:lnTo>
                    <a:pt x="1933491" y="1943418"/>
                  </a:lnTo>
                  <a:lnTo>
                    <a:pt x="1934347" y="1965767"/>
                  </a:lnTo>
                  <a:lnTo>
                    <a:pt x="1935202" y="1989459"/>
                  </a:lnTo>
                  <a:lnTo>
                    <a:pt x="1936058" y="2034210"/>
                  </a:lnTo>
                  <a:lnTo>
                    <a:pt x="1936913" y="2055630"/>
                  </a:lnTo>
                  <a:lnTo>
                    <a:pt x="1937769" y="2098082"/>
                  </a:lnTo>
                  <a:lnTo>
                    <a:pt x="1938624" y="2197953"/>
                  </a:lnTo>
                  <a:lnTo>
                    <a:pt x="1939480" y="2170492"/>
                  </a:lnTo>
                  <a:lnTo>
                    <a:pt x="1940335" y="2235119"/>
                  </a:lnTo>
                  <a:lnTo>
                    <a:pt x="1941191" y="2262153"/>
                  </a:lnTo>
                  <a:lnTo>
                    <a:pt x="1942046" y="2229336"/>
                  </a:lnTo>
                  <a:lnTo>
                    <a:pt x="1942902" y="2171832"/>
                  </a:lnTo>
                  <a:lnTo>
                    <a:pt x="1943757" y="2101314"/>
                  </a:lnTo>
                  <a:lnTo>
                    <a:pt x="1944613" y="2155030"/>
                  </a:lnTo>
                  <a:lnTo>
                    <a:pt x="1945468" y="2111231"/>
                  </a:lnTo>
                  <a:lnTo>
                    <a:pt x="1946324" y="2060265"/>
                  </a:lnTo>
                  <a:lnTo>
                    <a:pt x="1947179" y="2081904"/>
                  </a:lnTo>
                  <a:lnTo>
                    <a:pt x="1948035" y="2111088"/>
                  </a:lnTo>
                  <a:lnTo>
                    <a:pt x="1948890" y="2141463"/>
                  </a:lnTo>
                  <a:lnTo>
                    <a:pt x="1949746" y="2173721"/>
                  </a:lnTo>
                  <a:lnTo>
                    <a:pt x="1950602" y="2148721"/>
                  </a:lnTo>
                  <a:lnTo>
                    <a:pt x="1951457" y="2170241"/>
                  </a:lnTo>
                  <a:lnTo>
                    <a:pt x="1952313" y="2163837"/>
                  </a:lnTo>
                  <a:lnTo>
                    <a:pt x="1953168" y="2175599"/>
                  </a:lnTo>
                  <a:lnTo>
                    <a:pt x="1954024" y="2133326"/>
                  </a:lnTo>
                  <a:lnTo>
                    <a:pt x="1954879" y="2100190"/>
                  </a:lnTo>
                  <a:lnTo>
                    <a:pt x="1955735" y="2096581"/>
                  </a:lnTo>
                  <a:lnTo>
                    <a:pt x="1956590" y="2116744"/>
                  </a:lnTo>
                  <a:lnTo>
                    <a:pt x="1957446" y="2112256"/>
                  </a:lnTo>
                  <a:lnTo>
                    <a:pt x="1958301" y="2080568"/>
                  </a:lnTo>
                  <a:lnTo>
                    <a:pt x="1959157" y="2139441"/>
                  </a:lnTo>
                  <a:lnTo>
                    <a:pt x="1960012" y="2135723"/>
                  </a:lnTo>
                  <a:lnTo>
                    <a:pt x="1960868" y="2136880"/>
                  </a:lnTo>
                  <a:lnTo>
                    <a:pt x="1961723" y="2141397"/>
                  </a:lnTo>
                  <a:lnTo>
                    <a:pt x="1962579" y="2172153"/>
                  </a:lnTo>
                  <a:lnTo>
                    <a:pt x="1963434" y="2182256"/>
                  </a:lnTo>
                  <a:lnTo>
                    <a:pt x="1964290" y="2159018"/>
                  </a:lnTo>
                  <a:lnTo>
                    <a:pt x="1965145" y="2178895"/>
                  </a:lnTo>
                  <a:lnTo>
                    <a:pt x="1966001" y="2204279"/>
                  </a:lnTo>
                  <a:lnTo>
                    <a:pt x="1966857" y="2194543"/>
                  </a:lnTo>
                  <a:lnTo>
                    <a:pt x="1967712" y="2152149"/>
                  </a:lnTo>
                  <a:lnTo>
                    <a:pt x="1968568" y="2144250"/>
                  </a:lnTo>
                  <a:lnTo>
                    <a:pt x="1969423" y="2089739"/>
                  </a:lnTo>
                  <a:lnTo>
                    <a:pt x="1970279" y="2088810"/>
                  </a:lnTo>
                  <a:lnTo>
                    <a:pt x="1971134" y="2030470"/>
                  </a:lnTo>
                  <a:lnTo>
                    <a:pt x="1971990" y="1966464"/>
                  </a:lnTo>
                  <a:lnTo>
                    <a:pt x="1972845" y="2026917"/>
                  </a:lnTo>
                  <a:lnTo>
                    <a:pt x="1973701" y="1984440"/>
                  </a:lnTo>
                  <a:lnTo>
                    <a:pt x="1974556" y="2009799"/>
                  </a:lnTo>
                  <a:lnTo>
                    <a:pt x="1975412" y="2004107"/>
                  </a:lnTo>
                  <a:lnTo>
                    <a:pt x="1976267" y="2048803"/>
                  </a:lnTo>
                  <a:lnTo>
                    <a:pt x="1977123" y="2056960"/>
                  </a:lnTo>
                  <a:lnTo>
                    <a:pt x="1977978" y="2001772"/>
                  </a:lnTo>
                  <a:lnTo>
                    <a:pt x="1978834" y="2020188"/>
                  </a:lnTo>
                  <a:lnTo>
                    <a:pt x="1979689" y="2086621"/>
                  </a:lnTo>
                  <a:lnTo>
                    <a:pt x="1980545" y="2130782"/>
                  </a:lnTo>
                  <a:lnTo>
                    <a:pt x="1981401" y="2146638"/>
                  </a:lnTo>
                  <a:lnTo>
                    <a:pt x="1982256" y="2123935"/>
                  </a:lnTo>
                  <a:lnTo>
                    <a:pt x="1983112" y="2145849"/>
                  </a:lnTo>
                  <a:lnTo>
                    <a:pt x="1983967" y="2183192"/>
                  </a:lnTo>
                  <a:lnTo>
                    <a:pt x="1984823" y="2242032"/>
                  </a:lnTo>
                  <a:lnTo>
                    <a:pt x="1985678" y="2238402"/>
                  </a:lnTo>
                  <a:lnTo>
                    <a:pt x="1986534" y="2222277"/>
                  </a:lnTo>
                  <a:lnTo>
                    <a:pt x="1987389" y="2233205"/>
                  </a:lnTo>
                  <a:lnTo>
                    <a:pt x="1988245" y="2230786"/>
                  </a:lnTo>
                  <a:lnTo>
                    <a:pt x="1989100" y="2209906"/>
                  </a:lnTo>
                  <a:lnTo>
                    <a:pt x="1989956" y="2221803"/>
                  </a:lnTo>
                  <a:lnTo>
                    <a:pt x="1990811" y="2172301"/>
                  </a:lnTo>
                  <a:lnTo>
                    <a:pt x="1991667" y="2116431"/>
                  </a:lnTo>
                  <a:lnTo>
                    <a:pt x="1992522" y="2133247"/>
                  </a:lnTo>
                  <a:lnTo>
                    <a:pt x="1993378" y="2147684"/>
                  </a:lnTo>
                  <a:lnTo>
                    <a:pt x="1994233" y="2164066"/>
                  </a:lnTo>
                  <a:lnTo>
                    <a:pt x="1995089" y="2103167"/>
                  </a:lnTo>
                  <a:lnTo>
                    <a:pt x="1995944" y="2085084"/>
                  </a:lnTo>
                  <a:lnTo>
                    <a:pt x="1996800" y="2046267"/>
                  </a:lnTo>
                  <a:lnTo>
                    <a:pt x="1997656" y="2101502"/>
                  </a:lnTo>
                  <a:lnTo>
                    <a:pt x="1998511" y="2154724"/>
                  </a:lnTo>
                  <a:lnTo>
                    <a:pt x="1999367" y="2109760"/>
                  </a:lnTo>
                  <a:lnTo>
                    <a:pt x="2000222" y="2140643"/>
                  </a:lnTo>
                  <a:lnTo>
                    <a:pt x="2001078" y="2146394"/>
                  </a:lnTo>
                  <a:lnTo>
                    <a:pt x="2001933" y="2084315"/>
                  </a:lnTo>
                  <a:lnTo>
                    <a:pt x="2002789" y="2110511"/>
                  </a:lnTo>
                  <a:lnTo>
                    <a:pt x="2003644" y="2080284"/>
                  </a:lnTo>
                  <a:lnTo>
                    <a:pt x="2004500" y="2079815"/>
                  </a:lnTo>
                  <a:lnTo>
                    <a:pt x="2005355" y="2088474"/>
                  </a:lnTo>
                  <a:lnTo>
                    <a:pt x="2006211" y="2164123"/>
                  </a:lnTo>
                  <a:lnTo>
                    <a:pt x="2007066" y="2176628"/>
                  </a:lnTo>
                  <a:lnTo>
                    <a:pt x="2007922" y="2094884"/>
                  </a:lnTo>
                  <a:lnTo>
                    <a:pt x="2008777" y="2114911"/>
                  </a:lnTo>
                  <a:lnTo>
                    <a:pt x="2009633" y="2092022"/>
                  </a:lnTo>
                  <a:lnTo>
                    <a:pt x="2010488" y="2084417"/>
                  </a:lnTo>
                  <a:lnTo>
                    <a:pt x="2011344" y="2047927"/>
                  </a:lnTo>
                  <a:lnTo>
                    <a:pt x="2012199" y="2020746"/>
                  </a:lnTo>
                  <a:lnTo>
                    <a:pt x="2013055" y="2089634"/>
                  </a:lnTo>
                  <a:lnTo>
                    <a:pt x="2013911" y="2122608"/>
                  </a:lnTo>
                  <a:lnTo>
                    <a:pt x="2014766" y="2083921"/>
                  </a:lnTo>
                  <a:lnTo>
                    <a:pt x="2015622" y="2092423"/>
                  </a:lnTo>
                  <a:lnTo>
                    <a:pt x="2016477" y="2196414"/>
                  </a:lnTo>
                  <a:lnTo>
                    <a:pt x="2017333" y="2227161"/>
                  </a:lnTo>
                  <a:lnTo>
                    <a:pt x="2018188" y="2219661"/>
                  </a:lnTo>
                  <a:lnTo>
                    <a:pt x="2019044" y="2207406"/>
                  </a:lnTo>
                  <a:lnTo>
                    <a:pt x="2019899" y="2255907"/>
                  </a:lnTo>
                  <a:lnTo>
                    <a:pt x="2020755" y="2278200"/>
                  </a:lnTo>
                  <a:lnTo>
                    <a:pt x="2021610" y="2278200"/>
                  </a:lnTo>
                  <a:lnTo>
                    <a:pt x="2022466" y="2266758"/>
                  </a:lnTo>
                  <a:lnTo>
                    <a:pt x="2023321" y="2259564"/>
                  </a:lnTo>
                  <a:lnTo>
                    <a:pt x="2024177" y="2278200"/>
                  </a:lnTo>
                  <a:lnTo>
                    <a:pt x="2025032" y="2278200"/>
                  </a:lnTo>
                  <a:lnTo>
                    <a:pt x="2025888" y="2250548"/>
                  </a:lnTo>
                  <a:lnTo>
                    <a:pt x="2026743" y="2238727"/>
                  </a:lnTo>
                  <a:lnTo>
                    <a:pt x="2027599" y="2248736"/>
                  </a:lnTo>
                  <a:lnTo>
                    <a:pt x="2028454" y="2267453"/>
                  </a:lnTo>
                  <a:lnTo>
                    <a:pt x="2029310" y="2264044"/>
                  </a:lnTo>
                  <a:lnTo>
                    <a:pt x="2030166" y="2271647"/>
                  </a:lnTo>
                  <a:lnTo>
                    <a:pt x="2031021" y="2272329"/>
                  </a:lnTo>
                  <a:lnTo>
                    <a:pt x="2031877" y="2278200"/>
                  </a:lnTo>
                  <a:lnTo>
                    <a:pt x="2032732" y="2239581"/>
                  </a:lnTo>
                  <a:lnTo>
                    <a:pt x="2033588" y="2212291"/>
                  </a:lnTo>
                  <a:lnTo>
                    <a:pt x="2034443" y="2224869"/>
                  </a:lnTo>
                  <a:lnTo>
                    <a:pt x="2035299" y="2257356"/>
                  </a:lnTo>
                  <a:lnTo>
                    <a:pt x="2036154" y="2268608"/>
                  </a:lnTo>
                  <a:lnTo>
                    <a:pt x="2037010" y="2251344"/>
                  </a:lnTo>
                  <a:lnTo>
                    <a:pt x="2037865" y="2278200"/>
                  </a:lnTo>
                  <a:lnTo>
                    <a:pt x="2038721" y="2278200"/>
                  </a:lnTo>
                  <a:lnTo>
                    <a:pt x="2039576" y="2278200"/>
                  </a:lnTo>
                  <a:lnTo>
                    <a:pt x="2040432" y="2278200"/>
                  </a:lnTo>
                  <a:lnTo>
                    <a:pt x="2041287" y="2272912"/>
                  </a:lnTo>
                  <a:lnTo>
                    <a:pt x="2042143" y="2217863"/>
                  </a:lnTo>
                  <a:lnTo>
                    <a:pt x="2042998" y="2235366"/>
                  </a:lnTo>
                  <a:lnTo>
                    <a:pt x="2043854" y="2238147"/>
                  </a:lnTo>
                  <a:lnTo>
                    <a:pt x="2044710" y="2204716"/>
                  </a:lnTo>
                  <a:lnTo>
                    <a:pt x="2045565" y="2185147"/>
                  </a:lnTo>
                  <a:lnTo>
                    <a:pt x="2046421" y="2200616"/>
                  </a:lnTo>
                  <a:lnTo>
                    <a:pt x="2047276" y="2212231"/>
                  </a:lnTo>
                  <a:lnTo>
                    <a:pt x="2048132" y="2187897"/>
                  </a:lnTo>
                  <a:lnTo>
                    <a:pt x="2048987" y="2145946"/>
                  </a:lnTo>
                  <a:lnTo>
                    <a:pt x="2049843" y="2101194"/>
                  </a:lnTo>
                  <a:lnTo>
                    <a:pt x="2050698" y="2117260"/>
                  </a:lnTo>
                  <a:lnTo>
                    <a:pt x="2051554" y="2132561"/>
                  </a:lnTo>
                  <a:lnTo>
                    <a:pt x="2052409" y="2110916"/>
                  </a:lnTo>
                  <a:lnTo>
                    <a:pt x="2053265" y="2061555"/>
                  </a:lnTo>
                  <a:lnTo>
                    <a:pt x="2054120" y="2073462"/>
                  </a:lnTo>
                  <a:lnTo>
                    <a:pt x="2054976" y="2133552"/>
                  </a:lnTo>
                  <a:lnTo>
                    <a:pt x="2055831" y="2118145"/>
                  </a:lnTo>
                  <a:lnTo>
                    <a:pt x="2056687" y="2102591"/>
                  </a:lnTo>
                  <a:lnTo>
                    <a:pt x="2057542" y="2077808"/>
                  </a:lnTo>
                  <a:lnTo>
                    <a:pt x="2058398" y="2115913"/>
                  </a:lnTo>
                  <a:lnTo>
                    <a:pt x="2059253" y="2144756"/>
                  </a:lnTo>
                  <a:lnTo>
                    <a:pt x="2060109" y="2090087"/>
                  </a:lnTo>
                  <a:lnTo>
                    <a:pt x="2060965" y="2046367"/>
                  </a:lnTo>
                  <a:lnTo>
                    <a:pt x="2061820" y="2033925"/>
                  </a:lnTo>
                  <a:lnTo>
                    <a:pt x="2062676" y="2060155"/>
                  </a:lnTo>
                  <a:lnTo>
                    <a:pt x="2063531" y="2066509"/>
                  </a:lnTo>
                  <a:lnTo>
                    <a:pt x="2064387" y="2063149"/>
                  </a:lnTo>
                  <a:lnTo>
                    <a:pt x="2065242" y="2067391"/>
                  </a:lnTo>
                  <a:lnTo>
                    <a:pt x="2066098" y="2014126"/>
                  </a:lnTo>
                  <a:lnTo>
                    <a:pt x="2066953" y="2081545"/>
                  </a:lnTo>
                  <a:lnTo>
                    <a:pt x="2067809" y="2041038"/>
                  </a:lnTo>
                  <a:lnTo>
                    <a:pt x="2068664" y="2038475"/>
                  </a:lnTo>
                  <a:lnTo>
                    <a:pt x="2069520" y="2063164"/>
                  </a:lnTo>
                  <a:lnTo>
                    <a:pt x="2070375" y="2066439"/>
                  </a:lnTo>
                  <a:lnTo>
                    <a:pt x="2071231" y="2123375"/>
                  </a:lnTo>
                  <a:lnTo>
                    <a:pt x="2072086" y="2111962"/>
                  </a:lnTo>
                  <a:lnTo>
                    <a:pt x="2072942" y="2107475"/>
                  </a:lnTo>
                  <a:lnTo>
                    <a:pt x="2073797" y="2179349"/>
                  </a:lnTo>
                  <a:lnTo>
                    <a:pt x="2074653" y="2167129"/>
                  </a:lnTo>
                  <a:lnTo>
                    <a:pt x="2075508" y="2125132"/>
                  </a:lnTo>
                  <a:lnTo>
                    <a:pt x="2076364" y="2142296"/>
                  </a:lnTo>
                  <a:lnTo>
                    <a:pt x="2077220" y="2151444"/>
                  </a:lnTo>
                  <a:lnTo>
                    <a:pt x="2078075" y="2214313"/>
                  </a:lnTo>
                  <a:lnTo>
                    <a:pt x="2078931" y="2200946"/>
                  </a:lnTo>
                  <a:lnTo>
                    <a:pt x="2079786" y="2126829"/>
                  </a:lnTo>
                  <a:lnTo>
                    <a:pt x="2080642" y="2168839"/>
                  </a:lnTo>
                  <a:lnTo>
                    <a:pt x="2081497" y="2200429"/>
                  </a:lnTo>
                  <a:lnTo>
                    <a:pt x="2082353" y="2189824"/>
                  </a:lnTo>
                  <a:lnTo>
                    <a:pt x="2083208" y="2210634"/>
                  </a:lnTo>
                  <a:lnTo>
                    <a:pt x="2084064" y="2200468"/>
                  </a:lnTo>
                  <a:lnTo>
                    <a:pt x="2084919" y="2231302"/>
                  </a:lnTo>
                  <a:lnTo>
                    <a:pt x="2085775" y="2231574"/>
                  </a:lnTo>
                  <a:lnTo>
                    <a:pt x="2086630" y="2244616"/>
                  </a:lnTo>
                  <a:lnTo>
                    <a:pt x="2087486" y="2261111"/>
                  </a:lnTo>
                  <a:lnTo>
                    <a:pt x="2088341" y="2263126"/>
                  </a:lnTo>
                  <a:lnTo>
                    <a:pt x="2089197" y="2261094"/>
                  </a:lnTo>
                  <a:lnTo>
                    <a:pt x="2090052" y="2248067"/>
                  </a:lnTo>
                  <a:lnTo>
                    <a:pt x="2090908" y="2242690"/>
                  </a:lnTo>
                  <a:lnTo>
                    <a:pt x="2091764" y="2261222"/>
                  </a:lnTo>
                  <a:lnTo>
                    <a:pt x="2092619" y="2251945"/>
                  </a:lnTo>
                  <a:lnTo>
                    <a:pt x="2093475" y="2234187"/>
                  </a:lnTo>
                  <a:lnTo>
                    <a:pt x="2094330" y="2242738"/>
                  </a:lnTo>
                  <a:lnTo>
                    <a:pt x="2095186" y="2228921"/>
                  </a:lnTo>
                  <a:lnTo>
                    <a:pt x="2096041" y="2235043"/>
                  </a:lnTo>
                  <a:lnTo>
                    <a:pt x="2096897" y="2262611"/>
                  </a:lnTo>
                  <a:lnTo>
                    <a:pt x="2097752" y="2234453"/>
                  </a:lnTo>
                  <a:lnTo>
                    <a:pt x="2098608" y="2219710"/>
                  </a:lnTo>
                  <a:lnTo>
                    <a:pt x="2099463" y="2200255"/>
                  </a:lnTo>
                  <a:lnTo>
                    <a:pt x="2100319" y="2203762"/>
                  </a:lnTo>
                  <a:lnTo>
                    <a:pt x="2101174" y="2180165"/>
                  </a:lnTo>
                  <a:lnTo>
                    <a:pt x="2102030" y="2175204"/>
                  </a:lnTo>
                  <a:lnTo>
                    <a:pt x="2102885" y="2165921"/>
                  </a:lnTo>
                  <a:lnTo>
                    <a:pt x="2103741" y="2150548"/>
                  </a:lnTo>
                  <a:lnTo>
                    <a:pt x="2104596" y="2159693"/>
                  </a:lnTo>
                  <a:lnTo>
                    <a:pt x="2105452" y="2181360"/>
                  </a:lnTo>
                  <a:lnTo>
                    <a:pt x="2106307" y="2226631"/>
                  </a:lnTo>
                  <a:lnTo>
                    <a:pt x="2107163" y="2243004"/>
                  </a:lnTo>
                  <a:lnTo>
                    <a:pt x="2108019" y="2187711"/>
                  </a:lnTo>
                  <a:lnTo>
                    <a:pt x="2108874" y="2181380"/>
                  </a:lnTo>
                  <a:lnTo>
                    <a:pt x="2109730" y="2194959"/>
                  </a:lnTo>
                  <a:lnTo>
                    <a:pt x="2110585" y="2208174"/>
                  </a:lnTo>
                  <a:lnTo>
                    <a:pt x="2111441" y="2241341"/>
                  </a:lnTo>
                  <a:lnTo>
                    <a:pt x="2112296" y="2278200"/>
                  </a:lnTo>
                  <a:lnTo>
                    <a:pt x="2113152" y="2254450"/>
                  </a:lnTo>
                  <a:lnTo>
                    <a:pt x="2114007" y="2260301"/>
                  </a:lnTo>
                  <a:lnTo>
                    <a:pt x="2114863" y="2253312"/>
                  </a:lnTo>
                  <a:lnTo>
                    <a:pt x="2115718" y="2199899"/>
                  </a:lnTo>
                  <a:lnTo>
                    <a:pt x="2116574" y="2238736"/>
                  </a:lnTo>
                  <a:lnTo>
                    <a:pt x="2117429" y="2235433"/>
                  </a:lnTo>
                  <a:lnTo>
                    <a:pt x="2118285" y="2222468"/>
                  </a:lnTo>
                  <a:lnTo>
                    <a:pt x="2119140" y="2202842"/>
                  </a:lnTo>
                  <a:lnTo>
                    <a:pt x="2119996" y="2192033"/>
                  </a:lnTo>
                  <a:lnTo>
                    <a:pt x="2120851" y="2195724"/>
                  </a:lnTo>
                  <a:lnTo>
                    <a:pt x="2121707" y="2175560"/>
                  </a:lnTo>
                  <a:lnTo>
                    <a:pt x="2122562" y="2129045"/>
                  </a:lnTo>
                  <a:lnTo>
                    <a:pt x="2123418" y="2142324"/>
                  </a:lnTo>
                  <a:lnTo>
                    <a:pt x="2124274" y="2128824"/>
                  </a:lnTo>
                  <a:lnTo>
                    <a:pt x="2125129" y="2099474"/>
                  </a:lnTo>
                  <a:lnTo>
                    <a:pt x="2125985" y="2056553"/>
                  </a:lnTo>
                  <a:lnTo>
                    <a:pt x="2126840" y="2058410"/>
                  </a:lnTo>
                  <a:lnTo>
                    <a:pt x="2127696" y="2098957"/>
                  </a:lnTo>
                  <a:lnTo>
                    <a:pt x="2128551" y="2085269"/>
                  </a:lnTo>
                  <a:lnTo>
                    <a:pt x="2129407" y="2025238"/>
                  </a:lnTo>
                  <a:lnTo>
                    <a:pt x="2130262" y="2026753"/>
                  </a:lnTo>
                  <a:lnTo>
                    <a:pt x="2131118" y="2008819"/>
                  </a:lnTo>
                  <a:lnTo>
                    <a:pt x="2131973" y="2053843"/>
                  </a:lnTo>
                  <a:lnTo>
                    <a:pt x="2132829" y="2042779"/>
                  </a:lnTo>
                  <a:lnTo>
                    <a:pt x="2133684" y="2030619"/>
                  </a:lnTo>
                  <a:lnTo>
                    <a:pt x="2134540" y="2056613"/>
                  </a:lnTo>
                  <a:lnTo>
                    <a:pt x="2135395" y="2121267"/>
                  </a:lnTo>
                  <a:lnTo>
                    <a:pt x="2136251" y="2122040"/>
                  </a:lnTo>
                  <a:lnTo>
                    <a:pt x="2137106" y="2139678"/>
                  </a:lnTo>
                  <a:lnTo>
                    <a:pt x="2137962" y="2116114"/>
                  </a:lnTo>
                  <a:lnTo>
                    <a:pt x="2138818" y="2138194"/>
                  </a:lnTo>
                  <a:lnTo>
                    <a:pt x="2139673" y="2196309"/>
                  </a:lnTo>
                  <a:lnTo>
                    <a:pt x="2140529" y="2140837"/>
                  </a:lnTo>
                  <a:lnTo>
                    <a:pt x="2141384" y="2140843"/>
                  </a:lnTo>
                  <a:lnTo>
                    <a:pt x="2142240" y="2091315"/>
                  </a:lnTo>
                  <a:lnTo>
                    <a:pt x="2143095" y="2125776"/>
                  </a:lnTo>
                  <a:lnTo>
                    <a:pt x="2143951" y="2108483"/>
                  </a:lnTo>
                  <a:lnTo>
                    <a:pt x="2144806" y="2077323"/>
                  </a:lnTo>
                  <a:lnTo>
                    <a:pt x="2145662" y="2111965"/>
                  </a:lnTo>
                  <a:lnTo>
                    <a:pt x="2146517" y="2173893"/>
                  </a:lnTo>
                  <a:lnTo>
                    <a:pt x="2147373" y="2189315"/>
                  </a:lnTo>
                  <a:lnTo>
                    <a:pt x="2148228" y="2163360"/>
                  </a:lnTo>
                  <a:lnTo>
                    <a:pt x="2149084" y="2153768"/>
                  </a:lnTo>
                  <a:lnTo>
                    <a:pt x="2149939" y="2127634"/>
                  </a:lnTo>
                  <a:lnTo>
                    <a:pt x="2150795" y="2155869"/>
                  </a:lnTo>
                  <a:lnTo>
                    <a:pt x="2151650" y="2145443"/>
                  </a:lnTo>
                  <a:lnTo>
                    <a:pt x="2152506" y="2178865"/>
                  </a:lnTo>
                  <a:lnTo>
                    <a:pt x="2153361" y="2169729"/>
                  </a:lnTo>
                  <a:lnTo>
                    <a:pt x="2154217" y="2171251"/>
                  </a:lnTo>
                  <a:lnTo>
                    <a:pt x="2155073" y="2187127"/>
                  </a:lnTo>
                  <a:lnTo>
                    <a:pt x="2155928" y="2252361"/>
                  </a:lnTo>
                  <a:lnTo>
                    <a:pt x="2156784" y="2244554"/>
                  </a:lnTo>
                  <a:lnTo>
                    <a:pt x="2157639" y="2223310"/>
                  </a:lnTo>
                  <a:lnTo>
                    <a:pt x="2158495" y="2242268"/>
                  </a:lnTo>
                  <a:lnTo>
                    <a:pt x="2159350" y="2185375"/>
                  </a:lnTo>
                  <a:lnTo>
                    <a:pt x="2160206" y="2193275"/>
                  </a:lnTo>
                  <a:lnTo>
                    <a:pt x="2161061" y="2160180"/>
                  </a:lnTo>
                  <a:lnTo>
                    <a:pt x="2161917" y="2149596"/>
                  </a:lnTo>
                  <a:lnTo>
                    <a:pt x="2162772" y="2117192"/>
                  </a:lnTo>
                  <a:lnTo>
                    <a:pt x="2163628" y="2126302"/>
                  </a:lnTo>
                  <a:lnTo>
                    <a:pt x="2164483" y="2113611"/>
                  </a:lnTo>
                  <a:lnTo>
                    <a:pt x="2165339" y="2139647"/>
                  </a:lnTo>
                  <a:lnTo>
                    <a:pt x="2166194" y="2088795"/>
                  </a:lnTo>
                  <a:lnTo>
                    <a:pt x="2167050" y="2048095"/>
                  </a:lnTo>
                  <a:lnTo>
                    <a:pt x="2167905" y="2019715"/>
                  </a:lnTo>
                  <a:lnTo>
                    <a:pt x="2168761" y="2087622"/>
                  </a:lnTo>
                  <a:lnTo>
                    <a:pt x="2169616" y="2075436"/>
                  </a:lnTo>
                  <a:lnTo>
                    <a:pt x="2170472" y="2103904"/>
                  </a:lnTo>
                  <a:lnTo>
                    <a:pt x="2171328" y="2153869"/>
                  </a:lnTo>
                  <a:lnTo>
                    <a:pt x="2172183" y="2118848"/>
                  </a:lnTo>
                  <a:lnTo>
                    <a:pt x="2173039" y="2103649"/>
                  </a:lnTo>
                  <a:lnTo>
                    <a:pt x="2173894" y="2094949"/>
                  </a:lnTo>
                  <a:lnTo>
                    <a:pt x="2174750" y="2139953"/>
                  </a:lnTo>
                  <a:lnTo>
                    <a:pt x="2175605" y="2204452"/>
                  </a:lnTo>
                  <a:lnTo>
                    <a:pt x="2176461" y="2193320"/>
                  </a:lnTo>
                  <a:lnTo>
                    <a:pt x="2177316" y="2180794"/>
                  </a:lnTo>
                  <a:lnTo>
                    <a:pt x="2178172" y="2193273"/>
                  </a:lnTo>
                  <a:lnTo>
                    <a:pt x="2179027" y="2188718"/>
                  </a:lnTo>
                  <a:lnTo>
                    <a:pt x="2179883" y="2233721"/>
                  </a:lnTo>
                  <a:lnTo>
                    <a:pt x="2180738" y="2203233"/>
                  </a:lnTo>
                  <a:lnTo>
                    <a:pt x="2181594" y="2231410"/>
                  </a:lnTo>
                  <a:lnTo>
                    <a:pt x="2182449" y="2240263"/>
                  </a:lnTo>
                  <a:lnTo>
                    <a:pt x="2183305" y="2221613"/>
                  </a:lnTo>
                  <a:lnTo>
                    <a:pt x="2184160" y="2230467"/>
                  </a:lnTo>
                  <a:lnTo>
                    <a:pt x="2185016" y="2235914"/>
                  </a:lnTo>
                  <a:lnTo>
                    <a:pt x="2185872" y="2254663"/>
                  </a:lnTo>
                  <a:lnTo>
                    <a:pt x="2186727" y="2231338"/>
                  </a:lnTo>
                  <a:lnTo>
                    <a:pt x="2187583" y="2243087"/>
                  </a:lnTo>
                  <a:lnTo>
                    <a:pt x="2188438" y="2278200"/>
                  </a:lnTo>
                  <a:lnTo>
                    <a:pt x="2189294" y="2253003"/>
                  </a:lnTo>
                  <a:lnTo>
                    <a:pt x="2190149" y="2258989"/>
                  </a:lnTo>
                  <a:lnTo>
                    <a:pt x="2191005" y="2223348"/>
                  </a:lnTo>
                  <a:lnTo>
                    <a:pt x="2191860" y="2214579"/>
                  </a:lnTo>
                  <a:lnTo>
                    <a:pt x="2192716" y="2219698"/>
                  </a:lnTo>
                  <a:lnTo>
                    <a:pt x="2193571" y="2247889"/>
                  </a:lnTo>
                  <a:lnTo>
                    <a:pt x="2194427" y="2274368"/>
                  </a:lnTo>
                  <a:lnTo>
                    <a:pt x="2195282" y="2224160"/>
                  </a:lnTo>
                  <a:lnTo>
                    <a:pt x="2196138" y="2206700"/>
                  </a:lnTo>
                  <a:lnTo>
                    <a:pt x="2196993" y="2189441"/>
                  </a:lnTo>
                  <a:lnTo>
                    <a:pt x="2197849" y="2196304"/>
                  </a:lnTo>
                  <a:lnTo>
                    <a:pt x="2198704" y="2188370"/>
                  </a:lnTo>
                  <a:lnTo>
                    <a:pt x="2199560" y="2186446"/>
                  </a:lnTo>
                  <a:lnTo>
                    <a:pt x="2200415" y="2204128"/>
                  </a:lnTo>
                  <a:lnTo>
                    <a:pt x="2201271" y="2204479"/>
                  </a:lnTo>
                  <a:lnTo>
                    <a:pt x="2202127" y="2272265"/>
                  </a:lnTo>
                  <a:lnTo>
                    <a:pt x="2202982" y="2278200"/>
                  </a:lnTo>
                  <a:lnTo>
                    <a:pt x="2203838" y="2272420"/>
                  </a:lnTo>
                  <a:lnTo>
                    <a:pt x="2204693" y="2208280"/>
                  </a:lnTo>
                  <a:lnTo>
                    <a:pt x="2205549" y="2193306"/>
                  </a:lnTo>
                  <a:lnTo>
                    <a:pt x="2206404" y="2212615"/>
                  </a:lnTo>
                  <a:lnTo>
                    <a:pt x="2207260" y="2187639"/>
                  </a:lnTo>
                  <a:lnTo>
                    <a:pt x="2208115" y="2133262"/>
                  </a:lnTo>
                  <a:lnTo>
                    <a:pt x="2208971" y="2116768"/>
                  </a:lnTo>
                  <a:lnTo>
                    <a:pt x="2209826" y="2160333"/>
                  </a:lnTo>
                  <a:lnTo>
                    <a:pt x="2210682" y="2142256"/>
                  </a:lnTo>
                  <a:lnTo>
                    <a:pt x="2211537" y="2140076"/>
                  </a:lnTo>
                  <a:lnTo>
                    <a:pt x="2212393" y="2119091"/>
                  </a:lnTo>
                  <a:lnTo>
                    <a:pt x="2213248" y="2146582"/>
                  </a:lnTo>
                  <a:lnTo>
                    <a:pt x="2214104" y="2162531"/>
                  </a:lnTo>
                  <a:lnTo>
                    <a:pt x="2214959" y="2159443"/>
                  </a:lnTo>
                  <a:lnTo>
                    <a:pt x="2215815" y="2162875"/>
                  </a:lnTo>
                  <a:lnTo>
                    <a:pt x="2216670" y="2171626"/>
                  </a:lnTo>
                  <a:lnTo>
                    <a:pt x="2217526" y="2156546"/>
                  </a:lnTo>
                  <a:lnTo>
                    <a:pt x="2218382" y="2130678"/>
                  </a:lnTo>
                  <a:lnTo>
                    <a:pt x="2219237" y="2053689"/>
                  </a:lnTo>
                  <a:lnTo>
                    <a:pt x="2220093" y="2046592"/>
                  </a:lnTo>
                  <a:lnTo>
                    <a:pt x="2220948" y="2038796"/>
                  </a:lnTo>
                  <a:lnTo>
                    <a:pt x="2221804" y="1984258"/>
                  </a:lnTo>
                  <a:lnTo>
                    <a:pt x="2222659" y="1994426"/>
                  </a:lnTo>
                  <a:lnTo>
                    <a:pt x="2223515" y="1949329"/>
                  </a:lnTo>
                  <a:lnTo>
                    <a:pt x="2224370" y="1959108"/>
                  </a:lnTo>
                  <a:lnTo>
                    <a:pt x="2225226" y="1983184"/>
                  </a:lnTo>
                  <a:lnTo>
                    <a:pt x="2226081" y="2003541"/>
                  </a:lnTo>
                  <a:lnTo>
                    <a:pt x="2226937" y="2008975"/>
                  </a:lnTo>
                  <a:lnTo>
                    <a:pt x="2227792" y="1950067"/>
                  </a:lnTo>
                  <a:lnTo>
                    <a:pt x="2228648" y="1978111"/>
                  </a:lnTo>
                  <a:lnTo>
                    <a:pt x="2229503" y="1938793"/>
                  </a:lnTo>
                  <a:lnTo>
                    <a:pt x="2230359" y="1933924"/>
                  </a:lnTo>
                  <a:lnTo>
                    <a:pt x="2231214" y="1963505"/>
                  </a:lnTo>
                  <a:lnTo>
                    <a:pt x="2232070" y="1970076"/>
                  </a:lnTo>
                  <a:lnTo>
                    <a:pt x="2232925" y="1962470"/>
                  </a:lnTo>
                  <a:lnTo>
                    <a:pt x="2233781" y="1957452"/>
                  </a:lnTo>
                  <a:lnTo>
                    <a:pt x="2234637" y="1986073"/>
                  </a:lnTo>
                  <a:lnTo>
                    <a:pt x="2235492" y="1960673"/>
                  </a:lnTo>
                  <a:lnTo>
                    <a:pt x="2236348" y="1890129"/>
                  </a:lnTo>
                  <a:lnTo>
                    <a:pt x="2237203" y="1834807"/>
                  </a:lnTo>
                  <a:lnTo>
                    <a:pt x="2238059" y="1872808"/>
                  </a:lnTo>
                  <a:lnTo>
                    <a:pt x="2238914" y="1847228"/>
                  </a:lnTo>
                  <a:lnTo>
                    <a:pt x="2239770" y="1832329"/>
                  </a:lnTo>
                  <a:lnTo>
                    <a:pt x="2240625" y="1789208"/>
                  </a:lnTo>
                  <a:lnTo>
                    <a:pt x="2241481" y="1658132"/>
                  </a:lnTo>
                  <a:lnTo>
                    <a:pt x="2242336" y="1661377"/>
                  </a:lnTo>
                  <a:lnTo>
                    <a:pt x="2243192" y="1680313"/>
                  </a:lnTo>
                  <a:lnTo>
                    <a:pt x="2244047" y="1679541"/>
                  </a:lnTo>
                  <a:lnTo>
                    <a:pt x="2244903" y="1682438"/>
                  </a:lnTo>
                  <a:lnTo>
                    <a:pt x="2245758" y="1657847"/>
                  </a:lnTo>
                  <a:lnTo>
                    <a:pt x="2246614" y="1661323"/>
                  </a:lnTo>
                  <a:lnTo>
                    <a:pt x="2247469" y="1638172"/>
                  </a:lnTo>
                  <a:lnTo>
                    <a:pt x="2248325" y="1576586"/>
                  </a:lnTo>
                  <a:lnTo>
                    <a:pt x="2249181" y="1597253"/>
                  </a:lnTo>
                  <a:lnTo>
                    <a:pt x="2250036" y="1566505"/>
                  </a:lnTo>
                  <a:lnTo>
                    <a:pt x="2250892" y="1593111"/>
                  </a:lnTo>
                  <a:lnTo>
                    <a:pt x="2251747" y="1601214"/>
                  </a:lnTo>
                  <a:lnTo>
                    <a:pt x="2252603" y="1604154"/>
                  </a:lnTo>
                  <a:lnTo>
                    <a:pt x="2253458" y="1683768"/>
                  </a:lnTo>
                  <a:lnTo>
                    <a:pt x="2254314" y="1629698"/>
                  </a:lnTo>
                  <a:lnTo>
                    <a:pt x="2255169" y="1701386"/>
                  </a:lnTo>
                  <a:lnTo>
                    <a:pt x="2256025" y="1633259"/>
                  </a:lnTo>
                  <a:lnTo>
                    <a:pt x="2256880" y="1648395"/>
                  </a:lnTo>
                  <a:lnTo>
                    <a:pt x="2257736" y="1576340"/>
                  </a:lnTo>
                  <a:lnTo>
                    <a:pt x="2258591" y="1533086"/>
                  </a:lnTo>
                  <a:lnTo>
                    <a:pt x="2259447" y="1472015"/>
                  </a:lnTo>
                  <a:lnTo>
                    <a:pt x="2260302" y="1371892"/>
                  </a:lnTo>
                  <a:lnTo>
                    <a:pt x="2261158" y="1427228"/>
                  </a:lnTo>
                  <a:lnTo>
                    <a:pt x="2262013" y="1421815"/>
                  </a:lnTo>
                  <a:lnTo>
                    <a:pt x="2262869" y="1476276"/>
                  </a:lnTo>
                  <a:lnTo>
                    <a:pt x="2263724" y="1500526"/>
                  </a:lnTo>
                  <a:lnTo>
                    <a:pt x="2264580" y="1556214"/>
                  </a:lnTo>
                  <a:lnTo>
                    <a:pt x="2265436" y="1557455"/>
                  </a:lnTo>
                  <a:lnTo>
                    <a:pt x="2266291" y="1584688"/>
                  </a:lnTo>
                  <a:lnTo>
                    <a:pt x="2267147" y="1604978"/>
                  </a:lnTo>
                  <a:lnTo>
                    <a:pt x="2268002" y="1659296"/>
                  </a:lnTo>
                  <a:lnTo>
                    <a:pt x="2268858" y="1703439"/>
                  </a:lnTo>
                  <a:lnTo>
                    <a:pt x="2269713" y="1795123"/>
                  </a:lnTo>
                  <a:lnTo>
                    <a:pt x="2270569" y="1845278"/>
                  </a:lnTo>
                  <a:lnTo>
                    <a:pt x="2271424" y="1953741"/>
                  </a:lnTo>
                  <a:lnTo>
                    <a:pt x="2272280" y="1953669"/>
                  </a:lnTo>
                  <a:lnTo>
                    <a:pt x="2273135" y="1990481"/>
                  </a:lnTo>
                  <a:lnTo>
                    <a:pt x="2273991" y="1993888"/>
                  </a:lnTo>
                  <a:lnTo>
                    <a:pt x="2274846" y="2037571"/>
                  </a:lnTo>
                  <a:lnTo>
                    <a:pt x="2275702" y="2031284"/>
                  </a:lnTo>
                  <a:lnTo>
                    <a:pt x="2276557" y="1988030"/>
                  </a:lnTo>
                  <a:lnTo>
                    <a:pt x="2277413" y="2023178"/>
                  </a:lnTo>
                  <a:lnTo>
                    <a:pt x="2278268" y="1964398"/>
                  </a:lnTo>
                  <a:lnTo>
                    <a:pt x="2279124" y="1900505"/>
                  </a:lnTo>
                  <a:lnTo>
                    <a:pt x="2279979" y="1928721"/>
                  </a:lnTo>
                  <a:lnTo>
                    <a:pt x="2280835" y="1918747"/>
                  </a:lnTo>
                  <a:lnTo>
                    <a:pt x="2281691" y="1949568"/>
                  </a:lnTo>
                  <a:lnTo>
                    <a:pt x="2282546" y="1910087"/>
                  </a:lnTo>
                  <a:lnTo>
                    <a:pt x="2283402" y="1889908"/>
                  </a:lnTo>
                  <a:lnTo>
                    <a:pt x="2284257" y="1937061"/>
                  </a:lnTo>
                  <a:lnTo>
                    <a:pt x="2285113" y="1978654"/>
                  </a:lnTo>
                  <a:lnTo>
                    <a:pt x="2285968" y="1938933"/>
                  </a:lnTo>
                  <a:lnTo>
                    <a:pt x="2286824" y="1931924"/>
                  </a:lnTo>
                  <a:lnTo>
                    <a:pt x="2287679" y="1947855"/>
                  </a:lnTo>
                  <a:lnTo>
                    <a:pt x="2288535" y="2008774"/>
                  </a:lnTo>
                  <a:lnTo>
                    <a:pt x="2289390" y="2054895"/>
                  </a:lnTo>
                  <a:lnTo>
                    <a:pt x="2290246" y="2020337"/>
                  </a:lnTo>
                  <a:lnTo>
                    <a:pt x="2291101" y="2004819"/>
                  </a:lnTo>
                  <a:lnTo>
                    <a:pt x="2291957" y="2036210"/>
                  </a:lnTo>
                  <a:lnTo>
                    <a:pt x="2292812" y="1961151"/>
                  </a:lnTo>
                  <a:lnTo>
                    <a:pt x="2293668" y="1927744"/>
                  </a:lnTo>
                  <a:lnTo>
                    <a:pt x="2294523" y="1899059"/>
                  </a:lnTo>
                  <a:lnTo>
                    <a:pt x="2295379" y="1850977"/>
                  </a:lnTo>
                  <a:lnTo>
                    <a:pt x="2296235" y="1985372"/>
                  </a:lnTo>
                  <a:lnTo>
                    <a:pt x="2297090" y="2064976"/>
                  </a:lnTo>
                  <a:lnTo>
                    <a:pt x="2297946" y="2142083"/>
                  </a:lnTo>
                  <a:lnTo>
                    <a:pt x="2298801" y="2160839"/>
                  </a:lnTo>
                  <a:lnTo>
                    <a:pt x="2299657" y="2181731"/>
                  </a:lnTo>
                  <a:lnTo>
                    <a:pt x="2300512" y="2223622"/>
                  </a:lnTo>
                  <a:lnTo>
                    <a:pt x="2301368" y="2202891"/>
                  </a:lnTo>
                  <a:lnTo>
                    <a:pt x="2302223" y="2183421"/>
                  </a:lnTo>
                  <a:lnTo>
                    <a:pt x="2303079" y="2172849"/>
                  </a:lnTo>
                  <a:lnTo>
                    <a:pt x="2303934" y="2141148"/>
                  </a:lnTo>
                  <a:lnTo>
                    <a:pt x="2304790" y="2144258"/>
                  </a:lnTo>
                  <a:lnTo>
                    <a:pt x="2305645" y="2072043"/>
                  </a:lnTo>
                  <a:lnTo>
                    <a:pt x="2306501" y="2069629"/>
                  </a:lnTo>
                  <a:lnTo>
                    <a:pt x="2307356" y="2122121"/>
                  </a:lnTo>
                  <a:lnTo>
                    <a:pt x="2308212" y="2158201"/>
                  </a:lnTo>
                  <a:lnTo>
                    <a:pt x="2309067" y="2207108"/>
                  </a:lnTo>
                  <a:lnTo>
                    <a:pt x="2309923" y="2200354"/>
                  </a:lnTo>
                  <a:lnTo>
                    <a:pt x="2310778" y="2231456"/>
                  </a:lnTo>
                  <a:lnTo>
                    <a:pt x="2311634" y="2274507"/>
                  </a:lnTo>
                  <a:lnTo>
                    <a:pt x="2312490" y="2271068"/>
                  </a:lnTo>
                  <a:lnTo>
                    <a:pt x="2313345" y="2269503"/>
                  </a:lnTo>
                  <a:lnTo>
                    <a:pt x="2314201" y="2262696"/>
                  </a:lnTo>
                  <a:lnTo>
                    <a:pt x="2315056" y="2237033"/>
                  </a:lnTo>
                  <a:lnTo>
                    <a:pt x="2315912" y="2233996"/>
                  </a:lnTo>
                  <a:lnTo>
                    <a:pt x="2316767" y="2228237"/>
                  </a:lnTo>
                  <a:lnTo>
                    <a:pt x="2317623" y="2199958"/>
                  </a:lnTo>
                  <a:lnTo>
                    <a:pt x="2318478" y="2203454"/>
                  </a:lnTo>
                  <a:lnTo>
                    <a:pt x="2319334" y="2223412"/>
                  </a:lnTo>
                  <a:lnTo>
                    <a:pt x="2320189" y="2235838"/>
                  </a:lnTo>
                  <a:lnTo>
                    <a:pt x="2321045" y="2239264"/>
                  </a:lnTo>
                  <a:lnTo>
                    <a:pt x="2321900" y="2206440"/>
                  </a:lnTo>
                  <a:lnTo>
                    <a:pt x="2322756" y="2216260"/>
                  </a:lnTo>
                  <a:lnTo>
                    <a:pt x="2323611" y="2235895"/>
                  </a:lnTo>
                  <a:lnTo>
                    <a:pt x="2324467" y="2231115"/>
                  </a:lnTo>
                  <a:lnTo>
                    <a:pt x="2325322" y="2239188"/>
                  </a:lnTo>
                  <a:lnTo>
                    <a:pt x="2326178" y="2236805"/>
                  </a:lnTo>
                  <a:lnTo>
                    <a:pt x="2327033" y="2209671"/>
                  </a:lnTo>
                  <a:lnTo>
                    <a:pt x="2327889" y="2221176"/>
                  </a:lnTo>
                  <a:lnTo>
                    <a:pt x="2328745" y="2245683"/>
                  </a:lnTo>
                  <a:lnTo>
                    <a:pt x="2329600" y="2242807"/>
                  </a:lnTo>
                  <a:lnTo>
                    <a:pt x="2330456" y="2234812"/>
                  </a:lnTo>
                  <a:lnTo>
                    <a:pt x="2331311" y="2190301"/>
                  </a:lnTo>
                  <a:lnTo>
                    <a:pt x="2332167" y="2246187"/>
                  </a:lnTo>
                  <a:lnTo>
                    <a:pt x="2333022" y="2267759"/>
                  </a:lnTo>
                  <a:lnTo>
                    <a:pt x="2333878" y="2246420"/>
                  </a:lnTo>
                  <a:lnTo>
                    <a:pt x="2334733" y="2201841"/>
                  </a:lnTo>
                  <a:lnTo>
                    <a:pt x="2335589" y="2197921"/>
                  </a:lnTo>
                  <a:lnTo>
                    <a:pt x="2336444" y="2207564"/>
                  </a:lnTo>
                  <a:lnTo>
                    <a:pt x="2337300" y="2222047"/>
                  </a:lnTo>
                  <a:lnTo>
                    <a:pt x="2338155" y="2223268"/>
                  </a:lnTo>
                  <a:lnTo>
                    <a:pt x="2339011" y="2225969"/>
                  </a:lnTo>
                  <a:lnTo>
                    <a:pt x="2339866" y="2206397"/>
                  </a:lnTo>
                  <a:lnTo>
                    <a:pt x="2340722" y="2229289"/>
                  </a:lnTo>
                  <a:lnTo>
                    <a:pt x="2341577" y="2247935"/>
                  </a:lnTo>
                  <a:lnTo>
                    <a:pt x="2342433" y="2227234"/>
                  </a:lnTo>
                  <a:lnTo>
                    <a:pt x="2343289" y="2209803"/>
                  </a:lnTo>
                  <a:lnTo>
                    <a:pt x="2344144" y="2202301"/>
                  </a:lnTo>
                  <a:lnTo>
                    <a:pt x="2345000" y="2256050"/>
                  </a:lnTo>
                  <a:lnTo>
                    <a:pt x="2345855" y="2258101"/>
                  </a:lnTo>
                  <a:lnTo>
                    <a:pt x="2346711" y="2219742"/>
                  </a:lnTo>
                  <a:lnTo>
                    <a:pt x="2347566" y="2227354"/>
                  </a:lnTo>
                  <a:lnTo>
                    <a:pt x="2348422" y="2189590"/>
                  </a:lnTo>
                  <a:lnTo>
                    <a:pt x="2349277" y="2189062"/>
                  </a:lnTo>
                  <a:lnTo>
                    <a:pt x="2350133" y="2168680"/>
                  </a:lnTo>
                  <a:lnTo>
                    <a:pt x="2350988" y="2118781"/>
                  </a:lnTo>
                  <a:lnTo>
                    <a:pt x="2351844" y="2118364"/>
                  </a:lnTo>
                  <a:lnTo>
                    <a:pt x="2352699" y="2140544"/>
                  </a:lnTo>
                  <a:lnTo>
                    <a:pt x="2353555" y="2192854"/>
                  </a:lnTo>
                  <a:lnTo>
                    <a:pt x="2354410" y="2205983"/>
                  </a:lnTo>
                  <a:lnTo>
                    <a:pt x="2355266" y="2164098"/>
                  </a:lnTo>
                  <a:lnTo>
                    <a:pt x="2356121" y="2191618"/>
                  </a:lnTo>
                  <a:lnTo>
                    <a:pt x="2356977" y="2172358"/>
                  </a:lnTo>
                  <a:lnTo>
                    <a:pt x="2357832" y="2163879"/>
                  </a:lnTo>
                  <a:lnTo>
                    <a:pt x="2358688" y="2180787"/>
                  </a:lnTo>
                  <a:lnTo>
                    <a:pt x="2359544" y="2188607"/>
                  </a:lnTo>
                  <a:lnTo>
                    <a:pt x="2360399" y="2195541"/>
                  </a:lnTo>
                  <a:lnTo>
                    <a:pt x="2361255" y="2232262"/>
                  </a:lnTo>
                  <a:lnTo>
                    <a:pt x="2362110" y="2209462"/>
                  </a:lnTo>
                  <a:lnTo>
                    <a:pt x="2362966" y="2215798"/>
                  </a:lnTo>
                  <a:lnTo>
                    <a:pt x="2363821" y="2192580"/>
                  </a:lnTo>
                  <a:lnTo>
                    <a:pt x="2364677" y="2278200"/>
                  </a:lnTo>
                  <a:lnTo>
                    <a:pt x="2365532" y="2278200"/>
                  </a:lnTo>
                  <a:lnTo>
                    <a:pt x="2366388" y="2278200"/>
                  </a:lnTo>
                  <a:lnTo>
                    <a:pt x="2367243" y="2278200"/>
                  </a:lnTo>
                  <a:lnTo>
                    <a:pt x="2368099" y="2273662"/>
                  </a:lnTo>
                  <a:lnTo>
                    <a:pt x="2368954" y="2212725"/>
                  </a:lnTo>
                  <a:lnTo>
                    <a:pt x="2369810" y="2222143"/>
                  </a:lnTo>
                  <a:lnTo>
                    <a:pt x="2370665" y="2238971"/>
                  </a:lnTo>
                  <a:lnTo>
                    <a:pt x="2371521" y="2240507"/>
                  </a:lnTo>
                  <a:lnTo>
                    <a:pt x="2372376" y="2241103"/>
                  </a:lnTo>
                  <a:lnTo>
                    <a:pt x="2373232" y="2248714"/>
                  </a:lnTo>
                  <a:lnTo>
                    <a:pt x="2374087" y="2278200"/>
                  </a:lnTo>
                  <a:lnTo>
                    <a:pt x="2374943" y="2278200"/>
                  </a:lnTo>
                  <a:lnTo>
                    <a:pt x="2375799" y="2278200"/>
                  </a:lnTo>
                  <a:lnTo>
                    <a:pt x="2376654" y="2278200"/>
                  </a:lnTo>
                  <a:lnTo>
                    <a:pt x="2377510" y="2278200"/>
                  </a:lnTo>
                  <a:lnTo>
                    <a:pt x="2378365" y="2278200"/>
                  </a:lnTo>
                  <a:lnTo>
                    <a:pt x="2379221" y="2256686"/>
                  </a:lnTo>
                  <a:lnTo>
                    <a:pt x="2380076" y="2228449"/>
                  </a:lnTo>
                  <a:lnTo>
                    <a:pt x="2380932" y="2245049"/>
                  </a:lnTo>
                  <a:lnTo>
                    <a:pt x="2381787" y="2184643"/>
                  </a:lnTo>
                  <a:lnTo>
                    <a:pt x="2382643" y="2172240"/>
                  </a:lnTo>
                  <a:lnTo>
                    <a:pt x="2383498" y="2189415"/>
                  </a:lnTo>
                  <a:lnTo>
                    <a:pt x="2384354" y="2183189"/>
                  </a:lnTo>
                  <a:lnTo>
                    <a:pt x="2385209" y="2167767"/>
                  </a:lnTo>
                  <a:lnTo>
                    <a:pt x="2386065" y="2102456"/>
                  </a:lnTo>
                  <a:lnTo>
                    <a:pt x="2386920" y="2098639"/>
                  </a:lnTo>
                  <a:lnTo>
                    <a:pt x="2387776" y="2122735"/>
                  </a:lnTo>
                  <a:lnTo>
                    <a:pt x="2388631" y="2133531"/>
                  </a:lnTo>
                  <a:lnTo>
                    <a:pt x="2389487" y="2159202"/>
                  </a:lnTo>
                  <a:lnTo>
                    <a:pt x="2390343" y="2194027"/>
                  </a:lnTo>
                  <a:lnTo>
                    <a:pt x="2391198" y="2205141"/>
                  </a:lnTo>
                  <a:lnTo>
                    <a:pt x="2392054" y="2183090"/>
                  </a:lnTo>
                  <a:lnTo>
                    <a:pt x="2392909" y="2176727"/>
                  </a:lnTo>
                  <a:lnTo>
                    <a:pt x="2393765" y="2140065"/>
                  </a:lnTo>
                  <a:lnTo>
                    <a:pt x="2394620" y="2144137"/>
                  </a:lnTo>
                  <a:lnTo>
                    <a:pt x="2395476" y="2135876"/>
                  </a:lnTo>
                  <a:lnTo>
                    <a:pt x="2396331" y="2070530"/>
                  </a:lnTo>
                  <a:lnTo>
                    <a:pt x="2397187" y="2030646"/>
                  </a:lnTo>
                  <a:lnTo>
                    <a:pt x="2398042" y="2079321"/>
                  </a:lnTo>
                  <a:lnTo>
                    <a:pt x="2398898" y="2114671"/>
                  </a:lnTo>
                  <a:lnTo>
                    <a:pt x="2399753" y="2086780"/>
                  </a:lnTo>
                  <a:lnTo>
                    <a:pt x="2400609" y="2026435"/>
                  </a:lnTo>
                  <a:lnTo>
                    <a:pt x="2401464" y="2089152"/>
                  </a:lnTo>
                  <a:lnTo>
                    <a:pt x="2402320" y="2119074"/>
                  </a:lnTo>
                  <a:lnTo>
                    <a:pt x="2403175" y="2138862"/>
                  </a:lnTo>
                  <a:lnTo>
                    <a:pt x="2404031" y="2193257"/>
                  </a:lnTo>
                  <a:lnTo>
                    <a:pt x="2404886" y="2185939"/>
                  </a:lnTo>
                  <a:lnTo>
                    <a:pt x="2405742" y="2236649"/>
                  </a:lnTo>
                  <a:lnTo>
                    <a:pt x="2406598" y="2246259"/>
                  </a:lnTo>
                  <a:lnTo>
                    <a:pt x="2407453" y="2240986"/>
                  </a:lnTo>
                  <a:lnTo>
                    <a:pt x="2408309" y="2250675"/>
                  </a:lnTo>
                  <a:lnTo>
                    <a:pt x="2409164" y="2249446"/>
                  </a:lnTo>
                  <a:lnTo>
                    <a:pt x="2410020" y="2265353"/>
                  </a:lnTo>
                  <a:lnTo>
                    <a:pt x="2410875" y="2260118"/>
                  </a:lnTo>
                  <a:lnTo>
                    <a:pt x="2411731" y="2268452"/>
                  </a:lnTo>
                  <a:lnTo>
                    <a:pt x="2412586" y="2272458"/>
                  </a:lnTo>
                  <a:lnTo>
                    <a:pt x="2413442" y="2271496"/>
                  </a:lnTo>
                  <a:lnTo>
                    <a:pt x="2414297" y="2272266"/>
                  </a:lnTo>
                  <a:lnTo>
                    <a:pt x="2415153" y="2267710"/>
                  </a:lnTo>
                  <a:lnTo>
                    <a:pt x="2416008" y="2269550"/>
                  </a:lnTo>
                  <a:lnTo>
                    <a:pt x="2416864" y="2266957"/>
                  </a:lnTo>
                  <a:lnTo>
                    <a:pt x="2417719" y="2248967"/>
                  </a:lnTo>
                  <a:lnTo>
                    <a:pt x="2418575" y="2248726"/>
                  </a:lnTo>
                  <a:lnTo>
                    <a:pt x="2419430" y="2237394"/>
                  </a:lnTo>
                  <a:lnTo>
                    <a:pt x="2420286" y="2239924"/>
                  </a:lnTo>
                  <a:lnTo>
                    <a:pt x="2421141" y="2220810"/>
                  </a:lnTo>
                  <a:lnTo>
                    <a:pt x="2421997" y="2227912"/>
                  </a:lnTo>
                  <a:lnTo>
                    <a:pt x="2422853" y="2230896"/>
                  </a:lnTo>
                  <a:lnTo>
                    <a:pt x="2423708" y="2220632"/>
                  </a:lnTo>
                  <a:lnTo>
                    <a:pt x="2424564" y="2215784"/>
                  </a:lnTo>
                  <a:lnTo>
                    <a:pt x="2425419" y="2186757"/>
                  </a:lnTo>
                  <a:lnTo>
                    <a:pt x="2426275" y="2193431"/>
                  </a:lnTo>
                  <a:lnTo>
                    <a:pt x="2427130" y="2225078"/>
                  </a:lnTo>
                  <a:lnTo>
                    <a:pt x="2427986" y="2214574"/>
                  </a:lnTo>
                  <a:lnTo>
                    <a:pt x="2428841" y="2184227"/>
                  </a:lnTo>
                  <a:lnTo>
                    <a:pt x="2429697" y="2164148"/>
                  </a:lnTo>
                  <a:lnTo>
                    <a:pt x="2430552" y="2151912"/>
                  </a:lnTo>
                  <a:lnTo>
                    <a:pt x="2431408" y="2227792"/>
                  </a:lnTo>
                  <a:lnTo>
                    <a:pt x="2432263" y="2246805"/>
                  </a:lnTo>
                  <a:lnTo>
                    <a:pt x="2433119" y="2226154"/>
                  </a:lnTo>
                  <a:lnTo>
                    <a:pt x="2433974" y="2217493"/>
                  </a:lnTo>
                  <a:lnTo>
                    <a:pt x="2434830" y="2194498"/>
                  </a:lnTo>
                  <a:lnTo>
                    <a:pt x="2435685" y="2166160"/>
                  </a:lnTo>
                  <a:lnTo>
                    <a:pt x="2436541" y="2157348"/>
                  </a:lnTo>
                  <a:lnTo>
                    <a:pt x="2437396" y="2167015"/>
                  </a:lnTo>
                  <a:lnTo>
                    <a:pt x="2438252" y="2154680"/>
                  </a:lnTo>
                  <a:lnTo>
                    <a:pt x="2439108" y="2188208"/>
                  </a:lnTo>
                  <a:lnTo>
                    <a:pt x="2439963" y="2181847"/>
                  </a:lnTo>
                  <a:lnTo>
                    <a:pt x="2440819" y="2185988"/>
                  </a:lnTo>
                  <a:lnTo>
                    <a:pt x="2441674" y="2202226"/>
                  </a:lnTo>
                  <a:lnTo>
                    <a:pt x="2442530" y="2181837"/>
                  </a:lnTo>
                  <a:lnTo>
                    <a:pt x="2443385" y="2112978"/>
                  </a:lnTo>
                  <a:lnTo>
                    <a:pt x="2444241" y="2117327"/>
                  </a:lnTo>
                  <a:lnTo>
                    <a:pt x="2445096" y="2166656"/>
                  </a:lnTo>
                  <a:lnTo>
                    <a:pt x="2445952" y="2163344"/>
                  </a:lnTo>
                  <a:lnTo>
                    <a:pt x="2446807" y="2161092"/>
                  </a:lnTo>
                  <a:lnTo>
                    <a:pt x="2447663" y="2212471"/>
                  </a:lnTo>
                  <a:lnTo>
                    <a:pt x="2448518" y="2196408"/>
                  </a:lnTo>
                  <a:lnTo>
                    <a:pt x="2449374" y="2211819"/>
                  </a:lnTo>
                  <a:lnTo>
                    <a:pt x="2450229" y="2255035"/>
                  </a:lnTo>
                  <a:lnTo>
                    <a:pt x="2451085" y="2278200"/>
                  </a:lnTo>
                  <a:lnTo>
                    <a:pt x="2451940" y="2238811"/>
                  </a:lnTo>
                  <a:lnTo>
                    <a:pt x="2452796" y="2157788"/>
                  </a:lnTo>
                  <a:lnTo>
                    <a:pt x="2453652" y="2184974"/>
                  </a:lnTo>
                  <a:lnTo>
                    <a:pt x="2454507" y="2205808"/>
                  </a:lnTo>
                  <a:lnTo>
                    <a:pt x="2455363" y="2233270"/>
                  </a:lnTo>
                  <a:lnTo>
                    <a:pt x="2456218" y="2214801"/>
                  </a:lnTo>
                  <a:lnTo>
                    <a:pt x="2457074" y="2226895"/>
                  </a:lnTo>
                  <a:lnTo>
                    <a:pt x="2457929" y="2229982"/>
                  </a:lnTo>
                  <a:lnTo>
                    <a:pt x="2458785" y="2227727"/>
                  </a:lnTo>
                  <a:lnTo>
                    <a:pt x="2459640" y="2228756"/>
                  </a:lnTo>
                  <a:lnTo>
                    <a:pt x="2460496" y="2216685"/>
                  </a:lnTo>
                  <a:lnTo>
                    <a:pt x="2461351" y="2216487"/>
                  </a:lnTo>
                  <a:lnTo>
                    <a:pt x="2462207" y="2213953"/>
                  </a:lnTo>
                  <a:lnTo>
                    <a:pt x="2463062" y="2149167"/>
                  </a:lnTo>
                  <a:lnTo>
                    <a:pt x="2463918" y="2161408"/>
                  </a:lnTo>
                  <a:lnTo>
                    <a:pt x="2464773" y="2131582"/>
                  </a:lnTo>
                  <a:lnTo>
                    <a:pt x="2465629" y="2161865"/>
                  </a:lnTo>
                  <a:lnTo>
                    <a:pt x="2466484" y="2243216"/>
                  </a:lnTo>
                  <a:lnTo>
                    <a:pt x="2467340" y="2223494"/>
                  </a:lnTo>
                  <a:lnTo>
                    <a:pt x="2468195" y="2230052"/>
                  </a:lnTo>
                  <a:lnTo>
                    <a:pt x="2469051" y="2247848"/>
                  </a:lnTo>
                  <a:lnTo>
                    <a:pt x="2469907" y="2244246"/>
                  </a:lnTo>
                  <a:lnTo>
                    <a:pt x="2470762" y="2278200"/>
                  </a:lnTo>
                  <a:lnTo>
                    <a:pt x="2471618" y="2246312"/>
                  </a:lnTo>
                  <a:lnTo>
                    <a:pt x="2472473" y="2238210"/>
                  </a:lnTo>
                  <a:lnTo>
                    <a:pt x="2473329" y="2199083"/>
                  </a:lnTo>
                  <a:lnTo>
                    <a:pt x="2474184" y="2208677"/>
                  </a:lnTo>
                  <a:lnTo>
                    <a:pt x="2475040" y="2244499"/>
                  </a:lnTo>
                  <a:lnTo>
                    <a:pt x="2475895" y="2233436"/>
                  </a:lnTo>
                  <a:lnTo>
                    <a:pt x="2476751" y="2258341"/>
                  </a:lnTo>
                  <a:lnTo>
                    <a:pt x="2477606" y="2250207"/>
                  </a:lnTo>
                  <a:lnTo>
                    <a:pt x="2478462" y="2247441"/>
                  </a:lnTo>
                  <a:lnTo>
                    <a:pt x="2479317" y="2272696"/>
                  </a:lnTo>
                  <a:lnTo>
                    <a:pt x="2480173" y="2257420"/>
                  </a:lnTo>
                  <a:lnTo>
                    <a:pt x="2481028" y="2271463"/>
                  </a:lnTo>
                  <a:lnTo>
                    <a:pt x="2481884" y="2266248"/>
                  </a:lnTo>
                  <a:lnTo>
                    <a:pt x="2482739" y="2268684"/>
                  </a:lnTo>
                  <a:lnTo>
                    <a:pt x="2483595" y="2265326"/>
                  </a:lnTo>
                  <a:lnTo>
                    <a:pt x="2484450" y="2241317"/>
                  </a:lnTo>
                  <a:lnTo>
                    <a:pt x="2485306" y="2212494"/>
                  </a:lnTo>
                  <a:lnTo>
                    <a:pt x="2486162" y="2181475"/>
                  </a:lnTo>
                  <a:lnTo>
                    <a:pt x="2487017" y="2183986"/>
                  </a:lnTo>
                  <a:lnTo>
                    <a:pt x="2487873" y="2181600"/>
                  </a:lnTo>
                  <a:lnTo>
                    <a:pt x="2488728" y="2170760"/>
                  </a:lnTo>
                  <a:lnTo>
                    <a:pt x="2489584" y="2166154"/>
                  </a:lnTo>
                  <a:lnTo>
                    <a:pt x="2490439" y="2164797"/>
                  </a:lnTo>
                  <a:lnTo>
                    <a:pt x="2491295" y="2181976"/>
                  </a:lnTo>
                  <a:lnTo>
                    <a:pt x="2492150" y="2181267"/>
                  </a:lnTo>
                  <a:lnTo>
                    <a:pt x="2493006" y="2209360"/>
                  </a:lnTo>
                  <a:lnTo>
                    <a:pt x="2493861" y="2209077"/>
                  </a:lnTo>
                  <a:lnTo>
                    <a:pt x="2494717" y="2239903"/>
                  </a:lnTo>
                  <a:lnTo>
                    <a:pt x="2495572" y="2265335"/>
                  </a:lnTo>
                  <a:lnTo>
                    <a:pt x="2496428" y="2249245"/>
                  </a:lnTo>
                  <a:lnTo>
                    <a:pt x="2497283" y="2255955"/>
                  </a:lnTo>
                  <a:lnTo>
                    <a:pt x="2498139" y="2241626"/>
                  </a:lnTo>
                  <a:lnTo>
                    <a:pt x="2498994" y="2220757"/>
                  </a:lnTo>
                  <a:lnTo>
                    <a:pt x="2499850" y="2221249"/>
                  </a:lnTo>
                  <a:lnTo>
                    <a:pt x="2500706" y="2226925"/>
                  </a:lnTo>
                  <a:lnTo>
                    <a:pt x="2501561" y="2232153"/>
                  </a:lnTo>
                  <a:lnTo>
                    <a:pt x="2502417" y="2193797"/>
                  </a:lnTo>
                  <a:lnTo>
                    <a:pt x="2503272" y="2222371"/>
                  </a:lnTo>
                  <a:lnTo>
                    <a:pt x="2504128" y="2227992"/>
                  </a:lnTo>
                  <a:lnTo>
                    <a:pt x="2504983" y="2250236"/>
                  </a:lnTo>
                  <a:lnTo>
                    <a:pt x="2505839" y="2275011"/>
                  </a:lnTo>
                  <a:lnTo>
                    <a:pt x="2506694" y="2275727"/>
                  </a:lnTo>
                  <a:lnTo>
                    <a:pt x="2507550" y="2278200"/>
                  </a:lnTo>
                  <a:lnTo>
                    <a:pt x="2508405" y="2264986"/>
                  </a:lnTo>
                  <a:lnTo>
                    <a:pt x="2509261" y="2254966"/>
                  </a:lnTo>
                  <a:lnTo>
                    <a:pt x="2510116" y="2258349"/>
                  </a:lnTo>
                  <a:lnTo>
                    <a:pt x="2510972" y="2243058"/>
                  </a:lnTo>
                  <a:lnTo>
                    <a:pt x="2511827" y="2245090"/>
                  </a:lnTo>
                  <a:lnTo>
                    <a:pt x="2512683" y="2278200"/>
                  </a:lnTo>
                  <a:lnTo>
                    <a:pt x="2513538" y="2263804"/>
                  </a:lnTo>
                  <a:lnTo>
                    <a:pt x="2514394" y="2273545"/>
                  </a:lnTo>
                  <a:lnTo>
                    <a:pt x="2515249" y="2249335"/>
                  </a:lnTo>
                  <a:lnTo>
                    <a:pt x="2516105" y="2252362"/>
                  </a:lnTo>
                  <a:lnTo>
                    <a:pt x="2516961" y="2266078"/>
                  </a:lnTo>
                  <a:lnTo>
                    <a:pt x="2517816" y="2240101"/>
                  </a:lnTo>
                  <a:lnTo>
                    <a:pt x="2518672" y="2278200"/>
                  </a:lnTo>
                  <a:lnTo>
                    <a:pt x="2519527" y="2268065"/>
                  </a:lnTo>
                  <a:lnTo>
                    <a:pt x="2520383" y="2266887"/>
                  </a:lnTo>
                  <a:lnTo>
                    <a:pt x="2521238" y="2278200"/>
                  </a:lnTo>
                  <a:lnTo>
                    <a:pt x="2522094" y="2278200"/>
                  </a:lnTo>
                  <a:lnTo>
                    <a:pt x="2522949" y="2278200"/>
                  </a:lnTo>
                  <a:lnTo>
                    <a:pt x="2523805" y="2278200"/>
                  </a:lnTo>
                  <a:lnTo>
                    <a:pt x="2524660" y="2278200"/>
                  </a:lnTo>
                  <a:lnTo>
                    <a:pt x="2525516" y="2278200"/>
                  </a:lnTo>
                  <a:lnTo>
                    <a:pt x="2526371" y="2252594"/>
                  </a:lnTo>
                  <a:lnTo>
                    <a:pt x="2527227" y="2266479"/>
                  </a:lnTo>
                  <a:lnTo>
                    <a:pt x="2528082" y="2269655"/>
                  </a:lnTo>
                  <a:lnTo>
                    <a:pt x="2528938" y="2274469"/>
                  </a:lnTo>
                  <a:lnTo>
                    <a:pt x="2529793" y="2278200"/>
                  </a:lnTo>
                  <a:lnTo>
                    <a:pt x="2530649" y="2261365"/>
                  </a:lnTo>
                  <a:lnTo>
                    <a:pt x="2531504" y="2276270"/>
                  </a:lnTo>
                  <a:lnTo>
                    <a:pt x="2532360" y="2261601"/>
                  </a:lnTo>
                  <a:lnTo>
                    <a:pt x="2533216" y="2263242"/>
                  </a:lnTo>
                  <a:lnTo>
                    <a:pt x="2534071" y="2278200"/>
                  </a:lnTo>
                  <a:lnTo>
                    <a:pt x="2534927" y="2278200"/>
                  </a:lnTo>
                  <a:lnTo>
                    <a:pt x="2535782" y="2278200"/>
                  </a:lnTo>
                  <a:lnTo>
                    <a:pt x="2536638" y="2278200"/>
                  </a:lnTo>
                  <a:lnTo>
                    <a:pt x="2537493" y="2278200"/>
                  </a:lnTo>
                  <a:lnTo>
                    <a:pt x="2538349" y="2272920"/>
                  </a:lnTo>
                  <a:lnTo>
                    <a:pt x="2539204" y="2265402"/>
                  </a:lnTo>
                  <a:lnTo>
                    <a:pt x="2540060" y="2254967"/>
                  </a:lnTo>
                  <a:lnTo>
                    <a:pt x="2540915" y="2237479"/>
                  </a:lnTo>
                  <a:lnTo>
                    <a:pt x="2541771" y="2211767"/>
                  </a:lnTo>
                  <a:lnTo>
                    <a:pt x="2542626" y="2202445"/>
                  </a:lnTo>
                  <a:lnTo>
                    <a:pt x="2543482" y="2220050"/>
                  </a:lnTo>
                  <a:lnTo>
                    <a:pt x="2544337" y="2238019"/>
                  </a:lnTo>
                  <a:lnTo>
                    <a:pt x="2545193" y="2205601"/>
                  </a:lnTo>
                  <a:lnTo>
                    <a:pt x="2546048" y="2154239"/>
                  </a:lnTo>
                  <a:lnTo>
                    <a:pt x="2546904" y="2158491"/>
                  </a:lnTo>
                  <a:lnTo>
                    <a:pt x="2547760" y="2196320"/>
                  </a:lnTo>
                  <a:lnTo>
                    <a:pt x="2548615" y="2197344"/>
                  </a:lnTo>
                  <a:lnTo>
                    <a:pt x="2549471" y="2232665"/>
                  </a:lnTo>
                  <a:lnTo>
                    <a:pt x="2550326" y="2262299"/>
                  </a:lnTo>
                  <a:lnTo>
                    <a:pt x="2551182" y="2269725"/>
                  </a:lnTo>
                  <a:lnTo>
                    <a:pt x="2552037" y="2265872"/>
                  </a:lnTo>
                  <a:lnTo>
                    <a:pt x="2552893" y="2211538"/>
                  </a:lnTo>
                  <a:lnTo>
                    <a:pt x="2553748" y="2227314"/>
                  </a:lnTo>
                  <a:lnTo>
                    <a:pt x="2554604" y="2261256"/>
                  </a:lnTo>
                  <a:lnTo>
                    <a:pt x="2555459" y="2261682"/>
                  </a:lnTo>
                  <a:lnTo>
                    <a:pt x="2556315" y="2249436"/>
                  </a:lnTo>
                  <a:lnTo>
                    <a:pt x="2557170" y="2232047"/>
                  </a:lnTo>
                  <a:lnTo>
                    <a:pt x="2558026" y="2254290"/>
                  </a:lnTo>
                  <a:lnTo>
                    <a:pt x="2558881" y="2278200"/>
                  </a:lnTo>
                  <a:lnTo>
                    <a:pt x="2559737" y="2233856"/>
                  </a:lnTo>
                  <a:lnTo>
                    <a:pt x="2560592" y="2196193"/>
                  </a:lnTo>
                  <a:lnTo>
                    <a:pt x="2561448" y="2262676"/>
                  </a:lnTo>
                  <a:lnTo>
                    <a:pt x="2562303" y="2278200"/>
                  </a:lnTo>
                  <a:lnTo>
                    <a:pt x="2563159" y="2278200"/>
                  </a:lnTo>
                  <a:lnTo>
                    <a:pt x="2564015" y="2242276"/>
                  </a:lnTo>
                  <a:lnTo>
                    <a:pt x="2564870" y="2246853"/>
                  </a:lnTo>
                  <a:lnTo>
                    <a:pt x="2565726" y="2246433"/>
                  </a:lnTo>
                  <a:lnTo>
                    <a:pt x="2566581" y="2219222"/>
                  </a:lnTo>
                  <a:lnTo>
                    <a:pt x="2567437" y="2234367"/>
                  </a:lnTo>
                  <a:lnTo>
                    <a:pt x="2568292" y="2252639"/>
                  </a:lnTo>
                  <a:lnTo>
                    <a:pt x="2569148" y="2240106"/>
                  </a:lnTo>
                  <a:lnTo>
                    <a:pt x="2570003" y="2234500"/>
                  </a:lnTo>
                  <a:lnTo>
                    <a:pt x="2570859" y="2248117"/>
                  </a:lnTo>
                  <a:lnTo>
                    <a:pt x="2571714" y="2243694"/>
                  </a:lnTo>
                  <a:lnTo>
                    <a:pt x="2572570" y="2243753"/>
                  </a:lnTo>
                  <a:lnTo>
                    <a:pt x="2573425" y="2213810"/>
                  </a:lnTo>
                  <a:lnTo>
                    <a:pt x="2574281" y="2221339"/>
                  </a:lnTo>
                  <a:lnTo>
                    <a:pt x="2575136" y="2202243"/>
                  </a:lnTo>
                  <a:lnTo>
                    <a:pt x="2575992" y="2209965"/>
                  </a:lnTo>
                  <a:lnTo>
                    <a:pt x="2576847" y="2220385"/>
                  </a:lnTo>
                  <a:lnTo>
                    <a:pt x="2577703" y="2174572"/>
                  </a:lnTo>
                  <a:lnTo>
                    <a:pt x="2578558" y="2192181"/>
                  </a:lnTo>
                  <a:lnTo>
                    <a:pt x="2579414" y="2154024"/>
                  </a:lnTo>
                  <a:lnTo>
                    <a:pt x="2580270" y="2162524"/>
                  </a:lnTo>
                  <a:lnTo>
                    <a:pt x="2581125" y="2162328"/>
                  </a:lnTo>
                  <a:lnTo>
                    <a:pt x="2581981" y="2158499"/>
                  </a:lnTo>
                  <a:lnTo>
                    <a:pt x="2582836" y="2171833"/>
                  </a:lnTo>
                  <a:lnTo>
                    <a:pt x="2583692" y="2128739"/>
                  </a:lnTo>
                  <a:lnTo>
                    <a:pt x="2584547" y="2142561"/>
                  </a:lnTo>
                  <a:lnTo>
                    <a:pt x="2585403" y="2109317"/>
                  </a:lnTo>
                  <a:lnTo>
                    <a:pt x="2586258" y="2126719"/>
                  </a:lnTo>
                  <a:lnTo>
                    <a:pt x="2587114" y="2101906"/>
                  </a:lnTo>
                  <a:lnTo>
                    <a:pt x="2587969" y="2139834"/>
                  </a:lnTo>
                  <a:lnTo>
                    <a:pt x="2588825" y="2162923"/>
                  </a:lnTo>
                  <a:lnTo>
                    <a:pt x="2589680" y="2153574"/>
                  </a:lnTo>
                  <a:lnTo>
                    <a:pt x="2590536" y="2152657"/>
                  </a:lnTo>
                  <a:lnTo>
                    <a:pt x="2591391" y="2157837"/>
                  </a:lnTo>
                  <a:lnTo>
                    <a:pt x="2592247" y="2117443"/>
                  </a:lnTo>
                  <a:lnTo>
                    <a:pt x="2593102" y="2150873"/>
                  </a:lnTo>
                  <a:lnTo>
                    <a:pt x="2593958" y="2156299"/>
                  </a:lnTo>
                  <a:lnTo>
                    <a:pt x="2594814" y="2214531"/>
                  </a:lnTo>
                  <a:lnTo>
                    <a:pt x="2595669" y="2218746"/>
                  </a:lnTo>
                  <a:lnTo>
                    <a:pt x="2596525" y="2240337"/>
                  </a:lnTo>
                  <a:lnTo>
                    <a:pt x="2597380" y="2258544"/>
                  </a:lnTo>
                  <a:lnTo>
                    <a:pt x="2598236" y="2211471"/>
                  </a:lnTo>
                  <a:lnTo>
                    <a:pt x="2599091" y="2183109"/>
                  </a:lnTo>
                  <a:lnTo>
                    <a:pt x="2599947" y="2220208"/>
                  </a:lnTo>
                  <a:lnTo>
                    <a:pt x="2600802" y="2248926"/>
                  </a:lnTo>
                  <a:lnTo>
                    <a:pt x="2601658" y="2247780"/>
                  </a:lnTo>
                  <a:lnTo>
                    <a:pt x="2602513" y="2236500"/>
                  </a:lnTo>
                  <a:lnTo>
                    <a:pt x="2603369" y="2202245"/>
                  </a:lnTo>
                  <a:lnTo>
                    <a:pt x="2604224" y="2201307"/>
                  </a:lnTo>
                  <a:lnTo>
                    <a:pt x="2605080" y="2195793"/>
                  </a:lnTo>
                  <a:lnTo>
                    <a:pt x="2605935" y="2165704"/>
                  </a:lnTo>
                  <a:lnTo>
                    <a:pt x="2606791" y="2127160"/>
                  </a:lnTo>
                  <a:lnTo>
                    <a:pt x="2607646" y="2154226"/>
                  </a:lnTo>
                  <a:lnTo>
                    <a:pt x="2608502" y="2130803"/>
                  </a:lnTo>
                  <a:lnTo>
                    <a:pt x="2609357" y="2053926"/>
                  </a:lnTo>
                  <a:lnTo>
                    <a:pt x="2610213" y="2071000"/>
                  </a:lnTo>
                  <a:lnTo>
                    <a:pt x="2611069" y="2044656"/>
                  </a:lnTo>
                  <a:lnTo>
                    <a:pt x="2611924" y="2073005"/>
                  </a:lnTo>
                  <a:lnTo>
                    <a:pt x="2612780" y="2036735"/>
                  </a:lnTo>
                  <a:lnTo>
                    <a:pt x="2613635" y="2043765"/>
                  </a:lnTo>
                  <a:lnTo>
                    <a:pt x="2614491" y="2091578"/>
                  </a:lnTo>
                  <a:lnTo>
                    <a:pt x="2615346" y="2163534"/>
                  </a:lnTo>
                  <a:lnTo>
                    <a:pt x="2616202" y="2165040"/>
                  </a:lnTo>
                  <a:lnTo>
                    <a:pt x="2617057" y="2112583"/>
                  </a:lnTo>
                  <a:lnTo>
                    <a:pt x="2617913" y="2110507"/>
                  </a:lnTo>
                  <a:lnTo>
                    <a:pt x="2618768" y="2146012"/>
                  </a:lnTo>
                  <a:lnTo>
                    <a:pt x="2619624" y="2107284"/>
                  </a:lnTo>
                  <a:lnTo>
                    <a:pt x="2620479" y="2111792"/>
                  </a:lnTo>
                  <a:lnTo>
                    <a:pt x="2621335" y="2086866"/>
                  </a:lnTo>
                  <a:lnTo>
                    <a:pt x="2622190" y="2101045"/>
                  </a:lnTo>
                  <a:lnTo>
                    <a:pt x="2623046" y="2138319"/>
                  </a:lnTo>
                  <a:lnTo>
                    <a:pt x="2623901" y="2154988"/>
                  </a:lnTo>
                  <a:lnTo>
                    <a:pt x="2624757" y="2151175"/>
                  </a:lnTo>
                  <a:lnTo>
                    <a:pt x="2625612" y="2144517"/>
                  </a:lnTo>
                  <a:lnTo>
                    <a:pt x="2626468" y="2173566"/>
                  </a:lnTo>
                  <a:lnTo>
                    <a:pt x="2627324" y="2171741"/>
                  </a:lnTo>
                  <a:lnTo>
                    <a:pt x="2628179" y="2168969"/>
                  </a:lnTo>
                  <a:lnTo>
                    <a:pt x="2629035" y="2166290"/>
                  </a:lnTo>
                  <a:lnTo>
                    <a:pt x="2629890" y="2170722"/>
                  </a:lnTo>
                  <a:lnTo>
                    <a:pt x="2630746" y="2200532"/>
                  </a:lnTo>
                  <a:lnTo>
                    <a:pt x="2631601" y="2196570"/>
                  </a:lnTo>
                  <a:lnTo>
                    <a:pt x="2632457" y="2206564"/>
                  </a:lnTo>
                  <a:lnTo>
                    <a:pt x="2633312" y="2183891"/>
                  </a:lnTo>
                  <a:lnTo>
                    <a:pt x="2634168" y="2194088"/>
                  </a:lnTo>
                  <a:lnTo>
                    <a:pt x="2635023" y="2200430"/>
                  </a:lnTo>
                  <a:lnTo>
                    <a:pt x="2635879" y="2194914"/>
                  </a:lnTo>
                  <a:lnTo>
                    <a:pt x="2636734" y="2220211"/>
                  </a:lnTo>
                  <a:lnTo>
                    <a:pt x="2637590" y="2240804"/>
                  </a:lnTo>
                  <a:lnTo>
                    <a:pt x="2638445" y="2248836"/>
                  </a:lnTo>
                  <a:lnTo>
                    <a:pt x="2639301" y="2266354"/>
                  </a:lnTo>
                  <a:lnTo>
                    <a:pt x="2640156" y="2278200"/>
                  </a:lnTo>
                  <a:lnTo>
                    <a:pt x="2641012" y="2278200"/>
                  </a:lnTo>
                  <a:lnTo>
                    <a:pt x="2641868" y="2278200"/>
                  </a:lnTo>
                  <a:lnTo>
                    <a:pt x="2642723" y="2278200"/>
                  </a:lnTo>
                  <a:lnTo>
                    <a:pt x="2643579" y="2278200"/>
                  </a:lnTo>
                  <a:lnTo>
                    <a:pt x="2644434" y="2278200"/>
                  </a:lnTo>
                  <a:lnTo>
                    <a:pt x="2645290" y="2278200"/>
                  </a:lnTo>
                  <a:lnTo>
                    <a:pt x="2646145" y="2261143"/>
                  </a:lnTo>
                  <a:lnTo>
                    <a:pt x="2647001" y="2258570"/>
                  </a:lnTo>
                  <a:lnTo>
                    <a:pt x="2647856" y="2261201"/>
                  </a:lnTo>
                  <a:lnTo>
                    <a:pt x="2648712" y="2238685"/>
                  </a:lnTo>
                  <a:lnTo>
                    <a:pt x="2649567" y="2196948"/>
                  </a:lnTo>
                  <a:lnTo>
                    <a:pt x="2650423" y="2156682"/>
                  </a:lnTo>
                  <a:lnTo>
                    <a:pt x="2651278" y="2131812"/>
                  </a:lnTo>
                  <a:lnTo>
                    <a:pt x="2652134" y="2170425"/>
                  </a:lnTo>
                  <a:lnTo>
                    <a:pt x="2652989" y="2209786"/>
                  </a:lnTo>
                  <a:lnTo>
                    <a:pt x="2653845" y="2175867"/>
                  </a:lnTo>
                  <a:lnTo>
                    <a:pt x="2654700" y="2135432"/>
                  </a:lnTo>
                  <a:lnTo>
                    <a:pt x="2655556" y="2145790"/>
                  </a:lnTo>
                  <a:lnTo>
                    <a:pt x="2656411" y="2165382"/>
                  </a:lnTo>
                  <a:lnTo>
                    <a:pt x="2657267" y="2149946"/>
                  </a:lnTo>
                  <a:lnTo>
                    <a:pt x="2658123" y="2120318"/>
                  </a:lnTo>
                  <a:lnTo>
                    <a:pt x="2658978" y="2152189"/>
                  </a:lnTo>
                  <a:lnTo>
                    <a:pt x="2659834" y="2168552"/>
                  </a:lnTo>
                  <a:lnTo>
                    <a:pt x="2660689" y="2168348"/>
                  </a:lnTo>
                  <a:lnTo>
                    <a:pt x="2661545" y="2197462"/>
                  </a:lnTo>
                  <a:lnTo>
                    <a:pt x="2662400" y="2160980"/>
                  </a:lnTo>
                  <a:lnTo>
                    <a:pt x="2663256" y="2174162"/>
                  </a:lnTo>
                  <a:lnTo>
                    <a:pt x="2664111" y="2159344"/>
                  </a:lnTo>
                  <a:lnTo>
                    <a:pt x="2664967" y="2144361"/>
                  </a:lnTo>
                  <a:lnTo>
                    <a:pt x="2665822" y="2165043"/>
                  </a:lnTo>
                  <a:lnTo>
                    <a:pt x="2666678" y="2162634"/>
                  </a:lnTo>
                  <a:lnTo>
                    <a:pt x="2667533" y="2244458"/>
                  </a:lnTo>
                  <a:lnTo>
                    <a:pt x="2668389" y="2236170"/>
                  </a:lnTo>
                  <a:lnTo>
                    <a:pt x="2669244" y="2208477"/>
                  </a:lnTo>
                  <a:lnTo>
                    <a:pt x="2670100" y="2278200"/>
                  </a:lnTo>
                  <a:lnTo>
                    <a:pt x="2670955" y="2237881"/>
                  </a:lnTo>
                  <a:lnTo>
                    <a:pt x="2671811" y="2188527"/>
                  </a:lnTo>
                  <a:lnTo>
                    <a:pt x="2672666" y="2155630"/>
                  </a:lnTo>
                  <a:lnTo>
                    <a:pt x="2673522" y="2209223"/>
                  </a:lnTo>
                  <a:lnTo>
                    <a:pt x="2674378" y="2258123"/>
                  </a:lnTo>
                  <a:lnTo>
                    <a:pt x="2675233" y="2227560"/>
                  </a:lnTo>
                  <a:lnTo>
                    <a:pt x="2676089" y="2257042"/>
                  </a:lnTo>
                  <a:lnTo>
                    <a:pt x="2676944" y="2228086"/>
                  </a:lnTo>
                  <a:lnTo>
                    <a:pt x="2677800" y="2220609"/>
                  </a:lnTo>
                  <a:lnTo>
                    <a:pt x="2678655" y="2237267"/>
                  </a:lnTo>
                  <a:lnTo>
                    <a:pt x="2679511" y="2186186"/>
                  </a:lnTo>
                  <a:lnTo>
                    <a:pt x="2680366" y="2202590"/>
                  </a:lnTo>
                  <a:lnTo>
                    <a:pt x="2681222" y="2237989"/>
                  </a:lnTo>
                  <a:lnTo>
                    <a:pt x="2682077" y="2246315"/>
                  </a:lnTo>
                  <a:lnTo>
                    <a:pt x="2682933" y="2245340"/>
                  </a:lnTo>
                  <a:lnTo>
                    <a:pt x="2683788" y="2258058"/>
                  </a:lnTo>
                  <a:lnTo>
                    <a:pt x="2684644" y="2235451"/>
                  </a:lnTo>
                  <a:lnTo>
                    <a:pt x="2685499" y="2255344"/>
                  </a:lnTo>
                  <a:lnTo>
                    <a:pt x="2686355" y="2249284"/>
                  </a:lnTo>
                  <a:lnTo>
                    <a:pt x="2687210" y="2268337"/>
                  </a:lnTo>
                  <a:lnTo>
                    <a:pt x="2688066" y="2254938"/>
                  </a:lnTo>
                  <a:lnTo>
                    <a:pt x="2688921" y="2256328"/>
                  </a:lnTo>
                  <a:lnTo>
                    <a:pt x="2689777" y="2194887"/>
                  </a:lnTo>
                  <a:lnTo>
                    <a:pt x="2690633" y="2196546"/>
                  </a:lnTo>
                  <a:lnTo>
                    <a:pt x="2691488" y="2210066"/>
                  </a:lnTo>
                  <a:lnTo>
                    <a:pt x="2692344" y="2191159"/>
                  </a:lnTo>
                  <a:lnTo>
                    <a:pt x="2693199" y="2164658"/>
                  </a:lnTo>
                  <a:lnTo>
                    <a:pt x="2694055" y="2114482"/>
                  </a:lnTo>
                  <a:lnTo>
                    <a:pt x="2694910" y="2169993"/>
                  </a:lnTo>
                  <a:lnTo>
                    <a:pt x="2695766" y="2164025"/>
                  </a:lnTo>
                  <a:lnTo>
                    <a:pt x="2696621" y="2150037"/>
                  </a:lnTo>
                  <a:lnTo>
                    <a:pt x="2697477" y="2114068"/>
                  </a:lnTo>
                  <a:lnTo>
                    <a:pt x="2698332" y="2143760"/>
                  </a:lnTo>
                  <a:lnTo>
                    <a:pt x="2699188" y="2117640"/>
                  </a:lnTo>
                  <a:lnTo>
                    <a:pt x="2700043" y="2123527"/>
                  </a:lnTo>
                  <a:lnTo>
                    <a:pt x="2700899" y="2085408"/>
                  </a:lnTo>
                  <a:lnTo>
                    <a:pt x="2701754" y="2061041"/>
                  </a:lnTo>
                  <a:lnTo>
                    <a:pt x="2702610" y="2051048"/>
                  </a:lnTo>
                  <a:lnTo>
                    <a:pt x="2703465" y="2054292"/>
                  </a:lnTo>
                  <a:lnTo>
                    <a:pt x="2704321" y="2102134"/>
                  </a:lnTo>
                  <a:lnTo>
                    <a:pt x="2705177" y="2127689"/>
                  </a:lnTo>
                  <a:lnTo>
                    <a:pt x="2706032" y="2178530"/>
                  </a:lnTo>
                  <a:lnTo>
                    <a:pt x="2706888" y="2182952"/>
                  </a:lnTo>
                  <a:lnTo>
                    <a:pt x="2707743" y="2217329"/>
                  </a:lnTo>
                  <a:lnTo>
                    <a:pt x="2708599" y="2227315"/>
                  </a:lnTo>
                  <a:lnTo>
                    <a:pt x="2709454" y="2221546"/>
                  </a:lnTo>
                  <a:lnTo>
                    <a:pt x="2710310" y="2208046"/>
                  </a:lnTo>
                  <a:lnTo>
                    <a:pt x="2711165" y="2211616"/>
                  </a:lnTo>
                  <a:lnTo>
                    <a:pt x="2712021" y="2173792"/>
                  </a:lnTo>
                  <a:lnTo>
                    <a:pt x="2712876" y="2168569"/>
                  </a:lnTo>
                  <a:lnTo>
                    <a:pt x="2713732" y="2176340"/>
                  </a:lnTo>
                  <a:lnTo>
                    <a:pt x="2714587" y="2128836"/>
                  </a:lnTo>
                  <a:lnTo>
                    <a:pt x="2715443" y="2131523"/>
                  </a:lnTo>
                  <a:lnTo>
                    <a:pt x="2716298" y="2120596"/>
                  </a:lnTo>
                  <a:lnTo>
                    <a:pt x="2717154" y="2179207"/>
                  </a:lnTo>
                  <a:lnTo>
                    <a:pt x="2718009" y="2122905"/>
                  </a:lnTo>
                  <a:lnTo>
                    <a:pt x="2718865" y="2119790"/>
                  </a:lnTo>
                  <a:lnTo>
                    <a:pt x="2719720" y="2130766"/>
                  </a:lnTo>
                  <a:lnTo>
                    <a:pt x="2720576" y="2149912"/>
                  </a:lnTo>
                  <a:lnTo>
                    <a:pt x="2721432" y="2089584"/>
                  </a:lnTo>
                  <a:lnTo>
                    <a:pt x="2722287" y="2082068"/>
                  </a:lnTo>
                  <a:lnTo>
                    <a:pt x="2723143" y="2101222"/>
                  </a:lnTo>
                  <a:lnTo>
                    <a:pt x="2723998" y="2103422"/>
                  </a:lnTo>
                  <a:lnTo>
                    <a:pt x="2724854" y="2071601"/>
                  </a:lnTo>
                  <a:lnTo>
                    <a:pt x="2725709" y="2081321"/>
                  </a:lnTo>
                  <a:lnTo>
                    <a:pt x="2726565" y="2030132"/>
                  </a:lnTo>
                  <a:lnTo>
                    <a:pt x="2727420" y="2026579"/>
                  </a:lnTo>
                  <a:lnTo>
                    <a:pt x="2728276" y="2083927"/>
                  </a:lnTo>
                  <a:lnTo>
                    <a:pt x="2729131" y="2068012"/>
                  </a:lnTo>
                  <a:lnTo>
                    <a:pt x="2729987" y="2065118"/>
                  </a:lnTo>
                  <a:lnTo>
                    <a:pt x="2730842" y="2003656"/>
                  </a:lnTo>
                  <a:lnTo>
                    <a:pt x="2731698" y="2006422"/>
                  </a:lnTo>
                  <a:lnTo>
                    <a:pt x="2732553" y="2011745"/>
                  </a:lnTo>
                  <a:lnTo>
                    <a:pt x="2733409" y="2034977"/>
                  </a:lnTo>
                  <a:lnTo>
                    <a:pt x="2734264" y="2036476"/>
                  </a:lnTo>
                  <a:lnTo>
                    <a:pt x="2735120" y="2026285"/>
                  </a:lnTo>
                  <a:lnTo>
                    <a:pt x="2735975" y="1982786"/>
                  </a:lnTo>
                  <a:lnTo>
                    <a:pt x="2736831" y="2022967"/>
                  </a:lnTo>
                  <a:lnTo>
                    <a:pt x="2737687" y="2053666"/>
                  </a:lnTo>
                  <a:lnTo>
                    <a:pt x="2738542" y="2079629"/>
                  </a:lnTo>
                  <a:lnTo>
                    <a:pt x="2739398" y="2061764"/>
                  </a:lnTo>
                  <a:lnTo>
                    <a:pt x="2740253" y="2049982"/>
                  </a:lnTo>
                  <a:lnTo>
                    <a:pt x="2741109" y="2051645"/>
                  </a:lnTo>
                  <a:lnTo>
                    <a:pt x="2741964" y="2060213"/>
                  </a:lnTo>
                  <a:lnTo>
                    <a:pt x="2742820" y="2058125"/>
                  </a:lnTo>
                  <a:lnTo>
                    <a:pt x="2743675" y="2035526"/>
                  </a:lnTo>
                  <a:lnTo>
                    <a:pt x="2744531" y="2041892"/>
                  </a:lnTo>
                  <a:lnTo>
                    <a:pt x="2745386" y="2076899"/>
                  </a:lnTo>
                  <a:lnTo>
                    <a:pt x="2746242" y="2043055"/>
                  </a:lnTo>
                  <a:lnTo>
                    <a:pt x="2747097" y="2038597"/>
                  </a:lnTo>
                  <a:lnTo>
                    <a:pt x="2747953" y="1953599"/>
                  </a:lnTo>
                  <a:lnTo>
                    <a:pt x="2748808" y="1972740"/>
                  </a:lnTo>
                  <a:lnTo>
                    <a:pt x="2749664" y="2024172"/>
                  </a:lnTo>
                  <a:lnTo>
                    <a:pt x="2750519" y="1930902"/>
                  </a:lnTo>
                  <a:lnTo>
                    <a:pt x="2751375" y="1975059"/>
                  </a:lnTo>
                  <a:lnTo>
                    <a:pt x="2752231" y="1825999"/>
                  </a:lnTo>
                  <a:lnTo>
                    <a:pt x="2753086" y="1858450"/>
                  </a:lnTo>
                  <a:lnTo>
                    <a:pt x="2753942" y="1841472"/>
                  </a:lnTo>
                  <a:lnTo>
                    <a:pt x="2754797" y="1898552"/>
                  </a:lnTo>
                  <a:lnTo>
                    <a:pt x="2755653" y="1951756"/>
                  </a:lnTo>
                  <a:lnTo>
                    <a:pt x="2756508" y="1942065"/>
                  </a:lnTo>
                  <a:lnTo>
                    <a:pt x="2757364" y="1954552"/>
                  </a:lnTo>
                  <a:lnTo>
                    <a:pt x="2758219" y="1956804"/>
                  </a:lnTo>
                  <a:lnTo>
                    <a:pt x="2759075" y="1968503"/>
                  </a:lnTo>
                  <a:lnTo>
                    <a:pt x="2759930" y="1980719"/>
                  </a:lnTo>
                  <a:lnTo>
                    <a:pt x="2760786" y="1914562"/>
                  </a:lnTo>
                  <a:lnTo>
                    <a:pt x="2761641" y="1889541"/>
                  </a:lnTo>
                  <a:lnTo>
                    <a:pt x="2762497" y="1914876"/>
                  </a:lnTo>
                  <a:lnTo>
                    <a:pt x="2763352" y="1999807"/>
                  </a:lnTo>
                  <a:lnTo>
                    <a:pt x="2764208" y="1927694"/>
                  </a:lnTo>
                  <a:lnTo>
                    <a:pt x="2765063" y="1900311"/>
                  </a:lnTo>
                  <a:lnTo>
                    <a:pt x="2765919" y="1932822"/>
                  </a:lnTo>
                  <a:lnTo>
                    <a:pt x="2766774" y="2078629"/>
                  </a:lnTo>
                  <a:lnTo>
                    <a:pt x="2767630" y="2102089"/>
                  </a:lnTo>
                  <a:lnTo>
                    <a:pt x="2768486" y="2139182"/>
                  </a:lnTo>
                  <a:lnTo>
                    <a:pt x="2769341" y="2143317"/>
                  </a:lnTo>
                  <a:lnTo>
                    <a:pt x="2770197" y="2108523"/>
                  </a:lnTo>
                  <a:lnTo>
                    <a:pt x="2771052" y="2090775"/>
                  </a:lnTo>
                  <a:lnTo>
                    <a:pt x="2771908" y="2066318"/>
                  </a:lnTo>
                  <a:lnTo>
                    <a:pt x="2772763" y="2104809"/>
                  </a:lnTo>
                  <a:lnTo>
                    <a:pt x="2773619" y="2085061"/>
                  </a:lnTo>
                  <a:lnTo>
                    <a:pt x="2774474" y="2108382"/>
                  </a:lnTo>
                  <a:lnTo>
                    <a:pt x="2775330" y="2116541"/>
                  </a:lnTo>
                  <a:lnTo>
                    <a:pt x="2776185" y="2094407"/>
                  </a:lnTo>
                  <a:lnTo>
                    <a:pt x="2777041" y="2108392"/>
                  </a:lnTo>
                  <a:lnTo>
                    <a:pt x="2777896" y="2091079"/>
                  </a:lnTo>
                  <a:lnTo>
                    <a:pt x="2778752" y="2114384"/>
                  </a:lnTo>
                  <a:lnTo>
                    <a:pt x="2779607" y="2099802"/>
                  </a:lnTo>
                  <a:lnTo>
                    <a:pt x="2780463" y="2087505"/>
                  </a:lnTo>
                  <a:lnTo>
                    <a:pt x="2781318" y="2070883"/>
                  </a:lnTo>
                  <a:lnTo>
                    <a:pt x="2782174" y="2118554"/>
                  </a:lnTo>
                  <a:lnTo>
                    <a:pt x="2783029" y="2144771"/>
                  </a:lnTo>
                  <a:lnTo>
                    <a:pt x="2783885" y="2159766"/>
                  </a:lnTo>
                  <a:lnTo>
                    <a:pt x="2784741" y="2179218"/>
                  </a:lnTo>
                  <a:lnTo>
                    <a:pt x="2785596" y="2199980"/>
                  </a:lnTo>
                  <a:lnTo>
                    <a:pt x="2786452" y="2218983"/>
                  </a:lnTo>
                  <a:lnTo>
                    <a:pt x="2787307" y="2227927"/>
                  </a:lnTo>
                  <a:lnTo>
                    <a:pt x="2788163" y="2235056"/>
                  </a:lnTo>
                  <a:lnTo>
                    <a:pt x="2789018" y="2223954"/>
                  </a:lnTo>
                  <a:lnTo>
                    <a:pt x="2789874" y="2209036"/>
                  </a:lnTo>
                  <a:lnTo>
                    <a:pt x="2790729" y="2204133"/>
                  </a:lnTo>
                  <a:lnTo>
                    <a:pt x="2791585" y="2187767"/>
                  </a:lnTo>
                  <a:lnTo>
                    <a:pt x="2792440" y="2213811"/>
                  </a:lnTo>
                  <a:lnTo>
                    <a:pt x="2793296" y="2197541"/>
                  </a:lnTo>
                  <a:lnTo>
                    <a:pt x="2794151" y="2126373"/>
                  </a:lnTo>
                  <a:lnTo>
                    <a:pt x="2795007" y="2109513"/>
                  </a:lnTo>
                  <a:lnTo>
                    <a:pt x="2795862" y="2119867"/>
                  </a:lnTo>
                  <a:lnTo>
                    <a:pt x="2796718" y="2138854"/>
                  </a:lnTo>
                  <a:lnTo>
                    <a:pt x="2797573" y="2124605"/>
                  </a:lnTo>
                  <a:lnTo>
                    <a:pt x="2798429" y="2115414"/>
                  </a:lnTo>
                  <a:lnTo>
                    <a:pt x="2799285" y="2119388"/>
                  </a:lnTo>
                  <a:lnTo>
                    <a:pt x="2800140" y="2107140"/>
                  </a:lnTo>
                  <a:lnTo>
                    <a:pt x="2800996" y="2125117"/>
                  </a:lnTo>
                  <a:lnTo>
                    <a:pt x="2801851" y="2093393"/>
                  </a:lnTo>
                  <a:lnTo>
                    <a:pt x="2802707" y="2096523"/>
                  </a:lnTo>
                  <a:lnTo>
                    <a:pt x="2803562" y="2142139"/>
                  </a:lnTo>
                  <a:lnTo>
                    <a:pt x="2804418" y="2160796"/>
                  </a:lnTo>
                  <a:lnTo>
                    <a:pt x="2805273" y="2175283"/>
                  </a:lnTo>
                  <a:lnTo>
                    <a:pt x="2806129" y="2161460"/>
                  </a:lnTo>
                  <a:lnTo>
                    <a:pt x="2806984" y="2171180"/>
                  </a:lnTo>
                  <a:lnTo>
                    <a:pt x="2807840" y="2153885"/>
                  </a:lnTo>
                  <a:lnTo>
                    <a:pt x="2808695" y="2128016"/>
                  </a:lnTo>
                  <a:lnTo>
                    <a:pt x="2809551" y="2120185"/>
                  </a:lnTo>
                  <a:lnTo>
                    <a:pt x="2810406" y="2099441"/>
                  </a:lnTo>
                  <a:lnTo>
                    <a:pt x="2811262" y="2084525"/>
                  </a:lnTo>
                  <a:lnTo>
                    <a:pt x="2812117" y="2089622"/>
                  </a:lnTo>
                  <a:lnTo>
                    <a:pt x="2812973" y="2106797"/>
                  </a:lnTo>
                  <a:lnTo>
                    <a:pt x="2813828" y="2120582"/>
                  </a:lnTo>
                  <a:lnTo>
                    <a:pt x="2814684" y="2104175"/>
                  </a:lnTo>
                  <a:lnTo>
                    <a:pt x="2815540" y="2074898"/>
                  </a:lnTo>
                  <a:lnTo>
                    <a:pt x="2816395" y="2080458"/>
                  </a:lnTo>
                  <a:lnTo>
                    <a:pt x="2817251" y="2118484"/>
                  </a:lnTo>
                  <a:lnTo>
                    <a:pt x="2818106" y="2104934"/>
                  </a:lnTo>
                  <a:lnTo>
                    <a:pt x="2818962" y="2102114"/>
                  </a:lnTo>
                  <a:lnTo>
                    <a:pt x="2819817" y="2170098"/>
                  </a:lnTo>
                  <a:lnTo>
                    <a:pt x="2820673" y="2224595"/>
                  </a:lnTo>
                  <a:lnTo>
                    <a:pt x="2821528" y="2244526"/>
                  </a:lnTo>
                  <a:lnTo>
                    <a:pt x="2822384" y="2228587"/>
                  </a:lnTo>
                  <a:lnTo>
                    <a:pt x="2823239" y="2227961"/>
                  </a:lnTo>
                  <a:lnTo>
                    <a:pt x="2824095" y="2245220"/>
                  </a:lnTo>
                  <a:lnTo>
                    <a:pt x="2824950" y="2250060"/>
                  </a:lnTo>
                  <a:lnTo>
                    <a:pt x="2825806" y="2261103"/>
                  </a:lnTo>
                  <a:lnTo>
                    <a:pt x="2826661" y="2247154"/>
                  </a:lnTo>
                  <a:lnTo>
                    <a:pt x="2827517" y="2278200"/>
                  </a:lnTo>
                  <a:lnTo>
                    <a:pt x="2828372" y="2272449"/>
                  </a:lnTo>
                  <a:lnTo>
                    <a:pt x="2829228" y="2231681"/>
                  </a:lnTo>
                  <a:lnTo>
                    <a:pt x="2830083" y="2236333"/>
                  </a:lnTo>
                  <a:lnTo>
                    <a:pt x="2830939" y="2266269"/>
                  </a:lnTo>
                  <a:lnTo>
                    <a:pt x="2831795" y="2278200"/>
                  </a:lnTo>
                  <a:lnTo>
                    <a:pt x="2832650" y="2266543"/>
                  </a:lnTo>
                  <a:lnTo>
                    <a:pt x="2833506" y="2253466"/>
                  </a:lnTo>
                  <a:lnTo>
                    <a:pt x="2834361" y="2278200"/>
                  </a:lnTo>
                  <a:lnTo>
                    <a:pt x="2835217" y="2249726"/>
                  </a:lnTo>
                  <a:lnTo>
                    <a:pt x="2836072" y="2220932"/>
                  </a:lnTo>
                  <a:lnTo>
                    <a:pt x="2836928" y="2221604"/>
                  </a:lnTo>
                  <a:lnTo>
                    <a:pt x="2837783" y="2251507"/>
                  </a:lnTo>
                  <a:lnTo>
                    <a:pt x="2838639" y="2276684"/>
                  </a:lnTo>
                  <a:lnTo>
                    <a:pt x="2839494" y="2263301"/>
                  </a:lnTo>
                  <a:lnTo>
                    <a:pt x="2840350" y="2217234"/>
                  </a:lnTo>
                  <a:lnTo>
                    <a:pt x="2841205" y="2276368"/>
                  </a:lnTo>
                  <a:lnTo>
                    <a:pt x="2842061" y="2261099"/>
                  </a:lnTo>
                  <a:lnTo>
                    <a:pt x="2842916" y="2269874"/>
                  </a:lnTo>
                  <a:lnTo>
                    <a:pt x="2843772" y="2220201"/>
                  </a:lnTo>
                  <a:lnTo>
                    <a:pt x="2844627" y="2189681"/>
                  </a:lnTo>
                  <a:lnTo>
                    <a:pt x="2845483" y="2155189"/>
                  </a:lnTo>
                  <a:lnTo>
                    <a:pt x="2846339" y="2164883"/>
                  </a:lnTo>
                  <a:lnTo>
                    <a:pt x="2847194" y="2160381"/>
                  </a:lnTo>
                  <a:lnTo>
                    <a:pt x="2848050" y="2088526"/>
                  </a:lnTo>
                  <a:lnTo>
                    <a:pt x="2848905" y="2128405"/>
                  </a:lnTo>
                  <a:lnTo>
                    <a:pt x="2849761" y="2183528"/>
                  </a:lnTo>
                  <a:lnTo>
                    <a:pt x="2850616" y="2165280"/>
                  </a:lnTo>
                  <a:lnTo>
                    <a:pt x="2851472" y="2139961"/>
                  </a:lnTo>
                  <a:lnTo>
                    <a:pt x="2852327" y="2111500"/>
                  </a:lnTo>
                  <a:lnTo>
                    <a:pt x="2853183" y="2118053"/>
                  </a:lnTo>
                  <a:lnTo>
                    <a:pt x="2854038" y="2145636"/>
                  </a:lnTo>
                  <a:lnTo>
                    <a:pt x="2854894" y="2150949"/>
                  </a:lnTo>
                  <a:lnTo>
                    <a:pt x="2855749" y="2130749"/>
                  </a:lnTo>
                  <a:lnTo>
                    <a:pt x="2856605" y="2177533"/>
                  </a:lnTo>
                  <a:lnTo>
                    <a:pt x="2857460" y="2190924"/>
                  </a:lnTo>
                  <a:lnTo>
                    <a:pt x="2858316" y="2225148"/>
                  </a:lnTo>
                  <a:lnTo>
                    <a:pt x="2859171" y="2240193"/>
                  </a:lnTo>
                  <a:lnTo>
                    <a:pt x="2860027" y="2205827"/>
                  </a:lnTo>
                  <a:lnTo>
                    <a:pt x="2860882" y="2202823"/>
                  </a:lnTo>
                  <a:lnTo>
                    <a:pt x="2861738" y="2216353"/>
                  </a:lnTo>
                  <a:lnTo>
                    <a:pt x="2862594" y="2247332"/>
                  </a:lnTo>
                  <a:lnTo>
                    <a:pt x="2863449" y="2216519"/>
                  </a:lnTo>
                  <a:lnTo>
                    <a:pt x="2864305" y="2179083"/>
                  </a:lnTo>
                  <a:lnTo>
                    <a:pt x="2865160" y="2159043"/>
                  </a:lnTo>
                  <a:lnTo>
                    <a:pt x="2866016" y="2156682"/>
                  </a:lnTo>
                  <a:lnTo>
                    <a:pt x="2866871" y="2184660"/>
                  </a:lnTo>
                  <a:lnTo>
                    <a:pt x="2867727" y="2164326"/>
                  </a:lnTo>
                  <a:lnTo>
                    <a:pt x="2868582" y="2165245"/>
                  </a:lnTo>
                  <a:lnTo>
                    <a:pt x="2869438" y="2172035"/>
                  </a:lnTo>
                  <a:lnTo>
                    <a:pt x="2870293" y="2186832"/>
                  </a:lnTo>
                  <a:lnTo>
                    <a:pt x="2871149" y="2158599"/>
                  </a:lnTo>
                  <a:lnTo>
                    <a:pt x="2872004" y="2153195"/>
                  </a:lnTo>
                  <a:lnTo>
                    <a:pt x="2872860" y="2144029"/>
                  </a:lnTo>
                  <a:lnTo>
                    <a:pt x="2873715" y="2094201"/>
                  </a:lnTo>
                  <a:lnTo>
                    <a:pt x="2874571" y="2121142"/>
                  </a:lnTo>
                  <a:lnTo>
                    <a:pt x="2875426" y="2115122"/>
                  </a:lnTo>
                  <a:lnTo>
                    <a:pt x="2876282" y="2101626"/>
                  </a:lnTo>
                  <a:lnTo>
                    <a:pt x="2877137" y="2143603"/>
                  </a:lnTo>
                  <a:lnTo>
                    <a:pt x="2877993" y="2133533"/>
                  </a:lnTo>
                  <a:lnTo>
                    <a:pt x="2878849" y="2134910"/>
                  </a:lnTo>
                  <a:lnTo>
                    <a:pt x="2879704" y="2139645"/>
                  </a:lnTo>
                  <a:lnTo>
                    <a:pt x="2880560" y="2146106"/>
                  </a:lnTo>
                  <a:lnTo>
                    <a:pt x="2881415" y="2199791"/>
                  </a:lnTo>
                  <a:lnTo>
                    <a:pt x="2882271" y="2223059"/>
                  </a:lnTo>
                  <a:lnTo>
                    <a:pt x="2883126" y="2224203"/>
                  </a:lnTo>
                  <a:lnTo>
                    <a:pt x="2883982" y="2257845"/>
                  </a:lnTo>
                  <a:lnTo>
                    <a:pt x="2884837" y="2242436"/>
                  </a:lnTo>
                  <a:lnTo>
                    <a:pt x="2885693" y="2251842"/>
                  </a:lnTo>
                  <a:lnTo>
                    <a:pt x="2886548" y="2254824"/>
                  </a:lnTo>
                  <a:lnTo>
                    <a:pt x="2887404" y="2230853"/>
                  </a:lnTo>
                  <a:lnTo>
                    <a:pt x="2888259" y="2246394"/>
                  </a:lnTo>
                  <a:lnTo>
                    <a:pt x="2889115" y="2265844"/>
                  </a:lnTo>
                  <a:lnTo>
                    <a:pt x="2889970" y="2241075"/>
                  </a:lnTo>
                  <a:lnTo>
                    <a:pt x="2890826" y="2278200"/>
                  </a:lnTo>
                  <a:lnTo>
                    <a:pt x="2891681" y="2278200"/>
                  </a:lnTo>
                  <a:lnTo>
                    <a:pt x="2892537" y="2278200"/>
                  </a:lnTo>
                  <a:lnTo>
                    <a:pt x="2893392" y="2271371"/>
                  </a:lnTo>
                  <a:lnTo>
                    <a:pt x="2894248" y="2278200"/>
                  </a:lnTo>
                  <a:lnTo>
                    <a:pt x="2895104" y="2278200"/>
                  </a:lnTo>
                  <a:lnTo>
                    <a:pt x="2895959" y="2256742"/>
                  </a:lnTo>
                  <a:lnTo>
                    <a:pt x="2896815" y="2263729"/>
                  </a:lnTo>
                  <a:lnTo>
                    <a:pt x="2897670" y="2278200"/>
                  </a:lnTo>
                  <a:lnTo>
                    <a:pt x="2898526" y="2276696"/>
                  </a:lnTo>
                  <a:lnTo>
                    <a:pt x="2899381" y="2278200"/>
                  </a:lnTo>
                  <a:lnTo>
                    <a:pt x="2900237" y="2278200"/>
                  </a:lnTo>
                  <a:lnTo>
                    <a:pt x="2901092" y="2271699"/>
                  </a:lnTo>
                  <a:lnTo>
                    <a:pt x="2901948" y="2255131"/>
                  </a:lnTo>
                  <a:lnTo>
                    <a:pt x="2902803" y="2194170"/>
                  </a:lnTo>
                  <a:lnTo>
                    <a:pt x="2903659" y="2216193"/>
                  </a:lnTo>
                  <a:lnTo>
                    <a:pt x="2904514" y="2203867"/>
                  </a:lnTo>
                  <a:lnTo>
                    <a:pt x="2905370" y="2213512"/>
                  </a:lnTo>
                  <a:lnTo>
                    <a:pt x="2906225" y="2233081"/>
                  </a:lnTo>
                  <a:lnTo>
                    <a:pt x="2907081" y="2227495"/>
                  </a:lnTo>
                  <a:lnTo>
                    <a:pt x="2907936" y="2216117"/>
                  </a:lnTo>
                  <a:lnTo>
                    <a:pt x="2908792" y="2228953"/>
                  </a:lnTo>
                  <a:lnTo>
                    <a:pt x="2909648" y="2221895"/>
                  </a:lnTo>
                  <a:lnTo>
                    <a:pt x="2910503" y="2207422"/>
                  </a:lnTo>
                  <a:lnTo>
                    <a:pt x="2911359" y="2192820"/>
                  </a:lnTo>
                  <a:lnTo>
                    <a:pt x="2912214" y="2195687"/>
                  </a:lnTo>
                  <a:lnTo>
                    <a:pt x="2913070" y="2205674"/>
                  </a:lnTo>
                  <a:lnTo>
                    <a:pt x="2913925" y="2241811"/>
                  </a:lnTo>
                  <a:lnTo>
                    <a:pt x="2914781" y="2262813"/>
                  </a:lnTo>
                  <a:lnTo>
                    <a:pt x="2915636" y="2278200"/>
                  </a:lnTo>
                  <a:lnTo>
                    <a:pt x="2916492" y="2230995"/>
                  </a:lnTo>
                  <a:lnTo>
                    <a:pt x="2917347" y="2227666"/>
                  </a:lnTo>
                  <a:lnTo>
                    <a:pt x="2918203" y="2267108"/>
                  </a:lnTo>
                  <a:lnTo>
                    <a:pt x="2919058" y="2276868"/>
                  </a:lnTo>
                  <a:lnTo>
                    <a:pt x="2919914" y="2255565"/>
                  </a:lnTo>
                  <a:lnTo>
                    <a:pt x="2920769" y="2278200"/>
                  </a:lnTo>
                  <a:lnTo>
                    <a:pt x="2921625" y="2268879"/>
                  </a:lnTo>
                  <a:lnTo>
                    <a:pt x="2922480" y="2269148"/>
                  </a:lnTo>
                  <a:lnTo>
                    <a:pt x="2923336" y="2239142"/>
                  </a:lnTo>
                  <a:lnTo>
                    <a:pt x="2924191" y="2243283"/>
                  </a:lnTo>
                  <a:lnTo>
                    <a:pt x="2925047" y="2243111"/>
                  </a:lnTo>
                  <a:lnTo>
                    <a:pt x="2925903" y="2190764"/>
                  </a:lnTo>
                  <a:lnTo>
                    <a:pt x="2926758" y="2220473"/>
                  </a:lnTo>
                  <a:lnTo>
                    <a:pt x="2927614" y="2219977"/>
                  </a:lnTo>
                  <a:lnTo>
                    <a:pt x="2928469" y="2215618"/>
                  </a:lnTo>
                  <a:lnTo>
                    <a:pt x="2929325" y="2211704"/>
                  </a:lnTo>
                  <a:lnTo>
                    <a:pt x="2930180" y="2221333"/>
                  </a:lnTo>
                  <a:lnTo>
                    <a:pt x="2931036" y="2225763"/>
                  </a:lnTo>
                  <a:lnTo>
                    <a:pt x="2931891" y="2234785"/>
                  </a:lnTo>
                  <a:lnTo>
                    <a:pt x="2932747" y="2249754"/>
                  </a:lnTo>
                  <a:lnTo>
                    <a:pt x="2933602" y="2227231"/>
                  </a:lnTo>
                  <a:lnTo>
                    <a:pt x="2934458" y="2200271"/>
                  </a:lnTo>
                  <a:lnTo>
                    <a:pt x="2935313" y="2216108"/>
                  </a:lnTo>
                  <a:lnTo>
                    <a:pt x="2936169" y="2263212"/>
                  </a:lnTo>
                  <a:lnTo>
                    <a:pt x="2937024" y="2255226"/>
                  </a:lnTo>
                  <a:lnTo>
                    <a:pt x="2937880" y="2240735"/>
                  </a:lnTo>
                  <a:lnTo>
                    <a:pt x="2938735" y="2204545"/>
                  </a:lnTo>
                  <a:lnTo>
                    <a:pt x="2939591" y="2186492"/>
                  </a:lnTo>
                  <a:lnTo>
                    <a:pt x="2940446" y="2168148"/>
                  </a:lnTo>
                  <a:lnTo>
                    <a:pt x="2941302" y="2132240"/>
                  </a:lnTo>
                  <a:lnTo>
                    <a:pt x="2942158" y="2170311"/>
                  </a:lnTo>
                  <a:lnTo>
                    <a:pt x="2943013" y="2163098"/>
                  </a:lnTo>
                  <a:lnTo>
                    <a:pt x="2943869" y="2140507"/>
                  </a:lnTo>
                  <a:lnTo>
                    <a:pt x="2944724" y="2139477"/>
                  </a:lnTo>
                  <a:lnTo>
                    <a:pt x="2945580" y="2140906"/>
                  </a:lnTo>
                  <a:lnTo>
                    <a:pt x="2946435" y="2172541"/>
                  </a:lnTo>
                  <a:lnTo>
                    <a:pt x="2947291" y="2184236"/>
                  </a:lnTo>
                  <a:lnTo>
                    <a:pt x="2948146" y="2147391"/>
                  </a:lnTo>
                  <a:lnTo>
                    <a:pt x="2949002" y="2189314"/>
                  </a:lnTo>
                  <a:lnTo>
                    <a:pt x="2949857" y="2177665"/>
                  </a:lnTo>
                  <a:lnTo>
                    <a:pt x="2950713" y="2199517"/>
                  </a:lnTo>
                  <a:lnTo>
                    <a:pt x="2951568" y="2237964"/>
                  </a:lnTo>
                  <a:lnTo>
                    <a:pt x="2952424" y="2205648"/>
                  </a:lnTo>
                  <a:lnTo>
                    <a:pt x="2953279" y="2235531"/>
                  </a:lnTo>
                  <a:lnTo>
                    <a:pt x="2954135" y="2213093"/>
                  </a:lnTo>
                  <a:lnTo>
                    <a:pt x="2954990" y="2269756"/>
                  </a:lnTo>
                  <a:lnTo>
                    <a:pt x="2955846" y="2253462"/>
                  </a:lnTo>
                  <a:lnTo>
                    <a:pt x="2956702" y="2236069"/>
                  </a:lnTo>
                  <a:lnTo>
                    <a:pt x="2957557" y="2237457"/>
                  </a:lnTo>
                  <a:lnTo>
                    <a:pt x="2958413" y="2244905"/>
                  </a:lnTo>
                  <a:lnTo>
                    <a:pt x="2959268" y="2242777"/>
                  </a:lnTo>
                  <a:lnTo>
                    <a:pt x="2960124" y="2278200"/>
                  </a:lnTo>
                  <a:lnTo>
                    <a:pt x="2960979" y="2264103"/>
                  </a:lnTo>
                  <a:lnTo>
                    <a:pt x="2961835" y="2264578"/>
                  </a:lnTo>
                  <a:lnTo>
                    <a:pt x="2962690" y="2278200"/>
                  </a:lnTo>
                  <a:lnTo>
                    <a:pt x="2963546" y="2278200"/>
                  </a:lnTo>
                  <a:lnTo>
                    <a:pt x="2964401" y="2278200"/>
                  </a:lnTo>
                  <a:lnTo>
                    <a:pt x="2965257" y="2278200"/>
                  </a:lnTo>
                  <a:lnTo>
                    <a:pt x="2966112" y="2278200"/>
                  </a:lnTo>
                  <a:lnTo>
                    <a:pt x="2966968" y="2278200"/>
                  </a:lnTo>
                  <a:lnTo>
                    <a:pt x="2967823" y="2278200"/>
                  </a:lnTo>
                  <a:lnTo>
                    <a:pt x="2968679" y="2278200"/>
                  </a:lnTo>
                  <a:lnTo>
                    <a:pt x="2969534" y="2278200"/>
                  </a:lnTo>
                  <a:lnTo>
                    <a:pt x="2970390" y="2210223"/>
                  </a:lnTo>
                  <a:lnTo>
                    <a:pt x="2971245" y="2257240"/>
                  </a:lnTo>
                  <a:lnTo>
                    <a:pt x="2972101" y="2187036"/>
                  </a:lnTo>
                  <a:lnTo>
                    <a:pt x="2972957" y="2208071"/>
                  </a:lnTo>
                  <a:lnTo>
                    <a:pt x="2973812" y="2278200"/>
                  </a:lnTo>
                  <a:lnTo>
                    <a:pt x="2974668" y="2278200"/>
                  </a:lnTo>
                  <a:lnTo>
                    <a:pt x="2975523" y="2264199"/>
                  </a:lnTo>
                  <a:lnTo>
                    <a:pt x="2976379" y="2198730"/>
                  </a:lnTo>
                  <a:lnTo>
                    <a:pt x="2977234" y="2177042"/>
                  </a:lnTo>
                  <a:lnTo>
                    <a:pt x="2978090" y="2206271"/>
                  </a:lnTo>
                  <a:lnTo>
                    <a:pt x="2978945" y="2210644"/>
                  </a:lnTo>
                  <a:lnTo>
                    <a:pt x="2979801" y="2217557"/>
                  </a:lnTo>
                  <a:lnTo>
                    <a:pt x="2980656" y="2199668"/>
                  </a:lnTo>
                  <a:lnTo>
                    <a:pt x="2981512" y="2210039"/>
                  </a:lnTo>
                  <a:lnTo>
                    <a:pt x="2982367" y="2225689"/>
                  </a:lnTo>
                  <a:lnTo>
                    <a:pt x="2983223" y="2267236"/>
                  </a:lnTo>
                  <a:lnTo>
                    <a:pt x="2984078" y="2271809"/>
                  </a:lnTo>
                  <a:lnTo>
                    <a:pt x="2984934" y="2225557"/>
                  </a:lnTo>
                  <a:lnTo>
                    <a:pt x="2985789" y="2205799"/>
                  </a:lnTo>
                  <a:lnTo>
                    <a:pt x="2986645" y="2204089"/>
                  </a:lnTo>
                  <a:lnTo>
                    <a:pt x="2987500" y="2210894"/>
                  </a:lnTo>
                  <a:lnTo>
                    <a:pt x="2988356" y="2205786"/>
                  </a:lnTo>
                  <a:lnTo>
                    <a:pt x="2989212" y="2198288"/>
                  </a:lnTo>
                  <a:lnTo>
                    <a:pt x="2990067" y="2212639"/>
                  </a:lnTo>
                  <a:lnTo>
                    <a:pt x="2990923" y="2185038"/>
                  </a:lnTo>
                  <a:lnTo>
                    <a:pt x="2991778" y="2213824"/>
                  </a:lnTo>
                  <a:lnTo>
                    <a:pt x="2992634" y="2236839"/>
                  </a:lnTo>
                  <a:lnTo>
                    <a:pt x="2993489" y="2217410"/>
                  </a:lnTo>
                  <a:lnTo>
                    <a:pt x="2994345" y="2241114"/>
                  </a:lnTo>
                  <a:lnTo>
                    <a:pt x="2995200" y="2200700"/>
                  </a:lnTo>
                  <a:lnTo>
                    <a:pt x="2996056" y="2181809"/>
                  </a:lnTo>
                  <a:lnTo>
                    <a:pt x="2996911" y="2209296"/>
                  </a:lnTo>
                  <a:lnTo>
                    <a:pt x="2997767" y="2206941"/>
                  </a:lnTo>
                  <a:lnTo>
                    <a:pt x="2998622" y="2213103"/>
                  </a:lnTo>
                  <a:lnTo>
                    <a:pt x="2999478" y="2222528"/>
                  </a:lnTo>
                  <a:lnTo>
                    <a:pt x="3000333" y="2218762"/>
                  </a:lnTo>
                  <a:lnTo>
                    <a:pt x="3001189" y="2196359"/>
                  </a:lnTo>
                  <a:lnTo>
                    <a:pt x="3002044" y="2181358"/>
                  </a:lnTo>
                  <a:lnTo>
                    <a:pt x="3002900" y="2189673"/>
                  </a:lnTo>
                  <a:lnTo>
                    <a:pt x="3003756" y="2140401"/>
                  </a:lnTo>
                  <a:lnTo>
                    <a:pt x="3004611" y="2118406"/>
                  </a:lnTo>
                  <a:lnTo>
                    <a:pt x="3005467" y="2105058"/>
                  </a:lnTo>
                  <a:lnTo>
                    <a:pt x="3006322" y="2119084"/>
                  </a:lnTo>
                  <a:lnTo>
                    <a:pt x="3007178" y="2114443"/>
                  </a:lnTo>
                  <a:lnTo>
                    <a:pt x="3008033" y="2113787"/>
                  </a:lnTo>
                  <a:lnTo>
                    <a:pt x="3008889" y="2117825"/>
                  </a:lnTo>
                  <a:lnTo>
                    <a:pt x="3009744" y="2185441"/>
                  </a:lnTo>
                  <a:lnTo>
                    <a:pt x="3010600" y="2180409"/>
                  </a:lnTo>
                  <a:lnTo>
                    <a:pt x="3011455" y="2198781"/>
                  </a:lnTo>
                  <a:lnTo>
                    <a:pt x="3012311" y="2241977"/>
                  </a:lnTo>
                  <a:lnTo>
                    <a:pt x="3013166" y="2250975"/>
                  </a:lnTo>
                  <a:lnTo>
                    <a:pt x="3014022" y="2261075"/>
                  </a:lnTo>
                  <a:lnTo>
                    <a:pt x="3014877" y="2259722"/>
                  </a:lnTo>
                  <a:lnTo>
                    <a:pt x="3015733" y="2242822"/>
                  </a:lnTo>
                  <a:lnTo>
                    <a:pt x="3016588" y="2252741"/>
                  </a:lnTo>
                  <a:lnTo>
                    <a:pt x="3017444" y="2206561"/>
                  </a:lnTo>
                  <a:lnTo>
                    <a:pt x="3018299" y="2203635"/>
                  </a:lnTo>
                  <a:lnTo>
                    <a:pt x="3019155" y="2204599"/>
                  </a:lnTo>
                  <a:lnTo>
                    <a:pt x="3020011" y="2181381"/>
                  </a:lnTo>
                  <a:lnTo>
                    <a:pt x="3020866" y="2220440"/>
                  </a:lnTo>
                  <a:lnTo>
                    <a:pt x="3021722" y="2215158"/>
                  </a:lnTo>
                  <a:lnTo>
                    <a:pt x="3022577" y="2208122"/>
                  </a:lnTo>
                  <a:lnTo>
                    <a:pt x="3023433" y="2233951"/>
                  </a:lnTo>
                  <a:lnTo>
                    <a:pt x="3024288" y="2217426"/>
                  </a:lnTo>
                  <a:lnTo>
                    <a:pt x="3025144" y="2224422"/>
                  </a:lnTo>
                  <a:lnTo>
                    <a:pt x="3025999" y="2246590"/>
                  </a:lnTo>
                  <a:lnTo>
                    <a:pt x="3026855" y="2202050"/>
                  </a:lnTo>
                  <a:lnTo>
                    <a:pt x="3027710" y="2215415"/>
                  </a:lnTo>
                  <a:lnTo>
                    <a:pt x="3028566" y="2251874"/>
                  </a:lnTo>
                  <a:lnTo>
                    <a:pt x="3029421" y="2229715"/>
                  </a:lnTo>
                  <a:lnTo>
                    <a:pt x="3030277" y="2208275"/>
                  </a:lnTo>
                  <a:lnTo>
                    <a:pt x="3031132" y="2173492"/>
                  </a:lnTo>
                  <a:lnTo>
                    <a:pt x="3031988" y="2135669"/>
                  </a:lnTo>
                  <a:lnTo>
                    <a:pt x="3032843" y="2177197"/>
                  </a:lnTo>
                  <a:lnTo>
                    <a:pt x="3033699" y="2199521"/>
                  </a:lnTo>
                  <a:lnTo>
                    <a:pt x="3034554" y="2215193"/>
                  </a:lnTo>
                  <a:lnTo>
                    <a:pt x="3035410" y="2198321"/>
                  </a:lnTo>
                  <a:lnTo>
                    <a:pt x="3036266" y="2169438"/>
                  </a:lnTo>
                  <a:lnTo>
                    <a:pt x="3037121" y="2198571"/>
                  </a:lnTo>
                  <a:lnTo>
                    <a:pt x="3037977" y="2195928"/>
                  </a:lnTo>
                  <a:lnTo>
                    <a:pt x="3038832" y="2205301"/>
                  </a:lnTo>
                  <a:lnTo>
                    <a:pt x="3039688" y="2196044"/>
                  </a:lnTo>
                  <a:lnTo>
                    <a:pt x="3040543" y="2182153"/>
                  </a:lnTo>
                  <a:lnTo>
                    <a:pt x="3041399" y="2136085"/>
                  </a:lnTo>
                  <a:lnTo>
                    <a:pt x="3042254" y="2153708"/>
                  </a:lnTo>
                  <a:lnTo>
                    <a:pt x="3043110" y="2142731"/>
                  </a:lnTo>
                  <a:lnTo>
                    <a:pt x="3043965" y="2115318"/>
                  </a:lnTo>
                  <a:lnTo>
                    <a:pt x="3044821" y="2119430"/>
                  </a:lnTo>
                  <a:lnTo>
                    <a:pt x="3045676" y="2155442"/>
                  </a:lnTo>
                  <a:lnTo>
                    <a:pt x="3046532" y="2191506"/>
                  </a:lnTo>
                  <a:lnTo>
                    <a:pt x="3047387" y="2182527"/>
                  </a:lnTo>
                  <a:lnTo>
                    <a:pt x="3048243" y="2182399"/>
                  </a:lnTo>
                  <a:lnTo>
                    <a:pt x="3049098" y="2221839"/>
                  </a:lnTo>
                  <a:lnTo>
                    <a:pt x="3049954" y="2184440"/>
                  </a:lnTo>
                  <a:lnTo>
                    <a:pt x="3050810" y="2187088"/>
                  </a:lnTo>
                  <a:lnTo>
                    <a:pt x="3051665" y="2171633"/>
                  </a:lnTo>
                  <a:lnTo>
                    <a:pt x="3052521" y="2176045"/>
                  </a:lnTo>
                  <a:lnTo>
                    <a:pt x="3053376" y="2156201"/>
                  </a:lnTo>
                  <a:lnTo>
                    <a:pt x="3054232" y="2169927"/>
                  </a:lnTo>
                  <a:lnTo>
                    <a:pt x="3055087" y="2166066"/>
                  </a:lnTo>
                  <a:lnTo>
                    <a:pt x="3055943" y="2206976"/>
                  </a:lnTo>
                  <a:lnTo>
                    <a:pt x="3056798" y="2204392"/>
                  </a:lnTo>
                  <a:lnTo>
                    <a:pt x="3057654" y="2182863"/>
                  </a:lnTo>
                  <a:lnTo>
                    <a:pt x="3058509" y="2140574"/>
                  </a:lnTo>
                  <a:lnTo>
                    <a:pt x="3059365" y="2122111"/>
                  </a:lnTo>
                  <a:lnTo>
                    <a:pt x="3060220" y="2124789"/>
                  </a:lnTo>
                  <a:lnTo>
                    <a:pt x="3061076" y="2111131"/>
                  </a:lnTo>
                  <a:lnTo>
                    <a:pt x="3061931" y="2113560"/>
                  </a:lnTo>
                  <a:lnTo>
                    <a:pt x="3062787" y="2122051"/>
                  </a:lnTo>
                  <a:lnTo>
                    <a:pt x="3063642" y="2111595"/>
                  </a:lnTo>
                  <a:lnTo>
                    <a:pt x="3064498" y="2082960"/>
                  </a:lnTo>
                  <a:lnTo>
                    <a:pt x="3065353" y="2075162"/>
                  </a:lnTo>
                  <a:lnTo>
                    <a:pt x="3066209" y="2084528"/>
                  </a:lnTo>
                  <a:lnTo>
                    <a:pt x="3067065" y="2084725"/>
                  </a:lnTo>
                  <a:lnTo>
                    <a:pt x="3067920" y="2115701"/>
                  </a:lnTo>
                  <a:lnTo>
                    <a:pt x="3068776" y="2090797"/>
                  </a:lnTo>
                  <a:lnTo>
                    <a:pt x="3069631" y="2055613"/>
                  </a:lnTo>
                  <a:lnTo>
                    <a:pt x="3070487" y="2079244"/>
                  </a:lnTo>
                  <a:lnTo>
                    <a:pt x="3071342" y="1971843"/>
                  </a:lnTo>
                  <a:lnTo>
                    <a:pt x="3072198" y="1991353"/>
                  </a:lnTo>
                  <a:lnTo>
                    <a:pt x="3073053" y="2031432"/>
                  </a:lnTo>
                  <a:lnTo>
                    <a:pt x="3073909" y="2037858"/>
                  </a:lnTo>
                  <a:lnTo>
                    <a:pt x="3074764" y="2056423"/>
                  </a:lnTo>
                  <a:lnTo>
                    <a:pt x="3075620" y="2031591"/>
                  </a:lnTo>
                  <a:lnTo>
                    <a:pt x="3076475" y="2041087"/>
                  </a:lnTo>
                  <a:lnTo>
                    <a:pt x="3077331" y="2077197"/>
                  </a:lnTo>
                  <a:lnTo>
                    <a:pt x="3078186" y="2075825"/>
                  </a:lnTo>
                  <a:lnTo>
                    <a:pt x="3079042" y="2080405"/>
                  </a:lnTo>
                  <a:lnTo>
                    <a:pt x="3079897" y="2133402"/>
                  </a:lnTo>
                  <a:lnTo>
                    <a:pt x="3080753" y="2169969"/>
                  </a:lnTo>
                  <a:lnTo>
                    <a:pt x="3081608" y="2215262"/>
                  </a:lnTo>
                  <a:lnTo>
                    <a:pt x="3082464" y="2233198"/>
                  </a:lnTo>
                  <a:lnTo>
                    <a:pt x="3083320" y="2229163"/>
                  </a:lnTo>
                  <a:lnTo>
                    <a:pt x="3084175" y="2244012"/>
                  </a:lnTo>
                  <a:lnTo>
                    <a:pt x="3085031" y="2256212"/>
                  </a:lnTo>
                  <a:lnTo>
                    <a:pt x="3085886" y="2278200"/>
                  </a:lnTo>
                  <a:lnTo>
                    <a:pt x="3086742" y="2278200"/>
                  </a:lnTo>
                  <a:lnTo>
                    <a:pt x="3087597" y="2278200"/>
                  </a:lnTo>
                  <a:lnTo>
                    <a:pt x="3088453" y="2278200"/>
                  </a:lnTo>
                  <a:lnTo>
                    <a:pt x="3089308" y="2278200"/>
                  </a:lnTo>
                  <a:lnTo>
                    <a:pt x="3090164" y="2278200"/>
                  </a:lnTo>
                  <a:lnTo>
                    <a:pt x="3091019" y="2278200"/>
                  </a:lnTo>
                  <a:lnTo>
                    <a:pt x="3091875" y="2278200"/>
                  </a:lnTo>
                  <a:lnTo>
                    <a:pt x="3092730" y="2278200"/>
                  </a:lnTo>
                  <a:lnTo>
                    <a:pt x="3093586" y="2278200"/>
                  </a:lnTo>
                  <a:lnTo>
                    <a:pt x="3094441" y="2278200"/>
                  </a:lnTo>
                  <a:lnTo>
                    <a:pt x="3095297" y="2278200"/>
                  </a:lnTo>
                  <a:lnTo>
                    <a:pt x="3096152" y="2278200"/>
                  </a:lnTo>
                  <a:lnTo>
                    <a:pt x="3097008" y="2278200"/>
                  </a:lnTo>
                  <a:lnTo>
                    <a:pt x="3097864" y="2278200"/>
                  </a:lnTo>
                  <a:lnTo>
                    <a:pt x="3098719" y="2278200"/>
                  </a:lnTo>
                  <a:lnTo>
                    <a:pt x="3099575" y="2252588"/>
                  </a:lnTo>
                  <a:lnTo>
                    <a:pt x="3100430" y="2211860"/>
                  </a:lnTo>
                  <a:lnTo>
                    <a:pt x="3101286" y="2204971"/>
                  </a:lnTo>
                  <a:lnTo>
                    <a:pt x="3102141" y="2209466"/>
                  </a:lnTo>
                  <a:lnTo>
                    <a:pt x="3102997" y="2191135"/>
                  </a:lnTo>
                  <a:lnTo>
                    <a:pt x="3103852" y="2169418"/>
                  </a:lnTo>
                  <a:lnTo>
                    <a:pt x="3104708" y="2188700"/>
                  </a:lnTo>
                  <a:lnTo>
                    <a:pt x="3105563" y="2162929"/>
                  </a:lnTo>
                  <a:lnTo>
                    <a:pt x="3106419" y="2175929"/>
                  </a:lnTo>
                  <a:lnTo>
                    <a:pt x="3107274" y="2097841"/>
                  </a:lnTo>
                  <a:lnTo>
                    <a:pt x="3108130" y="2050602"/>
                  </a:lnTo>
                  <a:lnTo>
                    <a:pt x="3108985" y="2059599"/>
                  </a:lnTo>
                  <a:lnTo>
                    <a:pt x="3109841" y="2087442"/>
                  </a:lnTo>
                  <a:lnTo>
                    <a:pt x="3110696" y="2066864"/>
                  </a:lnTo>
                  <a:lnTo>
                    <a:pt x="3111552" y="2061421"/>
                  </a:lnTo>
                  <a:lnTo>
                    <a:pt x="3112407" y="1949947"/>
                  </a:lnTo>
                  <a:lnTo>
                    <a:pt x="3113263" y="1978483"/>
                  </a:lnTo>
                  <a:lnTo>
                    <a:pt x="3114119" y="2016648"/>
                  </a:lnTo>
                  <a:lnTo>
                    <a:pt x="3114974" y="2028279"/>
                  </a:lnTo>
                  <a:lnTo>
                    <a:pt x="3115830" y="2057377"/>
                  </a:lnTo>
                  <a:lnTo>
                    <a:pt x="3116685" y="2006141"/>
                  </a:lnTo>
                  <a:lnTo>
                    <a:pt x="3117541" y="2054542"/>
                  </a:lnTo>
                  <a:lnTo>
                    <a:pt x="3118396" y="2037252"/>
                  </a:lnTo>
                  <a:lnTo>
                    <a:pt x="3119252" y="2003478"/>
                  </a:lnTo>
                  <a:lnTo>
                    <a:pt x="3120107" y="2024066"/>
                  </a:lnTo>
                  <a:lnTo>
                    <a:pt x="3120963" y="2067885"/>
                  </a:lnTo>
                  <a:lnTo>
                    <a:pt x="3121818" y="2055244"/>
                  </a:lnTo>
                  <a:lnTo>
                    <a:pt x="3122674" y="2057618"/>
                  </a:lnTo>
                  <a:lnTo>
                    <a:pt x="3123529" y="2033595"/>
                  </a:lnTo>
                  <a:lnTo>
                    <a:pt x="3124385" y="2044480"/>
                  </a:lnTo>
                  <a:lnTo>
                    <a:pt x="3125240" y="2064398"/>
                  </a:lnTo>
                  <a:lnTo>
                    <a:pt x="3126096" y="2008821"/>
                  </a:lnTo>
                  <a:lnTo>
                    <a:pt x="3126951" y="2033777"/>
                  </a:lnTo>
                  <a:lnTo>
                    <a:pt x="3127807" y="2032802"/>
                  </a:lnTo>
                  <a:lnTo>
                    <a:pt x="3128662" y="2048590"/>
                  </a:lnTo>
                  <a:lnTo>
                    <a:pt x="3129518" y="2051367"/>
                  </a:lnTo>
                  <a:lnTo>
                    <a:pt x="3130374" y="2015654"/>
                  </a:lnTo>
                  <a:lnTo>
                    <a:pt x="3131229" y="1998491"/>
                  </a:lnTo>
                  <a:lnTo>
                    <a:pt x="3132085" y="1992105"/>
                  </a:lnTo>
                  <a:lnTo>
                    <a:pt x="3132940" y="1946906"/>
                  </a:lnTo>
                  <a:lnTo>
                    <a:pt x="3133796" y="1919234"/>
                  </a:lnTo>
                  <a:lnTo>
                    <a:pt x="3134651" y="1922578"/>
                  </a:lnTo>
                  <a:lnTo>
                    <a:pt x="3135507" y="1870567"/>
                  </a:lnTo>
                  <a:lnTo>
                    <a:pt x="3136362" y="1920988"/>
                  </a:lnTo>
                  <a:lnTo>
                    <a:pt x="3137218" y="1961071"/>
                  </a:lnTo>
                  <a:lnTo>
                    <a:pt x="3138073" y="2013137"/>
                  </a:lnTo>
                  <a:lnTo>
                    <a:pt x="3138929" y="2047682"/>
                  </a:lnTo>
                  <a:lnTo>
                    <a:pt x="3139784" y="2010137"/>
                  </a:lnTo>
                  <a:lnTo>
                    <a:pt x="3140640" y="2012758"/>
                  </a:lnTo>
                  <a:lnTo>
                    <a:pt x="3141495" y="1999523"/>
                  </a:lnTo>
                  <a:lnTo>
                    <a:pt x="3142351" y="2030133"/>
                  </a:lnTo>
                  <a:lnTo>
                    <a:pt x="3143206" y="2043674"/>
                  </a:lnTo>
                  <a:lnTo>
                    <a:pt x="3144062" y="2031111"/>
                  </a:lnTo>
                  <a:lnTo>
                    <a:pt x="3144917" y="1986553"/>
                  </a:lnTo>
                  <a:lnTo>
                    <a:pt x="3145773" y="2008648"/>
                  </a:lnTo>
                  <a:lnTo>
                    <a:pt x="3146629" y="2022459"/>
                  </a:lnTo>
                  <a:lnTo>
                    <a:pt x="3147484" y="2038282"/>
                  </a:lnTo>
                  <a:lnTo>
                    <a:pt x="3148340" y="2011314"/>
                  </a:lnTo>
                  <a:lnTo>
                    <a:pt x="3149195" y="1977754"/>
                  </a:lnTo>
                  <a:lnTo>
                    <a:pt x="3150051" y="1960114"/>
                  </a:lnTo>
                  <a:lnTo>
                    <a:pt x="3150906" y="1899115"/>
                  </a:lnTo>
                  <a:lnTo>
                    <a:pt x="3151762" y="1956973"/>
                  </a:lnTo>
                  <a:lnTo>
                    <a:pt x="3152617" y="1934574"/>
                  </a:lnTo>
                  <a:lnTo>
                    <a:pt x="3153473" y="1996808"/>
                  </a:lnTo>
                  <a:lnTo>
                    <a:pt x="3154328" y="2043955"/>
                  </a:lnTo>
                  <a:lnTo>
                    <a:pt x="3155184" y="2097359"/>
                  </a:lnTo>
                  <a:lnTo>
                    <a:pt x="3156039" y="2140892"/>
                  </a:lnTo>
                  <a:lnTo>
                    <a:pt x="3156895" y="2139223"/>
                  </a:lnTo>
                  <a:lnTo>
                    <a:pt x="3157750" y="2113756"/>
                  </a:lnTo>
                  <a:lnTo>
                    <a:pt x="3158606" y="2133189"/>
                  </a:lnTo>
                  <a:lnTo>
                    <a:pt x="3159461" y="2152295"/>
                  </a:lnTo>
                  <a:lnTo>
                    <a:pt x="3160317" y="2196117"/>
                  </a:lnTo>
                  <a:lnTo>
                    <a:pt x="3161173" y="2200752"/>
                  </a:lnTo>
                  <a:lnTo>
                    <a:pt x="3162028" y="2207879"/>
                  </a:lnTo>
                  <a:lnTo>
                    <a:pt x="3162884" y="2219569"/>
                  </a:lnTo>
                  <a:lnTo>
                    <a:pt x="3163739" y="2192524"/>
                  </a:lnTo>
                  <a:lnTo>
                    <a:pt x="3164595" y="2215167"/>
                  </a:lnTo>
                  <a:lnTo>
                    <a:pt x="3165450" y="2218936"/>
                  </a:lnTo>
                  <a:lnTo>
                    <a:pt x="3166306" y="2193571"/>
                  </a:lnTo>
                  <a:lnTo>
                    <a:pt x="3167161" y="2203732"/>
                  </a:lnTo>
                  <a:lnTo>
                    <a:pt x="3168017" y="2223884"/>
                  </a:lnTo>
                  <a:lnTo>
                    <a:pt x="3168872" y="2240231"/>
                  </a:lnTo>
                  <a:lnTo>
                    <a:pt x="3169728" y="2224730"/>
                  </a:lnTo>
                  <a:lnTo>
                    <a:pt x="3170583" y="2177686"/>
                  </a:lnTo>
                  <a:lnTo>
                    <a:pt x="3171439" y="2145256"/>
                  </a:lnTo>
                  <a:lnTo>
                    <a:pt x="3172294" y="2162441"/>
                  </a:lnTo>
                  <a:lnTo>
                    <a:pt x="3173150" y="2176495"/>
                  </a:lnTo>
                  <a:lnTo>
                    <a:pt x="3174005" y="2221004"/>
                  </a:lnTo>
                  <a:lnTo>
                    <a:pt x="3174861" y="2255675"/>
                  </a:lnTo>
                  <a:lnTo>
                    <a:pt x="3175716" y="2274636"/>
                  </a:lnTo>
                  <a:lnTo>
                    <a:pt x="3176572" y="2245195"/>
                  </a:lnTo>
                  <a:lnTo>
                    <a:pt x="3177428" y="2212607"/>
                  </a:lnTo>
                  <a:lnTo>
                    <a:pt x="3178283" y="2225385"/>
                  </a:lnTo>
                  <a:lnTo>
                    <a:pt x="3179139" y="2224324"/>
                  </a:lnTo>
                  <a:lnTo>
                    <a:pt x="3179994" y="2211144"/>
                  </a:lnTo>
                  <a:lnTo>
                    <a:pt x="3180850" y="2217476"/>
                  </a:lnTo>
                  <a:lnTo>
                    <a:pt x="3181705" y="2187104"/>
                  </a:lnTo>
                  <a:lnTo>
                    <a:pt x="3182561" y="2169207"/>
                  </a:lnTo>
                  <a:lnTo>
                    <a:pt x="3183416" y="2170724"/>
                  </a:lnTo>
                  <a:lnTo>
                    <a:pt x="3184272" y="2164986"/>
                  </a:lnTo>
                  <a:lnTo>
                    <a:pt x="3185127" y="2146130"/>
                  </a:lnTo>
                  <a:lnTo>
                    <a:pt x="3185983" y="2129637"/>
                  </a:lnTo>
                  <a:lnTo>
                    <a:pt x="3186838" y="2132507"/>
                  </a:lnTo>
                  <a:lnTo>
                    <a:pt x="3187694" y="2150828"/>
                  </a:lnTo>
                  <a:lnTo>
                    <a:pt x="3188549" y="2130602"/>
                  </a:lnTo>
                  <a:lnTo>
                    <a:pt x="3189405" y="2076846"/>
                  </a:lnTo>
                  <a:lnTo>
                    <a:pt x="3190260" y="2081236"/>
                  </a:lnTo>
                  <a:lnTo>
                    <a:pt x="3191116" y="2053953"/>
                  </a:lnTo>
                  <a:lnTo>
                    <a:pt x="3191971" y="2053127"/>
                  </a:lnTo>
                  <a:lnTo>
                    <a:pt x="3192827" y="2033987"/>
                  </a:lnTo>
                  <a:lnTo>
                    <a:pt x="3193683" y="2052485"/>
                  </a:lnTo>
                  <a:lnTo>
                    <a:pt x="3194538" y="2090906"/>
                  </a:lnTo>
                  <a:lnTo>
                    <a:pt x="3195394" y="2081232"/>
                  </a:lnTo>
                  <a:lnTo>
                    <a:pt x="3196249" y="2114456"/>
                  </a:lnTo>
                  <a:lnTo>
                    <a:pt x="3197105" y="2062395"/>
                  </a:lnTo>
                  <a:lnTo>
                    <a:pt x="3197960" y="2047526"/>
                  </a:lnTo>
                  <a:lnTo>
                    <a:pt x="3198816" y="2018206"/>
                  </a:lnTo>
                  <a:lnTo>
                    <a:pt x="3199671" y="2033766"/>
                  </a:lnTo>
                  <a:lnTo>
                    <a:pt x="3200527" y="1985523"/>
                  </a:lnTo>
                  <a:lnTo>
                    <a:pt x="3201382" y="1958487"/>
                  </a:lnTo>
                  <a:lnTo>
                    <a:pt x="3202238" y="1992848"/>
                  </a:lnTo>
                  <a:lnTo>
                    <a:pt x="3203093" y="2006612"/>
                  </a:lnTo>
                  <a:lnTo>
                    <a:pt x="3203949" y="2062035"/>
                  </a:lnTo>
                  <a:lnTo>
                    <a:pt x="3204804" y="2094420"/>
                  </a:lnTo>
                  <a:lnTo>
                    <a:pt x="3205660" y="2163694"/>
                  </a:lnTo>
                  <a:lnTo>
                    <a:pt x="3206515" y="2167948"/>
                  </a:lnTo>
                  <a:lnTo>
                    <a:pt x="3207371" y="2140429"/>
                  </a:lnTo>
                  <a:lnTo>
                    <a:pt x="3208227" y="2156270"/>
                  </a:lnTo>
                  <a:lnTo>
                    <a:pt x="3209082" y="2112193"/>
                  </a:lnTo>
                  <a:lnTo>
                    <a:pt x="3209938" y="2063223"/>
                  </a:lnTo>
                  <a:lnTo>
                    <a:pt x="3210793" y="2053991"/>
                  </a:lnTo>
                  <a:lnTo>
                    <a:pt x="3211649" y="2041432"/>
                  </a:lnTo>
                  <a:lnTo>
                    <a:pt x="3212504" y="2089083"/>
                  </a:lnTo>
                  <a:lnTo>
                    <a:pt x="3213360" y="2088277"/>
                  </a:lnTo>
                  <a:lnTo>
                    <a:pt x="3214215" y="2071308"/>
                  </a:lnTo>
                  <a:lnTo>
                    <a:pt x="3215071" y="2109611"/>
                  </a:lnTo>
                  <a:lnTo>
                    <a:pt x="3215926" y="2091660"/>
                  </a:lnTo>
                  <a:lnTo>
                    <a:pt x="3216782" y="2093449"/>
                  </a:lnTo>
                  <a:lnTo>
                    <a:pt x="3217637" y="2083979"/>
                  </a:lnTo>
                  <a:lnTo>
                    <a:pt x="3218493" y="2109543"/>
                  </a:lnTo>
                  <a:lnTo>
                    <a:pt x="3219348" y="2155307"/>
                  </a:lnTo>
                  <a:lnTo>
                    <a:pt x="3220204" y="2163651"/>
                  </a:lnTo>
                  <a:lnTo>
                    <a:pt x="3221059" y="2135224"/>
                  </a:lnTo>
                  <a:lnTo>
                    <a:pt x="3221915" y="2148280"/>
                  </a:lnTo>
                  <a:lnTo>
                    <a:pt x="3222770" y="2120882"/>
                  </a:lnTo>
                  <a:lnTo>
                    <a:pt x="3223626" y="2061042"/>
                  </a:lnTo>
                  <a:lnTo>
                    <a:pt x="3224482" y="2017058"/>
                  </a:lnTo>
                  <a:lnTo>
                    <a:pt x="3225337" y="1968898"/>
                  </a:lnTo>
                  <a:lnTo>
                    <a:pt x="3226193" y="1961212"/>
                  </a:lnTo>
                  <a:lnTo>
                    <a:pt x="3227048" y="1966262"/>
                  </a:lnTo>
                  <a:lnTo>
                    <a:pt x="3227904" y="1956210"/>
                  </a:lnTo>
                  <a:lnTo>
                    <a:pt x="3228759" y="1974239"/>
                  </a:lnTo>
                  <a:lnTo>
                    <a:pt x="3229615" y="2053013"/>
                  </a:lnTo>
                  <a:lnTo>
                    <a:pt x="3230470" y="2057527"/>
                  </a:lnTo>
                  <a:lnTo>
                    <a:pt x="3231326" y="2130679"/>
                  </a:lnTo>
                  <a:lnTo>
                    <a:pt x="3232181" y="2156244"/>
                  </a:lnTo>
                  <a:lnTo>
                    <a:pt x="3233037" y="2132383"/>
                  </a:lnTo>
                  <a:lnTo>
                    <a:pt x="3233892" y="2113772"/>
                  </a:lnTo>
                  <a:lnTo>
                    <a:pt x="3234748" y="2143409"/>
                  </a:lnTo>
                  <a:lnTo>
                    <a:pt x="3235603" y="2204103"/>
                  </a:lnTo>
                  <a:lnTo>
                    <a:pt x="3236459" y="2214838"/>
                  </a:lnTo>
                  <a:lnTo>
                    <a:pt x="3237314" y="2198553"/>
                  </a:lnTo>
                  <a:lnTo>
                    <a:pt x="3238170" y="2219939"/>
                  </a:lnTo>
                  <a:lnTo>
                    <a:pt x="3239025" y="2204226"/>
                  </a:lnTo>
                  <a:lnTo>
                    <a:pt x="3239881" y="2217429"/>
                  </a:lnTo>
                  <a:lnTo>
                    <a:pt x="3240737" y="2214658"/>
                  </a:lnTo>
                  <a:lnTo>
                    <a:pt x="3241592" y="2224155"/>
                  </a:lnTo>
                  <a:lnTo>
                    <a:pt x="3242448" y="2238470"/>
                  </a:lnTo>
                  <a:lnTo>
                    <a:pt x="3243303" y="2260980"/>
                  </a:lnTo>
                  <a:lnTo>
                    <a:pt x="3244159" y="2239248"/>
                  </a:lnTo>
                  <a:lnTo>
                    <a:pt x="3245014" y="2257845"/>
                  </a:lnTo>
                  <a:lnTo>
                    <a:pt x="3245870" y="2259787"/>
                  </a:lnTo>
                  <a:lnTo>
                    <a:pt x="3246725" y="2243489"/>
                  </a:lnTo>
                  <a:lnTo>
                    <a:pt x="3247581" y="2237800"/>
                  </a:lnTo>
                  <a:lnTo>
                    <a:pt x="3248436" y="2196446"/>
                  </a:lnTo>
                  <a:lnTo>
                    <a:pt x="3249292" y="2177719"/>
                  </a:lnTo>
                  <a:lnTo>
                    <a:pt x="3250147" y="2160377"/>
                  </a:lnTo>
                  <a:lnTo>
                    <a:pt x="3251003" y="2149287"/>
                  </a:lnTo>
                  <a:lnTo>
                    <a:pt x="3251858" y="2145176"/>
                  </a:lnTo>
                  <a:lnTo>
                    <a:pt x="3252714" y="2151570"/>
                  </a:lnTo>
                  <a:lnTo>
                    <a:pt x="3253569" y="2210139"/>
                  </a:lnTo>
                  <a:lnTo>
                    <a:pt x="3254425" y="2223610"/>
                  </a:lnTo>
                  <a:lnTo>
                    <a:pt x="3255281" y="2181394"/>
                  </a:lnTo>
                  <a:lnTo>
                    <a:pt x="3256136" y="2118699"/>
                  </a:lnTo>
                  <a:lnTo>
                    <a:pt x="3256992" y="2085707"/>
                  </a:lnTo>
                  <a:lnTo>
                    <a:pt x="3257847" y="2114568"/>
                  </a:lnTo>
                  <a:lnTo>
                    <a:pt x="3258703" y="2162166"/>
                  </a:lnTo>
                  <a:lnTo>
                    <a:pt x="3259558" y="2205165"/>
                  </a:lnTo>
                  <a:lnTo>
                    <a:pt x="3260414" y="2204363"/>
                  </a:lnTo>
                  <a:lnTo>
                    <a:pt x="3261269" y="2198475"/>
                  </a:lnTo>
                  <a:lnTo>
                    <a:pt x="3262125" y="2217167"/>
                  </a:lnTo>
                  <a:lnTo>
                    <a:pt x="3262980" y="2176124"/>
                  </a:lnTo>
                  <a:lnTo>
                    <a:pt x="3263836" y="2161489"/>
                  </a:lnTo>
                  <a:lnTo>
                    <a:pt x="3264691" y="2149522"/>
                  </a:lnTo>
                  <a:lnTo>
                    <a:pt x="3265547" y="2159298"/>
                  </a:lnTo>
                  <a:lnTo>
                    <a:pt x="3266402" y="2186413"/>
                  </a:lnTo>
                  <a:lnTo>
                    <a:pt x="3267258" y="2141783"/>
                  </a:lnTo>
                  <a:lnTo>
                    <a:pt x="3268113" y="2165327"/>
                  </a:lnTo>
                  <a:lnTo>
                    <a:pt x="3268969" y="2170382"/>
                  </a:lnTo>
                  <a:lnTo>
                    <a:pt x="3269824" y="2140179"/>
                  </a:lnTo>
                  <a:lnTo>
                    <a:pt x="3270680" y="2145447"/>
                  </a:lnTo>
                  <a:lnTo>
                    <a:pt x="3271536" y="2125739"/>
                  </a:lnTo>
                  <a:lnTo>
                    <a:pt x="3272391" y="2102930"/>
                  </a:lnTo>
                  <a:lnTo>
                    <a:pt x="3273247" y="2082323"/>
                  </a:lnTo>
                  <a:lnTo>
                    <a:pt x="3274102" y="2097815"/>
                  </a:lnTo>
                  <a:lnTo>
                    <a:pt x="3274958" y="2111804"/>
                  </a:lnTo>
                  <a:lnTo>
                    <a:pt x="3275813" y="2103950"/>
                  </a:lnTo>
                  <a:lnTo>
                    <a:pt x="3276669" y="2090623"/>
                  </a:lnTo>
                  <a:lnTo>
                    <a:pt x="3277524" y="2106298"/>
                  </a:lnTo>
                  <a:lnTo>
                    <a:pt x="3278380" y="2079416"/>
                  </a:lnTo>
                  <a:lnTo>
                    <a:pt x="3279235" y="2078655"/>
                  </a:lnTo>
                  <a:lnTo>
                    <a:pt x="3280091" y="2049009"/>
                  </a:lnTo>
                  <a:lnTo>
                    <a:pt x="3280946" y="2031511"/>
                  </a:lnTo>
                  <a:lnTo>
                    <a:pt x="3281802" y="2045080"/>
                  </a:lnTo>
                  <a:lnTo>
                    <a:pt x="3282657" y="2081621"/>
                  </a:lnTo>
                  <a:lnTo>
                    <a:pt x="3283513" y="2087118"/>
                  </a:lnTo>
                  <a:lnTo>
                    <a:pt x="3284368" y="2116422"/>
                  </a:lnTo>
                  <a:lnTo>
                    <a:pt x="3285224" y="2131486"/>
                  </a:lnTo>
                  <a:lnTo>
                    <a:pt x="3286079" y="2171875"/>
                  </a:lnTo>
                  <a:lnTo>
                    <a:pt x="3286935" y="2169937"/>
                  </a:lnTo>
                  <a:lnTo>
                    <a:pt x="3287791" y="2177394"/>
                  </a:lnTo>
                  <a:lnTo>
                    <a:pt x="3288646" y="2197254"/>
                  </a:lnTo>
                  <a:lnTo>
                    <a:pt x="3289502" y="2187046"/>
                  </a:lnTo>
                  <a:lnTo>
                    <a:pt x="3290357" y="2166867"/>
                  </a:lnTo>
                  <a:lnTo>
                    <a:pt x="3291213" y="2177728"/>
                  </a:lnTo>
                  <a:lnTo>
                    <a:pt x="3292068" y="2180820"/>
                  </a:lnTo>
                  <a:lnTo>
                    <a:pt x="3292924" y="2227011"/>
                  </a:lnTo>
                  <a:lnTo>
                    <a:pt x="3293779" y="2233166"/>
                  </a:lnTo>
                  <a:lnTo>
                    <a:pt x="3294635" y="2220497"/>
                  </a:lnTo>
                  <a:lnTo>
                    <a:pt x="3295490" y="2217814"/>
                  </a:lnTo>
                  <a:lnTo>
                    <a:pt x="3296346" y="2230661"/>
                  </a:lnTo>
                  <a:lnTo>
                    <a:pt x="3297201" y="2205147"/>
                  </a:lnTo>
                  <a:lnTo>
                    <a:pt x="3298057" y="2193588"/>
                  </a:lnTo>
                  <a:lnTo>
                    <a:pt x="3298912" y="2171711"/>
                  </a:lnTo>
                  <a:lnTo>
                    <a:pt x="3299768" y="2162200"/>
                  </a:lnTo>
                  <a:lnTo>
                    <a:pt x="3300623" y="2145402"/>
                  </a:lnTo>
                  <a:lnTo>
                    <a:pt x="3301479" y="2141551"/>
                  </a:lnTo>
                  <a:lnTo>
                    <a:pt x="3302335" y="2173067"/>
                  </a:lnTo>
                  <a:lnTo>
                    <a:pt x="3303190" y="2178019"/>
                  </a:lnTo>
                  <a:lnTo>
                    <a:pt x="3304046" y="2200765"/>
                  </a:lnTo>
                  <a:lnTo>
                    <a:pt x="3304901" y="2186170"/>
                  </a:lnTo>
                  <a:lnTo>
                    <a:pt x="3305757" y="2219283"/>
                  </a:lnTo>
                  <a:lnTo>
                    <a:pt x="3306612" y="2173899"/>
                  </a:lnTo>
                  <a:lnTo>
                    <a:pt x="3307468" y="2165075"/>
                  </a:lnTo>
                  <a:lnTo>
                    <a:pt x="3308323" y="2176629"/>
                  </a:lnTo>
                  <a:lnTo>
                    <a:pt x="3309179" y="2121132"/>
                  </a:lnTo>
                  <a:lnTo>
                    <a:pt x="3310034" y="2091187"/>
                  </a:lnTo>
                  <a:lnTo>
                    <a:pt x="3310890" y="2083400"/>
                  </a:lnTo>
                  <a:lnTo>
                    <a:pt x="3311745" y="2104749"/>
                  </a:lnTo>
                  <a:lnTo>
                    <a:pt x="3312601" y="2151254"/>
                  </a:lnTo>
                  <a:lnTo>
                    <a:pt x="3313456" y="2101221"/>
                  </a:lnTo>
                  <a:lnTo>
                    <a:pt x="3314312" y="2120954"/>
                  </a:lnTo>
                  <a:lnTo>
                    <a:pt x="3315167" y="2171229"/>
                  </a:lnTo>
                  <a:lnTo>
                    <a:pt x="3316023" y="2202942"/>
                  </a:lnTo>
                  <a:lnTo>
                    <a:pt x="3316878" y="2218905"/>
                  </a:lnTo>
                  <a:lnTo>
                    <a:pt x="3317734" y="2232295"/>
                  </a:lnTo>
                  <a:lnTo>
                    <a:pt x="3318590" y="2234807"/>
                  </a:lnTo>
                  <a:lnTo>
                    <a:pt x="3319445" y="2215823"/>
                  </a:lnTo>
                  <a:lnTo>
                    <a:pt x="3320301" y="2219165"/>
                  </a:lnTo>
                  <a:lnTo>
                    <a:pt x="3321156" y="2236323"/>
                  </a:lnTo>
                  <a:lnTo>
                    <a:pt x="3322012" y="2247054"/>
                  </a:lnTo>
                  <a:lnTo>
                    <a:pt x="3322867" y="2256658"/>
                  </a:lnTo>
                  <a:lnTo>
                    <a:pt x="3323723" y="2247619"/>
                  </a:lnTo>
                  <a:lnTo>
                    <a:pt x="3324578" y="2260245"/>
                  </a:lnTo>
                  <a:lnTo>
                    <a:pt x="3325434" y="2251058"/>
                  </a:lnTo>
                  <a:lnTo>
                    <a:pt x="3326289" y="2185560"/>
                  </a:lnTo>
                  <a:lnTo>
                    <a:pt x="3327145" y="2206656"/>
                  </a:lnTo>
                  <a:lnTo>
                    <a:pt x="3328000" y="2185204"/>
                  </a:lnTo>
                  <a:lnTo>
                    <a:pt x="3328856" y="2206783"/>
                  </a:lnTo>
                  <a:lnTo>
                    <a:pt x="3329711" y="2196092"/>
                  </a:lnTo>
                  <a:lnTo>
                    <a:pt x="3330567" y="2163757"/>
                  </a:lnTo>
                  <a:lnTo>
                    <a:pt x="3331422" y="2168580"/>
                  </a:lnTo>
                  <a:lnTo>
                    <a:pt x="3332278" y="2115019"/>
                  </a:lnTo>
                  <a:lnTo>
                    <a:pt x="3333133" y="2046302"/>
                  </a:lnTo>
                  <a:lnTo>
                    <a:pt x="3333989" y="2019878"/>
                  </a:lnTo>
                  <a:lnTo>
                    <a:pt x="3334845" y="2013043"/>
                  </a:lnTo>
                  <a:lnTo>
                    <a:pt x="3335700" y="1966333"/>
                  </a:lnTo>
                  <a:lnTo>
                    <a:pt x="3336556" y="1992175"/>
                  </a:lnTo>
                  <a:lnTo>
                    <a:pt x="3337411" y="1999582"/>
                  </a:lnTo>
                  <a:lnTo>
                    <a:pt x="3338267" y="2038067"/>
                  </a:lnTo>
                  <a:lnTo>
                    <a:pt x="3339122" y="2102476"/>
                  </a:lnTo>
                  <a:lnTo>
                    <a:pt x="3339978" y="2081779"/>
                  </a:lnTo>
                  <a:lnTo>
                    <a:pt x="3340833" y="2128361"/>
                  </a:lnTo>
                  <a:lnTo>
                    <a:pt x="3341689" y="2110341"/>
                  </a:lnTo>
                  <a:lnTo>
                    <a:pt x="3342544" y="2092779"/>
                  </a:lnTo>
                  <a:lnTo>
                    <a:pt x="3343400" y="2017371"/>
                  </a:lnTo>
                  <a:lnTo>
                    <a:pt x="3344255" y="2015859"/>
                  </a:lnTo>
                  <a:lnTo>
                    <a:pt x="3345111" y="2000150"/>
                  </a:lnTo>
                  <a:lnTo>
                    <a:pt x="3345966" y="1932388"/>
                  </a:lnTo>
                  <a:lnTo>
                    <a:pt x="3346822" y="1888825"/>
                  </a:lnTo>
                  <a:lnTo>
                    <a:pt x="3347677" y="1907196"/>
                  </a:lnTo>
                  <a:lnTo>
                    <a:pt x="3348533" y="1912165"/>
                  </a:lnTo>
                  <a:lnTo>
                    <a:pt x="3349388" y="1868883"/>
                  </a:lnTo>
                  <a:lnTo>
                    <a:pt x="3350244" y="1881771"/>
                  </a:lnTo>
                  <a:lnTo>
                    <a:pt x="3351100" y="1882914"/>
                  </a:lnTo>
                  <a:lnTo>
                    <a:pt x="3351955" y="1854926"/>
                  </a:lnTo>
                  <a:lnTo>
                    <a:pt x="3352811" y="1892177"/>
                  </a:lnTo>
                  <a:lnTo>
                    <a:pt x="3353666" y="1931369"/>
                  </a:lnTo>
                  <a:lnTo>
                    <a:pt x="3354522" y="1964382"/>
                  </a:lnTo>
                  <a:lnTo>
                    <a:pt x="3355377" y="2034655"/>
                  </a:lnTo>
                  <a:lnTo>
                    <a:pt x="3356233" y="2045627"/>
                  </a:lnTo>
                  <a:lnTo>
                    <a:pt x="3357088" y="2125460"/>
                  </a:lnTo>
                  <a:lnTo>
                    <a:pt x="3357944" y="2115274"/>
                  </a:lnTo>
                  <a:lnTo>
                    <a:pt x="3358799" y="2108759"/>
                  </a:lnTo>
                  <a:lnTo>
                    <a:pt x="3359655" y="2037712"/>
                  </a:lnTo>
                  <a:lnTo>
                    <a:pt x="3360510" y="2117367"/>
                  </a:lnTo>
                  <a:lnTo>
                    <a:pt x="3361366" y="2181286"/>
                  </a:lnTo>
                  <a:lnTo>
                    <a:pt x="3362221" y="2161987"/>
                  </a:lnTo>
                  <a:lnTo>
                    <a:pt x="3363077" y="2140104"/>
                  </a:lnTo>
                  <a:lnTo>
                    <a:pt x="3363932" y="2130766"/>
                  </a:lnTo>
                  <a:lnTo>
                    <a:pt x="3364788" y="2110487"/>
                  </a:lnTo>
                  <a:lnTo>
                    <a:pt x="3365644" y="2167574"/>
                  </a:lnTo>
                  <a:lnTo>
                    <a:pt x="3366499" y="2133220"/>
                  </a:lnTo>
                  <a:lnTo>
                    <a:pt x="3367355" y="2139586"/>
                  </a:lnTo>
                  <a:lnTo>
                    <a:pt x="3368210" y="2119824"/>
                  </a:lnTo>
                  <a:lnTo>
                    <a:pt x="3369066" y="2063600"/>
                  </a:lnTo>
                  <a:lnTo>
                    <a:pt x="3369921" y="2090385"/>
                  </a:lnTo>
                  <a:lnTo>
                    <a:pt x="3370777" y="2141201"/>
                  </a:lnTo>
                  <a:lnTo>
                    <a:pt x="3371632" y="2144598"/>
                  </a:lnTo>
                  <a:lnTo>
                    <a:pt x="3372488" y="2171095"/>
                  </a:lnTo>
                  <a:lnTo>
                    <a:pt x="3373343" y="2202059"/>
                  </a:lnTo>
                  <a:lnTo>
                    <a:pt x="3374199" y="2129710"/>
                  </a:lnTo>
                  <a:lnTo>
                    <a:pt x="3375054" y="2092047"/>
                  </a:lnTo>
                  <a:lnTo>
                    <a:pt x="3375910" y="2070944"/>
                  </a:lnTo>
                  <a:lnTo>
                    <a:pt x="3376765" y="2069468"/>
                  </a:lnTo>
                  <a:lnTo>
                    <a:pt x="3377621" y="1999398"/>
                  </a:lnTo>
                  <a:lnTo>
                    <a:pt x="3378476" y="1963431"/>
                  </a:lnTo>
                  <a:lnTo>
                    <a:pt x="3379332" y="1955524"/>
                  </a:lnTo>
                  <a:lnTo>
                    <a:pt x="3380187" y="2027467"/>
                  </a:lnTo>
                  <a:lnTo>
                    <a:pt x="3381043" y="2046051"/>
                  </a:lnTo>
                  <a:lnTo>
                    <a:pt x="3381899" y="2023059"/>
                  </a:lnTo>
                  <a:lnTo>
                    <a:pt x="3382754" y="1901817"/>
                  </a:lnTo>
                  <a:lnTo>
                    <a:pt x="3383610" y="1889208"/>
                  </a:lnTo>
                  <a:lnTo>
                    <a:pt x="3384465" y="1887914"/>
                  </a:lnTo>
                  <a:lnTo>
                    <a:pt x="3385321" y="1896978"/>
                  </a:lnTo>
                  <a:lnTo>
                    <a:pt x="3386176" y="1917137"/>
                  </a:lnTo>
                  <a:lnTo>
                    <a:pt x="3387032" y="1943498"/>
                  </a:lnTo>
                  <a:lnTo>
                    <a:pt x="3387887" y="1980189"/>
                  </a:lnTo>
                  <a:lnTo>
                    <a:pt x="3388743" y="2043899"/>
                  </a:lnTo>
                  <a:lnTo>
                    <a:pt x="3389598" y="2051887"/>
                  </a:lnTo>
                  <a:lnTo>
                    <a:pt x="3390454" y="2054781"/>
                  </a:lnTo>
                  <a:lnTo>
                    <a:pt x="3391309" y="1988238"/>
                  </a:lnTo>
                  <a:lnTo>
                    <a:pt x="3392165" y="1975517"/>
                  </a:lnTo>
                  <a:lnTo>
                    <a:pt x="3393020" y="1991961"/>
                  </a:lnTo>
                  <a:lnTo>
                    <a:pt x="3393876" y="2087427"/>
                  </a:lnTo>
                  <a:lnTo>
                    <a:pt x="3394731" y="2091725"/>
                  </a:lnTo>
                  <a:lnTo>
                    <a:pt x="3395587" y="2101993"/>
                  </a:lnTo>
                  <a:lnTo>
                    <a:pt x="3396442" y="2075989"/>
                  </a:lnTo>
                  <a:lnTo>
                    <a:pt x="3397298" y="2088602"/>
                  </a:lnTo>
                  <a:lnTo>
                    <a:pt x="3398154" y="2114813"/>
                  </a:lnTo>
                  <a:lnTo>
                    <a:pt x="3399009" y="2112591"/>
                  </a:lnTo>
                  <a:lnTo>
                    <a:pt x="3399865" y="2078579"/>
                  </a:lnTo>
                  <a:lnTo>
                    <a:pt x="3400720" y="2030471"/>
                  </a:lnTo>
                  <a:lnTo>
                    <a:pt x="3401576" y="1973344"/>
                  </a:lnTo>
                  <a:lnTo>
                    <a:pt x="3402431" y="1998479"/>
                  </a:lnTo>
                  <a:lnTo>
                    <a:pt x="3403287" y="2036960"/>
                  </a:lnTo>
                  <a:lnTo>
                    <a:pt x="3404142" y="2029206"/>
                  </a:lnTo>
                  <a:lnTo>
                    <a:pt x="3404998" y="2099620"/>
                  </a:lnTo>
                  <a:lnTo>
                    <a:pt x="3405853" y="2083912"/>
                  </a:lnTo>
                  <a:lnTo>
                    <a:pt x="3406709" y="2123153"/>
                  </a:lnTo>
                  <a:lnTo>
                    <a:pt x="3407564" y="2027173"/>
                  </a:lnTo>
                  <a:lnTo>
                    <a:pt x="3408420" y="2044158"/>
                  </a:lnTo>
                  <a:lnTo>
                    <a:pt x="3409275" y="2051510"/>
                  </a:lnTo>
                  <a:lnTo>
                    <a:pt x="3410131" y="2068191"/>
                  </a:lnTo>
                  <a:lnTo>
                    <a:pt x="3410986" y="2099683"/>
                  </a:lnTo>
                  <a:lnTo>
                    <a:pt x="3411842" y="2091967"/>
                  </a:lnTo>
                  <a:lnTo>
                    <a:pt x="3412698" y="2029547"/>
                  </a:lnTo>
                  <a:lnTo>
                    <a:pt x="3413553" y="1958066"/>
                  </a:lnTo>
                  <a:lnTo>
                    <a:pt x="3414409" y="1955738"/>
                  </a:lnTo>
                  <a:lnTo>
                    <a:pt x="3415264" y="1995454"/>
                  </a:lnTo>
                  <a:lnTo>
                    <a:pt x="3416120" y="1924911"/>
                  </a:lnTo>
                  <a:lnTo>
                    <a:pt x="3416975" y="1934930"/>
                  </a:lnTo>
                  <a:lnTo>
                    <a:pt x="3417831" y="1955228"/>
                  </a:lnTo>
                  <a:lnTo>
                    <a:pt x="3418686" y="2073830"/>
                  </a:lnTo>
                  <a:lnTo>
                    <a:pt x="3419542" y="2086049"/>
                  </a:lnTo>
                  <a:lnTo>
                    <a:pt x="3420397" y="2047533"/>
                  </a:lnTo>
                  <a:lnTo>
                    <a:pt x="3421253" y="1984989"/>
                  </a:lnTo>
                  <a:lnTo>
                    <a:pt x="3422108" y="2071222"/>
                  </a:lnTo>
                  <a:lnTo>
                    <a:pt x="3422964" y="2070421"/>
                  </a:lnTo>
                  <a:lnTo>
                    <a:pt x="3423819" y="2001741"/>
                  </a:lnTo>
                  <a:lnTo>
                    <a:pt x="3424675" y="1982939"/>
                  </a:lnTo>
                  <a:lnTo>
                    <a:pt x="3425530" y="1926011"/>
                  </a:lnTo>
                  <a:lnTo>
                    <a:pt x="3426386" y="1949942"/>
                  </a:lnTo>
                  <a:lnTo>
                    <a:pt x="3427241" y="1957943"/>
                  </a:lnTo>
                  <a:lnTo>
                    <a:pt x="3428097" y="1942028"/>
                  </a:lnTo>
                  <a:lnTo>
                    <a:pt x="3428953" y="1929074"/>
                  </a:lnTo>
                  <a:lnTo>
                    <a:pt x="3429808" y="1933801"/>
                  </a:lnTo>
                  <a:lnTo>
                    <a:pt x="3430664" y="2037532"/>
                  </a:lnTo>
                  <a:lnTo>
                    <a:pt x="3431519" y="2028339"/>
                  </a:lnTo>
                  <a:lnTo>
                    <a:pt x="3432375" y="2047689"/>
                  </a:lnTo>
                  <a:lnTo>
                    <a:pt x="3433230" y="2021185"/>
                  </a:lnTo>
                  <a:lnTo>
                    <a:pt x="3434086" y="1978220"/>
                  </a:lnTo>
                  <a:lnTo>
                    <a:pt x="3434941" y="1920982"/>
                  </a:lnTo>
                  <a:lnTo>
                    <a:pt x="3435797" y="1906082"/>
                  </a:lnTo>
                  <a:lnTo>
                    <a:pt x="3436652" y="1963690"/>
                  </a:lnTo>
                  <a:lnTo>
                    <a:pt x="3437508" y="1944667"/>
                  </a:lnTo>
                  <a:lnTo>
                    <a:pt x="3438363" y="1982922"/>
                  </a:lnTo>
                  <a:lnTo>
                    <a:pt x="3439219" y="1943536"/>
                  </a:lnTo>
                  <a:lnTo>
                    <a:pt x="3440074" y="2041218"/>
                  </a:lnTo>
                  <a:lnTo>
                    <a:pt x="3440930" y="2131763"/>
                  </a:lnTo>
                  <a:lnTo>
                    <a:pt x="3441785" y="2032011"/>
                  </a:lnTo>
                  <a:lnTo>
                    <a:pt x="3442641" y="1971903"/>
                  </a:lnTo>
                  <a:lnTo>
                    <a:pt x="3443496" y="2019983"/>
                  </a:lnTo>
                  <a:lnTo>
                    <a:pt x="3444352" y="2096030"/>
                  </a:lnTo>
                  <a:lnTo>
                    <a:pt x="3445208" y="2118989"/>
                  </a:lnTo>
                  <a:lnTo>
                    <a:pt x="3446063" y="2143407"/>
                  </a:lnTo>
                  <a:lnTo>
                    <a:pt x="3446919" y="2153920"/>
                  </a:lnTo>
                  <a:lnTo>
                    <a:pt x="3447774" y="2184482"/>
                  </a:lnTo>
                  <a:lnTo>
                    <a:pt x="3448630" y="2209624"/>
                  </a:lnTo>
                  <a:lnTo>
                    <a:pt x="3449485" y="2217226"/>
                  </a:lnTo>
                  <a:lnTo>
                    <a:pt x="3450341" y="2232740"/>
                  </a:lnTo>
                  <a:lnTo>
                    <a:pt x="3451196" y="2204148"/>
                  </a:lnTo>
                  <a:lnTo>
                    <a:pt x="3452052" y="2189848"/>
                  </a:lnTo>
                  <a:lnTo>
                    <a:pt x="3452907" y="2150768"/>
                  </a:lnTo>
                  <a:lnTo>
                    <a:pt x="3453763" y="2137490"/>
                  </a:lnTo>
                  <a:lnTo>
                    <a:pt x="3454618" y="2133285"/>
                  </a:lnTo>
                  <a:lnTo>
                    <a:pt x="3455474" y="2080341"/>
                  </a:lnTo>
                  <a:lnTo>
                    <a:pt x="3456329" y="2075251"/>
                  </a:lnTo>
                  <a:lnTo>
                    <a:pt x="3457185" y="2096907"/>
                  </a:lnTo>
                  <a:lnTo>
                    <a:pt x="3458040" y="2082651"/>
                  </a:lnTo>
                  <a:lnTo>
                    <a:pt x="3458896" y="2064426"/>
                  </a:lnTo>
                  <a:lnTo>
                    <a:pt x="3459752" y="2012826"/>
                  </a:lnTo>
                  <a:lnTo>
                    <a:pt x="3460607" y="2116658"/>
                  </a:lnTo>
                  <a:lnTo>
                    <a:pt x="3461463" y="2121746"/>
                  </a:lnTo>
                  <a:lnTo>
                    <a:pt x="3462318" y="2101715"/>
                  </a:lnTo>
                  <a:lnTo>
                    <a:pt x="3463174" y="2122006"/>
                  </a:lnTo>
                  <a:lnTo>
                    <a:pt x="3464029" y="2116074"/>
                  </a:lnTo>
                  <a:lnTo>
                    <a:pt x="3464885" y="2137356"/>
                  </a:lnTo>
                  <a:lnTo>
                    <a:pt x="3465740" y="2126064"/>
                  </a:lnTo>
                  <a:lnTo>
                    <a:pt x="3466596" y="2048698"/>
                  </a:lnTo>
                  <a:lnTo>
                    <a:pt x="3467451" y="2032727"/>
                  </a:lnTo>
                  <a:lnTo>
                    <a:pt x="3468307" y="2113255"/>
                  </a:lnTo>
                  <a:lnTo>
                    <a:pt x="3469162" y="2119792"/>
                  </a:lnTo>
                  <a:lnTo>
                    <a:pt x="3470018" y="2099392"/>
                  </a:lnTo>
                  <a:lnTo>
                    <a:pt x="3470873" y="2027620"/>
                  </a:lnTo>
                  <a:lnTo>
                    <a:pt x="3471729" y="2012973"/>
                  </a:lnTo>
                  <a:lnTo>
                    <a:pt x="3472584" y="2046083"/>
                  </a:lnTo>
                  <a:lnTo>
                    <a:pt x="3473440" y="2117578"/>
                  </a:lnTo>
                  <a:lnTo>
                    <a:pt x="3474295" y="2135311"/>
                  </a:lnTo>
                  <a:lnTo>
                    <a:pt x="3475151" y="2178189"/>
                  </a:lnTo>
                  <a:lnTo>
                    <a:pt x="3476007" y="2139527"/>
                  </a:lnTo>
                  <a:lnTo>
                    <a:pt x="3476862" y="2117346"/>
                  </a:lnTo>
                  <a:lnTo>
                    <a:pt x="3477718" y="2096418"/>
                  </a:lnTo>
                  <a:lnTo>
                    <a:pt x="3478573" y="2040645"/>
                  </a:lnTo>
                  <a:lnTo>
                    <a:pt x="3479429" y="2013875"/>
                  </a:lnTo>
                  <a:lnTo>
                    <a:pt x="3480284" y="1951692"/>
                  </a:lnTo>
                  <a:lnTo>
                    <a:pt x="3481140" y="1983622"/>
                  </a:lnTo>
                  <a:lnTo>
                    <a:pt x="3481995" y="2008177"/>
                  </a:lnTo>
                  <a:lnTo>
                    <a:pt x="3482851" y="2054491"/>
                  </a:lnTo>
                  <a:lnTo>
                    <a:pt x="3483706" y="2093234"/>
                  </a:lnTo>
                  <a:lnTo>
                    <a:pt x="3484562" y="2068146"/>
                  </a:lnTo>
                  <a:lnTo>
                    <a:pt x="3485417" y="2130280"/>
                  </a:lnTo>
                  <a:lnTo>
                    <a:pt x="3486273" y="2135485"/>
                  </a:lnTo>
                  <a:lnTo>
                    <a:pt x="3487128" y="2177949"/>
                  </a:lnTo>
                  <a:lnTo>
                    <a:pt x="3487984" y="2176679"/>
                  </a:lnTo>
                  <a:lnTo>
                    <a:pt x="3488839" y="2167127"/>
                  </a:lnTo>
                  <a:lnTo>
                    <a:pt x="3489695" y="2204153"/>
                  </a:lnTo>
                  <a:lnTo>
                    <a:pt x="3490550" y="2204083"/>
                  </a:lnTo>
                  <a:lnTo>
                    <a:pt x="3491406" y="2189764"/>
                  </a:lnTo>
                  <a:lnTo>
                    <a:pt x="3492262" y="2190276"/>
                  </a:lnTo>
                  <a:lnTo>
                    <a:pt x="3493117" y="2210763"/>
                  </a:lnTo>
                  <a:lnTo>
                    <a:pt x="3493973" y="2175003"/>
                  </a:lnTo>
                  <a:lnTo>
                    <a:pt x="3494828" y="2152500"/>
                  </a:lnTo>
                  <a:lnTo>
                    <a:pt x="3495684" y="2064370"/>
                  </a:lnTo>
                  <a:lnTo>
                    <a:pt x="3496539" y="2069628"/>
                  </a:lnTo>
                  <a:lnTo>
                    <a:pt x="3497395" y="2147069"/>
                  </a:lnTo>
                  <a:lnTo>
                    <a:pt x="3498250" y="2117182"/>
                  </a:lnTo>
                  <a:lnTo>
                    <a:pt x="3499106" y="2057464"/>
                  </a:lnTo>
                  <a:lnTo>
                    <a:pt x="3499961" y="2029078"/>
                  </a:lnTo>
                  <a:lnTo>
                    <a:pt x="3500817" y="2158111"/>
                  </a:lnTo>
                  <a:lnTo>
                    <a:pt x="3501672" y="2161164"/>
                  </a:lnTo>
                  <a:lnTo>
                    <a:pt x="3502528" y="2159979"/>
                  </a:lnTo>
                  <a:lnTo>
                    <a:pt x="3503383" y="2128760"/>
                  </a:lnTo>
                  <a:lnTo>
                    <a:pt x="3504239" y="2149073"/>
                  </a:lnTo>
                  <a:lnTo>
                    <a:pt x="3505094" y="2174868"/>
                  </a:lnTo>
                  <a:lnTo>
                    <a:pt x="3505950" y="2145637"/>
                  </a:lnTo>
                  <a:lnTo>
                    <a:pt x="3506806" y="2176371"/>
                  </a:lnTo>
                  <a:lnTo>
                    <a:pt x="3507661" y="2130084"/>
                  </a:lnTo>
                  <a:lnTo>
                    <a:pt x="3508517" y="2104414"/>
                  </a:lnTo>
                  <a:lnTo>
                    <a:pt x="3509372" y="2113911"/>
                  </a:lnTo>
                  <a:lnTo>
                    <a:pt x="3510228" y="2206854"/>
                  </a:lnTo>
                  <a:lnTo>
                    <a:pt x="3511083" y="2180050"/>
                  </a:lnTo>
                  <a:lnTo>
                    <a:pt x="3511939" y="2210167"/>
                  </a:lnTo>
                  <a:lnTo>
                    <a:pt x="3512794" y="2195795"/>
                  </a:lnTo>
                  <a:lnTo>
                    <a:pt x="3513650" y="2176700"/>
                  </a:lnTo>
                  <a:lnTo>
                    <a:pt x="3514505" y="2163035"/>
                  </a:lnTo>
                  <a:lnTo>
                    <a:pt x="3515361" y="2157804"/>
                  </a:lnTo>
                  <a:lnTo>
                    <a:pt x="3516216" y="2151969"/>
                  </a:lnTo>
                  <a:lnTo>
                    <a:pt x="3517072" y="2133047"/>
                  </a:lnTo>
                  <a:lnTo>
                    <a:pt x="3517927" y="2084457"/>
                  </a:lnTo>
                  <a:lnTo>
                    <a:pt x="3518783" y="2143274"/>
                  </a:lnTo>
                  <a:lnTo>
                    <a:pt x="3519638" y="2138939"/>
                  </a:lnTo>
                  <a:lnTo>
                    <a:pt x="3520494" y="2125170"/>
                  </a:lnTo>
                  <a:lnTo>
                    <a:pt x="3521349" y="2110296"/>
                  </a:lnTo>
                  <a:lnTo>
                    <a:pt x="3522205" y="2114670"/>
                  </a:lnTo>
                  <a:lnTo>
                    <a:pt x="3523061" y="2073895"/>
                  </a:lnTo>
                  <a:lnTo>
                    <a:pt x="3523916" y="2121068"/>
                  </a:lnTo>
                  <a:lnTo>
                    <a:pt x="3524772" y="2118962"/>
                  </a:lnTo>
                  <a:lnTo>
                    <a:pt x="3525627" y="2094427"/>
                  </a:lnTo>
                  <a:lnTo>
                    <a:pt x="3526483" y="2088030"/>
                  </a:lnTo>
                  <a:lnTo>
                    <a:pt x="3527338" y="2083472"/>
                  </a:lnTo>
                  <a:lnTo>
                    <a:pt x="3528194" y="2061232"/>
                  </a:lnTo>
                  <a:lnTo>
                    <a:pt x="3529049" y="2087421"/>
                  </a:lnTo>
                  <a:lnTo>
                    <a:pt x="3529905" y="2169000"/>
                  </a:lnTo>
                  <a:lnTo>
                    <a:pt x="3530760" y="2185522"/>
                  </a:lnTo>
                  <a:lnTo>
                    <a:pt x="3531616" y="2162986"/>
                  </a:lnTo>
                  <a:lnTo>
                    <a:pt x="3532471" y="2142475"/>
                  </a:lnTo>
                  <a:lnTo>
                    <a:pt x="3533327" y="2174693"/>
                  </a:lnTo>
                  <a:lnTo>
                    <a:pt x="3534182" y="2183597"/>
                  </a:lnTo>
                  <a:lnTo>
                    <a:pt x="3535038" y="2202932"/>
                  </a:lnTo>
                  <a:lnTo>
                    <a:pt x="3535893" y="2188291"/>
                  </a:lnTo>
                  <a:lnTo>
                    <a:pt x="3536749" y="2246362"/>
                  </a:lnTo>
                  <a:lnTo>
                    <a:pt x="3537604" y="2224525"/>
                  </a:lnTo>
                  <a:lnTo>
                    <a:pt x="3538460" y="2230565"/>
                  </a:lnTo>
                  <a:lnTo>
                    <a:pt x="3539316" y="2222056"/>
                  </a:lnTo>
                  <a:lnTo>
                    <a:pt x="3540171" y="2242555"/>
                  </a:lnTo>
                  <a:lnTo>
                    <a:pt x="3541027" y="2260185"/>
                  </a:lnTo>
                  <a:lnTo>
                    <a:pt x="3541882" y="2275684"/>
                  </a:lnTo>
                  <a:lnTo>
                    <a:pt x="3542738" y="2278200"/>
                  </a:lnTo>
                  <a:lnTo>
                    <a:pt x="3543593" y="2278200"/>
                  </a:lnTo>
                  <a:lnTo>
                    <a:pt x="3544449" y="2278200"/>
                  </a:lnTo>
                  <a:lnTo>
                    <a:pt x="3545304" y="2278200"/>
                  </a:lnTo>
                  <a:lnTo>
                    <a:pt x="3546160" y="2278200"/>
                  </a:lnTo>
                  <a:lnTo>
                    <a:pt x="3547015" y="2278200"/>
                  </a:lnTo>
                  <a:lnTo>
                    <a:pt x="3547871" y="2278200"/>
                  </a:lnTo>
                  <a:lnTo>
                    <a:pt x="3548726" y="2278200"/>
                  </a:lnTo>
                  <a:lnTo>
                    <a:pt x="3549582" y="2278200"/>
                  </a:lnTo>
                  <a:lnTo>
                    <a:pt x="3550437" y="2278200"/>
                  </a:lnTo>
                  <a:lnTo>
                    <a:pt x="3551293" y="2278200"/>
                  </a:lnTo>
                  <a:lnTo>
                    <a:pt x="3552148" y="2259713"/>
                  </a:lnTo>
                  <a:lnTo>
                    <a:pt x="3553004" y="2267540"/>
                  </a:lnTo>
                  <a:lnTo>
                    <a:pt x="3553859" y="2258292"/>
                  </a:lnTo>
                  <a:lnTo>
                    <a:pt x="3554715" y="2211818"/>
                  </a:lnTo>
                  <a:lnTo>
                    <a:pt x="3555571" y="2171614"/>
                  </a:lnTo>
                  <a:lnTo>
                    <a:pt x="3556426" y="2179111"/>
                  </a:lnTo>
                  <a:lnTo>
                    <a:pt x="3557282" y="2244838"/>
                  </a:lnTo>
                  <a:lnTo>
                    <a:pt x="3558137" y="2270358"/>
                  </a:lnTo>
                  <a:lnTo>
                    <a:pt x="3558993" y="2276584"/>
                  </a:lnTo>
                  <a:lnTo>
                    <a:pt x="3559848" y="2269488"/>
                  </a:lnTo>
                  <a:lnTo>
                    <a:pt x="3560704" y="2239617"/>
                  </a:lnTo>
                  <a:lnTo>
                    <a:pt x="3561559" y="2278200"/>
                  </a:lnTo>
                  <a:lnTo>
                    <a:pt x="3562415" y="2246594"/>
                  </a:lnTo>
                  <a:lnTo>
                    <a:pt x="3563270" y="2227306"/>
                  </a:lnTo>
                  <a:lnTo>
                    <a:pt x="3564126" y="2255915"/>
                  </a:lnTo>
                  <a:lnTo>
                    <a:pt x="3564981" y="2218154"/>
                  </a:lnTo>
                  <a:lnTo>
                    <a:pt x="3565837" y="2251691"/>
                  </a:lnTo>
                  <a:lnTo>
                    <a:pt x="3566692" y="2243258"/>
                  </a:lnTo>
                  <a:lnTo>
                    <a:pt x="3567548" y="2217459"/>
                  </a:lnTo>
                  <a:lnTo>
                    <a:pt x="3568403" y="2225555"/>
                  </a:lnTo>
                  <a:lnTo>
                    <a:pt x="3569259" y="2188187"/>
                  </a:lnTo>
                  <a:lnTo>
                    <a:pt x="3570115" y="2149860"/>
                  </a:lnTo>
                  <a:lnTo>
                    <a:pt x="3570970" y="2182038"/>
                  </a:lnTo>
                  <a:lnTo>
                    <a:pt x="3571826" y="2179928"/>
                  </a:lnTo>
                  <a:lnTo>
                    <a:pt x="3572681" y="2134862"/>
                  </a:lnTo>
                  <a:lnTo>
                    <a:pt x="3573537" y="2114078"/>
                  </a:lnTo>
                  <a:lnTo>
                    <a:pt x="3574392" y="2143930"/>
                  </a:lnTo>
                  <a:lnTo>
                    <a:pt x="3575248" y="2161046"/>
                  </a:lnTo>
                  <a:lnTo>
                    <a:pt x="3576103" y="2182323"/>
                  </a:lnTo>
                  <a:lnTo>
                    <a:pt x="3576959" y="2221239"/>
                  </a:lnTo>
                  <a:lnTo>
                    <a:pt x="3577814" y="2182376"/>
                  </a:lnTo>
                  <a:lnTo>
                    <a:pt x="3578670" y="2139451"/>
                  </a:lnTo>
                  <a:lnTo>
                    <a:pt x="3579525" y="2161629"/>
                  </a:lnTo>
                  <a:lnTo>
                    <a:pt x="3580381" y="2176621"/>
                  </a:lnTo>
                  <a:lnTo>
                    <a:pt x="3581236" y="2168632"/>
                  </a:lnTo>
                  <a:lnTo>
                    <a:pt x="3582092" y="2116932"/>
                  </a:lnTo>
                  <a:lnTo>
                    <a:pt x="3582947" y="2197050"/>
                  </a:lnTo>
                  <a:lnTo>
                    <a:pt x="3583803" y="2183412"/>
                  </a:lnTo>
                  <a:lnTo>
                    <a:pt x="3584658" y="2186739"/>
                  </a:lnTo>
                  <a:lnTo>
                    <a:pt x="3585514" y="2150149"/>
                  </a:lnTo>
                  <a:lnTo>
                    <a:pt x="3586370" y="2141606"/>
                  </a:lnTo>
                  <a:lnTo>
                    <a:pt x="3587225" y="2145062"/>
                  </a:lnTo>
                  <a:lnTo>
                    <a:pt x="3588081" y="2177346"/>
                  </a:lnTo>
                  <a:lnTo>
                    <a:pt x="3588936" y="2160874"/>
                  </a:lnTo>
                  <a:lnTo>
                    <a:pt x="3589792" y="2140602"/>
                  </a:lnTo>
                  <a:lnTo>
                    <a:pt x="3590647" y="2167916"/>
                  </a:lnTo>
                  <a:lnTo>
                    <a:pt x="3591503" y="2134264"/>
                  </a:lnTo>
                  <a:lnTo>
                    <a:pt x="3592358" y="2148599"/>
                  </a:lnTo>
                  <a:lnTo>
                    <a:pt x="3593214" y="2185902"/>
                  </a:lnTo>
                  <a:lnTo>
                    <a:pt x="3594069" y="2168443"/>
                  </a:lnTo>
                  <a:lnTo>
                    <a:pt x="3594925" y="2186521"/>
                  </a:lnTo>
                  <a:lnTo>
                    <a:pt x="3595780" y="2153851"/>
                  </a:lnTo>
                  <a:lnTo>
                    <a:pt x="3596636" y="2138938"/>
                  </a:lnTo>
                  <a:lnTo>
                    <a:pt x="3597491" y="2119754"/>
                  </a:lnTo>
                  <a:lnTo>
                    <a:pt x="3598347" y="2157095"/>
                  </a:lnTo>
                  <a:lnTo>
                    <a:pt x="3599202" y="2189291"/>
                  </a:lnTo>
                  <a:lnTo>
                    <a:pt x="3600058" y="2214006"/>
                  </a:lnTo>
                  <a:lnTo>
                    <a:pt x="3600913" y="2222646"/>
                  </a:lnTo>
                  <a:lnTo>
                    <a:pt x="3601769" y="2241867"/>
                  </a:lnTo>
                  <a:lnTo>
                    <a:pt x="3602625" y="2207160"/>
                  </a:lnTo>
                  <a:lnTo>
                    <a:pt x="3603480" y="2206149"/>
                  </a:lnTo>
                  <a:lnTo>
                    <a:pt x="3604336" y="2159189"/>
                  </a:lnTo>
                  <a:lnTo>
                    <a:pt x="3605191" y="2160113"/>
                  </a:lnTo>
                  <a:lnTo>
                    <a:pt x="3606047" y="2198340"/>
                  </a:lnTo>
                  <a:lnTo>
                    <a:pt x="3606902" y="2161908"/>
                  </a:lnTo>
                  <a:lnTo>
                    <a:pt x="3607758" y="2155344"/>
                  </a:lnTo>
                  <a:lnTo>
                    <a:pt x="3608613" y="2169976"/>
                  </a:lnTo>
                  <a:lnTo>
                    <a:pt x="3609469" y="2163564"/>
                  </a:lnTo>
                  <a:lnTo>
                    <a:pt x="3610324" y="2138323"/>
                  </a:lnTo>
                  <a:lnTo>
                    <a:pt x="3611180" y="2108083"/>
                  </a:lnTo>
                  <a:lnTo>
                    <a:pt x="3612035" y="2078171"/>
                  </a:lnTo>
                  <a:lnTo>
                    <a:pt x="3612891" y="2080680"/>
                  </a:lnTo>
                  <a:lnTo>
                    <a:pt x="3613746" y="2110124"/>
                  </a:lnTo>
                  <a:lnTo>
                    <a:pt x="3614602" y="2048350"/>
                  </a:lnTo>
                  <a:lnTo>
                    <a:pt x="3615457" y="2096506"/>
                  </a:lnTo>
                  <a:lnTo>
                    <a:pt x="3616313" y="2073264"/>
                  </a:lnTo>
                  <a:lnTo>
                    <a:pt x="3617169" y="2013447"/>
                  </a:lnTo>
                  <a:lnTo>
                    <a:pt x="3618024" y="2061908"/>
                  </a:lnTo>
                  <a:lnTo>
                    <a:pt x="3618880" y="2096754"/>
                  </a:lnTo>
                  <a:lnTo>
                    <a:pt x="3619735" y="2125309"/>
                  </a:lnTo>
                  <a:lnTo>
                    <a:pt x="3620591" y="2123264"/>
                  </a:lnTo>
                  <a:lnTo>
                    <a:pt x="3621446" y="2133578"/>
                  </a:lnTo>
                  <a:lnTo>
                    <a:pt x="3622302" y="2117478"/>
                  </a:lnTo>
                  <a:lnTo>
                    <a:pt x="3623157" y="2139114"/>
                  </a:lnTo>
                  <a:lnTo>
                    <a:pt x="3624013" y="2124997"/>
                  </a:lnTo>
                  <a:lnTo>
                    <a:pt x="3624868" y="2055186"/>
                  </a:lnTo>
                  <a:lnTo>
                    <a:pt x="3625724" y="2075527"/>
                  </a:lnTo>
                  <a:lnTo>
                    <a:pt x="3626579" y="1992245"/>
                  </a:lnTo>
                  <a:lnTo>
                    <a:pt x="3627435" y="1946387"/>
                  </a:lnTo>
                  <a:lnTo>
                    <a:pt x="3628290" y="1967743"/>
                  </a:lnTo>
                  <a:lnTo>
                    <a:pt x="3629146" y="1947260"/>
                  </a:lnTo>
                  <a:lnTo>
                    <a:pt x="3630001" y="1927208"/>
                  </a:lnTo>
                  <a:lnTo>
                    <a:pt x="3630857" y="1923600"/>
                  </a:lnTo>
                  <a:lnTo>
                    <a:pt x="3631712" y="1864345"/>
                  </a:lnTo>
                  <a:lnTo>
                    <a:pt x="3632568" y="1873361"/>
                  </a:lnTo>
                  <a:lnTo>
                    <a:pt x="3633424" y="1897096"/>
                  </a:lnTo>
                  <a:lnTo>
                    <a:pt x="3634279" y="1911000"/>
                  </a:lnTo>
                  <a:lnTo>
                    <a:pt x="3635135" y="1900628"/>
                  </a:lnTo>
                  <a:lnTo>
                    <a:pt x="3635990" y="1932663"/>
                  </a:lnTo>
                  <a:lnTo>
                    <a:pt x="3636846" y="1970328"/>
                  </a:lnTo>
                  <a:lnTo>
                    <a:pt x="3637701" y="1954059"/>
                  </a:lnTo>
                  <a:lnTo>
                    <a:pt x="3638557" y="1932781"/>
                  </a:lnTo>
                  <a:lnTo>
                    <a:pt x="3639412" y="1877832"/>
                  </a:lnTo>
                  <a:lnTo>
                    <a:pt x="3640268" y="1856744"/>
                  </a:lnTo>
                  <a:lnTo>
                    <a:pt x="3641123" y="1789711"/>
                  </a:lnTo>
                  <a:lnTo>
                    <a:pt x="3641979" y="1775289"/>
                  </a:lnTo>
                  <a:lnTo>
                    <a:pt x="3642834" y="1751051"/>
                  </a:lnTo>
                  <a:lnTo>
                    <a:pt x="3643690" y="1679571"/>
                  </a:lnTo>
                  <a:lnTo>
                    <a:pt x="3644545" y="1644718"/>
                  </a:lnTo>
                  <a:lnTo>
                    <a:pt x="3645401" y="1634006"/>
                  </a:lnTo>
                  <a:lnTo>
                    <a:pt x="3646256" y="1673970"/>
                  </a:lnTo>
                  <a:lnTo>
                    <a:pt x="3647112" y="1655113"/>
                  </a:lnTo>
                  <a:lnTo>
                    <a:pt x="3647967" y="1655787"/>
                  </a:lnTo>
                  <a:lnTo>
                    <a:pt x="3648823" y="1660427"/>
                  </a:lnTo>
                  <a:lnTo>
                    <a:pt x="3649679" y="1725857"/>
                  </a:lnTo>
                  <a:lnTo>
                    <a:pt x="3650534" y="1754210"/>
                  </a:lnTo>
                  <a:lnTo>
                    <a:pt x="3651390" y="1759884"/>
                  </a:lnTo>
                  <a:lnTo>
                    <a:pt x="3652245" y="1744908"/>
                  </a:lnTo>
                  <a:lnTo>
                    <a:pt x="3653101" y="1815192"/>
                  </a:lnTo>
                  <a:lnTo>
                    <a:pt x="3653956" y="1832930"/>
                  </a:lnTo>
                  <a:lnTo>
                    <a:pt x="3654812" y="1748858"/>
                  </a:lnTo>
                  <a:lnTo>
                    <a:pt x="3655667" y="1740846"/>
                  </a:lnTo>
                  <a:lnTo>
                    <a:pt x="3656523" y="1706631"/>
                  </a:lnTo>
                  <a:lnTo>
                    <a:pt x="3657378" y="1817070"/>
                  </a:lnTo>
                  <a:lnTo>
                    <a:pt x="3658234" y="1711064"/>
                  </a:lnTo>
                  <a:lnTo>
                    <a:pt x="3659089" y="1701524"/>
                  </a:lnTo>
                  <a:lnTo>
                    <a:pt x="3659945" y="1642890"/>
                  </a:lnTo>
                  <a:lnTo>
                    <a:pt x="3660800" y="1578460"/>
                  </a:lnTo>
                  <a:lnTo>
                    <a:pt x="3661656" y="1640978"/>
                  </a:lnTo>
                  <a:lnTo>
                    <a:pt x="3662511" y="1640971"/>
                  </a:lnTo>
                  <a:lnTo>
                    <a:pt x="3663367" y="1587092"/>
                  </a:lnTo>
                  <a:lnTo>
                    <a:pt x="3664223" y="1617638"/>
                  </a:lnTo>
                  <a:lnTo>
                    <a:pt x="3665078" y="1663545"/>
                  </a:lnTo>
                  <a:lnTo>
                    <a:pt x="3665934" y="1659127"/>
                  </a:lnTo>
                  <a:lnTo>
                    <a:pt x="3666789" y="1679462"/>
                  </a:lnTo>
                  <a:lnTo>
                    <a:pt x="3667645" y="1709728"/>
                  </a:lnTo>
                  <a:lnTo>
                    <a:pt x="3668500" y="1686991"/>
                  </a:lnTo>
                  <a:lnTo>
                    <a:pt x="3669356" y="1722768"/>
                  </a:lnTo>
                  <a:lnTo>
                    <a:pt x="3670211" y="1721107"/>
                  </a:lnTo>
                  <a:lnTo>
                    <a:pt x="3671067" y="1700166"/>
                  </a:lnTo>
                  <a:lnTo>
                    <a:pt x="3671922" y="1655613"/>
                  </a:lnTo>
                  <a:lnTo>
                    <a:pt x="3672778" y="1572768"/>
                  </a:lnTo>
                  <a:lnTo>
                    <a:pt x="3673633" y="1517951"/>
                  </a:lnTo>
                  <a:lnTo>
                    <a:pt x="3674489" y="1405504"/>
                  </a:lnTo>
                  <a:lnTo>
                    <a:pt x="3675344" y="1398546"/>
                  </a:lnTo>
                  <a:lnTo>
                    <a:pt x="3676200" y="1228789"/>
                  </a:lnTo>
                  <a:lnTo>
                    <a:pt x="3677055" y="1222475"/>
                  </a:lnTo>
                  <a:lnTo>
                    <a:pt x="3677911" y="1119544"/>
                  </a:lnTo>
                  <a:lnTo>
                    <a:pt x="3678766" y="1012720"/>
                  </a:lnTo>
                  <a:lnTo>
                    <a:pt x="3679622" y="996646"/>
                  </a:lnTo>
                  <a:lnTo>
                    <a:pt x="3680478" y="870703"/>
                  </a:lnTo>
                  <a:lnTo>
                    <a:pt x="3681333" y="906265"/>
                  </a:lnTo>
                  <a:lnTo>
                    <a:pt x="3682189" y="956171"/>
                  </a:lnTo>
                  <a:lnTo>
                    <a:pt x="3683044" y="976882"/>
                  </a:lnTo>
                  <a:lnTo>
                    <a:pt x="3683900" y="1054041"/>
                  </a:lnTo>
                  <a:lnTo>
                    <a:pt x="3684755" y="1146417"/>
                  </a:lnTo>
                  <a:lnTo>
                    <a:pt x="3685611" y="1214630"/>
                  </a:lnTo>
                  <a:lnTo>
                    <a:pt x="3686466" y="1181058"/>
                  </a:lnTo>
                  <a:lnTo>
                    <a:pt x="3687322" y="1189084"/>
                  </a:lnTo>
                  <a:lnTo>
                    <a:pt x="3688177" y="1182382"/>
                  </a:lnTo>
                  <a:lnTo>
                    <a:pt x="3689033" y="1150115"/>
                  </a:lnTo>
                  <a:lnTo>
                    <a:pt x="3689888" y="1147424"/>
                  </a:lnTo>
                  <a:lnTo>
                    <a:pt x="3690744" y="1024724"/>
                  </a:lnTo>
                  <a:lnTo>
                    <a:pt x="3691599" y="1070971"/>
                  </a:lnTo>
                  <a:lnTo>
                    <a:pt x="3692455" y="1069090"/>
                  </a:lnTo>
                  <a:lnTo>
                    <a:pt x="3693310" y="932407"/>
                  </a:lnTo>
                  <a:lnTo>
                    <a:pt x="3694166" y="902568"/>
                  </a:lnTo>
                  <a:lnTo>
                    <a:pt x="3695021" y="905064"/>
                  </a:lnTo>
                  <a:lnTo>
                    <a:pt x="3695877" y="1069623"/>
                  </a:lnTo>
                  <a:lnTo>
                    <a:pt x="3696733" y="1221351"/>
                  </a:lnTo>
                  <a:lnTo>
                    <a:pt x="3697588" y="1205516"/>
                  </a:lnTo>
                  <a:lnTo>
                    <a:pt x="3698444" y="1250026"/>
                  </a:lnTo>
                  <a:lnTo>
                    <a:pt x="3699299" y="1310203"/>
                  </a:lnTo>
                  <a:lnTo>
                    <a:pt x="3700155" y="1412412"/>
                  </a:lnTo>
                  <a:lnTo>
                    <a:pt x="3701010" y="1428503"/>
                  </a:lnTo>
                  <a:lnTo>
                    <a:pt x="3701866" y="1467018"/>
                  </a:lnTo>
                  <a:lnTo>
                    <a:pt x="3702721" y="1713716"/>
                  </a:lnTo>
                  <a:lnTo>
                    <a:pt x="3703577" y="1742152"/>
                  </a:lnTo>
                  <a:lnTo>
                    <a:pt x="3704432" y="1747269"/>
                  </a:lnTo>
                  <a:lnTo>
                    <a:pt x="3705288" y="1758993"/>
                  </a:lnTo>
                  <a:lnTo>
                    <a:pt x="3706143" y="1765285"/>
                  </a:lnTo>
                  <a:lnTo>
                    <a:pt x="3706999" y="1758951"/>
                  </a:lnTo>
                  <a:lnTo>
                    <a:pt x="3707854" y="1801406"/>
                  </a:lnTo>
                  <a:lnTo>
                    <a:pt x="3708710" y="1816125"/>
                  </a:lnTo>
                  <a:lnTo>
                    <a:pt x="3709565" y="1830423"/>
                  </a:lnTo>
                  <a:lnTo>
                    <a:pt x="3710421" y="1778194"/>
                  </a:lnTo>
                  <a:lnTo>
                    <a:pt x="3711277" y="1864895"/>
                  </a:lnTo>
                  <a:lnTo>
                    <a:pt x="3712132" y="1805392"/>
                  </a:lnTo>
                  <a:lnTo>
                    <a:pt x="3712988" y="1790590"/>
                  </a:lnTo>
                  <a:lnTo>
                    <a:pt x="3713843" y="1815219"/>
                  </a:lnTo>
                  <a:lnTo>
                    <a:pt x="3714699" y="1830730"/>
                  </a:lnTo>
                  <a:lnTo>
                    <a:pt x="3715554" y="1807935"/>
                  </a:lnTo>
                  <a:lnTo>
                    <a:pt x="3716410" y="1787711"/>
                  </a:lnTo>
                  <a:lnTo>
                    <a:pt x="3717265" y="1800620"/>
                  </a:lnTo>
                  <a:lnTo>
                    <a:pt x="3718121" y="1753772"/>
                  </a:lnTo>
                  <a:lnTo>
                    <a:pt x="3718976" y="1736520"/>
                  </a:lnTo>
                  <a:lnTo>
                    <a:pt x="3719832" y="1734021"/>
                  </a:lnTo>
                  <a:lnTo>
                    <a:pt x="3720687" y="1678316"/>
                  </a:lnTo>
                  <a:lnTo>
                    <a:pt x="3721543" y="1661584"/>
                  </a:lnTo>
                  <a:lnTo>
                    <a:pt x="3722398" y="1669259"/>
                  </a:lnTo>
                  <a:lnTo>
                    <a:pt x="3723254" y="1620204"/>
                  </a:lnTo>
                  <a:lnTo>
                    <a:pt x="3724109" y="1666154"/>
                  </a:lnTo>
                  <a:lnTo>
                    <a:pt x="3724965" y="1661819"/>
                  </a:lnTo>
                  <a:lnTo>
                    <a:pt x="3725820" y="1664712"/>
                  </a:lnTo>
                  <a:lnTo>
                    <a:pt x="3726676" y="1670283"/>
                  </a:lnTo>
                  <a:lnTo>
                    <a:pt x="3727532" y="1662740"/>
                  </a:lnTo>
                  <a:lnTo>
                    <a:pt x="3728387" y="1670438"/>
                  </a:lnTo>
                  <a:lnTo>
                    <a:pt x="3729243" y="1669735"/>
                  </a:lnTo>
                  <a:lnTo>
                    <a:pt x="3730098" y="1755181"/>
                  </a:lnTo>
                  <a:lnTo>
                    <a:pt x="3730954" y="1802792"/>
                  </a:lnTo>
                  <a:lnTo>
                    <a:pt x="3731809" y="1784839"/>
                  </a:lnTo>
                  <a:lnTo>
                    <a:pt x="3732665" y="1848894"/>
                  </a:lnTo>
                  <a:lnTo>
                    <a:pt x="3733520" y="1878354"/>
                  </a:lnTo>
                  <a:lnTo>
                    <a:pt x="3734376" y="1899930"/>
                  </a:lnTo>
                  <a:lnTo>
                    <a:pt x="3735231" y="1917101"/>
                  </a:lnTo>
                  <a:lnTo>
                    <a:pt x="3736087" y="1913736"/>
                  </a:lnTo>
                  <a:lnTo>
                    <a:pt x="3736942" y="1997906"/>
                  </a:lnTo>
                  <a:lnTo>
                    <a:pt x="3737798" y="2048198"/>
                  </a:lnTo>
                  <a:lnTo>
                    <a:pt x="3738653" y="2059933"/>
                  </a:lnTo>
                  <a:lnTo>
                    <a:pt x="3739509" y="2060234"/>
                  </a:lnTo>
                  <a:lnTo>
                    <a:pt x="3740364" y="2086726"/>
                  </a:lnTo>
                  <a:lnTo>
                    <a:pt x="3741220" y="2113233"/>
                  </a:lnTo>
                  <a:lnTo>
                    <a:pt x="3742075" y="2138979"/>
                  </a:lnTo>
                  <a:lnTo>
                    <a:pt x="3742931" y="2139362"/>
                  </a:lnTo>
                  <a:lnTo>
                    <a:pt x="3743787" y="2157758"/>
                  </a:lnTo>
                  <a:lnTo>
                    <a:pt x="3744642" y="2161034"/>
                  </a:lnTo>
                  <a:lnTo>
                    <a:pt x="3745498" y="2128204"/>
                  </a:lnTo>
                  <a:lnTo>
                    <a:pt x="3746353" y="2050962"/>
                  </a:lnTo>
                  <a:lnTo>
                    <a:pt x="3747209" y="2058796"/>
                  </a:lnTo>
                  <a:lnTo>
                    <a:pt x="3748064" y="2069081"/>
                  </a:lnTo>
                  <a:lnTo>
                    <a:pt x="3748920" y="2058117"/>
                  </a:lnTo>
                  <a:lnTo>
                    <a:pt x="3749775" y="1977987"/>
                  </a:lnTo>
                  <a:lnTo>
                    <a:pt x="3750631" y="1895095"/>
                  </a:lnTo>
                  <a:lnTo>
                    <a:pt x="3751486" y="1942908"/>
                  </a:lnTo>
                  <a:lnTo>
                    <a:pt x="3752342" y="1999424"/>
                  </a:lnTo>
                  <a:lnTo>
                    <a:pt x="3753197" y="1971088"/>
                  </a:lnTo>
                  <a:lnTo>
                    <a:pt x="3754053" y="1886105"/>
                  </a:lnTo>
                  <a:lnTo>
                    <a:pt x="3754908" y="1852218"/>
                  </a:lnTo>
                  <a:lnTo>
                    <a:pt x="3755764" y="1910517"/>
                  </a:lnTo>
                  <a:lnTo>
                    <a:pt x="3756619" y="1987781"/>
                  </a:lnTo>
                  <a:lnTo>
                    <a:pt x="3757475" y="1984114"/>
                  </a:lnTo>
                  <a:lnTo>
                    <a:pt x="3758331" y="2015420"/>
                  </a:lnTo>
                  <a:lnTo>
                    <a:pt x="3759186" y="2006101"/>
                  </a:lnTo>
                  <a:lnTo>
                    <a:pt x="3760042" y="1998730"/>
                  </a:lnTo>
                  <a:lnTo>
                    <a:pt x="3760897" y="1977081"/>
                  </a:lnTo>
                  <a:lnTo>
                    <a:pt x="3761753" y="1964111"/>
                  </a:lnTo>
                  <a:lnTo>
                    <a:pt x="3762608" y="1953881"/>
                  </a:lnTo>
                  <a:lnTo>
                    <a:pt x="3763464" y="1993750"/>
                  </a:lnTo>
                  <a:lnTo>
                    <a:pt x="3764319" y="2014079"/>
                  </a:lnTo>
                  <a:lnTo>
                    <a:pt x="3765175" y="2121329"/>
                  </a:lnTo>
                  <a:lnTo>
                    <a:pt x="3766030" y="2068272"/>
                  </a:lnTo>
                  <a:lnTo>
                    <a:pt x="3766886" y="2097100"/>
                  </a:lnTo>
                  <a:lnTo>
                    <a:pt x="3767741" y="2124725"/>
                  </a:lnTo>
                  <a:lnTo>
                    <a:pt x="3768597" y="2085084"/>
                  </a:lnTo>
                  <a:lnTo>
                    <a:pt x="3769452" y="2091739"/>
                  </a:lnTo>
                  <a:lnTo>
                    <a:pt x="3770308" y="2147794"/>
                  </a:lnTo>
                  <a:lnTo>
                    <a:pt x="3771163" y="2228718"/>
                  </a:lnTo>
                  <a:lnTo>
                    <a:pt x="3772019" y="2214455"/>
                  </a:lnTo>
                  <a:lnTo>
                    <a:pt x="3772874" y="2175064"/>
                  </a:lnTo>
                  <a:lnTo>
                    <a:pt x="3773730" y="2167228"/>
                  </a:lnTo>
                  <a:lnTo>
                    <a:pt x="3774586" y="2101471"/>
                  </a:lnTo>
                  <a:lnTo>
                    <a:pt x="3775441" y="2095992"/>
                  </a:lnTo>
                  <a:lnTo>
                    <a:pt x="3776297" y="2014100"/>
                  </a:lnTo>
                  <a:lnTo>
                    <a:pt x="3777152" y="1978238"/>
                  </a:lnTo>
                  <a:lnTo>
                    <a:pt x="3778008" y="1962069"/>
                  </a:lnTo>
                  <a:lnTo>
                    <a:pt x="3778863" y="1973112"/>
                  </a:lnTo>
                  <a:lnTo>
                    <a:pt x="3779719" y="1927192"/>
                  </a:lnTo>
                  <a:lnTo>
                    <a:pt x="3780574" y="1931643"/>
                  </a:lnTo>
                  <a:lnTo>
                    <a:pt x="3781430" y="1964292"/>
                  </a:lnTo>
                  <a:lnTo>
                    <a:pt x="3782285" y="1976611"/>
                  </a:lnTo>
                  <a:lnTo>
                    <a:pt x="3783141" y="1908578"/>
                  </a:lnTo>
                  <a:lnTo>
                    <a:pt x="3783996" y="1882375"/>
                  </a:lnTo>
                  <a:lnTo>
                    <a:pt x="3784852" y="1907049"/>
                  </a:lnTo>
                  <a:lnTo>
                    <a:pt x="3785707" y="1869160"/>
                  </a:lnTo>
                  <a:lnTo>
                    <a:pt x="3786563" y="1912370"/>
                  </a:lnTo>
                  <a:lnTo>
                    <a:pt x="3787418" y="1934161"/>
                  </a:lnTo>
                  <a:lnTo>
                    <a:pt x="3788274" y="1955567"/>
                  </a:lnTo>
                  <a:lnTo>
                    <a:pt x="3789129" y="1967426"/>
                  </a:lnTo>
                  <a:lnTo>
                    <a:pt x="3789985" y="1972332"/>
                  </a:lnTo>
                  <a:lnTo>
                    <a:pt x="3790841" y="1982575"/>
                  </a:lnTo>
                  <a:lnTo>
                    <a:pt x="3791696" y="1943881"/>
                  </a:lnTo>
                  <a:lnTo>
                    <a:pt x="3792552" y="1944712"/>
                  </a:lnTo>
                  <a:lnTo>
                    <a:pt x="3793407" y="1981082"/>
                  </a:lnTo>
                  <a:lnTo>
                    <a:pt x="3794263" y="2088334"/>
                  </a:lnTo>
                  <a:lnTo>
                    <a:pt x="3795118" y="2107429"/>
                  </a:lnTo>
                  <a:lnTo>
                    <a:pt x="3795974" y="2100776"/>
                  </a:lnTo>
                  <a:lnTo>
                    <a:pt x="3796829" y="2012492"/>
                  </a:lnTo>
                  <a:lnTo>
                    <a:pt x="3797685" y="2008953"/>
                  </a:lnTo>
                  <a:lnTo>
                    <a:pt x="3798540" y="2063891"/>
                  </a:lnTo>
                  <a:lnTo>
                    <a:pt x="3799396" y="2099651"/>
                  </a:lnTo>
                  <a:lnTo>
                    <a:pt x="3800251" y="2091978"/>
                  </a:lnTo>
                  <a:lnTo>
                    <a:pt x="3801107" y="2134881"/>
                  </a:lnTo>
                  <a:lnTo>
                    <a:pt x="3801962" y="2186493"/>
                  </a:lnTo>
                  <a:lnTo>
                    <a:pt x="3802818" y="2212496"/>
                  </a:lnTo>
                  <a:lnTo>
                    <a:pt x="3803673" y="2200223"/>
                  </a:lnTo>
                  <a:lnTo>
                    <a:pt x="3804529" y="2183609"/>
                  </a:lnTo>
                  <a:lnTo>
                    <a:pt x="3805384" y="2191434"/>
                  </a:lnTo>
                  <a:lnTo>
                    <a:pt x="3806240" y="2160522"/>
                  </a:lnTo>
                  <a:lnTo>
                    <a:pt x="3807096" y="2185625"/>
                  </a:lnTo>
                  <a:lnTo>
                    <a:pt x="3807951" y="2181060"/>
                  </a:lnTo>
                  <a:lnTo>
                    <a:pt x="3808807" y="2160998"/>
                  </a:lnTo>
                  <a:lnTo>
                    <a:pt x="3809662" y="2151168"/>
                  </a:lnTo>
                  <a:lnTo>
                    <a:pt x="3810518" y="2088001"/>
                  </a:lnTo>
                  <a:lnTo>
                    <a:pt x="3811373" y="1998058"/>
                  </a:lnTo>
                  <a:lnTo>
                    <a:pt x="3812229" y="1935244"/>
                  </a:lnTo>
                  <a:lnTo>
                    <a:pt x="3813084" y="1882041"/>
                  </a:lnTo>
                  <a:lnTo>
                    <a:pt x="3813940" y="1876024"/>
                  </a:lnTo>
                  <a:lnTo>
                    <a:pt x="3814795" y="1851740"/>
                  </a:lnTo>
                  <a:lnTo>
                    <a:pt x="3815651" y="1858380"/>
                  </a:lnTo>
                  <a:lnTo>
                    <a:pt x="3816506" y="1851613"/>
                  </a:lnTo>
                  <a:lnTo>
                    <a:pt x="3817362" y="1939025"/>
                  </a:lnTo>
                  <a:lnTo>
                    <a:pt x="3818217" y="1955826"/>
                  </a:lnTo>
                  <a:lnTo>
                    <a:pt x="3819073" y="1971056"/>
                  </a:lnTo>
                  <a:lnTo>
                    <a:pt x="3819928" y="1987162"/>
                  </a:lnTo>
                  <a:lnTo>
                    <a:pt x="3820784" y="1993235"/>
                  </a:lnTo>
                  <a:lnTo>
                    <a:pt x="3821640" y="2029091"/>
                  </a:lnTo>
                  <a:lnTo>
                    <a:pt x="3822495" y="2020666"/>
                  </a:lnTo>
                  <a:lnTo>
                    <a:pt x="3823351" y="2146349"/>
                  </a:lnTo>
                  <a:lnTo>
                    <a:pt x="3824206" y="2167777"/>
                  </a:lnTo>
                  <a:lnTo>
                    <a:pt x="3825062" y="2201780"/>
                  </a:lnTo>
                  <a:lnTo>
                    <a:pt x="3825917" y="2198425"/>
                  </a:lnTo>
                  <a:lnTo>
                    <a:pt x="3826773" y="2181808"/>
                  </a:lnTo>
                  <a:lnTo>
                    <a:pt x="3827628" y="2138967"/>
                  </a:lnTo>
                  <a:lnTo>
                    <a:pt x="3828484" y="2070319"/>
                  </a:lnTo>
                  <a:lnTo>
                    <a:pt x="3829339" y="2034767"/>
                  </a:lnTo>
                  <a:lnTo>
                    <a:pt x="3830195" y="1999511"/>
                  </a:lnTo>
                  <a:lnTo>
                    <a:pt x="3831050" y="1960789"/>
                  </a:lnTo>
                  <a:lnTo>
                    <a:pt x="3831906" y="2030713"/>
                  </a:lnTo>
                  <a:lnTo>
                    <a:pt x="3832761" y="2045960"/>
                  </a:lnTo>
                  <a:lnTo>
                    <a:pt x="3833617" y="2040101"/>
                  </a:lnTo>
                  <a:lnTo>
                    <a:pt x="3834472" y="1946654"/>
                  </a:lnTo>
                  <a:lnTo>
                    <a:pt x="3835328" y="1922988"/>
                  </a:lnTo>
                  <a:lnTo>
                    <a:pt x="3836183" y="1958540"/>
                  </a:lnTo>
                  <a:lnTo>
                    <a:pt x="3837039" y="1963031"/>
                  </a:lnTo>
                  <a:lnTo>
                    <a:pt x="3837895" y="1984668"/>
                  </a:lnTo>
                  <a:lnTo>
                    <a:pt x="3838750" y="2015628"/>
                  </a:lnTo>
                  <a:lnTo>
                    <a:pt x="3839606" y="1972367"/>
                  </a:lnTo>
                  <a:lnTo>
                    <a:pt x="3840461" y="1968742"/>
                  </a:lnTo>
                  <a:lnTo>
                    <a:pt x="3841317" y="1992340"/>
                  </a:lnTo>
                  <a:lnTo>
                    <a:pt x="3842172" y="2046673"/>
                  </a:lnTo>
                  <a:lnTo>
                    <a:pt x="3843028" y="2094233"/>
                  </a:lnTo>
                  <a:lnTo>
                    <a:pt x="3843883" y="1998794"/>
                  </a:lnTo>
                  <a:lnTo>
                    <a:pt x="3844739" y="1976292"/>
                  </a:lnTo>
                  <a:lnTo>
                    <a:pt x="3845594" y="2026524"/>
                  </a:lnTo>
                  <a:lnTo>
                    <a:pt x="3846450" y="2064405"/>
                  </a:lnTo>
                  <a:lnTo>
                    <a:pt x="3847305" y="2082040"/>
                  </a:lnTo>
                  <a:lnTo>
                    <a:pt x="3848161" y="2089025"/>
                  </a:lnTo>
                  <a:lnTo>
                    <a:pt x="3849016" y="2079892"/>
                  </a:lnTo>
                  <a:lnTo>
                    <a:pt x="3849872" y="2135109"/>
                  </a:lnTo>
                  <a:lnTo>
                    <a:pt x="3850727" y="2114332"/>
                  </a:lnTo>
                  <a:lnTo>
                    <a:pt x="3851583" y="2097384"/>
                  </a:lnTo>
                  <a:lnTo>
                    <a:pt x="3852438" y="2021874"/>
                  </a:lnTo>
                  <a:lnTo>
                    <a:pt x="3853294" y="2025734"/>
                  </a:lnTo>
                  <a:lnTo>
                    <a:pt x="3854150" y="2052600"/>
                  </a:lnTo>
                  <a:lnTo>
                    <a:pt x="3855005" y="2025919"/>
                  </a:lnTo>
                  <a:lnTo>
                    <a:pt x="3855861" y="2074883"/>
                  </a:lnTo>
                  <a:lnTo>
                    <a:pt x="3856716" y="2105055"/>
                  </a:lnTo>
                  <a:lnTo>
                    <a:pt x="3857572" y="2146824"/>
                  </a:lnTo>
                  <a:lnTo>
                    <a:pt x="3858427" y="2065923"/>
                  </a:lnTo>
                  <a:lnTo>
                    <a:pt x="3859283" y="1972545"/>
                  </a:lnTo>
                  <a:lnTo>
                    <a:pt x="3860138" y="1910956"/>
                  </a:lnTo>
                  <a:lnTo>
                    <a:pt x="3860994" y="1908445"/>
                  </a:lnTo>
                  <a:lnTo>
                    <a:pt x="3861849" y="1901020"/>
                  </a:lnTo>
                  <a:lnTo>
                    <a:pt x="3862705" y="1834290"/>
                  </a:lnTo>
                  <a:lnTo>
                    <a:pt x="3863560" y="1904535"/>
                  </a:lnTo>
                  <a:lnTo>
                    <a:pt x="3864416" y="1900090"/>
                  </a:lnTo>
                  <a:lnTo>
                    <a:pt x="3865271" y="1907865"/>
                  </a:lnTo>
                  <a:lnTo>
                    <a:pt x="3866127" y="1950927"/>
                  </a:lnTo>
                  <a:lnTo>
                    <a:pt x="3866982" y="2115687"/>
                  </a:lnTo>
                  <a:lnTo>
                    <a:pt x="3867838" y="2161743"/>
                  </a:lnTo>
                  <a:lnTo>
                    <a:pt x="3868694" y="2126687"/>
                  </a:lnTo>
                  <a:lnTo>
                    <a:pt x="3869549" y="2088600"/>
                  </a:lnTo>
                  <a:lnTo>
                    <a:pt x="3870405" y="2173389"/>
                  </a:lnTo>
                  <a:lnTo>
                    <a:pt x="3871260" y="2126688"/>
                  </a:lnTo>
                  <a:lnTo>
                    <a:pt x="3872116" y="2097832"/>
                  </a:lnTo>
                  <a:lnTo>
                    <a:pt x="3872971" y="2126604"/>
                  </a:lnTo>
                  <a:lnTo>
                    <a:pt x="3873827" y="2141825"/>
                  </a:lnTo>
                  <a:lnTo>
                    <a:pt x="3874682" y="2181565"/>
                  </a:lnTo>
                  <a:lnTo>
                    <a:pt x="3875538" y="2097269"/>
                  </a:lnTo>
                  <a:lnTo>
                    <a:pt x="3876393" y="1988743"/>
                  </a:lnTo>
                  <a:lnTo>
                    <a:pt x="3877249" y="2008463"/>
                  </a:lnTo>
                  <a:lnTo>
                    <a:pt x="3878104" y="1987526"/>
                  </a:lnTo>
                  <a:lnTo>
                    <a:pt x="3878960" y="1968890"/>
                  </a:lnTo>
                  <a:lnTo>
                    <a:pt x="3879815" y="1956462"/>
                  </a:lnTo>
                  <a:lnTo>
                    <a:pt x="3880671" y="2011538"/>
                  </a:lnTo>
                  <a:lnTo>
                    <a:pt x="3881526" y="1974932"/>
                  </a:lnTo>
                  <a:lnTo>
                    <a:pt x="3882382" y="1925066"/>
                  </a:lnTo>
                  <a:lnTo>
                    <a:pt x="3883237" y="1923955"/>
                  </a:lnTo>
                  <a:lnTo>
                    <a:pt x="3884093" y="1936261"/>
                  </a:lnTo>
                  <a:lnTo>
                    <a:pt x="3884949" y="1960332"/>
                  </a:lnTo>
                  <a:lnTo>
                    <a:pt x="3885804" y="2019028"/>
                  </a:lnTo>
                  <a:lnTo>
                    <a:pt x="3886660" y="2055558"/>
                  </a:lnTo>
                  <a:lnTo>
                    <a:pt x="3887515" y="2122903"/>
                  </a:lnTo>
                  <a:lnTo>
                    <a:pt x="3888371" y="2122551"/>
                  </a:lnTo>
                  <a:lnTo>
                    <a:pt x="3889226" y="2085342"/>
                  </a:lnTo>
                  <a:lnTo>
                    <a:pt x="3890082" y="2107262"/>
                  </a:lnTo>
                  <a:lnTo>
                    <a:pt x="3890937" y="2146365"/>
                  </a:lnTo>
                  <a:lnTo>
                    <a:pt x="3891793" y="2206575"/>
                  </a:lnTo>
                  <a:lnTo>
                    <a:pt x="3892648" y="2196183"/>
                  </a:lnTo>
                  <a:lnTo>
                    <a:pt x="3893504" y="2234732"/>
                  </a:lnTo>
                  <a:lnTo>
                    <a:pt x="3894359" y="2209043"/>
                  </a:lnTo>
                  <a:lnTo>
                    <a:pt x="3895215" y="2220987"/>
                  </a:lnTo>
                  <a:lnTo>
                    <a:pt x="3896070" y="2205469"/>
                  </a:lnTo>
                  <a:lnTo>
                    <a:pt x="3896926" y="2126874"/>
                  </a:lnTo>
                  <a:lnTo>
                    <a:pt x="3897781" y="2137617"/>
                  </a:lnTo>
                  <a:lnTo>
                    <a:pt x="3898637" y="2146861"/>
                  </a:lnTo>
                  <a:lnTo>
                    <a:pt x="3899492" y="2148342"/>
                  </a:lnTo>
                  <a:lnTo>
                    <a:pt x="3900348" y="2180797"/>
                  </a:lnTo>
                  <a:lnTo>
                    <a:pt x="3901204" y="2107708"/>
                  </a:lnTo>
                  <a:lnTo>
                    <a:pt x="3902059" y="2144804"/>
                  </a:lnTo>
                  <a:lnTo>
                    <a:pt x="3902915" y="2151110"/>
                  </a:lnTo>
                  <a:lnTo>
                    <a:pt x="3903770" y="2076018"/>
                  </a:lnTo>
                  <a:lnTo>
                    <a:pt x="3904626" y="2036475"/>
                  </a:lnTo>
                  <a:lnTo>
                    <a:pt x="3905481" y="2150392"/>
                  </a:lnTo>
                  <a:lnTo>
                    <a:pt x="3906337" y="2169964"/>
                  </a:lnTo>
                  <a:lnTo>
                    <a:pt x="3907192" y="2187389"/>
                  </a:lnTo>
                  <a:lnTo>
                    <a:pt x="3908048" y="2181107"/>
                  </a:lnTo>
                  <a:lnTo>
                    <a:pt x="3908903" y="2177316"/>
                  </a:lnTo>
                  <a:lnTo>
                    <a:pt x="3909759" y="2146284"/>
                  </a:lnTo>
                  <a:lnTo>
                    <a:pt x="3910614" y="2156028"/>
                  </a:lnTo>
                  <a:lnTo>
                    <a:pt x="3911470" y="2145208"/>
                  </a:lnTo>
                  <a:lnTo>
                    <a:pt x="3912325" y="2076308"/>
                  </a:lnTo>
                  <a:lnTo>
                    <a:pt x="3913181" y="2028721"/>
                  </a:lnTo>
                  <a:lnTo>
                    <a:pt x="3914036" y="1999355"/>
                  </a:lnTo>
                  <a:lnTo>
                    <a:pt x="3914892" y="2003050"/>
                  </a:lnTo>
                  <a:lnTo>
                    <a:pt x="3915748" y="1991950"/>
                  </a:lnTo>
                  <a:lnTo>
                    <a:pt x="3916603" y="2006382"/>
                  </a:lnTo>
                  <a:lnTo>
                    <a:pt x="3917459" y="2053566"/>
                  </a:lnTo>
                  <a:lnTo>
                    <a:pt x="3918314" y="2115310"/>
                  </a:lnTo>
                  <a:lnTo>
                    <a:pt x="3919170" y="2124061"/>
                  </a:lnTo>
                  <a:lnTo>
                    <a:pt x="3920025" y="2086371"/>
                  </a:lnTo>
                  <a:lnTo>
                    <a:pt x="3920881" y="2092371"/>
                  </a:lnTo>
                  <a:lnTo>
                    <a:pt x="3921736" y="2068560"/>
                  </a:lnTo>
                  <a:lnTo>
                    <a:pt x="3922592" y="2035670"/>
                  </a:lnTo>
                  <a:lnTo>
                    <a:pt x="3923447" y="1996836"/>
                  </a:lnTo>
                  <a:lnTo>
                    <a:pt x="3924303" y="2024915"/>
                  </a:lnTo>
                  <a:lnTo>
                    <a:pt x="3925158" y="1915731"/>
                  </a:lnTo>
                  <a:lnTo>
                    <a:pt x="3926014" y="1857643"/>
                  </a:lnTo>
                  <a:lnTo>
                    <a:pt x="3926869" y="1822245"/>
                  </a:lnTo>
                  <a:lnTo>
                    <a:pt x="3927725" y="1841338"/>
                  </a:lnTo>
                  <a:lnTo>
                    <a:pt x="3928580" y="1819976"/>
                  </a:lnTo>
                  <a:lnTo>
                    <a:pt x="3929436" y="1862759"/>
                  </a:lnTo>
                  <a:lnTo>
                    <a:pt x="3930291" y="1828719"/>
                  </a:lnTo>
                  <a:lnTo>
                    <a:pt x="3931147" y="1843724"/>
                  </a:lnTo>
                  <a:lnTo>
                    <a:pt x="3932003" y="1844083"/>
                  </a:lnTo>
                  <a:lnTo>
                    <a:pt x="3932858" y="1900033"/>
                  </a:lnTo>
                  <a:lnTo>
                    <a:pt x="3933714" y="1970546"/>
                  </a:lnTo>
                  <a:lnTo>
                    <a:pt x="3934569" y="1918380"/>
                  </a:lnTo>
                  <a:lnTo>
                    <a:pt x="3935425" y="1904226"/>
                  </a:lnTo>
                  <a:lnTo>
                    <a:pt x="3936280" y="1934323"/>
                  </a:lnTo>
                  <a:lnTo>
                    <a:pt x="3937136" y="2087137"/>
                  </a:lnTo>
                  <a:lnTo>
                    <a:pt x="3937991" y="2132420"/>
                  </a:lnTo>
                  <a:lnTo>
                    <a:pt x="3938847" y="2144108"/>
                  </a:lnTo>
                  <a:lnTo>
                    <a:pt x="3939702" y="2156486"/>
                  </a:lnTo>
                  <a:lnTo>
                    <a:pt x="3940558" y="2137950"/>
                  </a:lnTo>
                  <a:lnTo>
                    <a:pt x="3941413" y="2109082"/>
                  </a:lnTo>
                  <a:lnTo>
                    <a:pt x="3942269" y="2073319"/>
                  </a:lnTo>
                  <a:lnTo>
                    <a:pt x="3943124" y="2100219"/>
                  </a:lnTo>
                  <a:lnTo>
                    <a:pt x="3943980" y="2140062"/>
                  </a:lnTo>
                  <a:lnTo>
                    <a:pt x="3944835" y="2148044"/>
                  </a:lnTo>
                  <a:lnTo>
                    <a:pt x="3945691" y="2094699"/>
                  </a:lnTo>
                  <a:lnTo>
                    <a:pt x="3946546" y="2032620"/>
                  </a:lnTo>
                  <a:lnTo>
                    <a:pt x="3947402" y="2079177"/>
                  </a:lnTo>
                  <a:lnTo>
                    <a:pt x="3948258" y="2101469"/>
                  </a:lnTo>
                  <a:lnTo>
                    <a:pt x="3949113" y="2119077"/>
                  </a:lnTo>
                  <a:lnTo>
                    <a:pt x="3949969" y="2135633"/>
                  </a:lnTo>
                  <a:lnTo>
                    <a:pt x="3950824" y="2088808"/>
                  </a:lnTo>
                  <a:lnTo>
                    <a:pt x="3951680" y="2039053"/>
                  </a:lnTo>
                  <a:lnTo>
                    <a:pt x="3952535" y="1956488"/>
                  </a:lnTo>
                  <a:lnTo>
                    <a:pt x="3953391" y="1959463"/>
                  </a:lnTo>
                  <a:lnTo>
                    <a:pt x="3954246" y="1952276"/>
                  </a:lnTo>
                  <a:lnTo>
                    <a:pt x="3955102" y="1949265"/>
                  </a:lnTo>
                  <a:lnTo>
                    <a:pt x="3955957" y="2037235"/>
                  </a:lnTo>
                  <a:lnTo>
                    <a:pt x="3956813" y="2054748"/>
                  </a:lnTo>
                  <a:lnTo>
                    <a:pt x="3957668" y="1964825"/>
                  </a:lnTo>
                  <a:lnTo>
                    <a:pt x="3958524" y="1958197"/>
                  </a:lnTo>
                  <a:lnTo>
                    <a:pt x="3959379" y="2025572"/>
                  </a:lnTo>
                  <a:lnTo>
                    <a:pt x="3960235" y="2006292"/>
                  </a:lnTo>
                  <a:lnTo>
                    <a:pt x="3961090" y="2113920"/>
                  </a:lnTo>
                  <a:lnTo>
                    <a:pt x="3961946" y="2161393"/>
                  </a:lnTo>
                  <a:lnTo>
                    <a:pt x="3962802" y="2179904"/>
                  </a:lnTo>
                  <a:lnTo>
                    <a:pt x="3963657" y="2178552"/>
                  </a:lnTo>
                  <a:lnTo>
                    <a:pt x="3964513" y="2185197"/>
                  </a:lnTo>
                  <a:lnTo>
                    <a:pt x="3965368" y="2145688"/>
                  </a:lnTo>
                  <a:lnTo>
                    <a:pt x="3966224" y="2067995"/>
                  </a:lnTo>
                  <a:lnTo>
                    <a:pt x="3967079" y="2058434"/>
                  </a:lnTo>
                  <a:lnTo>
                    <a:pt x="3967935" y="2068739"/>
                  </a:lnTo>
                  <a:lnTo>
                    <a:pt x="3968790" y="2102535"/>
                  </a:lnTo>
                  <a:lnTo>
                    <a:pt x="3969646" y="2172040"/>
                  </a:lnTo>
                  <a:lnTo>
                    <a:pt x="3970501" y="2183859"/>
                  </a:lnTo>
                  <a:lnTo>
                    <a:pt x="3971357" y="2174428"/>
                  </a:lnTo>
                  <a:lnTo>
                    <a:pt x="3972212" y="2177932"/>
                  </a:lnTo>
                  <a:lnTo>
                    <a:pt x="3973068" y="2161151"/>
                  </a:lnTo>
                  <a:lnTo>
                    <a:pt x="3973923" y="2087308"/>
                  </a:lnTo>
                  <a:lnTo>
                    <a:pt x="3974779" y="1984286"/>
                  </a:lnTo>
                  <a:lnTo>
                    <a:pt x="3975634" y="1951325"/>
                  </a:lnTo>
                  <a:lnTo>
                    <a:pt x="3976490" y="1960477"/>
                  </a:lnTo>
                  <a:lnTo>
                    <a:pt x="3977345" y="1917443"/>
                  </a:lnTo>
                  <a:lnTo>
                    <a:pt x="3978201" y="1927978"/>
                  </a:lnTo>
                  <a:lnTo>
                    <a:pt x="3979057" y="1891774"/>
                  </a:lnTo>
                  <a:lnTo>
                    <a:pt x="3979912" y="1895552"/>
                  </a:lnTo>
                  <a:lnTo>
                    <a:pt x="3980768" y="1903305"/>
                  </a:lnTo>
                  <a:lnTo>
                    <a:pt x="3981623" y="1959884"/>
                  </a:lnTo>
                  <a:lnTo>
                    <a:pt x="3982479" y="1900748"/>
                  </a:lnTo>
                  <a:lnTo>
                    <a:pt x="3983334" y="1857137"/>
                  </a:lnTo>
                  <a:lnTo>
                    <a:pt x="3984190" y="1856405"/>
                  </a:lnTo>
                  <a:lnTo>
                    <a:pt x="3985045" y="1894811"/>
                  </a:lnTo>
                  <a:lnTo>
                    <a:pt x="3985901" y="1869382"/>
                  </a:lnTo>
                  <a:lnTo>
                    <a:pt x="3986756" y="1859173"/>
                  </a:lnTo>
                  <a:lnTo>
                    <a:pt x="3987612" y="1900874"/>
                  </a:lnTo>
                  <a:lnTo>
                    <a:pt x="3988467" y="1923564"/>
                  </a:lnTo>
                  <a:lnTo>
                    <a:pt x="3989323" y="2049151"/>
                  </a:lnTo>
                  <a:lnTo>
                    <a:pt x="3990178" y="2104218"/>
                  </a:lnTo>
                  <a:lnTo>
                    <a:pt x="3991034" y="2124978"/>
                  </a:lnTo>
                  <a:lnTo>
                    <a:pt x="3991889" y="2111117"/>
                  </a:lnTo>
                  <a:lnTo>
                    <a:pt x="3992745" y="2134771"/>
                  </a:lnTo>
                  <a:lnTo>
                    <a:pt x="3993600" y="2141423"/>
                  </a:lnTo>
                  <a:lnTo>
                    <a:pt x="3994456" y="2130009"/>
                  </a:lnTo>
                  <a:lnTo>
                    <a:pt x="3995312" y="2145665"/>
                  </a:lnTo>
                  <a:lnTo>
                    <a:pt x="3996167" y="2133061"/>
                  </a:lnTo>
                  <a:lnTo>
                    <a:pt x="3997023" y="2225579"/>
                  </a:lnTo>
                  <a:lnTo>
                    <a:pt x="3997878" y="2246010"/>
                  </a:lnTo>
                  <a:lnTo>
                    <a:pt x="3998734" y="2235117"/>
                  </a:lnTo>
                  <a:lnTo>
                    <a:pt x="3999589" y="2251754"/>
                  </a:lnTo>
                  <a:lnTo>
                    <a:pt x="4000445" y="2229794"/>
                  </a:lnTo>
                  <a:lnTo>
                    <a:pt x="4001300" y="2263102"/>
                  </a:lnTo>
                  <a:lnTo>
                    <a:pt x="4002156" y="2261933"/>
                  </a:lnTo>
                  <a:lnTo>
                    <a:pt x="4003011" y="2251844"/>
                  </a:lnTo>
                  <a:lnTo>
                    <a:pt x="4003867" y="2278200"/>
                  </a:lnTo>
                  <a:lnTo>
                    <a:pt x="4004722" y="2278200"/>
                  </a:lnTo>
                  <a:lnTo>
                    <a:pt x="4005578" y="2276028"/>
                  </a:lnTo>
                  <a:lnTo>
                    <a:pt x="4006433" y="2278200"/>
                  </a:lnTo>
                  <a:lnTo>
                    <a:pt x="4007289" y="2274980"/>
                  </a:lnTo>
                  <a:lnTo>
                    <a:pt x="4008144" y="2278200"/>
                  </a:lnTo>
                  <a:lnTo>
                    <a:pt x="4009000" y="2278200"/>
                  </a:lnTo>
                  <a:lnTo>
                    <a:pt x="4009855" y="2268002"/>
                  </a:lnTo>
                  <a:lnTo>
                    <a:pt x="4010711" y="2277839"/>
                  </a:lnTo>
                  <a:lnTo>
                    <a:pt x="4011567" y="2258160"/>
                  </a:lnTo>
                  <a:lnTo>
                    <a:pt x="4012422" y="2272405"/>
                  </a:lnTo>
                  <a:lnTo>
                    <a:pt x="4013278" y="2271139"/>
                  </a:lnTo>
                  <a:lnTo>
                    <a:pt x="4014133" y="2252941"/>
                  </a:lnTo>
                  <a:lnTo>
                    <a:pt x="4014989" y="2255642"/>
                  </a:lnTo>
                  <a:lnTo>
                    <a:pt x="4015844" y="2240878"/>
                  </a:lnTo>
                  <a:lnTo>
                    <a:pt x="4016700" y="2269147"/>
                  </a:lnTo>
                  <a:lnTo>
                    <a:pt x="4017555" y="2278200"/>
                  </a:lnTo>
                  <a:lnTo>
                    <a:pt x="4018411" y="2267387"/>
                  </a:lnTo>
                  <a:lnTo>
                    <a:pt x="4019266" y="2259108"/>
                  </a:lnTo>
                  <a:lnTo>
                    <a:pt x="4020122" y="2217692"/>
                  </a:lnTo>
                  <a:lnTo>
                    <a:pt x="4020977" y="2221082"/>
                  </a:lnTo>
                  <a:lnTo>
                    <a:pt x="4021833" y="2220397"/>
                  </a:lnTo>
                  <a:lnTo>
                    <a:pt x="4022688" y="2184692"/>
                  </a:lnTo>
                  <a:lnTo>
                    <a:pt x="4023544" y="2159724"/>
                  </a:lnTo>
                  <a:lnTo>
                    <a:pt x="4024399" y="2132126"/>
                  </a:lnTo>
                  <a:lnTo>
                    <a:pt x="4025255" y="2054160"/>
                  </a:lnTo>
                  <a:lnTo>
                    <a:pt x="4026111" y="1986099"/>
                  </a:lnTo>
                  <a:lnTo>
                    <a:pt x="4026966" y="2000420"/>
                  </a:lnTo>
                  <a:lnTo>
                    <a:pt x="4027822" y="2052138"/>
                  </a:lnTo>
                  <a:lnTo>
                    <a:pt x="4028677" y="2067828"/>
                  </a:lnTo>
                  <a:lnTo>
                    <a:pt x="4029533" y="2054167"/>
                  </a:lnTo>
                  <a:lnTo>
                    <a:pt x="4030388" y="2082042"/>
                  </a:lnTo>
                  <a:lnTo>
                    <a:pt x="4031244" y="2074048"/>
                  </a:lnTo>
                  <a:lnTo>
                    <a:pt x="4032099" y="2001025"/>
                  </a:lnTo>
                  <a:lnTo>
                    <a:pt x="4032955" y="1960470"/>
                  </a:lnTo>
                  <a:lnTo>
                    <a:pt x="4033810" y="1962512"/>
                  </a:lnTo>
                  <a:lnTo>
                    <a:pt x="4034666" y="1954432"/>
                  </a:lnTo>
                  <a:lnTo>
                    <a:pt x="4035521" y="1927253"/>
                  </a:lnTo>
                  <a:lnTo>
                    <a:pt x="4036377" y="1916760"/>
                  </a:lnTo>
                  <a:lnTo>
                    <a:pt x="4037232" y="1898921"/>
                  </a:lnTo>
                  <a:lnTo>
                    <a:pt x="4038088" y="1890862"/>
                  </a:lnTo>
                  <a:lnTo>
                    <a:pt x="4038943" y="1967225"/>
                  </a:lnTo>
                  <a:lnTo>
                    <a:pt x="4039799" y="1962510"/>
                  </a:lnTo>
                  <a:lnTo>
                    <a:pt x="4040654" y="1943289"/>
                  </a:lnTo>
                  <a:lnTo>
                    <a:pt x="4041510" y="1949275"/>
                  </a:lnTo>
                  <a:lnTo>
                    <a:pt x="4042366" y="2000763"/>
                  </a:lnTo>
                  <a:lnTo>
                    <a:pt x="4043221" y="2014810"/>
                  </a:lnTo>
                  <a:lnTo>
                    <a:pt x="4044077" y="1971608"/>
                  </a:lnTo>
                  <a:lnTo>
                    <a:pt x="4044932" y="1938905"/>
                  </a:lnTo>
                  <a:lnTo>
                    <a:pt x="4045788" y="1980026"/>
                  </a:lnTo>
                  <a:lnTo>
                    <a:pt x="4046643" y="2073559"/>
                  </a:lnTo>
                  <a:lnTo>
                    <a:pt x="4047499" y="1994459"/>
                  </a:lnTo>
                  <a:lnTo>
                    <a:pt x="4048354" y="2027429"/>
                  </a:lnTo>
                  <a:lnTo>
                    <a:pt x="4049210" y="2086842"/>
                  </a:lnTo>
                  <a:lnTo>
                    <a:pt x="4050065" y="2133286"/>
                  </a:lnTo>
                  <a:lnTo>
                    <a:pt x="4050921" y="2122031"/>
                  </a:lnTo>
                  <a:lnTo>
                    <a:pt x="4051776" y="2106018"/>
                  </a:lnTo>
                  <a:lnTo>
                    <a:pt x="4052632" y="2140207"/>
                  </a:lnTo>
                  <a:lnTo>
                    <a:pt x="4053487" y="2138469"/>
                  </a:lnTo>
                  <a:lnTo>
                    <a:pt x="4054343" y="2152630"/>
                  </a:lnTo>
                  <a:lnTo>
                    <a:pt x="4055198" y="2121952"/>
                  </a:lnTo>
                  <a:lnTo>
                    <a:pt x="4056054" y="2171529"/>
                  </a:lnTo>
                  <a:lnTo>
                    <a:pt x="4056909" y="2193300"/>
                  </a:lnTo>
                  <a:lnTo>
                    <a:pt x="4057765" y="2192481"/>
                  </a:lnTo>
                  <a:lnTo>
                    <a:pt x="4058621" y="2121339"/>
                  </a:lnTo>
                  <a:lnTo>
                    <a:pt x="4059476" y="2136494"/>
                  </a:lnTo>
                  <a:lnTo>
                    <a:pt x="4060332" y="2141776"/>
                  </a:lnTo>
                  <a:lnTo>
                    <a:pt x="4061187" y="2124762"/>
                  </a:lnTo>
                  <a:lnTo>
                    <a:pt x="4062043" y="2120364"/>
                  </a:lnTo>
                  <a:lnTo>
                    <a:pt x="4062898" y="2048251"/>
                  </a:lnTo>
                  <a:lnTo>
                    <a:pt x="4063754" y="2032247"/>
                  </a:lnTo>
                  <a:lnTo>
                    <a:pt x="4064609" y="2132522"/>
                  </a:lnTo>
                  <a:lnTo>
                    <a:pt x="4065465" y="2149578"/>
                  </a:lnTo>
                  <a:lnTo>
                    <a:pt x="4066320" y="2158667"/>
                  </a:lnTo>
                  <a:lnTo>
                    <a:pt x="4067176" y="2168436"/>
                  </a:lnTo>
                  <a:lnTo>
                    <a:pt x="4068031" y="2191289"/>
                  </a:lnTo>
                  <a:lnTo>
                    <a:pt x="4068887" y="2144793"/>
                  </a:lnTo>
                  <a:lnTo>
                    <a:pt x="4069742" y="2117755"/>
                  </a:lnTo>
                  <a:lnTo>
                    <a:pt x="4070598" y="2116153"/>
                  </a:lnTo>
                  <a:lnTo>
                    <a:pt x="4071453" y="2111264"/>
                  </a:lnTo>
                  <a:lnTo>
                    <a:pt x="4072309" y="2107637"/>
                  </a:lnTo>
                  <a:lnTo>
                    <a:pt x="4073165" y="2083269"/>
                  </a:lnTo>
                  <a:lnTo>
                    <a:pt x="4074020" y="1998038"/>
                  </a:lnTo>
                  <a:lnTo>
                    <a:pt x="4074876" y="1937274"/>
                  </a:lnTo>
                  <a:lnTo>
                    <a:pt x="4075731" y="1958869"/>
                  </a:lnTo>
                  <a:lnTo>
                    <a:pt x="4076587" y="1923014"/>
                  </a:lnTo>
                  <a:lnTo>
                    <a:pt x="4077442" y="1872244"/>
                  </a:lnTo>
                  <a:lnTo>
                    <a:pt x="4078298" y="1888401"/>
                  </a:lnTo>
                  <a:lnTo>
                    <a:pt x="4079153" y="1947578"/>
                  </a:lnTo>
                  <a:lnTo>
                    <a:pt x="4080009" y="2035945"/>
                  </a:lnTo>
                  <a:lnTo>
                    <a:pt x="4080864" y="2017699"/>
                  </a:lnTo>
                  <a:lnTo>
                    <a:pt x="4081720" y="1929011"/>
                  </a:lnTo>
                  <a:lnTo>
                    <a:pt x="4082575" y="1884144"/>
                  </a:lnTo>
                  <a:lnTo>
                    <a:pt x="4083431" y="1878333"/>
                  </a:lnTo>
                  <a:lnTo>
                    <a:pt x="4084286" y="1915829"/>
                  </a:lnTo>
                  <a:lnTo>
                    <a:pt x="4085142" y="1862033"/>
                  </a:lnTo>
                  <a:lnTo>
                    <a:pt x="4085997" y="1878809"/>
                  </a:lnTo>
                  <a:lnTo>
                    <a:pt x="4086853" y="1938191"/>
                  </a:lnTo>
                  <a:lnTo>
                    <a:pt x="4087708" y="1914318"/>
                  </a:lnTo>
                  <a:lnTo>
                    <a:pt x="4088564" y="1893746"/>
                  </a:lnTo>
                  <a:lnTo>
                    <a:pt x="4089420" y="1873140"/>
                  </a:lnTo>
                  <a:lnTo>
                    <a:pt x="4090275" y="1887791"/>
                  </a:lnTo>
                  <a:lnTo>
                    <a:pt x="4091131" y="1967923"/>
                  </a:lnTo>
                  <a:lnTo>
                    <a:pt x="4091986" y="2016310"/>
                  </a:lnTo>
                  <a:lnTo>
                    <a:pt x="4092842" y="2064401"/>
                  </a:lnTo>
                  <a:lnTo>
                    <a:pt x="4093697" y="2077677"/>
                  </a:lnTo>
                  <a:lnTo>
                    <a:pt x="4094553" y="2120187"/>
                  </a:lnTo>
                  <a:lnTo>
                    <a:pt x="4095408" y="2090707"/>
                  </a:lnTo>
                  <a:lnTo>
                    <a:pt x="4096264" y="2114123"/>
                  </a:lnTo>
                  <a:lnTo>
                    <a:pt x="4097119" y="2008426"/>
                  </a:lnTo>
                  <a:lnTo>
                    <a:pt x="4097975" y="1973247"/>
                  </a:lnTo>
                  <a:lnTo>
                    <a:pt x="4098830" y="1999456"/>
                  </a:lnTo>
                  <a:lnTo>
                    <a:pt x="4099686" y="1987442"/>
                  </a:lnTo>
                  <a:lnTo>
                    <a:pt x="4100541" y="1944904"/>
                  </a:lnTo>
                  <a:lnTo>
                    <a:pt x="4101397" y="1952504"/>
                  </a:lnTo>
                  <a:lnTo>
                    <a:pt x="4102252" y="1985699"/>
                  </a:lnTo>
                  <a:lnTo>
                    <a:pt x="4103108" y="2019220"/>
                  </a:lnTo>
                  <a:lnTo>
                    <a:pt x="4103963" y="2057814"/>
                  </a:lnTo>
                  <a:lnTo>
                    <a:pt x="4104819" y="2084000"/>
                  </a:lnTo>
                  <a:lnTo>
                    <a:pt x="4105675" y="2062325"/>
                  </a:lnTo>
                  <a:lnTo>
                    <a:pt x="4106530" y="2033241"/>
                  </a:lnTo>
                  <a:lnTo>
                    <a:pt x="4107386" y="2054389"/>
                  </a:lnTo>
                  <a:lnTo>
                    <a:pt x="4108241" y="2013372"/>
                  </a:lnTo>
                  <a:lnTo>
                    <a:pt x="4109097" y="1913303"/>
                  </a:lnTo>
                  <a:lnTo>
                    <a:pt x="4109952" y="1848054"/>
                  </a:lnTo>
                  <a:lnTo>
                    <a:pt x="4110808" y="1842522"/>
                  </a:lnTo>
                  <a:lnTo>
                    <a:pt x="4111663" y="1855881"/>
                  </a:lnTo>
                  <a:lnTo>
                    <a:pt x="4112519" y="1937147"/>
                  </a:lnTo>
                  <a:lnTo>
                    <a:pt x="4113374" y="1943444"/>
                  </a:lnTo>
                  <a:lnTo>
                    <a:pt x="4114230" y="1853839"/>
                  </a:lnTo>
                  <a:lnTo>
                    <a:pt x="4115085" y="1838108"/>
                  </a:lnTo>
                  <a:lnTo>
                    <a:pt x="4115941" y="1856873"/>
                  </a:lnTo>
                  <a:lnTo>
                    <a:pt x="4116796" y="1889495"/>
                  </a:lnTo>
                  <a:lnTo>
                    <a:pt x="4117652" y="1941934"/>
                  </a:lnTo>
                  <a:lnTo>
                    <a:pt x="4118507" y="1983722"/>
                  </a:lnTo>
                  <a:lnTo>
                    <a:pt x="4119363" y="2054913"/>
                  </a:lnTo>
                  <a:lnTo>
                    <a:pt x="4120219" y="2079148"/>
                  </a:lnTo>
                  <a:lnTo>
                    <a:pt x="4121074" y="2082656"/>
                  </a:lnTo>
                  <a:lnTo>
                    <a:pt x="4121930" y="2096482"/>
                  </a:lnTo>
                  <a:lnTo>
                    <a:pt x="4122785" y="2090274"/>
                  </a:lnTo>
                  <a:lnTo>
                    <a:pt x="4123641" y="2072795"/>
                  </a:lnTo>
                  <a:lnTo>
                    <a:pt x="4124496" y="2134728"/>
                  </a:lnTo>
                  <a:lnTo>
                    <a:pt x="4125352" y="2124355"/>
                  </a:lnTo>
                  <a:lnTo>
                    <a:pt x="4126207" y="2074453"/>
                  </a:lnTo>
                  <a:lnTo>
                    <a:pt x="4127063" y="2070514"/>
                  </a:lnTo>
                  <a:lnTo>
                    <a:pt x="4127918" y="2056072"/>
                  </a:lnTo>
                  <a:lnTo>
                    <a:pt x="4128774" y="2099024"/>
                  </a:lnTo>
                  <a:lnTo>
                    <a:pt x="4129629" y="2079325"/>
                  </a:lnTo>
                  <a:lnTo>
                    <a:pt x="4130485" y="2023593"/>
                  </a:lnTo>
                  <a:lnTo>
                    <a:pt x="4131340" y="2059039"/>
                  </a:lnTo>
                  <a:lnTo>
                    <a:pt x="4132196" y="2031258"/>
                  </a:lnTo>
                  <a:lnTo>
                    <a:pt x="4133051" y="2016783"/>
                  </a:lnTo>
                  <a:lnTo>
                    <a:pt x="4133907" y="1988231"/>
                  </a:lnTo>
                  <a:lnTo>
                    <a:pt x="4134762" y="1934690"/>
                  </a:lnTo>
                  <a:lnTo>
                    <a:pt x="4135618" y="1953647"/>
                  </a:lnTo>
                  <a:lnTo>
                    <a:pt x="4136474" y="2049333"/>
                  </a:lnTo>
                  <a:lnTo>
                    <a:pt x="4137329" y="2058863"/>
                  </a:lnTo>
                  <a:lnTo>
                    <a:pt x="4138185" y="2079641"/>
                  </a:lnTo>
                  <a:lnTo>
                    <a:pt x="4139040" y="2037335"/>
                  </a:lnTo>
                  <a:lnTo>
                    <a:pt x="4139896" y="2090516"/>
                  </a:lnTo>
                  <a:lnTo>
                    <a:pt x="4140751" y="2107081"/>
                  </a:lnTo>
                  <a:lnTo>
                    <a:pt x="4141607" y="2102811"/>
                  </a:lnTo>
                  <a:lnTo>
                    <a:pt x="4142462" y="2042833"/>
                  </a:lnTo>
                  <a:lnTo>
                    <a:pt x="4143318" y="2013828"/>
                  </a:lnTo>
                  <a:lnTo>
                    <a:pt x="4144173" y="2034695"/>
                  </a:lnTo>
                  <a:lnTo>
                    <a:pt x="4145029" y="2031659"/>
                  </a:lnTo>
                  <a:lnTo>
                    <a:pt x="4145884" y="1997078"/>
                  </a:lnTo>
                  <a:lnTo>
                    <a:pt x="4146740" y="1967357"/>
                  </a:lnTo>
                  <a:lnTo>
                    <a:pt x="4147595" y="1963154"/>
                  </a:lnTo>
                  <a:lnTo>
                    <a:pt x="4148451" y="1986543"/>
                  </a:lnTo>
                  <a:lnTo>
                    <a:pt x="4149306" y="1939413"/>
                  </a:lnTo>
                  <a:lnTo>
                    <a:pt x="4150162" y="1896335"/>
                  </a:lnTo>
                  <a:lnTo>
                    <a:pt x="4151017" y="1881018"/>
                  </a:lnTo>
                  <a:lnTo>
                    <a:pt x="4151873" y="1894711"/>
                  </a:lnTo>
                  <a:lnTo>
                    <a:pt x="4152729" y="1919082"/>
                  </a:lnTo>
                  <a:lnTo>
                    <a:pt x="4153584" y="1970167"/>
                  </a:lnTo>
                  <a:lnTo>
                    <a:pt x="4154440" y="1976998"/>
                  </a:lnTo>
                  <a:lnTo>
                    <a:pt x="4155295" y="1974119"/>
                  </a:lnTo>
                  <a:lnTo>
                    <a:pt x="4156151" y="1955559"/>
                  </a:lnTo>
                  <a:lnTo>
                    <a:pt x="4157006" y="1974404"/>
                  </a:lnTo>
                  <a:lnTo>
                    <a:pt x="4157862" y="1995830"/>
                  </a:lnTo>
                  <a:lnTo>
                    <a:pt x="4158717" y="1998012"/>
                  </a:lnTo>
                  <a:lnTo>
                    <a:pt x="4159573" y="1999042"/>
                  </a:lnTo>
                  <a:lnTo>
                    <a:pt x="4160428" y="1963194"/>
                  </a:lnTo>
                  <a:lnTo>
                    <a:pt x="4161284" y="1983182"/>
                  </a:lnTo>
                  <a:lnTo>
                    <a:pt x="4162139" y="1950972"/>
                  </a:lnTo>
                  <a:lnTo>
                    <a:pt x="4162995" y="1970543"/>
                  </a:lnTo>
                  <a:lnTo>
                    <a:pt x="4163850" y="1995620"/>
                  </a:lnTo>
                  <a:lnTo>
                    <a:pt x="4164706" y="1975655"/>
                  </a:lnTo>
                  <a:lnTo>
                    <a:pt x="4165561" y="2002107"/>
                  </a:lnTo>
                  <a:lnTo>
                    <a:pt x="4166417" y="2031715"/>
                  </a:lnTo>
                  <a:lnTo>
                    <a:pt x="4167273" y="2089551"/>
                  </a:lnTo>
                  <a:lnTo>
                    <a:pt x="4168128" y="2134318"/>
                  </a:lnTo>
                  <a:lnTo>
                    <a:pt x="4168984" y="2147806"/>
                  </a:lnTo>
                  <a:lnTo>
                    <a:pt x="4169839" y="2112092"/>
                  </a:lnTo>
                  <a:lnTo>
                    <a:pt x="4170695" y="2119450"/>
                  </a:lnTo>
                  <a:lnTo>
                    <a:pt x="4171550" y="2112359"/>
                  </a:lnTo>
                  <a:lnTo>
                    <a:pt x="4172406" y="2124147"/>
                  </a:lnTo>
                  <a:lnTo>
                    <a:pt x="4173261" y="2157651"/>
                  </a:lnTo>
                  <a:lnTo>
                    <a:pt x="4174117" y="2158131"/>
                  </a:lnTo>
                  <a:lnTo>
                    <a:pt x="4174972" y="2202223"/>
                  </a:lnTo>
                  <a:lnTo>
                    <a:pt x="4175828" y="2190738"/>
                  </a:lnTo>
                  <a:lnTo>
                    <a:pt x="4176683" y="2156823"/>
                  </a:lnTo>
                  <a:lnTo>
                    <a:pt x="4177539" y="2113037"/>
                  </a:lnTo>
                  <a:lnTo>
                    <a:pt x="4178394" y="2108444"/>
                  </a:lnTo>
                  <a:lnTo>
                    <a:pt x="4179250" y="2080562"/>
                  </a:lnTo>
                  <a:lnTo>
                    <a:pt x="4180105" y="2126007"/>
                  </a:lnTo>
                  <a:lnTo>
                    <a:pt x="4180961" y="2132298"/>
                  </a:lnTo>
                  <a:lnTo>
                    <a:pt x="4181816" y="2089874"/>
                  </a:lnTo>
                  <a:lnTo>
                    <a:pt x="4182672" y="2099259"/>
                  </a:lnTo>
                  <a:lnTo>
                    <a:pt x="4183528" y="2070718"/>
                  </a:lnTo>
                  <a:lnTo>
                    <a:pt x="4184383" y="2008779"/>
                  </a:lnTo>
                  <a:lnTo>
                    <a:pt x="4185239" y="2024594"/>
                  </a:lnTo>
                  <a:lnTo>
                    <a:pt x="4186094" y="2001082"/>
                  </a:lnTo>
                  <a:lnTo>
                    <a:pt x="4186950" y="2054217"/>
                  </a:lnTo>
                  <a:lnTo>
                    <a:pt x="4187805" y="2027501"/>
                  </a:lnTo>
                  <a:lnTo>
                    <a:pt x="4188661" y="2010101"/>
                  </a:lnTo>
                  <a:lnTo>
                    <a:pt x="4189516" y="1995159"/>
                  </a:lnTo>
                  <a:lnTo>
                    <a:pt x="4190372" y="1936264"/>
                  </a:lnTo>
                  <a:lnTo>
                    <a:pt x="4191227" y="1960162"/>
                  </a:lnTo>
                  <a:lnTo>
                    <a:pt x="4192083" y="1921043"/>
                  </a:lnTo>
                  <a:lnTo>
                    <a:pt x="4192938" y="1935301"/>
                  </a:lnTo>
                  <a:lnTo>
                    <a:pt x="4193794" y="1976261"/>
                  </a:lnTo>
                  <a:lnTo>
                    <a:pt x="4194649" y="1919135"/>
                  </a:lnTo>
                  <a:lnTo>
                    <a:pt x="4195505" y="1866161"/>
                  </a:lnTo>
                  <a:lnTo>
                    <a:pt x="4196360" y="1859605"/>
                  </a:lnTo>
                  <a:lnTo>
                    <a:pt x="4197216" y="1858738"/>
                  </a:lnTo>
                  <a:lnTo>
                    <a:pt x="4198071" y="1875851"/>
                  </a:lnTo>
                  <a:lnTo>
                    <a:pt x="4198927" y="1882144"/>
                  </a:lnTo>
                  <a:lnTo>
                    <a:pt x="4199783" y="1908585"/>
                  </a:lnTo>
                  <a:lnTo>
                    <a:pt x="4200638" y="1954063"/>
                  </a:lnTo>
                  <a:lnTo>
                    <a:pt x="4201494" y="1993463"/>
                  </a:lnTo>
                  <a:lnTo>
                    <a:pt x="4202349" y="1993766"/>
                  </a:lnTo>
                  <a:lnTo>
                    <a:pt x="4203205" y="1982068"/>
                  </a:lnTo>
                  <a:lnTo>
                    <a:pt x="4204060" y="1962854"/>
                  </a:lnTo>
                  <a:lnTo>
                    <a:pt x="4204916" y="2002486"/>
                  </a:lnTo>
                  <a:lnTo>
                    <a:pt x="4205771" y="1963831"/>
                  </a:lnTo>
                  <a:lnTo>
                    <a:pt x="4206627" y="2033015"/>
                  </a:lnTo>
                  <a:lnTo>
                    <a:pt x="4207482" y="2081212"/>
                  </a:lnTo>
                  <a:lnTo>
                    <a:pt x="4208338" y="2104151"/>
                  </a:lnTo>
                  <a:lnTo>
                    <a:pt x="4209193" y="2182135"/>
                  </a:lnTo>
                  <a:lnTo>
                    <a:pt x="4210049" y="2192185"/>
                  </a:lnTo>
                  <a:lnTo>
                    <a:pt x="4210904" y="2186044"/>
                  </a:lnTo>
                  <a:lnTo>
                    <a:pt x="4211760" y="2152547"/>
                  </a:lnTo>
                  <a:lnTo>
                    <a:pt x="4212615" y="2133238"/>
                  </a:lnTo>
                  <a:lnTo>
                    <a:pt x="4213471" y="2147166"/>
                  </a:lnTo>
                  <a:lnTo>
                    <a:pt x="4214326" y="2190147"/>
                  </a:lnTo>
                  <a:lnTo>
                    <a:pt x="4215182" y="2194990"/>
                  </a:lnTo>
                  <a:lnTo>
                    <a:pt x="4216038" y="2173064"/>
                  </a:lnTo>
                  <a:lnTo>
                    <a:pt x="4216893" y="2208205"/>
                  </a:lnTo>
                  <a:lnTo>
                    <a:pt x="4217749" y="2211400"/>
                  </a:lnTo>
                  <a:lnTo>
                    <a:pt x="4218604" y="2210434"/>
                  </a:lnTo>
                  <a:lnTo>
                    <a:pt x="4219460" y="2169285"/>
                  </a:lnTo>
                  <a:lnTo>
                    <a:pt x="4220315" y="2123576"/>
                  </a:lnTo>
                  <a:lnTo>
                    <a:pt x="4221171" y="2161727"/>
                  </a:lnTo>
                  <a:lnTo>
                    <a:pt x="4222026" y="2187217"/>
                  </a:lnTo>
                  <a:lnTo>
                    <a:pt x="4222882" y="2169682"/>
                  </a:lnTo>
                  <a:lnTo>
                    <a:pt x="4223737" y="2135274"/>
                  </a:lnTo>
                  <a:lnTo>
                    <a:pt x="4224593" y="2102277"/>
                  </a:lnTo>
                  <a:lnTo>
                    <a:pt x="4225448" y="2136233"/>
                  </a:lnTo>
                  <a:lnTo>
                    <a:pt x="4226304" y="2125438"/>
                  </a:lnTo>
                  <a:lnTo>
                    <a:pt x="4227159" y="2087974"/>
                  </a:lnTo>
                  <a:lnTo>
                    <a:pt x="4228015" y="2030911"/>
                  </a:lnTo>
                  <a:lnTo>
                    <a:pt x="4228870" y="1958632"/>
                  </a:lnTo>
                  <a:lnTo>
                    <a:pt x="4229726" y="2028780"/>
                  </a:lnTo>
                  <a:lnTo>
                    <a:pt x="4230582" y="1980334"/>
                  </a:lnTo>
                  <a:lnTo>
                    <a:pt x="4231437" y="1973414"/>
                  </a:lnTo>
                  <a:lnTo>
                    <a:pt x="4232293" y="1999604"/>
                  </a:lnTo>
                  <a:lnTo>
                    <a:pt x="4233148" y="2060536"/>
                  </a:lnTo>
                  <a:lnTo>
                    <a:pt x="4234004" y="2036007"/>
                  </a:lnTo>
                  <a:lnTo>
                    <a:pt x="4234859" y="2075579"/>
                  </a:lnTo>
                  <a:lnTo>
                    <a:pt x="4235715" y="2063897"/>
                  </a:lnTo>
                  <a:lnTo>
                    <a:pt x="4236570" y="2076131"/>
                  </a:lnTo>
                  <a:lnTo>
                    <a:pt x="4237426" y="2125393"/>
                  </a:lnTo>
                  <a:lnTo>
                    <a:pt x="4238281" y="2050373"/>
                  </a:lnTo>
                  <a:lnTo>
                    <a:pt x="4239137" y="2045675"/>
                  </a:lnTo>
                  <a:lnTo>
                    <a:pt x="4239992" y="2075080"/>
                  </a:lnTo>
                  <a:lnTo>
                    <a:pt x="4240848" y="2052253"/>
                  </a:lnTo>
                  <a:lnTo>
                    <a:pt x="4241703" y="2084152"/>
                  </a:lnTo>
                  <a:lnTo>
                    <a:pt x="4242559" y="2017041"/>
                  </a:lnTo>
                  <a:lnTo>
                    <a:pt x="4243414" y="2006773"/>
                  </a:lnTo>
                  <a:lnTo>
                    <a:pt x="4244270" y="2052218"/>
                  </a:lnTo>
                  <a:lnTo>
                    <a:pt x="4245125" y="1942572"/>
                  </a:lnTo>
                  <a:lnTo>
                    <a:pt x="4245981" y="1988116"/>
                  </a:lnTo>
                  <a:lnTo>
                    <a:pt x="4246837" y="1997138"/>
                  </a:lnTo>
                  <a:lnTo>
                    <a:pt x="4247692" y="1983259"/>
                  </a:lnTo>
                  <a:lnTo>
                    <a:pt x="4248548" y="1991338"/>
                  </a:lnTo>
                  <a:lnTo>
                    <a:pt x="4249403" y="1950722"/>
                  </a:lnTo>
                  <a:lnTo>
                    <a:pt x="4250259" y="1973180"/>
                  </a:lnTo>
                  <a:lnTo>
                    <a:pt x="4251114" y="2032318"/>
                  </a:lnTo>
                  <a:lnTo>
                    <a:pt x="4251970" y="2051038"/>
                  </a:lnTo>
                  <a:lnTo>
                    <a:pt x="4252825" y="2119609"/>
                  </a:lnTo>
                  <a:lnTo>
                    <a:pt x="4253681" y="2146285"/>
                  </a:lnTo>
                  <a:lnTo>
                    <a:pt x="4254536" y="2179207"/>
                  </a:lnTo>
                  <a:lnTo>
                    <a:pt x="4255392" y="2201763"/>
                  </a:lnTo>
                  <a:lnTo>
                    <a:pt x="4256247" y="2178423"/>
                  </a:lnTo>
                  <a:lnTo>
                    <a:pt x="4257103" y="2213870"/>
                  </a:lnTo>
                  <a:lnTo>
                    <a:pt x="4257958" y="2203216"/>
                  </a:lnTo>
                  <a:lnTo>
                    <a:pt x="4258814" y="2221483"/>
                  </a:lnTo>
                  <a:lnTo>
                    <a:pt x="4259669" y="2205631"/>
                  </a:lnTo>
                  <a:lnTo>
                    <a:pt x="4260525" y="2191257"/>
                  </a:lnTo>
                  <a:lnTo>
                    <a:pt x="4261380" y="2210623"/>
                  </a:lnTo>
                  <a:lnTo>
                    <a:pt x="4262236" y="2257131"/>
                  </a:lnTo>
                  <a:lnTo>
                    <a:pt x="4263092" y="2257974"/>
                  </a:lnTo>
                  <a:lnTo>
                    <a:pt x="4263947" y="2248076"/>
                  </a:lnTo>
                  <a:lnTo>
                    <a:pt x="4264803" y="2261967"/>
                  </a:lnTo>
                  <a:lnTo>
                    <a:pt x="4265658" y="2249056"/>
                  </a:lnTo>
                  <a:lnTo>
                    <a:pt x="4266514" y="2278200"/>
                  </a:lnTo>
                  <a:lnTo>
                    <a:pt x="4267369" y="2254730"/>
                  </a:lnTo>
                  <a:lnTo>
                    <a:pt x="4268225" y="2278200"/>
                  </a:lnTo>
                  <a:lnTo>
                    <a:pt x="4269080" y="2278200"/>
                  </a:lnTo>
                  <a:lnTo>
                    <a:pt x="4269936" y="2276060"/>
                  </a:lnTo>
                  <a:lnTo>
                    <a:pt x="4270791" y="2270219"/>
                  </a:lnTo>
                  <a:lnTo>
                    <a:pt x="4271647" y="2241367"/>
                  </a:lnTo>
                  <a:lnTo>
                    <a:pt x="4272502" y="2253877"/>
                  </a:lnTo>
                  <a:lnTo>
                    <a:pt x="4273358" y="2251389"/>
                  </a:lnTo>
                  <a:lnTo>
                    <a:pt x="4274213" y="2276813"/>
                  </a:lnTo>
                  <a:lnTo>
                    <a:pt x="4275069" y="2267238"/>
                  </a:lnTo>
                  <a:lnTo>
                    <a:pt x="4275924" y="2245264"/>
                  </a:lnTo>
                  <a:lnTo>
                    <a:pt x="4276780" y="2234013"/>
                  </a:lnTo>
                  <a:lnTo>
                    <a:pt x="4277636" y="2225868"/>
                  </a:lnTo>
                  <a:lnTo>
                    <a:pt x="4278491" y="2266250"/>
                  </a:lnTo>
                  <a:lnTo>
                    <a:pt x="4279347" y="2278200"/>
                  </a:lnTo>
                  <a:lnTo>
                    <a:pt x="4280202" y="2230258"/>
                  </a:lnTo>
                  <a:lnTo>
                    <a:pt x="4281058" y="2229229"/>
                  </a:lnTo>
                  <a:lnTo>
                    <a:pt x="4281913" y="2192734"/>
                  </a:lnTo>
                  <a:lnTo>
                    <a:pt x="4282769" y="2170518"/>
                  </a:lnTo>
                  <a:lnTo>
                    <a:pt x="4283624" y="2140115"/>
                  </a:lnTo>
                  <a:lnTo>
                    <a:pt x="4284480" y="2147807"/>
                  </a:lnTo>
                  <a:lnTo>
                    <a:pt x="4285335" y="2151884"/>
                  </a:lnTo>
                  <a:lnTo>
                    <a:pt x="4286191" y="2140608"/>
                  </a:lnTo>
                  <a:lnTo>
                    <a:pt x="4287046" y="2170166"/>
                  </a:lnTo>
                  <a:lnTo>
                    <a:pt x="4287902" y="2178211"/>
                  </a:lnTo>
                  <a:lnTo>
                    <a:pt x="4288757" y="2119032"/>
                  </a:lnTo>
                  <a:lnTo>
                    <a:pt x="4289613" y="2132186"/>
                  </a:lnTo>
                  <a:lnTo>
                    <a:pt x="4290468" y="2151681"/>
                  </a:lnTo>
                  <a:lnTo>
                    <a:pt x="4291324" y="2158364"/>
                  </a:lnTo>
                  <a:lnTo>
                    <a:pt x="4292179" y="2108222"/>
                  </a:lnTo>
                  <a:lnTo>
                    <a:pt x="4293035" y="2121012"/>
                  </a:lnTo>
                  <a:lnTo>
                    <a:pt x="4293891" y="2192668"/>
                  </a:lnTo>
                  <a:lnTo>
                    <a:pt x="4294746" y="2244641"/>
                  </a:lnTo>
                  <a:lnTo>
                    <a:pt x="4295602" y="2250740"/>
                  </a:lnTo>
                  <a:lnTo>
                    <a:pt x="4296457" y="2223031"/>
                  </a:lnTo>
                  <a:lnTo>
                    <a:pt x="4297313" y="2255480"/>
                  </a:lnTo>
                  <a:lnTo>
                    <a:pt x="4298168" y="2278200"/>
                  </a:lnTo>
                  <a:lnTo>
                    <a:pt x="4299024" y="2278200"/>
                  </a:lnTo>
                  <a:lnTo>
                    <a:pt x="4299879" y="2278200"/>
                  </a:lnTo>
                  <a:lnTo>
                    <a:pt x="4300735" y="2278200"/>
                  </a:lnTo>
                  <a:lnTo>
                    <a:pt x="4301590" y="2278200"/>
                  </a:lnTo>
                  <a:lnTo>
                    <a:pt x="4302446" y="2261255"/>
                  </a:lnTo>
                  <a:lnTo>
                    <a:pt x="4303301" y="2253289"/>
                  </a:lnTo>
                  <a:lnTo>
                    <a:pt x="4304157" y="2238047"/>
                  </a:lnTo>
                  <a:lnTo>
                    <a:pt x="4305012" y="2210820"/>
                  </a:lnTo>
                  <a:lnTo>
                    <a:pt x="4305868" y="2217615"/>
                  </a:lnTo>
                  <a:lnTo>
                    <a:pt x="4306723" y="2241429"/>
                  </a:lnTo>
                  <a:lnTo>
                    <a:pt x="4307579" y="2233555"/>
                  </a:lnTo>
                  <a:lnTo>
                    <a:pt x="4308434" y="2247963"/>
                  </a:lnTo>
                  <a:lnTo>
                    <a:pt x="4309290" y="2269988"/>
                  </a:lnTo>
                  <a:lnTo>
                    <a:pt x="4310146" y="2278200"/>
                  </a:lnTo>
                  <a:lnTo>
                    <a:pt x="4311001" y="2236445"/>
                  </a:lnTo>
                  <a:lnTo>
                    <a:pt x="4311857" y="2193479"/>
                  </a:lnTo>
                  <a:lnTo>
                    <a:pt x="4312712" y="2185847"/>
                  </a:lnTo>
                  <a:lnTo>
                    <a:pt x="4313568" y="2240227"/>
                  </a:lnTo>
                  <a:lnTo>
                    <a:pt x="4314423" y="2245476"/>
                  </a:lnTo>
                  <a:lnTo>
                    <a:pt x="4315279" y="2207668"/>
                  </a:lnTo>
                  <a:lnTo>
                    <a:pt x="4316134" y="2240820"/>
                  </a:lnTo>
                  <a:lnTo>
                    <a:pt x="4316990" y="2194368"/>
                  </a:lnTo>
                  <a:lnTo>
                    <a:pt x="4317845" y="2189442"/>
                  </a:lnTo>
                  <a:lnTo>
                    <a:pt x="4318701" y="2143356"/>
                  </a:lnTo>
                  <a:lnTo>
                    <a:pt x="4319556" y="2171132"/>
                  </a:lnTo>
                  <a:lnTo>
                    <a:pt x="4320412" y="2178243"/>
                  </a:lnTo>
                  <a:lnTo>
                    <a:pt x="4321267" y="2159828"/>
                  </a:lnTo>
                  <a:lnTo>
                    <a:pt x="4322123" y="2168183"/>
                  </a:lnTo>
                  <a:lnTo>
                    <a:pt x="4322978" y="2153949"/>
                  </a:lnTo>
                  <a:lnTo>
                    <a:pt x="4323834" y="2148428"/>
                  </a:lnTo>
                  <a:lnTo>
                    <a:pt x="4324690" y="2123421"/>
                  </a:lnTo>
                  <a:lnTo>
                    <a:pt x="4325545" y="2141498"/>
                  </a:lnTo>
                  <a:lnTo>
                    <a:pt x="4326401" y="2142572"/>
                  </a:lnTo>
                  <a:lnTo>
                    <a:pt x="4327256" y="2125715"/>
                  </a:lnTo>
                  <a:lnTo>
                    <a:pt x="4328112" y="2111250"/>
                  </a:lnTo>
                  <a:lnTo>
                    <a:pt x="4328967" y="2135769"/>
                  </a:lnTo>
                  <a:lnTo>
                    <a:pt x="4329823" y="2154488"/>
                  </a:lnTo>
                  <a:lnTo>
                    <a:pt x="4330678" y="2086939"/>
                  </a:lnTo>
                  <a:lnTo>
                    <a:pt x="4331534" y="2058738"/>
                  </a:lnTo>
                  <a:lnTo>
                    <a:pt x="4332389" y="2149454"/>
                  </a:lnTo>
                  <a:lnTo>
                    <a:pt x="4333245" y="2146143"/>
                  </a:lnTo>
                  <a:lnTo>
                    <a:pt x="4334100" y="2165938"/>
                  </a:lnTo>
                  <a:lnTo>
                    <a:pt x="4334956" y="2201076"/>
                  </a:lnTo>
                  <a:lnTo>
                    <a:pt x="4335811" y="2187622"/>
                  </a:lnTo>
                  <a:lnTo>
                    <a:pt x="4336667" y="2229545"/>
                  </a:lnTo>
                  <a:lnTo>
                    <a:pt x="4337522" y="2230222"/>
                  </a:lnTo>
                  <a:lnTo>
                    <a:pt x="4338378" y="2189021"/>
                  </a:lnTo>
                  <a:lnTo>
                    <a:pt x="4339233" y="2181411"/>
                  </a:lnTo>
                  <a:lnTo>
                    <a:pt x="4340089" y="2180267"/>
                  </a:lnTo>
                  <a:lnTo>
                    <a:pt x="4340945" y="2255807"/>
                  </a:lnTo>
                  <a:lnTo>
                    <a:pt x="4341800" y="2168210"/>
                  </a:lnTo>
                  <a:lnTo>
                    <a:pt x="4342656" y="2168989"/>
                  </a:lnTo>
                  <a:lnTo>
                    <a:pt x="4343511" y="2138748"/>
                  </a:lnTo>
                  <a:lnTo>
                    <a:pt x="4344367" y="2106690"/>
                  </a:lnTo>
                  <a:lnTo>
                    <a:pt x="4345222" y="2099815"/>
                  </a:lnTo>
                  <a:lnTo>
                    <a:pt x="4346078" y="2120680"/>
                  </a:lnTo>
                  <a:lnTo>
                    <a:pt x="4346933" y="2111627"/>
                  </a:lnTo>
                  <a:lnTo>
                    <a:pt x="4347789" y="2078672"/>
                  </a:lnTo>
                  <a:lnTo>
                    <a:pt x="4348644" y="2126985"/>
                  </a:lnTo>
                  <a:lnTo>
                    <a:pt x="4349500" y="2047624"/>
                  </a:lnTo>
                  <a:lnTo>
                    <a:pt x="4350355" y="1978861"/>
                  </a:lnTo>
                  <a:lnTo>
                    <a:pt x="4351211" y="1994877"/>
                  </a:lnTo>
                  <a:lnTo>
                    <a:pt x="4352066" y="2011691"/>
                  </a:lnTo>
                  <a:lnTo>
                    <a:pt x="4352922" y="2026332"/>
                  </a:lnTo>
                  <a:lnTo>
                    <a:pt x="4353777" y="2003149"/>
                  </a:lnTo>
                  <a:lnTo>
                    <a:pt x="4354633" y="2074899"/>
                  </a:lnTo>
                  <a:lnTo>
                    <a:pt x="4355488" y="2117076"/>
                  </a:lnTo>
                  <a:lnTo>
                    <a:pt x="4356344" y="2156637"/>
                  </a:lnTo>
                  <a:lnTo>
                    <a:pt x="4357200" y="2155607"/>
                  </a:lnTo>
                  <a:lnTo>
                    <a:pt x="4358055" y="2173671"/>
                  </a:lnTo>
                  <a:lnTo>
                    <a:pt x="4358911" y="2199081"/>
                  </a:lnTo>
                  <a:lnTo>
                    <a:pt x="4359766" y="2206509"/>
                  </a:lnTo>
                  <a:lnTo>
                    <a:pt x="4360622" y="2227430"/>
                  </a:lnTo>
                  <a:lnTo>
                    <a:pt x="4361477" y="2244320"/>
                  </a:lnTo>
                  <a:lnTo>
                    <a:pt x="4362333" y="2232169"/>
                  </a:lnTo>
                  <a:lnTo>
                    <a:pt x="4363188" y="2235393"/>
                  </a:lnTo>
                  <a:lnTo>
                    <a:pt x="4364044" y="2224420"/>
                  </a:lnTo>
                  <a:lnTo>
                    <a:pt x="4364899" y="2197788"/>
                  </a:lnTo>
                  <a:lnTo>
                    <a:pt x="4365755" y="2186522"/>
                  </a:lnTo>
                  <a:lnTo>
                    <a:pt x="4366610" y="2182699"/>
                  </a:lnTo>
                  <a:lnTo>
                    <a:pt x="4367466" y="2187077"/>
                  </a:lnTo>
                  <a:lnTo>
                    <a:pt x="4368321" y="2213125"/>
                  </a:lnTo>
                  <a:lnTo>
                    <a:pt x="4369177" y="2197964"/>
                  </a:lnTo>
                  <a:lnTo>
                    <a:pt x="4370032" y="2217495"/>
                  </a:lnTo>
                  <a:lnTo>
                    <a:pt x="4370888" y="2190731"/>
                  </a:lnTo>
                  <a:lnTo>
                    <a:pt x="4371744" y="2166171"/>
                  </a:lnTo>
                  <a:lnTo>
                    <a:pt x="4372599" y="2178043"/>
                  </a:lnTo>
                  <a:lnTo>
                    <a:pt x="4373455" y="2166947"/>
                  </a:lnTo>
                  <a:lnTo>
                    <a:pt x="4374310" y="2215268"/>
                  </a:lnTo>
                  <a:lnTo>
                    <a:pt x="4375166" y="2229392"/>
                  </a:lnTo>
                  <a:lnTo>
                    <a:pt x="4376021" y="2228717"/>
                  </a:lnTo>
                  <a:lnTo>
                    <a:pt x="4376877" y="2263377"/>
                  </a:lnTo>
                  <a:lnTo>
                    <a:pt x="4377732" y="2278200"/>
                  </a:lnTo>
                  <a:lnTo>
                    <a:pt x="4378588" y="2278200"/>
                  </a:lnTo>
                  <a:lnTo>
                    <a:pt x="4379443" y="2278200"/>
                  </a:lnTo>
                  <a:lnTo>
                    <a:pt x="4380299" y="2278200"/>
                  </a:lnTo>
                  <a:lnTo>
                    <a:pt x="4381154" y="2278200"/>
                  </a:lnTo>
                  <a:lnTo>
                    <a:pt x="4382010" y="2278200"/>
                  </a:lnTo>
                  <a:lnTo>
                    <a:pt x="4382865" y="2278200"/>
                  </a:lnTo>
                  <a:lnTo>
                    <a:pt x="4383721" y="2278200"/>
                  </a:lnTo>
                  <a:lnTo>
                    <a:pt x="4384576" y="2262020"/>
                  </a:lnTo>
                  <a:lnTo>
                    <a:pt x="4385432" y="2277920"/>
                  </a:lnTo>
                  <a:lnTo>
                    <a:pt x="4386287" y="2245358"/>
                  </a:lnTo>
                  <a:lnTo>
                    <a:pt x="4387143" y="2218235"/>
                  </a:lnTo>
                  <a:lnTo>
                    <a:pt x="4387999" y="2215396"/>
                  </a:lnTo>
                  <a:lnTo>
                    <a:pt x="4388854" y="2191227"/>
                  </a:lnTo>
                  <a:lnTo>
                    <a:pt x="4389710" y="2163990"/>
                  </a:lnTo>
                  <a:lnTo>
                    <a:pt x="4390565" y="2116244"/>
                  </a:lnTo>
                  <a:lnTo>
                    <a:pt x="4391421" y="2141771"/>
                  </a:lnTo>
                  <a:lnTo>
                    <a:pt x="4392276" y="2137101"/>
                  </a:lnTo>
                  <a:lnTo>
                    <a:pt x="4393132" y="2108623"/>
                  </a:lnTo>
                  <a:lnTo>
                    <a:pt x="4393987" y="2108869"/>
                  </a:lnTo>
                  <a:lnTo>
                    <a:pt x="4394843" y="2084817"/>
                  </a:lnTo>
                  <a:lnTo>
                    <a:pt x="4395698" y="2045305"/>
                  </a:lnTo>
                  <a:lnTo>
                    <a:pt x="4396554" y="2036903"/>
                  </a:lnTo>
                  <a:lnTo>
                    <a:pt x="4397409" y="2045833"/>
                  </a:lnTo>
                  <a:lnTo>
                    <a:pt x="4398265" y="2070607"/>
                  </a:lnTo>
                  <a:lnTo>
                    <a:pt x="4399120" y="2079970"/>
                  </a:lnTo>
                  <a:lnTo>
                    <a:pt x="4399976" y="2061442"/>
                  </a:lnTo>
                  <a:lnTo>
                    <a:pt x="4400831" y="2027979"/>
                  </a:lnTo>
                  <a:lnTo>
                    <a:pt x="4401687" y="1989319"/>
                  </a:lnTo>
                  <a:lnTo>
                    <a:pt x="4402542" y="2019234"/>
                  </a:lnTo>
                  <a:lnTo>
                    <a:pt x="4403398" y="2059945"/>
                  </a:lnTo>
                  <a:lnTo>
                    <a:pt x="4404254" y="2095360"/>
                  </a:lnTo>
                  <a:lnTo>
                    <a:pt x="4405109" y="2079646"/>
                  </a:lnTo>
                  <a:lnTo>
                    <a:pt x="4405965" y="2088193"/>
                  </a:lnTo>
                  <a:lnTo>
                    <a:pt x="4406820" y="2120638"/>
                  </a:lnTo>
                  <a:lnTo>
                    <a:pt x="4407676" y="2087205"/>
                  </a:lnTo>
                  <a:lnTo>
                    <a:pt x="4408531" y="2021654"/>
                  </a:lnTo>
                  <a:lnTo>
                    <a:pt x="4409387" y="2065305"/>
                  </a:lnTo>
                  <a:lnTo>
                    <a:pt x="4410242" y="2072487"/>
                  </a:lnTo>
                  <a:lnTo>
                    <a:pt x="4411098" y="2055523"/>
                  </a:lnTo>
                  <a:lnTo>
                    <a:pt x="4411953" y="2046013"/>
                  </a:lnTo>
                  <a:lnTo>
                    <a:pt x="4412809" y="2055205"/>
                  </a:lnTo>
                  <a:lnTo>
                    <a:pt x="4413664" y="2074861"/>
                  </a:lnTo>
                  <a:lnTo>
                    <a:pt x="4414520" y="2059527"/>
                  </a:lnTo>
                  <a:lnTo>
                    <a:pt x="4415375" y="2049562"/>
                  </a:lnTo>
                  <a:lnTo>
                    <a:pt x="4416231" y="2040038"/>
                  </a:lnTo>
                  <a:lnTo>
                    <a:pt x="4417086" y="2005170"/>
                  </a:lnTo>
                  <a:lnTo>
                    <a:pt x="4417942" y="1936883"/>
                  </a:lnTo>
                  <a:lnTo>
                    <a:pt x="4418798" y="1961085"/>
                  </a:lnTo>
                  <a:lnTo>
                    <a:pt x="4419653" y="1986236"/>
                  </a:lnTo>
                  <a:lnTo>
                    <a:pt x="4420509" y="2017306"/>
                  </a:lnTo>
                  <a:lnTo>
                    <a:pt x="4421364" y="2015083"/>
                  </a:lnTo>
                  <a:lnTo>
                    <a:pt x="4422220" y="2037761"/>
                  </a:lnTo>
                  <a:lnTo>
                    <a:pt x="4423075" y="2025664"/>
                  </a:lnTo>
                  <a:lnTo>
                    <a:pt x="4423931" y="2005180"/>
                  </a:lnTo>
                  <a:lnTo>
                    <a:pt x="4424786" y="1969458"/>
                  </a:lnTo>
                  <a:lnTo>
                    <a:pt x="4425642" y="1982203"/>
                  </a:lnTo>
                  <a:lnTo>
                    <a:pt x="4426497" y="2025777"/>
                  </a:lnTo>
                  <a:lnTo>
                    <a:pt x="4427353" y="2073522"/>
                  </a:lnTo>
                  <a:lnTo>
                    <a:pt x="4428208" y="2082975"/>
                  </a:lnTo>
                  <a:lnTo>
                    <a:pt x="4429064" y="2076499"/>
                  </a:lnTo>
                  <a:lnTo>
                    <a:pt x="4429919" y="2097181"/>
                  </a:lnTo>
                  <a:lnTo>
                    <a:pt x="4430775" y="2107245"/>
                  </a:lnTo>
                  <a:lnTo>
                    <a:pt x="4431630" y="2117504"/>
                  </a:lnTo>
                  <a:lnTo>
                    <a:pt x="4432486" y="2116046"/>
                  </a:lnTo>
                  <a:lnTo>
                    <a:pt x="4433341" y="2130530"/>
                  </a:lnTo>
                  <a:lnTo>
                    <a:pt x="4434197" y="2116661"/>
                  </a:lnTo>
                  <a:lnTo>
                    <a:pt x="4435053" y="2153844"/>
                  </a:lnTo>
                  <a:lnTo>
                    <a:pt x="4435908" y="2161840"/>
                  </a:lnTo>
                  <a:lnTo>
                    <a:pt x="4436764" y="2150392"/>
                  </a:lnTo>
                  <a:lnTo>
                    <a:pt x="4437619" y="2164198"/>
                  </a:lnTo>
                  <a:lnTo>
                    <a:pt x="4438475" y="2156519"/>
                  </a:lnTo>
                  <a:lnTo>
                    <a:pt x="4439330" y="2191282"/>
                  </a:lnTo>
                  <a:lnTo>
                    <a:pt x="4440186" y="2140154"/>
                  </a:lnTo>
                  <a:lnTo>
                    <a:pt x="4441041" y="2190003"/>
                  </a:lnTo>
                  <a:lnTo>
                    <a:pt x="4441897" y="2225062"/>
                  </a:lnTo>
                  <a:lnTo>
                    <a:pt x="4442752" y="2228039"/>
                  </a:lnTo>
                  <a:lnTo>
                    <a:pt x="4443608" y="2239950"/>
                  </a:lnTo>
                  <a:lnTo>
                    <a:pt x="4444463" y="2214434"/>
                  </a:lnTo>
                  <a:lnTo>
                    <a:pt x="4445319" y="2237754"/>
                  </a:lnTo>
                  <a:lnTo>
                    <a:pt x="4446174" y="2260591"/>
                  </a:lnTo>
                  <a:lnTo>
                    <a:pt x="4447030" y="2248051"/>
                  </a:lnTo>
                  <a:lnTo>
                    <a:pt x="4447885" y="2247791"/>
                  </a:lnTo>
                  <a:lnTo>
                    <a:pt x="4448741" y="2216548"/>
                  </a:lnTo>
                  <a:lnTo>
                    <a:pt x="4449596" y="2233931"/>
                  </a:lnTo>
                  <a:lnTo>
                    <a:pt x="4450452" y="2219433"/>
                  </a:lnTo>
                  <a:lnTo>
                    <a:pt x="4451308" y="2164267"/>
                  </a:lnTo>
                  <a:lnTo>
                    <a:pt x="4452163" y="2167865"/>
                  </a:lnTo>
                  <a:lnTo>
                    <a:pt x="4453019" y="2150364"/>
                  </a:lnTo>
                  <a:lnTo>
                    <a:pt x="4453874" y="2183589"/>
                  </a:lnTo>
                  <a:lnTo>
                    <a:pt x="4454730" y="2148298"/>
                  </a:lnTo>
                  <a:lnTo>
                    <a:pt x="4455585" y="2150833"/>
                  </a:lnTo>
                  <a:lnTo>
                    <a:pt x="4456441" y="2187746"/>
                  </a:lnTo>
                  <a:lnTo>
                    <a:pt x="4457296" y="2161605"/>
                  </a:lnTo>
                  <a:lnTo>
                    <a:pt x="4458152" y="2118998"/>
                  </a:lnTo>
                  <a:lnTo>
                    <a:pt x="4459007" y="2061047"/>
                  </a:lnTo>
                  <a:lnTo>
                    <a:pt x="4459863" y="2099804"/>
                  </a:lnTo>
                  <a:lnTo>
                    <a:pt x="4460718" y="2105443"/>
                  </a:lnTo>
                  <a:lnTo>
                    <a:pt x="4461574" y="2112123"/>
                  </a:lnTo>
                  <a:lnTo>
                    <a:pt x="4462429" y="2112590"/>
                  </a:lnTo>
                  <a:lnTo>
                    <a:pt x="4463285" y="2044446"/>
                  </a:lnTo>
                  <a:lnTo>
                    <a:pt x="4464140" y="2078397"/>
                  </a:lnTo>
                  <a:lnTo>
                    <a:pt x="4464996" y="2064079"/>
                  </a:lnTo>
                  <a:lnTo>
                    <a:pt x="4465851" y="2080729"/>
                  </a:lnTo>
                  <a:lnTo>
                    <a:pt x="4466707" y="2103689"/>
                  </a:lnTo>
                  <a:lnTo>
                    <a:pt x="4467563" y="2092559"/>
                  </a:lnTo>
                  <a:lnTo>
                    <a:pt x="4468418" y="2092371"/>
                  </a:lnTo>
                  <a:lnTo>
                    <a:pt x="4469274" y="2126896"/>
                  </a:lnTo>
                  <a:lnTo>
                    <a:pt x="4470129" y="2086215"/>
                  </a:lnTo>
                  <a:lnTo>
                    <a:pt x="4470985" y="2148281"/>
                  </a:lnTo>
                  <a:lnTo>
                    <a:pt x="4471840" y="2128085"/>
                  </a:lnTo>
                  <a:lnTo>
                    <a:pt x="4472696" y="2146247"/>
                  </a:lnTo>
                  <a:lnTo>
                    <a:pt x="4473551" y="2204066"/>
                  </a:lnTo>
                  <a:lnTo>
                    <a:pt x="4474407" y="2237886"/>
                  </a:lnTo>
                  <a:lnTo>
                    <a:pt x="4475262" y="2220705"/>
                  </a:lnTo>
                  <a:lnTo>
                    <a:pt x="4476118" y="2190119"/>
                  </a:lnTo>
                  <a:lnTo>
                    <a:pt x="4476973" y="2204783"/>
                  </a:lnTo>
                  <a:lnTo>
                    <a:pt x="4477829" y="2214190"/>
                  </a:lnTo>
                  <a:lnTo>
                    <a:pt x="4478684" y="2208670"/>
                  </a:lnTo>
                  <a:lnTo>
                    <a:pt x="4479540" y="2230620"/>
                  </a:lnTo>
                  <a:lnTo>
                    <a:pt x="4480395" y="2226748"/>
                  </a:lnTo>
                  <a:lnTo>
                    <a:pt x="4481251" y="2214479"/>
                  </a:lnTo>
                  <a:lnTo>
                    <a:pt x="4482107" y="2216112"/>
                  </a:lnTo>
                  <a:lnTo>
                    <a:pt x="4482962" y="2169200"/>
                  </a:lnTo>
                  <a:lnTo>
                    <a:pt x="4483818" y="2168340"/>
                  </a:lnTo>
                  <a:lnTo>
                    <a:pt x="4484673" y="2182080"/>
                  </a:lnTo>
                  <a:lnTo>
                    <a:pt x="4485529" y="2184520"/>
                  </a:lnTo>
                  <a:lnTo>
                    <a:pt x="4486384" y="2219789"/>
                  </a:lnTo>
                  <a:lnTo>
                    <a:pt x="4487240" y="2260186"/>
                  </a:lnTo>
                  <a:lnTo>
                    <a:pt x="4488095" y="2278200"/>
                  </a:lnTo>
                  <a:lnTo>
                    <a:pt x="4488951" y="2278200"/>
                  </a:lnTo>
                  <a:lnTo>
                    <a:pt x="4489806" y="2278200"/>
                  </a:lnTo>
                  <a:lnTo>
                    <a:pt x="4490662" y="2265375"/>
                  </a:lnTo>
                  <a:lnTo>
                    <a:pt x="4491517" y="2266493"/>
                  </a:lnTo>
                  <a:lnTo>
                    <a:pt x="4492373" y="2241560"/>
                  </a:lnTo>
                  <a:lnTo>
                    <a:pt x="4493228" y="2193943"/>
                  </a:lnTo>
                  <a:lnTo>
                    <a:pt x="4494084" y="2215254"/>
                  </a:lnTo>
                  <a:lnTo>
                    <a:pt x="4494939" y="2222017"/>
                  </a:lnTo>
                  <a:lnTo>
                    <a:pt x="4495795" y="2223983"/>
                  </a:lnTo>
                  <a:lnTo>
                    <a:pt x="4496650" y="2278200"/>
                  </a:lnTo>
                  <a:lnTo>
                    <a:pt x="4497506" y="2278200"/>
                  </a:lnTo>
                  <a:lnTo>
                    <a:pt x="4498362" y="2278200"/>
                  </a:lnTo>
                  <a:lnTo>
                    <a:pt x="4499217" y="2278200"/>
                  </a:lnTo>
                  <a:lnTo>
                    <a:pt x="4500073" y="2264930"/>
                  </a:lnTo>
                  <a:lnTo>
                    <a:pt x="4500928" y="2278200"/>
                  </a:lnTo>
                  <a:lnTo>
                    <a:pt x="4501784" y="2251009"/>
                  </a:lnTo>
                  <a:lnTo>
                    <a:pt x="4502639" y="2215795"/>
                  </a:lnTo>
                  <a:lnTo>
                    <a:pt x="4503495" y="2245484"/>
                  </a:lnTo>
                  <a:lnTo>
                    <a:pt x="4504350" y="2252673"/>
                  </a:lnTo>
                  <a:lnTo>
                    <a:pt x="4505206" y="2249648"/>
                  </a:lnTo>
                  <a:lnTo>
                    <a:pt x="4506061" y="2246990"/>
                  </a:lnTo>
                  <a:lnTo>
                    <a:pt x="4506917" y="2238504"/>
                  </a:lnTo>
                  <a:lnTo>
                    <a:pt x="4507772" y="2265788"/>
                  </a:lnTo>
                  <a:lnTo>
                    <a:pt x="4508628" y="2263020"/>
                  </a:lnTo>
                  <a:lnTo>
                    <a:pt x="4509483" y="2257283"/>
                  </a:lnTo>
                  <a:lnTo>
                    <a:pt x="4510339" y="2247634"/>
                  </a:lnTo>
                  <a:lnTo>
                    <a:pt x="4511194" y="2233591"/>
                  </a:lnTo>
                  <a:lnTo>
                    <a:pt x="4512050" y="2211965"/>
                  </a:lnTo>
                  <a:lnTo>
                    <a:pt x="4512905" y="2213846"/>
                  </a:lnTo>
                  <a:lnTo>
                    <a:pt x="4513761" y="2196758"/>
                  </a:lnTo>
                  <a:lnTo>
                    <a:pt x="4514617" y="2156526"/>
                  </a:lnTo>
                  <a:lnTo>
                    <a:pt x="4515472" y="2181943"/>
                  </a:lnTo>
                  <a:lnTo>
                    <a:pt x="4516328" y="2174264"/>
                  </a:lnTo>
                  <a:lnTo>
                    <a:pt x="4517183" y="2170411"/>
                  </a:lnTo>
                  <a:lnTo>
                    <a:pt x="4518039" y="2183082"/>
                  </a:lnTo>
                  <a:lnTo>
                    <a:pt x="4518894" y="2106941"/>
                  </a:lnTo>
                  <a:lnTo>
                    <a:pt x="4519750" y="2144530"/>
                  </a:lnTo>
                  <a:lnTo>
                    <a:pt x="4520605" y="2174561"/>
                  </a:lnTo>
                  <a:lnTo>
                    <a:pt x="4521461" y="2187339"/>
                  </a:lnTo>
                  <a:lnTo>
                    <a:pt x="4522316" y="2203625"/>
                  </a:lnTo>
                  <a:lnTo>
                    <a:pt x="4523172" y="2169454"/>
                  </a:lnTo>
                  <a:lnTo>
                    <a:pt x="4524027" y="2149799"/>
                  </a:lnTo>
                  <a:lnTo>
                    <a:pt x="4524883" y="2156479"/>
                  </a:lnTo>
                  <a:lnTo>
                    <a:pt x="4525738" y="2152419"/>
                  </a:lnTo>
                  <a:lnTo>
                    <a:pt x="4526594" y="2172449"/>
                  </a:lnTo>
                  <a:lnTo>
                    <a:pt x="4527449" y="2213836"/>
                  </a:lnTo>
                  <a:lnTo>
                    <a:pt x="4528305" y="2161247"/>
                  </a:lnTo>
                  <a:lnTo>
                    <a:pt x="4529161" y="2186560"/>
                  </a:lnTo>
                  <a:lnTo>
                    <a:pt x="4530016" y="2201066"/>
                  </a:lnTo>
                  <a:lnTo>
                    <a:pt x="4530872" y="2204271"/>
                  </a:lnTo>
                  <a:lnTo>
                    <a:pt x="4531727" y="2242710"/>
                  </a:lnTo>
                  <a:lnTo>
                    <a:pt x="4532583" y="2278200"/>
                  </a:lnTo>
                  <a:lnTo>
                    <a:pt x="4533438" y="2278200"/>
                  </a:lnTo>
                  <a:lnTo>
                    <a:pt x="4534294" y="2278200"/>
                  </a:lnTo>
                  <a:lnTo>
                    <a:pt x="4535149" y="2278200"/>
                  </a:lnTo>
                  <a:lnTo>
                    <a:pt x="4536005" y="2278200"/>
                  </a:lnTo>
                  <a:lnTo>
                    <a:pt x="4536860" y="2278200"/>
                  </a:lnTo>
                  <a:lnTo>
                    <a:pt x="4537716" y="2278200"/>
                  </a:lnTo>
                  <a:lnTo>
                    <a:pt x="4538571" y="2278200"/>
                  </a:lnTo>
                  <a:lnTo>
                    <a:pt x="4539427" y="2278200"/>
                  </a:lnTo>
                  <a:lnTo>
                    <a:pt x="4540282" y="2278200"/>
                  </a:lnTo>
                  <a:lnTo>
                    <a:pt x="4541138" y="2278200"/>
                  </a:lnTo>
                  <a:lnTo>
                    <a:pt x="4541993" y="2278200"/>
                  </a:lnTo>
                  <a:lnTo>
                    <a:pt x="4542849" y="2278200"/>
                  </a:lnTo>
                  <a:lnTo>
                    <a:pt x="4543704" y="2278200"/>
                  </a:lnTo>
                  <a:lnTo>
                    <a:pt x="4544560" y="2271027"/>
                  </a:lnTo>
                  <a:lnTo>
                    <a:pt x="4545416" y="2278200"/>
                  </a:lnTo>
                  <a:lnTo>
                    <a:pt x="4546271" y="2253508"/>
                  </a:lnTo>
                  <a:lnTo>
                    <a:pt x="4547127" y="2252130"/>
                  </a:lnTo>
                  <a:lnTo>
                    <a:pt x="4547982" y="2278200"/>
                  </a:lnTo>
                  <a:lnTo>
                    <a:pt x="4548838" y="2278200"/>
                  </a:lnTo>
                  <a:lnTo>
                    <a:pt x="4549693" y="2278200"/>
                  </a:lnTo>
                  <a:lnTo>
                    <a:pt x="4550549" y="2278200"/>
                  </a:lnTo>
                  <a:lnTo>
                    <a:pt x="4551404" y="2278200"/>
                  </a:lnTo>
                  <a:lnTo>
                    <a:pt x="4552260" y="2278200"/>
                  </a:lnTo>
                  <a:lnTo>
                    <a:pt x="4553115" y="2278200"/>
                  </a:lnTo>
                  <a:lnTo>
                    <a:pt x="4553971" y="2278200"/>
                  </a:lnTo>
                  <a:lnTo>
                    <a:pt x="4554826" y="2278200"/>
                  </a:lnTo>
                  <a:lnTo>
                    <a:pt x="4555682" y="2270644"/>
                  </a:lnTo>
                  <a:lnTo>
                    <a:pt x="4556537" y="2278200"/>
                  </a:lnTo>
                  <a:lnTo>
                    <a:pt x="4557393" y="2278200"/>
                  </a:lnTo>
                  <a:lnTo>
                    <a:pt x="4558248" y="2270825"/>
                  </a:lnTo>
                  <a:lnTo>
                    <a:pt x="4559104" y="2259817"/>
                  </a:lnTo>
                  <a:lnTo>
                    <a:pt x="4559959" y="2221954"/>
                  </a:lnTo>
                  <a:lnTo>
                    <a:pt x="4560815" y="2228054"/>
                  </a:lnTo>
                  <a:lnTo>
                    <a:pt x="4561671" y="2232410"/>
                  </a:lnTo>
                  <a:lnTo>
                    <a:pt x="4562526" y="2236968"/>
                  </a:lnTo>
                  <a:lnTo>
                    <a:pt x="4563382" y="2255211"/>
                  </a:lnTo>
                  <a:lnTo>
                    <a:pt x="4564237" y="2199384"/>
                  </a:lnTo>
                  <a:lnTo>
                    <a:pt x="4565093" y="2209002"/>
                  </a:lnTo>
                  <a:lnTo>
                    <a:pt x="4565948" y="2176350"/>
                  </a:lnTo>
                  <a:lnTo>
                    <a:pt x="4566804" y="2192357"/>
                  </a:lnTo>
                  <a:lnTo>
                    <a:pt x="4567659" y="2226728"/>
                  </a:lnTo>
                  <a:lnTo>
                    <a:pt x="4568515" y="2206448"/>
                  </a:lnTo>
                  <a:lnTo>
                    <a:pt x="4569370" y="2243137"/>
                  </a:lnTo>
                  <a:lnTo>
                    <a:pt x="4570226" y="2270850"/>
                  </a:lnTo>
                  <a:lnTo>
                    <a:pt x="4571081" y="2278200"/>
                  </a:lnTo>
                  <a:lnTo>
                    <a:pt x="4571937" y="2278200"/>
                  </a:lnTo>
                  <a:lnTo>
                    <a:pt x="4572792" y="2278200"/>
                  </a:lnTo>
                  <a:lnTo>
                    <a:pt x="4573648" y="2278200"/>
                  </a:lnTo>
                  <a:lnTo>
                    <a:pt x="4574503" y="2278200"/>
                  </a:lnTo>
                  <a:lnTo>
                    <a:pt x="4575359" y="2278200"/>
                  </a:lnTo>
                  <a:lnTo>
                    <a:pt x="4576215" y="2278200"/>
                  </a:lnTo>
                  <a:lnTo>
                    <a:pt x="4577070" y="2278200"/>
                  </a:lnTo>
                  <a:lnTo>
                    <a:pt x="4577926" y="2278200"/>
                  </a:lnTo>
                  <a:lnTo>
                    <a:pt x="4578781" y="2269366"/>
                  </a:lnTo>
                  <a:lnTo>
                    <a:pt x="4579637" y="2278200"/>
                  </a:lnTo>
                  <a:lnTo>
                    <a:pt x="4580492" y="2278200"/>
                  </a:lnTo>
                  <a:lnTo>
                    <a:pt x="4581348" y="2278200"/>
                  </a:lnTo>
                  <a:lnTo>
                    <a:pt x="4582203" y="2278200"/>
                  </a:lnTo>
                  <a:lnTo>
                    <a:pt x="4583059" y="2278200"/>
                  </a:lnTo>
                  <a:lnTo>
                    <a:pt x="4583914" y="2278200"/>
                  </a:lnTo>
                  <a:lnTo>
                    <a:pt x="4584770" y="2252610"/>
                  </a:lnTo>
                  <a:lnTo>
                    <a:pt x="4585625" y="2249712"/>
                  </a:lnTo>
                  <a:lnTo>
                    <a:pt x="4586481" y="2267960"/>
                  </a:lnTo>
                  <a:lnTo>
                    <a:pt x="4587336" y="2278200"/>
                  </a:lnTo>
                  <a:lnTo>
                    <a:pt x="4588192" y="2278200"/>
                  </a:lnTo>
                  <a:lnTo>
                    <a:pt x="4589047" y="2261147"/>
                  </a:lnTo>
                  <a:lnTo>
                    <a:pt x="4589903" y="2278200"/>
                  </a:lnTo>
                  <a:lnTo>
                    <a:pt x="4590758" y="2278200"/>
                  </a:lnTo>
                  <a:lnTo>
                    <a:pt x="4591614" y="2249890"/>
                  </a:lnTo>
                  <a:lnTo>
                    <a:pt x="4592470" y="2278121"/>
                  </a:lnTo>
                  <a:lnTo>
                    <a:pt x="4593325" y="2278200"/>
                  </a:lnTo>
                  <a:lnTo>
                    <a:pt x="4594181" y="2278200"/>
                  </a:lnTo>
                  <a:lnTo>
                    <a:pt x="4595036" y="2254363"/>
                  </a:lnTo>
                  <a:lnTo>
                    <a:pt x="4595892" y="2246671"/>
                  </a:lnTo>
                  <a:lnTo>
                    <a:pt x="4596747" y="2219682"/>
                  </a:lnTo>
                  <a:lnTo>
                    <a:pt x="4597603" y="2234256"/>
                  </a:lnTo>
                  <a:lnTo>
                    <a:pt x="4598458" y="2238874"/>
                  </a:lnTo>
                  <a:lnTo>
                    <a:pt x="4599314" y="2211872"/>
                  </a:lnTo>
                  <a:lnTo>
                    <a:pt x="4600169" y="2210906"/>
                  </a:lnTo>
                  <a:lnTo>
                    <a:pt x="4601025" y="2193314"/>
                  </a:lnTo>
                  <a:lnTo>
                    <a:pt x="4601880" y="2256374"/>
                  </a:lnTo>
                  <a:lnTo>
                    <a:pt x="4602736" y="2261418"/>
                  </a:lnTo>
                  <a:lnTo>
                    <a:pt x="4603591" y="2229288"/>
                  </a:lnTo>
                  <a:lnTo>
                    <a:pt x="4604447" y="2228792"/>
                  </a:lnTo>
                  <a:lnTo>
                    <a:pt x="4605302" y="2226089"/>
                  </a:lnTo>
                  <a:lnTo>
                    <a:pt x="4606158" y="2242198"/>
                  </a:lnTo>
                  <a:lnTo>
                    <a:pt x="4607013" y="2278200"/>
                  </a:lnTo>
                  <a:lnTo>
                    <a:pt x="4607869" y="2275488"/>
                  </a:lnTo>
                  <a:lnTo>
                    <a:pt x="4608725" y="2278200"/>
                  </a:lnTo>
                  <a:lnTo>
                    <a:pt x="4609580" y="2250579"/>
                  </a:lnTo>
                  <a:lnTo>
                    <a:pt x="4610436" y="2278200"/>
                  </a:lnTo>
                  <a:lnTo>
                    <a:pt x="4611291" y="2278200"/>
                  </a:lnTo>
                  <a:lnTo>
                    <a:pt x="4612147" y="2278200"/>
                  </a:lnTo>
                  <a:lnTo>
                    <a:pt x="4613002" y="2278200"/>
                  </a:lnTo>
                  <a:lnTo>
                    <a:pt x="4613858" y="2278200"/>
                  </a:lnTo>
                  <a:lnTo>
                    <a:pt x="4614713" y="2278200"/>
                  </a:lnTo>
                  <a:lnTo>
                    <a:pt x="4615569" y="2278200"/>
                  </a:lnTo>
                  <a:lnTo>
                    <a:pt x="4616424" y="2278200"/>
                  </a:lnTo>
                  <a:lnTo>
                    <a:pt x="4617280" y="2278200"/>
                  </a:lnTo>
                  <a:lnTo>
                    <a:pt x="4618135" y="2278200"/>
                  </a:lnTo>
                  <a:lnTo>
                    <a:pt x="4618991" y="2278200"/>
                  </a:lnTo>
                  <a:lnTo>
                    <a:pt x="4619846" y="2278200"/>
                  </a:lnTo>
                  <a:lnTo>
                    <a:pt x="4620702" y="2278200"/>
                  </a:lnTo>
                  <a:lnTo>
                    <a:pt x="4621557" y="2278200"/>
                  </a:lnTo>
                  <a:lnTo>
                    <a:pt x="4622413" y="2217313"/>
                  </a:lnTo>
                  <a:lnTo>
                    <a:pt x="4623269" y="2252108"/>
                  </a:lnTo>
                  <a:lnTo>
                    <a:pt x="4624124" y="2213275"/>
                  </a:lnTo>
                  <a:lnTo>
                    <a:pt x="4624980" y="2225738"/>
                  </a:lnTo>
                  <a:lnTo>
                    <a:pt x="4625835" y="2237633"/>
                  </a:lnTo>
                  <a:lnTo>
                    <a:pt x="4626691" y="2213414"/>
                  </a:lnTo>
                  <a:lnTo>
                    <a:pt x="4627546" y="2249170"/>
                  </a:lnTo>
                  <a:lnTo>
                    <a:pt x="4628402" y="2201195"/>
                  </a:lnTo>
                  <a:lnTo>
                    <a:pt x="4629257" y="2246755"/>
                  </a:lnTo>
                  <a:lnTo>
                    <a:pt x="4630113" y="2229578"/>
                  </a:lnTo>
                  <a:lnTo>
                    <a:pt x="4630968" y="2256264"/>
                  </a:lnTo>
                  <a:lnTo>
                    <a:pt x="4631824" y="2272814"/>
                  </a:lnTo>
                  <a:lnTo>
                    <a:pt x="4632679" y="2267383"/>
                  </a:lnTo>
                  <a:lnTo>
                    <a:pt x="4633535" y="2276196"/>
                  </a:lnTo>
                  <a:lnTo>
                    <a:pt x="4634390" y="2278200"/>
                  </a:lnTo>
                  <a:lnTo>
                    <a:pt x="4635246" y="2267579"/>
                  </a:lnTo>
                  <a:lnTo>
                    <a:pt x="4636101" y="2278200"/>
                  </a:lnTo>
                  <a:lnTo>
                    <a:pt x="4636957" y="2278200"/>
                  </a:lnTo>
                  <a:lnTo>
                    <a:pt x="4637812" y="2278200"/>
                  </a:lnTo>
                  <a:lnTo>
                    <a:pt x="4638668" y="2278200"/>
                  </a:lnTo>
                  <a:lnTo>
                    <a:pt x="4639524" y="2272300"/>
                  </a:lnTo>
                  <a:lnTo>
                    <a:pt x="4640379" y="2272523"/>
                  </a:lnTo>
                  <a:lnTo>
                    <a:pt x="4641235" y="2246531"/>
                  </a:lnTo>
                  <a:lnTo>
                    <a:pt x="4642090" y="2278200"/>
                  </a:lnTo>
                  <a:lnTo>
                    <a:pt x="4642946" y="2278200"/>
                  </a:lnTo>
                  <a:lnTo>
                    <a:pt x="4643801" y="2278200"/>
                  </a:lnTo>
                  <a:lnTo>
                    <a:pt x="4644657" y="2278200"/>
                  </a:lnTo>
                  <a:lnTo>
                    <a:pt x="4645512" y="2278200"/>
                  </a:lnTo>
                  <a:lnTo>
                    <a:pt x="4646368" y="2278200"/>
                  </a:lnTo>
                  <a:lnTo>
                    <a:pt x="4647223" y="2218140"/>
                  </a:lnTo>
                  <a:lnTo>
                    <a:pt x="4648079" y="2269529"/>
                  </a:lnTo>
                  <a:lnTo>
                    <a:pt x="4648934" y="2278200"/>
                  </a:lnTo>
                  <a:lnTo>
                    <a:pt x="4649790" y="2278200"/>
                  </a:lnTo>
                  <a:lnTo>
                    <a:pt x="4650645" y="2278200"/>
                  </a:lnTo>
                  <a:lnTo>
                    <a:pt x="4651501" y="2278200"/>
                  </a:lnTo>
                  <a:lnTo>
                    <a:pt x="4652356" y="2278200"/>
                  </a:lnTo>
                  <a:lnTo>
                    <a:pt x="4653212" y="2278200"/>
                  </a:lnTo>
                  <a:lnTo>
                    <a:pt x="4654067" y="2254307"/>
                  </a:lnTo>
                  <a:lnTo>
                    <a:pt x="4654923" y="2257686"/>
                  </a:lnTo>
                  <a:lnTo>
                    <a:pt x="4655779" y="2252116"/>
                  </a:lnTo>
                  <a:lnTo>
                    <a:pt x="4656634" y="2264226"/>
                  </a:lnTo>
                  <a:lnTo>
                    <a:pt x="4657490" y="2278200"/>
                  </a:lnTo>
                  <a:lnTo>
                    <a:pt x="4658345" y="2278200"/>
                  </a:lnTo>
                  <a:lnTo>
                    <a:pt x="4659201" y="2278200"/>
                  </a:lnTo>
                  <a:lnTo>
                    <a:pt x="4660056" y="2278200"/>
                  </a:lnTo>
                  <a:lnTo>
                    <a:pt x="4660912" y="2278200"/>
                  </a:lnTo>
                  <a:lnTo>
                    <a:pt x="4661767" y="2259391"/>
                  </a:lnTo>
                  <a:lnTo>
                    <a:pt x="4662623" y="2269447"/>
                  </a:lnTo>
                  <a:lnTo>
                    <a:pt x="4663478" y="2278200"/>
                  </a:lnTo>
                  <a:lnTo>
                    <a:pt x="4664334" y="2278200"/>
                  </a:lnTo>
                  <a:lnTo>
                    <a:pt x="4665189" y="2278200"/>
                  </a:lnTo>
                  <a:lnTo>
                    <a:pt x="4666045" y="2278200"/>
                  </a:lnTo>
                  <a:lnTo>
                    <a:pt x="4666900" y="2271242"/>
                  </a:lnTo>
                  <a:lnTo>
                    <a:pt x="4667756" y="2278200"/>
                  </a:lnTo>
                  <a:lnTo>
                    <a:pt x="4668611" y="2278200"/>
                  </a:lnTo>
                  <a:lnTo>
                    <a:pt x="4669467" y="2278200"/>
                  </a:lnTo>
                  <a:lnTo>
                    <a:pt x="4670322" y="2278200"/>
                  </a:lnTo>
                  <a:lnTo>
                    <a:pt x="4671178" y="2278200"/>
                  </a:lnTo>
                  <a:lnTo>
                    <a:pt x="4672034" y="2278200"/>
                  </a:lnTo>
                  <a:lnTo>
                    <a:pt x="4672889" y="2278200"/>
                  </a:lnTo>
                  <a:lnTo>
                    <a:pt x="4673745" y="2278200"/>
                  </a:lnTo>
                  <a:lnTo>
                    <a:pt x="4674600" y="2278200"/>
                  </a:lnTo>
                  <a:lnTo>
                    <a:pt x="4675456" y="2278200"/>
                  </a:lnTo>
                  <a:lnTo>
                    <a:pt x="4676311" y="2278200"/>
                  </a:lnTo>
                  <a:lnTo>
                    <a:pt x="4677167" y="2278200"/>
                  </a:lnTo>
                  <a:lnTo>
                    <a:pt x="4678022" y="2278200"/>
                  </a:lnTo>
                  <a:lnTo>
                    <a:pt x="4678878" y="2258539"/>
                  </a:lnTo>
                  <a:lnTo>
                    <a:pt x="4679733" y="2206341"/>
                  </a:lnTo>
                  <a:lnTo>
                    <a:pt x="4680589" y="2147854"/>
                  </a:lnTo>
                  <a:lnTo>
                    <a:pt x="4681444" y="2123919"/>
                  </a:lnTo>
                  <a:lnTo>
                    <a:pt x="4682300" y="2161995"/>
                  </a:lnTo>
                  <a:lnTo>
                    <a:pt x="4683155" y="2147645"/>
                  </a:lnTo>
                  <a:lnTo>
                    <a:pt x="4684011" y="2095755"/>
                  </a:lnTo>
                  <a:lnTo>
                    <a:pt x="4684866" y="2066816"/>
                  </a:lnTo>
                  <a:lnTo>
                    <a:pt x="4685722" y="2110991"/>
                  </a:lnTo>
                  <a:lnTo>
                    <a:pt x="4686578" y="2111481"/>
                  </a:lnTo>
                  <a:lnTo>
                    <a:pt x="4687433" y="2103176"/>
                  </a:lnTo>
                  <a:lnTo>
                    <a:pt x="4688289" y="2122740"/>
                  </a:lnTo>
                  <a:lnTo>
                    <a:pt x="4689144" y="2159611"/>
                  </a:lnTo>
                  <a:lnTo>
                    <a:pt x="4690000" y="2190239"/>
                  </a:lnTo>
                  <a:lnTo>
                    <a:pt x="4690855" y="2156350"/>
                  </a:lnTo>
                  <a:lnTo>
                    <a:pt x="4691711" y="2210133"/>
                  </a:lnTo>
                  <a:lnTo>
                    <a:pt x="4692566" y="2209208"/>
                  </a:lnTo>
                  <a:lnTo>
                    <a:pt x="4693422" y="2220079"/>
                  </a:lnTo>
                  <a:lnTo>
                    <a:pt x="4694277" y="2192387"/>
                  </a:lnTo>
                  <a:lnTo>
                    <a:pt x="4695133" y="2205766"/>
                  </a:lnTo>
                  <a:lnTo>
                    <a:pt x="4695988" y="2182155"/>
                  </a:lnTo>
                  <a:lnTo>
                    <a:pt x="4696844" y="2180761"/>
                  </a:lnTo>
                  <a:lnTo>
                    <a:pt x="4697699" y="2200827"/>
                  </a:lnTo>
                  <a:lnTo>
                    <a:pt x="4698555" y="2213107"/>
                  </a:lnTo>
                  <a:lnTo>
                    <a:pt x="4699410" y="2235466"/>
                  </a:lnTo>
                  <a:lnTo>
                    <a:pt x="4700266" y="2189179"/>
                  </a:lnTo>
                  <a:lnTo>
                    <a:pt x="4701121" y="2172299"/>
                  </a:lnTo>
                  <a:lnTo>
                    <a:pt x="4701977" y="2213700"/>
                  </a:lnTo>
                  <a:lnTo>
                    <a:pt x="4702833" y="2233747"/>
                  </a:lnTo>
                  <a:lnTo>
                    <a:pt x="4703688" y="2217061"/>
                  </a:lnTo>
                  <a:lnTo>
                    <a:pt x="4704544" y="2211008"/>
                  </a:lnTo>
                  <a:lnTo>
                    <a:pt x="4705399" y="2211885"/>
                  </a:lnTo>
                  <a:lnTo>
                    <a:pt x="4706255" y="2199165"/>
                  </a:lnTo>
                  <a:lnTo>
                    <a:pt x="4707110" y="2246896"/>
                  </a:lnTo>
                  <a:lnTo>
                    <a:pt x="4707966" y="2223097"/>
                  </a:lnTo>
                  <a:lnTo>
                    <a:pt x="4708821" y="2183640"/>
                  </a:lnTo>
                  <a:lnTo>
                    <a:pt x="4709677" y="2215106"/>
                  </a:lnTo>
                  <a:lnTo>
                    <a:pt x="4710532" y="2231203"/>
                  </a:lnTo>
                  <a:lnTo>
                    <a:pt x="4711388" y="2246586"/>
                  </a:lnTo>
                  <a:lnTo>
                    <a:pt x="4712243" y="2240824"/>
                  </a:lnTo>
                  <a:lnTo>
                    <a:pt x="4713099" y="2229096"/>
                  </a:lnTo>
                  <a:lnTo>
                    <a:pt x="4713954" y="2260061"/>
                  </a:lnTo>
                  <a:lnTo>
                    <a:pt x="4714810" y="2273995"/>
                  </a:lnTo>
                  <a:lnTo>
                    <a:pt x="4715665" y="2220514"/>
                  </a:lnTo>
                  <a:lnTo>
                    <a:pt x="4716521" y="2199393"/>
                  </a:lnTo>
                  <a:lnTo>
                    <a:pt x="4717376" y="2197882"/>
                  </a:lnTo>
                  <a:lnTo>
                    <a:pt x="4718232" y="2185418"/>
                  </a:lnTo>
                  <a:lnTo>
                    <a:pt x="4719088" y="2122871"/>
                  </a:lnTo>
                  <a:lnTo>
                    <a:pt x="4719943" y="2133446"/>
                  </a:lnTo>
                  <a:lnTo>
                    <a:pt x="4720799" y="2081333"/>
                  </a:lnTo>
                  <a:lnTo>
                    <a:pt x="4721654" y="2078544"/>
                  </a:lnTo>
                  <a:lnTo>
                    <a:pt x="4722510" y="2073698"/>
                  </a:lnTo>
                  <a:lnTo>
                    <a:pt x="4723365" y="2047509"/>
                  </a:lnTo>
                  <a:lnTo>
                    <a:pt x="4724221" y="2035330"/>
                  </a:lnTo>
                  <a:lnTo>
                    <a:pt x="4725076" y="2077379"/>
                  </a:lnTo>
                  <a:lnTo>
                    <a:pt x="4725932" y="2051450"/>
                  </a:lnTo>
                  <a:lnTo>
                    <a:pt x="4726787" y="2052229"/>
                  </a:lnTo>
                  <a:lnTo>
                    <a:pt x="4727643" y="2048703"/>
                  </a:lnTo>
                  <a:lnTo>
                    <a:pt x="4728498" y="2067582"/>
                  </a:lnTo>
                  <a:lnTo>
                    <a:pt x="4729354" y="2011678"/>
                  </a:lnTo>
                  <a:lnTo>
                    <a:pt x="4730209" y="1958799"/>
                  </a:lnTo>
                  <a:lnTo>
                    <a:pt x="4731065" y="2023461"/>
                  </a:lnTo>
                  <a:lnTo>
                    <a:pt x="4731920" y="1953966"/>
                  </a:lnTo>
                  <a:lnTo>
                    <a:pt x="4732776" y="2005751"/>
                  </a:lnTo>
                  <a:lnTo>
                    <a:pt x="4733632" y="1994606"/>
                  </a:lnTo>
                  <a:lnTo>
                    <a:pt x="4734487" y="2052230"/>
                  </a:lnTo>
                  <a:lnTo>
                    <a:pt x="4735343" y="2028582"/>
                  </a:lnTo>
                  <a:lnTo>
                    <a:pt x="4736198" y="1927364"/>
                  </a:lnTo>
                  <a:lnTo>
                    <a:pt x="4737054" y="1926612"/>
                  </a:lnTo>
                  <a:lnTo>
                    <a:pt x="4737909" y="1901690"/>
                  </a:lnTo>
                  <a:lnTo>
                    <a:pt x="4738765" y="1940080"/>
                  </a:lnTo>
                  <a:lnTo>
                    <a:pt x="4739620" y="2015744"/>
                  </a:lnTo>
                  <a:lnTo>
                    <a:pt x="4740476" y="1985291"/>
                  </a:lnTo>
                  <a:lnTo>
                    <a:pt x="4741331" y="1996086"/>
                  </a:lnTo>
                  <a:lnTo>
                    <a:pt x="4742187" y="1967059"/>
                  </a:lnTo>
                  <a:lnTo>
                    <a:pt x="4743042" y="2098758"/>
                  </a:lnTo>
                  <a:lnTo>
                    <a:pt x="4743898" y="2133246"/>
                  </a:lnTo>
                  <a:lnTo>
                    <a:pt x="4744753" y="2138582"/>
                  </a:lnTo>
                  <a:lnTo>
                    <a:pt x="4745609" y="2166651"/>
                  </a:lnTo>
                  <a:lnTo>
                    <a:pt x="4746464" y="2163333"/>
                  </a:lnTo>
                  <a:lnTo>
                    <a:pt x="4747320" y="2147689"/>
                  </a:lnTo>
                  <a:lnTo>
                    <a:pt x="4748175" y="2066936"/>
                  </a:lnTo>
                  <a:lnTo>
                    <a:pt x="4749031" y="2099089"/>
                  </a:lnTo>
                  <a:lnTo>
                    <a:pt x="4749887" y="1994335"/>
                  </a:lnTo>
                  <a:lnTo>
                    <a:pt x="4750742" y="1972284"/>
                  </a:lnTo>
                  <a:lnTo>
                    <a:pt x="4751598" y="1933889"/>
                  </a:lnTo>
                  <a:lnTo>
                    <a:pt x="4752453" y="1927707"/>
                  </a:lnTo>
                  <a:lnTo>
                    <a:pt x="4753309" y="2046962"/>
                  </a:lnTo>
                  <a:lnTo>
                    <a:pt x="4754164" y="2087194"/>
                  </a:lnTo>
                  <a:lnTo>
                    <a:pt x="4755020" y="2085822"/>
                  </a:lnTo>
                  <a:lnTo>
                    <a:pt x="4755875" y="2103605"/>
                  </a:lnTo>
                  <a:lnTo>
                    <a:pt x="4756731" y="2029888"/>
                  </a:lnTo>
                  <a:lnTo>
                    <a:pt x="4757586" y="2039571"/>
                  </a:lnTo>
                  <a:lnTo>
                    <a:pt x="4758442" y="2118069"/>
                  </a:lnTo>
                  <a:lnTo>
                    <a:pt x="4759297" y="2072716"/>
                  </a:lnTo>
                  <a:lnTo>
                    <a:pt x="4760153" y="2033706"/>
                  </a:lnTo>
                  <a:lnTo>
                    <a:pt x="4761008" y="2047392"/>
                  </a:lnTo>
                  <a:lnTo>
                    <a:pt x="4761864" y="2017196"/>
                  </a:lnTo>
                  <a:lnTo>
                    <a:pt x="4762719" y="2107245"/>
                  </a:lnTo>
                  <a:lnTo>
                    <a:pt x="4763575" y="2101753"/>
                  </a:lnTo>
                  <a:lnTo>
                    <a:pt x="4764430" y="2164209"/>
                  </a:lnTo>
                  <a:lnTo>
                    <a:pt x="4765286" y="2071656"/>
                  </a:lnTo>
                  <a:lnTo>
                    <a:pt x="4766142" y="2088570"/>
                  </a:lnTo>
                  <a:lnTo>
                    <a:pt x="4766997" y="2120284"/>
                  </a:lnTo>
                  <a:lnTo>
                    <a:pt x="4767853" y="2069158"/>
                  </a:lnTo>
                  <a:lnTo>
                    <a:pt x="4768708" y="2098820"/>
                  </a:lnTo>
                  <a:lnTo>
                    <a:pt x="4769564" y="2058348"/>
                  </a:lnTo>
                  <a:lnTo>
                    <a:pt x="4770419" y="2104205"/>
                  </a:lnTo>
                  <a:lnTo>
                    <a:pt x="4771275" y="2116366"/>
                  </a:lnTo>
                  <a:lnTo>
                    <a:pt x="4772130" y="2098236"/>
                  </a:lnTo>
                  <a:lnTo>
                    <a:pt x="4772986" y="2100057"/>
                  </a:lnTo>
                  <a:lnTo>
                    <a:pt x="4773841" y="2035653"/>
                  </a:lnTo>
                  <a:lnTo>
                    <a:pt x="4774697" y="2082160"/>
                  </a:lnTo>
                  <a:lnTo>
                    <a:pt x="4775552" y="2133752"/>
                  </a:lnTo>
                  <a:lnTo>
                    <a:pt x="4776408" y="2157537"/>
                  </a:lnTo>
                  <a:lnTo>
                    <a:pt x="4777263" y="2087490"/>
                  </a:lnTo>
                  <a:lnTo>
                    <a:pt x="4778119" y="2118521"/>
                  </a:lnTo>
                  <a:lnTo>
                    <a:pt x="4778974" y="2174499"/>
                  </a:lnTo>
                  <a:lnTo>
                    <a:pt x="4779830" y="2170150"/>
                  </a:lnTo>
                  <a:lnTo>
                    <a:pt x="4780686" y="2153653"/>
                  </a:lnTo>
                  <a:lnTo>
                    <a:pt x="4781541" y="2150520"/>
                  </a:lnTo>
                  <a:lnTo>
                    <a:pt x="4782397" y="2168302"/>
                  </a:lnTo>
                  <a:lnTo>
                    <a:pt x="4783252" y="2165343"/>
                  </a:lnTo>
                  <a:lnTo>
                    <a:pt x="4784108" y="2216704"/>
                  </a:lnTo>
                  <a:lnTo>
                    <a:pt x="4784963" y="2232328"/>
                  </a:lnTo>
                  <a:lnTo>
                    <a:pt x="4785819" y="2221361"/>
                  </a:lnTo>
                  <a:lnTo>
                    <a:pt x="4786674" y="2238294"/>
                  </a:lnTo>
                  <a:lnTo>
                    <a:pt x="4787530" y="2245413"/>
                  </a:lnTo>
                  <a:lnTo>
                    <a:pt x="4788385" y="2278200"/>
                  </a:lnTo>
                  <a:lnTo>
                    <a:pt x="4789241" y="2270367"/>
                  </a:lnTo>
                  <a:lnTo>
                    <a:pt x="4790096" y="2242224"/>
                  </a:lnTo>
                  <a:lnTo>
                    <a:pt x="4790952" y="2251048"/>
                  </a:lnTo>
                  <a:lnTo>
                    <a:pt x="4791807" y="2266577"/>
                  </a:lnTo>
                  <a:lnTo>
                    <a:pt x="4792663" y="2278200"/>
                  </a:lnTo>
                  <a:lnTo>
                    <a:pt x="4793518" y="2278200"/>
                  </a:lnTo>
                  <a:lnTo>
                    <a:pt x="4794374" y="2278200"/>
                  </a:lnTo>
                  <a:lnTo>
                    <a:pt x="4795229" y="2278200"/>
                  </a:lnTo>
                  <a:lnTo>
                    <a:pt x="4796085" y="2278200"/>
                  </a:lnTo>
                  <a:lnTo>
                    <a:pt x="4796941" y="2278200"/>
                  </a:lnTo>
                  <a:lnTo>
                    <a:pt x="4797796" y="2278200"/>
                  </a:lnTo>
                  <a:lnTo>
                    <a:pt x="4798652" y="2278200"/>
                  </a:lnTo>
                  <a:lnTo>
                    <a:pt x="4799507" y="2278200"/>
                  </a:lnTo>
                  <a:lnTo>
                    <a:pt x="4800363" y="2278200"/>
                  </a:lnTo>
                  <a:lnTo>
                    <a:pt x="4801218" y="2278200"/>
                  </a:lnTo>
                  <a:lnTo>
                    <a:pt x="4802074" y="2278200"/>
                  </a:lnTo>
                  <a:lnTo>
                    <a:pt x="4802929" y="2278200"/>
                  </a:lnTo>
                  <a:lnTo>
                    <a:pt x="4803785" y="2278200"/>
                  </a:lnTo>
                  <a:lnTo>
                    <a:pt x="4804640" y="2278200"/>
                  </a:lnTo>
                  <a:lnTo>
                    <a:pt x="4805496" y="2278200"/>
                  </a:lnTo>
                  <a:lnTo>
                    <a:pt x="4806351" y="2275510"/>
                  </a:lnTo>
                  <a:lnTo>
                    <a:pt x="4807207" y="2254334"/>
                  </a:lnTo>
                  <a:lnTo>
                    <a:pt x="4808062" y="2266453"/>
                  </a:lnTo>
                  <a:lnTo>
                    <a:pt x="4808918" y="2276478"/>
                  </a:lnTo>
                  <a:lnTo>
                    <a:pt x="4809773" y="2278200"/>
                  </a:lnTo>
                  <a:lnTo>
                    <a:pt x="4810629" y="2278200"/>
                  </a:lnTo>
                  <a:lnTo>
                    <a:pt x="4811484" y="2278200"/>
                  </a:lnTo>
                  <a:lnTo>
                    <a:pt x="4812340" y="2278200"/>
                  </a:lnTo>
                  <a:lnTo>
                    <a:pt x="4813196" y="2263579"/>
                  </a:lnTo>
                  <a:lnTo>
                    <a:pt x="4814051" y="2278200"/>
                  </a:lnTo>
                  <a:lnTo>
                    <a:pt x="4814907" y="2278200"/>
                  </a:lnTo>
                  <a:lnTo>
                    <a:pt x="4815762" y="2278200"/>
                  </a:lnTo>
                  <a:lnTo>
                    <a:pt x="4816618" y="2278200"/>
                  </a:lnTo>
                  <a:lnTo>
                    <a:pt x="4817473" y="2278200"/>
                  </a:lnTo>
                  <a:lnTo>
                    <a:pt x="4818329" y="2278200"/>
                  </a:lnTo>
                  <a:lnTo>
                    <a:pt x="4819184" y="2269484"/>
                  </a:lnTo>
                  <a:lnTo>
                    <a:pt x="4820040" y="2259536"/>
                  </a:lnTo>
                  <a:lnTo>
                    <a:pt x="4820895" y="2221753"/>
                  </a:lnTo>
                  <a:lnTo>
                    <a:pt x="4821751" y="2262234"/>
                  </a:lnTo>
                  <a:lnTo>
                    <a:pt x="4822606" y="2278200"/>
                  </a:lnTo>
                  <a:lnTo>
                    <a:pt x="4823462" y="2254633"/>
                  </a:lnTo>
                  <a:lnTo>
                    <a:pt x="4824317" y="2228841"/>
                  </a:lnTo>
                  <a:lnTo>
                    <a:pt x="4825173" y="2231717"/>
                  </a:lnTo>
                  <a:lnTo>
                    <a:pt x="4826028" y="2223285"/>
                  </a:lnTo>
                  <a:lnTo>
                    <a:pt x="4826884" y="2203193"/>
                  </a:lnTo>
                  <a:lnTo>
                    <a:pt x="4827740" y="2228368"/>
                  </a:lnTo>
                  <a:lnTo>
                    <a:pt x="4828595" y="2200271"/>
                  </a:lnTo>
                  <a:lnTo>
                    <a:pt x="4829451" y="2240274"/>
                  </a:lnTo>
                  <a:lnTo>
                    <a:pt x="4830306" y="2255009"/>
                  </a:lnTo>
                  <a:lnTo>
                    <a:pt x="4831162" y="2261550"/>
                  </a:lnTo>
                  <a:lnTo>
                    <a:pt x="4832017" y="2274179"/>
                  </a:lnTo>
                  <a:lnTo>
                    <a:pt x="4832873" y="2232357"/>
                  </a:lnTo>
                  <a:lnTo>
                    <a:pt x="4833728" y="2231865"/>
                  </a:lnTo>
                  <a:lnTo>
                    <a:pt x="4834584" y="2227460"/>
                  </a:lnTo>
                  <a:lnTo>
                    <a:pt x="4835439" y="2237382"/>
                  </a:lnTo>
                  <a:lnTo>
                    <a:pt x="4836295" y="2278200"/>
                  </a:lnTo>
                  <a:lnTo>
                    <a:pt x="4837150" y="2242742"/>
                  </a:lnTo>
                  <a:lnTo>
                    <a:pt x="4838006" y="2260648"/>
                  </a:lnTo>
                  <a:lnTo>
                    <a:pt x="4838861" y="2239242"/>
                  </a:lnTo>
                  <a:lnTo>
                    <a:pt x="4839717" y="2230911"/>
                  </a:lnTo>
                  <a:lnTo>
                    <a:pt x="4840572" y="2259936"/>
                  </a:lnTo>
                  <a:lnTo>
                    <a:pt x="4841428" y="2256790"/>
                  </a:lnTo>
                  <a:lnTo>
                    <a:pt x="4842283" y="2278200"/>
                  </a:lnTo>
                  <a:lnTo>
                    <a:pt x="4843139" y="2266735"/>
                  </a:lnTo>
                  <a:lnTo>
                    <a:pt x="4843995" y="2275708"/>
                  </a:lnTo>
                  <a:lnTo>
                    <a:pt x="4844850" y="2278200"/>
                  </a:lnTo>
                  <a:lnTo>
                    <a:pt x="4845706" y="2264816"/>
                  </a:lnTo>
                  <a:lnTo>
                    <a:pt x="4846561" y="2266249"/>
                  </a:lnTo>
                  <a:lnTo>
                    <a:pt x="4847417" y="2248258"/>
                  </a:lnTo>
                  <a:lnTo>
                    <a:pt x="4848272" y="2272695"/>
                  </a:lnTo>
                  <a:lnTo>
                    <a:pt x="4849128" y="2278200"/>
                  </a:lnTo>
                  <a:lnTo>
                    <a:pt x="4849983" y="2278200"/>
                  </a:lnTo>
                  <a:lnTo>
                    <a:pt x="4850839" y="2278200"/>
                  </a:lnTo>
                  <a:lnTo>
                    <a:pt x="4851694" y="2278200"/>
                  </a:lnTo>
                  <a:lnTo>
                    <a:pt x="4852550" y="2278200"/>
                  </a:lnTo>
                  <a:lnTo>
                    <a:pt x="4853405" y="2278200"/>
                  </a:lnTo>
                  <a:lnTo>
                    <a:pt x="4854261" y="2254445"/>
                  </a:lnTo>
                  <a:lnTo>
                    <a:pt x="4855116" y="2232853"/>
                  </a:lnTo>
                  <a:lnTo>
                    <a:pt x="4855972" y="2241049"/>
                  </a:lnTo>
                  <a:lnTo>
                    <a:pt x="4856827" y="2222767"/>
                  </a:lnTo>
                  <a:lnTo>
                    <a:pt x="4857683" y="2216184"/>
                  </a:lnTo>
                  <a:lnTo>
                    <a:pt x="4858538" y="2216346"/>
                  </a:lnTo>
                  <a:lnTo>
                    <a:pt x="4859394" y="2241484"/>
                  </a:lnTo>
                  <a:lnTo>
                    <a:pt x="4860250" y="2278200"/>
                  </a:lnTo>
                  <a:lnTo>
                    <a:pt x="4861105" y="2278200"/>
                  </a:lnTo>
                  <a:lnTo>
                    <a:pt x="4861961" y="2278200"/>
                  </a:lnTo>
                  <a:lnTo>
                    <a:pt x="4862816" y="2277142"/>
                  </a:lnTo>
                  <a:lnTo>
                    <a:pt x="4863672" y="2243723"/>
                  </a:lnTo>
                  <a:lnTo>
                    <a:pt x="4864527" y="2253928"/>
                  </a:lnTo>
                  <a:lnTo>
                    <a:pt x="4865383" y="2270313"/>
                  </a:lnTo>
                  <a:lnTo>
                    <a:pt x="4866238" y="2270440"/>
                  </a:lnTo>
                  <a:lnTo>
                    <a:pt x="4867094" y="2212754"/>
                  </a:lnTo>
                  <a:lnTo>
                    <a:pt x="4867949" y="2194453"/>
                  </a:lnTo>
                  <a:lnTo>
                    <a:pt x="4868805" y="2152678"/>
                  </a:lnTo>
                  <a:lnTo>
                    <a:pt x="4869660" y="2159795"/>
                  </a:lnTo>
                  <a:lnTo>
                    <a:pt x="4870516" y="2126416"/>
                  </a:lnTo>
                  <a:lnTo>
                    <a:pt x="4871371" y="2105022"/>
                  </a:lnTo>
                  <a:lnTo>
                    <a:pt x="4872227" y="2077771"/>
                  </a:lnTo>
                  <a:lnTo>
                    <a:pt x="4873082" y="2075504"/>
                  </a:lnTo>
                  <a:lnTo>
                    <a:pt x="4873938" y="2094820"/>
                  </a:lnTo>
                  <a:lnTo>
                    <a:pt x="4874793" y="2067199"/>
                  </a:lnTo>
                  <a:lnTo>
                    <a:pt x="4875649" y="2091005"/>
                  </a:lnTo>
                  <a:lnTo>
                    <a:pt x="4876505" y="2103990"/>
                  </a:lnTo>
                  <a:lnTo>
                    <a:pt x="4877360" y="2083175"/>
                  </a:lnTo>
                  <a:lnTo>
                    <a:pt x="4878216" y="2147036"/>
                  </a:lnTo>
                  <a:lnTo>
                    <a:pt x="4879071" y="2141633"/>
                  </a:lnTo>
                  <a:lnTo>
                    <a:pt x="4879927" y="2174287"/>
                  </a:lnTo>
                  <a:lnTo>
                    <a:pt x="4880782" y="2222457"/>
                  </a:lnTo>
                  <a:lnTo>
                    <a:pt x="4881638" y="2224096"/>
                  </a:lnTo>
                  <a:lnTo>
                    <a:pt x="4882493" y="2249127"/>
                  </a:lnTo>
                  <a:lnTo>
                    <a:pt x="4883349" y="2263350"/>
                  </a:lnTo>
                  <a:lnTo>
                    <a:pt x="4884204" y="2225769"/>
                  </a:lnTo>
                  <a:lnTo>
                    <a:pt x="4885060" y="2267636"/>
                  </a:lnTo>
                  <a:lnTo>
                    <a:pt x="4885915" y="2245007"/>
                  </a:lnTo>
                  <a:lnTo>
                    <a:pt x="4886771" y="2273473"/>
                  </a:lnTo>
                  <a:lnTo>
                    <a:pt x="4887626" y="2274299"/>
                  </a:lnTo>
                  <a:lnTo>
                    <a:pt x="4888482" y="2266493"/>
                  </a:lnTo>
                  <a:lnTo>
                    <a:pt x="4889337" y="2278200"/>
                  </a:lnTo>
                  <a:lnTo>
                    <a:pt x="4890193" y="2270515"/>
                  </a:lnTo>
                  <a:lnTo>
                    <a:pt x="4891049" y="2214356"/>
                  </a:lnTo>
                  <a:lnTo>
                    <a:pt x="4891904" y="2211168"/>
                  </a:lnTo>
                  <a:lnTo>
                    <a:pt x="4892760" y="2192805"/>
                  </a:lnTo>
                  <a:lnTo>
                    <a:pt x="4893615" y="2188915"/>
                  </a:lnTo>
                  <a:lnTo>
                    <a:pt x="4894471" y="2147370"/>
                  </a:lnTo>
                  <a:lnTo>
                    <a:pt x="4895326" y="2114434"/>
                  </a:lnTo>
                  <a:lnTo>
                    <a:pt x="4896182" y="2066317"/>
                  </a:lnTo>
                  <a:lnTo>
                    <a:pt x="4897037" y="2011842"/>
                  </a:lnTo>
                  <a:lnTo>
                    <a:pt x="4897893" y="1973433"/>
                  </a:lnTo>
                  <a:lnTo>
                    <a:pt x="4898748" y="1902890"/>
                  </a:lnTo>
                  <a:lnTo>
                    <a:pt x="4899604" y="1856311"/>
                  </a:lnTo>
                  <a:lnTo>
                    <a:pt x="4900459" y="1856332"/>
                  </a:lnTo>
                  <a:lnTo>
                    <a:pt x="4901315" y="1883862"/>
                  </a:lnTo>
                  <a:lnTo>
                    <a:pt x="4902170" y="1903610"/>
                  </a:lnTo>
                  <a:lnTo>
                    <a:pt x="4903026" y="1955934"/>
                  </a:lnTo>
                  <a:lnTo>
                    <a:pt x="4903881" y="2024890"/>
                  </a:lnTo>
                  <a:lnTo>
                    <a:pt x="4904737" y="2103067"/>
                  </a:lnTo>
                  <a:lnTo>
                    <a:pt x="4905592" y="2139079"/>
                  </a:lnTo>
                  <a:lnTo>
                    <a:pt x="4906448" y="2160969"/>
                  </a:lnTo>
                  <a:lnTo>
                    <a:pt x="4907304" y="2198128"/>
                  </a:lnTo>
                  <a:lnTo>
                    <a:pt x="4908159" y="2186596"/>
                  </a:lnTo>
                  <a:lnTo>
                    <a:pt x="4909015" y="2194863"/>
                  </a:lnTo>
                  <a:lnTo>
                    <a:pt x="4909870" y="2229249"/>
                  </a:lnTo>
                  <a:lnTo>
                    <a:pt x="4910726" y="2249043"/>
                  </a:lnTo>
                  <a:lnTo>
                    <a:pt x="4911581" y="2278200"/>
                  </a:lnTo>
                  <a:lnTo>
                    <a:pt x="4912437" y="2278200"/>
                  </a:lnTo>
                  <a:lnTo>
                    <a:pt x="4913292" y="2278200"/>
                  </a:lnTo>
                  <a:lnTo>
                    <a:pt x="4914148" y="2278200"/>
                  </a:lnTo>
                  <a:lnTo>
                    <a:pt x="4915003" y="2278200"/>
                  </a:lnTo>
                  <a:lnTo>
                    <a:pt x="4915859" y="2278200"/>
                  </a:lnTo>
                  <a:lnTo>
                    <a:pt x="4916714" y="2278200"/>
                  </a:lnTo>
                  <a:lnTo>
                    <a:pt x="4917570" y="2278200"/>
                  </a:lnTo>
                  <a:lnTo>
                    <a:pt x="4918425" y="2278200"/>
                  </a:lnTo>
                  <a:lnTo>
                    <a:pt x="4919281" y="2255202"/>
                  </a:lnTo>
                  <a:lnTo>
                    <a:pt x="4920136" y="2269189"/>
                  </a:lnTo>
                  <a:lnTo>
                    <a:pt x="4920992" y="2270368"/>
                  </a:lnTo>
                  <a:lnTo>
                    <a:pt x="4921847" y="2277537"/>
                  </a:lnTo>
                  <a:lnTo>
                    <a:pt x="4922703" y="2278200"/>
                  </a:lnTo>
                  <a:lnTo>
                    <a:pt x="4923559" y="2278200"/>
                  </a:lnTo>
                  <a:lnTo>
                    <a:pt x="4924414" y="2278200"/>
                  </a:lnTo>
                  <a:lnTo>
                    <a:pt x="4925270" y="2278200"/>
                  </a:lnTo>
                  <a:lnTo>
                    <a:pt x="4926125" y="2278200"/>
                  </a:lnTo>
                  <a:lnTo>
                    <a:pt x="4926981" y="2275678"/>
                  </a:lnTo>
                  <a:lnTo>
                    <a:pt x="4927836" y="2267273"/>
                  </a:lnTo>
                  <a:lnTo>
                    <a:pt x="4928692" y="2252168"/>
                  </a:lnTo>
                  <a:lnTo>
                    <a:pt x="4929547" y="2235095"/>
                  </a:lnTo>
                  <a:lnTo>
                    <a:pt x="4930403" y="2252259"/>
                  </a:lnTo>
                  <a:lnTo>
                    <a:pt x="4931258" y="2242987"/>
                  </a:lnTo>
                  <a:lnTo>
                    <a:pt x="4932114" y="2248938"/>
                  </a:lnTo>
                  <a:lnTo>
                    <a:pt x="4932969" y="2208100"/>
                  </a:lnTo>
                  <a:lnTo>
                    <a:pt x="4933825" y="2201045"/>
                  </a:lnTo>
                  <a:lnTo>
                    <a:pt x="4934680" y="2134544"/>
                  </a:lnTo>
                  <a:lnTo>
                    <a:pt x="4935536" y="2145963"/>
                  </a:lnTo>
                  <a:lnTo>
                    <a:pt x="4936391" y="2231288"/>
                  </a:lnTo>
                  <a:lnTo>
                    <a:pt x="4937247" y="2174248"/>
                  </a:lnTo>
                  <a:lnTo>
                    <a:pt x="4938103" y="2204544"/>
                  </a:lnTo>
                  <a:lnTo>
                    <a:pt x="4938958" y="2185175"/>
                  </a:lnTo>
                  <a:lnTo>
                    <a:pt x="4939814" y="2164077"/>
                  </a:lnTo>
                  <a:lnTo>
                    <a:pt x="4940669" y="2126080"/>
                  </a:lnTo>
                  <a:lnTo>
                    <a:pt x="4941525" y="2095318"/>
                  </a:lnTo>
                  <a:lnTo>
                    <a:pt x="4942380" y="2149728"/>
                  </a:lnTo>
                  <a:lnTo>
                    <a:pt x="4943236" y="2159373"/>
                  </a:lnTo>
                  <a:lnTo>
                    <a:pt x="4944091" y="2169819"/>
                  </a:lnTo>
                  <a:lnTo>
                    <a:pt x="4944947" y="2200262"/>
                  </a:lnTo>
                  <a:lnTo>
                    <a:pt x="4945802" y="2220348"/>
                  </a:lnTo>
                  <a:lnTo>
                    <a:pt x="4946658" y="2231051"/>
                  </a:lnTo>
                  <a:lnTo>
                    <a:pt x="4947513" y="2255673"/>
                  </a:lnTo>
                  <a:lnTo>
                    <a:pt x="4948369" y="2246709"/>
                  </a:lnTo>
                  <a:lnTo>
                    <a:pt x="4949224" y="2229661"/>
                  </a:lnTo>
                  <a:lnTo>
                    <a:pt x="4950080" y="2227354"/>
                  </a:lnTo>
                  <a:lnTo>
                    <a:pt x="4950935" y="2278200"/>
                  </a:lnTo>
                  <a:lnTo>
                    <a:pt x="4951791" y="2234609"/>
                  </a:lnTo>
                  <a:lnTo>
                    <a:pt x="4952646" y="2278200"/>
                  </a:lnTo>
                  <a:lnTo>
                    <a:pt x="4953502" y="2278200"/>
                  </a:lnTo>
                  <a:lnTo>
                    <a:pt x="4954358" y="2278200"/>
                  </a:lnTo>
                  <a:lnTo>
                    <a:pt x="4955213" y="2278200"/>
                  </a:lnTo>
                  <a:lnTo>
                    <a:pt x="4956069" y="2278200"/>
                  </a:lnTo>
                  <a:lnTo>
                    <a:pt x="4956924" y="2278200"/>
                  </a:lnTo>
                  <a:lnTo>
                    <a:pt x="4957780" y="2278200"/>
                  </a:lnTo>
                  <a:lnTo>
                    <a:pt x="4958635" y="2278200"/>
                  </a:lnTo>
                  <a:lnTo>
                    <a:pt x="4959491" y="2278200"/>
                  </a:lnTo>
                  <a:lnTo>
                    <a:pt x="4960346" y="2269212"/>
                  </a:lnTo>
                  <a:lnTo>
                    <a:pt x="4961202" y="2278200"/>
                  </a:lnTo>
                  <a:lnTo>
                    <a:pt x="4962057" y="2278200"/>
                  </a:lnTo>
                  <a:lnTo>
                    <a:pt x="4962913" y="2278200"/>
                  </a:lnTo>
                  <a:lnTo>
                    <a:pt x="4963768" y="2278200"/>
                  </a:lnTo>
                  <a:lnTo>
                    <a:pt x="4964624" y="2278200"/>
                  </a:lnTo>
                  <a:lnTo>
                    <a:pt x="4965479" y="2278200"/>
                  </a:lnTo>
                  <a:lnTo>
                    <a:pt x="4966335" y="2278200"/>
                  </a:lnTo>
                  <a:lnTo>
                    <a:pt x="4967190" y="2261124"/>
                  </a:lnTo>
                  <a:lnTo>
                    <a:pt x="4968046" y="2241764"/>
                  </a:lnTo>
                  <a:lnTo>
                    <a:pt x="4968901" y="2200833"/>
                  </a:lnTo>
                  <a:lnTo>
                    <a:pt x="4969757" y="2237386"/>
                  </a:lnTo>
                  <a:lnTo>
                    <a:pt x="4970613" y="2191643"/>
                  </a:lnTo>
                  <a:lnTo>
                    <a:pt x="4971468" y="2200344"/>
                  </a:lnTo>
                  <a:lnTo>
                    <a:pt x="4972324" y="2190449"/>
                  </a:lnTo>
                  <a:lnTo>
                    <a:pt x="4973179" y="2122726"/>
                  </a:lnTo>
                  <a:lnTo>
                    <a:pt x="4974035" y="2167922"/>
                  </a:lnTo>
                  <a:lnTo>
                    <a:pt x="4974890" y="2129256"/>
                  </a:lnTo>
                  <a:lnTo>
                    <a:pt x="4975746" y="2140856"/>
                  </a:lnTo>
                  <a:lnTo>
                    <a:pt x="4976601" y="2188660"/>
                  </a:lnTo>
                  <a:lnTo>
                    <a:pt x="4977457" y="2178814"/>
                  </a:lnTo>
                  <a:lnTo>
                    <a:pt x="4978312" y="2239282"/>
                  </a:lnTo>
                  <a:lnTo>
                    <a:pt x="4979168" y="2243197"/>
                  </a:lnTo>
                  <a:lnTo>
                    <a:pt x="4980023" y="2209682"/>
                  </a:lnTo>
                  <a:lnTo>
                    <a:pt x="4980879" y="2259373"/>
                  </a:lnTo>
                  <a:lnTo>
                    <a:pt x="4981734" y="2278200"/>
                  </a:lnTo>
                  <a:lnTo>
                    <a:pt x="4982590" y="2278200"/>
                  </a:lnTo>
                  <a:lnTo>
                    <a:pt x="4983445" y="2278200"/>
                  </a:lnTo>
                  <a:lnTo>
                    <a:pt x="4984301" y="2278200"/>
                  </a:lnTo>
                  <a:lnTo>
                    <a:pt x="4985157" y="2278200"/>
                  </a:lnTo>
                  <a:lnTo>
                    <a:pt x="4986012" y="2278200"/>
                  </a:lnTo>
                  <a:lnTo>
                    <a:pt x="4986868" y="2278200"/>
                  </a:lnTo>
                  <a:lnTo>
                    <a:pt x="4987723" y="2278200"/>
                  </a:lnTo>
                  <a:lnTo>
                    <a:pt x="4988579" y="2278200"/>
                  </a:lnTo>
                  <a:lnTo>
                    <a:pt x="4989434" y="2278200"/>
                  </a:lnTo>
                  <a:lnTo>
                    <a:pt x="4990290" y="2278200"/>
                  </a:lnTo>
                  <a:lnTo>
                    <a:pt x="4991145" y="2278200"/>
                  </a:lnTo>
                  <a:lnTo>
                    <a:pt x="4992001" y="2277014"/>
                  </a:lnTo>
                  <a:lnTo>
                    <a:pt x="4992856" y="2267474"/>
                  </a:lnTo>
                  <a:lnTo>
                    <a:pt x="4993712" y="2262902"/>
                  </a:lnTo>
                  <a:lnTo>
                    <a:pt x="4994567" y="2227724"/>
                  </a:lnTo>
                  <a:lnTo>
                    <a:pt x="4995423" y="2192208"/>
                  </a:lnTo>
                  <a:lnTo>
                    <a:pt x="4996278" y="2186692"/>
                  </a:lnTo>
                  <a:lnTo>
                    <a:pt x="4997134" y="2218226"/>
                  </a:lnTo>
                  <a:lnTo>
                    <a:pt x="4997989" y="2247447"/>
                  </a:lnTo>
                  <a:lnTo>
                    <a:pt x="4998845" y="2229683"/>
                  </a:lnTo>
                  <a:lnTo>
                    <a:pt x="4999700" y="2206337"/>
                  </a:lnTo>
                  <a:lnTo>
                    <a:pt x="5000556" y="2184450"/>
                  </a:lnTo>
                  <a:lnTo>
                    <a:pt x="5001412" y="2225859"/>
                  </a:lnTo>
                  <a:lnTo>
                    <a:pt x="5002267" y="2249937"/>
                  </a:lnTo>
                  <a:lnTo>
                    <a:pt x="5003123" y="2217989"/>
                  </a:lnTo>
                  <a:lnTo>
                    <a:pt x="5003978" y="2226517"/>
                  </a:lnTo>
                  <a:lnTo>
                    <a:pt x="5004834" y="2206466"/>
                  </a:lnTo>
                  <a:lnTo>
                    <a:pt x="5005689" y="2205552"/>
                  </a:lnTo>
                  <a:lnTo>
                    <a:pt x="5006545" y="2235748"/>
                  </a:lnTo>
                  <a:lnTo>
                    <a:pt x="5007400" y="2197014"/>
                  </a:lnTo>
                  <a:lnTo>
                    <a:pt x="5008256" y="2212471"/>
                  </a:lnTo>
                  <a:lnTo>
                    <a:pt x="5009111" y="2161290"/>
                  </a:lnTo>
                  <a:lnTo>
                    <a:pt x="5009967" y="2189687"/>
                  </a:lnTo>
                  <a:lnTo>
                    <a:pt x="5010822" y="2151444"/>
                  </a:lnTo>
                  <a:lnTo>
                    <a:pt x="5011678" y="2193889"/>
                  </a:lnTo>
                  <a:lnTo>
                    <a:pt x="5012533" y="2178940"/>
                  </a:lnTo>
                  <a:lnTo>
                    <a:pt x="5013389" y="2168564"/>
                  </a:lnTo>
                  <a:lnTo>
                    <a:pt x="5014244" y="2225853"/>
                  </a:lnTo>
                  <a:lnTo>
                    <a:pt x="5015100" y="2209619"/>
                  </a:lnTo>
                  <a:lnTo>
                    <a:pt x="5015955" y="2176142"/>
                  </a:lnTo>
                  <a:lnTo>
                    <a:pt x="5016811" y="2178899"/>
                  </a:lnTo>
                  <a:lnTo>
                    <a:pt x="5017667" y="2166487"/>
                  </a:lnTo>
                  <a:lnTo>
                    <a:pt x="5018522" y="2203007"/>
                  </a:lnTo>
                  <a:lnTo>
                    <a:pt x="5019378" y="2164577"/>
                  </a:lnTo>
                  <a:lnTo>
                    <a:pt x="5020233" y="2111655"/>
                  </a:lnTo>
                  <a:lnTo>
                    <a:pt x="5021089" y="2068445"/>
                  </a:lnTo>
                  <a:lnTo>
                    <a:pt x="5021944" y="1976750"/>
                  </a:lnTo>
                  <a:lnTo>
                    <a:pt x="5022800" y="2004144"/>
                  </a:lnTo>
                  <a:lnTo>
                    <a:pt x="5023655" y="1934692"/>
                  </a:lnTo>
                  <a:lnTo>
                    <a:pt x="5024511" y="1962416"/>
                  </a:lnTo>
                  <a:lnTo>
                    <a:pt x="5025366" y="2025230"/>
                  </a:lnTo>
                  <a:lnTo>
                    <a:pt x="5026222" y="1983155"/>
                  </a:lnTo>
                  <a:lnTo>
                    <a:pt x="5027077" y="2025988"/>
                  </a:lnTo>
                  <a:lnTo>
                    <a:pt x="5027933" y="1957776"/>
                  </a:lnTo>
                  <a:lnTo>
                    <a:pt x="5028788" y="1935172"/>
                  </a:lnTo>
                  <a:lnTo>
                    <a:pt x="5029644" y="1978500"/>
                  </a:lnTo>
                  <a:lnTo>
                    <a:pt x="5030499" y="2007841"/>
                  </a:lnTo>
                  <a:lnTo>
                    <a:pt x="5031355" y="2066018"/>
                  </a:lnTo>
                  <a:lnTo>
                    <a:pt x="5032211" y="2163756"/>
                  </a:lnTo>
                  <a:lnTo>
                    <a:pt x="5033066" y="2154868"/>
                  </a:lnTo>
                  <a:lnTo>
                    <a:pt x="5033922" y="2169568"/>
                  </a:lnTo>
                  <a:lnTo>
                    <a:pt x="5034777" y="2170386"/>
                  </a:lnTo>
                  <a:lnTo>
                    <a:pt x="5035633" y="2153967"/>
                  </a:lnTo>
                  <a:lnTo>
                    <a:pt x="5036488" y="2167414"/>
                  </a:lnTo>
                  <a:lnTo>
                    <a:pt x="5037344" y="2164983"/>
                  </a:lnTo>
                  <a:lnTo>
                    <a:pt x="5038199" y="2179369"/>
                  </a:lnTo>
                  <a:lnTo>
                    <a:pt x="5039055" y="2153020"/>
                  </a:lnTo>
                  <a:lnTo>
                    <a:pt x="5039910" y="2126339"/>
                  </a:lnTo>
                  <a:lnTo>
                    <a:pt x="5040766" y="2098354"/>
                  </a:lnTo>
                  <a:lnTo>
                    <a:pt x="5041621" y="2088322"/>
                  </a:lnTo>
                  <a:lnTo>
                    <a:pt x="5042477" y="2050942"/>
                  </a:lnTo>
                  <a:lnTo>
                    <a:pt x="5043332" y="1996431"/>
                  </a:lnTo>
                  <a:lnTo>
                    <a:pt x="5044188" y="2026729"/>
                  </a:lnTo>
                  <a:lnTo>
                    <a:pt x="5045043" y="2017683"/>
                  </a:lnTo>
                  <a:lnTo>
                    <a:pt x="5045899" y="1960099"/>
                  </a:lnTo>
                  <a:lnTo>
                    <a:pt x="5046754" y="2012018"/>
                  </a:lnTo>
                  <a:lnTo>
                    <a:pt x="5047610" y="1963055"/>
                  </a:lnTo>
                  <a:lnTo>
                    <a:pt x="5048466" y="2007766"/>
                  </a:lnTo>
                  <a:lnTo>
                    <a:pt x="5049321" y="1999642"/>
                  </a:lnTo>
                  <a:lnTo>
                    <a:pt x="5050177" y="1985234"/>
                  </a:lnTo>
                  <a:lnTo>
                    <a:pt x="5051032" y="1994361"/>
                  </a:lnTo>
                  <a:lnTo>
                    <a:pt x="5051888" y="2068478"/>
                  </a:lnTo>
                  <a:lnTo>
                    <a:pt x="5052743" y="2115513"/>
                  </a:lnTo>
                  <a:lnTo>
                    <a:pt x="5053599" y="2123582"/>
                  </a:lnTo>
                  <a:lnTo>
                    <a:pt x="5054454" y="2120464"/>
                  </a:lnTo>
                  <a:lnTo>
                    <a:pt x="5055310" y="2180717"/>
                  </a:lnTo>
                  <a:lnTo>
                    <a:pt x="5056165" y="2149696"/>
                  </a:lnTo>
                  <a:lnTo>
                    <a:pt x="5057021" y="2110258"/>
                  </a:lnTo>
                  <a:lnTo>
                    <a:pt x="5057876" y="2050229"/>
                  </a:lnTo>
                  <a:lnTo>
                    <a:pt x="5058732" y="2103667"/>
                  </a:lnTo>
                  <a:lnTo>
                    <a:pt x="5059587" y="2091861"/>
                  </a:lnTo>
                  <a:lnTo>
                    <a:pt x="5060443" y="2102627"/>
                  </a:lnTo>
                  <a:lnTo>
                    <a:pt x="5061298" y="2086772"/>
                  </a:lnTo>
                  <a:lnTo>
                    <a:pt x="5062154" y="2053522"/>
                  </a:lnTo>
                  <a:lnTo>
                    <a:pt x="5063009" y="2098135"/>
                  </a:lnTo>
                  <a:lnTo>
                    <a:pt x="5063865" y="2036594"/>
                  </a:lnTo>
                  <a:lnTo>
                    <a:pt x="5064721" y="2089487"/>
                  </a:lnTo>
                  <a:lnTo>
                    <a:pt x="5065576" y="2094100"/>
                  </a:lnTo>
                  <a:lnTo>
                    <a:pt x="5066432" y="2126640"/>
                  </a:lnTo>
                  <a:lnTo>
                    <a:pt x="5067287" y="2140397"/>
                  </a:lnTo>
                  <a:lnTo>
                    <a:pt x="5068143" y="2148108"/>
                  </a:lnTo>
                  <a:lnTo>
                    <a:pt x="5068998" y="2127664"/>
                  </a:lnTo>
                  <a:lnTo>
                    <a:pt x="5069854" y="2109593"/>
                  </a:lnTo>
                  <a:lnTo>
                    <a:pt x="5070709" y="2068932"/>
                  </a:lnTo>
                  <a:lnTo>
                    <a:pt x="5071565" y="2049521"/>
                  </a:lnTo>
                  <a:lnTo>
                    <a:pt x="5072420" y="2007206"/>
                  </a:lnTo>
                  <a:lnTo>
                    <a:pt x="5073276" y="2002353"/>
                  </a:lnTo>
                  <a:lnTo>
                    <a:pt x="5074131" y="2030705"/>
                  </a:lnTo>
                  <a:lnTo>
                    <a:pt x="5074987" y="2016961"/>
                  </a:lnTo>
                  <a:lnTo>
                    <a:pt x="5075842" y="1961782"/>
                  </a:lnTo>
                  <a:lnTo>
                    <a:pt x="5076698" y="1938568"/>
                  </a:lnTo>
                  <a:lnTo>
                    <a:pt x="5077553" y="1893093"/>
                  </a:lnTo>
                  <a:lnTo>
                    <a:pt x="5078409" y="1862406"/>
                  </a:lnTo>
                  <a:lnTo>
                    <a:pt x="5079265" y="1809608"/>
                  </a:lnTo>
                  <a:lnTo>
                    <a:pt x="5080120" y="1811952"/>
                  </a:lnTo>
                  <a:lnTo>
                    <a:pt x="5080976" y="1806005"/>
                  </a:lnTo>
                  <a:lnTo>
                    <a:pt x="5081831" y="1820978"/>
                  </a:lnTo>
                  <a:lnTo>
                    <a:pt x="5082687" y="1864075"/>
                  </a:lnTo>
                  <a:lnTo>
                    <a:pt x="5083542" y="1895176"/>
                  </a:lnTo>
                  <a:lnTo>
                    <a:pt x="5084398" y="1953724"/>
                  </a:lnTo>
                  <a:lnTo>
                    <a:pt x="5085253" y="1990950"/>
                  </a:lnTo>
                  <a:lnTo>
                    <a:pt x="5086109" y="1976673"/>
                  </a:lnTo>
                  <a:lnTo>
                    <a:pt x="5086964" y="2003607"/>
                  </a:lnTo>
                  <a:lnTo>
                    <a:pt x="5087820" y="2015887"/>
                  </a:lnTo>
                  <a:lnTo>
                    <a:pt x="5088675" y="2072544"/>
                  </a:lnTo>
                  <a:lnTo>
                    <a:pt x="5089531" y="2087341"/>
                  </a:lnTo>
                  <a:lnTo>
                    <a:pt x="5090386" y="2111154"/>
                  </a:lnTo>
                  <a:lnTo>
                    <a:pt x="5091242" y="2148619"/>
                  </a:lnTo>
                  <a:lnTo>
                    <a:pt x="5092097" y="2178003"/>
                  </a:lnTo>
                  <a:lnTo>
                    <a:pt x="5092953" y="2208812"/>
                  </a:lnTo>
                  <a:lnTo>
                    <a:pt x="5093808" y="2197832"/>
                  </a:lnTo>
                  <a:lnTo>
                    <a:pt x="5094664" y="2195683"/>
                  </a:lnTo>
                  <a:lnTo>
                    <a:pt x="5095520" y="2167030"/>
                  </a:lnTo>
                  <a:lnTo>
                    <a:pt x="5096375" y="2173518"/>
                  </a:lnTo>
                  <a:lnTo>
                    <a:pt x="5097231" y="2091706"/>
                  </a:lnTo>
                  <a:lnTo>
                    <a:pt x="5098086" y="2088596"/>
                  </a:lnTo>
                  <a:lnTo>
                    <a:pt x="5098942" y="2082471"/>
                  </a:lnTo>
                  <a:lnTo>
                    <a:pt x="5099797" y="2085877"/>
                  </a:lnTo>
                  <a:lnTo>
                    <a:pt x="5100653" y="2093217"/>
                  </a:lnTo>
                  <a:lnTo>
                    <a:pt x="5101508" y="2079634"/>
                  </a:lnTo>
                  <a:lnTo>
                    <a:pt x="5102364" y="2022080"/>
                  </a:lnTo>
                  <a:lnTo>
                    <a:pt x="5103219" y="2004299"/>
                  </a:lnTo>
                  <a:lnTo>
                    <a:pt x="5104075" y="1950891"/>
                  </a:lnTo>
                  <a:lnTo>
                    <a:pt x="5104930" y="1918162"/>
                  </a:lnTo>
                  <a:lnTo>
                    <a:pt x="5105786" y="1902559"/>
                  </a:lnTo>
                  <a:lnTo>
                    <a:pt x="5106641" y="1831029"/>
                  </a:lnTo>
                  <a:lnTo>
                    <a:pt x="5107497" y="1809124"/>
                  </a:lnTo>
                  <a:lnTo>
                    <a:pt x="5108352" y="1803577"/>
                  </a:lnTo>
                  <a:lnTo>
                    <a:pt x="5109208" y="1805340"/>
                  </a:lnTo>
                  <a:lnTo>
                    <a:pt x="5110063" y="1847088"/>
                  </a:lnTo>
                  <a:lnTo>
                    <a:pt x="5110919" y="1878500"/>
                  </a:lnTo>
                  <a:lnTo>
                    <a:pt x="5111775" y="1914776"/>
                  </a:lnTo>
                  <a:lnTo>
                    <a:pt x="5112630" y="1971296"/>
                  </a:lnTo>
                  <a:lnTo>
                    <a:pt x="5113486" y="1993794"/>
                  </a:lnTo>
                  <a:lnTo>
                    <a:pt x="5114341" y="2002902"/>
                  </a:lnTo>
                  <a:lnTo>
                    <a:pt x="5115197" y="2020320"/>
                  </a:lnTo>
                  <a:lnTo>
                    <a:pt x="5116052" y="2014865"/>
                  </a:lnTo>
                  <a:lnTo>
                    <a:pt x="5116908" y="2013786"/>
                  </a:lnTo>
                  <a:lnTo>
                    <a:pt x="5117763" y="1987779"/>
                  </a:lnTo>
                  <a:lnTo>
                    <a:pt x="5118619" y="1953582"/>
                  </a:lnTo>
                  <a:lnTo>
                    <a:pt x="5119474" y="1886439"/>
                  </a:lnTo>
                  <a:lnTo>
                    <a:pt x="5120330" y="1923943"/>
                  </a:lnTo>
                  <a:lnTo>
                    <a:pt x="5121185" y="1884932"/>
                  </a:lnTo>
                  <a:lnTo>
                    <a:pt x="5122041" y="1882435"/>
                  </a:lnTo>
                  <a:lnTo>
                    <a:pt x="5122896" y="1903338"/>
                  </a:lnTo>
                  <a:lnTo>
                    <a:pt x="5123752" y="1909457"/>
                  </a:lnTo>
                  <a:lnTo>
                    <a:pt x="5124607" y="2012238"/>
                  </a:lnTo>
                  <a:lnTo>
                    <a:pt x="5125463" y="2060682"/>
                  </a:lnTo>
                  <a:lnTo>
                    <a:pt x="5126318" y="1986842"/>
                  </a:lnTo>
                  <a:lnTo>
                    <a:pt x="5127174" y="1955144"/>
                  </a:lnTo>
                  <a:lnTo>
                    <a:pt x="5128030" y="1893821"/>
                  </a:lnTo>
                  <a:lnTo>
                    <a:pt x="5128885" y="1885446"/>
                  </a:lnTo>
                  <a:lnTo>
                    <a:pt x="5129741" y="1844562"/>
                  </a:lnTo>
                  <a:lnTo>
                    <a:pt x="5130596" y="1804372"/>
                  </a:lnTo>
                  <a:lnTo>
                    <a:pt x="5131452" y="1907059"/>
                  </a:lnTo>
                  <a:lnTo>
                    <a:pt x="5132307" y="1895734"/>
                  </a:lnTo>
                  <a:lnTo>
                    <a:pt x="5133163" y="1954331"/>
                  </a:lnTo>
                  <a:lnTo>
                    <a:pt x="5134018" y="1915136"/>
                  </a:lnTo>
                  <a:lnTo>
                    <a:pt x="5134874" y="1901185"/>
                  </a:lnTo>
                  <a:lnTo>
                    <a:pt x="5135729" y="1936465"/>
                  </a:lnTo>
                  <a:lnTo>
                    <a:pt x="5136585" y="2006268"/>
                  </a:lnTo>
                  <a:lnTo>
                    <a:pt x="5137440" y="2029260"/>
                  </a:lnTo>
                  <a:lnTo>
                    <a:pt x="5138296" y="2033387"/>
                  </a:lnTo>
                  <a:lnTo>
                    <a:pt x="5139151" y="2026230"/>
                  </a:lnTo>
                  <a:lnTo>
                    <a:pt x="5140007" y="2078234"/>
                  </a:lnTo>
                  <a:lnTo>
                    <a:pt x="5140862" y="2120570"/>
                  </a:lnTo>
                  <a:lnTo>
                    <a:pt x="5141718" y="2141453"/>
                  </a:lnTo>
                  <a:lnTo>
                    <a:pt x="5142574" y="2126605"/>
                  </a:lnTo>
                  <a:lnTo>
                    <a:pt x="5143429" y="2160318"/>
                  </a:lnTo>
                  <a:lnTo>
                    <a:pt x="5144285" y="2182033"/>
                  </a:lnTo>
                  <a:lnTo>
                    <a:pt x="5145140" y="2194512"/>
                  </a:lnTo>
                  <a:lnTo>
                    <a:pt x="5145996" y="2212618"/>
                  </a:lnTo>
                  <a:lnTo>
                    <a:pt x="5146851" y="2210331"/>
                  </a:lnTo>
                  <a:lnTo>
                    <a:pt x="5147707" y="2215762"/>
                  </a:lnTo>
                  <a:lnTo>
                    <a:pt x="5148562" y="2229862"/>
                  </a:lnTo>
                  <a:lnTo>
                    <a:pt x="5149418" y="2261027"/>
                  </a:lnTo>
                  <a:lnTo>
                    <a:pt x="5150273" y="2252522"/>
                  </a:lnTo>
                  <a:lnTo>
                    <a:pt x="5151129" y="2251421"/>
                  </a:lnTo>
                  <a:lnTo>
                    <a:pt x="5151984" y="2256825"/>
                  </a:lnTo>
                  <a:lnTo>
                    <a:pt x="5152840" y="2278200"/>
                  </a:lnTo>
                  <a:lnTo>
                    <a:pt x="5153695" y="2272667"/>
                  </a:lnTo>
                  <a:lnTo>
                    <a:pt x="5154551" y="2274457"/>
                  </a:lnTo>
                  <a:lnTo>
                    <a:pt x="5155406" y="2257706"/>
                  </a:lnTo>
                  <a:lnTo>
                    <a:pt x="5156262" y="2266173"/>
                  </a:lnTo>
                  <a:lnTo>
                    <a:pt x="5157117" y="2278200"/>
                  </a:lnTo>
                  <a:lnTo>
                    <a:pt x="5157973" y="2278200"/>
                  </a:lnTo>
                  <a:lnTo>
                    <a:pt x="5158829" y="2238146"/>
                  </a:lnTo>
                  <a:lnTo>
                    <a:pt x="5159684" y="2244467"/>
                  </a:lnTo>
                  <a:lnTo>
                    <a:pt x="5160540" y="2258452"/>
                  </a:lnTo>
                  <a:lnTo>
                    <a:pt x="5161395" y="2260472"/>
                  </a:lnTo>
                  <a:lnTo>
                    <a:pt x="5162251" y="2219480"/>
                  </a:lnTo>
                  <a:lnTo>
                    <a:pt x="5163106" y="2214370"/>
                  </a:lnTo>
                  <a:lnTo>
                    <a:pt x="5163962" y="2243083"/>
                  </a:lnTo>
                  <a:lnTo>
                    <a:pt x="5164817" y="2240736"/>
                  </a:lnTo>
                  <a:lnTo>
                    <a:pt x="5165673" y="2245732"/>
                  </a:lnTo>
                  <a:lnTo>
                    <a:pt x="5166528" y="2221956"/>
                  </a:lnTo>
                  <a:lnTo>
                    <a:pt x="5167384" y="2208001"/>
                  </a:lnTo>
                  <a:lnTo>
                    <a:pt x="5168239" y="2196041"/>
                  </a:lnTo>
                  <a:lnTo>
                    <a:pt x="5169095" y="2168149"/>
                  </a:lnTo>
                  <a:lnTo>
                    <a:pt x="5169950" y="2129004"/>
                  </a:lnTo>
                  <a:lnTo>
                    <a:pt x="5170806" y="2131470"/>
                  </a:lnTo>
                  <a:lnTo>
                    <a:pt x="5171661" y="2134732"/>
                  </a:lnTo>
                  <a:lnTo>
                    <a:pt x="5172517" y="2146869"/>
                  </a:lnTo>
                  <a:lnTo>
                    <a:pt x="5173372" y="2118921"/>
                  </a:lnTo>
                  <a:lnTo>
                    <a:pt x="5174228" y="2135688"/>
                  </a:lnTo>
                  <a:lnTo>
                    <a:pt x="5175084" y="2089577"/>
                  </a:lnTo>
                  <a:lnTo>
                    <a:pt x="5175939" y="2077280"/>
                  </a:lnTo>
                  <a:lnTo>
                    <a:pt x="5176795" y="2041461"/>
                  </a:lnTo>
                  <a:lnTo>
                    <a:pt x="5177650" y="1998453"/>
                  </a:lnTo>
                  <a:lnTo>
                    <a:pt x="5178506" y="1920351"/>
                  </a:lnTo>
                  <a:lnTo>
                    <a:pt x="5179361" y="1920023"/>
                  </a:lnTo>
                  <a:lnTo>
                    <a:pt x="5180217" y="1865267"/>
                  </a:lnTo>
                  <a:lnTo>
                    <a:pt x="5181072" y="1847367"/>
                  </a:lnTo>
                  <a:lnTo>
                    <a:pt x="5181928" y="1851066"/>
                  </a:lnTo>
                  <a:lnTo>
                    <a:pt x="5182783" y="1858169"/>
                  </a:lnTo>
                  <a:lnTo>
                    <a:pt x="5183639" y="1860087"/>
                  </a:lnTo>
                  <a:lnTo>
                    <a:pt x="5184494" y="1859903"/>
                  </a:lnTo>
                  <a:lnTo>
                    <a:pt x="5185350" y="1932912"/>
                  </a:lnTo>
                  <a:lnTo>
                    <a:pt x="5186205" y="1945893"/>
                  </a:lnTo>
                  <a:lnTo>
                    <a:pt x="5187061" y="1992699"/>
                  </a:lnTo>
                  <a:lnTo>
                    <a:pt x="5187916" y="2011273"/>
                  </a:lnTo>
                  <a:lnTo>
                    <a:pt x="5188772" y="2048262"/>
                  </a:lnTo>
                  <a:lnTo>
                    <a:pt x="5189628" y="2107487"/>
                  </a:lnTo>
                  <a:lnTo>
                    <a:pt x="5190483" y="2104210"/>
                  </a:lnTo>
                  <a:lnTo>
                    <a:pt x="5191339" y="2097929"/>
                  </a:lnTo>
                  <a:lnTo>
                    <a:pt x="5192194" y="2108977"/>
                  </a:lnTo>
                  <a:lnTo>
                    <a:pt x="5193050" y="2095824"/>
                  </a:lnTo>
                  <a:lnTo>
                    <a:pt x="5193905" y="2030218"/>
                  </a:lnTo>
                  <a:lnTo>
                    <a:pt x="5194761" y="1983847"/>
                  </a:lnTo>
                  <a:lnTo>
                    <a:pt x="5195616" y="1999028"/>
                  </a:lnTo>
                  <a:lnTo>
                    <a:pt x="5196472" y="2005817"/>
                  </a:lnTo>
                  <a:lnTo>
                    <a:pt x="5197327" y="1971272"/>
                  </a:lnTo>
                  <a:lnTo>
                    <a:pt x="5198183" y="1963035"/>
                  </a:lnTo>
                  <a:lnTo>
                    <a:pt x="5199038" y="1964285"/>
                  </a:lnTo>
                  <a:lnTo>
                    <a:pt x="5199894" y="1924085"/>
                  </a:lnTo>
                  <a:lnTo>
                    <a:pt x="5200749" y="1858667"/>
                  </a:lnTo>
                  <a:lnTo>
                    <a:pt x="5201605" y="1826780"/>
                  </a:lnTo>
                  <a:lnTo>
                    <a:pt x="5202460" y="1821870"/>
                  </a:lnTo>
                  <a:lnTo>
                    <a:pt x="5203316" y="1884906"/>
                  </a:lnTo>
                  <a:lnTo>
                    <a:pt x="5204171" y="1855369"/>
                  </a:lnTo>
                  <a:lnTo>
                    <a:pt x="5205027" y="1847457"/>
                  </a:lnTo>
                  <a:lnTo>
                    <a:pt x="5205883" y="1857628"/>
                  </a:lnTo>
                  <a:lnTo>
                    <a:pt x="5206738" y="1940848"/>
                  </a:lnTo>
                  <a:lnTo>
                    <a:pt x="5207594" y="1878376"/>
                  </a:lnTo>
                  <a:lnTo>
                    <a:pt x="5208449" y="1848328"/>
                  </a:lnTo>
                  <a:lnTo>
                    <a:pt x="5209305" y="1810547"/>
                  </a:lnTo>
                  <a:lnTo>
                    <a:pt x="5210160" y="1770559"/>
                  </a:lnTo>
                  <a:lnTo>
                    <a:pt x="5211016" y="1826209"/>
                  </a:lnTo>
                  <a:lnTo>
                    <a:pt x="5211871" y="1818191"/>
                  </a:lnTo>
                  <a:lnTo>
                    <a:pt x="5212727" y="1868172"/>
                  </a:lnTo>
                  <a:lnTo>
                    <a:pt x="5213582" y="1871388"/>
                  </a:lnTo>
                  <a:lnTo>
                    <a:pt x="5214438" y="1872578"/>
                  </a:lnTo>
                  <a:lnTo>
                    <a:pt x="5215293" y="1932634"/>
                  </a:lnTo>
                  <a:lnTo>
                    <a:pt x="5216149" y="1971668"/>
                  </a:lnTo>
                  <a:lnTo>
                    <a:pt x="5217004" y="1958204"/>
                  </a:lnTo>
                  <a:lnTo>
                    <a:pt x="5217860" y="1976722"/>
                  </a:lnTo>
                  <a:lnTo>
                    <a:pt x="5218715" y="1986650"/>
                  </a:lnTo>
                  <a:lnTo>
                    <a:pt x="5219571" y="2035455"/>
                  </a:lnTo>
                  <a:lnTo>
                    <a:pt x="5220426" y="2077540"/>
                  </a:lnTo>
                  <a:lnTo>
                    <a:pt x="5221282" y="2101821"/>
                  </a:lnTo>
                  <a:lnTo>
                    <a:pt x="5222138" y="2098297"/>
                  </a:lnTo>
                  <a:lnTo>
                    <a:pt x="5222993" y="2124894"/>
                  </a:lnTo>
                  <a:lnTo>
                    <a:pt x="5223849" y="2123738"/>
                  </a:lnTo>
                  <a:lnTo>
                    <a:pt x="5224704" y="2146543"/>
                  </a:lnTo>
                  <a:lnTo>
                    <a:pt x="5225560" y="2159660"/>
                  </a:lnTo>
                  <a:lnTo>
                    <a:pt x="5226415" y="2127334"/>
                  </a:lnTo>
                  <a:lnTo>
                    <a:pt x="5227271" y="2206865"/>
                  </a:lnTo>
                  <a:lnTo>
                    <a:pt x="5228126" y="2194143"/>
                  </a:lnTo>
                  <a:lnTo>
                    <a:pt x="5228982" y="2204183"/>
                  </a:lnTo>
                  <a:lnTo>
                    <a:pt x="5229837" y="2230248"/>
                  </a:lnTo>
                  <a:lnTo>
                    <a:pt x="5230693" y="2201745"/>
                  </a:lnTo>
                  <a:lnTo>
                    <a:pt x="5231548" y="2250049"/>
                  </a:lnTo>
                  <a:lnTo>
                    <a:pt x="5232404" y="2242176"/>
                  </a:lnTo>
                  <a:lnTo>
                    <a:pt x="5233259" y="2239565"/>
                  </a:lnTo>
                  <a:lnTo>
                    <a:pt x="5234115" y="2241807"/>
                  </a:lnTo>
                  <a:lnTo>
                    <a:pt x="5234970" y="2168848"/>
                  </a:lnTo>
                  <a:lnTo>
                    <a:pt x="5235826" y="2204739"/>
                  </a:lnTo>
                  <a:lnTo>
                    <a:pt x="5236682" y="2179306"/>
                  </a:lnTo>
                  <a:lnTo>
                    <a:pt x="5237537" y="2166238"/>
                  </a:lnTo>
                  <a:lnTo>
                    <a:pt x="5238393" y="2167082"/>
                  </a:lnTo>
                  <a:lnTo>
                    <a:pt x="5239248" y="2109654"/>
                  </a:lnTo>
                  <a:lnTo>
                    <a:pt x="5240104" y="2120928"/>
                  </a:lnTo>
                  <a:lnTo>
                    <a:pt x="5240959" y="2079000"/>
                  </a:lnTo>
                  <a:lnTo>
                    <a:pt x="5241815" y="2017130"/>
                  </a:lnTo>
                  <a:lnTo>
                    <a:pt x="5242670" y="2005873"/>
                  </a:lnTo>
                  <a:lnTo>
                    <a:pt x="5243526" y="1989692"/>
                  </a:lnTo>
                  <a:lnTo>
                    <a:pt x="5244381" y="1996996"/>
                  </a:lnTo>
                  <a:lnTo>
                    <a:pt x="5245237" y="1997272"/>
                  </a:lnTo>
                  <a:lnTo>
                    <a:pt x="5246092" y="1971371"/>
                  </a:lnTo>
                  <a:lnTo>
                    <a:pt x="5246948" y="1964388"/>
                  </a:lnTo>
                  <a:lnTo>
                    <a:pt x="5247803" y="1896121"/>
                  </a:lnTo>
                  <a:lnTo>
                    <a:pt x="5248659" y="1876889"/>
                  </a:lnTo>
                  <a:lnTo>
                    <a:pt x="5249514" y="1813790"/>
                  </a:lnTo>
                  <a:lnTo>
                    <a:pt x="5250370" y="1793216"/>
                  </a:lnTo>
                  <a:lnTo>
                    <a:pt x="5251225" y="1762533"/>
                  </a:lnTo>
                  <a:lnTo>
                    <a:pt x="5252081" y="1760429"/>
                  </a:lnTo>
                  <a:lnTo>
                    <a:pt x="5252937" y="1820645"/>
                  </a:lnTo>
                  <a:lnTo>
                    <a:pt x="5253792" y="1752751"/>
                  </a:lnTo>
                  <a:lnTo>
                    <a:pt x="5254648" y="1801002"/>
                  </a:lnTo>
                  <a:lnTo>
                    <a:pt x="5255503" y="1798310"/>
                  </a:lnTo>
                  <a:lnTo>
                    <a:pt x="5256359" y="1837303"/>
                  </a:lnTo>
                  <a:lnTo>
                    <a:pt x="5257214" y="1858364"/>
                  </a:lnTo>
                  <a:lnTo>
                    <a:pt x="5258070" y="1851758"/>
                  </a:lnTo>
                  <a:lnTo>
                    <a:pt x="5258925" y="1855589"/>
                  </a:lnTo>
                  <a:lnTo>
                    <a:pt x="5259781" y="1837584"/>
                  </a:lnTo>
                  <a:lnTo>
                    <a:pt x="5260636" y="1774158"/>
                  </a:lnTo>
                  <a:lnTo>
                    <a:pt x="5261492" y="1776151"/>
                  </a:lnTo>
                  <a:lnTo>
                    <a:pt x="5262347" y="1781590"/>
                  </a:lnTo>
                  <a:lnTo>
                    <a:pt x="5263203" y="1820682"/>
                  </a:lnTo>
                  <a:lnTo>
                    <a:pt x="5264058" y="1829826"/>
                  </a:lnTo>
                  <a:lnTo>
                    <a:pt x="5264914" y="1777012"/>
                  </a:lnTo>
                  <a:lnTo>
                    <a:pt x="5265769" y="1822382"/>
                  </a:lnTo>
                  <a:lnTo>
                    <a:pt x="5266625" y="1844594"/>
                  </a:lnTo>
                  <a:lnTo>
                    <a:pt x="5267480" y="1829946"/>
                  </a:lnTo>
                  <a:lnTo>
                    <a:pt x="5268336" y="1761571"/>
                  </a:lnTo>
                  <a:lnTo>
                    <a:pt x="5269192" y="1709397"/>
                  </a:lnTo>
                  <a:lnTo>
                    <a:pt x="5270047" y="1784033"/>
                  </a:lnTo>
                  <a:lnTo>
                    <a:pt x="5270903" y="1687211"/>
                  </a:lnTo>
                  <a:lnTo>
                    <a:pt x="5271758" y="1702490"/>
                  </a:lnTo>
                  <a:lnTo>
                    <a:pt x="5272614" y="1674935"/>
                  </a:lnTo>
                  <a:lnTo>
                    <a:pt x="5273469" y="1702964"/>
                  </a:lnTo>
                  <a:lnTo>
                    <a:pt x="5274325" y="1721252"/>
                  </a:lnTo>
                  <a:lnTo>
                    <a:pt x="5275180" y="1718797"/>
                  </a:lnTo>
                  <a:lnTo>
                    <a:pt x="5276036" y="1769224"/>
                  </a:lnTo>
                  <a:lnTo>
                    <a:pt x="5276891" y="1858795"/>
                  </a:lnTo>
                  <a:lnTo>
                    <a:pt x="5277747" y="1875775"/>
                  </a:lnTo>
                  <a:lnTo>
                    <a:pt x="5278602" y="1882682"/>
                  </a:lnTo>
                  <a:lnTo>
                    <a:pt x="5279458" y="1897111"/>
                  </a:lnTo>
                  <a:lnTo>
                    <a:pt x="5280313" y="1881440"/>
                  </a:lnTo>
                  <a:lnTo>
                    <a:pt x="5281169" y="1948955"/>
                  </a:lnTo>
                  <a:lnTo>
                    <a:pt x="5282024" y="1987625"/>
                  </a:lnTo>
                  <a:lnTo>
                    <a:pt x="5282880" y="2052427"/>
                  </a:lnTo>
                  <a:lnTo>
                    <a:pt x="5283736" y="2112553"/>
                  </a:lnTo>
                  <a:lnTo>
                    <a:pt x="5284591" y="2121122"/>
                  </a:lnTo>
                  <a:lnTo>
                    <a:pt x="5285447" y="2150636"/>
                  </a:lnTo>
                  <a:lnTo>
                    <a:pt x="5286302" y="2202307"/>
                  </a:lnTo>
                  <a:lnTo>
                    <a:pt x="5287158" y="2186204"/>
                  </a:lnTo>
                  <a:lnTo>
                    <a:pt x="5288013" y="2214393"/>
                  </a:lnTo>
                  <a:lnTo>
                    <a:pt x="5288869" y="2226595"/>
                  </a:lnTo>
                  <a:lnTo>
                    <a:pt x="5289724" y="2196137"/>
                  </a:lnTo>
                  <a:lnTo>
                    <a:pt x="5290580" y="2198283"/>
                  </a:lnTo>
                  <a:lnTo>
                    <a:pt x="5291435" y="2206101"/>
                  </a:lnTo>
                  <a:lnTo>
                    <a:pt x="5292291" y="2228217"/>
                  </a:lnTo>
                  <a:lnTo>
                    <a:pt x="5293146" y="2248965"/>
                  </a:lnTo>
                  <a:lnTo>
                    <a:pt x="5294002" y="2213089"/>
                  </a:lnTo>
                  <a:lnTo>
                    <a:pt x="5294857" y="2264665"/>
                  </a:lnTo>
                  <a:lnTo>
                    <a:pt x="5295713" y="2265431"/>
                  </a:lnTo>
                  <a:lnTo>
                    <a:pt x="5296568" y="2259900"/>
                  </a:lnTo>
                  <a:lnTo>
                    <a:pt x="5297424" y="2260938"/>
                  </a:lnTo>
                  <a:lnTo>
                    <a:pt x="5298279" y="2241151"/>
                  </a:lnTo>
                  <a:lnTo>
                    <a:pt x="5299135" y="2239303"/>
                  </a:lnTo>
                  <a:lnTo>
                    <a:pt x="5299991" y="2231515"/>
                  </a:lnTo>
                  <a:lnTo>
                    <a:pt x="5300846" y="2226585"/>
                  </a:lnTo>
                  <a:lnTo>
                    <a:pt x="5301702" y="2246896"/>
                  </a:lnTo>
                  <a:lnTo>
                    <a:pt x="5302557" y="2258304"/>
                  </a:lnTo>
                  <a:lnTo>
                    <a:pt x="5303413" y="2241041"/>
                  </a:lnTo>
                  <a:lnTo>
                    <a:pt x="5304268" y="2209838"/>
                  </a:lnTo>
                  <a:lnTo>
                    <a:pt x="5305124" y="2208520"/>
                  </a:lnTo>
                  <a:lnTo>
                    <a:pt x="5305979" y="2209272"/>
                  </a:lnTo>
                  <a:lnTo>
                    <a:pt x="5306835" y="2200789"/>
                  </a:lnTo>
                  <a:lnTo>
                    <a:pt x="5307690" y="2233523"/>
                  </a:lnTo>
                  <a:lnTo>
                    <a:pt x="5308546" y="2181242"/>
                  </a:lnTo>
                  <a:lnTo>
                    <a:pt x="5309401" y="2193099"/>
                  </a:lnTo>
                  <a:lnTo>
                    <a:pt x="5310257" y="2193176"/>
                  </a:lnTo>
                  <a:lnTo>
                    <a:pt x="5311112" y="2090702"/>
                  </a:lnTo>
                  <a:lnTo>
                    <a:pt x="5311968" y="2050433"/>
                  </a:lnTo>
                  <a:lnTo>
                    <a:pt x="5312823" y="1985465"/>
                  </a:lnTo>
                  <a:lnTo>
                    <a:pt x="5313679" y="2020272"/>
                  </a:lnTo>
                  <a:lnTo>
                    <a:pt x="5314534" y="2024432"/>
                  </a:lnTo>
                  <a:lnTo>
                    <a:pt x="5315390" y="1908332"/>
                  </a:lnTo>
                  <a:lnTo>
                    <a:pt x="5316246" y="1882372"/>
                  </a:lnTo>
                  <a:lnTo>
                    <a:pt x="5317101" y="1875338"/>
                  </a:lnTo>
                  <a:lnTo>
                    <a:pt x="5317957" y="1856041"/>
                  </a:lnTo>
                  <a:lnTo>
                    <a:pt x="5318812" y="1825934"/>
                  </a:lnTo>
                  <a:lnTo>
                    <a:pt x="5319668" y="1737551"/>
                  </a:lnTo>
                  <a:lnTo>
                    <a:pt x="5320523" y="1752785"/>
                  </a:lnTo>
                  <a:lnTo>
                    <a:pt x="5321379" y="1724350"/>
                  </a:lnTo>
                  <a:lnTo>
                    <a:pt x="5322234" y="1757487"/>
                  </a:lnTo>
                  <a:lnTo>
                    <a:pt x="5323090" y="1777464"/>
                  </a:lnTo>
                  <a:lnTo>
                    <a:pt x="5323945" y="1751537"/>
                  </a:lnTo>
                  <a:lnTo>
                    <a:pt x="5324801" y="1792728"/>
                  </a:lnTo>
                  <a:lnTo>
                    <a:pt x="5325656" y="1786830"/>
                  </a:lnTo>
                  <a:lnTo>
                    <a:pt x="5326512" y="1787985"/>
                  </a:lnTo>
                  <a:lnTo>
                    <a:pt x="5327367" y="1779247"/>
                  </a:lnTo>
                  <a:lnTo>
                    <a:pt x="5328223" y="1828933"/>
                  </a:lnTo>
                  <a:lnTo>
                    <a:pt x="5329078" y="1807556"/>
                  </a:lnTo>
                  <a:lnTo>
                    <a:pt x="5329934" y="1882779"/>
                  </a:lnTo>
                  <a:lnTo>
                    <a:pt x="5330789" y="1896759"/>
                  </a:lnTo>
                  <a:lnTo>
                    <a:pt x="5331645" y="1857932"/>
                  </a:lnTo>
                  <a:lnTo>
                    <a:pt x="5332501" y="1870820"/>
                  </a:lnTo>
                  <a:lnTo>
                    <a:pt x="5333356" y="1810967"/>
                  </a:lnTo>
                  <a:lnTo>
                    <a:pt x="5334212" y="1840313"/>
                  </a:lnTo>
                  <a:lnTo>
                    <a:pt x="5335067" y="1746853"/>
                  </a:lnTo>
                  <a:lnTo>
                    <a:pt x="5335923" y="1754582"/>
                  </a:lnTo>
                  <a:lnTo>
                    <a:pt x="5336778" y="1721251"/>
                  </a:lnTo>
                  <a:lnTo>
                    <a:pt x="5337634" y="1688617"/>
                  </a:lnTo>
                  <a:lnTo>
                    <a:pt x="5338489" y="1689445"/>
                  </a:lnTo>
                  <a:lnTo>
                    <a:pt x="5339345" y="1666969"/>
                  </a:lnTo>
                  <a:lnTo>
                    <a:pt x="5340200" y="1710483"/>
                  </a:lnTo>
                  <a:lnTo>
                    <a:pt x="5341056" y="1660376"/>
                  </a:lnTo>
                  <a:lnTo>
                    <a:pt x="5341911" y="1685466"/>
                  </a:lnTo>
                  <a:lnTo>
                    <a:pt x="5342767" y="1695369"/>
                  </a:lnTo>
                  <a:lnTo>
                    <a:pt x="5343622" y="1718421"/>
                  </a:lnTo>
                  <a:lnTo>
                    <a:pt x="5344478" y="1737399"/>
                  </a:lnTo>
                  <a:lnTo>
                    <a:pt x="5345333" y="1729305"/>
                  </a:lnTo>
                  <a:lnTo>
                    <a:pt x="5346189" y="1758582"/>
                  </a:lnTo>
                  <a:lnTo>
                    <a:pt x="5347045" y="1787093"/>
                  </a:lnTo>
                  <a:lnTo>
                    <a:pt x="5347900" y="1752199"/>
                  </a:lnTo>
                  <a:lnTo>
                    <a:pt x="5348756" y="1773583"/>
                  </a:lnTo>
                  <a:lnTo>
                    <a:pt x="5349611" y="1739598"/>
                  </a:lnTo>
                  <a:lnTo>
                    <a:pt x="5350467" y="1711967"/>
                  </a:lnTo>
                  <a:lnTo>
                    <a:pt x="5351322" y="1731638"/>
                  </a:lnTo>
                  <a:lnTo>
                    <a:pt x="5352178" y="1818309"/>
                  </a:lnTo>
                  <a:lnTo>
                    <a:pt x="5353033" y="1811687"/>
                  </a:lnTo>
                  <a:lnTo>
                    <a:pt x="5353889" y="1783327"/>
                  </a:lnTo>
                  <a:lnTo>
                    <a:pt x="5354744" y="1775115"/>
                  </a:lnTo>
                  <a:lnTo>
                    <a:pt x="5355600" y="1784735"/>
                  </a:lnTo>
                  <a:lnTo>
                    <a:pt x="5356455" y="1774093"/>
                  </a:lnTo>
                  <a:lnTo>
                    <a:pt x="5357311" y="1740208"/>
                  </a:lnTo>
                  <a:lnTo>
                    <a:pt x="5358166" y="1796519"/>
                  </a:lnTo>
                  <a:lnTo>
                    <a:pt x="5359022" y="1816608"/>
                  </a:lnTo>
                  <a:lnTo>
                    <a:pt x="5359877" y="1858667"/>
                  </a:lnTo>
                  <a:lnTo>
                    <a:pt x="5360733" y="1831392"/>
                  </a:lnTo>
                  <a:lnTo>
                    <a:pt x="5361588" y="1817101"/>
                  </a:lnTo>
                  <a:lnTo>
                    <a:pt x="5362444" y="1889974"/>
                  </a:lnTo>
                  <a:lnTo>
                    <a:pt x="5363300" y="1880762"/>
                  </a:lnTo>
                  <a:lnTo>
                    <a:pt x="5364155" y="1890350"/>
                  </a:lnTo>
                  <a:lnTo>
                    <a:pt x="5365011" y="1918264"/>
                  </a:lnTo>
                  <a:lnTo>
                    <a:pt x="5365866" y="1985773"/>
                  </a:lnTo>
                  <a:lnTo>
                    <a:pt x="5366722" y="2032984"/>
                  </a:lnTo>
                  <a:lnTo>
                    <a:pt x="5367577" y="1956797"/>
                  </a:lnTo>
                  <a:lnTo>
                    <a:pt x="5368433" y="1906480"/>
                  </a:lnTo>
                  <a:lnTo>
                    <a:pt x="5369288" y="1895188"/>
                  </a:lnTo>
                  <a:lnTo>
                    <a:pt x="5370144" y="1931664"/>
                  </a:lnTo>
                  <a:lnTo>
                    <a:pt x="5370999" y="1997047"/>
                  </a:lnTo>
                  <a:lnTo>
                    <a:pt x="5371855" y="2006115"/>
                  </a:lnTo>
                  <a:lnTo>
                    <a:pt x="5372710" y="1994186"/>
                  </a:lnTo>
                  <a:lnTo>
                    <a:pt x="5373566" y="1949906"/>
                  </a:lnTo>
                  <a:lnTo>
                    <a:pt x="5374421" y="1924412"/>
                  </a:lnTo>
                  <a:lnTo>
                    <a:pt x="5375277" y="1902338"/>
                  </a:lnTo>
                  <a:lnTo>
                    <a:pt x="5376132" y="1880990"/>
                  </a:lnTo>
                  <a:lnTo>
                    <a:pt x="5376988" y="1870795"/>
                  </a:lnTo>
                  <a:lnTo>
                    <a:pt x="5377843" y="1872675"/>
                  </a:lnTo>
                  <a:lnTo>
                    <a:pt x="5378699" y="1984197"/>
                  </a:lnTo>
                  <a:lnTo>
                    <a:pt x="5379555" y="1973325"/>
                  </a:lnTo>
                  <a:lnTo>
                    <a:pt x="5380410" y="1955703"/>
                  </a:lnTo>
                  <a:lnTo>
                    <a:pt x="5381266" y="1966316"/>
                  </a:lnTo>
                  <a:lnTo>
                    <a:pt x="5382121" y="1853061"/>
                  </a:lnTo>
                  <a:lnTo>
                    <a:pt x="5382977" y="1901545"/>
                  </a:lnTo>
                  <a:lnTo>
                    <a:pt x="5383832" y="1911941"/>
                  </a:lnTo>
                  <a:lnTo>
                    <a:pt x="5384688" y="1922863"/>
                  </a:lnTo>
                  <a:lnTo>
                    <a:pt x="5385543" y="1873028"/>
                  </a:lnTo>
                  <a:lnTo>
                    <a:pt x="5386399" y="1825052"/>
                  </a:lnTo>
                  <a:lnTo>
                    <a:pt x="5387254" y="1809088"/>
                  </a:lnTo>
                  <a:lnTo>
                    <a:pt x="5388110" y="1779749"/>
                  </a:lnTo>
                  <a:lnTo>
                    <a:pt x="5388965" y="1761462"/>
                  </a:lnTo>
                  <a:lnTo>
                    <a:pt x="5389821" y="1793546"/>
                  </a:lnTo>
                  <a:lnTo>
                    <a:pt x="5390676" y="1746276"/>
                  </a:lnTo>
                  <a:lnTo>
                    <a:pt x="5391532" y="1731248"/>
                  </a:lnTo>
                  <a:lnTo>
                    <a:pt x="5392387" y="1710402"/>
                  </a:lnTo>
                  <a:lnTo>
                    <a:pt x="5393243" y="1718461"/>
                  </a:lnTo>
                  <a:lnTo>
                    <a:pt x="5394099" y="1684242"/>
                  </a:lnTo>
                  <a:lnTo>
                    <a:pt x="5394954" y="1660704"/>
                  </a:lnTo>
                  <a:lnTo>
                    <a:pt x="5395810" y="1703321"/>
                  </a:lnTo>
                  <a:lnTo>
                    <a:pt x="5396665" y="1701744"/>
                  </a:lnTo>
                  <a:lnTo>
                    <a:pt x="5397521" y="1717276"/>
                  </a:lnTo>
                  <a:lnTo>
                    <a:pt x="5398376" y="1710158"/>
                  </a:lnTo>
                  <a:lnTo>
                    <a:pt x="5399232" y="1715554"/>
                  </a:lnTo>
                  <a:lnTo>
                    <a:pt x="5400087" y="1721086"/>
                  </a:lnTo>
                  <a:lnTo>
                    <a:pt x="5400943" y="1689723"/>
                  </a:lnTo>
                  <a:lnTo>
                    <a:pt x="5401798" y="1679259"/>
                  </a:lnTo>
                  <a:lnTo>
                    <a:pt x="5402654" y="1635726"/>
                  </a:lnTo>
                  <a:lnTo>
                    <a:pt x="5403509" y="1650174"/>
                  </a:lnTo>
                  <a:lnTo>
                    <a:pt x="5404365" y="1696588"/>
                  </a:lnTo>
                  <a:lnTo>
                    <a:pt x="5405220" y="1672736"/>
                  </a:lnTo>
                  <a:lnTo>
                    <a:pt x="5406076" y="1696672"/>
                  </a:lnTo>
                  <a:lnTo>
                    <a:pt x="5406931" y="1748937"/>
                  </a:lnTo>
                  <a:lnTo>
                    <a:pt x="5407787" y="1692867"/>
                  </a:lnTo>
                  <a:lnTo>
                    <a:pt x="5408642" y="1730265"/>
                  </a:lnTo>
                  <a:lnTo>
                    <a:pt x="5409498" y="1721449"/>
                  </a:lnTo>
                  <a:lnTo>
                    <a:pt x="5410354" y="1707065"/>
                  </a:lnTo>
                  <a:lnTo>
                    <a:pt x="5411209" y="1772933"/>
                  </a:lnTo>
                  <a:lnTo>
                    <a:pt x="5412065" y="1760509"/>
                  </a:lnTo>
                  <a:lnTo>
                    <a:pt x="5412920" y="1838490"/>
                  </a:lnTo>
                  <a:lnTo>
                    <a:pt x="5413776" y="1902569"/>
                  </a:lnTo>
                  <a:lnTo>
                    <a:pt x="5414631" y="1908383"/>
                  </a:lnTo>
                  <a:lnTo>
                    <a:pt x="5415487" y="1801117"/>
                  </a:lnTo>
                  <a:lnTo>
                    <a:pt x="5416342" y="1820608"/>
                  </a:lnTo>
                  <a:lnTo>
                    <a:pt x="5417198" y="1704975"/>
                  </a:lnTo>
                  <a:lnTo>
                    <a:pt x="5418053" y="1767375"/>
                  </a:lnTo>
                  <a:lnTo>
                    <a:pt x="5418909" y="1728285"/>
                  </a:lnTo>
                  <a:lnTo>
                    <a:pt x="5419764" y="1677739"/>
                  </a:lnTo>
                  <a:lnTo>
                    <a:pt x="5420620" y="1724067"/>
                  </a:lnTo>
                  <a:lnTo>
                    <a:pt x="5421475" y="1766692"/>
                  </a:lnTo>
                  <a:lnTo>
                    <a:pt x="5422331" y="1850155"/>
                  </a:lnTo>
                  <a:lnTo>
                    <a:pt x="5423186" y="1757017"/>
                  </a:lnTo>
                  <a:lnTo>
                    <a:pt x="5424042" y="1748623"/>
                  </a:lnTo>
                  <a:lnTo>
                    <a:pt x="5424897" y="1780470"/>
                  </a:lnTo>
                  <a:lnTo>
                    <a:pt x="5425753" y="1774708"/>
                  </a:lnTo>
                  <a:lnTo>
                    <a:pt x="5426609" y="1734659"/>
                  </a:lnTo>
                  <a:lnTo>
                    <a:pt x="5427464" y="1736409"/>
                  </a:lnTo>
                  <a:lnTo>
                    <a:pt x="5428320" y="1824714"/>
                  </a:lnTo>
                  <a:lnTo>
                    <a:pt x="5429175" y="1842904"/>
                  </a:lnTo>
                  <a:lnTo>
                    <a:pt x="5430031" y="1830054"/>
                  </a:lnTo>
                  <a:lnTo>
                    <a:pt x="5430886" y="1834239"/>
                  </a:lnTo>
                  <a:lnTo>
                    <a:pt x="5431742" y="1876337"/>
                  </a:lnTo>
                  <a:lnTo>
                    <a:pt x="5432597" y="1996575"/>
                  </a:lnTo>
                  <a:lnTo>
                    <a:pt x="5433453" y="1985801"/>
                  </a:lnTo>
                  <a:lnTo>
                    <a:pt x="5434308" y="1830318"/>
                  </a:lnTo>
                  <a:lnTo>
                    <a:pt x="5435164" y="1850413"/>
                  </a:lnTo>
                  <a:lnTo>
                    <a:pt x="5436019" y="1881723"/>
                  </a:lnTo>
                  <a:lnTo>
                    <a:pt x="5436875" y="1918783"/>
                  </a:lnTo>
                  <a:lnTo>
                    <a:pt x="5437730" y="1875468"/>
                  </a:lnTo>
                  <a:lnTo>
                    <a:pt x="5438586" y="1783967"/>
                  </a:lnTo>
                  <a:lnTo>
                    <a:pt x="5439441" y="1798498"/>
                  </a:lnTo>
                  <a:lnTo>
                    <a:pt x="5440297" y="1778547"/>
                  </a:lnTo>
                  <a:lnTo>
                    <a:pt x="5441153" y="1747989"/>
                  </a:lnTo>
                  <a:lnTo>
                    <a:pt x="5442008" y="1750983"/>
                  </a:lnTo>
                  <a:lnTo>
                    <a:pt x="5442864" y="1706745"/>
                  </a:lnTo>
                  <a:lnTo>
                    <a:pt x="5443719" y="1729929"/>
                  </a:lnTo>
                  <a:lnTo>
                    <a:pt x="5444575" y="1743800"/>
                  </a:lnTo>
                  <a:lnTo>
                    <a:pt x="5445430" y="1705012"/>
                  </a:lnTo>
                  <a:lnTo>
                    <a:pt x="5446286" y="1713704"/>
                  </a:lnTo>
                  <a:lnTo>
                    <a:pt x="5447141" y="1738544"/>
                  </a:lnTo>
                  <a:lnTo>
                    <a:pt x="5447997" y="1750912"/>
                  </a:lnTo>
                  <a:lnTo>
                    <a:pt x="5448852" y="1790812"/>
                  </a:lnTo>
                  <a:lnTo>
                    <a:pt x="5449708" y="1738142"/>
                  </a:lnTo>
                  <a:lnTo>
                    <a:pt x="5450563" y="1748641"/>
                  </a:lnTo>
                  <a:lnTo>
                    <a:pt x="5451419" y="1760994"/>
                  </a:lnTo>
                  <a:lnTo>
                    <a:pt x="5452274" y="1739352"/>
                  </a:lnTo>
                  <a:lnTo>
                    <a:pt x="5453130" y="1792197"/>
                  </a:lnTo>
                  <a:lnTo>
                    <a:pt x="5453985" y="1759806"/>
                  </a:lnTo>
                  <a:lnTo>
                    <a:pt x="5454841" y="1780333"/>
                  </a:lnTo>
                  <a:lnTo>
                    <a:pt x="5455696" y="1786958"/>
                  </a:lnTo>
                  <a:lnTo>
                    <a:pt x="5456552" y="1730910"/>
                  </a:lnTo>
                  <a:lnTo>
                    <a:pt x="5457408" y="1808199"/>
                  </a:lnTo>
                  <a:lnTo>
                    <a:pt x="5458263" y="1746169"/>
                  </a:lnTo>
                  <a:lnTo>
                    <a:pt x="5459119" y="1710367"/>
                  </a:lnTo>
                  <a:lnTo>
                    <a:pt x="5459974" y="1669020"/>
                  </a:lnTo>
                  <a:lnTo>
                    <a:pt x="5460830" y="1766361"/>
                  </a:lnTo>
                  <a:lnTo>
                    <a:pt x="5461685" y="1740419"/>
                  </a:lnTo>
                  <a:lnTo>
                    <a:pt x="5462541" y="1648903"/>
                  </a:lnTo>
                  <a:lnTo>
                    <a:pt x="5463396" y="1598331"/>
                  </a:lnTo>
                  <a:lnTo>
                    <a:pt x="5464252" y="1612253"/>
                  </a:lnTo>
                  <a:lnTo>
                    <a:pt x="5465107" y="1639543"/>
                  </a:lnTo>
                  <a:lnTo>
                    <a:pt x="5465963" y="1613587"/>
                  </a:lnTo>
                  <a:lnTo>
                    <a:pt x="5466818" y="1611812"/>
                  </a:lnTo>
                  <a:lnTo>
                    <a:pt x="5467674" y="1638650"/>
                  </a:lnTo>
                  <a:lnTo>
                    <a:pt x="5468529" y="1639403"/>
                  </a:lnTo>
                  <a:lnTo>
                    <a:pt x="5469385" y="1615665"/>
                  </a:lnTo>
                  <a:lnTo>
                    <a:pt x="5470240" y="1658054"/>
                  </a:lnTo>
                  <a:lnTo>
                    <a:pt x="5471096" y="1652233"/>
                  </a:lnTo>
                  <a:lnTo>
                    <a:pt x="5471951" y="1640952"/>
                  </a:lnTo>
                  <a:lnTo>
                    <a:pt x="5472807" y="1679482"/>
                  </a:lnTo>
                  <a:lnTo>
                    <a:pt x="5473663" y="1642768"/>
                  </a:lnTo>
                  <a:lnTo>
                    <a:pt x="5474518" y="1735266"/>
                  </a:lnTo>
                  <a:lnTo>
                    <a:pt x="5475374" y="1638472"/>
                  </a:lnTo>
                  <a:lnTo>
                    <a:pt x="5476229" y="1745364"/>
                  </a:lnTo>
                  <a:lnTo>
                    <a:pt x="5477085" y="1715645"/>
                  </a:lnTo>
                  <a:lnTo>
                    <a:pt x="5477940" y="1712339"/>
                  </a:lnTo>
                  <a:lnTo>
                    <a:pt x="5478796" y="1724090"/>
                  </a:lnTo>
                  <a:lnTo>
                    <a:pt x="5479651" y="1860697"/>
                  </a:lnTo>
                  <a:lnTo>
                    <a:pt x="5480507" y="1950570"/>
                  </a:lnTo>
                  <a:lnTo>
                    <a:pt x="5481362" y="1946531"/>
                  </a:lnTo>
                  <a:lnTo>
                    <a:pt x="5482218" y="1842129"/>
                  </a:lnTo>
                  <a:lnTo>
                    <a:pt x="5483073" y="1855179"/>
                  </a:lnTo>
                  <a:lnTo>
                    <a:pt x="5483929" y="1907730"/>
                  </a:lnTo>
                  <a:lnTo>
                    <a:pt x="5484784" y="1955778"/>
                  </a:lnTo>
                  <a:lnTo>
                    <a:pt x="5485640" y="1959047"/>
                  </a:lnTo>
                  <a:lnTo>
                    <a:pt x="5486495" y="1969914"/>
                  </a:lnTo>
                  <a:lnTo>
                    <a:pt x="5487351" y="1930617"/>
                  </a:lnTo>
                  <a:lnTo>
                    <a:pt x="5488207" y="1926433"/>
                  </a:lnTo>
                  <a:lnTo>
                    <a:pt x="5489062" y="1902116"/>
                  </a:lnTo>
                  <a:lnTo>
                    <a:pt x="5489918" y="1836338"/>
                  </a:lnTo>
                  <a:lnTo>
                    <a:pt x="5490773" y="1833450"/>
                  </a:lnTo>
                  <a:lnTo>
                    <a:pt x="5491629" y="1826190"/>
                  </a:lnTo>
                  <a:lnTo>
                    <a:pt x="5492484" y="1820045"/>
                  </a:lnTo>
                  <a:lnTo>
                    <a:pt x="5493340" y="1745872"/>
                  </a:lnTo>
                  <a:lnTo>
                    <a:pt x="5494195" y="1752208"/>
                  </a:lnTo>
                  <a:lnTo>
                    <a:pt x="5495051" y="1768774"/>
                  </a:lnTo>
                  <a:lnTo>
                    <a:pt x="5495906" y="1854126"/>
                  </a:lnTo>
                  <a:lnTo>
                    <a:pt x="5496762" y="1816424"/>
                  </a:lnTo>
                  <a:lnTo>
                    <a:pt x="5497617" y="1794762"/>
                  </a:lnTo>
                  <a:lnTo>
                    <a:pt x="5498473" y="1799627"/>
                  </a:lnTo>
                  <a:lnTo>
                    <a:pt x="5499328" y="1833045"/>
                  </a:lnTo>
                  <a:lnTo>
                    <a:pt x="5500184" y="1830714"/>
                  </a:lnTo>
                  <a:lnTo>
                    <a:pt x="5501039" y="1841077"/>
                  </a:lnTo>
                  <a:lnTo>
                    <a:pt x="5501895" y="1758705"/>
                  </a:lnTo>
                  <a:lnTo>
                    <a:pt x="5502750" y="1740054"/>
                  </a:lnTo>
                  <a:lnTo>
                    <a:pt x="5503606" y="1757896"/>
                  </a:lnTo>
                  <a:lnTo>
                    <a:pt x="5504462" y="1841413"/>
                  </a:lnTo>
                  <a:lnTo>
                    <a:pt x="5505317" y="1781933"/>
                  </a:lnTo>
                  <a:lnTo>
                    <a:pt x="5506173" y="1739182"/>
                  </a:lnTo>
                  <a:lnTo>
                    <a:pt x="5507028" y="1808141"/>
                  </a:lnTo>
                  <a:lnTo>
                    <a:pt x="5507884" y="1913256"/>
                  </a:lnTo>
                  <a:lnTo>
                    <a:pt x="5508739" y="1878550"/>
                  </a:lnTo>
                  <a:lnTo>
                    <a:pt x="5509595" y="1929133"/>
                  </a:lnTo>
                  <a:lnTo>
                    <a:pt x="5510450" y="1865656"/>
                  </a:lnTo>
                  <a:lnTo>
                    <a:pt x="5511306" y="1779862"/>
                  </a:lnTo>
                  <a:lnTo>
                    <a:pt x="5512161" y="1759267"/>
                  </a:lnTo>
                  <a:lnTo>
                    <a:pt x="5513017" y="1696859"/>
                  </a:lnTo>
                  <a:lnTo>
                    <a:pt x="5513872" y="1760902"/>
                  </a:lnTo>
                  <a:lnTo>
                    <a:pt x="5514728" y="1684427"/>
                  </a:lnTo>
                  <a:lnTo>
                    <a:pt x="5515583" y="1702775"/>
                  </a:lnTo>
                  <a:lnTo>
                    <a:pt x="5516439" y="1650059"/>
                  </a:lnTo>
                  <a:lnTo>
                    <a:pt x="5517294" y="1636315"/>
                  </a:lnTo>
                  <a:lnTo>
                    <a:pt x="5518150" y="1639177"/>
                  </a:lnTo>
                  <a:lnTo>
                    <a:pt x="5519005" y="1678762"/>
                  </a:lnTo>
                  <a:lnTo>
                    <a:pt x="5519861" y="1767896"/>
                  </a:lnTo>
                  <a:lnTo>
                    <a:pt x="5520717" y="1743731"/>
                  </a:lnTo>
                  <a:lnTo>
                    <a:pt x="5521572" y="1743401"/>
                  </a:lnTo>
                  <a:lnTo>
                    <a:pt x="5522428" y="1756378"/>
                  </a:lnTo>
                  <a:lnTo>
                    <a:pt x="5523283" y="1800602"/>
                  </a:lnTo>
                  <a:lnTo>
                    <a:pt x="5524139" y="1818527"/>
                  </a:lnTo>
                  <a:lnTo>
                    <a:pt x="5524994" y="1772432"/>
                  </a:lnTo>
                  <a:lnTo>
                    <a:pt x="5525850" y="1762610"/>
                  </a:lnTo>
                  <a:lnTo>
                    <a:pt x="5526705" y="1794450"/>
                  </a:lnTo>
                  <a:lnTo>
                    <a:pt x="5527561" y="1749624"/>
                  </a:lnTo>
                  <a:lnTo>
                    <a:pt x="5528416" y="1765701"/>
                  </a:lnTo>
                  <a:lnTo>
                    <a:pt x="5529272" y="1765237"/>
                  </a:lnTo>
                  <a:lnTo>
                    <a:pt x="5530127" y="1728345"/>
                  </a:lnTo>
                  <a:lnTo>
                    <a:pt x="5530983" y="1820786"/>
                  </a:lnTo>
                  <a:lnTo>
                    <a:pt x="5531838" y="1838768"/>
                  </a:lnTo>
                  <a:lnTo>
                    <a:pt x="5532694" y="1807685"/>
                  </a:lnTo>
                  <a:lnTo>
                    <a:pt x="5533549" y="1813955"/>
                  </a:lnTo>
                  <a:lnTo>
                    <a:pt x="5534405" y="1822464"/>
                  </a:lnTo>
                  <a:lnTo>
                    <a:pt x="5535261" y="1827678"/>
                  </a:lnTo>
                  <a:lnTo>
                    <a:pt x="5536116" y="1858653"/>
                  </a:lnTo>
                  <a:lnTo>
                    <a:pt x="5536972" y="1817449"/>
                  </a:lnTo>
                  <a:lnTo>
                    <a:pt x="5537827" y="1845645"/>
                  </a:lnTo>
                  <a:lnTo>
                    <a:pt x="5538683" y="1848617"/>
                  </a:lnTo>
                  <a:lnTo>
                    <a:pt x="5539538" y="1863021"/>
                  </a:lnTo>
                  <a:lnTo>
                    <a:pt x="5540394" y="1855802"/>
                  </a:lnTo>
                  <a:lnTo>
                    <a:pt x="5541249" y="1862011"/>
                  </a:lnTo>
                  <a:lnTo>
                    <a:pt x="5542105" y="1892132"/>
                  </a:lnTo>
                  <a:lnTo>
                    <a:pt x="5542960" y="1910580"/>
                  </a:lnTo>
                  <a:lnTo>
                    <a:pt x="5543816" y="1906310"/>
                  </a:lnTo>
                  <a:lnTo>
                    <a:pt x="5544671" y="1980145"/>
                  </a:lnTo>
                  <a:lnTo>
                    <a:pt x="5545527" y="2020930"/>
                  </a:lnTo>
                  <a:lnTo>
                    <a:pt x="5546382" y="2025161"/>
                  </a:lnTo>
                  <a:lnTo>
                    <a:pt x="5547238" y="2083990"/>
                  </a:lnTo>
                  <a:lnTo>
                    <a:pt x="5548093" y="1991231"/>
                  </a:lnTo>
                  <a:lnTo>
                    <a:pt x="5548949" y="1902571"/>
                  </a:lnTo>
                  <a:lnTo>
                    <a:pt x="5549804" y="1904087"/>
                  </a:lnTo>
                  <a:lnTo>
                    <a:pt x="5550660" y="1988847"/>
                  </a:lnTo>
                  <a:lnTo>
                    <a:pt x="5551516" y="2004016"/>
                  </a:lnTo>
                  <a:lnTo>
                    <a:pt x="5552371" y="1940033"/>
                  </a:lnTo>
                  <a:lnTo>
                    <a:pt x="5553227" y="2003699"/>
                  </a:lnTo>
                  <a:lnTo>
                    <a:pt x="5554082" y="2083193"/>
                  </a:lnTo>
                  <a:lnTo>
                    <a:pt x="5554938" y="2093915"/>
                  </a:lnTo>
                  <a:lnTo>
                    <a:pt x="5555793" y="2088141"/>
                  </a:lnTo>
                  <a:lnTo>
                    <a:pt x="5556649" y="2091455"/>
                  </a:lnTo>
                  <a:lnTo>
                    <a:pt x="5557504" y="2112448"/>
                  </a:lnTo>
                  <a:lnTo>
                    <a:pt x="5558360" y="2067648"/>
                  </a:lnTo>
                  <a:lnTo>
                    <a:pt x="5559215" y="2020045"/>
                  </a:lnTo>
                  <a:lnTo>
                    <a:pt x="5560071" y="1986272"/>
                  </a:lnTo>
                  <a:lnTo>
                    <a:pt x="5560926" y="1984111"/>
                  </a:lnTo>
                  <a:lnTo>
                    <a:pt x="5561782" y="2030492"/>
                  </a:lnTo>
                  <a:lnTo>
                    <a:pt x="5562637" y="1981286"/>
                  </a:lnTo>
                  <a:lnTo>
                    <a:pt x="5563493" y="1956642"/>
                  </a:lnTo>
                  <a:lnTo>
                    <a:pt x="5564348" y="1978864"/>
                  </a:lnTo>
                  <a:lnTo>
                    <a:pt x="5565204" y="1956260"/>
                  </a:lnTo>
                  <a:lnTo>
                    <a:pt x="5566059" y="1916296"/>
                  </a:lnTo>
                  <a:lnTo>
                    <a:pt x="5566915" y="1906584"/>
                  </a:lnTo>
                  <a:lnTo>
                    <a:pt x="5567771" y="1991687"/>
                  </a:lnTo>
                  <a:lnTo>
                    <a:pt x="5568626" y="2003390"/>
                  </a:lnTo>
                  <a:lnTo>
                    <a:pt x="5569482" y="1998120"/>
                  </a:lnTo>
                  <a:lnTo>
                    <a:pt x="5570337" y="1907142"/>
                  </a:lnTo>
                  <a:lnTo>
                    <a:pt x="5571193" y="1875773"/>
                  </a:lnTo>
                  <a:lnTo>
                    <a:pt x="5572048" y="1880465"/>
                  </a:lnTo>
                  <a:lnTo>
                    <a:pt x="5572904" y="1909927"/>
                  </a:lnTo>
                  <a:lnTo>
                    <a:pt x="5573759" y="1831059"/>
                  </a:lnTo>
                  <a:lnTo>
                    <a:pt x="5574615" y="1819426"/>
                  </a:lnTo>
                  <a:lnTo>
                    <a:pt x="5575470" y="1805553"/>
                  </a:lnTo>
                  <a:lnTo>
                    <a:pt x="5576326" y="1827701"/>
                  </a:lnTo>
                  <a:lnTo>
                    <a:pt x="5577181" y="1811154"/>
                  </a:lnTo>
                  <a:lnTo>
                    <a:pt x="5578037" y="1838222"/>
                  </a:lnTo>
                  <a:lnTo>
                    <a:pt x="5578892" y="1833480"/>
                  </a:lnTo>
                  <a:lnTo>
                    <a:pt x="5579748" y="1852238"/>
                  </a:lnTo>
                  <a:lnTo>
                    <a:pt x="5580603" y="1856332"/>
                  </a:lnTo>
                  <a:lnTo>
                    <a:pt x="5581459" y="1837035"/>
                  </a:lnTo>
                  <a:lnTo>
                    <a:pt x="5582314" y="1918406"/>
                  </a:lnTo>
                  <a:lnTo>
                    <a:pt x="5583170" y="1891295"/>
                  </a:lnTo>
                  <a:lnTo>
                    <a:pt x="5584026" y="1954731"/>
                  </a:lnTo>
                  <a:lnTo>
                    <a:pt x="5584881" y="1896909"/>
                  </a:lnTo>
                  <a:lnTo>
                    <a:pt x="5585737" y="1921550"/>
                  </a:lnTo>
                  <a:lnTo>
                    <a:pt x="5586592" y="1867064"/>
                  </a:lnTo>
                  <a:lnTo>
                    <a:pt x="5587448" y="1891309"/>
                  </a:lnTo>
                  <a:lnTo>
                    <a:pt x="5588303" y="1905093"/>
                  </a:lnTo>
                  <a:lnTo>
                    <a:pt x="5589159" y="1889456"/>
                  </a:lnTo>
                  <a:lnTo>
                    <a:pt x="5590014" y="1896903"/>
                  </a:lnTo>
                  <a:lnTo>
                    <a:pt x="5590870" y="1916365"/>
                  </a:lnTo>
                  <a:lnTo>
                    <a:pt x="5591725" y="1936052"/>
                  </a:lnTo>
                  <a:lnTo>
                    <a:pt x="5592581" y="1941654"/>
                  </a:lnTo>
                  <a:lnTo>
                    <a:pt x="5593436" y="1844561"/>
                  </a:lnTo>
                  <a:lnTo>
                    <a:pt x="5594292" y="1874958"/>
                  </a:lnTo>
                  <a:lnTo>
                    <a:pt x="5595147" y="1843450"/>
                  </a:lnTo>
                  <a:lnTo>
                    <a:pt x="5596003" y="1824865"/>
                  </a:lnTo>
                  <a:lnTo>
                    <a:pt x="5596858" y="1849703"/>
                  </a:lnTo>
                  <a:lnTo>
                    <a:pt x="5597714" y="1825279"/>
                  </a:lnTo>
                  <a:lnTo>
                    <a:pt x="5598570" y="1885106"/>
                  </a:lnTo>
                  <a:lnTo>
                    <a:pt x="5599425" y="1899456"/>
                  </a:lnTo>
                  <a:lnTo>
                    <a:pt x="5600281" y="1942143"/>
                  </a:lnTo>
                  <a:lnTo>
                    <a:pt x="5601136" y="2007211"/>
                  </a:lnTo>
                  <a:lnTo>
                    <a:pt x="5601992" y="2021051"/>
                  </a:lnTo>
                  <a:lnTo>
                    <a:pt x="5602847" y="2040675"/>
                  </a:lnTo>
                  <a:lnTo>
                    <a:pt x="5603703" y="2000749"/>
                  </a:lnTo>
                  <a:lnTo>
                    <a:pt x="5604558" y="2015623"/>
                  </a:lnTo>
                  <a:lnTo>
                    <a:pt x="5605414" y="1950765"/>
                  </a:lnTo>
                  <a:lnTo>
                    <a:pt x="5606269" y="1957517"/>
                  </a:lnTo>
                  <a:lnTo>
                    <a:pt x="5607125" y="1995585"/>
                  </a:lnTo>
                  <a:lnTo>
                    <a:pt x="5607980" y="1990708"/>
                  </a:lnTo>
                  <a:lnTo>
                    <a:pt x="5608836" y="1979892"/>
                  </a:lnTo>
                  <a:lnTo>
                    <a:pt x="5609691" y="1989893"/>
                  </a:lnTo>
                  <a:lnTo>
                    <a:pt x="5610547" y="2074874"/>
                  </a:lnTo>
                  <a:lnTo>
                    <a:pt x="5611402" y="2084017"/>
                  </a:lnTo>
                  <a:lnTo>
                    <a:pt x="5612258" y="2059653"/>
                  </a:lnTo>
                  <a:lnTo>
                    <a:pt x="5613113" y="2053047"/>
                  </a:lnTo>
                  <a:lnTo>
                    <a:pt x="5613969" y="2071306"/>
                  </a:lnTo>
                  <a:lnTo>
                    <a:pt x="5614825" y="2043727"/>
                  </a:lnTo>
                  <a:lnTo>
                    <a:pt x="5615680" y="2041755"/>
                  </a:lnTo>
                  <a:lnTo>
                    <a:pt x="5616536" y="2065417"/>
                  </a:lnTo>
                  <a:lnTo>
                    <a:pt x="5617391" y="2083106"/>
                  </a:lnTo>
                  <a:lnTo>
                    <a:pt x="5618247" y="2088262"/>
                  </a:lnTo>
                  <a:lnTo>
                    <a:pt x="5619102" y="2092214"/>
                  </a:lnTo>
                  <a:lnTo>
                    <a:pt x="5619958" y="2070933"/>
                  </a:lnTo>
                  <a:lnTo>
                    <a:pt x="5620813" y="2099153"/>
                  </a:lnTo>
                  <a:lnTo>
                    <a:pt x="5621669" y="2127051"/>
                  </a:lnTo>
                  <a:lnTo>
                    <a:pt x="5622524" y="2151244"/>
                  </a:lnTo>
                  <a:lnTo>
                    <a:pt x="5623380" y="2190043"/>
                  </a:lnTo>
                  <a:lnTo>
                    <a:pt x="5624235" y="2196078"/>
                  </a:lnTo>
                  <a:lnTo>
                    <a:pt x="5625091" y="2190755"/>
                  </a:lnTo>
                  <a:lnTo>
                    <a:pt x="5625946" y="2192789"/>
                  </a:lnTo>
                  <a:lnTo>
                    <a:pt x="5626802" y="2157463"/>
                  </a:lnTo>
                  <a:lnTo>
                    <a:pt x="5627657" y="2181982"/>
                  </a:lnTo>
                  <a:lnTo>
                    <a:pt x="5628513" y="2185618"/>
                  </a:lnTo>
                  <a:lnTo>
                    <a:pt x="5629368" y="2185544"/>
                  </a:lnTo>
                  <a:lnTo>
                    <a:pt x="5630224" y="2204130"/>
                  </a:lnTo>
                  <a:lnTo>
                    <a:pt x="5631080" y="2203946"/>
                  </a:lnTo>
                  <a:lnTo>
                    <a:pt x="5631935" y="2199485"/>
                  </a:lnTo>
                  <a:lnTo>
                    <a:pt x="5632791" y="2194749"/>
                  </a:lnTo>
                  <a:lnTo>
                    <a:pt x="5633646" y="2157418"/>
                  </a:lnTo>
                  <a:lnTo>
                    <a:pt x="5634502" y="2148267"/>
                  </a:lnTo>
                  <a:lnTo>
                    <a:pt x="5635357" y="2168699"/>
                  </a:lnTo>
                  <a:lnTo>
                    <a:pt x="5636213" y="2198828"/>
                  </a:lnTo>
                  <a:lnTo>
                    <a:pt x="5637068" y="2218928"/>
                  </a:lnTo>
                  <a:lnTo>
                    <a:pt x="5637924" y="2214538"/>
                  </a:lnTo>
                  <a:lnTo>
                    <a:pt x="5638779" y="2191711"/>
                  </a:lnTo>
                  <a:lnTo>
                    <a:pt x="5639635" y="2216300"/>
                  </a:lnTo>
                  <a:lnTo>
                    <a:pt x="5640490" y="2204462"/>
                  </a:lnTo>
                  <a:lnTo>
                    <a:pt x="5641346" y="2187899"/>
                  </a:lnTo>
                  <a:lnTo>
                    <a:pt x="5642201" y="2150310"/>
                  </a:lnTo>
                  <a:lnTo>
                    <a:pt x="5643057" y="2151660"/>
                  </a:lnTo>
                  <a:lnTo>
                    <a:pt x="5643912" y="2175759"/>
                  </a:lnTo>
                  <a:lnTo>
                    <a:pt x="5644768" y="2190196"/>
                  </a:lnTo>
                  <a:lnTo>
                    <a:pt x="5645624" y="2191256"/>
                  </a:lnTo>
                  <a:lnTo>
                    <a:pt x="5646479" y="2191671"/>
                  </a:lnTo>
                  <a:lnTo>
                    <a:pt x="5647335" y="2200786"/>
                  </a:lnTo>
                  <a:lnTo>
                    <a:pt x="5648190" y="2239669"/>
                  </a:lnTo>
                  <a:lnTo>
                    <a:pt x="5649046" y="2243838"/>
                  </a:lnTo>
                  <a:lnTo>
                    <a:pt x="5649901" y="2206158"/>
                  </a:lnTo>
                  <a:lnTo>
                    <a:pt x="5650757" y="2205794"/>
                  </a:lnTo>
                  <a:lnTo>
                    <a:pt x="5651612" y="2228211"/>
                  </a:lnTo>
                  <a:lnTo>
                    <a:pt x="5652468" y="2278200"/>
                  </a:lnTo>
                  <a:lnTo>
                    <a:pt x="5653323" y="2254930"/>
                  </a:lnTo>
                  <a:lnTo>
                    <a:pt x="5654179" y="2192776"/>
                  </a:lnTo>
                  <a:lnTo>
                    <a:pt x="5655034" y="2140649"/>
                  </a:lnTo>
                  <a:lnTo>
                    <a:pt x="5655890" y="2142718"/>
                  </a:lnTo>
                  <a:lnTo>
                    <a:pt x="5656745" y="2116586"/>
                  </a:lnTo>
                  <a:lnTo>
                    <a:pt x="5657601" y="2079875"/>
                  </a:lnTo>
                  <a:lnTo>
                    <a:pt x="5658456" y="1995513"/>
                  </a:lnTo>
                  <a:lnTo>
                    <a:pt x="5659312" y="1980305"/>
                  </a:lnTo>
                  <a:lnTo>
                    <a:pt x="5660167" y="2009862"/>
                  </a:lnTo>
                  <a:lnTo>
                    <a:pt x="5661023" y="1982905"/>
                  </a:lnTo>
                  <a:lnTo>
                    <a:pt x="5661879" y="1957537"/>
                  </a:lnTo>
                  <a:lnTo>
                    <a:pt x="5662734" y="1931955"/>
                  </a:lnTo>
                  <a:lnTo>
                    <a:pt x="5663590" y="1978659"/>
                  </a:lnTo>
                  <a:lnTo>
                    <a:pt x="5664445" y="1999756"/>
                  </a:lnTo>
                  <a:lnTo>
                    <a:pt x="5665301" y="1987496"/>
                  </a:lnTo>
                  <a:lnTo>
                    <a:pt x="5666156" y="2012805"/>
                  </a:lnTo>
                  <a:lnTo>
                    <a:pt x="5667012" y="2060592"/>
                  </a:lnTo>
                  <a:lnTo>
                    <a:pt x="5667867" y="2083422"/>
                  </a:lnTo>
                  <a:lnTo>
                    <a:pt x="5668723" y="2041890"/>
                  </a:lnTo>
                  <a:lnTo>
                    <a:pt x="5669578" y="1970469"/>
                  </a:lnTo>
                  <a:lnTo>
                    <a:pt x="5670434" y="2035181"/>
                  </a:lnTo>
                  <a:lnTo>
                    <a:pt x="5671289" y="2100186"/>
                  </a:lnTo>
                  <a:lnTo>
                    <a:pt x="5672145" y="2096129"/>
                  </a:lnTo>
                  <a:lnTo>
                    <a:pt x="5673000" y="2044079"/>
                  </a:lnTo>
                  <a:lnTo>
                    <a:pt x="5673856" y="2108991"/>
                  </a:lnTo>
                  <a:lnTo>
                    <a:pt x="5674711" y="2109727"/>
                  </a:lnTo>
                  <a:lnTo>
                    <a:pt x="5675567" y="2203260"/>
                  </a:lnTo>
                  <a:lnTo>
                    <a:pt x="5676422" y="2153535"/>
                  </a:lnTo>
                  <a:lnTo>
                    <a:pt x="5677278" y="2174718"/>
                  </a:lnTo>
                  <a:lnTo>
                    <a:pt x="5678134" y="2245176"/>
                  </a:lnTo>
                  <a:lnTo>
                    <a:pt x="5678989" y="2217299"/>
                  </a:lnTo>
                  <a:lnTo>
                    <a:pt x="5679845" y="2205857"/>
                  </a:lnTo>
                  <a:lnTo>
                    <a:pt x="5680700" y="2168458"/>
                  </a:lnTo>
                  <a:lnTo>
                    <a:pt x="5681556" y="2121863"/>
                  </a:lnTo>
                  <a:lnTo>
                    <a:pt x="5682411" y="2082000"/>
                  </a:lnTo>
                  <a:lnTo>
                    <a:pt x="5683267" y="2064835"/>
                  </a:lnTo>
                  <a:lnTo>
                    <a:pt x="5684122" y="2105391"/>
                  </a:lnTo>
                  <a:lnTo>
                    <a:pt x="5684978" y="2070798"/>
                  </a:lnTo>
                  <a:lnTo>
                    <a:pt x="5685833" y="2032473"/>
                  </a:lnTo>
                  <a:lnTo>
                    <a:pt x="5686689" y="2045383"/>
                  </a:lnTo>
                  <a:lnTo>
                    <a:pt x="5687544" y="1985109"/>
                  </a:lnTo>
                  <a:lnTo>
                    <a:pt x="5688400" y="1941366"/>
                  </a:lnTo>
                  <a:lnTo>
                    <a:pt x="5689255" y="1932342"/>
                  </a:lnTo>
                  <a:lnTo>
                    <a:pt x="5690111" y="1910084"/>
                  </a:lnTo>
                  <a:lnTo>
                    <a:pt x="5690966" y="1870407"/>
                  </a:lnTo>
                  <a:lnTo>
                    <a:pt x="5691822" y="1843267"/>
                  </a:lnTo>
                  <a:lnTo>
                    <a:pt x="5692678" y="1872009"/>
                  </a:lnTo>
                  <a:lnTo>
                    <a:pt x="5693533" y="1788185"/>
                  </a:lnTo>
                  <a:lnTo>
                    <a:pt x="5694389" y="1834875"/>
                  </a:lnTo>
                  <a:lnTo>
                    <a:pt x="5695244" y="1920198"/>
                  </a:lnTo>
                  <a:lnTo>
                    <a:pt x="5696100" y="1902498"/>
                  </a:lnTo>
                  <a:lnTo>
                    <a:pt x="5696955" y="1935720"/>
                  </a:lnTo>
                  <a:lnTo>
                    <a:pt x="5697811" y="1825479"/>
                  </a:lnTo>
                  <a:lnTo>
                    <a:pt x="5698666" y="1871792"/>
                  </a:lnTo>
                  <a:lnTo>
                    <a:pt x="5699522" y="1969644"/>
                  </a:lnTo>
                  <a:lnTo>
                    <a:pt x="5700377" y="1967315"/>
                  </a:lnTo>
                  <a:lnTo>
                    <a:pt x="5701233" y="1896819"/>
                  </a:lnTo>
                  <a:lnTo>
                    <a:pt x="5702088" y="1831326"/>
                  </a:lnTo>
                  <a:lnTo>
                    <a:pt x="5702944" y="1876379"/>
                  </a:lnTo>
                  <a:lnTo>
                    <a:pt x="5703799" y="1926826"/>
                  </a:lnTo>
                  <a:lnTo>
                    <a:pt x="5704655" y="1874556"/>
                  </a:lnTo>
                  <a:lnTo>
                    <a:pt x="5705510" y="1854786"/>
                  </a:lnTo>
                  <a:lnTo>
                    <a:pt x="5706366" y="1798406"/>
                  </a:lnTo>
                  <a:lnTo>
                    <a:pt x="5707221" y="1841620"/>
                  </a:lnTo>
                  <a:lnTo>
                    <a:pt x="5708077" y="1806536"/>
                  </a:lnTo>
                  <a:lnTo>
                    <a:pt x="5708933" y="1850430"/>
                  </a:lnTo>
                  <a:lnTo>
                    <a:pt x="5709788" y="1848862"/>
                  </a:lnTo>
                  <a:lnTo>
                    <a:pt x="5710644" y="1825734"/>
                  </a:lnTo>
                  <a:lnTo>
                    <a:pt x="5711499" y="1866054"/>
                  </a:lnTo>
                  <a:lnTo>
                    <a:pt x="5712355" y="1908051"/>
                  </a:lnTo>
                  <a:lnTo>
                    <a:pt x="5713210" y="1930826"/>
                  </a:lnTo>
                  <a:lnTo>
                    <a:pt x="5714066" y="1914246"/>
                  </a:lnTo>
                  <a:lnTo>
                    <a:pt x="5714921" y="1827911"/>
                  </a:lnTo>
                  <a:lnTo>
                    <a:pt x="5715777" y="1886328"/>
                  </a:lnTo>
                  <a:lnTo>
                    <a:pt x="5716632" y="1982416"/>
                  </a:lnTo>
                  <a:lnTo>
                    <a:pt x="5717488" y="2016994"/>
                  </a:lnTo>
                  <a:lnTo>
                    <a:pt x="5718343" y="2078256"/>
                  </a:lnTo>
                  <a:lnTo>
                    <a:pt x="5719199" y="2099173"/>
                  </a:lnTo>
                  <a:lnTo>
                    <a:pt x="5720054" y="2144202"/>
                  </a:lnTo>
                  <a:lnTo>
                    <a:pt x="5720910" y="2184510"/>
                  </a:lnTo>
                  <a:lnTo>
                    <a:pt x="5721765" y="2204967"/>
                  </a:lnTo>
                  <a:lnTo>
                    <a:pt x="5722621" y="2191760"/>
                  </a:lnTo>
                  <a:lnTo>
                    <a:pt x="5723476" y="2169721"/>
                  </a:lnTo>
                  <a:lnTo>
                    <a:pt x="5724332" y="2171739"/>
                  </a:lnTo>
                  <a:lnTo>
                    <a:pt x="5725188" y="2118085"/>
                  </a:lnTo>
                  <a:lnTo>
                    <a:pt x="5726043" y="2041735"/>
                  </a:lnTo>
                  <a:lnTo>
                    <a:pt x="5726899" y="1988809"/>
                  </a:lnTo>
                  <a:lnTo>
                    <a:pt x="5727754" y="1966086"/>
                  </a:lnTo>
                  <a:lnTo>
                    <a:pt x="5728610" y="1976577"/>
                  </a:lnTo>
                  <a:lnTo>
                    <a:pt x="5729465" y="2025212"/>
                  </a:lnTo>
                  <a:lnTo>
                    <a:pt x="5730321" y="2012877"/>
                  </a:lnTo>
                  <a:lnTo>
                    <a:pt x="5731176" y="1901947"/>
                  </a:lnTo>
                  <a:lnTo>
                    <a:pt x="5732032" y="1907843"/>
                  </a:lnTo>
                  <a:lnTo>
                    <a:pt x="5732887" y="1945107"/>
                  </a:lnTo>
                  <a:lnTo>
                    <a:pt x="5733743" y="2050899"/>
                  </a:lnTo>
                  <a:lnTo>
                    <a:pt x="5734598" y="2085043"/>
                  </a:lnTo>
                  <a:lnTo>
                    <a:pt x="5735454" y="2072581"/>
                  </a:lnTo>
                  <a:lnTo>
                    <a:pt x="5736309" y="2081116"/>
                  </a:lnTo>
                  <a:lnTo>
                    <a:pt x="5737165" y="2101375"/>
                  </a:lnTo>
                  <a:lnTo>
                    <a:pt x="5738020" y="2074743"/>
                  </a:lnTo>
                  <a:lnTo>
                    <a:pt x="5738876" y="1930623"/>
                  </a:lnTo>
                  <a:lnTo>
                    <a:pt x="5739732" y="1907427"/>
                  </a:lnTo>
                  <a:lnTo>
                    <a:pt x="5740587" y="1921744"/>
                  </a:lnTo>
                  <a:lnTo>
                    <a:pt x="5741443" y="1908218"/>
                  </a:lnTo>
                  <a:lnTo>
                    <a:pt x="5742298" y="1918966"/>
                  </a:lnTo>
                  <a:lnTo>
                    <a:pt x="5743154" y="1834461"/>
                  </a:lnTo>
                  <a:lnTo>
                    <a:pt x="5744009" y="1844846"/>
                  </a:lnTo>
                  <a:lnTo>
                    <a:pt x="5744865" y="1910014"/>
                  </a:lnTo>
                  <a:lnTo>
                    <a:pt x="5745720" y="1913806"/>
                  </a:lnTo>
                  <a:lnTo>
                    <a:pt x="5746576" y="2001261"/>
                  </a:lnTo>
                  <a:lnTo>
                    <a:pt x="5747431" y="1966433"/>
                  </a:lnTo>
                  <a:lnTo>
                    <a:pt x="5748287" y="2035758"/>
                  </a:lnTo>
                  <a:lnTo>
                    <a:pt x="5749142" y="2055380"/>
                  </a:lnTo>
                  <a:lnTo>
                    <a:pt x="5749998" y="1948305"/>
                  </a:lnTo>
                  <a:lnTo>
                    <a:pt x="5750853" y="2001368"/>
                  </a:lnTo>
                  <a:lnTo>
                    <a:pt x="5751709" y="1896383"/>
                  </a:lnTo>
                  <a:lnTo>
                    <a:pt x="5752564" y="1966463"/>
                  </a:lnTo>
                  <a:lnTo>
                    <a:pt x="5753420" y="2009013"/>
                  </a:lnTo>
                  <a:lnTo>
                    <a:pt x="5754275" y="1969141"/>
                  </a:lnTo>
                  <a:lnTo>
                    <a:pt x="5755131" y="2010921"/>
                  </a:lnTo>
                  <a:lnTo>
                    <a:pt x="5755987" y="2039014"/>
                  </a:lnTo>
                  <a:lnTo>
                    <a:pt x="5756842" y="2128258"/>
                  </a:lnTo>
                  <a:lnTo>
                    <a:pt x="5757698" y="2122261"/>
                  </a:lnTo>
                  <a:lnTo>
                    <a:pt x="5758553" y="2103185"/>
                  </a:lnTo>
                  <a:lnTo>
                    <a:pt x="5759409" y="2140539"/>
                  </a:lnTo>
                  <a:lnTo>
                    <a:pt x="5760264" y="2108023"/>
                  </a:lnTo>
                  <a:lnTo>
                    <a:pt x="5761120" y="2114497"/>
                  </a:lnTo>
                  <a:lnTo>
                    <a:pt x="5761975" y="2061248"/>
                  </a:lnTo>
                  <a:lnTo>
                    <a:pt x="5762831" y="2107344"/>
                  </a:lnTo>
                  <a:lnTo>
                    <a:pt x="5763686" y="2165131"/>
                  </a:lnTo>
                  <a:lnTo>
                    <a:pt x="5764542" y="2256522"/>
                  </a:lnTo>
                  <a:lnTo>
                    <a:pt x="5765397" y="2209962"/>
                  </a:lnTo>
                  <a:lnTo>
                    <a:pt x="5766253" y="2224978"/>
                  </a:lnTo>
                  <a:lnTo>
                    <a:pt x="5767108" y="2251875"/>
                  </a:lnTo>
                  <a:lnTo>
                    <a:pt x="5767964" y="2261387"/>
                  </a:lnTo>
                  <a:lnTo>
                    <a:pt x="5768819" y="2180493"/>
                  </a:lnTo>
                  <a:lnTo>
                    <a:pt x="5769675" y="2116997"/>
                  </a:lnTo>
                  <a:lnTo>
                    <a:pt x="5770530" y="2187079"/>
                  </a:lnTo>
                  <a:lnTo>
                    <a:pt x="5771386" y="2118904"/>
                  </a:lnTo>
                  <a:lnTo>
                    <a:pt x="5772242" y="2099959"/>
                  </a:lnTo>
                  <a:lnTo>
                    <a:pt x="5773097" y="2045481"/>
                  </a:lnTo>
                  <a:lnTo>
                    <a:pt x="5773953" y="1997570"/>
                  </a:lnTo>
                  <a:lnTo>
                    <a:pt x="5774808" y="2076079"/>
                  </a:lnTo>
                  <a:lnTo>
                    <a:pt x="5775664" y="1989813"/>
                  </a:lnTo>
                  <a:lnTo>
                    <a:pt x="5776519" y="1949324"/>
                  </a:lnTo>
                  <a:lnTo>
                    <a:pt x="5777375" y="1980771"/>
                  </a:lnTo>
                  <a:lnTo>
                    <a:pt x="5778230" y="1997171"/>
                  </a:lnTo>
                  <a:lnTo>
                    <a:pt x="5779086" y="2055409"/>
                  </a:lnTo>
                  <a:lnTo>
                    <a:pt x="5779941" y="2010552"/>
                  </a:lnTo>
                  <a:lnTo>
                    <a:pt x="5780797" y="2071536"/>
                  </a:lnTo>
                  <a:lnTo>
                    <a:pt x="5781652" y="2046145"/>
                  </a:lnTo>
                  <a:lnTo>
                    <a:pt x="5782508" y="2014543"/>
                  </a:lnTo>
                  <a:lnTo>
                    <a:pt x="5783363" y="1955974"/>
                  </a:lnTo>
                  <a:lnTo>
                    <a:pt x="5784219" y="1980907"/>
                  </a:lnTo>
                  <a:lnTo>
                    <a:pt x="5785074" y="2068732"/>
                  </a:lnTo>
                  <a:lnTo>
                    <a:pt x="5785930" y="2057779"/>
                  </a:lnTo>
                  <a:lnTo>
                    <a:pt x="5786785" y="2051553"/>
                  </a:lnTo>
                  <a:lnTo>
                    <a:pt x="5787641" y="2071137"/>
                  </a:lnTo>
                  <a:lnTo>
                    <a:pt x="5788497" y="2082341"/>
                  </a:lnTo>
                  <a:lnTo>
                    <a:pt x="5789352" y="2097408"/>
                  </a:lnTo>
                  <a:lnTo>
                    <a:pt x="5790208" y="2141273"/>
                  </a:lnTo>
                  <a:lnTo>
                    <a:pt x="5791063" y="2111205"/>
                  </a:lnTo>
                  <a:lnTo>
                    <a:pt x="5791919" y="2110733"/>
                  </a:lnTo>
                  <a:lnTo>
                    <a:pt x="5792774" y="2112568"/>
                  </a:lnTo>
                  <a:lnTo>
                    <a:pt x="5793630" y="2081348"/>
                  </a:lnTo>
                  <a:lnTo>
                    <a:pt x="5794485" y="2028644"/>
                  </a:lnTo>
                  <a:lnTo>
                    <a:pt x="5795341" y="1958249"/>
                  </a:lnTo>
                  <a:lnTo>
                    <a:pt x="5796196" y="1957740"/>
                  </a:lnTo>
                  <a:lnTo>
                    <a:pt x="5797052" y="2008153"/>
                  </a:lnTo>
                  <a:lnTo>
                    <a:pt x="5797907" y="2058647"/>
                  </a:lnTo>
                  <a:lnTo>
                    <a:pt x="5798763" y="1959778"/>
                  </a:lnTo>
                  <a:lnTo>
                    <a:pt x="5799618" y="1948540"/>
                  </a:lnTo>
                  <a:lnTo>
                    <a:pt x="5800474" y="2025380"/>
                  </a:lnTo>
                  <a:lnTo>
                    <a:pt x="5801329" y="2024939"/>
                  </a:lnTo>
                  <a:lnTo>
                    <a:pt x="5802185" y="2110855"/>
                  </a:lnTo>
                  <a:lnTo>
                    <a:pt x="5803041" y="1984687"/>
                  </a:lnTo>
                  <a:lnTo>
                    <a:pt x="5803896" y="2044732"/>
                  </a:lnTo>
                  <a:lnTo>
                    <a:pt x="5804752" y="2058717"/>
                  </a:lnTo>
                  <a:lnTo>
                    <a:pt x="5805607" y="2129322"/>
                  </a:lnTo>
                  <a:lnTo>
                    <a:pt x="5806463" y="2119749"/>
                  </a:lnTo>
                  <a:lnTo>
                    <a:pt x="5807318" y="2034430"/>
                  </a:lnTo>
                  <a:lnTo>
                    <a:pt x="5808174" y="2123597"/>
                  </a:lnTo>
                  <a:lnTo>
                    <a:pt x="5809029" y="2078385"/>
                  </a:lnTo>
                  <a:lnTo>
                    <a:pt x="5809885" y="2055337"/>
                  </a:lnTo>
                  <a:lnTo>
                    <a:pt x="5810740" y="2073344"/>
                  </a:lnTo>
                  <a:lnTo>
                    <a:pt x="5811596" y="2100318"/>
                  </a:lnTo>
                  <a:lnTo>
                    <a:pt x="5812451" y="2172600"/>
                  </a:lnTo>
                  <a:lnTo>
                    <a:pt x="5813307" y="2183459"/>
                  </a:lnTo>
                  <a:lnTo>
                    <a:pt x="5814162" y="2152446"/>
                  </a:lnTo>
                  <a:lnTo>
                    <a:pt x="5815018" y="2220222"/>
                  </a:lnTo>
                  <a:lnTo>
                    <a:pt x="5815873" y="2181769"/>
                  </a:lnTo>
                  <a:lnTo>
                    <a:pt x="5816729" y="2177042"/>
                  </a:lnTo>
                  <a:lnTo>
                    <a:pt x="5817584" y="2179889"/>
                  </a:lnTo>
                  <a:lnTo>
                    <a:pt x="5818440" y="2157556"/>
                  </a:lnTo>
                  <a:lnTo>
                    <a:pt x="5819296" y="2214051"/>
                  </a:lnTo>
                  <a:lnTo>
                    <a:pt x="5820151" y="2195590"/>
                  </a:lnTo>
                  <a:lnTo>
                    <a:pt x="5821007" y="2149881"/>
                  </a:lnTo>
                  <a:lnTo>
                    <a:pt x="5821862" y="2095190"/>
                  </a:lnTo>
                  <a:lnTo>
                    <a:pt x="5822718" y="2009647"/>
                  </a:lnTo>
                  <a:lnTo>
                    <a:pt x="5823573" y="1970273"/>
                  </a:lnTo>
                  <a:lnTo>
                    <a:pt x="5824429" y="1910458"/>
                  </a:lnTo>
                  <a:lnTo>
                    <a:pt x="5825284" y="1840576"/>
                  </a:lnTo>
                  <a:lnTo>
                    <a:pt x="5826140" y="1808059"/>
                  </a:lnTo>
                  <a:lnTo>
                    <a:pt x="5826995" y="1788869"/>
                  </a:lnTo>
                  <a:lnTo>
                    <a:pt x="5827851" y="1815217"/>
                  </a:lnTo>
                  <a:lnTo>
                    <a:pt x="5828706" y="1849924"/>
                  </a:lnTo>
                  <a:lnTo>
                    <a:pt x="5829562" y="1859251"/>
                  </a:lnTo>
                  <a:lnTo>
                    <a:pt x="5830417" y="1910517"/>
                  </a:lnTo>
                  <a:lnTo>
                    <a:pt x="5831273" y="1957566"/>
                  </a:lnTo>
                  <a:lnTo>
                    <a:pt x="5832128" y="1999853"/>
                  </a:lnTo>
                  <a:lnTo>
                    <a:pt x="5832984" y="2083140"/>
                  </a:lnTo>
                  <a:lnTo>
                    <a:pt x="5833839" y="2117178"/>
                  </a:lnTo>
                  <a:lnTo>
                    <a:pt x="5834695" y="2170398"/>
                  </a:lnTo>
                  <a:lnTo>
                    <a:pt x="5835551" y="2206643"/>
                  </a:lnTo>
                  <a:lnTo>
                    <a:pt x="5836406" y="2184378"/>
                  </a:lnTo>
                  <a:lnTo>
                    <a:pt x="5837262" y="2230137"/>
                  </a:lnTo>
                  <a:lnTo>
                    <a:pt x="5838117" y="2222597"/>
                  </a:lnTo>
                  <a:lnTo>
                    <a:pt x="5838973" y="2173396"/>
                  </a:lnTo>
                  <a:lnTo>
                    <a:pt x="5839828" y="2145544"/>
                  </a:lnTo>
                  <a:lnTo>
                    <a:pt x="5840684" y="2127174"/>
                  </a:lnTo>
                  <a:lnTo>
                    <a:pt x="5841539" y="2111123"/>
                  </a:lnTo>
                  <a:lnTo>
                    <a:pt x="5842395" y="2132452"/>
                  </a:lnTo>
                  <a:lnTo>
                    <a:pt x="5843250" y="2111640"/>
                  </a:lnTo>
                  <a:lnTo>
                    <a:pt x="5844106" y="2121590"/>
                  </a:lnTo>
                  <a:lnTo>
                    <a:pt x="5844961" y="2108381"/>
                  </a:lnTo>
                  <a:lnTo>
                    <a:pt x="5845817" y="2054247"/>
                  </a:lnTo>
                  <a:lnTo>
                    <a:pt x="5846672" y="1938548"/>
                  </a:lnTo>
                  <a:lnTo>
                    <a:pt x="5847528" y="1831434"/>
                  </a:lnTo>
                  <a:lnTo>
                    <a:pt x="5848383" y="1823581"/>
                  </a:lnTo>
                  <a:lnTo>
                    <a:pt x="5849239" y="1925056"/>
                  </a:lnTo>
                  <a:lnTo>
                    <a:pt x="5850095" y="1884023"/>
                  </a:lnTo>
                  <a:lnTo>
                    <a:pt x="5850950" y="1994072"/>
                  </a:lnTo>
                  <a:lnTo>
                    <a:pt x="5851806" y="2055083"/>
                  </a:lnTo>
                  <a:lnTo>
                    <a:pt x="5852661" y="2075701"/>
                  </a:lnTo>
                  <a:lnTo>
                    <a:pt x="5853517" y="2097855"/>
                  </a:lnTo>
                  <a:lnTo>
                    <a:pt x="5854372" y="2032563"/>
                  </a:lnTo>
                  <a:lnTo>
                    <a:pt x="5855228" y="2021282"/>
                  </a:lnTo>
                  <a:lnTo>
                    <a:pt x="5856083" y="2028531"/>
                  </a:lnTo>
                  <a:lnTo>
                    <a:pt x="5856939" y="2114572"/>
                  </a:lnTo>
                  <a:lnTo>
                    <a:pt x="5857794" y="2151502"/>
                  </a:lnTo>
                  <a:lnTo>
                    <a:pt x="5858650" y="2135561"/>
                  </a:lnTo>
                  <a:lnTo>
                    <a:pt x="5859505" y="2151247"/>
                  </a:lnTo>
                  <a:lnTo>
                    <a:pt x="5860361" y="2157116"/>
                  </a:lnTo>
                  <a:lnTo>
                    <a:pt x="5861216" y="2191876"/>
                  </a:lnTo>
                  <a:lnTo>
                    <a:pt x="5862072" y="2179605"/>
                  </a:lnTo>
                  <a:lnTo>
                    <a:pt x="5862927" y="2160532"/>
                  </a:lnTo>
                  <a:lnTo>
                    <a:pt x="5863783" y="2130284"/>
                  </a:lnTo>
                  <a:lnTo>
                    <a:pt x="5864638" y="2123951"/>
                  </a:lnTo>
                  <a:lnTo>
                    <a:pt x="5865494" y="2124010"/>
                  </a:lnTo>
                  <a:lnTo>
                    <a:pt x="5866350" y="2112353"/>
                  </a:lnTo>
                  <a:lnTo>
                    <a:pt x="5867205" y="2115408"/>
                  </a:lnTo>
                  <a:lnTo>
                    <a:pt x="5868061" y="2086638"/>
                  </a:lnTo>
                  <a:lnTo>
                    <a:pt x="5868916" y="2097653"/>
                  </a:lnTo>
                  <a:lnTo>
                    <a:pt x="5869772" y="2066841"/>
                  </a:lnTo>
                  <a:lnTo>
                    <a:pt x="5870627" y="2047517"/>
                  </a:lnTo>
                  <a:lnTo>
                    <a:pt x="5871483" y="1968087"/>
                  </a:lnTo>
                  <a:lnTo>
                    <a:pt x="5872338" y="1893736"/>
                  </a:lnTo>
                  <a:lnTo>
                    <a:pt x="5873194" y="1852434"/>
                  </a:lnTo>
                  <a:lnTo>
                    <a:pt x="5874049" y="1845279"/>
                  </a:lnTo>
                  <a:lnTo>
                    <a:pt x="5874905" y="1898953"/>
                  </a:lnTo>
                  <a:lnTo>
                    <a:pt x="5875760" y="1908925"/>
                  </a:lnTo>
                  <a:lnTo>
                    <a:pt x="5876616" y="1933594"/>
                  </a:lnTo>
                  <a:lnTo>
                    <a:pt x="5877471" y="1933901"/>
                  </a:lnTo>
                  <a:lnTo>
                    <a:pt x="5878327" y="1922261"/>
                  </a:lnTo>
                  <a:lnTo>
                    <a:pt x="5879182" y="1906722"/>
                  </a:lnTo>
                  <a:lnTo>
                    <a:pt x="5880038" y="1921682"/>
                  </a:lnTo>
                  <a:lnTo>
                    <a:pt x="5880893" y="1884692"/>
                  </a:lnTo>
                  <a:lnTo>
                    <a:pt x="5881749" y="1859349"/>
                  </a:lnTo>
                  <a:lnTo>
                    <a:pt x="5882605" y="1790469"/>
                  </a:lnTo>
                  <a:lnTo>
                    <a:pt x="5883460" y="1765300"/>
                  </a:lnTo>
                  <a:lnTo>
                    <a:pt x="5884316" y="1748857"/>
                  </a:lnTo>
                  <a:lnTo>
                    <a:pt x="5885171" y="1759554"/>
                  </a:lnTo>
                  <a:lnTo>
                    <a:pt x="5886027" y="1785094"/>
                  </a:lnTo>
                  <a:lnTo>
                    <a:pt x="5886882" y="1788104"/>
                  </a:lnTo>
                  <a:lnTo>
                    <a:pt x="5887738" y="1812713"/>
                  </a:lnTo>
                  <a:lnTo>
                    <a:pt x="5888593" y="1771361"/>
                  </a:lnTo>
                  <a:lnTo>
                    <a:pt x="5889449" y="1850795"/>
                  </a:lnTo>
                  <a:lnTo>
                    <a:pt x="5890304" y="1883685"/>
                  </a:lnTo>
                  <a:lnTo>
                    <a:pt x="5891160" y="1822131"/>
                  </a:lnTo>
                  <a:lnTo>
                    <a:pt x="5892015" y="1942106"/>
                  </a:lnTo>
                  <a:lnTo>
                    <a:pt x="5892871" y="1984233"/>
                  </a:lnTo>
                  <a:lnTo>
                    <a:pt x="5893726" y="2057527"/>
                  </a:lnTo>
                  <a:lnTo>
                    <a:pt x="5894582" y="2027742"/>
                  </a:lnTo>
                  <a:lnTo>
                    <a:pt x="5895437" y="1939336"/>
                  </a:lnTo>
                  <a:lnTo>
                    <a:pt x="5896293" y="2000547"/>
                  </a:lnTo>
                  <a:lnTo>
                    <a:pt x="5897149" y="1975771"/>
                  </a:lnTo>
                  <a:lnTo>
                    <a:pt x="5898004" y="2048118"/>
                  </a:lnTo>
                  <a:lnTo>
                    <a:pt x="5898860" y="2022948"/>
                  </a:lnTo>
                  <a:lnTo>
                    <a:pt x="5899715" y="2021955"/>
                  </a:lnTo>
                  <a:lnTo>
                    <a:pt x="5900571" y="2045870"/>
                  </a:lnTo>
                  <a:lnTo>
                    <a:pt x="5901426" y="2012058"/>
                  </a:lnTo>
                  <a:lnTo>
                    <a:pt x="5902282" y="2033918"/>
                  </a:lnTo>
                  <a:lnTo>
                    <a:pt x="5903137" y="2074283"/>
                  </a:lnTo>
                  <a:lnTo>
                    <a:pt x="5903993" y="2071067"/>
                  </a:lnTo>
                  <a:lnTo>
                    <a:pt x="5904848" y="2040583"/>
                  </a:lnTo>
                  <a:lnTo>
                    <a:pt x="5905704" y="2008429"/>
                  </a:lnTo>
                  <a:lnTo>
                    <a:pt x="5906559" y="2065496"/>
                  </a:lnTo>
                  <a:lnTo>
                    <a:pt x="5907415" y="2032110"/>
                  </a:lnTo>
                  <a:lnTo>
                    <a:pt x="5908270" y="2004194"/>
                  </a:lnTo>
                  <a:lnTo>
                    <a:pt x="5909126" y="1885175"/>
                  </a:lnTo>
                  <a:lnTo>
                    <a:pt x="5909981" y="1788150"/>
                  </a:lnTo>
                  <a:lnTo>
                    <a:pt x="5910837" y="1864615"/>
                  </a:lnTo>
                  <a:lnTo>
                    <a:pt x="5911692" y="1801958"/>
                  </a:lnTo>
                  <a:lnTo>
                    <a:pt x="5912548" y="1850718"/>
                  </a:lnTo>
                  <a:lnTo>
                    <a:pt x="5913404" y="1898656"/>
                  </a:lnTo>
                  <a:lnTo>
                    <a:pt x="5914259" y="1903589"/>
                  </a:lnTo>
                  <a:lnTo>
                    <a:pt x="5915115" y="1904297"/>
                  </a:lnTo>
                  <a:lnTo>
                    <a:pt x="5915970" y="1833234"/>
                  </a:lnTo>
                  <a:lnTo>
                    <a:pt x="5916826" y="1785908"/>
                  </a:lnTo>
                  <a:lnTo>
                    <a:pt x="5917681" y="1684371"/>
                  </a:lnTo>
                  <a:lnTo>
                    <a:pt x="5918537" y="1672862"/>
                  </a:lnTo>
                  <a:lnTo>
                    <a:pt x="5919392" y="1672821"/>
                  </a:lnTo>
                  <a:lnTo>
                    <a:pt x="5920248" y="1782535"/>
                  </a:lnTo>
                  <a:lnTo>
                    <a:pt x="5921103" y="1787286"/>
                  </a:lnTo>
                  <a:lnTo>
                    <a:pt x="5921959" y="1765248"/>
                  </a:lnTo>
                  <a:lnTo>
                    <a:pt x="5922814" y="1625647"/>
                  </a:lnTo>
                  <a:lnTo>
                    <a:pt x="5923670" y="1667099"/>
                  </a:lnTo>
                  <a:lnTo>
                    <a:pt x="5924525" y="1484095"/>
                  </a:lnTo>
                  <a:lnTo>
                    <a:pt x="5925381" y="1548984"/>
                  </a:lnTo>
                  <a:lnTo>
                    <a:pt x="5926236" y="1474915"/>
                  </a:lnTo>
                  <a:lnTo>
                    <a:pt x="5927092" y="1456327"/>
                  </a:lnTo>
                  <a:lnTo>
                    <a:pt x="5927947" y="1435226"/>
                  </a:lnTo>
                  <a:lnTo>
                    <a:pt x="5928803" y="1482832"/>
                  </a:lnTo>
                  <a:lnTo>
                    <a:pt x="5929659" y="1443600"/>
                  </a:lnTo>
                  <a:lnTo>
                    <a:pt x="5930514" y="1410681"/>
                  </a:lnTo>
                  <a:lnTo>
                    <a:pt x="5931370" y="1454335"/>
                  </a:lnTo>
                  <a:lnTo>
                    <a:pt x="5932225" y="1515454"/>
                  </a:lnTo>
                  <a:lnTo>
                    <a:pt x="5933081" y="1487370"/>
                  </a:lnTo>
                  <a:lnTo>
                    <a:pt x="5933936" y="1477331"/>
                  </a:lnTo>
                  <a:lnTo>
                    <a:pt x="5934792" y="1489036"/>
                  </a:lnTo>
                  <a:lnTo>
                    <a:pt x="5935647" y="1528922"/>
                  </a:lnTo>
                  <a:lnTo>
                    <a:pt x="5936503" y="1591758"/>
                  </a:lnTo>
                  <a:lnTo>
                    <a:pt x="5937358" y="1463085"/>
                  </a:lnTo>
                  <a:lnTo>
                    <a:pt x="5938214" y="1490564"/>
                  </a:lnTo>
                  <a:lnTo>
                    <a:pt x="5939069" y="1503929"/>
                  </a:lnTo>
                  <a:lnTo>
                    <a:pt x="5939925" y="1515812"/>
                  </a:lnTo>
                  <a:lnTo>
                    <a:pt x="5940780" y="1532363"/>
                  </a:lnTo>
                  <a:lnTo>
                    <a:pt x="5941636" y="1519737"/>
                  </a:lnTo>
                  <a:lnTo>
                    <a:pt x="5942491" y="1678548"/>
                  </a:lnTo>
                  <a:lnTo>
                    <a:pt x="5943347" y="1646781"/>
                  </a:lnTo>
                  <a:lnTo>
                    <a:pt x="5944203" y="1673242"/>
                  </a:lnTo>
                  <a:lnTo>
                    <a:pt x="5945058" y="1767030"/>
                  </a:lnTo>
                  <a:lnTo>
                    <a:pt x="5945914" y="1693836"/>
                  </a:lnTo>
                  <a:lnTo>
                    <a:pt x="5946769" y="1785928"/>
                  </a:lnTo>
                  <a:lnTo>
                    <a:pt x="5947625" y="1814075"/>
                  </a:lnTo>
                  <a:lnTo>
                    <a:pt x="5948480" y="1817758"/>
                  </a:lnTo>
                  <a:lnTo>
                    <a:pt x="5949336" y="1790944"/>
                  </a:lnTo>
                  <a:lnTo>
                    <a:pt x="5950191" y="1768376"/>
                  </a:lnTo>
                  <a:lnTo>
                    <a:pt x="5951047" y="1907815"/>
                  </a:lnTo>
                  <a:lnTo>
                    <a:pt x="5951902" y="1844623"/>
                  </a:lnTo>
                  <a:lnTo>
                    <a:pt x="5952758" y="1740162"/>
                  </a:lnTo>
                  <a:lnTo>
                    <a:pt x="5953613" y="1763756"/>
                  </a:lnTo>
                  <a:lnTo>
                    <a:pt x="5954469" y="1688012"/>
                  </a:lnTo>
                  <a:lnTo>
                    <a:pt x="5955324" y="1757236"/>
                  </a:lnTo>
                  <a:lnTo>
                    <a:pt x="5956180" y="1744697"/>
                  </a:lnTo>
                  <a:lnTo>
                    <a:pt x="5957035" y="1736072"/>
                  </a:lnTo>
                  <a:lnTo>
                    <a:pt x="5957891" y="1742835"/>
                  </a:lnTo>
                  <a:lnTo>
                    <a:pt x="5958746" y="1754472"/>
                  </a:lnTo>
                  <a:lnTo>
                    <a:pt x="5959602" y="1826505"/>
                  </a:lnTo>
                  <a:lnTo>
                    <a:pt x="5960458" y="1911955"/>
                  </a:lnTo>
                  <a:lnTo>
                    <a:pt x="5961313" y="1927677"/>
                  </a:lnTo>
                  <a:lnTo>
                    <a:pt x="5962169" y="1977416"/>
                  </a:lnTo>
                  <a:lnTo>
                    <a:pt x="5963024" y="1994582"/>
                  </a:lnTo>
                  <a:lnTo>
                    <a:pt x="5963880" y="1972750"/>
                  </a:lnTo>
                  <a:lnTo>
                    <a:pt x="5964735" y="1949034"/>
                  </a:lnTo>
                  <a:lnTo>
                    <a:pt x="5965591" y="2025447"/>
                  </a:lnTo>
                  <a:lnTo>
                    <a:pt x="5966446" y="2073478"/>
                  </a:lnTo>
                  <a:lnTo>
                    <a:pt x="5967302" y="2126054"/>
                  </a:lnTo>
                  <a:lnTo>
                    <a:pt x="5968157" y="2083941"/>
                  </a:lnTo>
                  <a:lnTo>
                    <a:pt x="5969013" y="2103766"/>
                  </a:lnTo>
                  <a:lnTo>
                    <a:pt x="5969868" y="2048767"/>
                  </a:lnTo>
                  <a:lnTo>
                    <a:pt x="5970724" y="2004842"/>
                  </a:lnTo>
                  <a:lnTo>
                    <a:pt x="5971579" y="1992385"/>
                  </a:lnTo>
                  <a:lnTo>
                    <a:pt x="5972435" y="1978373"/>
                  </a:lnTo>
                  <a:lnTo>
                    <a:pt x="5973290" y="1896185"/>
                  </a:lnTo>
                  <a:lnTo>
                    <a:pt x="5974146" y="1793701"/>
                  </a:lnTo>
                  <a:lnTo>
                    <a:pt x="5975001" y="1751201"/>
                  </a:lnTo>
                  <a:lnTo>
                    <a:pt x="5975857" y="1677455"/>
                  </a:lnTo>
                  <a:lnTo>
                    <a:pt x="5976713" y="1778564"/>
                  </a:lnTo>
                  <a:lnTo>
                    <a:pt x="5977568" y="1734797"/>
                  </a:lnTo>
                  <a:lnTo>
                    <a:pt x="5978424" y="1688727"/>
                  </a:lnTo>
                  <a:lnTo>
                    <a:pt x="5979279" y="1779121"/>
                  </a:lnTo>
                  <a:lnTo>
                    <a:pt x="5980135" y="1657321"/>
                  </a:lnTo>
                  <a:lnTo>
                    <a:pt x="5980990" y="1740844"/>
                  </a:lnTo>
                  <a:lnTo>
                    <a:pt x="5981846" y="1806379"/>
                  </a:lnTo>
                  <a:lnTo>
                    <a:pt x="5982701" y="1866376"/>
                  </a:lnTo>
                  <a:lnTo>
                    <a:pt x="5983557" y="1950580"/>
                  </a:lnTo>
                  <a:lnTo>
                    <a:pt x="5984412" y="1973295"/>
                  </a:lnTo>
                  <a:lnTo>
                    <a:pt x="5985268" y="1980622"/>
                  </a:lnTo>
                  <a:lnTo>
                    <a:pt x="5986123" y="2003375"/>
                  </a:lnTo>
                  <a:lnTo>
                    <a:pt x="5986979" y="1897484"/>
                  </a:lnTo>
                  <a:lnTo>
                    <a:pt x="5987834" y="1943138"/>
                  </a:lnTo>
                  <a:lnTo>
                    <a:pt x="5988690" y="1893502"/>
                  </a:lnTo>
                  <a:lnTo>
                    <a:pt x="5989545" y="1962454"/>
                  </a:lnTo>
                  <a:lnTo>
                    <a:pt x="5990401" y="1992946"/>
                  </a:lnTo>
                  <a:lnTo>
                    <a:pt x="5991256" y="1926997"/>
                  </a:lnTo>
                  <a:lnTo>
                    <a:pt x="5992112" y="1936404"/>
                  </a:lnTo>
                  <a:lnTo>
                    <a:pt x="5992968" y="1854424"/>
                  </a:lnTo>
                  <a:lnTo>
                    <a:pt x="5993823" y="1892841"/>
                  </a:lnTo>
                  <a:lnTo>
                    <a:pt x="5994679" y="1871453"/>
                  </a:lnTo>
                  <a:lnTo>
                    <a:pt x="5995534" y="1789581"/>
                  </a:lnTo>
                  <a:lnTo>
                    <a:pt x="5996390" y="1781633"/>
                  </a:lnTo>
                  <a:lnTo>
                    <a:pt x="5997245" y="1779500"/>
                  </a:lnTo>
                  <a:lnTo>
                    <a:pt x="5998101" y="1796705"/>
                  </a:lnTo>
                  <a:lnTo>
                    <a:pt x="5998956" y="1798935"/>
                  </a:lnTo>
                  <a:lnTo>
                    <a:pt x="5999812" y="1834390"/>
                  </a:lnTo>
                  <a:lnTo>
                    <a:pt x="6000667" y="1880240"/>
                  </a:lnTo>
                  <a:lnTo>
                    <a:pt x="6001523" y="1952947"/>
                  </a:lnTo>
                  <a:lnTo>
                    <a:pt x="6002378" y="1998179"/>
                  </a:lnTo>
                  <a:lnTo>
                    <a:pt x="6003234" y="1935886"/>
                  </a:lnTo>
                  <a:lnTo>
                    <a:pt x="6004089" y="1871626"/>
                  </a:lnTo>
                  <a:lnTo>
                    <a:pt x="6004945" y="1823628"/>
                  </a:lnTo>
                  <a:lnTo>
                    <a:pt x="6005800" y="1738586"/>
                  </a:lnTo>
                  <a:lnTo>
                    <a:pt x="6006656" y="1742405"/>
                  </a:lnTo>
                  <a:lnTo>
                    <a:pt x="6007512" y="1678726"/>
                  </a:lnTo>
                  <a:lnTo>
                    <a:pt x="6008367" y="1630200"/>
                  </a:lnTo>
                  <a:lnTo>
                    <a:pt x="6009223" y="1663118"/>
                  </a:lnTo>
                  <a:lnTo>
                    <a:pt x="6010078" y="1634991"/>
                  </a:lnTo>
                  <a:lnTo>
                    <a:pt x="6010934" y="1657966"/>
                  </a:lnTo>
                  <a:lnTo>
                    <a:pt x="6011789" y="1632698"/>
                  </a:lnTo>
                  <a:lnTo>
                    <a:pt x="6012645" y="1588545"/>
                  </a:lnTo>
                  <a:lnTo>
                    <a:pt x="6013500" y="1659702"/>
                  </a:lnTo>
                  <a:lnTo>
                    <a:pt x="6014356" y="1608641"/>
                  </a:lnTo>
                  <a:lnTo>
                    <a:pt x="6015211" y="1609637"/>
                  </a:lnTo>
                  <a:lnTo>
                    <a:pt x="6016067" y="1544249"/>
                  </a:lnTo>
                  <a:lnTo>
                    <a:pt x="6016922" y="1556956"/>
                  </a:lnTo>
                  <a:lnTo>
                    <a:pt x="6017778" y="1543496"/>
                  </a:lnTo>
                  <a:lnTo>
                    <a:pt x="6018633" y="1530305"/>
                  </a:lnTo>
                  <a:lnTo>
                    <a:pt x="6019489" y="1537488"/>
                  </a:lnTo>
                  <a:lnTo>
                    <a:pt x="6020344" y="1544080"/>
                  </a:lnTo>
                  <a:lnTo>
                    <a:pt x="6021200" y="1429871"/>
                  </a:lnTo>
                  <a:lnTo>
                    <a:pt x="6022055" y="1552085"/>
                  </a:lnTo>
                  <a:lnTo>
                    <a:pt x="6022911" y="1569123"/>
                  </a:lnTo>
                  <a:lnTo>
                    <a:pt x="6023767" y="1701492"/>
                  </a:lnTo>
                  <a:lnTo>
                    <a:pt x="6024622" y="1821864"/>
                  </a:lnTo>
                  <a:lnTo>
                    <a:pt x="6025478" y="1957139"/>
                  </a:lnTo>
                  <a:lnTo>
                    <a:pt x="6026333" y="1839601"/>
                  </a:lnTo>
                  <a:lnTo>
                    <a:pt x="6027189" y="1722670"/>
                  </a:lnTo>
                  <a:lnTo>
                    <a:pt x="6028044" y="1740496"/>
                  </a:lnTo>
                  <a:lnTo>
                    <a:pt x="6028900" y="1728707"/>
                  </a:lnTo>
                  <a:lnTo>
                    <a:pt x="6029755" y="1832484"/>
                  </a:lnTo>
                  <a:lnTo>
                    <a:pt x="6030611" y="1743938"/>
                  </a:lnTo>
                  <a:lnTo>
                    <a:pt x="6031466" y="1762724"/>
                  </a:lnTo>
                  <a:lnTo>
                    <a:pt x="6032322" y="1701558"/>
                  </a:lnTo>
                  <a:lnTo>
                    <a:pt x="6033177" y="1652384"/>
                  </a:lnTo>
                  <a:lnTo>
                    <a:pt x="6034033" y="1670570"/>
                  </a:lnTo>
                  <a:lnTo>
                    <a:pt x="6034888" y="1501324"/>
                  </a:lnTo>
                  <a:lnTo>
                    <a:pt x="6035744" y="1522325"/>
                  </a:lnTo>
                  <a:lnTo>
                    <a:pt x="6036599" y="1511274"/>
                  </a:lnTo>
                  <a:lnTo>
                    <a:pt x="6037455" y="1445961"/>
                  </a:lnTo>
                  <a:lnTo>
                    <a:pt x="6038310" y="1438835"/>
                  </a:lnTo>
                  <a:lnTo>
                    <a:pt x="6039166" y="1396206"/>
                  </a:lnTo>
                  <a:lnTo>
                    <a:pt x="6040022" y="1610081"/>
                  </a:lnTo>
                  <a:lnTo>
                    <a:pt x="6040877" y="1623962"/>
                  </a:lnTo>
                  <a:lnTo>
                    <a:pt x="6041733" y="1617006"/>
                  </a:lnTo>
                  <a:lnTo>
                    <a:pt x="6042588" y="1558621"/>
                  </a:lnTo>
                  <a:lnTo>
                    <a:pt x="6043444" y="1590674"/>
                  </a:lnTo>
                  <a:lnTo>
                    <a:pt x="6044299" y="1591230"/>
                  </a:lnTo>
                  <a:lnTo>
                    <a:pt x="6045155" y="1567603"/>
                  </a:lnTo>
                  <a:lnTo>
                    <a:pt x="6046010" y="1573022"/>
                  </a:lnTo>
                  <a:lnTo>
                    <a:pt x="6046866" y="1567577"/>
                  </a:lnTo>
                  <a:lnTo>
                    <a:pt x="6047721" y="1588911"/>
                  </a:lnTo>
                  <a:lnTo>
                    <a:pt x="6048577" y="1609391"/>
                  </a:lnTo>
                  <a:lnTo>
                    <a:pt x="6049432" y="1542460"/>
                  </a:lnTo>
                  <a:lnTo>
                    <a:pt x="6050288" y="1586144"/>
                  </a:lnTo>
                  <a:lnTo>
                    <a:pt x="6051143" y="1698551"/>
                  </a:lnTo>
                  <a:lnTo>
                    <a:pt x="6051999" y="1762985"/>
                  </a:lnTo>
                  <a:lnTo>
                    <a:pt x="6052854" y="1766597"/>
                  </a:lnTo>
                  <a:lnTo>
                    <a:pt x="6053710" y="1788871"/>
                  </a:lnTo>
                  <a:lnTo>
                    <a:pt x="6054566" y="1679556"/>
                  </a:lnTo>
                  <a:lnTo>
                    <a:pt x="6055421" y="1653184"/>
                  </a:lnTo>
                  <a:lnTo>
                    <a:pt x="6056277" y="1567868"/>
                  </a:lnTo>
                  <a:lnTo>
                    <a:pt x="6057132" y="1516755"/>
                  </a:lnTo>
                  <a:lnTo>
                    <a:pt x="6057988" y="1591586"/>
                  </a:lnTo>
                  <a:lnTo>
                    <a:pt x="6058843" y="1518115"/>
                  </a:lnTo>
                  <a:lnTo>
                    <a:pt x="6059699" y="1514538"/>
                  </a:lnTo>
                  <a:lnTo>
                    <a:pt x="6060554" y="1582704"/>
                  </a:lnTo>
                  <a:lnTo>
                    <a:pt x="6061410" y="1705038"/>
                  </a:lnTo>
                  <a:lnTo>
                    <a:pt x="6062265" y="1683062"/>
                  </a:lnTo>
                  <a:lnTo>
                    <a:pt x="6063121" y="1749493"/>
                  </a:lnTo>
                  <a:lnTo>
                    <a:pt x="6063976" y="1639811"/>
                  </a:lnTo>
                  <a:lnTo>
                    <a:pt x="6064832" y="1686418"/>
                  </a:lnTo>
                  <a:lnTo>
                    <a:pt x="6065687" y="1696573"/>
                  </a:lnTo>
                  <a:lnTo>
                    <a:pt x="6066543" y="1732321"/>
                  </a:lnTo>
                  <a:lnTo>
                    <a:pt x="6067398" y="1632683"/>
                  </a:lnTo>
                  <a:lnTo>
                    <a:pt x="6068254" y="1487446"/>
                  </a:lnTo>
                  <a:lnTo>
                    <a:pt x="6069109" y="1468238"/>
                  </a:lnTo>
                  <a:lnTo>
                    <a:pt x="6069965" y="1533072"/>
                  </a:lnTo>
                  <a:lnTo>
                    <a:pt x="6070821" y="1599505"/>
                  </a:lnTo>
                  <a:lnTo>
                    <a:pt x="6071676" y="1469082"/>
                  </a:lnTo>
                  <a:lnTo>
                    <a:pt x="6072532" y="1351403"/>
                  </a:lnTo>
                  <a:lnTo>
                    <a:pt x="6073387" y="1286938"/>
                  </a:lnTo>
                  <a:lnTo>
                    <a:pt x="6074243" y="1260809"/>
                  </a:lnTo>
                  <a:lnTo>
                    <a:pt x="6075098" y="1223595"/>
                  </a:lnTo>
                  <a:lnTo>
                    <a:pt x="6075954" y="1134672"/>
                  </a:lnTo>
                  <a:lnTo>
                    <a:pt x="6076809" y="1202128"/>
                  </a:lnTo>
                  <a:lnTo>
                    <a:pt x="6077665" y="1113710"/>
                  </a:lnTo>
                  <a:lnTo>
                    <a:pt x="6078520" y="1080107"/>
                  </a:lnTo>
                  <a:lnTo>
                    <a:pt x="6079376" y="1149312"/>
                  </a:lnTo>
                  <a:lnTo>
                    <a:pt x="6080231" y="1108279"/>
                  </a:lnTo>
                  <a:lnTo>
                    <a:pt x="6081087" y="1223041"/>
                  </a:lnTo>
                  <a:lnTo>
                    <a:pt x="6081942" y="1332465"/>
                  </a:lnTo>
                  <a:lnTo>
                    <a:pt x="6082798" y="1429766"/>
                  </a:lnTo>
                  <a:lnTo>
                    <a:pt x="6083653" y="1519233"/>
                  </a:lnTo>
                  <a:lnTo>
                    <a:pt x="6084509" y="1631668"/>
                  </a:lnTo>
                  <a:lnTo>
                    <a:pt x="6085364" y="1685029"/>
                  </a:lnTo>
                  <a:lnTo>
                    <a:pt x="6086220" y="1502145"/>
                  </a:lnTo>
                  <a:lnTo>
                    <a:pt x="6087076" y="1419990"/>
                  </a:lnTo>
                  <a:lnTo>
                    <a:pt x="6087931" y="1251085"/>
                  </a:lnTo>
                  <a:lnTo>
                    <a:pt x="6088787" y="1143082"/>
                  </a:lnTo>
                  <a:lnTo>
                    <a:pt x="6089642" y="967644"/>
                  </a:lnTo>
                  <a:lnTo>
                    <a:pt x="6090498" y="970994"/>
                  </a:lnTo>
                  <a:lnTo>
                    <a:pt x="6091353" y="1196699"/>
                  </a:lnTo>
                  <a:lnTo>
                    <a:pt x="6092209" y="1159506"/>
                  </a:lnTo>
                  <a:lnTo>
                    <a:pt x="6093064" y="1058857"/>
                  </a:lnTo>
                  <a:lnTo>
                    <a:pt x="6093920" y="737234"/>
                  </a:lnTo>
                  <a:lnTo>
                    <a:pt x="6094775" y="519566"/>
                  </a:lnTo>
                  <a:lnTo>
                    <a:pt x="6095631" y="474391"/>
                  </a:lnTo>
                  <a:lnTo>
                    <a:pt x="6096486" y="381743"/>
                  </a:lnTo>
                  <a:lnTo>
                    <a:pt x="6097342" y="315769"/>
                  </a:lnTo>
                  <a:lnTo>
                    <a:pt x="6098197" y="429612"/>
                  </a:lnTo>
                  <a:lnTo>
                    <a:pt x="6099053" y="313280"/>
                  </a:lnTo>
                  <a:lnTo>
                    <a:pt x="6099908" y="384060"/>
                  </a:lnTo>
                  <a:lnTo>
                    <a:pt x="6100764" y="348012"/>
                  </a:lnTo>
                  <a:lnTo>
                    <a:pt x="6101620" y="502478"/>
                  </a:lnTo>
                  <a:lnTo>
                    <a:pt x="6102475" y="427482"/>
                  </a:lnTo>
                  <a:lnTo>
                    <a:pt x="6103331" y="453388"/>
                  </a:lnTo>
                  <a:lnTo>
                    <a:pt x="6104186" y="443356"/>
                  </a:lnTo>
                  <a:lnTo>
                    <a:pt x="6105042" y="444502"/>
                  </a:lnTo>
                  <a:lnTo>
                    <a:pt x="6105897" y="510756"/>
                  </a:lnTo>
                  <a:lnTo>
                    <a:pt x="6106753" y="335832"/>
                  </a:lnTo>
                  <a:lnTo>
                    <a:pt x="6107608" y="287084"/>
                  </a:lnTo>
                  <a:lnTo>
                    <a:pt x="6108464" y="179299"/>
                  </a:lnTo>
                  <a:lnTo>
                    <a:pt x="6109319" y="169772"/>
                  </a:lnTo>
                  <a:lnTo>
                    <a:pt x="6110175" y="50533"/>
                  </a:lnTo>
                  <a:lnTo>
                    <a:pt x="6111030" y="48538"/>
                  </a:lnTo>
                  <a:lnTo>
                    <a:pt x="6111886" y="49979"/>
                  </a:lnTo>
                  <a:lnTo>
                    <a:pt x="6112741" y="0"/>
                  </a:lnTo>
                  <a:lnTo>
                    <a:pt x="6113597" y="115739"/>
                  </a:lnTo>
                  <a:lnTo>
                    <a:pt x="6114452" y="233300"/>
                  </a:lnTo>
                  <a:lnTo>
                    <a:pt x="6115308" y="403843"/>
                  </a:lnTo>
                  <a:lnTo>
                    <a:pt x="6116163" y="563768"/>
                  </a:lnTo>
                  <a:lnTo>
                    <a:pt x="6117019" y="594989"/>
                  </a:lnTo>
                  <a:lnTo>
                    <a:pt x="6117875" y="854493"/>
                  </a:lnTo>
                  <a:lnTo>
                    <a:pt x="6118730" y="916856"/>
                  </a:lnTo>
                  <a:lnTo>
                    <a:pt x="6119586" y="728226"/>
                  </a:lnTo>
                  <a:lnTo>
                    <a:pt x="6120441" y="946575"/>
                  </a:lnTo>
                  <a:lnTo>
                    <a:pt x="6121297" y="1104491"/>
                  </a:lnTo>
                  <a:lnTo>
                    <a:pt x="6122152" y="1367384"/>
                  </a:lnTo>
                  <a:lnTo>
                    <a:pt x="6123008" y="1560275"/>
                  </a:lnTo>
                  <a:lnTo>
                    <a:pt x="6123863" y="1460070"/>
                  </a:lnTo>
                  <a:lnTo>
                    <a:pt x="6124719" y="1566767"/>
                  </a:lnTo>
                  <a:lnTo>
                    <a:pt x="6125574" y="1604755"/>
                  </a:lnTo>
                  <a:lnTo>
                    <a:pt x="6126430" y="1484731"/>
                  </a:lnTo>
                  <a:lnTo>
                    <a:pt x="6127285" y="1372577"/>
                  </a:lnTo>
                  <a:lnTo>
                    <a:pt x="6128141" y="1482247"/>
                  </a:lnTo>
                  <a:lnTo>
                    <a:pt x="6128996" y="1458036"/>
                  </a:lnTo>
                  <a:lnTo>
                    <a:pt x="6129852" y="1469626"/>
                  </a:lnTo>
                  <a:lnTo>
                    <a:pt x="6130707" y="1519990"/>
                  </a:lnTo>
                  <a:lnTo>
                    <a:pt x="6131563" y="1433736"/>
                  </a:lnTo>
                  <a:lnTo>
                    <a:pt x="6132418" y="1442391"/>
                  </a:lnTo>
                  <a:lnTo>
                    <a:pt x="6133274" y="1531549"/>
                  </a:lnTo>
                  <a:lnTo>
                    <a:pt x="6134130" y="1581245"/>
                  </a:lnTo>
                  <a:lnTo>
                    <a:pt x="6134985" y="1556429"/>
                  </a:lnTo>
                  <a:lnTo>
                    <a:pt x="6135841" y="1730179"/>
                  </a:lnTo>
                  <a:lnTo>
                    <a:pt x="6136696" y="1642536"/>
                  </a:lnTo>
                  <a:lnTo>
                    <a:pt x="6137552" y="1584237"/>
                  </a:lnTo>
                  <a:lnTo>
                    <a:pt x="6138407" y="1551692"/>
                  </a:lnTo>
                  <a:lnTo>
                    <a:pt x="6139263" y="1518186"/>
                  </a:lnTo>
                  <a:lnTo>
                    <a:pt x="6140118" y="1573200"/>
                  </a:lnTo>
                  <a:lnTo>
                    <a:pt x="6140974" y="1598453"/>
                  </a:lnTo>
                  <a:lnTo>
                    <a:pt x="6141829" y="1632190"/>
                  </a:lnTo>
                  <a:lnTo>
                    <a:pt x="6142685" y="1701355"/>
                  </a:lnTo>
                  <a:lnTo>
                    <a:pt x="6143540" y="1707842"/>
                  </a:lnTo>
                  <a:lnTo>
                    <a:pt x="6144396" y="1730858"/>
                  </a:lnTo>
                  <a:lnTo>
                    <a:pt x="6145251" y="1692058"/>
                  </a:lnTo>
                  <a:lnTo>
                    <a:pt x="6146107" y="1685670"/>
                  </a:lnTo>
                  <a:lnTo>
                    <a:pt x="6146962" y="1721516"/>
                  </a:lnTo>
                  <a:lnTo>
                    <a:pt x="6147818" y="1804370"/>
                  </a:lnTo>
                  <a:lnTo>
                    <a:pt x="6148674" y="1758081"/>
                  </a:lnTo>
                  <a:lnTo>
                    <a:pt x="6149529" y="1796520"/>
                  </a:lnTo>
                  <a:lnTo>
                    <a:pt x="6150385" y="1805846"/>
                  </a:lnTo>
                  <a:lnTo>
                    <a:pt x="6151240" y="1866934"/>
                  </a:lnTo>
                  <a:lnTo>
                    <a:pt x="6152096" y="1850323"/>
                  </a:lnTo>
                  <a:lnTo>
                    <a:pt x="6152951" y="1867945"/>
                  </a:lnTo>
                  <a:lnTo>
                    <a:pt x="6153807" y="1794312"/>
                  </a:lnTo>
                  <a:lnTo>
                    <a:pt x="6154662" y="1771254"/>
                  </a:lnTo>
                  <a:lnTo>
                    <a:pt x="6155518" y="1630264"/>
                  </a:lnTo>
                  <a:lnTo>
                    <a:pt x="6156373" y="1520240"/>
                  </a:lnTo>
                  <a:lnTo>
                    <a:pt x="6157229" y="1609258"/>
                  </a:lnTo>
                  <a:lnTo>
                    <a:pt x="6158084" y="1608225"/>
                  </a:lnTo>
                  <a:lnTo>
                    <a:pt x="6158940" y="1700002"/>
                  </a:lnTo>
                  <a:lnTo>
                    <a:pt x="6159795" y="1733725"/>
                  </a:lnTo>
                  <a:lnTo>
                    <a:pt x="6160651" y="1682240"/>
                  </a:lnTo>
                  <a:lnTo>
                    <a:pt x="6161506" y="1586297"/>
                  </a:lnTo>
                  <a:lnTo>
                    <a:pt x="6162362" y="1521110"/>
                  </a:lnTo>
                  <a:lnTo>
                    <a:pt x="6163217" y="1516806"/>
                  </a:lnTo>
                  <a:lnTo>
                    <a:pt x="6164073" y="1550547"/>
                  </a:lnTo>
                  <a:lnTo>
                    <a:pt x="6164929" y="1462663"/>
                  </a:lnTo>
                  <a:lnTo>
                    <a:pt x="6165784" y="1492121"/>
                  </a:lnTo>
                  <a:lnTo>
                    <a:pt x="6166640" y="1522135"/>
                  </a:lnTo>
                  <a:lnTo>
                    <a:pt x="6167495" y="1648158"/>
                  </a:lnTo>
                  <a:lnTo>
                    <a:pt x="6168351" y="1624226"/>
                  </a:lnTo>
                  <a:lnTo>
                    <a:pt x="6169206" y="1687815"/>
                  </a:lnTo>
                  <a:lnTo>
                    <a:pt x="6170062" y="1733284"/>
                  </a:lnTo>
                  <a:lnTo>
                    <a:pt x="6170917" y="1752723"/>
                  </a:lnTo>
                  <a:lnTo>
                    <a:pt x="6171773" y="1744859"/>
                  </a:lnTo>
                  <a:lnTo>
                    <a:pt x="6172628" y="1730240"/>
                  </a:lnTo>
                  <a:lnTo>
                    <a:pt x="6173484" y="1664096"/>
                  </a:lnTo>
                  <a:lnTo>
                    <a:pt x="6174339" y="1560031"/>
                  </a:lnTo>
                  <a:lnTo>
                    <a:pt x="6175195" y="1568233"/>
                  </a:lnTo>
                  <a:lnTo>
                    <a:pt x="6176050" y="1539335"/>
                  </a:lnTo>
                  <a:lnTo>
                    <a:pt x="6176906" y="1549585"/>
                  </a:lnTo>
                  <a:lnTo>
                    <a:pt x="6177761" y="1499287"/>
                  </a:lnTo>
                  <a:lnTo>
                    <a:pt x="6178617" y="1471746"/>
                  </a:lnTo>
                  <a:lnTo>
                    <a:pt x="6179472" y="1426129"/>
                  </a:lnTo>
                  <a:lnTo>
                    <a:pt x="6180328" y="1441893"/>
                  </a:lnTo>
                  <a:lnTo>
                    <a:pt x="6181184" y="1430362"/>
                  </a:lnTo>
                  <a:lnTo>
                    <a:pt x="6182039" y="1412970"/>
                  </a:lnTo>
                  <a:lnTo>
                    <a:pt x="6182895" y="1508600"/>
                  </a:lnTo>
                  <a:lnTo>
                    <a:pt x="6183750" y="1527777"/>
                  </a:lnTo>
                  <a:lnTo>
                    <a:pt x="6184606" y="1557843"/>
                  </a:lnTo>
                  <a:lnTo>
                    <a:pt x="6185461" y="1697877"/>
                  </a:lnTo>
                  <a:lnTo>
                    <a:pt x="6186317" y="1799091"/>
                  </a:lnTo>
                  <a:lnTo>
                    <a:pt x="6187172" y="1873360"/>
                  </a:lnTo>
                  <a:lnTo>
                    <a:pt x="6188028" y="1852502"/>
                  </a:lnTo>
                  <a:lnTo>
                    <a:pt x="6188883" y="1722962"/>
                  </a:lnTo>
                  <a:lnTo>
                    <a:pt x="6189739" y="1786844"/>
                  </a:lnTo>
                  <a:lnTo>
                    <a:pt x="6190594" y="1837320"/>
                  </a:lnTo>
                  <a:lnTo>
                    <a:pt x="6191450" y="1967557"/>
                  </a:lnTo>
                  <a:lnTo>
                    <a:pt x="6192305" y="1886546"/>
                  </a:lnTo>
                  <a:lnTo>
                    <a:pt x="6193161" y="1869169"/>
                  </a:lnTo>
                  <a:lnTo>
                    <a:pt x="6194016" y="1875580"/>
                  </a:lnTo>
                  <a:lnTo>
                    <a:pt x="6194872" y="1876584"/>
                  </a:lnTo>
                  <a:lnTo>
                    <a:pt x="6195728" y="1848713"/>
                  </a:lnTo>
                  <a:lnTo>
                    <a:pt x="6196583" y="1877626"/>
                  </a:lnTo>
                  <a:lnTo>
                    <a:pt x="6197439" y="1909655"/>
                  </a:lnTo>
                  <a:lnTo>
                    <a:pt x="6198294" y="2086197"/>
                  </a:lnTo>
                  <a:lnTo>
                    <a:pt x="6199150" y="2066348"/>
                  </a:lnTo>
                  <a:lnTo>
                    <a:pt x="6200005" y="2087262"/>
                  </a:lnTo>
                  <a:lnTo>
                    <a:pt x="6200861" y="2024424"/>
                  </a:lnTo>
                  <a:lnTo>
                    <a:pt x="6201716" y="2007284"/>
                  </a:lnTo>
                  <a:lnTo>
                    <a:pt x="6202572" y="2028720"/>
                  </a:lnTo>
                  <a:lnTo>
                    <a:pt x="6203427" y="2030113"/>
                  </a:lnTo>
                  <a:lnTo>
                    <a:pt x="6204283" y="2022496"/>
                  </a:lnTo>
                  <a:lnTo>
                    <a:pt x="6205138" y="2076470"/>
                  </a:lnTo>
                  <a:lnTo>
                    <a:pt x="6205994" y="2063830"/>
                  </a:lnTo>
                  <a:lnTo>
                    <a:pt x="6206849" y="2057376"/>
                  </a:lnTo>
                  <a:lnTo>
                    <a:pt x="6207705" y="1906182"/>
                  </a:lnTo>
                  <a:lnTo>
                    <a:pt x="6208560" y="1824268"/>
                  </a:lnTo>
                  <a:lnTo>
                    <a:pt x="6209416" y="1738141"/>
                  </a:lnTo>
                  <a:lnTo>
                    <a:pt x="6210271" y="1749560"/>
                  </a:lnTo>
                  <a:lnTo>
                    <a:pt x="6211127" y="1822483"/>
                  </a:lnTo>
                  <a:lnTo>
                    <a:pt x="6211983" y="1934160"/>
                  </a:lnTo>
                  <a:lnTo>
                    <a:pt x="6212838" y="2044546"/>
                  </a:lnTo>
                  <a:lnTo>
                    <a:pt x="6213694" y="2051416"/>
                  </a:lnTo>
                  <a:lnTo>
                    <a:pt x="6214549" y="2105755"/>
                  </a:lnTo>
                  <a:lnTo>
                    <a:pt x="6215405" y="2094220"/>
                  </a:lnTo>
                  <a:lnTo>
                    <a:pt x="6216260" y="2076269"/>
                  </a:lnTo>
                  <a:lnTo>
                    <a:pt x="6217116" y="2056583"/>
                  </a:lnTo>
                  <a:lnTo>
                    <a:pt x="6217971" y="2085101"/>
                  </a:lnTo>
                  <a:lnTo>
                    <a:pt x="6218827" y="2107210"/>
                  </a:lnTo>
                  <a:lnTo>
                    <a:pt x="6219682" y="2130099"/>
                  </a:lnTo>
                  <a:lnTo>
                    <a:pt x="6220538" y="2135489"/>
                  </a:lnTo>
                  <a:lnTo>
                    <a:pt x="6221393" y="2090679"/>
                  </a:lnTo>
                  <a:lnTo>
                    <a:pt x="6222249" y="2133461"/>
                  </a:lnTo>
                  <a:lnTo>
                    <a:pt x="6223104" y="2115342"/>
                  </a:lnTo>
                  <a:lnTo>
                    <a:pt x="6223960" y="2091530"/>
                  </a:lnTo>
                  <a:lnTo>
                    <a:pt x="6224815" y="2108066"/>
                  </a:lnTo>
                  <a:lnTo>
                    <a:pt x="6225671" y="2118054"/>
                  </a:lnTo>
                  <a:lnTo>
                    <a:pt x="6226526" y="2171272"/>
                  </a:lnTo>
                  <a:lnTo>
                    <a:pt x="6227382" y="2164515"/>
                  </a:lnTo>
                  <a:lnTo>
                    <a:pt x="6228238" y="2102833"/>
                  </a:lnTo>
                  <a:lnTo>
                    <a:pt x="6229093" y="2081059"/>
                  </a:lnTo>
                  <a:lnTo>
                    <a:pt x="6229949" y="2054442"/>
                  </a:lnTo>
                  <a:lnTo>
                    <a:pt x="6230804" y="2060740"/>
                  </a:lnTo>
                  <a:lnTo>
                    <a:pt x="6231660" y="2047942"/>
                  </a:lnTo>
                  <a:lnTo>
                    <a:pt x="6232515" y="2049730"/>
                  </a:lnTo>
                  <a:lnTo>
                    <a:pt x="6233371" y="2063242"/>
                  </a:lnTo>
                  <a:lnTo>
                    <a:pt x="6234226" y="2091221"/>
                  </a:lnTo>
                  <a:lnTo>
                    <a:pt x="6235082" y="2089880"/>
                  </a:lnTo>
                  <a:lnTo>
                    <a:pt x="6235937" y="2124604"/>
                  </a:lnTo>
                  <a:lnTo>
                    <a:pt x="6236793" y="2127762"/>
                  </a:lnTo>
                  <a:lnTo>
                    <a:pt x="6237648" y="2124039"/>
                  </a:lnTo>
                  <a:lnTo>
                    <a:pt x="6238504" y="2085923"/>
                  </a:lnTo>
                  <a:lnTo>
                    <a:pt x="6239359" y="1991737"/>
                  </a:lnTo>
                  <a:lnTo>
                    <a:pt x="6240215" y="1953725"/>
                  </a:lnTo>
                  <a:lnTo>
                    <a:pt x="6241070" y="1960181"/>
                  </a:lnTo>
                  <a:lnTo>
                    <a:pt x="6241926" y="1973260"/>
                  </a:lnTo>
                  <a:lnTo>
                    <a:pt x="6242781" y="2018592"/>
                  </a:lnTo>
                  <a:lnTo>
                    <a:pt x="6243637" y="2082943"/>
                  </a:lnTo>
                  <a:lnTo>
                    <a:pt x="6244493" y="2086913"/>
                  </a:lnTo>
                  <a:lnTo>
                    <a:pt x="6245348" y="2095553"/>
                  </a:lnTo>
                  <a:lnTo>
                    <a:pt x="6246204" y="2099285"/>
                  </a:lnTo>
                  <a:lnTo>
                    <a:pt x="6247059" y="2111293"/>
                  </a:lnTo>
                  <a:lnTo>
                    <a:pt x="6247915" y="2137435"/>
                  </a:lnTo>
                  <a:lnTo>
                    <a:pt x="6248770" y="2144216"/>
                  </a:lnTo>
                  <a:lnTo>
                    <a:pt x="6249626" y="2132538"/>
                  </a:lnTo>
                  <a:lnTo>
                    <a:pt x="6250481" y="2144135"/>
                  </a:lnTo>
                  <a:lnTo>
                    <a:pt x="6251337" y="2124140"/>
                  </a:lnTo>
                  <a:lnTo>
                    <a:pt x="6252192" y="2168415"/>
                  </a:lnTo>
                  <a:lnTo>
                    <a:pt x="6253048" y="2183856"/>
                  </a:lnTo>
                  <a:lnTo>
                    <a:pt x="6253903" y="2196795"/>
                  </a:lnTo>
                  <a:lnTo>
                    <a:pt x="6254759" y="2203949"/>
                  </a:lnTo>
                  <a:lnTo>
                    <a:pt x="6255614" y="2206646"/>
                  </a:lnTo>
                  <a:lnTo>
                    <a:pt x="6256470" y="2221013"/>
                  </a:lnTo>
                  <a:lnTo>
                    <a:pt x="6257325" y="2197917"/>
                  </a:lnTo>
                  <a:lnTo>
                    <a:pt x="6258181" y="2205227"/>
                  </a:lnTo>
                  <a:lnTo>
                    <a:pt x="6259037" y="2190979"/>
                  </a:lnTo>
                  <a:lnTo>
                    <a:pt x="6259892" y="2172581"/>
                  </a:lnTo>
                  <a:lnTo>
                    <a:pt x="6260748" y="2216658"/>
                  </a:lnTo>
                  <a:lnTo>
                    <a:pt x="6261603" y="2225069"/>
                  </a:lnTo>
                  <a:lnTo>
                    <a:pt x="6262459" y="2230162"/>
                  </a:lnTo>
                  <a:lnTo>
                    <a:pt x="6263314" y="2242626"/>
                  </a:lnTo>
                  <a:lnTo>
                    <a:pt x="6264170" y="2229828"/>
                  </a:lnTo>
                  <a:lnTo>
                    <a:pt x="6265025" y="2250962"/>
                  </a:lnTo>
                  <a:lnTo>
                    <a:pt x="6265881" y="2184020"/>
                  </a:lnTo>
                  <a:lnTo>
                    <a:pt x="6266736" y="2160161"/>
                  </a:lnTo>
                  <a:lnTo>
                    <a:pt x="6267592" y="2165253"/>
                  </a:lnTo>
                  <a:lnTo>
                    <a:pt x="6268447" y="2181478"/>
                  </a:lnTo>
                  <a:lnTo>
                    <a:pt x="6269303" y="2257038"/>
                  </a:lnTo>
                  <a:lnTo>
                    <a:pt x="6270158" y="2218658"/>
                  </a:lnTo>
                  <a:lnTo>
                    <a:pt x="6271014" y="2231584"/>
                  </a:lnTo>
                  <a:lnTo>
                    <a:pt x="6271869" y="2157205"/>
                  </a:lnTo>
                  <a:lnTo>
                    <a:pt x="6272725" y="2158568"/>
                  </a:lnTo>
                  <a:lnTo>
                    <a:pt x="6273580" y="2114366"/>
                  </a:lnTo>
                  <a:lnTo>
                    <a:pt x="6274436" y="2065468"/>
                  </a:lnTo>
                  <a:lnTo>
                    <a:pt x="6275292" y="2112669"/>
                  </a:lnTo>
                  <a:lnTo>
                    <a:pt x="6276147" y="2082853"/>
                  </a:lnTo>
                  <a:lnTo>
                    <a:pt x="6277003" y="2143420"/>
                  </a:lnTo>
                  <a:lnTo>
                    <a:pt x="6277858" y="2043301"/>
                  </a:lnTo>
                  <a:lnTo>
                    <a:pt x="6278714" y="2086474"/>
                  </a:lnTo>
                  <a:lnTo>
                    <a:pt x="6279569" y="2163247"/>
                  </a:lnTo>
                  <a:lnTo>
                    <a:pt x="6280425" y="2052322"/>
                  </a:lnTo>
                  <a:lnTo>
                    <a:pt x="6281280" y="2135474"/>
                  </a:lnTo>
                  <a:lnTo>
                    <a:pt x="6282136" y="2023777"/>
                  </a:lnTo>
                  <a:lnTo>
                    <a:pt x="6282991" y="2061618"/>
                  </a:lnTo>
                  <a:lnTo>
                    <a:pt x="6283847" y="2071812"/>
                  </a:lnTo>
                  <a:lnTo>
                    <a:pt x="6284702" y="2020639"/>
                  </a:lnTo>
                  <a:lnTo>
                    <a:pt x="6285558" y="2098054"/>
                  </a:lnTo>
                  <a:lnTo>
                    <a:pt x="6286413" y="2024505"/>
                  </a:lnTo>
                  <a:lnTo>
                    <a:pt x="6287269" y="2065421"/>
                  </a:lnTo>
                  <a:lnTo>
                    <a:pt x="6288124" y="2125146"/>
                  </a:lnTo>
                  <a:lnTo>
                    <a:pt x="6288980" y="2116341"/>
                  </a:lnTo>
                  <a:lnTo>
                    <a:pt x="6289835" y="2130883"/>
                  </a:lnTo>
                  <a:lnTo>
                    <a:pt x="6290691" y="2147704"/>
                  </a:lnTo>
                  <a:lnTo>
                    <a:pt x="6291547" y="2125403"/>
                  </a:lnTo>
                  <a:lnTo>
                    <a:pt x="6292402" y="2119683"/>
                  </a:lnTo>
                  <a:lnTo>
                    <a:pt x="6293258" y="2115477"/>
                  </a:lnTo>
                  <a:lnTo>
                    <a:pt x="6294113" y="2066450"/>
                  </a:lnTo>
                  <a:lnTo>
                    <a:pt x="6294969" y="2002734"/>
                  </a:lnTo>
                  <a:lnTo>
                    <a:pt x="6295824" y="1954444"/>
                  </a:lnTo>
                  <a:lnTo>
                    <a:pt x="6296680" y="1928066"/>
                  </a:lnTo>
                  <a:lnTo>
                    <a:pt x="6297535" y="2041247"/>
                  </a:lnTo>
                  <a:lnTo>
                    <a:pt x="6298391" y="2063994"/>
                  </a:lnTo>
                  <a:lnTo>
                    <a:pt x="6299246" y="2121673"/>
                  </a:lnTo>
                  <a:lnTo>
                    <a:pt x="6300102" y="2125062"/>
                  </a:lnTo>
                  <a:lnTo>
                    <a:pt x="6300957" y="2111149"/>
                  </a:lnTo>
                  <a:lnTo>
                    <a:pt x="6301813" y="2181167"/>
                  </a:lnTo>
                  <a:lnTo>
                    <a:pt x="6302668" y="2124564"/>
                  </a:lnTo>
                  <a:lnTo>
                    <a:pt x="6303524" y="2117830"/>
                  </a:lnTo>
                  <a:lnTo>
                    <a:pt x="6304379" y="2081122"/>
                  </a:lnTo>
                  <a:lnTo>
                    <a:pt x="6305235" y="2040103"/>
                  </a:lnTo>
                  <a:lnTo>
                    <a:pt x="6306091" y="2013979"/>
                  </a:lnTo>
                  <a:lnTo>
                    <a:pt x="6306946" y="2040281"/>
                  </a:lnTo>
                  <a:lnTo>
                    <a:pt x="6307802" y="2019610"/>
                  </a:lnTo>
                  <a:lnTo>
                    <a:pt x="6308657" y="2027078"/>
                  </a:lnTo>
                  <a:lnTo>
                    <a:pt x="6309513" y="1952430"/>
                  </a:lnTo>
                  <a:lnTo>
                    <a:pt x="6310368" y="1864738"/>
                  </a:lnTo>
                  <a:lnTo>
                    <a:pt x="6311224" y="1854364"/>
                  </a:lnTo>
                  <a:lnTo>
                    <a:pt x="6312079" y="1864665"/>
                  </a:lnTo>
                  <a:lnTo>
                    <a:pt x="6312935" y="1847431"/>
                  </a:lnTo>
                  <a:lnTo>
                    <a:pt x="6313790" y="1844146"/>
                  </a:lnTo>
                  <a:lnTo>
                    <a:pt x="6314646" y="1835896"/>
                  </a:lnTo>
                  <a:lnTo>
                    <a:pt x="6315501" y="1865138"/>
                  </a:lnTo>
                  <a:lnTo>
                    <a:pt x="6316357" y="1916211"/>
                  </a:lnTo>
                  <a:lnTo>
                    <a:pt x="6317212" y="1877154"/>
                  </a:lnTo>
                  <a:lnTo>
                    <a:pt x="6318068" y="1952084"/>
                  </a:lnTo>
                  <a:lnTo>
                    <a:pt x="6318923" y="1966703"/>
                  </a:lnTo>
                  <a:lnTo>
                    <a:pt x="6319779" y="1959257"/>
                  </a:lnTo>
                  <a:lnTo>
                    <a:pt x="6320634" y="2050666"/>
                  </a:lnTo>
                  <a:lnTo>
                    <a:pt x="6321490" y="2074423"/>
                  </a:lnTo>
                  <a:lnTo>
                    <a:pt x="6322346" y="2083981"/>
                  </a:lnTo>
                  <a:lnTo>
                    <a:pt x="6323201" y="2122680"/>
                  </a:lnTo>
                  <a:lnTo>
                    <a:pt x="6324057" y="2027340"/>
                  </a:lnTo>
                  <a:lnTo>
                    <a:pt x="6324912" y="1952823"/>
                  </a:lnTo>
                  <a:lnTo>
                    <a:pt x="6325768" y="1924275"/>
                  </a:lnTo>
                  <a:lnTo>
                    <a:pt x="6326623" y="1993632"/>
                  </a:lnTo>
                  <a:lnTo>
                    <a:pt x="6327479" y="2031181"/>
                  </a:lnTo>
                  <a:lnTo>
                    <a:pt x="6328334" y="1965611"/>
                  </a:lnTo>
                  <a:lnTo>
                    <a:pt x="6329190" y="2055816"/>
                  </a:lnTo>
                  <a:lnTo>
                    <a:pt x="6330045" y="2065611"/>
                  </a:lnTo>
                  <a:lnTo>
                    <a:pt x="6330901" y="2141632"/>
                  </a:lnTo>
                  <a:lnTo>
                    <a:pt x="6331756" y="2169638"/>
                  </a:lnTo>
                  <a:lnTo>
                    <a:pt x="6332612" y="2120917"/>
                  </a:lnTo>
                  <a:lnTo>
                    <a:pt x="6333467" y="2167136"/>
                  </a:lnTo>
                  <a:lnTo>
                    <a:pt x="6334323" y="2232945"/>
                  </a:lnTo>
                  <a:lnTo>
                    <a:pt x="6335178" y="2247642"/>
                  </a:lnTo>
                  <a:lnTo>
                    <a:pt x="6336034" y="2221809"/>
                  </a:lnTo>
                  <a:lnTo>
                    <a:pt x="6336889" y="2179328"/>
                  </a:lnTo>
                  <a:lnTo>
                    <a:pt x="6337745" y="2212731"/>
                  </a:lnTo>
                  <a:lnTo>
                    <a:pt x="6338601" y="2203376"/>
                  </a:lnTo>
                  <a:lnTo>
                    <a:pt x="6339456" y="2171977"/>
                  </a:lnTo>
                  <a:lnTo>
                    <a:pt x="6340312" y="2114543"/>
                  </a:lnTo>
                  <a:lnTo>
                    <a:pt x="6341167" y="2094425"/>
                  </a:lnTo>
                  <a:lnTo>
                    <a:pt x="6342023" y="2136860"/>
                  </a:lnTo>
                  <a:lnTo>
                    <a:pt x="6342878" y="2107788"/>
                  </a:lnTo>
                  <a:lnTo>
                    <a:pt x="6343734" y="2075562"/>
                  </a:lnTo>
                  <a:lnTo>
                    <a:pt x="6344589" y="2087951"/>
                  </a:lnTo>
                  <a:lnTo>
                    <a:pt x="6345445" y="2010656"/>
                  </a:lnTo>
                  <a:lnTo>
                    <a:pt x="6346300" y="1960899"/>
                  </a:lnTo>
                  <a:lnTo>
                    <a:pt x="6347156" y="1939174"/>
                  </a:lnTo>
                  <a:lnTo>
                    <a:pt x="6348011" y="1999709"/>
                  </a:lnTo>
                  <a:lnTo>
                    <a:pt x="6348867" y="2004797"/>
                  </a:lnTo>
                  <a:lnTo>
                    <a:pt x="6349722" y="2036373"/>
                  </a:lnTo>
                  <a:lnTo>
                    <a:pt x="6350578" y="2084704"/>
                  </a:lnTo>
                  <a:lnTo>
                    <a:pt x="6351433" y="2054205"/>
                  </a:lnTo>
                  <a:lnTo>
                    <a:pt x="6352289" y="2014586"/>
                  </a:lnTo>
                  <a:lnTo>
                    <a:pt x="6353145" y="1987220"/>
                  </a:lnTo>
                  <a:lnTo>
                    <a:pt x="6354000" y="1938078"/>
                  </a:lnTo>
                  <a:lnTo>
                    <a:pt x="6354856" y="1990620"/>
                  </a:lnTo>
                  <a:lnTo>
                    <a:pt x="6355711" y="2018346"/>
                  </a:lnTo>
                  <a:lnTo>
                    <a:pt x="6356567" y="2081921"/>
                  </a:lnTo>
                  <a:lnTo>
                    <a:pt x="6357422" y="2090594"/>
                  </a:lnTo>
                  <a:lnTo>
                    <a:pt x="6358278" y="2172235"/>
                  </a:lnTo>
                  <a:lnTo>
                    <a:pt x="6359133" y="2176294"/>
                  </a:lnTo>
                  <a:lnTo>
                    <a:pt x="6359989" y="2188949"/>
                  </a:lnTo>
                  <a:lnTo>
                    <a:pt x="6360844" y="2192328"/>
                  </a:lnTo>
                  <a:lnTo>
                    <a:pt x="6361700" y="2171348"/>
                  </a:lnTo>
                  <a:lnTo>
                    <a:pt x="6362555" y="2186231"/>
                  </a:lnTo>
                  <a:lnTo>
                    <a:pt x="6363411" y="2207746"/>
                  </a:lnTo>
                  <a:lnTo>
                    <a:pt x="6364266" y="2224918"/>
                  </a:lnTo>
                  <a:lnTo>
                    <a:pt x="6365122" y="2229346"/>
                  </a:lnTo>
                  <a:lnTo>
                    <a:pt x="6365977" y="2223412"/>
                  </a:lnTo>
                  <a:lnTo>
                    <a:pt x="6366833" y="2205996"/>
                  </a:lnTo>
                  <a:lnTo>
                    <a:pt x="6367688" y="2215229"/>
                  </a:lnTo>
                  <a:lnTo>
                    <a:pt x="6368544" y="2192348"/>
                  </a:lnTo>
                  <a:lnTo>
                    <a:pt x="6369400" y="2208336"/>
                  </a:lnTo>
                  <a:lnTo>
                    <a:pt x="6370255" y="2168893"/>
                  </a:lnTo>
                  <a:lnTo>
                    <a:pt x="6371111" y="2121676"/>
                  </a:lnTo>
                  <a:lnTo>
                    <a:pt x="6371966" y="2111177"/>
                  </a:lnTo>
                  <a:lnTo>
                    <a:pt x="6372822" y="2033201"/>
                  </a:lnTo>
                  <a:lnTo>
                    <a:pt x="6373677" y="2079822"/>
                  </a:lnTo>
                  <a:lnTo>
                    <a:pt x="6374533" y="2101561"/>
                  </a:lnTo>
                  <a:lnTo>
                    <a:pt x="6375388" y="2075893"/>
                  </a:lnTo>
                  <a:lnTo>
                    <a:pt x="6376244" y="2097108"/>
                  </a:lnTo>
                  <a:lnTo>
                    <a:pt x="6377099" y="2094891"/>
                  </a:lnTo>
                  <a:lnTo>
                    <a:pt x="6377955" y="2042562"/>
                  </a:lnTo>
                  <a:lnTo>
                    <a:pt x="6378810" y="2050635"/>
                  </a:lnTo>
                  <a:lnTo>
                    <a:pt x="6379666" y="2041658"/>
                  </a:lnTo>
                  <a:lnTo>
                    <a:pt x="6380521" y="2024159"/>
                  </a:lnTo>
                  <a:lnTo>
                    <a:pt x="6381377" y="1940653"/>
                  </a:lnTo>
                  <a:lnTo>
                    <a:pt x="6382232" y="1925761"/>
                  </a:lnTo>
                  <a:lnTo>
                    <a:pt x="6383088" y="1964975"/>
                  </a:lnTo>
                  <a:lnTo>
                    <a:pt x="6383943" y="1950041"/>
                  </a:lnTo>
                  <a:lnTo>
                    <a:pt x="6384799" y="1957895"/>
                  </a:lnTo>
                  <a:lnTo>
                    <a:pt x="6385655" y="2085281"/>
                  </a:lnTo>
                  <a:lnTo>
                    <a:pt x="6386510" y="2138058"/>
                  </a:lnTo>
                  <a:lnTo>
                    <a:pt x="6387366" y="2125109"/>
                  </a:lnTo>
                  <a:lnTo>
                    <a:pt x="6388221" y="2105456"/>
                  </a:lnTo>
                  <a:lnTo>
                    <a:pt x="6389077" y="2171435"/>
                  </a:lnTo>
                  <a:lnTo>
                    <a:pt x="6389932" y="2174430"/>
                  </a:lnTo>
                  <a:lnTo>
                    <a:pt x="6390788" y="2184857"/>
                  </a:lnTo>
                  <a:lnTo>
                    <a:pt x="6391643" y="2187161"/>
                  </a:lnTo>
                  <a:lnTo>
                    <a:pt x="6392499" y="2182718"/>
                  </a:lnTo>
                  <a:lnTo>
                    <a:pt x="6393354" y="2232847"/>
                  </a:lnTo>
                  <a:lnTo>
                    <a:pt x="6394210" y="2232307"/>
                  </a:lnTo>
                  <a:lnTo>
                    <a:pt x="6395065" y="2214810"/>
                  </a:lnTo>
                  <a:lnTo>
                    <a:pt x="6395921" y="2196726"/>
                  </a:lnTo>
                  <a:lnTo>
                    <a:pt x="6396776" y="2166797"/>
                  </a:lnTo>
                  <a:lnTo>
                    <a:pt x="6397632" y="2153520"/>
                  </a:lnTo>
                  <a:lnTo>
                    <a:pt x="6398487" y="2113823"/>
                  </a:lnTo>
                  <a:lnTo>
                    <a:pt x="6399343" y="2056723"/>
                  </a:lnTo>
                  <a:lnTo>
                    <a:pt x="6400199" y="2002088"/>
                  </a:lnTo>
                  <a:lnTo>
                    <a:pt x="6401054" y="2035720"/>
                  </a:lnTo>
                  <a:lnTo>
                    <a:pt x="6401910" y="2060136"/>
                  </a:lnTo>
                  <a:lnTo>
                    <a:pt x="6402765" y="2037267"/>
                  </a:lnTo>
                  <a:lnTo>
                    <a:pt x="6403621" y="2004018"/>
                  </a:lnTo>
                  <a:lnTo>
                    <a:pt x="6404476" y="1941423"/>
                  </a:lnTo>
                  <a:lnTo>
                    <a:pt x="6405332" y="1873376"/>
                  </a:lnTo>
                  <a:lnTo>
                    <a:pt x="6406187" y="1911562"/>
                  </a:lnTo>
                  <a:lnTo>
                    <a:pt x="6407043" y="2011212"/>
                  </a:lnTo>
                  <a:lnTo>
                    <a:pt x="6407898" y="2014567"/>
                  </a:lnTo>
                  <a:lnTo>
                    <a:pt x="6408754" y="1988779"/>
                  </a:lnTo>
                  <a:lnTo>
                    <a:pt x="6409609" y="2006206"/>
                  </a:lnTo>
                  <a:lnTo>
                    <a:pt x="6410465" y="1994670"/>
                  </a:lnTo>
                  <a:lnTo>
                    <a:pt x="6411320" y="1949434"/>
                  </a:lnTo>
                  <a:lnTo>
                    <a:pt x="6412176" y="1931676"/>
                  </a:lnTo>
                  <a:lnTo>
                    <a:pt x="6413031" y="1844417"/>
                  </a:lnTo>
                  <a:lnTo>
                    <a:pt x="6413887" y="1834850"/>
                  </a:lnTo>
                  <a:lnTo>
                    <a:pt x="6414742" y="1923334"/>
                  </a:lnTo>
                  <a:lnTo>
                    <a:pt x="6415598" y="1996766"/>
                  </a:lnTo>
                  <a:lnTo>
                    <a:pt x="6416454" y="2014737"/>
                  </a:lnTo>
                  <a:lnTo>
                    <a:pt x="6417309" y="2048982"/>
                  </a:lnTo>
                  <a:lnTo>
                    <a:pt x="6418165" y="2091553"/>
                  </a:lnTo>
                  <a:lnTo>
                    <a:pt x="6419020" y="2153297"/>
                  </a:lnTo>
                  <a:lnTo>
                    <a:pt x="6419876" y="2157668"/>
                  </a:lnTo>
                  <a:lnTo>
                    <a:pt x="6420731" y="2166272"/>
                  </a:lnTo>
                  <a:lnTo>
                    <a:pt x="6421587" y="2161388"/>
                  </a:lnTo>
                  <a:lnTo>
                    <a:pt x="6422442" y="2162429"/>
                  </a:lnTo>
                  <a:lnTo>
                    <a:pt x="6423298" y="2181021"/>
                  </a:lnTo>
                  <a:lnTo>
                    <a:pt x="6424153" y="2137379"/>
                  </a:lnTo>
                  <a:lnTo>
                    <a:pt x="6425009" y="2101083"/>
                  </a:lnTo>
                  <a:lnTo>
                    <a:pt x="6425864" y="2000650"/>
                  </a:lnTo>
                  <a:lnTo>
                    <a:pt x="6426720" y="2001965"/>
                  </a:lnTo>
                  <a:lnTo>
                    <a:pt x="6427575" y="1928800"/>
                  </a:lnTo>
                  <a:lnTo>
                    <a:pt x="6428431" y="1841927"/>
                  </a:lnTo>
                  <a:lnTo>
                    <a:pt x="6429286" y="1816533"/>
                  </a:lnTo>
                  <a:lnTo>
                    <a:pt x="6430142" y="1757992"/>
                  </a:lnTo>
                  <a:lnTo>
                    <a:pt x="6430997" y="1826992"/>
                  </a:lnTo>
                  <a:lnTo>
                    <a:pt x="6431853" y="1772374"/>
                  </a:lnTo>
                  <a:lnTo>
                    <a:pt x="6432709" y="1766215"/>
                  </a:lnTo>
                  <a:lnTo>
                    <a:pt x="6433564" y="1773265"/>
                  </a:lnTo>
                  <a:lnTo>
                    <a:pt x="6434420" y="1885968"/>
                  </a:lnTo>
                  <a:lnTo>
                    <a:pt x="6435275" y="1878667"/>
                  </a:lnTo>
                  <a:lnTo>
                    <a:pt x="6436131" y="1870379"/>
                  </a:lnTo>
                  <a:lnTo>
                    <a:pt x="6436986" y="1725488"/>
                  </a:lnTo>
                  <a:lnTo>
                    <a:pt x="6437842" y="1709214"/>
                  </a:lnTo>
                  <a:lnTo>
                    <a:pt x="6438697" y="1797421"/>
                  </a:lnTo>
                  <a:lnTo>
                    <a:pt x="6439553" y="1807280"/>
                  </a:lnTo>
                  <a:lnTo>
                    <a:pt x="6440408" y="1798755"/>
                  </a:lnTo>
                  <a:lnTo>
                    <a:pt x="6441264" y="1749895"/>
                  </a:lnTo>
                  <a:lnTo>
                    <a:pt x="6442119" y="1758539"/>
                  </a:lnTo>
                  <a:lnTo>
                    <a:pt x="6442975" y="1901621"/>
                  </a:lnTo>
                  <a:lnTo>
                    <a:pt x="6443830" y="1890522"/>
                  </a:lnTo>
                  <a:lnTo>
                    <a:pt x="6444686" y="1893796"/>
                  </a:lnTo>
                  <a:lnTo>
                    <a:pt x="6445541" y="1976175"/>
                  </a:lnTo>
                  <a:lnTo>
                    <a:pt x="6446397" y="2067943"/>
                  </a:lnTo>
                  <a:lnTo>
                    <a:pt x="6447252" y="2121662"/>
                  </a:lnTo>
                  <a:lnTo>
                    <a:pt x="6448108" y="2141662"/>
                  </a:lnTo>
                  <a:lnTo>
                    <a:pt x="6448964" y="2133802"/>
                  </a:lnTo>
                  <a:lnTo>
                    <a:pt x="6449819" y="2163638"/>
                  </a:lnTo>
                  <a:lnTo>
                    <a:pt x="6450675" y="2159463"/>
                  </a:lnTo>
                  <a:lnTo>
                    <a:pt x="6451530" y="2173486"/>
                  </a:lnTo>
                  <a:lnTo>
                    <a:pt x="6452386" y="2212674"/>
                  </a:lnTo>
                  <a:lnTo>
                    <a:pt x="6453241" y="2235431"/>
                  </a:lnTo>
                  <a:lnTo>
                    <a:pt x="6454097" y="2238160"/>
                  </a:lnTo>
                  <a:lnTo>
                    <a:pt x="6454952" y="2242414"/>
                  </a:lnTo>
                  <a:lnTo>
                    <a:pt x="6455808" y="2245898"/>
                  </a:lnTo>
                  <a:lnTo>
                    <a:pt x="6456663" y="2241748"/>
                  </a:lnTo>
                  <a:lnTo>
                    <a:pt x="6457519" y="2251434"/>
                  </a:lnTo>
                  <a:lnTo>
                    <a:pt x="6458374" y="2191597"/>
                  </a:lnTo>
                  <a:lnTo>
                    <a:pt x="6459230" y="2205717"/>
                  </a:lnTo>
                  <a:lnTo>
                    <a:pt x="6460085" y="2170815"/>
                  </a:lnTo>
                  <a:lnTo>
                    <a:pt x="6460941" y="2104052"/>
                  </a:lnTo>
                  <a:lnTo>
                    <a:pt x="6461796" y="1980635"/>
                  </a:lnTo>
                  <a:lnTo>
                    <a:pt x="6462652" y="1896131"/>
                  </a:lnTo>
                  <a:lnTo>
                    <a:pt x="6463508" y="2015958"/>
                  </a:lnTo>
                  <a:lnTo>
                    <a:pt x="6464363" y="2117302"/>
                  </a:lnTo>
                  <a:lnTo>
                    <a:pt x="6465219" y="2114875"/>
                  </a:lnTo>
                  <a:lnTo>
                    <a:pt x="6466074" y="2153835"/>
                  </a:lnTo>
                  <a:lnTo>
                    <a:pt x="6466930" y="2153373"/>
                  </a:lnTo>
                  <a:lnTo>
                    <a:pt x="6467785" y="2223335"/>
                  </a:lnTo>
                  <a:lnTo>
                    <a:pt x="6468641" y="2231083"/>
                  </a:lnTo>
                  <a:lnTo>
                    <a:pt x="6469496" y="2218076"/>
                  </a:lnTo>
                  <a:lnTo>
                    <a:pt x="6470352" y="2211752"/>
                  </a:lnTo>
                  <a:lnTo>
                    <a:pt x="6471207" y="2230948"/>
                  </a:lnTo>
                  <a:lnTo>
                    <a:pt x="6472063" y="2259380"/>
                  </a:lnTo>
                  <a:lnTo>
                    <a:pt x="6472918" y="2228115"/>
                  </a:lnTo>
                  <a:lnTo>
                    <a:pt x="6473774" y="2221497"/>
                  </a:lnTo>
                  <a:lnTo>
                    <a:pt x="6474629" y="2212917"/>
                  </a:lnTo>
                  <a:lnTo>
                    <a:pt x="6475485" y="2225551"/>
                  </a:lnTo>
                  <a:lnTo>
                    <a:pt x="6476340" y="2204854"/>
                  </a:lnTo>
                  <a:lnTo>
                    <a:pt x="6477196" y="2133707"/>
                  </a:lnTo>
                  <a:lnTo>
                    <a:pt x="6478051" y="2101987"/>
                  </a:lnTo>
                  <a:lnTo>
                    <a:pt x="6478907" y="2086627"/>
                  </a:lnTo>
                  <a:lnTo>
                    <a:pt x="6479763" y="2065447"/>
                  </a:lnTo>
                  <a:lnTo>
                    <a:pt x="6480618" y="2066470"/>
                  </a:lnTo>
                  <a:lnTo>
                    <a:pt x="6481474" y="2045117"/>
                  </a:lnTo>
                  <a:lnTo>
                    <a:pt x="6482329" y="2030553"/>
                  </a:lnTo>
                  <a:lnTo>
                    <a:pt x="6483185" y="2039148"/>
                  </a:lnTo>
                  <a:lnTo>
                    <a:pt x="6484040" y="1949319"/>
                  </a:lnTo>
                  <a:lnTo>
                    <a:pt x="6484896" y="1950782"/>
                  </a:lnTo>
                  <a:lnTo>
                    <a:pt x="6485751" y="1931995"/>
                  </a:lnTo>
                  <a:lnTo>
                    <a:pt x="6486607" y="2019285"/>
                  </a:lnTo>
                  <a:lnTo>
                    <a:pt x="6487462" y="2077633"/>
                  </a:lnTo>
                  <a:lnTo>
                    <a:pt x="6488318" y="2071982"/>
                  </a:lnTo>
                  <a:lnTo>
                    <a:pt x="6489173" y="2165641"/>
                  </a:lnTo>
                  <a:lnTo>
                    <a:pt x="6490029" y="2165325"/>
                  </a:lnTo>
                  <a:lnTo>
                    <a:pt x="6490884" y="2178770"/>
                  </a:lnTo>
                  <a:lnTo>
                    <a:pt x="6491740" y="2155851"/>
                  </a:lnTo>
                  <a:lnTo>
                    <a:pt x="6492595" y="2067824"/>
                  </a:lnTo>
                  <a:lnTo>
                    <a:pt x="6493451" y="2058309"/>
                  </a:lnTo>
                  <a:lnTo>
                    <a:pt x="6494306" y="2041031"/>
                  </a:lnTo>
                  <a:lnTo>
                    <a:pt x="6495162" y="2102556"/>
                  </a:lnTo>
                  <a:lnTo>
                    <a:pt x="6496018" y="2093349"/>
                  </a:lnTo>
                  <a:lnTo>
                    <a:pt x="6496873" y="2045179"/>
                  </a:lnTo>
                  <a:lnTo>
                    <a:pt x="6497729" y="2027175"/>
                  </a:lnTo>
                  <a:lnTo>
                    <a:pt x="6498584" y="1981722"/>
                  </a:lnTo>
                  <a:lnTo>
                    <a:pt x="6499440" y="1905526"/>
                  </a:lnTo>
                  <a:lnTo>
                    <a:pt x="6500295" y="1889621"/>
                  </a:lnTo>
                  <a:lnTo>
                    <a:pt x="6501151" y="1779129"/>
                  </a:lnTo>
                  <a:lnTo>
                    <a:pt x="6502006" y="1829591"/>
                  </a:lnTo>
                  <a:lnTo>
                    <a:pt x="6502862" y="1753281"/>
                  </a:lnTo>
                  <a:lnTo>
                    <a:pt x="6503717" y="1740482"/>
                  </a:lnTo>
                  <a:lnTo>
                    <a:pt x="6504573" y="1750681"/>
                  </a:lnTo>
                  <a:lnTo>
                    <a:pt x="6505428" y="1723623"/>
                  </a:lnTo>
                  <a:lnTo>
                    <a:pt x="6506284" y="1775164"/>
                  </a:lnTo>
                  <a:lnTo>
                    <a:pt x="6507139" y="1745504"/>
                  </a:lnTo>
                  <a:lnTo>
                    <a:pt x="6507995" y="1721827"/>
                  </a:lnTo>
                  <a:lnTo>
                    <a:pt x="6508850" y="1783267"/>
                  </a:lnTo>
                  <a:lnTo>
                    <a:pt x="6509706" y="1784935"/>
                  </a:lnTo>
                  <a:lnTo>
                    <a:pt x="6510562" y="1747546"/>
                  </a:lnTo>
                  <a:lnTo>
                    <a:pt x="6511417" y="1696193"/>
                  </a:lnTo>
                  <a:lnTo>
                    <a:pt x="6512273" y="1730481"/>
                  </a:lnTo>
                  <a:lnTo>
                    <a:pt x="6513128" y="1698063"/>
                  </a:lnTo>
                  <a:lnTo>
                    <a:pt x="6513984" y="1755869"/>
                  </a:lnTo>
                  <a:lnTo>
                    <a:pt x="6514839" y="1850028"/>
                  </a:lnTo>
                  <a:lnTo>
                    <a:pt x="6515695" y="2022819"/>
                  </a:lnTo>
                  <a:lnTo>
                    <a:pt x="6516550" y="2106965"/>
                  </a:lnTo>
                  <a:lnTo>
                    <a:pt x="6517406" y="2081873"/>
                  </a:lnTo>
                  <a:lnTo>
                    <a:pt x="6518261" y="2053259"/>
                  </a:lnTo>
                  <a:lnTo>
                    <a:pt x="6519117" y="2096314"/>
                  </a:lnTo>
                  <a:lnTo>
                    <a:pt x="6519972" y="2088656"/>
                  </a:lnTo>
                  <a:lnTo>
                    <a:pt x="6520828" y="2049805"/>
                  </a:lnTo>
                  <a:lnTo>
                    <a:pt x="6521683" y="2010683"/>
                  </a:lnTo>
                  <a:lnTo>
                    <a:pt x="6522539" y="2024330"/>
                  </a:lnTo>
                  <a:lnTo>
                    <a:pt x="6523394" y="2084777"/>
                  </a:lnTo>
                  <a:lnTo>
                    <a:pt x="6524250" y="2051693"/>
                  </a:lnTo>
                  <a:lnTo>
                    <a:pt x="6525105" y="1953065"/>
                  </a:lnTo>
                  <a:lnTo>
                    <a:pt x="6525961" y="1927494"/>
                  </a:lnTo>
                  <a:lnTo>
                    <a:pt x="6526817" y="1963913"/>
                  </a:lnTo>
                  <a:lnTo>
                    <a:pt x="6527672" y="2059875"/>
                  </a:lnTo>
                  <a:lnTo>
                    <a:pt x="6528528" y="2056344"/>
                  </a:lnTo>
                  <a:lnTo>
                    <a:pt x="6529383" y="2013754"/>
                  </a:lnTo>
                  <a:lnTo>
                    <a:pt x="6530239" y="2056638"/>
                  </a:lnTo>
                  <a:lnTo>
                    <a:pt x="6531094" y="1967557"/>
                  </a:lnTo>
                  <a:lnTo>
                    <a:pt x="6531950" y="1865267"/>
                  </a:lnTo>
                  <a:lnTo>
                    <a:pt x="6532805" y="1809699"/>
                  </a:lnTo>
                  <a:lnTo>
                    <a:pt x="6533661" y="1721172"/>
                  </a:lnTo>
                  <a:lnTo>
                    <a:pt x="6534516" y="1825546"/>
                  </a:lnTo>
                  <a:lnTo>
                    <a:pt x="6535372" y="1767427"/>
                  </a:lnTo>
                  <a:lnTo>
                    <a:pt x="6536227" y="1746468"/>
                  </a:lnTo>
                  <a:lnTo>
                    <a:pt x="6537083" y="1696721"/>
                  </a:lnTo>
                  <a:lnTo>
                    <a:pt x="6537938" y="1630592"/>
                  </a:lnTo>
                  <a:lnTo>
                    <a:pt x="6538794" y="1644725"/>
                  </a:lnTo>
                  <a:lnTo>
                    <a:pt x="6539649" y="1567233"/>
                  </a:lnTo>
                  <a:lnTo>
                    <a:pt x="6540505" y="1627381"/>
                  </a:lnTo>
                  <a:lnTo>
                    <a:pt x="6541360" y="1732364"/>
                  </a:lnTo>
                  <a:lnTo>
                    <a:pt x="6542216" y="1804960"/>
                  </a:lnTo>
                  <a:lnTo>
                    <a:pt x="6543072" y="1843930"/>
                  </a:lnTo>
                  <a:lnTo>
                    <a:pt x="6543927" y="1866535"/>
                  </a:lnTo>
                  <a:lnTo>
                    <a:pt x="6544783" y="1799196"/>
                  </a:lnTo>
                  <a:lnTo>
                    <a:pt x="6545638" y="1721635"/>
                  </a:lnTo>
                  <a:lnTo>
                    <a:pt x="6546494" y="1658177"/>
                  </a:lnTo>
                  <a:lnTo>
                    <a:pt x="6547349" y="1641015"/>
                  </a:lnTo>
                  <a:lnTo>
                    <a:pt x="6548205" y="1685337"/>
                  </a:lnTo>
                  <a:lnTo>
                    <a:pt x="6549060" y="1581558"/>
                  </a:lnTo>
                  <a:lnTo>
                    <a:pt x="6549916" y="1637525"/>
                  </a:lnTo>
                  <a:lnTo>
                    <a:pt x="6550771" y="1585170"/>
                  </a:lnTo>
                  <a:lnTo>
                    <a:pt x="6551627" y="1514486"/>
                  </a:lnTo>
                  <a:lnTo>
                    <a:pt x="6552482" y="1601873"/>
                  </a:lnTo>
                  <a:lnTo>
                    <a:pt x="6553338" y="1558987"/>
                  </a:lnTo>
                  <a:lnTo>
                    <a:pt x="6554193" y="1599093"/>
                  </a:lnTo>
                  <a:lnTo>
                    <a:pt x="6555049" y="1655543"/>
                  </a:lnTo>
                  <a:lnTo>
                    <a:pt x="6555904" y="1666486"/>
                  </a:lnTo>
                  <a:lnTo>
                    <a:pt x="6556760" y="1733477"/>
                  </a:lnTo>
                  <a:lnTo>
                    <a:pt x="6557616" y="1701156"/>
                  </a:lnTo>
                  <a:lnTo>
                    <a:pt x="6558471" y="1665597"/>
                  </a:lnTo>
                  <a:lnTo>
                    <a:pt x="6559327" y="1660518"/>
                  </a:lnTo>
                  <a:lnTo>
                    <a:pt x="6560182" y="1609223"/>
                  </a:lnTo>
                  <a:lnTo>
                    <a:pt x="6561038" y="1606844"/>
                  </a:lnTo>
                  <a:lnTo>
                    <a:pt x="6561893" y="1557329"/>
                  </a:lnTo>
                  <a:lnTo>
                    <a:pt x="6562749" y="1613520"/>
                  </a:lnTo>
                  <a:lnTo>
                    <a:pt x="6563604" y="1708473"/>
                  </a:lnTo>
                  <a:lnTo>
                    <a:pt x="6564460" y="1751901"/>
                  </a:lnTo>
                  <a:lnTo>
                    <a:pt x="6565315" y="1834576"/>
                  </a:lnTo>
                  <a:lnTo>
                    <a:pt x="6566171" y="1868183"/>
                  </a:lnTo>
                  <a:lnTo>
                    <a:pt x="6567026" y="1936112"/>
                  </a:lnTo>
                  <a:lnTo>
                    <a:pt x="6567882" y="1897565"/>
                  </a:lnTo>
                  <a:lnTo>
                    <a:pt x="6568737" y="1981251"/>
                  </a:lnTo>
                  <a:lnTo>
                    <a:pt x="6569593" y="2069637"/>
                  </a:lnTo>
                  <a:lnTo>
                    <a:pt x="6570448" y="2066229"/>
                  </a:lnTo>
                  <a:lnTo>
                    <a:pt x="6571304" y="2097639"/>
                  </a:lnTo>
                  <a:lnTo>
                    <a:pt x="6572159" y="2125030"/>
                  </a:lnTo>
                  <a:lnTo>
                    <a:pt x="6573015" y="2154554"/>
                  </a:lnTo>
                  <a:lnTo>
                    <a:pt x="6573871" y="2218888"/>
                  </a:lnTo>
                  <a:lnTo>
                    <a:pt x="6574726" y="2223552"/>
                  </a:lnTo>
                  <a:lnTo>
                    <a:pt x="6575582" y="2233756"/>
                  </a:lnTo>
                  <a:lnTo>
                    <a:pt x="6576437" y="2236853"/>
                  </a:lnTo>
                  <a:lnTo>
                    <a:pt x="6577293" y="2237942"/>
                  </a:lnTo>
                  <a:lnTo>
                    <a:pt x="6578148" y="2238302"/>
                  </a:lnTo>
                  <a:lnTo>
                    <a:pt x="6579004" y="2238968"/>
                  </a:lnTo>
                  <a:lnTo>
                    <a:pt x="6579859" y="2231526"/>
                  </a:lnTo>
                  <a:lnTo>
                    <a:pt x="6580715" y="2231883"/>
                  </a:lnTo>
                  <a:lnTo>
                    <a:pt x="6581570" y="2232669"/>
                  </a:lnTo>
                  <a:lnTo>
                    <a:pt x="6582426" y="2236367"/>
                  </a:lnTo>
                  <a:lnTo>
                    <a:pt x="6583281" y="2226317"/>
                  </a:lnTo>
                  <a:lnTo>
                    <a:pt x="6584137" y="2201637"/>
                  </a:lnTo>
                  <a:lnTo>
                    <a:pt x="6584992" y="2197848"/>
                  </a:lnTo>
                  <a:lnTo>
                    <a:pt x="6585848" y="2164245"/>
                  </a:lnTo>
                  <a:lnTo>
                    <a:pt x="6586703" y="2165825"/>
                  </a:lnTo>
                  <a:lnTo>
                    <a:pt x="6587559" y="2142675"/>
                  </a:lnTo>
                  <a:lnTo>
                    <a:pt x="6588414" y="2089609"/>
                  </a:lnTo>
                  <a:lnTo>
                    <a:pt x="6589270" y="2114626"/>
                  </a:lnTo>
                  <a:lnTo>
                    <a:pt x="6590126" y="2032938"/>
                  </a:lnTo>
                  <a:lnTo>
                    <a:pt x="6590981" y="1951850"/>
                  </a:lnTo>
                  <a:lnTo>
                    <a:pt x="6591837" y="1922091"/>
                  </a:lnTo>
                  <a:lnTo>
                    <a:pt x="6592692" y="1800290"/>
                  </a:lnTo>
                  <a:lnTo>
                    <a:pt x="6593548" y="1834719"/>
                  </a:lnTo>
                  <a:lnTo>
                    <a:pt x="6594403" y="1792073"/>
                  </a:lnTo>
                  <a:lnTo>
                    <a:pt x="6595259" y="1868916"/>
                  </a:lnTo>
                  <a:lnTo>
                    <a:pt x="6596114" y="1925277"/>
                  </a:lnTo>
                  <a:lnTo>
                    <a:pt x="6596970" y="2020587"/>
                  </a:lnTo>
                  <a:lnTo>
                    <a:pt x="6597825" y="2011195"/>
                  </a:lnTo>
                  <a:lnTo>
                    <a:pt x="6598681" y="1995014"/>
                  </a:lnTo>
                  <a:lnTo>
                    <a:pt x="6599536" y="1994805"/>
                  </a:lnTo>
                  <a:lnTo>
                    <a:pt x="6600392" y="1946113"/>
                  </a:lnTo>
                  <a:lnTo>
                    <a:pt x="6601247" y="1856286"/>
                  </a:lnTo>
                  <a:lnTo>
                    <a:pt x="6602103" y="1889681"/>
                  </a:lnTo>
                  <a:lnTo>
                    <a:pt x="6602958" y="1938651"/>
                  </a:lnTo>
                  <a:lnTo>
                    <a:pt x="6603814" y="1967658"/>
                  </a:lnTo>
                  <a:lnTo>
                    <a:pt x="6604670" y="1830411"/>
                  </a:lnTo>
                  <a:lnTo>
                    <a:pt x="6605525" y="1831014"/>
                  </a:lnTo>
                  <a:lnTo>
                    <a:pt x="6606381" y="1779101"/>
                  </a:lnTo>
                  <a:lnTo>
                    <a:pt x="6607236" y="1879855"/>
                  </a:lnTo>
                  <a:lnTo>
                    <a:pt x="6608092" y="1856190"/>
                  </a:lnTo>
                  <a:lnTo>
                    <a:pt x="6608947" y="1858476"/>
                  </a:lnTo>
                  <a:lnTo>
                    <a:pt x="6609803" y="1984747"/>
                  </a:lnTo>
                  <a:lnTo>
                    <a:pt x="6610658" y="2066953"/>
                  </a:lnTo>
                  <a:lnTo>
                    <a:pt x="6611514" y="2097046"/>
                  </a:lnTo>
                  <a:lnTo>
                    <a:pt x="6612369" y="2023569"/>
                  </a:lnTo>
                  <a:lnTo>
                    <a:pt x="6613225" y="2086427"/>
                  </a:lnTo>
                  <a:lnTo>
                    <a:pt x="6614080" y="2123597"/>
                  </a:lnTo>
                  <a:lnTo>
                    <a:pt x="6614936" y="2113470"/>
                  </a:lnTo>
                  <a:lnTo>
                    <a:pt x="6615791" y="2143990"/>
                  </a:lnTo>
                  <a:lnTo>
                    <a:pt x="6616647" y="2094294"/>
                  </a:lnTo>
                  <a:lnTo>
                    <a:pt x="6617502" y="2093052"/>
                  </a:lnTo>
                  <a:lnTo>
                    <a:pt x="6618358" y="2149893"/>
                  </a:lnTo>
                  <a:lnTo>
                    <a:pt x="6619213" y="2138759"/>
                  </a:lnTo>
                  <a:lnTo>
                    <a:pt x="6620069" y="2160225"/>
                  </a:lnTo>
                  <a:lnTo>
                    <a:pt x="6620925" y="2185964"/>
                  </a:lnTo>
                  <a:lnTo>
                    <a:pt x="6621780" y="2172575"/>
                  </a:lnTo>
                  <a:lnTo>
                    <a:pt x="6622636" y="2177102"/>
                  </a:lnTo>
                  <a:lnTo>
                    <a:pt x="6623491" y="2177539"/>
                  </a:lnTo>
                  <a:lnTo>
                    <a:pt x="6624347" y="2100326"/>
                  </a:lnTo>
                  <a:lnTo>
                    <a:pt x="6625202" y="2136781"/>
                  </a:lnTo>
                  <a:lnTo>
                    <a:pt x="6626058" y="2101667"/>
                  </a:lnTo>
                  <a:lnTo>
                    <a:pt x="6626913" y="2109248"/>
                  </a:lnTo>
                  <a:lnTo>
                    <a:pt x="6627769" y="2141241"/>
                  </a:lnTo>
                  <a:lnTo>
                    <a:pt x="6628624" y="2175822"/>
                  </a:lnTo>
                  <a:lnTo>
                    <a:pt x="6629480" y="2222174"/>
                  </a:lnTo>
                  <a:lnTo>
                    <a:pt x="6630335" y="2232697"/>
                  </a:lnTo>
                  <a:lnTo>
                    <a:pt x="6631191" y="2236643"/>
                  </a:lnTo>
                  <a:lnTo>
                    <a:pt x="6632046" y="2247067"/>
                  </a:lnTo>
                  <a:lnTo>
                    <a:pt x="6632902" y="2202462"/>
                  </a:lnTo>
                  <a:lnTo>
                    <a:pt x="6633757" y="2236234"/>
                  </a:lnTo>
                  <a:lnTo>
                    <a:pt x="6634613" y="2230443"/>
                  </a:lnTo>
                  <a:lnTo>
                    <a:pt x="6635468" y="2243961"/>
                  </a:lnTo>
                  <a:lnTo>
                    <a:pt x="6636324" y="2261935"/>
                  </a:lnTo>
                  <a:lnTo>
                    <a:pt x="6637180" y="2242255"/>
                  </a:lnTo>
                  <a:lnTo>
                    <a:pt x="6638035" y="2252617"/>
                  </a:lnTo>
                  <a:lnTo>
                    <a:pt x="6638891" y="2248813"/>
                  </a:lnTo>
                  <a:lnTo>
                    <a:pt x="6639746" y="2252693"/>
                  </a:lnTo>
                  <a:lnTo>
                    <a:pt x="6640602" y="2267497"/>
                  </a:lnTo>
                  <a:lnTo>
                    <a:pt x="6641457" y="2238109"/>
                  </a:lnTo>
                  <a:lnTo>
                    <a:pt x="6642313" y="2268337"/>
                  </a:lnTo>
                  <a:lnTo>
                    <a:pt x="6643168" y="2270207"/>
                  </a:lnTo>
                  <a:lnTo>
                    <a:pt x="6644024" y="2262699"/>
                  </a:lnTo>
                  <a:lnTo>
                    <a:pt x="6644879" y="2278200"/>
                  </a:lnTo>
                  <a:lnTo>
                    <a:pt x="6645735" y="2278200"/>
                  </a:lnTo>
                  <a:lnTo>
                    <a:pt x="6646590" y="2269487"/>
                  </a:lnTo>
                  <a:lnTo>
                    <a:pt x="6647446" y="2262823"/>
                  </a:lnTo>
                  <a:lnTo>
                    <a:pt x="6648301" y="2245097"/>
                  </a:lnTo>
                  <a:lnTo>
                    <a:pt x="6649157" y="2258980"/>
                  </a:lnTo>
                  <a:lnTo>
                    <a:pt x="6650012" y="2242989"/>
                  </a:lnTo>
                  <a:lnTo>
                    <a:pt x="6650868" y="2230780"/>
                  </a:lnTo>
                  <a:lnTo>
                    <a:pt x="6651723" y="2257485"/>
                  </a:lnTo>
                  <a:lnTo>
                    <a:pt x="6652579" y="2235132"/>
                  </a:lnTo>
                  <a:lnTo>
                    <a:pt x="6653435" y="2244608"/>
                  </a:lnTo>
                  <a:lnTo>
                    <a:pt x="6654290" y="2222391"/>
                  </a:lnTo>
                  <a:lnTo>
                    <a:pt x="6655146" y="2194750"/>
                  </a:lnTo>
                  <a:lnTo>
                    <a:pt x="6656001" y="2168751"/>
                  </a:lnTo>
                  <a:lnTo>
                    <a:pt x="6656857" y="2187132"/>
                  </a:lnTo>
                  <a:lnTo>
                    <a:pt x="6657712" y="2208853"/>
                  </a:lnTo>
                  <a:lnTo>
                    <a:pt x="6658568" y="2225201"/>
                  </a:lnTo>
                  <a:lnTo>
                    <a:pt x="6659423" y="2203535"/>
                  </a:lnTo>
                  <a:lnTo>
                    <a:pt x="6660279" y="2260033"/>
                  </a:lnTo>
                  <a:lnTo>
                    <a:pt x="6661134" y="2248519"/>
                  </a:lnTo>
                  <a:lnTo>
                    <a:pt x="6661990" y="2266634"/>
                  </a:lnTo>
                  <a:lnTo>
                    <a:pt x="6662845" y="2259956"/>
                  </a:lnTo>
                  <a:lnTo>
                    <a:pt x="6663701" y="2240244"/>
                  </a:lnTo>
                  <a:lnTo>
                    <a:pt x="6664556" y="2247491"/>
                  </a:lnTo>
                  <a:lnTo>
                    <a:pt x="6665412" y="2206639"/>
                  </a:lnTo>
                  <a:lnTo>
                    <a:pt x="6666267" y="2204706"/>
                  </a:lnTo>
                  <a:lnTo>
                    <a:pt x="6667123" y="2170367"/>
                  </a:lnTo>
                  <a:lnTo>
                    <a:pt x="6667979" y="2152339"/>
                  </a:lnTo>
                  <a:lnTo>
                    <a:pt x="6668834" y="2159809"/>
                  </a:lnTo>
                  <a:lnTo>
                    <a:pt x="6669690" y="2111567"/>
                  </a:lnTo>
                  <a:lnTo>
                    <a:pt x="6670545" y="2102365"/>
                  </a:lnTo>
                  <a:lnTo>
                    <a:pt x="6671401" y="2053010"/>
                  </a:lnTo>
                  <a:lnTo>
                    <a:pt x="6672256" y="2003015"/>
                  </a:lnTo>
                  <a:lnTo>
                    <a:pt x="6673112" y="1936056"/>
                  </a:lnTo>
                  <a:lnTo>
                    <a:pt x="6673967" y="1906478"/>
                  </a:lnTo>
                  <a:lnTo>
                    <a:pt x="6674823" y="1915225"/>
                  </a:lnTo>
                  <a:lnTo>
                    <a:pt x="6675678" y="2012243"/>
                  </a:lnTo>
                  <a:lnTo>
                    <a:pt x="6676534" y="2032722"/>
                  </a:lnTo>
                  <a:lnTo>
                    <a:pt x="6677389" y="2018452"/>
                  </a:lnTo>
                  <a:lnTo>
                    <a:pt x="6678245" y="1939602"/>
                  </a:lnTo>
                  <a:lnTo>
                    <a:pt x="6679100" y="2035820"/>
                  </a:lnTo>
                  <a:lnTo>
                    <a:pt x="6679956" y="2092375"/>
                  </a:lnTo>
                  <a:lnTo>
                    <a:pt x="6680811" y="2111903"/>
                  </a:lnTo>
                  <a:lnTo>
                    <a:pt x="6681667" y="2055711"/>
                  </a:lnTo>
                  <a:lnTo>
                    <a:pt x="6682522" y="2080368"/>
                  </a:lnTo>
                  <a:lnTo>
                    <a:pt x="6683378" y="2066840"/>
                  </a:lnTo>
                  <a:lnTo>
                    <a:pt x="6684234" y="2079954"/>
                  </a:lnTo>
                  <a:lnTo>
                    <a:pt x="6685089" y="2044923"/>
                  </a:lnTo>
                  <a:lnTo>
                    <a:pt x="6685945" y="1932282"/>
                  </a:lnTo>
                  <a:lnTo>
                    <a:pt x="6686800" y="2079101"/>
                  </a:lnTo>
                  <a:lnTo>
                    <a:pt x="6687656" y="2096789"/>
                  </a:lnTo>
                  <a:lnTo>
                    <a:pt x="6688511" y="2041682"/>
                  </a:lnTo>
                  <a:lnTo>
                    <a:pt x="6689367" y="2066182"/>
                  </a:lnTo>
                  <a:lnTo>
                    <a:pt x="6690222" y="2097060"/>
                  </a:lnTo>
                  <a:lnTo>
                    <a:pt x="6691078" y="2137527"/>
                  </a:lnTo>
                  <a:lnTo>
                    <a:pt x="6691933" y="2139039"/>
                  </a:lnTo>
                  <a:lnTo>
                    <a:pt x="6692789" y="2112113"/>
                  </a:lnTo>
                  <a:lnTo>
                    <a:pt x="6693644" y="2099343"/>
                  </a:lnTo>
                  <a:lnTo>
                    <a:pt x="6694500" y="2091059"/>
                  </a:lnTo>
                  <a:lnTo>
                    <a:pt x="6695355" y="2108163"/>
                  </a:lnTo>
                  <a:lnTo>
                    <a:pt x="6696211" y="2094952"/>
                  </a:lnTo>
                  <a:lnTo>
                    <a:pt x="6697066" y="2103679"/>
                  </a:lnTo>
                  <a:lnTo>
                    <a:pt x="6697922" y="2134138"/>
                  </a:lnTo>
                  <a:lnTo>
                    <a:pt x="6698777" y="2117212"/>
                  </a:lnTo>
                  <a:lnTo>
                    <a:pt x="6699633" y="2083691"/>
                  </a:lnTo>
                  <a:lnTo>
                    <a:pt x="6700489" y="2030380"/>
                  </a:lnTo>
                  <a:lnTo>
                    <a:pt x="6701344" y="2003771"/>
                  </a:lnTo>
                  <a:lnTo>
                    <a:pt x="6702200" y="1973350"/>
                  </a:lnTo>
                  <a:lnTo>
                    <a:pt x="6703055" y="1952100"/>
                  </a:lnTo>
                  <a:lnTo>
                    <a:pt x="6703911" y="2014875"/>
                  </a:lnTo>
                  <a:lnTo>
                    <a:pt x="6704766" y="1980441"/>
                  </a:lnTo>
                  <a:lnTo>
                    <a:pt x="6705622" y="1996415"/>
                  </a:lnTo>
                  <a:lnTo>
                    <a:pt x="6706477" y="1906063"/>
                  </a:lnTo>
                  <a:lnTo>
                    <a:pt x="6707333" y="1924450"/>
                  </a:lnTo>
                  <a:lnTo>
                    <a:pt x="6708188" y="1861366"/>
                  </a:lnTo>
                  <a:lnTo>
                    <a:pt x="6709044" y="1815135"/>
                  </a:lnTo>
                  <a:lnTo>
                    <a:pt x="6709899" y="1804704"/>
                  </a:lnTo>
                  <a:lnTo>
                    <a:pt x="6710755" y="1790206"/>
                  </a:lnTo>
                  <a:lnTo>
                    <a:pt x="6711610" y="1757424"/>
                  </a:lnTo>
                  <a:lnTo>
                    <a:pt x="6712466" y="1824889"/>
                  </a:lnTo>
                  <a:lnTo>
                    <a:pt x="6713321" y="1770272"/>
                  </a:lnTo>
                  <a:lnTo>
                    <a:pt x="6714177" y="1797261"/>
                  </a:lnTo>
                  <a:lnTo>
                    <a:pt x="6715033" y="1805283"/>
                  </a:lnTo>
                  <a:lnTo>
                    <a:pt x="6715888" y="1842505"/>
                  </a:lnTo>
                  <a:lnTo>
                    <a:pt x="6716744" y="1994510"/>
                  </a:lnTo>
                  <a:lnTo>
                    <a:pt x="6717599" y="1831808"/>
                  </a:lnTo>
                  <a:lnTo>
                    <a:pt x="6718455" y="1795618"/>
                  </a:lnTo>
                  <a:lnTo>
                    <a:pt x="6719310" y="1820856"/>
                  </a:lnTo>
                  <a:lnTo>
                    <a:pt x="6720166" y="1817421"/>
                  </a:lnTo>
                  <a:lnTo>
                    <a:pt x="6721021" y="1841386"/>
                  </a:lnTo>
                  <a:lnTo>
                    <a:pt x="6721877" y="1811006"/>
                  </a:lnTo>
                  <a:lnTo>
                    <a:pt x="6722732" y="1871664"/>
                  </a:lnTo>
                  <a:lnTo>
                    <a:pt x="6723588" y="1896147"/>
                  </a:lnTo>
                  <a:lnTo>
                    <a:pt x="6724443" y="1926689"/>
                  </a:lnTo>
                  <a:lnTo>
                    <a:pt x="6725299" y="1979037"/>
                  </a:lnTo>
                  <a:lnTo>
                    <a:pt x="6726154" y="2005310"/>
                  </a:lnTo>
                  <a:lnTo>
                    <a:pt x="6727010" y="1974911"/>
                  </a:lnTo>
                  <a:lnTo>
                    <a:pt x="6727865" y="1986695"/>
                  </a:lnTo>
                  <a:lnTo>
                    <a:pt x="6728721" y="2056463"/>
                  </a:lnTo>
                  <a:lnTo>
                    <a:pt x="6729576" y="2106670"/>
                  </a:lnTo>
                  <a:lnTo>
                    <a:pt x="6730432" y="1984697"/>
                  </a:lnTo>
                  <a:lnTo>
                    <a:pt x="6731288" y="1987839"/>
                  </a:lnTo>
                  <a:lnTo>
                    <a:pt x="6732143" y="1981664"/>
                  </a:lnTo>
                  <a:lnTo>
                    <a:pt x="6732999" y="2076655"/>
                  </a:lnTo>
                  <a:lnTo>
                    <a:pt x="6733854" y="2085231"/>
                  </a:lnTo>
                  <a:lnTo>
                    <a:pt x="6734710" y="2039468"/>
                  </a:lnTo>
                  <a:lnTo>
                    <a:pt x="6735565" y="1959635"/>
                  </a:lnTo>
                  <a:lnTo>
                    <a:pt x="6736421" y="1934583"/>
                  </a:lnTo>
                  <a:lnTo>
                    <a:pt x="6737276" y="2049981"/>
                  </a:lnTo>
                  <a:lnTo>
                    <a:pt x="6738132" y="2025110"/>
                  </a:lnTo>
                  <a:lnTo>
                    <a:pt x="6738987" y="2005781"/>
                  </a:lnTo>
                  <a:lnTo>
                    <a:pt x="6739843" y="1986735"/>
                  </a:lnTo>
                  <a:lnTo>
                    <a:pt x="6740698" y="2003951"/>
                  </a:lnTo>
                  <a:lnTo>
                    <a:pt x="6741554" y="1962316"/>
                  </a:lnTo>
                  <a:lnTo>
                    <a:pt x="6742409" y="1913485"/>
                  </a:lnTo>
                  <a:lnTo>
                    <a:pt x="6743265" y="1899710"/>
                  </a:lnTo>
                  <a:lnTo>
                    <a:pt x="6744120" y="1814374"/>
                  </a:lnTo>
                  <a:lnTo>
                    <a:pt x="6744976" y="1959670"/>
                  </a:lnTo>
                  <a:lnTo>
                    <a:pt x="6745831" y="1951448"/>
                  </a:lnTo>
                  <a:lnTo>
                    <a:pt x="6746687" y="1877219"/>
                  </a:lnTo>
                  <a:lnTo>
                    <a:pt x="6747543" y="1866837"/>
                  </a:lnTo>
                  <a:lnTo>
                    <a:pt x="6748398" y="1854943"/>
                  </a:lnTo>
                  <a:lnTo>
                    <a:pt x="6749254" y="1823274"/>
                  </a:lnTo>
                  <a:lnTo>
                    <a:pt x="6750109" y="1822642"/>
                  </a:lnTo>
                  <a:lnTo>
                    <a:pt x="6750965" y="1840974"/>
                  </a:lnTo>
                  <a:lnTo>
                    <a:pt x="6751820" y="1857028"/>
                  </a:lnTo>
                  <a:lnTo>
                    <a:pt x="6752676" y="1850976"/>
                  </a:lnTo>
                  <a:lnTo>
                    <a:pt x="6753531" y="1950412"/>
                  </a:lnTo>
                  <a:lnTo>
                    <a:pt x="6754387" y="1962076"/>
                  </a:lnTo>
                  <a:lnTo>
                    <a:pt x="6755242" y="2034486"/>
                  </a:lnTo>
                  <a:lnTo>
                    <a:pt x="6756098" y="1993616"/>
                  </a:lnTo>
                  <a:lnTo>
                    <a:pt x="6756953" y="1856832"/>
                  </a:lnTo>
                  <a:lnTo>
                    <a:pt x="6757809" y="1818075"/>
                  </a:lnTo>
                  <a:lnTo>
                    <a:pt x="6758664" y="1840157"/>
                  </a:lnTo>
                  <a:lnTo>
                    <a:pt x="6759520" y="1862374"/>
                  </a:lnTo>
                  <a:lnTo>
                    <a:pt x="6760375" y="1810174"/>
                  </a:lnTo>
                  <a:lnTo>
                    <a:pt x="6761231" y="1741180"/>
                  </a:lnTo>
                  <a:lnTo>
                    <a:pt x="6762087" y="1670825"/>
                  </a:lnTo>
                  <a:lnTo>
                    <a:pt x="6762942" y="1734752"/>
                  </a:lnTo>
                  <a:lnTo>
                    <a:pt x="6763798" y="1725420"/>
                  </a:lnTo>
                  <a:lnTo>
                    <a:pt x="6764653" y="1733748"/>
                  </a:lnTo>
                  <a:lnTo>
                    <a:pt x="6765509" y="1777815"/>
                  </a:lnTo>
                  <a:lnTo>
                    <a:pt x="6766364" y="1869536"/>
                  </a:lnTo>
                  <a:lnTo>
                    <a:pt x="6767220" y="1909020"/>
                  </a:lnTo>
                  <a:lnTo>
                    <a:pt x="6768075" y="1873409"/>
                  </a:lnTo>
                  <a:lnTo>
                    <a:pt x="6768931" y="1843721"/>
                  </a:lnTo>
                  <a:lnTo>
                    <a:pt x="6769786" y="1863898"/>
                  </a:lnTo>
                  <a:lnTo>
                    <a:pt x="6770642" y="1846780"/>
                  </a:lnTo>
                  <a:lnTo>
                    <a:pt x="6771497" y="1958697"/>
                  </a:lnTo>
                  <a:lnTo>
                    <a:pt x="6772353" y="1912486"/>
                  </a:lnTo>
                  <a:lnTo>
                    <a:pt x="6773208" y="1860641"/>
                  </a:lnTo>
                  <a:lnTo>
                    <a:pt x="6774064" y="1921472"/>
                  </a:lnTo>
                  <a:lnTo>
                    <a:pt x="6774919" y="1982649"/>
                  </a:lnTo>
                  <a:lnTo>
                    <a:pt x="6775775" y="2035137"/>
                  </a:lnTo>
                  <a:lnTo>
                    <a:pt x="6776630" y="2066198"/>
                  </a:lnTo>
                  <a:lnTo>
                    <a:pt x="6777486" y="2050677"/>
                  </a:lnTo>
                  <a:lnTo>
                    <a:pt x="6778342" y="2068215"/>
                  </a:lnTo>
                  <a:lnTo>
                    <a:pt x="6779197" y="2079490"/>
                  </a:lnTo>
                  <a:lnTo>
                    <a:pt x="6780053" y="2022389"/>
                  </a:lnTo>
                  <a:lnTo>
                    <a:pt x="6780908" y="1982811"/>
                  </a:lnTo>
                  <a:lnTo>
                    <a:pt x="6781764" y="1876895"/>
                  </a:lnTo>
                  <a:lnTo>
                    <a:pt x="6782619" y="1877954"/>
                  </a:lnTo>
                  <a:lnTo>
                    <a:pt x="6783475" y="1833973"/>
                  </a:lnTo>
                  <a:lnTo>
                    <a:pt x="6784330" y="1859418"/>
                  </a:lnTo>
                  <a:lnTo>
                    <a:pt x="6785186" y="1845963"/>
                  </a:lnTo>
                  <a:lnTo>
                    <a:pt x="6786041" y="1782653"/>
                  </a:lnTo>
                  <a:lnTo>
                    <a:pt x="6786897" y="1789488"/>
                  </a:lnTo>
                  <a:lnTo>
                    <a:pt x="6787752" y="1790705"/>
                  </a:lnTo>
                  <a:lnTo>
                    <a:pt x="6788608" y="1858904"/>
                  </a:lnTo>
                  <a:lnTo>
                    <a:pt x="6789463" y="1960323"/>
                  </a:lnTo>
                  <a:lnTo>
                    <a:pt x="6790319" y="1971500"/>
                  </a:lnTo>
                  <a:lnTo>
                    <a:pt x="6791174" y="1914203"/>
                  </a:lnTo>
                  <a:lnTo>
                    <a:pt x="6792030" y="2012877"/>
                  </a:lnTo>
                  <a:lnTo>
                    <a:pt x="6792885" y="2059603"/>
                  </a:lnTo>
                  <a:lnTo>
                    <a:pt x="6793741" y="2112105"/>
                  </a:lnTo>
                  <a:lnTo>
                    <a:pt x="6794597" y="2113448"/>
                  </a:lnTo>
                  <a:lnTo>
                    <a:pt x="6795452" y="2134012"/>
                  </a:lnTo>
                  <a:lnTo>
                    <a:pt x="6796308" y="2118722"/>
                  </a:lnTo>
                  <a:lnTo>
                    <a:pt x="6797163" y="2171096"/>
                  </a:lnTo>
                  <a:lnTo>
                    <a:pt x="6798019" y="2181674"/>
                  </a:lnTo>
                  <a:lnTo>
                    <a:pt x="6798874" y="2190155"/>
                  </a:lnTo>
                  <a:lnTo>
                    <a:pt x="6799730" y="2204240"/>
                  </a:lnTo>
                  <a:lnTo>
                    <a:pt x="6800585" y="2198879"/>
                  </a:lnTo>
                  <a:lnTo>
                    <a:pt x="6801441" y="2186334"/>
                  </a:lnTo>
                  <a:lnTo>
                    <a:pt x="6802296" y="2119208"/>
                  </a:lnTo>
                  <a:lnTo>
                    <a:pt x="6803152" y="2076813"/>
                  </a:lnTo>
                  <a:lnTo>
                    <a:pt x="6804007" y="2069400"/>
                  </a:lnTo>
                  <a:lnTo>
                    <a:pt x="6804863" y="2079165"/>
                  </a:lnTo>
                  <a:lnTo>
                    <a:pt x="6805718" y="2118827"/>
                  </a:lnTo>
                  <a:lnTo>
                    <a:pt x="6806574" y="2093661"/>
                  </a:lnTo>
                  <a:lnTo>
                    <a:pt x="6807429" y="2102495"/>
                  </a:lnTo>
                  <a:lnTo>
                    <a:pt x="6808285" y="2037557"/>
                  </a:lnTo>
                  <a:lnTo>
                    <a:pt x="6809141" y="1997468"/>
                  </a:lnTo>
                  <a:lnTo>
                    <a:pt x="6809996" y="2044724"/>
                  </a:lnTo>
                  <a:lnTo>
                    <a:pt x="6810852" y="2084085"/>
                  </a:lnTo>
                  <a:lnTo>
                    <a:pt x="6811707" y="2096264"/>
                  </a:lnTo>
                  <a:lnTo>
                    <a:pt x="6812563" y="2168005"/>
                  </a:lnTo>
                  <a:lnTo>
                    <a:pt x="6813418" y="2171394"/>
                  </a:lnTo>
                  <a:lnTo>
                    <a:pt x="6814274" y="2216021"/>
                  </a:lnTo>
                  <a:lnTo>
                    <a:pt x="6815129" y="2222429"/>
                  </a:lnTo>
                  <a:lnTo>
                    <a:pt x="6815985" y="2214811"/>
                  </a:lnTo>
                  <a:lnTo>
                    <a:pt x="6816840" y="2234038"/>
                  </a:lnTo>
                  <a:lnTo>
                    <a:pt x="6817696" y="2213102"/>
                  </a:lnTo>
                  <a:lnTo>
                    <a:pt x="6818551" y="2244689"/>
                  </a:lnTo>
                  <a:lnTo>
                    <a:pt x="6819407" y="2258146"/>
                  </a:lnTo>
                  <a:lnTo>
                    <a:pt x="6820262" y="2273237"/>
                  </a:lnTo>
                  <a:lnTo>
                    <a:pt x="6821118" y="2249455"/>
                  </a:lnTo>
                  <a:lnTo>
                    <a:pt x="6821973" y="2238647"/>
                  </a:lnTo>
                  <a:lnTo>
                    <a:pt x="6822829" y="2267489"/>
                  </a:lnTo>
                  <a:lnTo>
                    <a:pt x="6823684" y="2268288"/>
                  </a:lnTo>
                  <a:lnTo>
                    <a:pt x="6824540" y="2278200"/>
                  </a:lnTo>
                  <a:lnTo>
                    <a:pt x="6825396" y="2249880"/>
                  </a:lnTo>
                  <a:lnTo>
                    <a:pt x="6826251" y="2232938"/>
                  </a:lnTo>
                  <a:lnTo>
                    <a:pt x="6827107" y="2272448"/>
                  </a:lnTo>
                  <a:lnTo>
                    <a:pt x="6827962" y="2265916"/>
                  </a:lnTo>
                  <a:lnTo>
                    <a:pt x="6828818" y="2278200"/>
                  </a:lnTo>
                  <a:lnTo>
                    <a:pt x="6829673" y="2250789"/>
                  </a:lnTo>
                  <a:lnTo>
                    <a:pt x="6830529" y="2247865"/>
                  </a:lnTo>
                  <a:lnTo>
                    <a:pt x="6831384" y="2233259"/>
                  </a:lnTo>
                  <a:lnTo>
                    <a:pt x="6832240" y="2205812"/>
                  </a:lnTo>
                  <a:lnTo>
                    <a:pt x="6833095" y="2212617"/>
                  </a:lnTo>
                  <a:lnTo>
                    <a:pt x="6833951" y="2196088"/>
                  </a:lnTo>
                  <a:lnTo>
                    <a:pt x="6834806" y="2239997"/>
                  </a:lnTo>
                  <a:lnTo>
                    <a:pt x="6835662" y="2227404"/>
                  </a:lnTo>
                  <a:lnTo>
                    <a:pt x="6836517" y="2236000"/>
                  </a:lnTo>
                  <a:lnTo>
                    <a:pt x="6837373" y="2232603"/>
                  </a:lnTo>
                  <a:lnTo>
                    <a:pt x="6838228" y="2218962"/>
                  </a:lnTo>
                  <a:lnTo>
                    <a:pt x="6839084" y="2229967"/>
                  </a:lnTo>
                  <a:lnTo>
                    <a:pt x="6839939" y="2196616"/>
                  </a:lnTo>
                  <a:lnTo>
                    <a:pt x="6840795" y="2181379"/>
                  </a:lnTo>
                  <a:lnTo>
                    <a:pt x="6841651" y="2201212"/>
                  </a:lnTo>
                  <a:lnTo>
                    <a:pt x="6842506" y="2203937"/>
                  </a:lnTo>
                  <a:lnTo>
                    <a:pt x="6843362" y="2194458"/>
                  </a:lnTo>
                  <a:lnTo>
                    <a:pt x="6844217" y="2171300"/>
                  </a:lnTo>
                  <a:lnTo>
                    <a:pt x="6845073" y="2119102"/>
                  </a:lnTo>
                  <a:lnTo>
                    <a:pt x="6845928" y="2129318"/>
                  </a:lnTo>
                  <a:lnTo>
                    <a:pt x="6846784" y="2086431"/>
                  </a:lnTo>
                  <a:lnTo>
                    <a:pt x="6847639" y="2086947"/>
                  </a:lnTo>
                  <a:lnTo>
                    <a:pt x="6848495" y="2049968"/>
                  </a:lnTo>
                  <a:lnTo>
                    <a:pt x="6849350" y="2059406"/>
                  </a:lnTo>
                  <a:lnTo>
                    <a:pt x="6850206" y="2065140"/>
                  </a:lnTo>
                  <a:lnTo>
                    <a:pt x="6851061" y="2045416"/>
                  </a:lnTo>
                  <a:lnTo>
                    <a:pt x="6851917" y="2016077"/>
                  </a:lnTo>
                  <a:lnTo>
                    <a:pt x="6852772" y="1980378"/>
                  </a:lnTo>
                  <a:lnTo>
                    <a:pt x="6853628" y="1944129"/>
                  </a:lnTo>
                  <a:lnTo>
                    <a:pt x="6854483" y="1976322"/>
                  </a:lnTo>
                  <a:lnTo>
                    <a:pt x="6855339" y="2081463"/>
                  </a:lnTo>
                  <a:lnTo>
                    <a:pt x="6856195" y="2071170"/>
                  </a:lnTo>
                  <a:lnTo>
                    <a:pt x="6857050" y="2037178"/>
                  </a:lnTo>
                  <a:lnTo>
                    <a:pt x="6857906" y="2044175"/>
                  </a:lnTo>
                  <a:lnTo>
                    <a:pt x="6858761" y="2077350"/>
                  </a:lnTo>
                  <a:lnTo>
                    <a:pt x="6859617" y="2111683"/>
                  </a:lnTo>
                  <a:lnTo>
                    <a:pt x="6860472" y="2099522"/>
                  </a:lnTo>
                  <a:lnTo>
                    <a:pt x="6861328" y="2125882"/>
                  </a:lnTo>
                  <a:lnTo>
                    <a:pt x="6862183" y="2112342"/>
                  </a:lnTo>
                  <a:lnTo>
                    <a:pt x="6863039" y="2078292"/>
                  </a:lnTo>
                  <a:lnTo>
                    <a:pt x="6863894" y="2103990"/>
                  </a:lnTo>
                  <a:lnTo>
                    <a:pt x="6864750" y="2073260"/>
                  </a:lnTo>
                  <a:lnTo>
                    <a:pt x="6865605" y="2050595"/>
                  </a:lnTo>
                  <a:lnTo>
                    <a:pt x="6866461" y="2022228"/>
                  </a:lnTo>
                  <a:lnTo>
                    <a:pt x="6867316" y="2053286"/>
                  </a:lnTo>
                  <a:lnTo>
                    <a:pt x="6868172" y="2086425"/>
                  </a:lnTo>
                  <a:lnTo>
                    <a:pt x="6869027" y="2117919"/>
                  </a:lnTo>
                  <a:lnTo>
                    <a:pt x="6869883" y="2062062"/>
                  </a:lnTo>
                  <a:lnTo>
                    <a:pt x="6870738" y="2053728"/>
                  </a:lnTo>
                  <a:lnTo>
                    <a:pt x="6871594" y="1981353"/>
                  </a:lnTo>
                  <a:lnTo>
                    <a:pt x="6872450" y="1944952"/>
                  </a:lnTo>
                  <a:lnTo>
                    <a:pt x="6873305" y="1946901"/>
                  </a:lnTo>
                  <a:lnTo>
                    <a:pt x="6874161" y="1995068"/>
                  </a:lnTo>
                  <a:lnTo>
                    <a:pt x="6875016" y="2003701"/>
                  </a:lnTo>
                  <a:lnTo>
                    <a:pt x="6875872" y="1932133"/>
                  </a:lnTo>
                  <a:lnTo>
                    <a:pt x="6876727" y="1930254"/>
                  </a:lnTo>
                  <a:lnTo>
                    <a:pt x="6877583" y="1889387"/>
                  </a:lnTo>
                  <a:lnTo>
                    <a:pt x="6878438" y="1917270"/>
                  </a:lnTo>
                  <a:lnTo>
                    <a:pt x="6879294" y="1873601"/>
                  </a:lnTo>
                  <a:lnTo>
                    <a:pt x="6880149" y="1893685"/>
                  </a:lnTo>
                  <a:lnTo>
                    <a:pt x="6881005" y="1935049"/>
                  </a:lnTo>
                  <a:lnTo>
                    <a:pt x="6881860" y="2036604"/>
                  </a:lnTo>
                  <a:lnTo>
                    <a:pt x="6882716" y="2061062"/>
                  </a:lnTo>
                  <a:lnTo>
                    <a:pt x="6883571" y="2044831"/>
                  </a:lnTo>
                  <a:lnTo>
                    <a:pt x="6884427" y="2058167"/>
                  </a:lnTo>
                  <a:lnTo>
                    <a:pt x="6885282" y="2035635"/>
                  </a:lnTo>
                  <a:lnTo>
                    <a:pt x="6886138" y="2053366"/>
                  </a:lnTo>
                  <a:lnTo>
                    <a:pt x="6886993" y="2123618"/>
                  </a:lnTo>
                  <a:lnTo>
                    <a:pt x="6887849" y="2164566"/>
                  </a:lnTo>
                  <a:lnTo>
                    <a:pt x="6888705" y="2206147"/>
                  </a:lnTo>
                  <a:lnTo>
                    <a:pt x="6889560" y="2224253"/>
                  </a:lnTo>
                  <a:lnTo>
                    <a:pt x="6890416" y="2248170"/>
                  </a:lnTo>
                  <a:lnTo>
                    <a:pt x="6891271" y="2260467"/>
                  </a:lnTo>
                  <a:lnTo>
                    <a:pt x="6892127" y="2268153"/>
                  </a:lnTo>
                  <a:lnTo>
                    <a:pt x="6892982" y="2275886"/>
                  </a:lnTo>
                  <a:lnTo>
                    <a:pt x="6893838" y="2268280"/>
                  </a:lnTo>
                  <a:lnTo>
                    <a:pt x="6894693" y="2273366"/>
                  </a:lnTo>
                  <a:lnTo>
                    <a:pt x="6895549" y="2274777"/>
                  </a:lnTo>
                  <a:lnTo>
                    <a:pt x="6896404" y="2278200"/>
                  </a:lnTo>
                  <a:lnTo>
                    <a:pt x="6897260" y="2272897"/>
                  </a:lnTo>
                  <a:lnTo>
                    <a:pt x="6898115" y="2259719"/>
                  </a:lnTo>
                  <a:lnTo>
                    <a:pt x="6898971" y="2262270"/>
                  </a:lnTo>
                  <a:lnTo>
                    <a:pt x="6899826" y="2270095"/>
                  </a:lnTo>
                  <a:lnTo>
                    <a:pt x="6900682" y="2250873"/>
                  </a:lnTo>
                  <a:lnTo>
                    <a:pt x="6901537" y="2250476"/>
                  </a:lnTo>
                  <a:lnTo>
                    <a:pt x="6902393" y="2240484"/>
                  </a:lnTo>
                  <a:lnTo>
                    <a:pt x="6903248" y="2227598"/>
                  </a:lnTo>
                  <a:lnTo>
                    <a:pt x="6904104" y="2248879"/>
                  </a:lnTo>
                  <a:lnTo>
                    <a:pt x="6904960" y="2235853"/>
                  </a:lnTo>
                  <a:lnTo>
                    <a:pt x="6905815" y="2228727"/>
                  </a:lnTo>
                  <a:lnTo>
                    <a:pt x="6906671" y="2200685"/>
                  </a:lnTo>
                  <a:lnTo>
                    <a:pt x="6907526" y="2169380"/>
                  </a:lnTo>
                  <a:lnTo>
                    <a:pt x="6908382" y="2136043"/>
                  </a:lnTo>
                  <a:lnTo>
                    <a:pt x="6909237" y="2132446"/>
                  </a:lnTo>
                  <a:lnTo>
                    <a:pt x="6910093" y="2085394"/>
                  </a:lnTo>
                  <a:lnTo>
                    <a:pt x="6910948" y="2049364"/>
                  </a:lnTo>
                  <a:lnTo>
                    <a:pt x="6911804" y="2077645"/>
                  </a:lnTo>
                  <a:lnTo>
                    <a:pt x="6912659" y="2081421"/>
                  </a:lnTo>
                  <a:lnTo>
                    <a:pt x="6913515" y="2118749"/>
                  </a:lnTo>
                  <a:lnTo>
                    <a:pt x="6914370" y="2067805"/>
                  </a:lnTo>
                  <a:lnTo>
                    <a:pt x="6915226" y="2020205"/>
                  </a:lnTo>
                  <a:lnTo>
                    <a:pt x="6916081" y="1982236"/>
                  </a:lnTo>
                  <a:lnTo>
                    <a:pt x="6916937" y="2035154"/>
                  </a:lnTo>
                  <a:lnTo>
                    <a:pt x="6917792" y="2076714"/>
                  </a:lnTo>
                  <a:lnTo>
                    <a:pt x="6918648" y="2045261"/>
                  </a:lnTo>
                  <a:lnTo>
                    <a:pt x="6919504" y="2144055"/>
                  </a:lnTo>
                  <a:lnTo>
                    <a:pt x="6920359" y="2146156"/>
                  </a:lnTo>
                  <a:lnTo>
                    <a:pt x="6921215" y="2140591"/>
                  </a:lnTo>
                  <a:lnTo>
                    <a:pt x="6922070" y="2114420"/>
                  </a:lnTo>
                  <a:lnTo>
                    <a:pt x="6922926" y="2067073"/>
                  </a:lnTo>
                  <a:lnTo>
                    <a:pt x="6923781" y="2001963"/>
                  </a:lnTo>
                  <a:lnTo>
                    <a:pt x="6924637" y="1928408"/>
                  </a:lnTo>
                  <a:lnTo>
                    <a:pt x="6925492" y="1996395"/>
                  </a:lnTo>
                  <a:lnTo>
                    <a:pt x="6926348" y="1966155"/>
                  </a:lnTo>
                  <a:lnTo>
                    <a:pt x="6927203" y="2050748"/>
                  </a:lnTo>
                  <a:lnTo>
                    <a:pt x="6928059" y="2099536"/>
                  </a:lnTo>
                  <a:lnTo>
                    <a:pt x="6928914" y="2074141"/>
                  </a:lnTo>
                  <a:lnTo>
                    <a:pt x="6929770" y="2058741"/>
                  </a:lnTo>
                  <a:lnTo>
                    <a:pt x="6930625" y="2045519"/>
                  </a:lnTo>
                  <a:lnTo>
                    <a:pt x="6931481" y="1964761"/>
                  </a:lnTo>
                  <a:lnTo>
                    <a:pt x="6932336" y="1953476"/>
                  </a:lnTo>
                  <a:lnTo>
                    <a:pt x="6933192" y="1957744"/>
                  </a:lnTo>
                  <a:lnTo>
                    <a:pt x="6934047" y="1971085"/>
                  </a:lnTo>
                  <a:lnTo>
                    <a:pt x="6934903" y="1916785"/>
                  </a:lnTo>
                  <a:lnTo>
                    <a:pt x="6935759" y="1852509"/>
                  </a:lnTo>
                  <a:lnTo>
                    <a:pt x="6936614" y="1832292"/>
                  </a:lnTo>
                  <a:lnTo>
                    <a:pt x="6937470" y="1846776"/>
                  </a:lnTo>
                  <a:lnTo>
                    <a:pt x="6938325" y="1822075"/>
                  </a:lnTo>
                  <a:lnTo>
                    <a:pt x="6939181" y="1873610"/>
                  </a:lnTo>
                  <a:lnTo>
                    <a:pt x="6940036" y="1952344"/>
                  </a:lnTo>
                  <a:lnTo>
                    <a:pt x="6940892" y="2021847"/>
                  </a:lnTo>
                  <a:lnTo>
                    <a:pt x="6941747" y="2008698"/>
                  </a:lnTo>
                  <a:lnTo>
                    <a:pt x="6942603" y="1971390"/>
                  </a:lnTo>
                  <a:lnTo>
                    <a:pt x="6943458" y="2000782"/>
                  </a:lnTo>
                  <a:lnTo>
                    <a:pt x="6944314" y="2095345"/>
                  </a:lnTo>
                  <a:lnTo>
                    <a:pt x="6945169" y="2139984"/>
                  </a:lnTo>
                  <a:lnTo>
                    <a:pt x="6946025" y="2189319"/>
                  </a:lnTo>
                  <a:lnTo>
                    <a:pt x="6946880" y="2209600"/>
                  </a:lnTo>
                  <a:lnTo>
                    <a:pt x="6947736" y="2180184"/>
                  </a:lnTo>
                  <a:lnTo>
                    <a:pt x="6948591" y="2187211"/>
                  </a:lnTo>
                  <a:lnTo>
                    <a:pt x="6949447" y="2185372"/>
                  </a:lnTo>
                  <a:lnTo>
                    <a:pt x="6950302" y="2160307"/>
                  </a:lnTo>
                  <a:lnTo>
                    <a:pt x="6951158" y="2175674"/>
                  </a:lnTo>
                  <a:lnTo>
                    <a:pt x="6952014" y="2204110"/>
                  </a:lnTo>
                  <a:lnTo>
                    <a:pt x="6952869" y="2196015"/>
                  </a:lnTo>
                  <a:lnTo>
                    <a:pt x="6953725" y="2181552"/>
                  </a:lnTo>
                  <a:lnTo>
                    <a:pt x="6954580" y="2141738"/>
                  </a:lnTo>
                  <a:lnTo>
                    <a:pt x="6955436" y="2126446"/>
                  </a:lnTo>
                  <a:lnTo>
                    <a:pt x="6956291" y="2167535"/>
                  </a:lnTo>
                  <a:lnTo>
                    <a:pt x="6957147" y="2152123"/>
                  </a:lnTo>
                  <a:lnTo>
                    <a:pt x="6958002" y="2058244"/>
                  </a:lnTo>
                  <a:lnTo>
                    <a:pt x="6958858" y="1990112"/>
                  </a:lnTo>
                  <a:lnTo>
                    <a:pt x="6959713" y="2016942"/>
                  </a:lnTo>
                  <a:lnTo>
                    <a:pt x="6960569" y="1937038"/>
                  </a:lnTo>
                  <a:lnTo>
                    <a:pt x="6961424" y="1994176"/>
                  </a:lnTo>
                  <a:lnTo>
                    <a:pt x="6962280" y="2016630"/>
                  </a:lnTo>
                  <a:lnTo>
                    <a:pt x="6963135" y="2055114"/>
                  </a:lnTo>
                  <a:lnTo>
                    <a:pt x="6963991" y="2000878"/>
                  </a:lnTo>
                  <a:lnTo>
                    <a:pt x="6964846" y="2035097"/>
                  </a:lnTo>
                  <a:lnTo>
                    <a:pt x="6965702" y="2069267"/>
                  </a:lnTo>
                  <a:lnTo>
                    <a:pt x="6966558" y="2072376"/>
                  </a:lnTo>
                  <a:lnTo>
                    <a:pt x="6967413" y="2126254"/>
                  </a:lnTo>
                  <a:lnTo>
                    <a:pt x="6968269" y="2106793"/>
                  </a:lnTo>
                  <a:lnTo>
                    <a:pt x="6969124" y="2052991"/>
                  </a:lnTo>
                  <a:lnTo>
                    <a:pt x="6969980" y="2038912"/>
                  </a:lnTo>
                  <a:lnTo>
                    <a:pt x="6970835" y="2090313"/>
                  </a:lnTo>
                  <a:lnTo>
                    <a:pt x="6971691" y="2118569"/>
                  </a:lnTo>
                  <a:lnTo>
                    <a:pt x="6972546" y="2117256"/>
                  </a:lnTo>
                  <a:lnTo>
                    <a:pt x="6973402" y="2037887"/>
                  </a:lnTo>
                  <a:lnTo>
                    <a:pt x="6974257" y="2001144"/>
                  </a:lnTo>
                  <a:lnTo>
                    <a:pt x="6975113" y="1971280"/>
                  </a:lnTo>
                  <a:lnTo>
                    <a:pt x="6975968" y="1976855"/>
                  </a:lnTo>
                  <a:lnTo>
                    <a:pt x="6976824" y="1957317"/>
                  </a:lnTo>
                  <a:lnTo>
                    <a:pt x="6977679" y="2065206"/>
                  </a:lnTo>
                  <a:lnTo>
                    <a:pt x="6978535" y="2058158"/>
                  </a:lnTo>
                  <a:lnTo>
                    <a:pt x="6979390" y="1971285"/>
                  </a:lnTo>
                  <a:lnTo>
                    <a:pt x="6980246" y="1948568"/>
                  </a:lnTo>
                  <a:lnTo>
                    <a:pt x="6981101" y="2013969"/>
                  </a:lnTo>
                  <a:lnTo>
                    <a:pt x="6981957" y="1983539"/>
                  </a:lnTo>
                  <a:lnTo>
                    <a:pt x="6982813" y="1929619"/>
                  </a:lnTo>
                  <a:lnTo>
                    <a:pt x="6983668" y="1927340"/>
                  </a:lnTo>
                  <a:lnTo>
                    <a:pt x="6984524" y="2012612"/>
                  </a:lnTo>
                  <a:lnTo>
                    <a:pt x="6985379" y="1982609"/>
                  </a:lnTo>
                  <a:lnTo>
                    <a:pt x="6986235" y="1988098"/>
                  </a:lnTo>
                  <a:lnTo>
                    <a:pt x="6987090" y="1984498"/>
                  </a:lnTo>
                  <a:lnTo>
                    <a:pt x="6987946" y="2019242"/>
                  </a:lnTo>
                  <a:lnTo>
                    <a:pt x="6988801" y="2024738"/>
                  </a:lnTo>
                  <a:lnTo>
                    <a:pt x="6989657" y="2032767"/>
                  </a:lnTo>
                  <a:lnTo>
                    <a:pt x="6990512" y="1996223"/>
                  </a:lnTo>
                  <a:lnTo>
                    <a:pt x="6991368" y="2041234"/>
                  </a:lnTo>
                  <a:lnTo>
                    <a:pt x="6992223" y="2041217"/>
                  </a:lnTo>
                  <a:lnTo>
                    <a:pt x="6993079" y="2105449"/>
                  </a:lnTo>
                  <a:lnTo>
                    <a:pt x="6993934" y="1915571"/>
                  </a:lnTo>
                  <a:lnTo>
                    <a:pt x="6994790" y="1910851"/>
                  </a:lnTo>
                  <a:lnTo>
                    <a:pt x="6995645" y="1869090"/>
                  </a:lnTo>
                  <a:lnTo>
                    <a:pt x="6996501" y="1851500"/>
                  </a:lnTo>
                  <a:lnTo>
                    <a:pt x="6997356" y="1830081"/>
                  </a:lnTo>
                  <a:lnTo>
                    <a:pt x="6998212" y="1751444"/>
                  </a:lnTo>
                  <a:lnTo>
                    <a:pt x="6999068" y="1819965"/>
                  </a:lnTo>
                  <a:lnTo>
                    <a:pt x="6999923" y="1841712"/>
                  </a:lnTo>
                  <a:lnTo>
                    <a:pt x="7000779" y="1899910"/>
                  </a:lnTo>
                  <a:lnTo>
                    <a:pt x="7001634" y="2013831"/>
                  </a:lnTo>
                  <a:lnTo>
                    <a:pt x="7002490" y="2059505"/>
                  </a:lnTo>
                  <a:lnTo>
                    <a:pt x="7003345" y="2074643"/>
                  </a:lnTo>
                  <a:lnTo>
                    <a:pt x="7004201" y="2022620"/>
                  </a:lnTo>
                  <a:lnTo>
                    <a:pt x="7005056" y="1989845"/>
                  </a:lnTo>
                  <a:lnTo>
                    <a:pt x="7005912" y="1947779"/>
                  </a:lnTo>
                  <a:lnTo>
                    <a:pt x="7006767" y="1959699"/>
                  </a:lnTo>
                  <a:lnTo>
                    <a:pt x="7007623" y="2013326"/>
                  </a:lnTo>
                  <a:lnTo>
                    <a:pt x="7008478" y="2052351"/>
                  </a:lnTo>
                  <a:lnTo>
                    <a:pt x="7009334" y="2123520"/>
                  </a:lnTo>
                  <a:lnTo>
                    <a:pt x="7010189" y="2070502"/>
                  </a:lnTo>
                  <a:lnTo>
                    <a:pt x="7011045" y="2008323"/>
                  </a:lnTo>
                  <a:lnTo>
                    <a:pt x="7011900" y="2011360"/>
                  </a:lnTo>
                  <a:lnTo>
                    <a:pt x="7012756" y="2081644"/>
                  </a:lnTo>
                  <a:lnTo>
                    <a:pt x="7013612" y="2082910"/>
                  </a:lnTo>
                  <a:lnTo>
                    <a:pt x="7014467" y="2131611"/>
                  </a:lnTo>
                  <a:lnTo>
                    <a:pt x="7015323" y="2136757"/>
                  </a:lnTo>
                  <a:lnTo>
                    <a:pt x="7016178" y="2155202"/>
                  </a:lnTo>
                  <a:lnTo>
                    <a:pt x="7017034" y="2159651"/>
                  </a:lnTo>
                  <a:lnTo>
                    <a:pt x="7017889" y="2146083"/>
                  </a:lnTo>
                  <a:lnTo>
                    <a:pt x="7018745" y="2161268"/>
                  </a:lnTo>
                  <a:lnTo>
                    <a:pt x="7019600" y="2145293"/>
                  </a:lnTo>
                  <a:lnTo>
                    <a:pt x="7020456" y="2141185"/>
                  </a:lnTo>
                  <a:lnTo>
                    <a:pt x="7021311" y="2145453"/>
                  </a:lnTo>
                  <a:lnTo>
                    <a:pt x="7022167" y="2168726"/>
                  </a:lnTo>
                  <a:lnTo>
                    <a:pt x="7023022" y="2173292"/>
                  </a:lnTo>
                  <a:lnTo>
                    <a:pt x="7023878" y="2173793"/>
                  </a:lnTo>
                  <a:lnTo>
                    <a:pt x="7024733" y="2145566"/>
                  </a:lnTo>
                  <a:lnTo>
                    <a:pt x="7025589" y="2164116"/>
                  </a:lnTo>
                  <a:lnTo>
                    <a:pt x="7026444" y="2145638"/>
                  </a:lnTo>
                  <a:lnTo>
                    <a:pt x="7027300" y="2187605"/>
                  </a:lnTo>
                  <a:lnTo>
                    <a:pt x="7028155" y="2168116"/>
                  </a:lnTo>
                  <a:lnTo>
                    <a:pt x="7029011" y="2195134"/>
                  </a:lnTo>
                  <a:lnTo>
                    <a:pt x="7029867" y="2153893"/>
                  </a:lnTo>
                  <a:lnTo>
                    <a:pt x="7030722" y="2102855"/>
                  </a:lnTo>
                  <a:lnTo>
                    <a:pt x="7031578" y="2133275"/>
                  </a:lnTo>
                  <a:lnTo>
                    <a:pt x="7032433" y="2189904"/>
                  </a:lnTo>
                  <a:lnTo>
                    <a:pt x="7033289" y="2229145"/>
                  </a:lnTo>
                  <a:lnTo>
                    <a:pt x="7034144" y="2223534"/>
                  </a:lnTo>
                  <a:lnTo>
                    <a:pt x="7035000" y="2225762"/>
                  </a:lnTo>
                  <a:lnTo>
                    <a:pt x="7035855" y="2190542"/>
                  </a:lnTo>
                  <a:lnTo>
                    <a:pt x="7036711" y="2167501"/>
                  </a:lnTo>
                  <a:lnTo>
                    <a:pt x="7037566" y="2163062"/>
                  </a:lnTo>
                  <a:lnTo>
                    <a:pt x="7038422" y="2160503"/>
                  </a:lnTo>
                  <a:lnTo>
                    <a:pt x="7039277" y="2048498"/>
                  </a:lnTo>
                  <a:lnTo>
                    <a:pt x="7040133" y="2047228"/>
                  </a:lnTo>
                  <a:lnTo>
                    <a:pt x="7040988" y="2135569"/>
                  </a:lnTo>
                  <a:lnTo>
                    <a:pt x="7041844" y="2158400"/>
                  </a:lnTo>
                  <a:lnTo>
                    <a:pt x="7042699" y="2158769"/>
                  </a:lnTo>
                  <a:lnTo>
                    <a:pt x="7043555" y="2190410"/>
                  </a:lnTo>
                  <a:lnTo>
                    <a:pt x="7044410" y="2222003"/>
                  </a:lnTo>
                  <a:lnTo>
                    <a:pt x="7045266" y="2231059"/>
                  </a:lnTo>
                  <a:lnTo>
                    <a:pt x="7046122" y="2206124"/>
                  </a:lnTo>
                  <a:lnTo>
                    <a:pt x="7046977" y="2179259"/>
                  </a:lnTo>
                  <a:lnTo>
                    <a:pt x="7047833" y="2158043"/>
                  </a:lnTo>
                  <a:lnTo>
                    <a:pt x="7048688" y="2148246"/>
                  </a:lnTo>
                  <a:lnTo>
                    <a:pt x="7049544" y="2157479"/>
                  </a:lnTo>
                  <a:lnTo>
                    <a:pt x="7050399" y="2187169"/>
                  </a:lnTo>
                  <a:lnTo>
                    <a:pt x="7051255" y="2199384"/>
                  </a:lnTo>
                  <a:lnTo>
                    <a:pt x="7052110" y="2231759"/>
                  </a:lnTo>
                  <a:lnTo>
                    <a:pt x="7052966" y="2198683"/>
                  </a:lnTo>
                  <a:lnTo>
                    <a:pt x="7053821" y="2187556"/>
                  </a:lnTo>
                  <a:lnTo>
                    <a:pt x="7054677" y="2132865"/>
                  </a:lnTo>
                  <a:lnTo>
                    <a:pt x="7055532" y="2082418"/>
                  </a:lnTo>
                  <a:lnTo>
                    <a:pt x="7056388" y="2078732"/>
                  </a:lnTo>
                  <a:lnTo>
                    <a:pt x="7057243" y="2102848"/>
                  </a:lnTo>
                  <a:lnTo>
                    <a:pt x="7058099" y="2135680"/>
                  </a:lnTo>
                  <a:lnTo>
                    <a:pt x="7058954" y="2131272"/>
                  </a:lnTo>
                  <a:lnTo>
                    <a:pt x="7059810" y="2058206"/>
                  </a:lnTo>
                  <a:lnTo>
                    <a:pt x="7060666" y="2028783"/>
                  </a:lnTo>
                  <a:lnTo>
                    <a:pt x="7061521" y="2049283"/>
                  </a:lnTo>
                  <a:lnTo>
                    <a:pt x="7062377" y="2049284"/>
                  </a:lnTo>
                  <a:lnTo>
                    <a:pt x="7063232" y="2037738"/>
                  </a:lnTo>
                  <a:lnTo>
                    <a:pt x="7064088" y="2040549"/>
                  </a:lnTo>
                  <a:lnTo>
                    <a:pt x="7064943" y="2086991"/>
                  </a:lnTo>
                  <a:lnTo>
                    <a:pt x="7065799" y="2083655"/>
                  </a:lnTo>
                  <a:lnTo>
                    <a:pt x="7066654" y="2073832"/>
                  </a:lnTo>
                  <a:lnTo>
                    <a:pt x="7067510" y="2087551"/>
                  </a:lnTo>
                  <a:lnTo>
                    <a:pt x="7068365" y="2096541"/>
                  </a:lnTo>
                  <a:lnTo>
                    <a:pt x="7069221" y="2119270"/>
                  </a:lnTo>
                  <a:lnTo>
                    <a:pt x="7070076" y="2151279"/>
                  </a:lnTo>
                  <a:lnTo>
                    <a:pt x="7070932" y="2176072"/>
                  </a:lnTo>
                  <a:lnTo>
                    <a:pt x="7071787" y="2164240"/>
                  </a:lnTo>
                  <a:lnTo>
                    <a:pt x="7072643" y="2126705"/>
                  </a:lnTo>
                  <a:lnTo>
                    <a:pt x="7073498" y="1999434"/>
                  </a:lnTo>
                  <a:lnTo>
                    <a:pt x="7074354" y="2083587"/>
                  </a:lnTo>
                  <a:lnTo>
                    <a:pt x="7075209" y="2156188"/>
                  </a:lnTo>
                  <a:lnTo>
                    <a:pt x="7076065" y="2103008"/>
                  </a:lnTo>
                  <a:lnTo>
                    <a:pt x="7076921" y="2024104"/>
                  </a:lnTo>
                  <a:lnTo>
                    <a:pt x="7077776" y="2019259"/>
                  </a:lnTo>
                  <a:lnTo>
                    <a:pt x="7078632" y="2036421"/>
                  </a:lnTo>
                  <a:lnTo>
                    <a:pt x="7079487" y="2123278"/>
                  </a:lnTo>
                  <a:lnTo>
                    <a:pt x="7080343" y="2059557"/>
                  </a:lnTo>
                  <a:lnTo>
                    <a:pt x="7081198" y="2004889"/>
                  </a:lnTo>
                  <a:lnTo>
                    <a:pt x="7082054" y="1943261"/>
                  </a:lnTo>
                  <a:lnTo>
                    <a:pt x="7082909" y="1952785"/>
                  </a:lnTo>
                  <a:lnTo>
                    <a:pt x="7083765" y="1952569"/>
                  </a:lnTo>
                  <a:lnTo>
                    <a:pt x="7084620" y="1904469"/>
                  </a:lnTo>
                  <a:lnTo>
                    <a:pt x="7085476" y="1902862"/>
                  </a:lnTo>
                  <a:lnTo>
                    <a:pt x="7086331" y="1898308"/>
                  </a:lnTo>
                  <a:lnTo>
                    <a:pt x="7087187" y="2020057"/>
                  </a:lnTo>
                  <a:lnTo>
                    <a:pt x="7088042" y="2037999"/>
                  </a:lnTo>
                  <a:lnTo>
                    <a:pt x="7088898" y="2032319"/>
                  </a:lnTo>
                  <a:lnTo>
                    <a:pt x="7089753" y="1983876"/>
                  </a:lnTo>
                  <a:lnTo>
                    <a:pt x="7090609" y="1976919"/>
                  </a:lnTo>
                  <a:lnTo>
                    <a:pt x="7091464" y="2025381"/>
                  </a:lnTo>
                  <a:lnTo>
                    <a:pt x="7092320" y="2042542"/>
                  </a:lnTo>
                  <a:lnTo>
                    <a:pt x="7093176" y="2012208"/>
                  </a:lnTo>
                  <a:lnTo>
                    <a:pt x="7094031" y="2006422"/>
                  </a:lnTo>
                  <a:lnTo>
                    <a:pt x="7094887" y="1981588"/>
                  </a:lnTo>
                  <a:lnTo>
                    <a:pt x="7095742" y="2003193"/>
                  </a:lnTo>
                  <a:lnTo>
                    <a:pt x="7096598" y="2013342"/>
                  </a:lnTo>
                  <a:lnTo>
                    <a:pt x="7097453" y="2089111"/>
                  </a:lnTo>
                  <a:lnTo>
                    <a:pt x="7098309" y="2111485"/>
                  </a:lnTo>
                  <a:lnTo>
                    <a:pt x="7099164" y="1999420"/>
                  </a:lnTo>
                  <a:lnTo>
                    <a:pt x="7100020" y="2010299"/>
                  </a:lnTo>
                  <a:lnTo>
                    <a:pt x="7100875" y="1993854"/>
                  </a:lnTo>
                  <a:lnTo>
                    <a:pt x="7101731" y="2027408"/>
                  </a:lnTo>
                  <a:lnTo>
                    <a:pt x="7102586" y="1976680"/>
                  </a:lnTo>
                  <a:lnTo>
                    <a:pt x="7103442" y="2040869"/>
                  </a:lnTo>
                  <a:lnTo>
                    <a:pt x="7104297" y="2063953"/>
                  </a:lnTo>
                  <a:lnTo>
                    <a:pt x="7105153" y="2187185"/>
                  </a:lnTo>
                  <a:lnTo>
                    <a:pt x="7106008" y="2237535"/>
                  </a:lnTo>
                  <a:lnTo>
                    <a:pt x="7106864" y="2205952"/>
                  </a:lnTo>
                  <a:lnTo>
                    <a:pt x="7107719" y="2231723"/>
                  </a:lnTo>
                  <a:lnTo>
                    <a:pt x="7108575" y="2165916"/>
                  </a:lnTo>
                  <a:lnTo>
                    <a:pt x="7109431" y="2168168"/>
                  </a:lnTo>
                  <a:lnTo>
                    <a:pt x="7110286" y="2214597"/>
                  </a:lnTo>
                  <a:lnTo>
                    <a:pt x="7111142" y="2168105"/>
                  </a:lnTo>
                  <a:lnTo>
                    <a:pt x="7111997" y="2194804"/>
                  </a:lnTo>
                  <a:lnTo>
                    <a:pt x="7112853" y="2122380"/>
                  </a:lnTo>
                  <a:lnTo>
                    <a:pt x="7113708" y="2117052"/>
                  </a:lnTo>
                  <a:lnTo>
                    <a:pt x="7114564" y="2160844"/>
                  </a:lnTo>
                  <a:lnTo>
                    <a:pt x="7115419" y="2199977"/>
                  </a:lnTo>
                  <a:lnTo>
                    <a:pt x="7116275" y="2195039"/>
                  </a:lnTo>
                  <a:lnTo>
                    <a:pt x="7117130" y="2237139"/>
                  </a:lnTo>
                  <a:lnTo>
                    <a:pt x="7117986" y="2261828"/>
                  </a:lnTo>
                  <a:lnTo>
                    <a:pt x="7118841" y="2232406"/>
                  </a:lnTo>
                  <a:lnTo>
                    <a:pt x="7119697" y="2248737"/>
                  </a:lnTo>
                  <a:lnTo>
                    <a:pt x="7120552" y="2204344"/>
                  </a:lnTo>
                  <a:lnTo>
                    <a:pt x="7121408" y="2218198"/>
                  </a:lnTo>
                  <a:lnTo>
                    <a:pt x="7122263" y="2200143"/>
                  </a:lnTo>
                  <a:lnTo>
                    <a:pt x="7123119" y="2179960"/>
                  </a:lnTo>
                  <a:lnTo>
                    <a:pt x="7123975" y="2227424"/>
                  </a:lnTo>
                  <a:lnTo>
                    <a:pt x="7124830" y="2203228"/>
                  </a:lnTo>
                  <a:lnTo>
                    <a:pt x="7125686" y="2202855"/>
                  </a:lnTo>
                  <a:lnTo>
                    <a:pt x="7126541" y="2219061"/>
                  </a:lnTo>
                  <a:lnTo>
                    <a:pt x="7127397" y="2156423"/>
                  </a:lnTo>
                  <a:lnTo>
                    <a:pt x="7128252" y="2146303"/>
                  </a:lnTo>
                  <a:lnTo>
                    <a:pt x="7129108" y="2190197"/>
                  </a:lnTo>
                  <a:lnTo>
                    <a:pt x="7129963" y="2255460"/>
                  </a:lnTo>
                  <a:lnTo>
                    <a:pt x="7130819" y="2278200"/>
                  </a:lnTo>
                  <a:lnTo>
                    <a:pt x="7131674" y="2244256"/>
                  </a:lnTo>
                  <a:lnTo>
                    <a:pt x="7132530" y="2242116"/>
                  </a:lnTo>
                  <a:lnTo>
                    <a:pt x="7133385" y="2253259"/>
                  </a:lnTo>
                  <a:lnTo>
                    <a:pt x="7134241" y="2251219"/>
                  </a:lnTo>
                  <a:lnTo>
                    <a:pt x="7135096" y="2262928"/>
                  </a:lnTo>
                  <a:lnTo>
                    <a:pt x="7135952" y="2248164"/>
                  </a:lnTo>
                  <a:lnTo>
                    <a:pt x="7136807" y="2264626"/>
                  </a:lnTo>
                  <a:lnTo>
                    <a:pt x="7137663" y="2278200"/>
                  </a:lnTo>
                  <a:lnTo>
                    <a:pt x="7138518" y="2270093"/>
                  </a:lnTo>
                  <a:lnTo>
                    <a:pt x="7139374" y="2266509"/>
                  </a:lnTo>
                  <a:lnTo>
                    <a:pt x="7140230" y="2274463"/>
                  </a:lnTo>
                  <a:lnTo>
                    <a:pt x="7141085" y="2273952"/>
                  </a:lnTo>
                  <a:lnTo>
                    <a:pt x="7141941" y="2278200"/>
                  </a:lnTo>
                  <a:lnTo>
                    <a:pt x="7142796" y="2274980"/>
                  </a:lnTo>
                  <a:lnTo>
                    <a:pt x="7143652" y="2247598"/>
                  </a:lnTo>
                  <a:lnTo>
                    <a:pt x="7144507" y="2268233"/>
                  </a:lnTo>
                  <a:lnTo>
                    <a:pt x="7145363" y="2251887"/>
                  </a:lnTo>
                  <a:lnTo>
                    <a:pt x="7146218" y="2235898"/>
                  </a:lnTo>
                  <a:lnTo>
                    <a:pt x="7147074" y="2229909"/>
                  </a:lnTo>
                  <a:lnTo>
                    <a:pt x="7147929" y="2185512"/>
                  </a:lnTo>
                  <a:lnTo>
                    <a:pt x="7148785" y="2202113"/>
                  </a:lnTo>
                  <a:lnTo>
                    <a:pt x="7149640" y="2158564"/>
                  </a:lnTo>
                  <a:lnTo>
                    <a:pt x="7150496" y="2085600"/>
                  </a:lnTo>
                  <a:lnTo>
                    <a:pt x="7151351" y="2093449"/>
                  </a:lnTo>
                  <a:lnTo>
                    <a:pt x="7152207" y="2161451"/>
                  </a:lnTo>
                  <a:lnTo>
                    <a:pt x="7153062" y="2241436"/>
                  </a:lnTo>
                  <a:lnTo>
                    <a:pt x="7153918" y="2210119"/>
                  </a:lnTo>
                  <a:lnTo>
                    <a:pt x="7154773" y="2236796"/>
                  </a:lnTo>
                  <a:lnTo>
                    <a:pt x="7155629" y="2222645"/>
                  </a:lnTo>
                  <a:lnTo>
                    <a:pt x="7156485" y="2185392"/>
                  </a:lnTo>
                  <a:lnTo>
                    <a:pt x="7157340" y="2179091"/>
                  </a:lnTo>
                  <a:lnTo>
                    <a:pt x="7158196" y="2123967"/>
                  </a:lnTo>
                  <a:lnTo>
                    <a:pt x="7159051" y="2116815"/>
                  </a:lnTo>
                  <a:lnTo>
                    <a:pt x="7159907" y="2085386"/>
                  </a:lnTo>
                  <a:lnTo>
                    <a:pt x="7160762" y="2016495"/>
                  </a:lnTo>
                  <a:lnTo>
                    <a:pt x="7161618" y="2024784"/>
                  </a:lnTo>
                  <a:lnTo>
                    <a:pt x="7162473" y="2078431"/>
                  </a:lnTo>
                  <a:lnTo>
                    <a:pt x="7163329" y="2060523"/>
                  </a:lnTo>
                  <a:lnTo>
                    <a:pt x="7164184" y="2045799"/>
                  </a:lnTo>
                  <a:lnTo>
                    <a:pt x="7165040" y="2022251"/>
                  </a:lnTo>
                  <a:lnTo>
                    <a:pt x="7165895" y="1988674"/>
                  </a:lnTo>
                  <a:lnTo>
                    <a:pt x="7166751" y="2005727"/>
                  </a:lnTo>
                  <a:lnTo>
                    <a:pt x="7167606" y="2022126"/>
                  </a:lnTo>
                  <a:lnTo>
                    <a:pt x="7168462" y="2081512"/>
                  </a:lnTo>
                  <a:lnTo>
                    <a:pt x="7169317" y="2125734"/>
                  </a:lnTo>
                  <a:lnTo>
                    <a:pt x="7170173" y="2116749"/>
                  </a:lnTo>
                  <a:lnTo>
                    <a:pt x="7171029" y="2175751"/>
                  </a:lnTo>
                  <a:lnTo>
                    <a:pt x="7171884" y="2176700"/>
                  </a:lnTo>
                  <a:lnTo>
                    <a:pt x="7172740" y="2159367"/>
                  </a:lnTo>
                  <a:lnTo>
                    <a:pt x="7173595" y="2190692"/>
                  </a:lnTo>
                  <a:lnTo>
                    <a:pt x="7174451" y="2086987"/>
                  </a:lnTo>
                  <a:lnTo>
                    <a:pt x="7175306" y="2119389"/>
                  </a:lnTo>
                  <a:lnTo>
                    <a:pt x="7176162" y="2100183"/>
                  </a:lnTo>
                  <a:lnTo>
                    <a:pt x="7177017" y="2126614"/>
                  </a:lnTo>
                  <a:lnTo>
                    <a:pt x="7177873" y="2133162"/>
                  </a:lnTo>
                  <a:lnTo>
                    <a:pt x="7178728" y="2151916"/>
                  </a:lnTo>
                  <a:lnTo>
                    <a:pt x="7179584" y="2128666"/>
                  </a:lnTo>
                  <a:lnTo>
                    <a:pt x="7180439" y="2073226"/>
                  </a:lnTo>
                  <a:lnTo>
                    <a:pt x="7181295" y="2072248"/>
                  </a:lnTo>
                  <a:lnTo>
                    <a:pt x="7182150" y="2051977"/>
                  </a:lnTo>
                  <a:lnTo>
                    <a:pt x="7183006" y="2074670"/>
                  </a:lnTo>
                  <a:lnTo>
                    <a:pt x="7183861" y="2110764"/>
                  </a:lnTo>
                  <a:lnTo>
                    <a:pt x="7184717" y="2133597"/>
                  </a:lnTo>
                  <a:lnTo>
                    <a:pt x="7185572" y="2165224"/>
                  </a:lnTo>
                  <a:lnTo>
                    <a:pt x="7186428" y="2190838"/>
                  </a:lnTo>
                  <a:lnTo>
                    <a:pt x="7187284" y="2143369"/>
                  </a:lnTo>
                  <a:lnTo>
                    <a:pt x="7188139" y="2179549"/>
                  </a:lnTo>
                  <a:lnTo>
                    <a:pt x="7188995" y="2116355"/>
                  </a:lnTo>
                  <a:lnTo>
                    <a:pt x="7189850" y="2055155"/>
                  </a:lnTo>
                  <a:lnTo>
                    <a:pt x="7190706" y="2012489"/>
                  </a:lnTo>
                  <a:lnTo>
                    <a:pt x="7191561" y="2102674"/>
                  </a:lnTo>
                  <a:lnTo>
                    <a:pt x="7192417" y="2135912"/>
                  </a:lnTo>
                  <a:lnTo>
                    <a:pt x="7193272" y="2106184"/>
                  </a:lnTo>
                  <a:lnTo>
                    <a:pt x="7194128" y="2120244"/>
                  </a:lnTo>
                  <a:lnTo>
                    <a:pt x="7194983" y="2137213"/>
                  </a:lnTo>
                  <a:lnTo>
                    <a:pt x="7195839" y="2063034"/>
                  </a:lnTo>
                  <a:lnTo>
                    <a:pt x="7196694" y="2072784"/>
                  </a:lnTo>
                  <a:lnTo>
                    <a:pt x="7197550" y="1988726"/>
                  </a:lnTo>
                  <a:lnTo>
                    <a:pt x="7198405" y="2062506"/>
                  </a:lnTo>
                  <a:lnTo>
                    <a:pt x="7199261" y="2099660"/>
                  </a:lnTo>
                  <a:lnTo>
                    <a:pt x="7200116" y="2073375"/>
                  </a:lnTo>
                  <a:lnTo>
                    <a:pt x="7200972" y="2099032"/>
                  </a:lnTo>
                  <a:lnTo>
                    <a:pt x="7201827" y="2104458"/>
                  </a:lnTo>
                  <a:lnTo>
                    <a:pt x="7202683" y="2129200"/>
                  </a:lnTo>
                  <a:lnTo>
                    <a:pt x="7203539" y="2153861"/>
                  </a:lnTo>
                  <a:lnTo>
                    <a:pt x="7204394" y="2104473"/>
                  </a:lnTo>
                  <a:lnTo>
                    <a:pt x="7205250" y="2118992"/>
                  </a:lnTo>
                  <a:lnTo>
                    <a:pt x="7206105" y="2126775"/>
                  </a:lnTo>
                  <a:lnTo>
                    <a:pt x="7206961" y="2113897"/>
                  </a:lnTo>
                  <a:lnTo>
                    <a:pt x="7207816" y="2078319"/>
                  </a:lnTo>
                  <a:lnTo>
                    <a:pt x="7208672" y="2060836"/>
                  </a:lnTo>
                  <a:lnTo>
                    <a:pt x="7209527" y="2072158"/>
                  </a:lnTo>
                  <a:lnTo>
                    <a:pt x="7210383" y="2084279"/>
                  </a:lnTo>
                  <a:lnTo>
                    <a:pt x="7211238" y="2103661"/>
                  </a:lnTo>
                  <a:lnTo>
                    <a:pt x="7212094" y="2096295"/>
                  </a:lnTo>
                  <a:lnTo>
                    <a:pt x="7212949" y="2058965"/>
                  </a:lnTo>
                  <a:lnTo>
                    <a:pt x="7213805" y="1948374"/>
                  </a:lnTo>
                  <a:lnTo>
                    <a:pt x="7214660" y="1945169"/>
                  </a:lnTo>
                  <a:lnTo>
                    <a:pt x="7215516" y="1879460"/>
                  </a:lnTo>
                  <a:lnTo>
                    <a:pt x="7216371" y="1873722"/>
                  </a:lnTo>
                  <a:lnTo>
                    <a:pt x="7217227" y="1801589"/>
                  </a:lnTo>
                  <a:lnTo>
                    <a:pt x="7218083" y="1806774"/>
                  </a:lnTo>
                  <a:lnTo>
                    <a:pt x="7218938" y="1783322"/>
                  </a:lnTo>
                  <a:lnTo>
                    <a:pt x="7219794" y="1738193"/>
                  </a:lnTo>
                  <a:lnTo>
                    <a:pt x="7220649" y="1687564"/>
                  </a:lnTo>
                  <a:lnTo>
                    <a:pt x="7221505" y="1614298"/>
                  </a:lnTo>
                  <a:lnTo>
                    <a:pt x="7222360" y="1510247"/>
                  </a:lnTo>
                  <a:lnTo>
                    <a:pt x="7223216" y="1374848"/>
                  </a:lnTo>
                  <a:lnTo>
                    <a:pt x="7224071" y="1504018"/>
                  </a:lnTo>
                  <a:lnTo>
                    <a:pt x="7224927" y="1573160"/>
                  </a:lnTo>
                  <a:lnTo>
                    <a:pt x="7225782" y="1526824"/>
                  </a:lnTo>
                  <a:lnTo>
                    <a:pt x="7226638" y="1555271"/>
                  </a:lnTo>
                  <a:lnTo>
                    <a:pt x="7227493" y="1535261"/>
                  </a:lnTo>
                  <a:lnTo>
                    <a:pt x="7228349" y="1439924"/>
                  </a:lnTo>
                  <a:lnTo>
                    <a:pt x="7229204" y="1492141"/>
                  </a:lnTo>
                  <a:lnTo>
                    <a:pt x="7230060" y="1621317"/>
                  </a:lnTo>
                  <a:lnTo>
                    <a:pt x="7230915" y="1589583"/>
                  </a:lnTo>
                  <a:lnTo>
                    <a:pt x="7231771" y="1612416"/>
                  </a:lnTo>
                  <a:lnTo>
                    <a:pt x="7232626" y="1604505"/>
                  </a:lnTo>
                  <a:lnTo>
                    <a:pt x="7233482" y="1635370"/>
                  </a:lnTo>
                  <a:lnTo>
                    <a:pt x="7234338" y="1655678"/>
                  </a:lnTo>
                  <a:lnTo>
                    <a:pt x="7235193" y="1666783"/>
                  </a:lnTo>
                  <a:lnTo>
                    <a:pt x="7236049" y="1592888"/>
                  </a:lnTo>
                  <a:lnTo>
                    <a:pt x="7236904" y="1575693"/>
                  </a:lnTo>
                  <a:lnTo>
                    <a:pt x="7237760" y="1761038"/>
                  </a:lnTo>
                  <a:lnTo>
                    <a:pt x="7238615" y="1824574"/>
                  </a:lnTo>
                  <a:lnTo>
                    <a:pt x="7239471" y="1808200"/>
                  </a:lnTo>
                  <a:lnTo>
                    <a:pt x="7240326" y="1810981"/>
                  </a:lnTo>
                  <a:lnTo>
                    <a:pt x="7241182" y="1851701"/>
                  </a:lnTo>
                  <a:lnTo>
                    <a:pt x="7242037" y="2008531"/>
                  </a:lnTo>
                  <a:lnTo>
                    <a:pt x="7242893" y="1990709"/>
                  </a:lnTo>
                  <a:lnTo>
                    <a:pt x="7243748" y="1985318"/>
                  </a:lnTo>
                  <a:lnTo>
                    <a:pt x="7244604" y="2007112"/>
                  </a:lnTo>
                  <a:lnTo>
                    <a:pt x="7245459" y="2065959"/>
                  </a:lnTo>
                  <a:lnTo>
                    <a:pt x="7246315" y="2061348"/>
                  </a:lnTo>
                  <a:lnTo>
                    <a:pt x="7247170" y="2045872"/>
                  </a:lnTo>
                  <a:lnTo>
                    <a:pt x="7248026" y="2063511"/>
                  </a:lnTo>
                  <a:lnTo>
                    <a:pt x="7248881" y="2087589"/>
                  </a:lnTo>
                  <a:lnTo>
                    <a:pt x="7249737" y="2144427"/>
                  </a:lnTo>
                  <a:lnTo>
                    <a:pt x="7250593" y="2130897"/>
                  </a:lnTo>
                  <a:lnTo>
                    <a:pt x="7251448" y="2163042"/>
                  </a:lnTo>
                  <a:lnTo>
                    <a:pt x="7252304" y="2134136"/>
                  </a:lnTo>
                  <a:lnTo>
                    <a:pt x="7253159" y="2101448"/>
                  </a:lnTo>
                  <a:lnTo>
                    <a:pt x="7254015" y="2133524"/>
                  </a:lnTo>
                  <a:lnTo>
                    <a:pt x="7254870" y="2078371"/>
                  </a:lnTo>
                  <a:lnTo>
                    <a:pt x="7255726" y="2058436"/>
                  </a:lnTo>
                  <a:lnTo>
                    <a:pt x="7256581" y="2061422"/>
                  </a:lnTo>
                  <a:lnTo>
                    <a:pt x="7257437" y="2037947"/>
                  </a:lnTo>
                  <a:lnTo>
                    <a:pt x="7258292" y="2023734"/>
                  </a:lnTo>
                  <a:lnTo>
                    <a:pt x="7259148" y="2052821"/>
                  </a:lnTo>
                  <a:lnTo>
                    <a:pt x="7260003" y="2008102"/>
                  </a:lnTo>
                  <a:lnTo>
                    <a:pt x="7260859" y="2032155"/>
                  </a:lnTo>
                  <a:lnTo>
                    <a:pt x="7261714" y="2033162"/>
                  </a:lnTo>
                  <a:lnTo>
                    <a:pt x="7262570" y="2029653"/>
                  </a:lnTo>
                  <a:lnTo>
                    <a:pt x="7263425" y="2016973"/>
                  </a:lnTo>
                  <a:lnTo>
                    <a:pt x="7264281" y="1957772"/>
                  </a:lnTo>
                  <a:lnTo>
                    <a:pt x="7265137" y="1861239"/>
                  </a:lnTo>
                  <a:lnTo>
                    <a:pt x="7265992" y="1822732"/>
                  </a:lnTo>
                  <a:lnTo>
                    <a:pt x="7266848" y="1804951"/>
                  </a:lnTo>
                  <a:lnTo>
                    <a:pt x="7267703" y="1798697"/>
                  </a:lnTo>
                  <a:lnTo>
                    <a:pt x="7268559" y="1931231"/>
                  </a:lnTo>
                  <a:lnTo>
                    <a:pt x="7269414" y="1938096"/>
                  </a:lnTo>
                  <a:lnTo>
                    <a:pt x="7270270" y="1884389"/>
                  </a:lnTo>
                  <a:lnTo>
                    <a:pt x="7271125" y="1906453"/>
                  </a:lnTo>
                  <a:lnTo>
                    <a:pt x="7271981" y="1893666"/>
                  </a:lnTo>
                  <a:lnTo>
                    <a:pt x="7272836" y="1867583"/>
                  </a:lnTo>
                  <a:lnTo>
                    <a:pt x="7273692" y="1834228"/>
                  </a:lnTo>
                  <a:lnTo>
                    <a:pt x="7274547" y="1840610"/>
                  </a:lnTo>
                  <a:lnTo>
                    <a:pt x="7275403" y="1786708"/>
                  </a:lnTo>
                  <a:lnTo>
                    <a:pt x="7276258" y="1760415"/>
                  </a:lnTo>
                  <a:lnTo>
                    <a:pt x="7277114" y="1722208"/>
                  </a:lnTo>
                  <a:lnTo>
                    <a:pt x="7277969" y="1738885"/>
                  </a:lnTo>
                  <a:lnTo>
                    <a:pt x="7278825" y="1767951"/>
                  </a:lnTo>
                  <a:lnTo>
                    <a:pt x="7279680" y="1738522"/>
                  </a:lnTo>
                  <a:lnTo>
                    <a:pt x="7280536" y="1722899"/>
                  </a:lnTo>
                  <a:lnTo>
                    <a:pt x="7281392" y="1834413"/>
                  </a:lnTo>
                  <a:lnTo>
                    <a:pt x="7282247" y="1912470"/>
                  </a:lnTo>
                  <a:lnTo>
                    <a:pt x="7283103" y="1976308"/>
                  </a:lnTo>
                  <a:lnTo>
                    <a:pt x="7283958" y="2083464"/>
                  </a:lnTo>
                  <a:lnTo>
                    <a:pt x="7284814" y="2127475"/>
                  </a:lnTo>
                  <a:lnTo>
                    <a:pt x="7285669" y="2124011"/>
                  </a:lnTo>
                  <a:lnTo>
                    <a:pt x="7286525" y="2104472"/>
                  </a:lnTo>
                  <a:lnTo>
                    <a:pt x="7287380" y="2112917"/>
                  </a:lnTo>
                  <a:lnTo>
                    <a:pt x="7288236" y="2165188"/>
                  </a:lnTo>
                  <a:lnTo>
                    <a:pt x="7289091" y="2163242"/>
                  </a:lnTo>
                  <a:lnTo>
                    <a:pt x="7289947" y="2139124"/>
                  </a:lnTo>
                  <a:lnTo>
                    <a:pt x="7290802" y="2151945"/>
                  </a:lnTo>
                  <a:lnTo>
                    <a:pt x="7291658" y="2178428"/>
                  </a:lnTo>
                  <a:lnTo>
                    <a:pt x="7292513" y="2203565"/>
                  </a:lnTo>
                  <a:lnTo>
                    <a:pt x="7293369" y="2156092"/>
                  </a:lnTo>
                  <a:lnTo>
                    <a:pt x="7294224" y="2049129"/>
                  </a:lnTo>
                  <a:lnTo>
                    <a:pt x="7295080" y="2062122"/>
                  </a:lnTo>
                  <a:lnTo>
                    <a:pt x="7295935" y="2094437"/>
                  </a:lnTo>
                  <a:lnTo>
                    <a:pt x="7296791" y="2181373"/>
                  </a:lnTo>
                  <a:lnTo>
                    <a:pt x="7297647" y="2117464"/>
                  </a:lnTo>
                  <a:lnTo>
                    <a:pt x="7298502" y="2173353"/>
                  </a:lnTo>
                  <a:lnTo>
                    <a:pt x="7299358" y="2171906"/>
                  </a:lnTo>
                  <a:lnTo>
                    <a:pt x="7300213" y="2223105"/>
                  </a:lnTo>
                  <a:lnTo>
                    <a:pt x="7301069" y="2184602"/>
                  </a:lnTo>
                  <a:lnTo>
                    <a:pt x="7301924" y="2093334"/>
                  </a:lnTo>
                  <a:lnTo>
                    <a:pt x="7302780" y="2072724"/>
                  </a:lnTo>
                  <a:lnTo>
                    <a:pt x="7303635" y="2102556"/>
                  </a:lnTo>
                  <a:lnTo>
                    <a:pt x="7304491" y="2190068"/>
                  </a:lnTo>
                  <a:lnTo>
                    <a:pt x="7305346" y="2221084"/>
                  </a:lnTo>
                  <a:lnTo>
                    <a:pt x="7306202" y="2143876"/>
                  </a:lnTo>
                  <a:lnTo>
                    <a:pt x="7307057" y="2128433"/>
                  </a:lnTo>
                  <a:lnTo>
                    <a:pt x="7307913" y="2194021"/>
                  </a:lnTo>
                  <a:lnTo>
                    <a:pt x="7308768" y="2233186"/>
                  </a:lnTo>
                  <a:lnTo>
                    <a:pt x="7309624" y="2241698"/>
                  </a:lnTo>
                  <a:lnTo>
                    <a:pt x="7310479" y="2193543"/>
                  </a:lnTo>
                  <a:lnTo>
                    <a:pt x="7311335" y="2239311"/>
                  </a:lnTo>
                  <a:lnTo>
                    <a:pt x="7312190" y="2186407"/>
                  </a:lnTo>
                  <a:lnTo>
                    <a:pt x="7313046" y="2250041"/>
                  </a:lnTo>
                  <a:lnTo>
                    <a:pt x="7313902" y="2213439"/>
                  </a:lnTo>
                  <a:lnTo>
                    <a:pt x="7314757" y="2147609"/>
                  </a:lnTo>
                  <a:lnTo>
                    <a:pt x="7315613" y="2126866"/>
                  </a:lnTo>
                  <a:lnTo>
                    <a:pt x="7316468" y="2155294"/>
                  </a:lnTo>
                  <a:lnTo>
                    <a:pt x="7317324" y="2209241"/>
                  </a:lnTo>
                  <a:lnTo>
                    <a:pt x="7318179" y="2216967"/>
                  </a:lnTo>
                  <a:lnTo>
                    <a:pt x="7319035" y="2238323"/>
                  </a:lnTo>
                  <a:lnTo>
                    <a:pt x="7319890" y="2237839"/>
                  </a:lnTo>
                  <a:lnTo>
                    <a:pt x="7320746" y="2182537"/>
                  </a:lnTo>
                  <a:lnTo>
                    <a:pt x="7321601" y="2147265"/>
                  </a:lnTo>
                  <a:lnTo>
                    <a:pt x="7322457" y="2185766"/>
                  </a:lnTo>
                  <a:lnTo>
                    <a:pt x="7323312" y="2142940"/>
                  </a:lnTo>
                  <a:lnTo>
                    <a:pt x="7324168" y="2145588"/>
                  </a:lnTo>
                  <a:lnTo>
                    <a:pt x="7325023" y="2061763"/>
                  </a:lnTo>
                  <a:lnTo>
                    <a:pt x="7325879" y="2129313"/>
                  </a:lnTo>
                  <a:lnTo>
                    <a:pt x="7326734" y="2134350"/>
                  </a:lnTo>
                  <a:lnTo>
                    <a:pt x="7327590" y="2111602"/>
                  </a:lnTo>
                  <a:lnTo>
                    <a:pt x="7328446" y="2117623"/>
                  </a:lnTo>
                  <a:lnTo>
                    <a:pt x="7329301" y="2117895"/>
                  </a:lnTo>
                  <a:lnTo>
                    <a:pt x="7330157" y="2091090"/>
                  </a:lnTo>
                  <a:lnTo>
                    <a:pt x="7331012" y="2061012"/>
                  </a:lnTo>
                  <a:lnTo>
                    <a:pt x="7331868" y="1999197"/>
                  </a:lnTo>
                  <a:lnTo>
                    <a:pt x="7332723" y="2034110"/>
                  </a:lnTo>
                  <a:lnTo>
                    <a:pt x="7333579" y="2077303"/>
                  </a:lnTo>
                  <a:lnTo>
                    <a:pt x="7334434" y="2095166"/>
                  </a:lnTo>
                  <a:lnTo>
                    <a:pt x="7335290" y="2090142"/>
                  </a:lnTo>
                  <a:lnTo>
                    <a:pt x="7336145" y="2080447"/>
                  </a:lnTo>
                  <a:lnTo>
                    <a:pt x="7337001" y="2118185"/>
                  </a:lnTo>
                  <a:lnTo>
                    <a:pt x="7337856" y="2086945"/>
                  </a:lnTo>
                  <a:lnTo>
                    <a:pt x="7338712" y="2027783"/>
                  </a:lnTo>
                  <a:lnTo>
                    <a:pt x="7339567" y="1955938"/>
                  </a:lnTo>
                  <a:lnTo>
                    <a:pt x="7340423" y="1941758"/>
                  </a:lnTo>
                  <a:lnTo>
                    <a:pt x="7341278" y="1912696"/>
                  </a:lnTo>
                  <a:lnTo>
                    <a:pt x="7342134" y="1988641"/>
                  </a:lnTo>
                  <a:lnTo>
                    <a:pt x="7342989" y="2058021"/>
                  </a:lnTo>
                  <a:lnTo>
                    <a:pt x="7343845" y="2129060"/>
                  </a:lnTo>
                  <a:lnTo>
                    <a:pt x="7344701" y="2167446"/>
                  </a:lnTo>
                  <a:lnTo>
                    <a:pt x="7345556" y="2183769"/>
                  </a:lnTo>
                  <a:lnTo>
                    <a:pt x="7346412" y="2204777"/>
                  </a:lnTo>
                  <a:lnTo>
                    <a:pt x="7347267" y="2214964"/>
                  </a:lnTo>
                  <a:lnTo>
                    <a:pt x="7348123" y="2226089"/>
                  </a:lnTo>
                  <a:lnTo>
                    <a:pt x="7348978" y="2264299"/>
                  </a:lnTo>
                  <a:lnTo>
                    <a:pt x="7349834" y="2256703"/>
                  </a:lnTo>
                  <a:lnTo>
                    <a:pt x="7350689" y="2278200"/>
                  </a:lnTo>
                  <a:lnTo>
                    <a:pt x="7351545" y="2278200"/>
                  </a:lnTo>
                  <a:lnTo>
                    <a:pt x="7352400" y="2274392"/>
                  </a:lnTo>
                  <a:lnTo>
                    <a:pt x="7353256" y="2273552"/>
                  </a:lnTo>
                  <a:lnTo>
                    <a:pt x="7354111" y="2263005"/>
                  </a:lnTo>
                  <a:lnTo>
                    <a:pt x="7354967" y="2257982"/>
                  </a:lnTo>
                  <a:lnTo>
                    <a:pt x="7355822" y="2245747"/>
                  </a:lnTo>
                  <a:lnTo>
                    <a:pt x="7356678" y="2238190"/>
                  </a:lnTo>
                  <a:lnTo>
                    <a:pt x="7357533" y="2221700"/>
                  </a:lnTo>
                  <a:lnTo>
                    <a:pt x="7358389" y="2222454"/>
                  </a:lnTo>
                  <a:lnTo>
                    <a:pt x="7359244" y="2233586"/>
                  </a:lnTo>
                  <a:lnTo>
                    <a:pt x="7360100" y="2212558"/>
                  </a:lnTo>
                  <a:lnTo>
                    <a:pt x="7360956" y="2171568"/>
                  </a:lnTo>
                  <a:lnTo>
                    <a:pt x="7361811" y="2188515"/>
                  </a:lnTo>
                  <a:lnTo>
                    <a:pt x="7362667" y="2190669"/>
                  </a:lnTo>
                  <a:lnTo>
                    <a:pt x="7363522" y="2206863"/>
                  </a:lnTo>
                  <a:lnTo>
                    <a:pt x="7364378" y="2216790"/>
                  </a:lnTo>
                  <a:lnTo>
                    <a:pt x="7365233" y="2218809"/>
                  </a:lnTo>
                  <a:lnTo>
                    <a:pt x="7366089" y="2234542"/>
                  </a:lnTo>
                  <a:lnTo>
                    <a:pt x="7366944" y="2231831"/>
                  </a:lnTo>
                  <a:lnTo>
                    <a:pt x="7367800" y="2223258"/>
                  </a:lnTo>
                  <a:lnTo>
                    <a:pt x="7368655" y="2219129"/>
                  </a:lnTo>
                  <a:lnTo>
                    <a:pt x="7369511" y="2172713"/>
                  </a:lnTo>
                  <a:lnTo>
                    <a:pt x="7370366" y="2100956"/>
                  </a:lnTo>
                  <a:lnTo>
                    <a:pt x="7371222" y="2056316"/>
                  </a:lnTo>
                  <a:lnTo>
                    <a:pt x="7372077" y="2031657"/>
                  </a:lnTo>
                  <a:lnTo>
                    <a:pt x="7372933" y="2084885"/>
                  </a:lnTo>
                  <a:lnTo>
                    <a:pt x="7373788" y="2047130"/>
                  </a:lnTo>
                  <a:lnTo>
                    <a:pt x="7374644" y="2068893"/>
                  </a:lnTo>
                  <a:lnTo>
                    <a:pt x="7375500" y="2099163"/>
                  </a:lnTo>
                  <a:lnTo>
                    <a:pt x="7376355" y="2015296"/>
                  </a:lnTo>
                  <a:lnTo>
                    <a:pt x="7377211" y="1988579"/>
                  </a:lnTo>
                  <a:lnTo>
                    <a:pt x="7378066" y="1954084"/>
                  </a:lnTo>
                  <a:lnTo>
                    <a:pt x="7378922" y="1966647"/>
                  </a:lnTo>
                  <a:lnTo>
                    <a:pt x="7379777" y="1950424"/>
                  </a:lnTo>
                  <a:lnTo>
                    <a:pt x="7380633" y="1938769"/>
                  </a:lnTo>
                  <a:lnTo>
                    <a:pt x="7381488" y="1981368"/>
                  </a:lnTo>
                  <a:lnTo>
                    <a:pt x="7382344" y="2045151"/>
                  </a:lnTo>
                  <a:lnTo>
                    <a:pt x="7383199" y="2060604"/>
                  </a:lnTo>
                  <a:lnTo>
                    <a:pt x="7384055" y="2037540"/>
                  </a:lnTo>
                  <a:lnTo>
                    <a:pt x="7384910" y="2065772"/>
                  </a:lnTo>
                  <a:lnTo>
                    <a:pt x="7385766" y="2024045"/>
                  </a:lnTo>
                  <a:lnTo>
                    <a:pt x="7386621" y="1994810"/>
                  </a:lnTo>
                  <a:lnTo>
                    <a:pt x="7387477" y="2003942"/>
                  </a:lnTo>
                  <a:lnTo>
                    <a:pt x="7388332" y="2092277"/>
                  </a:lnTo>
                  <a:lnTo>
                    <a:pt x="7389188" y="2142700"/>
                  </a:lnTo>
                  <a:lnTo>
                    <a:pt x="7390043" y="2171141"/>
                  </a:lnTo>
                  <a:lnTo>
                    <a:pt x="7390899" y="2179972"/>
                  </a:lnTo>
                  <a:lnTo>
                    <a:pt x="7391755" y="2188176"/>
                  </a:lnTo>
                  <a:lnTo>
                    <a:pt x="7392610" y="2180439"/>
                  </a:lnTo>
                  <a:lnTo>
                    <a:pt x="7393466" y="2218998"/>
                  </a:lnTo>
                  <a:lnTo>
                    <a:pt x="7394321" y="2199074"/>
                  </a:lnTo>
                  <a:lnTo>
                    <a:pt x="7395177" y="2188204"/>
                  </a:lnTo>
                  <a:lnTo>
                    <a:pt x="7396032" y="2187277"/>
                  </a:lnTo>
                  <a:lnTo>
                    <a:pt x="7396888" y="2181971"/>
                  </a:lnTo>
                  <a:lnTo>
                    <a:pt x="7397743" y="2238421"/>
                  </a:lnTo>
                  <a:lnTo>
                    <a:pt x="7398599" y="2236074"/>
                  </a:lnTo>
                  <a:lnTo>
                    <a:pt x="7399454" y="2251276"/>
                  </a:lnTo>
                  <a:lnTo>
                    <a:pt x="7400310" y="2275166"/>
                  </a:lnTo>
                  <a:lnTo>
                    <a:pt x="7401165" y="2256505"/>
                  </a:lnTo>
                  <a:lnTo>
                    <a:pt x="7402021" y="2253832"/>
                  </a:lnTo>
                  <a:lnTo>
                    <a:pt x="7402876" y="2257145"/>
                  </a:lnTo>
                  <a:lnTo>
                    <a:pt x="7403732" y="2278200"/>
                  </a:lnTo>
                  <a:lnTo>
                    <a:pt x="7404587" y="2278200"/>
                  </a:lnTo>
                  <a:lnTo>
                    <a:pt x="7405443" y="2278200"/>
                  </a:lnTo>
                  <a:lnTo>
                    <a:pt x="7406298" y="2193022"/>
                  </a:lnTo>
                  <a:lnTo>
                    <a:pt x="7407154" y="2254922"/>
                  </a:lnTo>
                  <a:lnTo>
                    <a:pt x="7408010" y="2214055"/>
                  </a:lnTo>
                  <a:lnTo>
                    <a:pt x="7408865" y="2237544"/>
                  </a:lnTo>
                  <a:lnTo>
                    <a:pt x="7409721" y="2257627"/>
                  </a:lnTo>
                  <a:lnTo>
                    <a:pt x="7410576" y="2229594"/>
                  </a:lnTo>
                  <a:lnTo>
                    <a:pt x="7411432" y="2251027"/>
                  </a:lnTo>
                  <a:lnTo>
                    <a:pt x="7412287" y="2219379"/>
                  </a:lnTo>
                  <a:lnTo>
                    <a:pt x="7413143" y="2219639"/>
                  </a:lnTo>
                  <a:lnTo>
                    <a:pt x="7413998" y="2143725"/>
                  </a:lnTo>
                  <a:lnTo>
                    <a:pt x="7414854" y="2116056"/>
                  </a:lnTo>
                  <a:lnTo>
                    <a:pt x="7415709" y="2121456"/>
                  </a:lnTo>
                  <a:lnTo>
                    <a:pt x="7416565" y="2098211"/>
                  </a:lnTo>
                  <a:lnTo>
                    <a:pt x="7417420" y="2094192"/>
                  </a:lnTo>
                  <a:lnTo>
                    <a:pt x="7418276" y="2101829"/>
                  </a:lnTo>
                  <a:lnTo>
                    <a:pt x="7419131" y="2112065"/>
                  </a:lnTo>
                  <a:lnTo>
                    <a:pt x="7419987" y="2121625"/>
                  </a:lnTo>
                  <a:lnTo>
                    <a:pt x="7420842" y="2115642"/>
                  </a:lnTo>
                  <a:lnTo>
                    <a:pt x="7421698" y="2137183"/>
                  </a:lnTo>
                  <a:lnTo>
                    <a:pt x="7422554" y="2174304"/>
                  </a:lnTo>
                  <a:lnTo>
                    <a:pt x="7423409" y="2200064"/>
                  </a:lnTo>
                  <a:lnTo>
                    <a:pt x="7424265" y="2202406"/>
                  </a:lnTo>
                  <a:lnTo>
                    <a:pt x="7425120" y="2192996"/>
                  </a:lnTo>
                  <a:lnTo>
                    <a:pt x="7425976" y="2205054"/>
                  </a:lnTo>
                  <a:lnTo>
                    <a:pt x="7426831" y="2203486"/>
                  </a:lnTo>
                  <a:lnTo>
                    <a:pt x="7427687" y="2215188"/>
                  </a:lnTo>
                  <a:lnTo>
                    <a:pt x="7428542" y="2208950"/>
                  </a:lnTo>
                  <a:lnTo>
                    <a:pt x="7429398" y="2179564"/>
                  </a:lnTo>
                  <a:lnTo>
                    <a:pt x="7430253" y="2156872"/>
                  </a:lnTo>
                  <a:lnTo>
                    <a:pt x="7431109" y="2168105"/>
                  </a:lnTo>
                  <a:lnTo>
                    <a:pt x="7431964" y="2174984"/>
                  </a:lnTo>
                  <a:lnTo>
                    <a:pt x="7432820" y="2204707"/>
                  </a:lnTo>
                  <a:lnTo>
                    <a:pt x="7433675" y="2208837"/>
                  </a:lnTo>
                  <a:lnTo>
                    <a:pt x="7434531" y="2196983"/>
                  </a:lnTo>
                  <a:lnTo>
                    <a:pt x="7435386" y="2220791"/>
                  </a:lnTo>
                  <a:lnTo>
                    <a:pt x="7436242" y="2200068"/>
                  </a:lnTo>
                  <a:lnTo>
                    <a:pt x="7437097" y="2185899"/>
                  </a:lnTo>
                  <a:lnTo>
                    <a:pt x="7437953" y="2176189"/>
                  </a:lnTo>
                  <a:lnTo>
                    <a:pt x="7438809" y="2151480"/>
                  </a:lnTo>
                  <a:lnTo>
                    <a:pt x="7439664" y="2160916"/>
                  </a:lnTo>
                  <a:lnTo>
                    <a:pt x="7440520" y="2177129"/>
                  </a:lnTo>
                  <a:lnTo>
                    <a:pt x="7441375" y="2171399"/>
                  </a:lnTo>
                  <a:lnTo>
                    <a:pt x="7442231" y="2103441"/>
                  </a:lnTo>
                  <a:lnTo>
                    <a:pt x="7443086" y="2107201"/>
                  </a:lnTo>
                  <a:lnTo>
                    <a:pt x="7443942" y="2117879"/>
                  </a:lnTo>
                  <a:lnTo>
                    <a:pt x="7444797" y="2137314"/>
                  </a:lnTo>
                  <a:lnTo>
                    <a:pt x="7445653" y="2118236"/>
                  </a:lnTo>
                  <a:lnTo>
                    <a:pt x="7446508" y="2104286"/>
                  </a:lnTo>
                  <a:lnTo>
                    <a:pt x="7447364" y="2073256"/>
                  </a:lnTo>
                  <a:lnTo>
                    <a:pt x="7448219" y="2127918"/>
                  </a:lnTo>
                  <a:lnTo>
                    <a:pt x="7449075" y="2154864"/>
                  </a:lnTo>
                  <a:lnTo>
                    <a:pt x="7449930" y="2141762"/>
                  </a:lnTo>
                  <a:lnTo>
                    <a:pt x="7450786" y="2150593"/>
                  </a:lnTo>
                  <a:lnTo>
                    <a:pt x="7451641" y="2158558"/>
                  </a:lnTo>
                  <a:lnTo>
                    <a:pt x="7452497" y="2146103"/>
                  </a:lnTo>
                  <a:lnTo>
                    <a:pt x="7453352" y="2139882"/>
                  </a:lnTo>
                  <a:lnTo>
                    <a:pt x="7454208" y="2157157"/>
                  </a:lnTo>
                  <a:lnTo>
                    <a:pt x="7455064" y="2139321"/>
                  </a:lnTo>
                  <a:lnTo>
                    <a:pt x="7455919" y="2154703"/>
                  </a:lnTo>
                  <a:lnTo>
                    <a:pt x="7456775" y="2099178"/>
                  </a:lnTo>
                  <a:lnTo>
                    <a:pt x="7457630" y="2059760"/>
                  </a:lnTo>
                  <a:lnTo>
                    <a:pt x="7458486" y="2097418"/>
                  </a:lnTo>
                  <a:lnTo>
                    <a:pt x="7459341" y="2138717"/>
                  </a:lnTo>
                  <a:lnTo>
                    <a:pt x="7460197" y="2141840"/>
                  </a:lnTo>
                  <a:lnTo>
                    <a:pt x="7461052" y="2175926"/>
                  </a:lnTo>
                  <a:lnTo>
                    <a:pt x="7461908" y="2146954"/>
                  </a:lnTo>
                  <a:lnTo>
                    <a:pt x="7462763" y="2185586"/>
                  </a:lnTo>
                  <a:lnTo>
                    <a:pt x="7463619" y="2164030"/>
                  </a:lnTo>
                  <a:lnTo>
                    <a:pt x="7464474" y="2129630"/>
                  </a:lnTo>
                  <a:lnTo>
                    <a:pt x="7465330" y="2008847"/>
                  </a:lnTo>
                  <a:lnTo>
                    <a:pt x="7466185" y="2018795"/>
                  </a:lnTo>
                  <a:lnTo>
                    <a:pt x="7467041" y="2088364"/>
                  </a:lnTo>
                  <a:lnTo>
                    <a:pt x="7467896" y="2145182"/>
                  </a:lnTo>
                  <a:lnTo>
                    <a:pt x="7468752" y="2145361"/>
                  </a:lnTo>
                  <a:lnTo>
                    <a:pt x="7469608" y="2136196"/>
                  </a:lnTo>
                  <a:lnTo>
                    <a:pt x="7470463" y="2166819"/>
                  </a:lnTo>
                  <a:lnTo>
                    <a:pt x="7471319" y="2206585"/>
                  </a:lnTo>
                  <a:lnTo>
                    <a:pt x="7472174" y="2157955"/>
                  </a:lnTo>
                  <a:lnTo>
                    <a:pt x="7473030" y="2113606"/>
                  </a:lnTo>
                  <a:lnTo>
                    <a:pt x="7473885" y="2117515"/>
                  </a:lnTo>
                  <a:lnTo>
                    <a:pt x="7474741" y="2227685"/>
                  </a:lnTo>
                  <a:lnTo>
                    <a:pt x="7475596" y="2248501"/>
                  </a:lnTo>
                  <a:lnTo>
                    <a:pt x="7476452" y="2227669"/>
                  </a:lnTo>
                  <a:lnTo>
                    <a:pt x="7477307" y="2160330"/>
                  </a:lnTo>
                  <a:lnTo>
                    <a:pt x="7478163" y="2179441"/>
                  </a:lnTo>
                  <a:lnTo>
                    <a:pt x="7479018" y="2189653"/>
                  </a:lnTo>
                  <a:lnTo>
                    <a:pt x="7479874" y="2195869"/>
                  </a:lnTo>
                  <a:lnTo>
                    <a:pt x="7480729" y="2142561"/>
                  </a:lnTo>
                  <a:lnTo>
                    <a:pt x="7481585" y="2195667"/>
                  </a:lnTo>
                  <a:lnTo>
                    <a:pt x="7482440" y="2233848"/>
                  </a:lnTo>
                  <a:lnTo>
                    <a:pt x="7483296" y="2255112"/>
                  </a:lnTo>
                  <a:lnTo>
                    <a:pt x="7484151" y="2259550"/>
                  </a:lnTo>
                  <a:lnTo>
                    <a:pt x="7485007" y="2246463"/>
                  </a:lnTo>
                  <a:lnTo>
                    <a:pt x="7485863" y="2268812"/>
                  </a:lnTo>
                  <a:lnTo>
                    <a:pt x="7486718" y="2260542"/>
                  </a:lnTo>
                  <a:lnTo>
                    <a:pt x="7487574" y="2254677"/>
                  </a:lnTo>
                  <a:lnTo>
                    <a:pt x="7488429" y="2250861"/>
                  </a:lnTo>
                  <a:lnTo>
                    <a:pt x="7489285" y="2278200"/>
                  </a:lnTo>
                  <a:lnTo>
                    <a:pt x="7490140" y="2278200"/>
                  </a:lnTo>
                  <a:lnTo>
                    <a:pt x="7490996" y="2249592"/>
                  </a:lnTo>
                  <a:lnTo>
                    <a:pt x="7491851" y="2212538"/>
                  </a:lnTo>
                  <a:lnTo>
                    <a:pt x="7492707" y="2229095"/>
                  </a:lnTo>
                  <a:lnTo>
                    <a:pt x="7493562" y="2206479"/>
                  </a:lnTo>
                  <a:lnTo>
                    <a:pt x="7494418" y="2162410"/>
                  </a:lnTo>
                  <a:lnTo>
                    <a:pt x="7495273" y="2144927"/>
                  </a:lnTo>
                  <a:lnTo>
                    <a:pt x="7496129" y="2177445"/>
                  </a:lnTo>
                  <a:lnTo>
                    <a:pt x="7496984" y="2212989"/>
                  </a:lnTo>
                  <a:lnTo>
                    <a:pt x="7497840" y="2219128"/>
                  </a:lnTo>
                  <a:lnTo>
                    <a:pt x="7498695" y="2201306"/>
                  </a:lnTo>
                  <a:lnTo>
                    <a:pt x="7499551" y="2168940"/>
                  </a:lnTo>
                  <a:lnTo>
                    <a:pt x="7500406" y="2116382"/>
                  </a:lnTo>
                  <a:lnTo>
                    <a:pt x="7501262" y="2136905"/>
                  </a:lnTo>
                  <a:lnTo>
                    <a:pt x="7502118" y="2149890"/>
                  </a:lnTo>
                  <a:lnTo>
                    <a:pt x="7502973" y="2150715"/>
                  </a:lnTo>
                  <a:lnTo>
                    <a:pt x="7503829" y="2181971"/>
                  </a:lnTo>
                  <a:lnTo>
                    <a:pt x="7504684" y="2214143"/>
                  </a:lnTo>
                  <a:lnTo>
                    <a:pt x="7505540" y="2202158"/>
                  </a:lnTo>
                  <a:lnTo>
                    <a:pt x="7506395" y="2191018"/>
                  </a:lnTo>
                  <a:lnTo>
                    <a:pt x="7507251" y="2135187"/>
                  </a:lnTo>
                  <a:lnTo>
                    <a:pt x="7508106" y="2114958"/>
                  </a:lnTo>
                  <a:lnTo>
                    <a:pt x="7508962" y="2122225"/>
                  </a:lnTo>
                  <a:lnTo>
                    <a:pt x="7509817" y="2148723"/>
                  </a:lnTo>
                  <a:lnTo>
                    <a:pt x="7510673" y="2126396"/>
                  </a:lnTo>
                  <a:lnTo>
                    <a:pt x="7511528" y="2091001"/>
                  </a:lnTo>
                  <a:lnTo>
                    <a:pt x="7512384" y="2124453"/>
                  </a:lnTo>
                  <a:lnTo>
                    <a:pt x="7513239" y="2130397"/>
                  </a:lnTo>
                  <a:lnTo>
                    <a:pt x="7514095" y="2114548"/>
                  </a:lnTo>
                  <a:lnTo>
                    <a:pt x="7514950" y="2011706"/>
                  </a:lnTo>
                  <a:lnTo>
                    <a:pt x="7515806" y="2023319"/>
                  </a:lnTo>
                  <a:lnTo>
                    <a:pt x="7516662" y="2027314"/>
                  </a:lnTo>
                  <a:lnTo>
                    <a:pt x="7517517" y="2023695"/>
                  </a:lnTo>
                  <a:lnTo>
                    <a:pt x="7518373" y="2016855"/>
                  </a:lnTo>
                  <a:lnTo>
                    <a:pt x="7519228" y="2074128"/>
                  </a:lnTo>
                  <a:lnTo>
                    <a:pt x="7520084" y="2148611"/>
                  </a:lnTo>
                  <a:lnTo>
                    <a:pt x="7520939" y="2178098"/>
                  </a:lnTo>
                  <a:lnTo>
                    <a:pt x="7521795" y="2175386"/>
                  </a:lnTo>
                  <a:lnTo>
                    <a:pt x="7522650" y="2165749"/>
                  </a:lnTo>
                  <a:lnTo>
                    <a:pt x="7523506" y="2167387"/>
                  </a:lnTo>
                  <a:lnTo>
                    <a:pt x="7524361" y="2175033"/>
                  </a:lnTo>
                  <a:lnTo>
                    <a:pt x="7525217" y="2164252"/>
                  </a:lnTo>
                  <a:lnTo>
                    <a:pt x="7526072" y="2133371"/>
                  </a:lnTo>
                  <a:lnTo>
                    <a:pt x="7526928" y="2109293"/>
                  </a:lnTo>
                  <a:lnTo>
                    <a:pt x="7527783" y="2078037"/>
                  </a:lnTo>
                  <a:lnTo>
                    <a:pt x="7528639" y="2150912"/>
                  </a:lnTo>
                  <a:lnTo>
                    <a:pt x="7529494" y="2180300"/>
                  </a:lnTo>
                  <a:lnTo>
                    <a:pt x="7530350" y="2160575"/>
                  </a:lnTo>
                  <a:lnTo>
                    <a:pt x="7531205" y="2150473"/>
                  </a:lnTo>
                  <a:lnTo>
                    <a:pt x="7532061" y="2105597"/>
                  </a:lnTo>
                  <a:lnTo>
                    <a:pt x="7532917" y="2145546"/>
                  </a:lnTo>
                  <a:lnTo>
                    <a:pt x="7533772" y="2165719"/>
                  </a:lnTo>
                  <a:lnTo>
                    <a:pt x="7534628" y="2135798"/>
                  </a:lnTo>
                  <a:lnTo>
                    <a:pt x="7535483" y="2158068"/>
                  </a:lnTo>
                  <a:lnTo>
                    <a:pt x="7536339" y="2179149"/>
                  </a:lnTo>
                  <a:lnTo>
                    <a:pt x="7537194" y="2226100"/>
                  </a:lnTo>
                  <a:lnTo>
                    <a:pt x="7538050" y="2234013"/>
                  </a:lnTo>
                  <a:lnTo>
                    <a:pt x="7538905" y="2216574"/>
                  </a:lnTo>
                  <a:lnTo>
                    <a:pt x="7539761" y="2234897"/>
                  </a:lnTo>
                  <a:lnTo>
                    <a:pt x="7540616" y="2222900"/>
                  </a:lnTo>
                  <a:lnTo>
                    <a:pt x="7541472" y="2250824"/>
                  </a:lnTo>
                  <a:lnTo>
                    <a:pt x="7542327" y="2251145"/>
                  </a:lnTo>
                  <a:lnTo>
                    <a:pt x="7543183" y="2255085"/>
                  </a:lnTo>
                  <a:lnTo>
                    <a:pt x="7544038" y="2261397"/>
                  </a:lnTo>
                  <a:lnTo>
                    <a:pt x="7544894" y="2269467"/>
                  </a:lnTo>
                  <a:lnTo>
                    <a:pt x="7545749" y="2278200"/>
                  </a:lnTo>
                  <a:lnTo>
                    <a:pt x="7546605" y="2275958"/>
                  </a:lnTo>
                  <a:lnTo>
                    <a:pt x="7547460" y="2278200"/>
                  </a:lnTo>
                  <a:lnTo>
                    <a:pt x="7548316" y="2271126"/>
                  </a:lnTo>
                  <a:lnTo>
                    <a:pt x="7549172" y="2269763"/>
                  </a:lnTo>
                  <a:lnTo>
                    <a:pt x="7550027" y="2260856"/>
                  </a:lnTo>
                  <a:lnTo>
                    <a:pt x="7550883" y="2221099"/>
                  </a:lnTo>
                  <a:lnTo>
                    <a:pt x="7551738" y="2223070"/>
                  </a:lnTo>
                  <a:lnTo>
                    <a:pt x="7552594" y="2219349"/>
                  </a:lnTo>
                  <a:lnTo>
                    <a:pt x="7553449" y="2191876"/>
                  </a:lnTo>
                  <a:lnTo>
                    <a:pt x="7554305" y="2213946"/>
                  </a:lnTo>
                  <a:lnTo>
                    <a:pt x="7555160" y="2200039"/>
                  </a:lnTo>
                  <a:lnTo>
                    <a:pt x="7556016" y="2140525"/>
                  </a:lnTo>
                  <a:lnTo>
                    <a:pt x="7556871" y="2160430"/>
                  </a:lnTo>
                  <a:lnTo>
                    <a:pt x="7557727" y="2160469"/>
                  </a:lnTo>
                  <a:lnTo>
                    <a:pt x="7558582" y="2186156"/>
                  </a:lnTo>
                  <a:lnTo>
                    <a:pt x="7559438" y="2139374"/>
                  </a:lnTo>
                  <a:lnTo>
                    <a:pt x="7560293" y="2105039"/>
                  </a:lnTo>
                  <a:lnTo>
                    <a:pt x="7561149" y="2051425"/>
                  </a:lnTo>
                  <a:lnTo>
                    <a:pt x="7562004" y="2109941"/>
                  </a:lnTo>
                  <a:lnTo>
                    <a:pt x="7562860" y="2104463"/>
                  </a:lnTo>
                  <a:lnTo>
                    <a:pt x="7563715" y="2086621"/>
                  </a:lnTo>
                  <a:lnTo>
                    <a:pt x="7564571" y="2109766"/>
                  </a:lnTo>
                  <a:lnTo>
                    <a:pt x="7565427" y="2129708"/>
                  </a:lnTo>
                  <a:lnTo>
                    <a:pt x="7566282" y="2096960"/>
                  </a:lnTo>
                  <a:lnTo>
                    <a:pt x="7567138" y="2091175"/>
                  </a:lnTo>
                  <a:lnTo>
                    <a:pt x="7567993" y="2135704"/>
                  </a:lnTo>
                  <a:lnTo>
                    <a:pt x="7568849" y="2178386"/>
                  </a:lnTo>
                  <a:lnTo>
                    <a:pt x="7569704" y="2197764"/>
                  </a:lnTo>
                  <a:lnTo>
                    <a:pt x="7570560" y="2182676"/>
                  </a:lnTo>
                  <a:lnTo>
                    <a:pt x="7571415" y="2174118"/>
                  </a:lnTo>
                  <a:lnTo>
                    <a:pt x="7572271" y="2153876"/>
                  </a:lnTo>
                  <a:lnTo>
                    <a:pt x="7573126" y="2154214"/>
                  </a:lnTo>
                  <a:lnTo>
                    <a:pt x="7573982" y="2046871"/>
                  </a:lnTo>
                  <a:lnTo>
                    <a:pt x="7574837" y="2066019"/>
                  </a:lnTo>
                  <a:lnTo>
                    <a:pt x="7575693" y="2152261"/>
                  </a:lnTo>
                  <a:lnTo>
                    <a:pt x="7576548" y="2200607"/>
                  </a:lnTo>
                  <a:lnTo>
                    <a:pt x="7577404" y="2229968"/>
                  </a:lnTo>
                  <a:lnTo>
                    <a:pt x="7578259" y="2197017"/>
                  </a:lnTo>
                  <a:lnTo>
                    <a:pt x="7579115" y="2222314"/>
                  </a:lnTo>
                  <a:lnTo>
                    <a:pt x="7579971" y="2221680"/>
                  </a:lnTo>
                  <a:lnTo>
                    <a:pt x="7580826" y="2192917"/>
                  </a:lnTo>
                  <a:lnTo>
                    <a:pt x="7581682" y="2223773"/>
                  </a:lnTo>
                  <a:lnTo>
                    <a:pt x="7582537" y="2206999"/>
                  </a:lnTo>
                  <a:lnTo>
                    <a:pt x="7583393" y="2237002"/>
                  </a:lnTo>
                  <a:lnTo>
                    <a:pt x="7584248" y="2243465"/>
                  </a:lnTo>
                  <a:lnTo>
                    <a:pt x="7585104" y="2197759"/>
                  </a:lnTo>
                  <a:lnTo>
                    <a:pt x="7585959" y="2225129"/>
                  </a:lnTo>
                  <a:lnTo>
                    <a:pt x="7586815" y="2236970"/>
                  </a:lnTo>
                  <a:lnTo>
                    <a:pt x="7587670" y="2247191"/>
                  </a:lnTo>
                  <a:lnTo>
                    <a:pt x="7588526" y="2258341"/>
                  </a:lnTo>
                  <a:lnTo>
                    <a:pt x="7589381" y="2214885"/>
                  </a:lnTo>
                  <a:lnTo>
                    <a:pt x="7590237" y="2207910"/>
                  </a:lnTo>
                  <a:lnTo>
                    <a:pt x="7591092" y="2204368"/>
                  </a:lnTo>
                  <a:lnTo>
                    <a:pt x="7591948" y="2249230"/>
                  </a:lnTo>
                  <a:lnTo>
                    <a:pt x="7592803" y="2167730"/>
                  </a:lnTo>
                  <a:lnTo>
                    <a:pt x="7593659" y="2149863"/>
                  </a:lnTo>
                  <a:lnTo>
                    <a:pt x="7594514" y="2190175"/>
                  </a:lnTo>
                  <a:lnTo>
                    <a:pt x="7595370" y="2211062"/>
                  </a:lnTo>
                  <a:lnTo>
                    <a:pt x="7596226" y="2205929"/>
                  </a:lnTo>
                  <a:lnTo>
                    <a:pt x="7597081" y="2190955"/>
                  </a:lnTo>
                  <a:lnTo>
                    <a:pt x="7597937" y="2186949"/>
                  </a:lnTo>
                  <a:lnTo>
                    <a:pt x="7598792" y="2194861"/>
                  </a:lnTo>
                  <a:lnTo>
                    <a:pt x="7599648" y="2183933"/>
                  </a:lnTo>
                  <a:lnTo>
                    <a:pt x="7600503" y="2139722"/>
                  </a:lnTo>
                  <a:lnTo>
                    <a:pt x="7601359" y="2089332"/>
                  </a:lnTo>
                  <a:lnTo>
                    <a:pt x="7602214" y="2036698"/>
                  </a:lnTo>
                  <a:lnTo>
                    <a:pt x="7603070" y="2013621"/>
                  </a:lnTo>
                  <a:lnTo>
                    <a:pt x="7603925" y="2022867"/>
                  </a:lnTo>
                  <a:lnTo>
                    <a:pt x="7604781" y="2096329"/>
                  </a:lnTo>
                  <a:lnTo>
                    <a:pt x="7605636" y="2156429"/>
                  </a:lnTo>
                  <a:lnTo>
                    <a:pt x="7606492" y="2141956"/>
                  </a:lnTo>
                  <a:lnTo>
                    <a:pt x="7607347" y="2154334"/>
                  </a:lnTo>
                  <a:lnTo>
                    <a:pt x="7608203" y="2159611"/>
                  </a:lnTo>
                  <a:lnTo>
                    <a:pt x="7609058" y="2147249"/>
                  </a:lnTo>
                  <a:lnTo>
                    <a:pt x="7609914" y="2128604"/>
                  </a:lnTo>
                  <a:lnTo>
                    <a:pt x="7610769" y="2128332"/>
                  </a:lnTo>
                  <a:lnTo>
                    <a:pt x="7611625" y="2121504"/>
                  </a:lnTo>
                  <a:lnTo>
                    <a:pt x="7612481" y="2104524"/>
                  </a:lnTo>
                  <a:lnTo>
                    <a:pt x="7613336" y="2100406"/>
                  </a:lnTo>
                  <a:lnTo>
                    <a:pt x="7614192" y="2029889"/>
                  </a:lnTo>
                  <a:lnTo>
                    <a:pt x="7615047" y="2035825"/>
                  </a:lnTo>
                  <a:lnTo>
                    <a:pt x="7615903" y="2095317"/>
                  </a:lnTo>
                  <a:lnTo>
                    <a:pt x="7616758" y="2131661"/>
                  </a:lnTo>
                  <a:lnTo>
                    <a:pt x="7617614" y="2196339"/>
                  </a:lnTo>
                  <a:lnTo>
                    <a:pt x="7618469" y="2197369"/>
                  </a:lnTo>
                  <a:lnTo>
                    <a:pt x="7619325" y="2198208"/>
                  </a:lnTo>
                  <a:lnTo>
                    <a:pt x="7620180" y="2191733"/>
                  </a:lnTo>
                  <a:lnTo>
                    <a:pt x="7621036" y="2133640"/>
                  </a:lnTo>
                  <a:lnTo>
                    <a:pt x="7621891" y="2135109"/>
                  </a:lnTo>
                  <a:lnTo>
                    <a:pt x="7622747" y="2108716"/>
                  </a:lnTo>
                  <a:lnTo>
                    <a:pt x="7623602" y="2031471"/>
                  </a:lnTo>
                  <a:lnTo>
                    <a:pt x="7624458" y="2011662"/>
                  </a:lnTo>
                  <a:lnTo>
                    <a:pt x="7625313" y="1978373"/>
                  </a:lnTo>
                  <a:lnTo>
                    <a:pt x="7626169" y="2018024"/>
                  </a:lnTo>
                  <a:lnTo>
                    <a:pt x="7627025" y="2050568"/>
                  </a:lnTo>
                  <a:lnTo>
                    <a:pt x="7627880" y="2098856"/>
                  </a:lnTo>
                  <a:lnTo>
                    <a:pt x="7628736" y="2152068"/>
                  </a:lnTo>
                  <a:lnTo>
                    <a:pt x="7629591" y="2179686"/>
                  </a:lnTo>
                  <a:lnTo>
                    <a:pt x="7630447" y="2193612"/>
                  </a:lnTo>
                  <a:lnTo>
                    <a:pt x="7631302" y="2221582"/>
                  </a:lnTo>
                  <a:lnTo>
                    <a:pt x="7632158" y="2224871"/>
                  </a:lnTo>
                  <a:lnTo>
                    <a:pt x="7633013" y="2231329"/>
                  </a:lnTo>
                  <a:lnTo>
                    <a:pt x="7633869" y="2214462"/>
                  </a:lnTo>
                  <a:lnTo>
                    <a:pt x="7634724" y="2246205"/>
                  </a:lnTo>
                  <a:lnTo>
                    <a:pt x="7635580" y="2241876"/>
                  </a:lnTo>
                  <a:lnTo>
                    <a:pt x="7636435" y="2234958"/>
                  </a:lnTo>
                  <a:lnTo>
                    <a:pt x="7637291" y="2207839"/>
                  </a:lnTo>
                  <a:lnTo>
                    <a:pt x="7638146" y="2204291"/>
                  </a:lnTo>
                  <a:lnTo>
                    <a:pt x="7639002" y="2189317"/>
                  </a:lnTo>
                  <a:lnTo>
                    <a:pt x="7639857" y="2158994"/>
                  </a:lnTo>
                  <a:lnTo>
                    <a:pt x="7640713" y="2148793"/>
                  </a:lnTo>
                  <a:lnTo>
                    <a:pt x="7641568" y="2172180"/>
                  </a:lnTo>
                  <a:lnTo>
                    <a:pt x="7642424" y="2199441"/>
                  </a:lnTo>
                  <a:lnTo>
                    <a:pt x="7643280" y="2210190"/>
                  </a:lnTo>
                  <a:lnTo>
                    <a:pt x="7644135" y="2176845"/>
                  </a:lnTo>
                  <a:lnTo>
                    <a:pt x="7644991" y="2165563"/>
                  </a:lnTo>
                  <a:lnTo>
                    <a:pt x="7645846" y="2171880"/>
                  </a:lnTo>
                  <a:lnTo>
                    <a:pt x="7646702" y="2172500"/>
                  </a:lnTo>
                  <a:lnTo>
                    <a:pt x="7647557" y="2146865"/>
                  </a:lnTo>
                  <a:lnTo>
                    <a:pt x="7648413" y="2125898"/>
                  </a:lnTo>
                  <a:lnTo>
                    <a:pt x="7649268" y="2124181"/>
                  </a:lnTo>
                  <a:lnTo>
                    <a:pt x="7650124" y="2125095"/>
                  </a:lnTo>
                  <a:lnTo>
                    <a:pt x="7650979" y="2115264"/>
                  </a:lnTo>
                  <a:lnTo>
                    <a:pt x="7651835" y="2127720"/>
                  </a:lnTo>
                  <a:lnTo>
                    <a:pt x="7652690" y="2106207"/>
                  </a:lnTo>
                  <a:lnTo>
                    <a:pt x="7653546" y="2124863"/>
                  </a:lnTo>
                  <a:lnTo>
                    <a:pt x="7654401" y="2138388"/>
                  </a:lnTo>
                  <a:lnTo>
                    <a:pt x="7655257" y="2010086"/>
                  </a:lnTo>
                  <a:lnTo>
                    <a:pt x="7656112" y="2028502"/>
                  </a:lnTo>
                  <a:lnTo>
                    <a:pt x="7656968" y="1966789"/>
                  </a:lnTo>
                  <a:lnTo>
                    <a:pt x="7657823" y="2036450"/>
                  </a:lnTo>
                  <a:lnTo>
                    <a:pt x="7658679" y="2023730"/>
                  </a:lnTo>
                  <a:lnTo>
                    <a:pt x="7659535" y="2106171"/>
                  </a:lnTo>
                  <a:lnTo>
                    <a:pt x="7660390" y="2100069"/>
                  </a:lnTo>
                  <a:lnTo>
                    <a:pt x="7661246" y="2127485"/>
                  </a:lnTo>
                  <a:lnTo>
                    <a:pt x="7662101" y="2159716"/>
                  </a:lnTo>
                  <a:lnTo>
                    <a:pt x="7662957" y="2172628"/>
                  </a:lnTo>
                  <a:lnTo>
                    <a:pt x="7663812" y="2172924"/>
                  </a:lnTo>
                  <a:lnTo>
                    <a:pt x="7664668" y="2189626"/>
                  </a:lnTo>
                  <a:lnTo>
                    <a:pt x="7665523" y="2207796"/>
                  </a:lnTo>
                  <a:lnTo>
                    <a:pt x="7666379" y="2222814"/>
                  </a:lnTo>
                  <a:lnTo>
                    <a:pt x="7667234" y="2184744"/>
                  </a:lnTo>
                  <a:lnTo>
                    <a:pt x="7668090" y="2197953"/>
                  </a:lnTo>
                  <a:lnTo>
                    <a:pt x="7668945" y="2207861"/>
                  </a:lnTo>
                  <a:lnTo>
                    <a:pt x="7669801" y="2204708"/>
                  </a:lnTo>
                  <a:lnTo>
                    <a:pt x="7670656" y="2214635"/>
                  </a:lnTo>
                  <a:lnTo>
                    <a:pt x="7671512" y="2216044"/>
                  </a:lnTo>
                  <a:lnTo>
                    <a:pt x="7672367" y="2212322"/>
                  </a:lnTo>
                  <a:lnTo>
                    <a:pt x="7673223" y="2227145"/>
                  </a:lnTo>
                  <a:lnTo>
                    <a:pt x="7674079" y="2200004"/>
                  </a:lnTo>
                  <a:lnTo>
                    <a:pt x="7674934" y="2162523"/>
                  </a:lnTo>
                  <a:lnTo>
                    <a:pt x="7675790" y="2166188"/>
                  </a:lnTo>
                  <a:lnTo>
                    <a:pt x="7676645" y="2201023"/>
                  </a:lnTo>
                  <a:lnTo>
                    <a:pt x="7677501" y="2176509"/>
                  </a:lnTo>
                  <a:lnTo>
                    <a:pt x="7678356" y="2192793"/>
                  </a:lnTo>
                  <a:lnTo>
                    <a:pt x="7679212" y="2204661"/>
                  </a:lnTo>
                  <a:lnTo>
                    <a:pt x="7680067" y="2225190"/>
                  </a:lnTo>
                  <a:lnTo>
                    <a:pt x="7680923" y="2247707"/>
                  </a:lnTo>
                  <a:lnTo>
                    <a:pt x="7681778" y="2200874"/>
                  </a:lnTo>
                  <a:lnTo>
                    <a:pt x="7682634" y="2224616"/>
                  </a:lnTo>
                  <a:lnTo>
                    <a:pt x="7683489" y="2252056"/>
                  </a:lnTo>
                  <a:lnTo>
                    <a:pt x="7684345" y="2258915"/>
                  </a:lnTo>
                  <a:lnTo>
                    <a:pt x="7685200" y="2257082"/>
                  </a:lnTo>
                  <a:lnTo>
                    <a:pt x="7686056" y="2214506"/>
                  </a:lnTo>
                  <a:lnTo>
                    <a:pt x="7686911" y="2241198"/>
                  </a:lnTo>
                  <a:lnTo>
                    <a:pt x="7687767" y="2242653"/>
                  </a:lnTo>
                  <a:lnTo>
                    <a:pt x="7688622" y="2204174"/>
                  </a:lnTo>
                  <a:lnTo>
                    <a:pt x="7689478" y="2210224"/>
                  </a:lnTo>
                  <a:lnTo>
                    <a:pt x="7690334" y="2221343"/>
                  </a:lnTo>
                  <a:lnTo>
                    <a:pt x="7691189" y="2238931"/>
                  </a:lnTo>
                  <a:lnTo>
                    <a:pt x="7692045" y="2221005"/>
                  </a:lnTo>
                  <a:lnTo>
                    <a:pt x="7692900" y="2188865"/>
                  </a:lnTo>
                  <a:lnTo>
                    <a:pt x="7693756" y="2177626"/>
                  </a:lnTo>
                  <a:lnTo>
                    <a:pt x="7694611" y="2267616"/>
                  </a:lnTo>
                  <a:lnTo>
                    <a:pt x="7695467" y="2274829"/>
                  </a:lnTo>
                  <a:lnTo>
                    <a:pt x="7696322" y="2245072"/>
                  </a:lnTo>
                  <a:lnTo>
                    <a:pt x="7697178" y="2191838"/>
                  </a:lnTo>
                  <a:lnTo>
                    <a:pt x="7698033" y="2204663"/>
                  </a:lnTo>
                  <a:lnTo>
                    <a:pt x="7698889" y="2209928"/>
                  </a:lnTo>
                  <a:lnTo>
                    <a:pt x="7699744" y="2217550"/>
                  </a:lnTo>
                  <a:lnTo>
                    <a:pt x="7700600" y="2180334"/>
                  </a:lnTo>
                  <a:lnTo>
                    <a:pt x="7701455" y="2144798"/>
                  </a:lnTo>
                  <a:lnTo>
                    <a:pt x="7702311" y="2133062"/>
                  </a:lnTo>
                  <a:lnTo>
                    <a:pt x="7703166" y="2135424"/>
                  </a:lnTo>
                  <a:lnTo>
                    <a:pt x="7704022" y="2137872"/>
                  </a:lnTo>
                  <a:lnTo>
                    <a:pt x="7704877" y="2117759"/>
                  </a:lnTo>
                  <a:lnTo>
                    <a:pt x="7705733" y="2005349"/>
                  </a:lnTo>
                  <a:lnTo>
                    <a:pt x="7706589" y="1960337"/>
                  </a:lnTo>
                  <a:lnTo>
                    <a:pt x="7707444" y="2006438"/>
                  </a:lnTo>
                  <a:lnTo>
                    <a:pt x="7708300" y="2009955"/>
                  </a:lnTo>
                  <a:lnTo>
                    <a:pt x="7709155" y="1994405"/>
                  </a:lnTo>
                  <a:lnTo>
                    <a:pt x="7710011" y="2072902"/>
                  </a:lnTo>
                  <a:lnTo>
                    <a:pt x="7710866" y="2071628"/>
                  </a:lnTo>
                  <a:lnTo>
                    <a:pt x="7711722" y="2099490"/>
                  </a:lnTo>
                  <a:lnTo>
                    <a:pt x="7712577" y="2060787"/>
                  </a:lnTo>
                  <a:lnTo>
                    <a:pt x="7713433" y="2077223"/>
                  </a:lnTo>
                  <a:lnTo>
                    <a:pt x="7714288" y="2080161"/>
                  </a:lnTo>
                  <a:lnTo>
                    <a:pt x="7715144" y="2036416"/>
                  </a:lnTo>
                  <a:lnTo>
                    <a:pt x="7715999" y="2041613"/>
                  </a:lnTo>
                  <a:lnTo>
                    <a:pt x="7716855" y="2062480"/>
                  </a:lnTo>
                  <a:lnTo>
                    <a:pt x="7717710" y="2077565"/>
                  </a:lnTo>
                  <a:lnTo>
                    <a:pt x="7718566" y="2050505"/>
                  </a:lnTo>
                  <a:lnTo>
                    <a:pt x="7719421" y="2088028"/>
                  </a:lnTo>
                  <a:lnTo>
                    <a:pt x="7720277" y="2105454"/>
                  </a:lnTo>
                  <a:lnTo>
                    <a:pt x="7721133" y="2091265"/>
                  </a:lnTo>
                  <a:lnTo>
                    <a:pt x="7721988" y="2123655"/>
                  </a:lnTo>
                  <a:lnTo>
                    <a:pt x="7722844" y="2137501"/>
                  </a:lnTo>
                  <a:lnTo>
                    <a:pt x="7723699" y="2181514"/>
                  </a:lnTo>
                  <a:lnTo>
                    <a:pt x="7724555" y="2179406"/>
                  </a:lnTo>
                  <a:lnTo>
                    <a:pt x="7725410" y="2208208"/>
                  </a:lnTo>
                  <a:lnTo>
                    <a:pt x="7726266" y="2204609"/>
                  </a:lnTo>
                  <a:lnTo>
                    <a:pt x="7727121" y="2184697"/>
                  </a:lnTo>
                  <a:lnTo>
                    <a:pt x="7727977" y="2176651"/>
                  </a:lnTo>
                  <a:lnTo>
                    <a:pt x="7728832" y="2131430"/>
                  </a:lnTo>
                  <a:lnTo>
                    <a:pt x="7729688" y="2162284"/>
                  </a:lnTo>
                  <a:lnTo>
                    <a:pt x="7730543" y="2155188"/>
                  </a:lnTo>
                  <a:lnTo>
                    <a:pt x="7731399" y="2157642"/>
                  </a:lnTo>
                  <a:lnTo>
                    <a:pt x="7732254" y="2187766"/>
                  </a:lnTo>
                  <a:lnTo>
                    <a:pt x="7733110" y="2165789"/>
                  </a:lnTo>
                  <a:lnTo>
                    <a:pt x="7733965" y="2104690"/>
                  </a:lnTo>
                  <a:lnTo>
                    <a:pt x="7734821" y="2120589"/>
                  </a:lnTo>
                  <a:lnTo>
                    <a:pt x="7735676" y="2138429"/>
                  </a:lnTo>
                  <a:lnTo>
                    <a:pt x="7736532" y="2126782"/>
                  </a:lnTo>
                  <a:lnTo>
                    <a:pt x="7737388" y="2094022"/>
                  </a:lnTo>
                  <a:lnTo>
                    <a:pt x="7738243" y="2138917"/>
                  </a:lnTo>
                  <a:lnTo>
                    <a:pt x="7739099" y="2111404"/>
                  </a:lnTo>
                  <a:lnTo>
                    <a:pt x="7739954" y="2164975"/>
                  </a:lnTo>
                  <a:lnTo>
                    <a:pt x="7740810" y="2135189"/>
                  </a:lnTo>
                  <a:lnTo>
                    <a:pt x="7741665" y="2104693"/>
                  </a:lnTo>
                  <a:lnTo>
                    <a:pt x="7742521" y="2024087"/>
                  </a:lnTo>
                  <a:lnTo>
                    <a:pt x="7743376" y="2045004"/>
                  </a:lnTo>
                  <a:lnTo>
                    <a:pt x="7744232" y="2080033"/>
                  </a:lnTo>
                  <a:lnTo>
                    <a:pt x="7745087" y="2097226"/>
                  </a:lnTo>
                  <a:lnTo>
                    <a:pt x="7745943" y="2140343"/>
                  </a:lnTo>
                  <a:lnTo>
                    <a:pt x="7746798" y="2162738"/>
                  </a:lnTo>
                  <a:lnTo>
                    <a:pt x="7747654" y="2098369"/>
                  </a:lnTo>
                  <a:lnTo>
                    <a:pt x="7748509" y="2006381"/>
                  </a:lnTo>
                  <a:lnTo>
                    <a:pt x="7749365" y="2082762"/>
                  </a:lnTo>
                  <a:lnTo>
                    <a:pt x="7750220" y="2127152"/>
                  </a:lnTo>
                  <a:lnTo>
                    <a:pt x="7751076" y="2162939"/>
                  </a:lnTo>
                  <a:lnTo>
                    <a:pt x="7751931" y="2126201"/>
                  </a:lnTo>
                  <a:lnTo>
                    <a:pt x="7752787" y="2128437"/>
                  </a:lnTo>
                  <a:lnTo>
                    <a:pt x="7753643" y="2157553"/>
                  </a:lnTo>
                  <a:lnTo>
                    <a:pt x="7754498" y="2113942"/>
                  </a:lnTo>
                  <a:lnTo>
                    <a:pt x="7755354" y="2071705"/>
                  </a:lnTo>
                  <a:lnTo>
                    <a:pt x="7756209" y="2049536"/>
                  </a:lnTo>
                  <a:lnTo>
                    <a:pt x="7757065" y="1970663"/>
                  </a:lnTo>
                  <a:lnTo>
                    <a:pt x="7757920" y="1932538"/>
                  </a:lnTo>
                  <a:lnTo>
                    <a:pt x="7758776" y="1926672"/>
                  </a:lnTo>
                  <a:lnTo>
                    <a:pt x="7759631" y="1917471"/>
                  </a:lnTo>
                  <a:lnTo>
                    <a:pt x="7760487" y="1976574"/>
                  </a:lnTo>
                  <a:lnTo>
                    <a:pt x="7761342" y="1988257"/>
                  </a:lnTo>
                  <a:lnTo>
                    <a:pt x="7762198" y="1930257"/>
                  </a:lnTo>
                  <a:lnTo>
                    <a:pt x="7763053" y="1885332"/>
                  </a:lnTo>
                  <a:lnTo>
                    <a:pt x="7763909" y="1897917"/>
                  </a:lnTo>
                  <a:lnTo>
                    <a:pt x="7764764" y="1908047"/>
                  </a:lnTo>
                  <a:lnTo>
                    <a:pt x="7765620" y="1922044"/>
                  </a:lnTo>
                  <a:lnTo>
                    <a:pt x="7766475" y="1972546"/>
                  </a:lnTo>
                  <a:lnTo>
                    <a:pt x="7767331" y="2013133"/>
                  </a:lnTo>
                  <a:lnTo>
                    <a:pt x="7768186" y="2063428"/>
                  </a:lnTo>
                  <a:lnTo>
                    <a:pt x="7769042" y="2097982"/>
                  </a:lnTo>
                  <a:lnTo>
                    <a:pt x="7769898" y="2126764"/>
                  </a:lnTo>
                  <a:lnTo>
                    <a:pt x="7770753" y="2182963"/>
                  </a:lnTo>
                  <a:lnTo>
                    <a:pt x="7771609" y="2162106"/>
                  </a:lnTo>
                  <a:lnTo>
                    <a:pt x="7772464" y="2179176"/>
                  </a:lnTo>
                  <a:lnTo>
                    <a:pt x="7773320" y="2183588"/>
                  </a:lnTo>
                  <a:lnTo>
                    <a:pt x="7774175" y="2154084"/>
                  </a:lnTo>
                  <a:lnTo>
                    <a:pt x="7775031" y="2116495"/>
                  </a:lnTo>
                  <a:lnTo>
                    <a:pt x="7775886" y="2064962"/>
                  </a:lnTo>
                  <a:lnTo>
                    <a:pt x="7776742" y="2101597"/>
                  </a:lnTo>
                  <a:lnTo>
                    <a:pt x="7777597" y="2158994"/>
                  </a:lnTo>
                  <a:lnTo>
                    <a:pt x="7778453" y="2135794"/>
                  </a:lnTo>
                  <a:lnTo>
                    <a:pt x="7779308" y="2068006"/>
                  </a:lnTo>
                  <a:lnTo>
                    <a:pt x="7780164" y="2031557"/>
                  </a:lnTo>
                  <a:lnTo>
                    <a:pt x="7781019" y="2129012"/>
                  </a:lnTo>
                  <a:lnTo>
                    <a:pt x="7781875" y="2178839"/>
                  </a:lnTo>
                  <a:lnTo>
                    <a:pt x="7782730" y="2157790"/>
                  </a:lnTo>
                  <a:lnTo>
                    <a:pt x="7783586" y="2163402"/>
                  </a:lnTo>
                  <a:lnTo>
                    <a:pt x="7784442" y="2246018"/>
                  </a:lnTo>
                  <a:lnTo>
                    <a:pt x="7785297" y="2249480"/>
                  </a:lnTo>
                  <a:lnTo>
                    <a:pt x="7786153" y="2234137"/>
                  </a:lnTo>
                  <a:lnTo>
                    <a:pt x="7787008" y="2174559"/>
                  </a:lnTo>
                  <a:lnTo>
                    <a:pt x="7787864" y="2149328"/>
                  </a:lnTo>
                  <a:lnTo>
                    <a:pt x="7788719" y="2111738"/>
                  </a:lnTo>
                  <a:lnTo>
                    <a:pt x="7789575" y="2111620"/>
                  </a:lnTo>
                  <a:lnTo>
                    <a:pt x="7790430" y="2049086"/>
                  </a:lnTo>
                  <a:lnTo>
                    <a:pt x="7791286" y="2021917"/>
                  </a:lnTo>
                  <a:lnTo>
                    <a:pt x="7792141" y="2014845"/>
                  </a:lnTo>
                  <a:lnTo>
                    <a:pt x="7792997" y="2059699"/>
                  </a:lnTo>
                  <a:lnTo>
                    <a:pt x="7793852" y="2002550"/>
                  </a:lnTo>
                  <a:lnTo>
                    <a:pt x="7794708" y="1947855"/>
                  </a:lnTo>
                  <a:lnTo>
                    <a:pt x="7795563" y="1989073"/>
                  </a:lnTo>
                  <a:lnTo>
                    <a:pt x="7796419" y="2031067"/>
                  </a:lnTo>
                  <a:lnTo>
                    <a:pt x="7797274" y="2102445"/>
                  </a:lnTo>
                  <a:lnTo>
                    <a:pt x="7798130" y="2120233"/>
                  </a:lnTo>
                  <a:lnTo>
                    <a:pt x="7798985" y="2100953"/>
                  </a:lnTo>
                  <a:lnTo>
                    <a:pt x="7799841" y="2065590"/>
                  </a:lnTo>
                  <a:lnTo>
                    <a:pt x="7800697" y="1987595"/>
                  </a:lnTo>
                  <a:lnTo>
                    <a:pt x="7801552" y="1969338"/>
                  </a:lnTo>
                  <a:lnTo>
                    <a:pt x="7802408" y="2010270"/>
                  </a:lnTo>
                  <a:lnTo>
                    <a:pt x="7803263" y="2006277"/>
                  </a:lnTo>
                  <a:lnTo>
                    <a:pt x="7804119" y="1998539"/>
                  </a:lnTo>
                  <a:lnTo>
                    <a:pt x="7804974" y="1998317"/>
                  </a:lnTo>
                  <a:lnTo>
                    <a:pt x="7805830" y="2112517"/>
                  </a:lnTo>
                  <a:lnTo>
                    <a:pt x="7806685" y="2153512"/>
                  </a:lnTo>
                  <a:lnTo>
                    <a:pt x="7807541" y="2153324"/>
                  </a:lnTo>
                  <a:lnTo>
                    <a:pt x="7808396" y="2122624"/>
                  </a:lnTo>
                  <a:lnTo>
                    <a:pt x="7809252" y="2101115"/>
                  </a:lnTo>
                  <a:lnTo>
                    <a:pt x="7810107" y="2100498"/>
                  </a:lnTo>
                  <a:lnTo>
                    <a:pt x="7810963" y="2083317"/>
                  </a:lnTo>
                  <a:lnTo>
                    <a:pt x="7811818" y="2043894"/>
                  </a:lnTo>
                  <a:lnTo>
                    <a:pt x="7812674" y="2012789"/>
                  </a:lnTo>
                  <a:lnTo>
                    <a:pt x="7813529" y="2000710"/>
                  </a:lnTo>
                  <a:lnTo>
                    <a:pt x="7814385" y="2086671"/>
                  </a:lnTo>
                  <a:lnTo>
                    <a:pt x="7815240" y="2016617"/>
                  </a:lnTo>
                  <a:lnTo>
                    <a:pt x="7816096" y="1936762"/>
                  </a:lnTo>
                  <a:lnTo>
                    <a:pt x="7816952" y="1926863"/>
                  </a:lnTo>
                  <a:lnTo>
                    <a:pt x="7817807" y="1933942"/>
                  </a:lnTo>
                  <a:lnTo>
                    <a:pt x="7818663" y="1960211"/>
                  </a:lnTo>
                  <a:lnTo>
                    <a:pt x="7819518" y="1966421"/>
                  </a:lnTo>
                  <a:lnTo>
                    <a:pt x="7820374" y="1888942"/>
                  </a:lnTo>
                  <a:lnTo>
                    <a:pt x="7821229" y="1919893"/>
                  </a:lnTo>
                  <a:lnTo>
                    <a:pt x="7822085" y="1924789"/>
                  </a:lnTo>
                  <a:lnTo>
                    <a:pt x="7822940" y="2001218"/>
                  </a:lnTo>
                  <a:lnTo>
                    <a:pt x="7823796" y="2037017"/>
                  </a:lnTo>
                  <a:lnTo>
                    <a:pt x="7824651" y="1996225"/>
                  </a:lnTo>
                  <a:lnTo>
                    <a:pt x="7825507" y="2046356"/>
                  </a:lnTo>
                  <a:lnTo>
                    <a:pt x="7826362" y="2010928"/>
                  </a:lnTo>
                  <a:lnTo>
                    <a:pt x="7827218" y="1934652"/>
                  </a:lnTo>
                  <a:lnTo>
                    <a:pt x="7828073" y="1860106"/>
                  </a:lnTo>
                  <a:lnTo>
                    <a:pt x="7828929" y="1908679"/>
                  </a:lnTo>
                  <a:lnTo>
                    <a:pt x="7829784" y="1887003"/>
                  </a:lnTo>
                  <a:lnTo>
                    <a:pt x="7830640" y="1887927"/>
                  </a:lnTo>
                  <a:lnTo>
                    <a:pt x="7831496" y="1801538"/>
                  </a:lnTo>
                  <a:lnTo>
                    <a:pt x="7832351" y="1906541"/>
                  </a:lnTo>
                  <a:lnTo>
                    <a:pt x="7833207" y="1913572"/>
                  </a:lnTo>
                  <a:lnTo>
                    <a:pt x="7834062" y="1805677"/>
                  </a:lnTo>
                  <a:lnTo>
                    <a:pt x="7834918" y="1817015"/>
                  </a:lnTo>
                  <a:lnTo>
                    <a:pt x="7835773" y="1970813"/>
                  </a:lnTo>
                  <a:lnTo>
                    <a:pt x="7836629" y="1994376"/>
                  </a:lnTo>
                  <a:lnTo>
                    <a:pt x="7837484" y="2031176"/>
                  </a:lnTo>
                  <a:lnTo>
                    <a:pt x="7838340" y="1978477"/>
                  </a:lnTo>
                  <a:lnTo>
                    <a:pt x="7839195" y="1921776"/>
                  </a:lnTo>
                  <a:lnTo>
                    <a:pt x="7840051" y="1937955"/>
                  </a:lnTo>
                  <a:lnTo>
                    <a:pt x="7840906" y="1846259"/>
                  </a:lnTo>
                  <a:lnTo>
                    <a:pt x="7841762" y="1729458"/>
                  </a:lnTo>
                  <a:lnTo>
                    <a:pt x="7842617" y="1660878"/>
                  </a:lnTo>
                  <a:lnTo>
                    <a:pt x="7843473" y="1721134"/>
                  </a:lnTo>
                  <a:lnTo>
                    <a:pt x="7844328" y="1704179"/>
                  </a:lnTo>
                  <a:lnTo>
                    <a:pt x="7845184" y="1577192"/>
                  </a:lnTo>
                  <a:lnTo>
                    <a:pt x="7846039" y="1549389"/>
                  </a:lnTo>
                  <a:lnTo>
                    <a:pt x="7846895" y="1503528"/>
                  </a:lnTo>
                  <a:lnTo>
                    <a:pt x="7847751" y="1559868"/>
                  </a:lnTo>
                  <a:lnTo>
                    <a:pt x="7848606" y="1549893"/>
                  </a:lnTo>
                  <a:lnTo>
                    <a:pt x="7849462" y="1617000"/>
                  </a:lnTo>
                  <a:lnTo>
                    <a:pt x="7850317" y="1622474"/>
                  </a:lnTo>
                  <a:lnTo>
                    <a:pt x="7851173" y="1684485"/>
                  </a:lnTo>
                  <a:lnTo>
                    <a:pt x="7852028" y="1707249"/>
                  </a:lnTo>
                  <a:lnTo>
                    <a:pt x="7852884" y="1689333"/>
                  </a:lnTo>
                  <a:lnTo>
                    <a:pt x="7853739" y="1711725"/>
                  </a:lnTo>
                  <a:lnTo>
                    <a:pt x="7854595" y="1699025"/>
                  </a:lnTo>
                  <a:lnTo>
                    <a:pt x="7855450" y="1655714"/>
                  </a:lnTo>
                  <a:lnTo>
                    <a:pt x="7856306" y="1536119"/>
                  </a:lnTo>
                  <a:lnTo>
                    <a:pt x="7857161" y="1508561"/>
                  </a:lnTo>
                  <a:lnTo>
                    <a:pt x="7858017" y="1461572"/>
                  </a:lnTo>
                  <a:lnTo>
                    <a:pt x="7858872" y="1399505"/>
                  </a:lnTo>
                  <a:lnTo>
                    <a:pt x="7859728" y="1308440"/>
                  </a:lnTo>
                  <a:lnTo>
                    <a:pt x="7860583" y="1387836"/>
                  </a:lnTo>
                  <a:lnTo>
                    <a:pt x="7861439" y="1306230"/>
                  </a:lnTo>
                  <a:lnTo>
                    <a:pt x="7862294" y="1219098"/>
                  </a:lnTo>
                  <a:lnTo>
                    <a:pt x="7863150" y="1168449"/>
                  </a:lnTo>
                  <a:lnTo>
                    <a:pt x="7864006" y="1036846"/>
                  </a:lnTo>
                  <a:lnTo>
                    <a:pt x="7864861" y="1012445"/>
                  </a:lnTo>
                  <a:lnTo>
                    <a:pt x="7865717" y="1110047"/>
                  </a:lnTo>
                  <a:lnTo>
                    <a:pt x="7866572" y="1075645"/>
                  </a:lnTo>
                  <a:lnTo>
                    <a:pt x="7867428" y="1204592"/>
                  </a:lnTo>
                  <a:lnTo>
                    <a:pt x="7868283" y="1273397"/>
                  </a:lnTo>
                  <a:lnTo>
                    <a:pt x="7869139" y="1286777"/>
                  </a:lnTo>
                  <a:lnTo>
                    <a:pt x="7869994" y="1283875"/>
                  </a:lnTo>
                  <a:lnTo>
                    <a:pt x="7870850" y="1252698"/>
                  </a:lnTo>
                  <a:lnTo>
                    <a:pt x="7871705" y="1243266"/>
                  </a:lnTo>
                  <a:lnTo>
                    <a:pt x="7872561" y="1201314"/>
                  </a:lnTo>
                  <a:lnTo>
                    <a:pt x="7873416" y="1223137"/>
                  </a:lnTo>
                  <a:lnTo>
                    <a:pt x="7874272" y="1113172"/>
                  </a:lnTo>
                  <a:lnTo>
                    <a:pt x="7875127" y="1010089"/>
                  </a:lnTo>
                  <a:lnTo>
                    <a:pt x="7875983" y="1044498"/>
                  </a:lnTo>
                  <a:lnTo>
                    <a:pt x="7876838" y="1006490"/>
                  </a:lnTo>
                  <a:lnTo>
                    <a:pt x="7877694" y="1057520"/>
                  </a:lnTo>
                  <a:lnTo>
                    <a:pt x="7878550" y="1050798"/>
                  </a:lnTo>
                  <a:lnTo>
                    <a:pt x="7879405" y="1118628"/>
                  </a:lnTo>
                  <a:lnTo>
                    <a:pt x="7880261" y="1154382"/>
                  </a:lnTo>
                  <a:lnTo>
                    <a:pt x="7881116" y="1135575"/>
                  </a:lnTo>
                  <a:lnTo>
                    <a:pt x="7881972" y="1218202"/>
                  </a:lnTo>
                  <a:lnTo>
                    <a:pt x="7882827" y="1252891"/>
                  </a:lnTo>
                  <a:lnTo>
                    <a:pt x="7883683" y="1248249"/>
                  </a:lnTo>
                  <a:lnTo>
                    <a:pt x="7884538" y="1343415"/>
                  </a:lnTo>
                  <a:lnTo>
                    <a:pt x="7885394" y="1494505"/>
                  </a:lnTo>
                  <a:lnTo>
                    <a:pt x="7886249" y="1569964"/>
                  </a:lnTo>
                  <a:lnTo>
                    <a:pt x="7887105" y="1653096"/>
                  </a:lnTo>
                  <a:lnTo>
                    <a:pt x="7887960" y="1609168"/>
                  </a:lnTo>
                  <a:lnTo>
                    <a:pt x="7888816" y="1635803"/>
                  </a:lnTo>
                  <a:lnTo>
                    <a:pt x="7889671" y="1684167"/>
                  </a:lnTo>
                  <a:lnTo>
                    <a:pt x="7890527" y="1626224"/>
                  </a:lnTo>
                  <a:lnTo>
                    <a:pt x="7891382" y="1661760"/>
                  </a:lnTo>
                  <a:lnTo>
                    <a:pt x="7892238" y="1653077"/>
                  </a:lnTo>
                  <a:lnTo>
                    <a:pt x="7893093" y="1583099"/>
                  </a:lnTo>
                  <a:lnTo>
                    <a:pt x="7893949" y="1574917"/>
                  </a:lnTo>
                  <a:lnTo>
                    <a:pt x="7894805" y="1570505"/>
                  </a:lnTo>
                  <a:lnTo>
                    <a:pt x="7895660" y="1572427"/>
                  </a:lnTo>
                  <a:lnTo>
                    <a:pt x="7896516" y="1591418"/>
                  </a:lnTo>
                  <a:lnTo>
                    <a:pt x="7897371" y="1636942"/>
                  </a:lnTo>
                  <a:lnTo>
                    <a:pt x="7898227" y="1717939"/>
                  </a:lnTo>
                  <a:lnTo>
                    <a:pt x="7899082" y="1808813"/>
                  </a:lnTo>
                  <a:lnTo>
                    <a:pt x="7899938" y="1810637"/>
                  </a:lnTo>
                  <a:lnTo>
                    <a:pt x="7900793" y="1812854"/>
                  </a:lnTo>
                  <a:lnTo>
                    <a:pt x="7901649" y="1889512"/>
                  </a:lnTo>
                  <a:lnTo>
                    <a:pt x="7902504" y="2025970"/>
                  </a:lnTo>
                  <a:lnTo>
                    <a:pt x="7903360" y="2021329"/>
                  </a:lnTo>
                  <a:lnTo>
                    <a:pt x="7904215" y="2007717"/>
                  </a:lnTo>
                  <a:lnTo>
                    <a:pt x="7905071" y="1997194"/>
                  </a:lnTo>
                  <a:lnTo>
                    <a:pt x="7905926" y="1943547"/>
                  </a:lnTo>
                  <a:lnTo>
                    <a:pt x="7906782" y="1910818"/>
                  </a:lnTo>
                  <a:lnTo>
                    <a:pt x="7907637" y="1902998"/>
                  </a:lnTo>
                  <a:lnTo>
                    <a:pt x="7908493" y="1883329"/>
                  </a:lnTo>
                  <a:lnTo>
                    <a:pt x="7909348" y="1902588"/>
                  </a:lnTo>
                  <a:lnTo>
                    <a:pt x="7910204" y="1939375"/>
                  </a:lnTo>
                  <a:lnTo>
                    <a:pt x="7911060" y="1889832"/>
                  </a:lnTo>
                  <a:lnTo>
                    <a:pt x="7911915" y="1921810"/>
                  </a:lnTo>
                  <a:lnTo>
                    <a:pt x="7912771" y="1888755"/>
                  </a:lnTo>
                  <a:lnTo>
                    <a:pt x="7913626" y="1961900"/>
                  </a:lnTo>
                  <a:lnTo>
                    <a:pt x="7914482" y="1974691"/>
                  </a:lnTo>
                  <a:lnTo>
                    <a:pt x="7915337" y="1910565"/>
                  </a:lnTo>
                  <a:lnTo>
                    <a:pt x="7916193" y="1960388"/>
                  </a:lnTo>
                  <a:lnTo>
                    <a:pt x="7917048" y="1956924"/>
                  </a:lnTo>
                  <a:lnTo>
                    <a:pt x="7917904" y="1984177"/>
                  </a:lnTo>
                  <a:lnTo>
                    <a:pt x="7918759" y="2002300"/>
                  </a:lnTo>
                  <a:lnTo>
                    <a:pt x="7919615" y="1962063"/>
                  </a:lnTo>
                  <a:lnTo>
                    <a:pt x="7920470" y="1984003"/>
                  </a:lnTo>
                  <a:lnTo>
                    <a:pt x="7921326" y="1961427"/>
                  </a:lnTo>
                  <a:lnTo>
                    <a:pt x="7922181" y="1960723"/>
                  </a:lnTo>
                  <a:lnTo>
                    <a:pt x="7923037" y="2001838"/>
                  </a:lnTo>
                  <a:lnTo>
                    <a:pt x="7923892" y="2062972"/>
                  </a:lnTo>
                  <a:lnTo>
                    <a:pt x="7924748" y="2105958"/>
                  </a:lnTo>
                  <a:lnTo>
                    <a:pt x="7925604" y="2139469"/>
                  </a:lnTo>
                  <a:lnTo>
                    <a:pt x="7926459" y="2091994"/>
                  </a:lnTo>
                  <a:lnTo>
                    <a:pt x="7927315" y="2180169"/>
                  </a:lnTo>
                  <a:lnTo>
                    <a:pt x="7928170" y="2205907"/>
                  </a:lnTo>
                  <a:lnTo>
                    <a:pt x="7929026" y="2159296"/>
                  </a:lnTo>
                  <a:lnTo>
                    <a:pt x="7929881" y="2099213"/>
                  </a:lnTo>
                  <a:lnTo>
                    <a:pt x="7930737" y="2088417"/>
                  </a:lnTo>
                  <a:lnTo>
                    <a:pt x="7931592" y="2143464"/>
                  </a:lnTo>
                  <a:lnTo>
                    <a:pt x="7932448" y="2144095"/>
                  </a:lnTo>
                  <a:lnTo>
                    <a:pt x="7933303" y="2140427"/>
                  </a:lnTo>
                  <a:lnTo>
                    <a:pt x="7934159" y="2107270"/>
                  </a:lnTo>
                  <a:lnTo>
                    <a:pt x="7935014" y="2113572"/>
                  </a:lnTo>
                  <a:lnTo>
                    <a:pt x="7935870" y="2048036"/>
                  </a:lnTo>
                  <a:lnTo>
                    <a:pt x="7936725" y="1987139"/>
                  </a:lnTo>
                  <a:lnTo>
                    <a:pt x="7937581" y="2014736"/>
                  </a:lnTo>
                  <a:lnTo>
                    <a:pt x="7938436" y="2080589"/>
                  </a:lnTo>
                  <a:lnTo>
                    <a:pt x="7939292" y="2087713"/>
                  </a:lnTo>
                  <a:lnTo>
                    <a:pt x="7940147" y="2087776"/>
                  </a:lnTo>
                  <a:lnTo>
                    <a:pt x="7941003" y="2163192"/>
                  </a:lnTo>
                  <a:lnTo>
                    <a:pt x="7941859" y="2189966"/>
                  </a:lnTo>
                  <a:lnTo>
                    <a:pt x="7942714" y="2190817"/>
                  </a:lnTo>
                  <a:lnTo>
                    <a:pt x="7943570" y="2187916"/>
                  </a:lnTo>
                  <a:lnTo>
                    <a:pt x="7944425" y="2250743"/>
                  </a:lnTo>
                  <a:lnTo>
                    <a:pt x="7945281" y="2271223"/>
                  </a:lnTo>
                  <a:lnTo>
                    <a:pt x="7946136" y="2278200"/>
                  </a:lnTo>
                  <a:lnTo>
                    <a:pt x="7946992" y="2239934"/>
                  </a:lnTo>
                  <a:lnTo>
                    <a:pt x="7947847" y="2235634"/>
                  </a:lnTo>
                  <a:lnTo>
                    <a:pt x="7948703" y="2224089"/>
                  </a:lnTo>
                  <a:lnTo>
                    <a:pt x="7949558" y="2188318"/>
                  </a:lnTo>
                  <a:lnTo>
                    <a:pt x="7950414" y="2081628"/>
                  </a:lnTo>
                  <a:lnTo>
                    <a:pt x="7951269" y="2120573"/>
                  </a:lnTo>
                  <a:lnTo>
                    <a:pt x="7952125" y="2152661"/>
                  </a:lnTo>
                  <a:lnTo>
                    <a:pt x="7952980" y="2143288"/>
                  </a:lnTo>
                  <a:lnTo>
                    <a:pt x="7953836" y="2140156"/>
                  </a:lnTo>
                  <a:lnTo>
                    <a:pt x="7954691" y="2113140"/>
                  </a:lnTo>
                  <a:lnTo>
                    <a:pt x="7955547" y="2128674"/>
                  </a:lnTo>
                  <a:lnTo>
                    <a:pt x="7956402" y="2175347"/>
                  </a:lnTo>
                  <a:lnTo>
                    <a:pt x="7957258" y="2181827"/>
                  </a:lnTo>
                  <a:lnTo>
                    <a:pt x="7958114" y="2166470"/>
                  </a:lnTo>
                  <a:lnTo>
                    <a:pt x="7958969" y="2112299"/>
                  </a:lnTo>
                  <a:lnTo>
                    <a:pt x="7959825" y="2167622"/>
                  </a:lnTo>
                  <a:lnTo>
                    <a:pt x="7960680" y="2177604"/>
                  </a:lnTo>
                  <a:lnTo>
                    <a:pt x="7961536" y="2187190"/>
                  </a:lnTo>
                  <a:lnTo>
                    <a:pt x="7962391" y="2186902"/>
                  </a:lnTo>
                  <a:lnTo>
                    <a:pt x="7963247" y="2153482"/>
                  </a:lnTo>
                  <a:lnTo>
                    <a:pt x="7964102" y="2146769"/>
                  </a:lnTo>
                  <a:lnTo>
                    <a:pt x="7964958" y="2149871"/>
                  </a:lnTo>
                  <a:lnTo>
                    <a:pt x="7965813" y="2156161"/>
                  </a:lnTo>
                  <a:lnTo>
                    <a:pt x="7966669" y="2139823"/>
                  </a:lnTo>
                  <a:lnTo>
                    <a:pt x="7967524" y="2075259"/>
                  </a:lnTo>
                  <a:lnTo>
                    <a:pt x="7968380" y="2076501"/>
                  </a:lnTo>
                  <a:lnTo>
                    <a:pt x="7969235" y="1974875"/>
                  </a:lnTo>
                  <a:lnTo>
                    <a:pt x="7970091" y="1955542"/>
                  </a:lnTo>
                  <a:lnTo>
                    <a:pt x="7970946" y="1939611"/>
                  </a:lnTo>
                  <a:lnTo>
                    <a:pt x="7971802" y="1886003"/>
                  </a:lnTo>
                  <a:lnTo>
                    <a:pt x="7972658" y="1933260"/>
                  </a:lnTo>
                  <a:lnTo>
                    <a:pt x="7973513" y="1937694"/>
                  </a:lnTo>
                  <a:lnTo>
                    <a:pt x="7974369" y="1961089"/>
                  </a:lnTo>
                  <a:lnTo>
                    <a:pt x="7975224" y="1992680"/>
                  </a:lnTo>
                  <a:lnTo>
                    <a:pt x="7976080" y="2066481"/>
                  </a:lnTo>
                  <a:lnTo>
                    <a:pt x="7976935" y="2092020"/>
                  </a:lnTo>
                  <a:lnTo>
                    <a:pt x="7977791" y="2100128"/>
                  </a:lnTo>
                  <a:lnTo>
                    <a:pt x="7978646" y="2129948"/>
                  </a:lnTo>
                  <a:lnTo>
                    <a:pt x="7979502" y="2171242"/>
                  </a:lnTo>
                  <a:lnTo>
                    <a:pt x="7980357" y="2196026"/>
                  </a:lnTo>
                  <a:lnTo>
                    <a:pt x="7981213" y="2167628"/>
                  </a:lnTo>
                  <a:lnTo>
                    <a:pt x="7982068" y="2168199"/>
                  </a:lnTo>
                  <a:lnTo>
                    <a:pt x="7982924" y="2151842"/>
                  </a:lnTo>
                  <a:lnTo>
                    <a:pt x="7983779" y="2061588"/>
                  </a:lnTo>
                  <a:lnTo>
                    <a:pt x="7984635" y="2017468"/>
                  </a:lnTo>
                  <a:lnTo>
                    <a:pt x="7985490" y="1992732"/>
                  </a:lnTo>
                  <a:lnTo>
                    <a:pt x="7986346" y="2009950"/>
                  </a:lnTo>
                  <a:lnTo>
                    <a:pt x="7987201" y="1996869"/>
                  </a:lnTo>
                  <a:lnTo>
                    <a:pt x="7988057" y="1952430"/>
                  </a:lnTo>
                  <a:lnTo>
                    <a:pt x="7988913" y="1927854"/>
                  </a:lnTo>
                  <a:lnTo>
                    <a:pt x="7989768" y="1928521"/>
                  </a:lnTo>
                  <a:lnTo>
                    <a:pt x="7990624" y="1961292"/>
                  </a:lnTo>
                  <a:lnTo>
                    <a:pt x="7991479" y="1918866"/>
                  </a:lnTo>
                  <a:lnTo>
                    <a:pt x="7992335" y="1921448"/>
                  </a:lnTo>
                  <a:lnTo>
                    <a:pt x="7993190" y="1934146"/>
                  </a:lnTo>
                  <a:lnTo>
                    <a:pt x="7994046" y="2057762"/>
                  </a:lnTo>
                  <a:lnTo>
                    <a:pt x="7994901" y="2061098"/>
                  </a:lnTo>
                  <a:lnTo>
                    <a:pt x="7995757" y="2045436"/>
                  </a:lnTo>
                  <a:lnTo>
                    <a:pt x="7996612" y="1987667"/>
                  </a:lnTo>
                  <a:lnTo>
                    <a:pt x="7997468" y="2088511"/>
                  </a:lnTo>
                  <a:lnTo>
                    <a:pt x="7998323" y="2094162"/>
                  </a:lnTo>
                  <a:lnTo>
                    <a:pt x="7999179" y="2108816"/>
                  </a:lnTo>
                  <a:lnTo>
                    <a:pt x="8000034" y="2089696"/>
                  </a:lnTo>
                  <a:lnTo>
                    <a:pt x="8000890" y="2079069"/>
                  </a:lnTo>
                  <a:lnTo>
                    <a:pt x="8001745" y="1948799"/>
                  </a:lnTo>
                  <a:lnTo>
                    <a:pt x="8002601" y="1925937"/>
                  </a:lnTo>
                  <a:lnTo>
                    <a:pt x="8003456" y="1914814"/>
                  </a:lnTo>
                  <a:lnTo>
                    <a:pt x="8004312" y="1918680"/>
                  </a:lnTo>
                  <a:lnTo>
                    <a:pt x="8005168" y="1913269"/>
                  </a:lnTo>
                  <a:lnTo>
                    <a:pt x="8006023" y="1947937"/>
                  </a:lnTo>
                  <a:lnTo>
                    <a:pt x="8006879" y="1979674"/>
                  </a:lnTo>
                  <a:lnTo>
                    <a:pt x="8007734" y="1984142"/>
                  </a:lnTo>
                  <a:lnTo>
                    <a:pt x="8008590" y="1997924"/>
                  </a:lnTo>
                  <a:lnTo>
                    <a:pt x="8009445" y="2086917"/>
                  </a:lnTo>
                  <a:lnTo>
                    <a:pt x="8010301" y="2090739"/>
                  </a:lnTo>
                  <a:lnTo>
                    <a:pt x="8011156" y="2137564"/>
                  </a:lnTo>
                  <a:lnTo>
                    <a:pt x="8012012" y="2140842"/>
                  </a:lnTo>
                  <a:lnTo>
                    <a:pt x="8012867" y="2150357"/>
                  </a:lnTo>
                  <a:lnTo>
                    <a:pt x="8013723" y="2175144"/>
                  </a:lnTo>
                  <a:lnTo>
                    <a:pt x="8014578" y="2178862"/>
                  </a:lnTo>
                  <a:lnTo>
                    <a:pt x="8015434" y="2192980"/>
                  </a:lnTo>
                  <a:lnTo>
                    <a:pt x="8016289" y="2180482"/>
                  </a:lnTo>
                  <a:lnTo>
                    <a:pt x="8017145" y="2130171"/>
                  </a:lnTo>
                  <a:lnTo>
                    <a:pt x="8018000" y="2087339"/>
                  </a:lnTo>
                  <a:lnTo>
                    <a:pt x="8018856" y="2101218"/>
                  </a:lnTo>
                  <a:lnTo>
                    <a:pt x="8019711" y="2074499"/>
                  </a:lnTo>
                  <a:lnTo>
                    <a:pt x="8020567" y="2044553"/>
                  </a:lnTo>
                  <a:lnTo>
                    <a:pt x="8021423" y="1936322"/>
                  </a:lnTo>
                  <a:lnTo>
                    <a:pt x="8022278" y="1951371"/>
                  </a:lnTo>
                  <a:lnTo>
                    <a:pt x="8023134" y="1958456"/>
                  </a:lnTo>
                  <a:lnTo>
                    <a:pt x="8023989" y="1923344"/>
                  </a:lnTo>
                  <a:lnTo>
                    <a:pt x="8024845" y="1912979"/>
                  </a:lnTo>
                  <a:lnTo>
                    <a:pt x="8025700" y="1884189"/>
                  </a:lnTo>
                  <a:lnTo>
                    <a:pt x="8026556" y="1901253"/>
                  </a:lnTo>
                  <a:lnTo>
                    <a:pt x="8027411" y="1900505"/>
                  </a:lnTo>
                  <a:lnTo>
                    <a:pt x="8028267" y="1892152"/>
                  </a:lnTo>
                  <a:lnTo>
                    <a:pt x="8029122" y="1912438"/>
                  </a:lnTo>
                  <a:lnTo>
                    <a:pt x="8029978" y="1947231"/>
                  </a:lnTo>
                  <a:lnTo>
                    <a:pt x="8030833" y="2024021"/>
                  </a:lnTo>
                  <a:lnTo>
                    <a:pt x="8031689" y="2033864"/>
                  </a:lnTo>
                  <a:lnTo>
                    <a:pt x="8032544" y="1966091"/>
                  </a:lnTo>
                  <a:lnTo>
                    <a:pt x="8033400" y="1939749"/>
                  </a:lnTo>
                  <a:lnTo>
                    <a:pt x="8034255" y="1937016"/>
                  </a:lnTo>
                  <a:lnTo>
                    <a:pt x="8035111" y="1944594"/>
                  </a:lnTo>
                  <a:lnTo>
                    <a:pt x="8035967" y="1995300"/>
                  </a:lnTo>
                  <a:lnTo>
                    <a:pt x="8036822" y="2070271"/>
                  </a:lnTo>
                  <a:lnTo>
                    <a:pt x="8037678" y="2060064"/>
                  </a:lnTo>
                  <a:lnTo>
                    <a:pt x="8038533" y="2050843"/>
                  </a:lnTo>
                  <a:lnTo>
                    <a:pt x="8039389" y="2070040"/>
                  </a:lnTo>
                  <a:lnTo>
                    <a:pt x="8040244" y="2100078"/>
                  </a:lnTo>
                  <a:lnTo>
                    <a:pt x="8041100" y="2037417"/>
                  </a:lnTo>
                  <a:lnTo>
                    <a:pt x="8041955" y="2023724"/>
                  </a:lnTo>
                  <a:lnTo>
                    <a:pt x="8042811" y="2090541"/>
                  </a:lnTo>
                  <a:lnTo>
                    <a:pt x="8043666" y="2098407"/>
                  </a:lnTo>
                  <a:lnTo>
                    <a:pt x="8044522" y="2150207"/>
                  </a:lnTo>
                  <a:lnTo>
                    <a:pt x="8045377" y="2190321"/>
                  </a:lnTo>
                  <a:lnTo>
                    <a:pt x="8046233" y="2183247"/>
                  </a:lnTo>
                  <a:lnTo>
                    <a:pt x="8047088" y="2168607"/>
                  </a:lnTo>
                  <a:lnTo>
                    <a:pt x="8047944" y="2098789"/>
                  </a:lnTo>
                  <a:lnTo>
                    <a:pt x="8048799" y="2049384"/>
                  </a:lnTo>
                  <a:lnTo>
                    <a:pt x="8049655" y="1991752"/>
                  </a:lnTo>
                  <a:lnTo>
                    <a:pt x="8050510" y="2000796"/>
                  </a:lnTo>
                  <a:lnTo>
                    <a:pt x="8051366" y="2026031"/>
                  </a:lnTo>
                  <a:lnTo>
                    <a:pt x="8052222" y="2094746"/>
                  </a:lnTo>
                  <a:lnTo>
                    <a:pt x="8053077" y="2118964"/>
                  </a:lnTo>
                  <a:lnTo>
                    <a:pt x="8053933" y="2127891"/>
                  </a:lnTo>
                  <a:lnTo>
                    <a:pt x="8054788" y="2119644"/>
                  </a:lnTo>
                  <a:lnTo>
                    <a:pt x="8055644" y="2122300"/>
                  </a:lnTo>
                  <a:lnTo>
                    <a:pt x="8056499" y="2106716"/>
                  </a:lnTo>
                  <a:lnTo>
                    <a:pt x="8057355" y="1987332"/>
                  </a:lnTo>
                  <a:lnTo>
                    <a:pt x="8058210" y="2009185"/>
                  </a:lnTo>
                  <a:lnTo>
                    <a:pt x="8059066" y="2072608"/>
                  </a:lnTo>
                  <a:lnTo>
                    <a:pt x="8059921" y="2131593"/>
                  </a:lnTo>
                  <a:lnTo>
                    <a:pt x="8060777" y="2094955"/>
                  </a:lnTo>
                  <a:lnTo>
                    <a:pt x="8061632" y="2125853"/>
                  </a:lnTo>
                  <a:lnTo>
                    <a:pt x="8062488" y="2127159"/>
                  </a:lnTo>
                  <a:lnTo>
                    <a:pt x="8063343" y="2129472"/>
                  </a:lnTo>
                  <a:lnTo>
                    <a:pt x="8064199" y="2098278"/>
                  </a:lnTo>
                  <a:lnTo>
                    <a:pt x="8065054" y="2087480"/>
                  </a:lnTo>
                  <a:lnTo>
                    <a:pt x="8065910" y="2005522"/>
                  </a:lnTo>
                  <a:lnTo>
                    <a:pt x="8066765" y="2021867"/>
                  </a:lnTo>
                  <a:lnTo>
                    <a:pt x="8067621" y="2005214"/>
                  </a:lnTo>
                  <a:lnTo>
                    <a:pt x="8068477" y="2054572"/>
                  </a:lnTo>
                  <a:lnTo>
                    <a:pt x="8069332" y="2137819"/>
                  </a:lnTo>
                  <a:lnTo>
                    <a:pt x="8070188" y="2162359"/>
                  </a:lnTo>
                  <a:lnTo>
                    <a:pt x="8071043" y="2193470"/>
                  </a:lnTo>
                  <a:lnTo>
                    <a:pt x="8071899" y="2180742"/>
                  </a:lnTo>
                  <a:lnTo>
                    <a:pt x="8072754" y="2161913"/>
                  </a:lnTo>
                  <a:lnTo>
                    <a:pt x="8073610" y="2126046"/>
                  </a:lnTo>
                  <a:lnTo>
                    <a:pt x="8074465" y="2087657"/>
                  </a:lnTo>
                  <a:lnTo>
                    <a:pt x="8075321" y="1999566"/>
                  </a:lnTo>
                  <a:lnTo>
                    <a:pt x="8076176" y="1962953"/>
                  </a:lnTo>
                  <a:lnTo>
                    <a:pt x="8077032" y="1957699"/>
                  </a:lnTo>
                  <a:lnTo>
                    <a:pt x="8077887" y="1939710"/>
                  </a:lnTo>
                  <a:lnTo>
                    <a:pt x="8078743" y="1929916"/>
                  </a:lnTo>
                  <a:lnTo>
                    <a:pt x="8079598" y="1900949"/>
                  </a:lnTo>
                  <a:lnTo>
                    <a:pt x="8080454" y="1833484"/>
                  </a:lnTo>
                  <a:lnTo>
                    <a:pt x="8081309" y="1787071"/>
                  </a:lnTo>
                  <a:lnTo>
                    <a:pt x="8082165" y="1834185"/>
                  </a:lnTo>
                  <a:lnTo>
                    <a:pt x="8083021" y="1815476"/>
                  </a:lnTo>
                  <a:lnTo>
                    <a:pt x="8083876" y="1853013"/>
                  </a:lnTo>
                  <a:lnTo>
                    <a:pt x="8084732" y="1842733"/>
                  </a:lnTo>
                  <a:lnTo>
                    <a:pt x="8085587" y="1831200"/>
                  </a:lnTo>
                  <a:lnTo>
                    <a:pt x="8086443" y="1871651"/>
                  </a:lnTo>
                  <a:lnTo>
                    <a:pt x="8087298" y="1849304"/>
                  </a:lnTo>
                  <a:lnTo>
                    <a:pt x="8088154" y="1853486"/>
                  </a:lnTo>
                  <a:lnTo>
                    <a:pt x="8089009" y="1872435"/>
                  </a:lnTo>
                  <a:lnTo>
                    <a:pt x="8089865" y="1849340"/>
                  </a:lnTo>
                  <a:lnTo>
                    <a:pt x="8090720" y="1847347"/>
                  </a:lnTo>
                  <a:lnTo>
                    <a:pt x="8091576" y="1863068"/>
                  </a:lnTo>
                  <a:lnTo>
                    <a:pt x="8092431" y="1869026"/>
                  </a:lnTo>
                  <a:lnTo>
                    <a:pt x="8093287" y="1862279"/>
                  </a:lnTo>
                  <a:lnTo>
                    <a:pt x="8094142" y="1915187"/>
                  </a:lnTo>
                  <a:lnTo>
                    <a:pt x="8094998" y="2030663"/>
                  </a:lnTo>
                  <a:lnTo>
                    <a:pt x="8095853" y="2175184"/>
                  </a:lnTo>
                  <a:lnTo>
                    <a:pt x="8096709" y="2186022"/>
                  </a:lnTo>
                  <a:lnTo>
                    <a:pt x="8097564" y="2210088"/>
                  </a:lnTo>
                  <a:lnTo>
                    <a:pt x="8098420" y="2199494"/>
                  </a:lnTo>
                  <a:lnTo>
                    <a:pt x="8099276" y="2225487"/>
                  </a:lnTo>
                  <a:lnTo>
                    <a:pt x="8100131" y="2248683"/>
                  </a:lnTo>
                  <a:lnTo>
                    <a:pt x="8100987" y="2270270"/>
                  </a:lnTo>
                  <a:lnTo>
                    <a:pt x="8101842" y="2247042"/>
                  </a:lnTo>
                  <a:lnTo>
                    <a:pt x="8102698" y="2233221"/>
                  </a:lnTo>
                  <a:lnTo>
                    <a:pt x="8103553" y="2265096"/>
                  </a:lnTo>
                  <a:lnTo>
                    <a:pt x="8104409" y="2278200"/>
                  </a:lnTo>
                  <a:lnTo>
                    <a:pt x="8105264" y="2276363"/>
                  </a:lnTo>
                  <a:lnTo>
                    <a:pt x="8106120" y="2262486"/>
                  </a:lnTo>
                  <a:lnTo>
                    <a:pt x="8106975" y="2247487"/>
                  </a:lnTo>
                  <a:lnTo>
                    <a:pt x="8107831" y="2272005"/>
                  </a:lnTo>
                  <a:lnTo>
                    <a:pt x="8108686" y="2278200"/>
                  </a:lnTo>
                  <a:lnTo>
                    <a:pt x="8109542" y="2264122"/>
                  </a:lnTo>
                  <a:lnTo>
                    <a:pt x="8110397" y="2278200"/>
                  </a:lnTo>
                  <a:lnTo>
                    <a:pt x="8111253" y="2266199"/>
                  </a:lnTo>
                  <a:lnTo>
                    <a:pt x="8112108" y="2262802"/>
                  </a:lnTo>
                  <a:lnTo>
                    <a:pt x="8112964" y="2265443"/>
                  </a:lnTo>
                  <a:lnTo>
                    <a:pt x="8113819" y="2250295"/>
                  </a:lnTo>
                  <a:lnTo>
                    <a:pt x="8114675" y="2252003"/>
                  </a:lnTo>
                  <a:lnTo>
                    <a:pt x="8115531" y="2253435"/>
                  </a:lnTo>
                  <a:lnTo>
                    <a:pt x="8116386" y="2259263"/>
                  </a:lnTo>
                  <a:lnTo>
                    <a:pt x="8117242" y="2270576"/>
                  </a:lnTo>
                  <a:lnTo>
                    <a:pt x="8118097" y="2252528"/>
                  </a:lnTo>
                  <a:lnTo>
                    <a:pt x="8118953" y="2245461"/>
                  </a:lnTo>
                  <a:lnTo>
                    <a:pt x="8119808" y="2246726"/>
                  </a:lnTo>
                  <a:lnTo>
                    <a:pt x="8120664" y="2254625"/>
                  </a:lnTo>
                  <a:lnTo>
                    <a:pt x="8121519" y="2249180"/>
                  </a:lnTo>
                  <a:lnTo>
                    <a:pt x="8122375" y="2214206"/>
                  </a:lnTo>
                  <a:lnTo>
                    <a:pt x="8123230" y="2215652"/>
                  </a:lnTo>
                  <a:lnTo>
                    <a:pt x="8124086" y="2206200"/>
                  </a:lnTo>
                  <a:lnTo>
                    <a:pt x="8124941" y="2186326"/>
                  </a:lnTo>
                  <a:lnTo>
                    <a:pt x="8125797" y="2155864"/>
                  </a:lnTo>
                  <a:lnTo>
                    <a:pt x="8126652" y="2114295"/>
                  </a:lnTo>
                  <a:lnTo>
                    <a:pt x="8127508" y="2018091"/>
                  </a:lnTo>
                  <a:lnTo>
                    <a:pt x="8128363" y="1987549"/>
                  </a:lnTo>
                  <a:lnTo>
                    <a:pt x="8129219" y="1931099"/>
                  </a:lnTo>
                  <a:lnTo>
                    <a:pt x="8130075" y="1911260"/>
                  </a:lnTo>
                  <a:lnTo>
                    <a:pt x="8130930" y="1911422"/>
                  </a:lnTo>
                  <a:lnTo>
                    <a:pt x="8131786" y="1967940"/>
                  </a:lnTo>
                  <a:lnTo>
                    <a:pt x="8132641" y="2023947"/>
                  </a:lnTo>
                  <a:lnTo>
                    <a:pt x="8133497" y="2012291"/>
                  </a:lnTo>
                  <a:lnTo>
                    <a:pt x="8134352" y="1922637"/>
                  </a:lnTo>
                  <a:lnTo>
                    <a:pt x="8135208" y="1926267"/>
                  </a:lnTo>
                  <a:lnTo>
                    <a:pt x="8136063" y="1902013"/>
                  </a:lnTo>
                  <a:lnTo>
                    <a:pt x="8136919" y="1924142"/>
                  </a:lnTo>
                  <a:lnTo>
                    <a:pt x="8137774" y="1903684"/>
                  </a:lnTo>
                  <a:lnTo>
                    <a:pt x="8138630" y="1843377"/>
                  </a:lnTo>
                  <a:lnTo>
                    <a:pt x="8139485" y="1865952"/>
                  </a:lnTo>
                  <a:lnTo>
                    <a:pt x="8140341" y="1828101"/>
                  </a:lnTo>
                  <a:lnTo>
                    <a:pt x="8141196" y="1889405"/>
                  </a:lnTo>
                  <a:lnTo>
                    <a:pt x="8142052" y="1914768"/>
                  </a:lnTo>
                  <a:lnTo>
                    <a:pt x="8142907" y="2010427"/>
                  </a:lnTo>
                  <a:lnTo>
                    <a:pt x="8143763" y="2035933"/>
                  </a:lnTo>
                  <a:lnTo>
                    <a:pt x="8144618" y="2063346"/>
                  </a:lnTo>
                  <a:lnTo>
                    <a:pt x="8145474" y="2019111"/>
                  </a:lnTo>
                  <a:lnTo>
                    <a:pt x="8146330" y="2081812"/>
                  </a:lnTo>
                  <a:lnTo>
                    <a:pt x="8147185" y="2128041"/>
                  </a:lnTo>
                  <a:lnTo>
                    <a:pt x="8148041" y="2159073"/>
                  </a:lnTo>
                  <a:lnTo>
                    <a:pt x="8148896" y="2197138"/>
                  </a:lnTo>
                  <a:lnTo>
                    <a:pt x="8149752" y="2172961"/>
                  </a:lnTo>
                  <a:lnTo>
                    <a:pt x="8150607" y="2187642"/>
                  </a:lnTo>
                  <a:lnTo>
                    <a:pt x="8151463" y="2141140"/>
                  </a:lnTo>
                  <a:lnTo>
                    <a:pt x="8152318" y="2114649"/>
                  </a:lnTo>
                  <a:lnTo>
                    <a:pt x="8153174" y="2046080"/>
                  </a:lnTo>
                  <a:lnTo>
                    <a:pt x="8154029" y="2079006"/>
                  </a:lnTo>
                  <a:lnTo>
                    <a:pt x="8154885" y="2059734"/>
                  </a:lnTo>
                  <a:lnTo>
                    <a:pt x="8155740" y="2070700"/>
                  </a:lnTo>
                  <a:lnTo>
                    <a:pt x="8156596" y="2080317"/>
                  </a:lnTo>
                  <a:lnTo>
                    <a:pt x="8157451" y="2161782"/>
                  </a:lnTo>
                  <a:lnTo>
                    <a:pt x="8158307" y="2160254"/>
                  </a:lnTo>
                  <a:lnTo>
                    <a:pt x="8159162" y="2159915"/>
                  </a:lnTo>
                  <a:lnTo>
                    <a:pt x="8160018" y="2177471"/>
                  </a:lnTo>
                  <a:lnTo>
                    <a:pt x="8160873" y="2159465"/>
                  </a:lnTo>
                  <a:lnTo>
                    <a:pt x="8161729" y="2209106"/>
                  </a:lnTo>
                  <a:lnTo>
                    <a:pt x="8162585" y="2177337"/>
                  </a:lnTo>
                  <a:lnTo>
                    <a:pt x="8163440" y="2169606"/>
                  </a:lnTo>
                  <a:lnTo>
                    <a:pt x="8164296" y="2100391"/>
                  </a:lnTo>
                  <a:lnTo>
                    <a:pt x="8165151" y="2084277"/>
                  </a:lnTo>
                  <a:lnTo>
                    <a:pt x="8166007" y="2118953"/>
                  </a:lnTo>
                  <a:lnTo>
                    <a:pt x="8166862" y="2091146"/>
                  </a:lnTo>
                  <a:lnTo>
                    <a:pt x="8167718" y="2057276"/>
                  </a:lnTo>
                  <a:lnTo>
                    <a:pt x="8168573" y="2067921"/>
                  </a:lnTo>
                  <a:lnTo>
                    <a:pt x="8169429" y="2015055"/>
                  </a:lnTo>
                  <a:lnTo>
                    <a:pt x="8170284" y="2085813"/>
                  </a:lnTo>
                  <a:lnTo>
                    <a:pt x="8171140" y="2074412"/>
                  </a:lnTo>
                  <a:lnTo>
                    <a:pt x="8171995" y="2115929"/>
                  </a:lnTo>
                  <a:lnTo>
                    <a:pt x="8172851" y="2087705"/>
                  </a:lnTo>
                  <a:lnTo>
                    <a:pt x="8173706" y="2066316"/>
                  </a:lnTo>
                  <a:lnTo>
                    <a:pt x="8174562" y="2098855"/>
                  </a:lnTo>
                  <a:lnTo>
                    <a:pt x="8175417" y="2126358"/>
                  </a:lnTo>
                  <a:lnTo>
                    <a:pt x="8176273" y="2158532"/>
                  </a:lnTo>
                  <a:lnTo>
                    <a:pt x="8177129" y="2121703"/>
                  </a:lnTo>
                  <a:lnTo>
                    <a:pt x="8177984" y="2097658"/>
                  </a:lnTo>
                  <a:lnTo>
                    <a:pt x="8178840" y="2027271"/>
                  </a:lnTo>
                  <a:lnTo>
                    <a:pt x="8179695" y="1954424"/>
                  </a:lnTo>
                  <a:lnTo>
                    <a:pt x="8180551" y="1912118"/>
                  </a:lnTo>
                  <a:lnTo>
                    <a:pt x="8181406" y="1851483"/>
                  </a:lnTo>
                  <a:lnTo>
                    <a:pt x="8182262" y="1940458"/>
                  </a:lnTo>
                  <a:lnTo>
                    <a:pt x="8183117" y="2020354"/>
                  </a:lnTo>
                  <a:lnTo>
                    <a:pt x="8183973" y="2076927"/>
                  </a:lnTo>
                  <a:lnTo>
                    <a:pt x="8184828" y="2063016"/>
                  </a:lnTo>
                  <a:lnTo>
                    <a:pt x="8185684" y="2012384"/>
                  </a:lnTo>
                  <a:lnTo>
                    <a:pt x="8186539" y="1936435"/>
                  </a:lnTo>
                  <a:lnTo>
                    <a:pt x="8187395" y="1894825"/>
                  </a:lnTo>
                  <a:lnTo>
                    <a:pt x="8188250" y="1984115"/>
                  </a:lnTo>
                  <a:lnTo>
                    <a:pt x="8189106" y="2009196"/>
                  </a:lnTo>
                  <a:lnTo>
                    <a:pt x="8189961" y="2085802"/>
                  </a:lnTo>
                  <a:lnTo>
                    <a:pt x="8190817" y="2157730"/>
                  </a:lnTo>
                  <a:lnTo>
                    <a:pt x="8191672" y="2147940"/>
                  </a:lnTo>
                  <a:lnTo>
                    <a:pt x="8192528" y="2134875"/>
                  </a:lnTo>
                  <a:lnTo>
                    <a:pt x="8193384" y="2131636"/>
                  </a:lnTo>
                  <a:lnTo>
                    <a:pt x="8194239" y="2140008"/>
                  </a:lnTo>
                  <a:lnTo>
                    <a:pt x="8195095" y="2170066"/>
                  </a:lnTo>
                  <a:lnTo>
                    <a:pt x="8195950" y="2142446"/>
                  </a:lnTo>
                  <a:lnTo>
                    <a:pt x="8196806" y="2160224"/>
                  </a:lnTo>
                  <a:lnTo>
                    <a:pt x="8197661" y="2194611"/>
                  </a:lnTo>
                  <a:lnTo>
                    <a:pt x="8198517" y="2155020"/>
                  </a:lnTo>
                  <a:lnTo>
                    <a:pt x="8199372" y="2103651"/>
                  </a:lnTo>
                  <a:lnTo>
                    <a:pt x="8200228" y="2100013"/>
                  </a:lnTo>
                  <a:lnTo>
                    <a:pt x="8201083" y="2162435"/>
                  </a:lnTo>
                  <a:lnTo>
                    <a:pt x="8201939" y="2204479"/>
                  </a:lnTo>
                  <a:lnTo>
                    <a:pt x="8202794" y="2158290"/>
                  </a:lnTo>
                  <a:lnTo>
                    <a:pt x="8203650" y="2195149"/>
                  </a:lnTo>
                  <a:lnTo>
                    <a:pt x="8204505" y="2219297"/>
                  </a:lnTo>
                  <a:lnTo>
                    <a:pt x="8205361" y="2203261"/>
                  </a:lnTo>
                  <a:lnTo>
                    <a:pt x="8206216" y="2214677"/>
                  </a:lnTo>
                  <a:lnTo>
                    <a:pt x="8207072" y="2203515"/>
                  </a:lnTo>
                  <a:lnTo>
                    <a:pt x="8207927" y="2197291"/>
                  </a:lnTo>
                  <a:lnTo>
                    <a:pt x="8208783" y="2193733"/>
                  </a:lnTo>
                  <a:lnTo>
                    <a:pt x="8209639" y="2168875"/>
                  </a:lnTo>
                  <a:lnTo>
                    <a:pt x="8210494" y="2153010"/>
                  </a:lnTo>
                  <a:lnTo>
                    <a:pt x="8211350" y="2116782"/>
                  </a:lnTo>
                  <a:lnTo>
                    <a:pt x="8212205" y="2151566"/>
                  </a:lnTo>
                  <a:lnTo>
                    <a:pt x="8213061" y="2177412"/>
                  </a:lnTo>
                  <a:lnTo>
                    <a:pt x="8213916" y="2162762"/>
                  </a:lnTo>
                  <a:lnTo>
                    <a:pt x="8214772" y="2152862"/>
                  </a:lnTo>
                  <a:lnTo>
                    <a:pt x="8215627" y="2153312"/>
                  </a:lnTo>
                  <a:lnTo>
                    <a:pt x="8216483" y="2118842"/>
                  </a:lnTo>
                  <a:lnTo>
                    <a:pt x="8217338" y="2149598"/>
                  </a:lnTo>
                  <a:lnTo>
                    <a:pt x="8218194" y="2139972"/>
                  </a:lnTo>
                  <a:lnTo>
                    <a:pt x="8219049" y="2167260"/>
                  </a:lnTo>
                  <a:lnTo>
                    <a:pt x="8219905" y="2189394"/>
                  </a:lnTo>
                  <a:lnTo>
                    <a:pt x="8220760" y="2197982"/>
                  </a:lnTo>
                  <a:lnTo>
                    <a:pt x="8221616" y="2194153"/>
                  </a:lnTo>
                  <a:lnTo>
                    <a:pt x="8222471" y="2191199"/>
                  </a:lnTo>
                  <a:lnTo>
                    <a:pt x="8223327" y="2186697"/>
                  </a:lnTo>
                  <a:lnTo>
                    <a:pt x="8224182" y="2164360"/>
                  </a:lnTo>
                  <a:lnTo>
                    <a:pt x="8225038" y="2183210"/>
                  </a:lnTo>
                  <a:lnTo>
                    <a:pt x="8225894" y="2165861"/>
                  </a:lnTo>
                  <a:lnTo>
                    <a:pt x="8226749" y="2127801"/>
                  </a:lnTo>
                  <a:lnTo>
                    <a:pt x="8227605" y="2123864"/>
                  </a:lnTo>
                  <a:lnTo>
                    <a:pt x="8228460" y="2114975"/>
                  </a:lnTo>
                  <a:lnTo>
                    <a:pt x="8229316" y="2120588"/>
                  </a:lnTo>
                  <a:lnTo>
                    <a:pt x="8230171" y="2100886"/>
                  </a:lnTo>
                  <a:lnTo>
                    <a:pt x="8231027" y="2084575"/>
                  </a:lnTo>
                  <a:lnTo>
                    <a:pt x="8231882" y="2100257"/>
                  </a:lnTo>
                  <a:lnTo>
                    <a:pt x="8232738" y="2118327"/>
                  </a:lnTo>
                  <a:lnTo>
                    <a:pt x="8233593" y="2127343"/>
                  </a:lnTo>
                  <a:lnTo>
                    <a:pt x="8234449" y="2120599"/>
                  </a:lnTo>
                  <a:lnTo>
                    <a:pt x="8235304" y="2137816"/>
                  </a:lnTo>
                  <a:lnTo>
                    <a:pt x="8236160" y="2156754"/>
                  </a:lnTo>
                  <a:lnTo>
                    <a:pt x="8237015" y="2168268"/>
                  </a:lnTo>
                  <a:lnTo>
                    <a:pt x="8237871" y="2192842"/>
                  </a:lnTo>
                  <a:lnTo>
                    <a:pt x="8238726" y="2205083"/>
                  </a:lnTo>
                  <a:lnTo>
                    <a:pt x="8239582" y="2205197"/>
                  </a:lnTo>
                  <a:lnTo>
                    <a:pt x="8240438" y="2196273"/>
                  </a:lnTo>
                  <a:lnTo>
                    <a:pt x="8241293" y="2184541"/>
                  </a:lnTo>
                  <a:lnTo>
                    <a:pt x="8242149" y="2153536"/>
                  </a:lnTo>
                  <a:lnTo>
                    <a:pt x="8243004" y="2152603"/>
                  </a:lnTo>
                  <a:lnTo>
                    <a:pt x="8243860" y="2110560"/>
                  </a:lnTo>
                  <a:lnTo>
                    <a:pt x="8244715" y="2052092"/>
                  </a:lnTo>
                  <a:lnTo>
                    <a:pt x="8245571" y="2023489"/>
                  </a:lnTo>
                  <a:lnTo>
                    <a:pt x="8246426" y="2067078"/>
                  </a:lnTo>
                  <a:lnTo>
                    <a:pt x="8247282" y="2097629"/>
                  </a:lnTo>
                  <a:lnTo>
                    <a:pt x="8248137" y="2092357"/>
                  </a:lnTo>
                  <a:lnTo>
                    <a:pt x="8248993" y="2067164"/>
                  </a:lnTo>
                  <a:lnTo>
                    <a:pt x="8249848" y="1991867"/>
                  </a:lnTo>
                  <a:lnTo>
                    <a:pt x="8250704" y="1999199"/>
                  </a:lnTo>
                  <a:lnTo>
                    <a:pt x="8251559" y="1958042"/>
                  </a:lnTo>
                  <a:lnTo>
                    <a:pt x="8252415" y="2003262"/>
                  </a:lnTo>
                  <a:lnTo>
                    <a:pt x="8253270" y="1957671"/>
                  </a:lnTo>
                  <a:lnTo>
                    <a:pt x="8254126" y="2058208"/>
                  </a:lnTo>
                  <a:lnTo>
                    <a:pt x="8254981" y="2079904"/>
                  </a:lnTo>
                  <a:lnTo>
                    <a:pt x="8255837" y="2092226"/>
                  </a:lnTo>
                  <a:lnTo>
                    <a:pt x="8256693" y="2098863"/>
                  </a:lnTo>
                  <a:lnTo>
                    <a:pt x="8257548" y="2056739"/>
                  </a:lnTo>
                  <a:lnTo>
                    <a:pt x="8258404" y="2044180"/>
                  </a:lnTo>
                  <a:lnTo>
                    <a:pt x="8259259" y="2013955"/>
                  </a:lnTo>
                  <a:lnTo>
                    <a:pt x="8260115" y="1992975"/>
                  </a:lnTo>
                  <a:lnTo>
                    <a:pt x="8260970" y="2001797"/>
                  </a:lnTo>
                  <a:lnTo>
                    <a:pt x="8261826" y="2078711"/>
                  </a:lnTo>
                  <a:lnTo>
                    <a:pt x="8262681" y="2129492"/>
                  </a:lnTo>
                  <a:lnTo>
                    <a:pt x="8263537" y="2097773"/>
                  </a:lnTo>
                  <a:lnTo>
                    <a:pt x="8264392" y="2096034"/>
                  </a:lnTo>
                  <a:lnTo>
                    <a:pt x="8265248" y="2064082"/>
                  </a:lnTo>
                  <a:lnTo>
                    <a:pt x="8266103" y="2005970"/>
                  </a:lnTo>
                  <a:lnTo>
                    <a:pt x="8266959" y="1984963"/>
                  </a:lnTo>
                  <a:lnTo>
                    <a:pt x="8267814" y="1980833"/>
                  </a:lnTo>
                  <a:lnTo>
                    <a:pt x="8268670" y="1942256"/>
                  </a:lnTo>
                  <a:lnTo>
                    <a:pt x="8269525" y="1928728"/>
                  </a:lnTo>
                  <a:lnTo>
                    <a:pt x="8270381" y="1957749"/>
                  </a:lnTo>
                  <a:lnTo>
                    <a:pt x="8271236" y="2046175"/>
                  </a:lnTo>
                  <a:lnTo>
                    <a:pt x="8272092" y="2041234"/>
                  </a:lnTo>
                  <a:lnTo>
                    <a:pt x="8272948" y="1979348"/>
                  </a:lnTo>
                  <a:lnTo>
                    <a:pt x="8273803" y="1943843"/>
                  </a:lnTo>
                  <a:lnTo>
                    <a:pt x="8274659" y="1975561"/>
                  </a:lnTo>
                  <a:lnTo>
                    <a:pt x="8275514" y="1932105"/>
                  </a:lnTo>
                  <a:lnTo>
                    <a:pt x="8276370" y="1924176"/>
                  </a:lnTo>
                  <a:lnTo>
                    <a:pt x="8277225" y="1902672"/>
                  </a:lnTo>
                  <a:lnTo>
                    <a:pt x="8278081" y="1937459"/>
                  </a:lnTo>
                  <a:lnTo>
                    <a:pt x="8278936" y="1901434"/>
                  </a:lnTo>
                  <a:lnTo>
                    <a:pt x="8279792" y="1902415"/>
                  </a:lnTo>
                  <a:lnTo>
                    <a:pt x="8280647" y="1887854"/>
                  </a:lnTo>
                  <a:lnTo>
                    <a:pt x="8281503" y="1911593"/>
                  </a:lnTo>
                  <a:lnTo>
                    <a:pt x="8282358" y="1901840"/>
                  </a:lnTo>
                  <a:lnTo>
                    <a:pt x="8283214" y="1918174"/>
                  </a:lnTo>
                  <a:lnTo>
                    <a:pt x="8284069" y="1922145"/>
                  </a:lnTo>
                  <a:lnTo>
                    <a:pt x="8284925" y="1977125"/>
                  </a:lnTo>
                  <a:lnTo>
                    <a:pt x="8285780" y="2002751"/>
                  </a:lnTo>
                  <a:lnTo>
                    <a:pt x="8286636" y="1995712"/>
                  </a:lnTo>
                  <a:lnTo>
                    <a:pt x="8287492" y="1968744"/>
                  </a:lnTo>
                  <a:lnTo>
                    <a:pt x="8288347" y="1980936"/>
                  </a:lnTo>
                  <a:lnTo>
                    <a:pt x="8289203" y="1966889"/>
                  </a:lnTo>
                  <a:lnTo>
                    <a:pt x="8290058" y="1961455"/>
                  </a:lnTo>
                  <a:lnTo>
                    <a:pt x="8290914" y="2050878"/>
                  </a:lnTo>
                  <a:lnTo>
                    <a:pt x="8291769" y="2047757"/>
                  </a:lnTo>
                  <a:lnTo>
                    <a:pt x="8292625" y="2022847"/>
                  </a:lnTo>
                  <a:lnTo>
                    <a:pt x="8293480" y="1960632"/>
                  </a:lnTo>
                  <a:lnTo>
                    <a:pt x="8294336" y="1965635"/>
                  </a:lnTo>
                  <a:lnTo>
                    <a:pt x="8295191" y="1967015"/>
                  </a:lnTo>
                  <a:lnTo>
                    <a:pt x="8296047" y="1964319"/>
                  </a:lnTo>
                  <a:lnTo>
                    <a:pt x="8296902" y="2044795"/>
                  </a:lnTo>
                  <a:lnTo>
                    <a:pt x="8297758" y="2060794"/>
                  </a:lnTo>
                  <a:lnTo>
                    <a:pt x="8298613" y="2078959"/>
                  </a:lnTo>
                  <a:lnTo>
                    <a:pt x="8299469" y="2071425"/>
                  </a:lnTo>
                  <a:lnTo>
                    <a:pt x="8300324" y="2047188"/>
                  </a:lnTo>
                  <a:lnTo>
                    <a:pt x="8301180" y="1994004"/>
                  </a:lnTo>
                  <a:lnTo>
                    <a:pt x="8302035" y="2009405"/>
                  </a:lnTo>
                  <a:lnTo>
                    <a:pt x="8302891" y="2087411"/>
                  </a:lnTo>
                  <a:lnTo>
                    <a:pt x="8303747" y="2106767"/>
                  </a:lnTo>
                  <a:lnTo>
                    <a:pt x="8304602" y="2160203"/>
                  </a:lnTo>
                  <a:lnTo>
                    <a:pt x="8305458" y="2174590"/>
                  </a:lnTo>
                  <a:lnTo>
                    <a:pt x="8306313" y="2170543"/>
                  </a:lnTo>
                  <a:lnTo>
                    <a:pt x="8307169" y="2198859"/>
                  </a:lnTo>
                  <a:lnTo>
                    <a:pt x="8308024" y="2200666"/>
                  </a:lnTo>
                  <a:lnTo>
                    <a:pt x="8308880" y="2212434"/>
                  </a:lnTo>
                  <a:lnTo>
                    <a:pt x="8309735" y="2201185"/>
                  </a:lnTo>
                  <a:lnTo>
                    <a:pt x="8310591" y="2200689"/>
                  </a:lnTo>
                  <a:lnTo>
                    <a:pt x="8311446" y="2218764"/>
                  </a:lnTo>
                  <a:lnTo>
                    <a:pt x="8312302" y="2222290"/>
                  </a:lnTo>
                  <a:lnTo>
                    <a:pt x="8313157" y="2219533"/>
                  </a:lnTo>
                  <a:lnTo>
                    <a:pt x="8314013" y="2233861"/>
                  </a:lnTo>
                  <a:lnTo>
                    <a:pt x="8314868" y="2235922"/>
                  </a:lnTo>
                  <a:lnTo>
                    <a:pt x="8315724" y="2247230"/>
                  </a:lnTo>
                  <a:lnTo>
                    <a:pt x="8316579" y="2251278"/>
                  </a:lnTo>
                  <a:lnTo>
                    <a:pt x="8317435" y="2257049"/>
                  </a:lnTo>
                  <a:lnTo>
                    <a:pt x="8318290" y="2269722"/>
                  </a:lnTo>
                  <a:lnTo>
                    <a:pt x="8319146" y="2272611"/>
                  </a:lnTo>
                  <a:lnTo>
                    <a:pt x="8320002" y="2272906"/>
                  </a:lnTo>
                  <a:lnTo>
                    <a:pt x="8320857" y="2270143"/>
                  </a:lnTo>
                  <a:lnTo>
                    <a:pt x="8321713" y="2274280"/>
                  </a:lnTo>
                  <a:lnTo>
                    <a:pt x="8322568" y="2270022"/>
                  </a:lnTo>
                  <a:lnTo>
                    <a:pt x="8323424" y="2271695"/>
                  </a:lnTo>
                  <a:lnTo>
                    <a:pt x="8324279" y="2271836"/>
                  </a:lnTo>
                  <a:lnTo>
                    <a:pt x="8325135" y="2269486"/>
                  </a:lnTo>
                  <a:lnTo>
                    <a:pt x="8325990" y="2252440"/>
                  </a:lnTo>
                  <a:lnTo>
                    <a:pt x="8326846" y="2245139"/>
                  </a:lnTo>
                  <a:lnTo>
                    <a:pt x="8327701" y="2240678"/>
                  </a:lnTo>
                  <a:lnTo>
                    <a:pt x="8328557" y="2248929"/>
                  </a:lnTo>
                  <a:lnTo>
                    <a:pt x="8329412" y="2237708"/>
                  </a:lnTo>
                  <a:lnTo>
                    <a:pt x="8330268" y="2226090"/>
                  </a:lnTo>
                  <a:lnTo>
                    <a:pt x="8331123" y="2223956"/>
                  </a:lnTo>
                  <a:lnTo>
                    <a:pt x="8331979" y="2221716"/>
                  </a:lnTo>
                  <a:lnTo>
                    <a:pt x="8332834" y="2185578"/>
                  </a:lnTo>
                  <a:lnTo>
                    <a:pt x="8333690" y="2075541"/>
                  </a:lnTo>
                  <a:lnTo>
                    <a:pt x="8334546" y="2057645"/>
                  </a:lnTo>
                  <a:lnTo>
                    <a:pt x="8335401" y="2070193"/>
                  </a:lnTo>
                  <a:lnTo>
                    <a:pt x="8336257" y="2109778"/>
                  </a:lnTo>
                  <a:lnTo>
                    <a:pt x="8337112" y="2136897"/>
                  </a:lnTo>
                  <a:lnTo>
                    <a:pt x="8337968" y="2155522"/>
                  </a:lnTo>
                  <a:lnTo>
                    <a:pt x="8338823" y="2171227"/>
                  </a:lnTo>
                  <a:lnTo>
                    <a:pt x="8339679" y="2202596"/>
                  </a:lnTo>
                  <a:lnTo>
                    <a:pt x="8340534" y="2191200"/>
                  </a:lnTo>
                  <a:lnTo>
                    <a:pt x="8341390" y="2180007"/>
                  </a:lnTo>
                  <a:lnTo>
                    <a:pt x="8342245" y="2195769"/>
                  </a:lnTo>
                  <a:lnTo>
                    <a:pt x="8343101" y="2147154"/>
                  </a:lnTo>
                  <a:lnTo>
                    <a:pt x="8343956" y="2079081"/>
                  </a:lnTo>
                  <a:lnTo>
                    <a:pt x="8344812" y="2122816"/>
                  </a:lnTo>
                  <a:lnTo>
                    <a:pt x="8345667" y="2119534"/>
                  </a:lnTo>
                  <a:lnTo>
                    <a:pt x="8346523" y="2140115"/>
                  </a:lnTo>
                  <a:lnTo>
                    <a:pt x="8347378" y="2002478"/>
                  </a:lnTo>
                  <a:lnTo>
                    <a:pt x="8348234" y="2006477"/>
                  </a:lnTo>
                  <a:lnTo>
                    <a:pt x="8349089" y="1991023"/>
                  </a:lnTo>
                  <a:lnTo>
                    <a:pt x="8349945" y="2079319"/>
                  </a:lnTo>
                  <a:lnTo>
                    <a:pt x="8350801" y="2079465"/>
                  </a:lnTo>
                  <a:lnTo>
                    <a:pt x="8351656" y="2033535"/>
                  </a:lnTo>
                  <a:lnTo>
                    <a:pt x="8352512" y="1926251"/>
                  </a:lnTo>
                  <a:lnTo>
                    <a:pt x="8353367" y="1929143"/>
                  </a:lnTo>
                  <a:lnTo>
                    <a:pt x="8354223" y="2003084"/>
                  </a:lnTo>
                  <a:lnTo>
                    <a:pt x="8355078" y="2038039"/>
                  </a:lnTo>
                  <a:lnTo>
                    <a:pt x="8355934" y="2061610"/>
                  </a:lnTo>
                  <a:lnTo>
                    <a:pt x="8356789" y="2058051"/>
                  </a:lnTo>
                  <a:lnTo>
                    <a:pt x="8357645" y="2069204"/>
                  </a:lnTo>
                  <a:lnTo>
                    <a:pt x="8358500" y="2098957"/>
                  </a:lnTo>
                  <a:lnTo>
                    <a:pt x="8359356" y="2086897"/>
                  </a:lnTo>
                  <a:lnTo>
                    <a:pt x="8360211" y="2061845"/>
                  </a:lnTo>
                  <a:lnTo>
                    <a:pt x="8361067" y="2044099"/>
                  </a:lnTo>
                  <a:lnTo>
                    <a:pt x="8361922" y="1952478"/>
                  </a:lnTo>
                  <a:lnTo>
                    <a:pt x="8362778" y="1898233"/>
                  </a:lnTo>
                  <a:lnTo>
                    <a:pt x="8363633" y="1895228"/>
                  </a:lnTo>
                  <a:lnTo>
                    <a:pt x="8364489" y="1848933"/>
                  </a:lnTo>
                  <a:lnTo>
                    <a:pt x="8365344" y="1909261"/>
                  </a:lnTo>
                  <a:lnTo>
                    <a:pt x="8366200" y="1911881"/>
                  </a:lnTo>
                  <a:lnTo>
                    <a:pt x="8367056" y="1970680"/>
                  </a:lnTo>
                  <a:lnTo>
                    <a:pt x="8367911" y="2039399"/>
                  </a:lnTo>
                  <a:lnTo>
                    <a:pt x="8368767" y="2067421"/>
                  </a:lnTo>
                  <a:lnTo>
                    <a:pt x="8369622" y="2058762"/>
                  </a:lnTo>
                  <a:lnTo>
                    <a:pt x="8370478" y="2072385"/>
                  </a:lnTo>
                  <a:lnTo>
                    <a:pt x="8371333" y="2099536"/>
                  </a:lnTo>
                  <a:lnTo>
                    <a:pt x="8372189" y="2062604"/>
                  </a:lnTo>
                  <a:lnTo>
                    <a:pt x="8373044" y="1984242"/>
                  </a:lnTo>
                  <a:lnTo>
                    <a:pt x="8373900" y="1976868"/>
                  </a:lnTo>
                  <a:lnTo>
                    <a:pt x="8374755" y="1976722"/>
                  </a:lnTo>
                  <a:lnTo>
                    <a:pt x="8375611" y="2042092"/>
                  </a:lnTo>
                  <a:lnTo>
                    <a:pt x="8376466" y="2046355"/>
                  </a:lnTo>
                  <a:lnTo>
                    <a:pt x="8377322" y="2034475"/>
                  </a:lnTo>
                  <a:lnTo>
                    <a:pt x="8378177" y="2031166"/>
                  </a:lnTo>
                  <a:lnTo>
                    <a:pt x="8379033" y="2032109"/>
                  </a:lnTo>
                  <a:lnTo>
                    <a:pt x="8379888" y="1959950"/>
                  </a:lnTo>
                  <a:lnTo>
                    <a:pt x="8380744" y="1954202"/>
                  </a:lnTo>
                  <a:lnTo>
                    <a:pt x="8381600" y="2023995"/>
                  </a:lnTo>
                  <a:lnTo>
                    <a:pt x="8382455" y="2039399"/>
                  </a:lnTo>
                  <a:lnTo>
                    <a:pt x="8383311" y="1952466"/>
                  </a:lnTo>
                  <a:lnTo>
                    <a:pt x="8384166" y="1908476"/>
                  </a:lnTo>
                  <a:lnTo>
                    <a:pt x="8385022" y="1883917"/>
                  </a:lnTo>
                  <a:lnTo>
                    <a:pt x="8385877" y="1860736"/>
                  </a:lnTo>
                  <a:lnTo>
                    <a:pt x="8386733" y="1935122"/>
                  </a:lnTo>
                  <a:lnTo>
                    <a:pt x="8387588" y="1930654"/>
                  </a:lnTo>
                  <a:lnTo>
                    <a:pt x="8388444" y="1926110"/>
                  </a:lnTo>
                  <a:lnTo>
                    <a:pt x="8389299" y="1918828"/>
                  </a:lnTo>
                  <a:lnTo>
                    <a:pt x="8390155" y="2030979"/>
                  </a:lnTo>
                  <a:lnTo>
                    <a:pt x="8391010" y="2094106"/>
                  </a:lnTo>
                  <a:lnTo>
                    <a:pt x="8391866" y="2075295"/>
                  </a:lnTo>
                  <a:lnTo>
                    <a:pt x="8392721" y="1978224"/>
                  </a:lnTo>
                  <a:lnTo>
                    <a:pt x="8393577" y="2021620"/>
                  </a:lnTo>
                  <a:lnTo>
                    <a:pt x="8394432" y="2078314"/>
                  </a:lnTo>
                  <a:lnTo>
                    <a:pt x="8395288" y="2165525"/>
                  </a:lnTo>
                  <a:lnTo>
                    <a:pt x="8396143" y="2135212"/>
                  </a:lnTo>
                  <a:lnTo>
                    <a:pt x="8396999" y="2144444"/>
                  </a:lnTo>
                  <a:lnTo>
                    <a:pt x="8397855" y="2171310"/>
                  </a:lnTo>
                  <a:lnTo>
                    <a:pt x="8398710" y="2149515"/>
                  </a:lnTo>
                  <a:lnTo>
                    <a:pt x="8399566" y="2040863"/>
                  </a:lnTo>
                  <a:lnTo>
                    <a:pt x="8400421" y="2103774"/>
                  </a:lnTo>
                  <a:lnTo>
                    <a:pt x="8401277" y="2106492"/>
                  </a:lnTo>
                  <a:lnTo>
                    <a:pt x="8402132" y="2141900"/>
                  </a:lnTo>
                  <a:lnTo>
                    <a:pt x="8402988" y="2129285"/>
                  </a:lnTo>
                  <a:lnTo>
                    <a:pt x="8403843" y="2040584"/>
                  </a:lnTo>
                  <a:lnTo>
                    <a:pt x="8404699" y="2021181"/>
                  </a:lnTo>
                  <a:lnTo>
                    <a:pt x="8405554" y="2012161"/>
                  </a:lnTo>
                  <a:lnTo>
                    <a:pt x="8406410" y="2087048"/>
                  </a:lnTo>
                  <a:lnTo>
                    <a:pt x="8407265" y="2006000"/>
                  </a:lnTo>
                  <a:lnTo>
                    <a:pt x="8408121" y="1930260"/>
                  </a:lnTo>
                  <a:lnTo>
                    <a:pt x="8408976" y="1911393"/>
                  </a:lnTo>
                  <a:lnTo>
                    <a:pt x="8409832" y="2065116"/>
                  </a:lnTo>
                  <a:lnTo>
                    <a:pt x="8410687" y="2060001"/>
                  </a:lnTo>
                  <a:lnTo>
                    <a:pt x="8411543" y="2045076"/>
                  </a:lnTo>
                  <a:lnTo>
                    <a:pt x="8412398" y="2009621"/>
                  </a:lnTo>
                  <a:lnTo>
                    <a:pt x="8413254" y="2010671"/>
                  </a:lnTo>
                  <a:lnTo>
                    <a:pt x="8414110" y="2041335"/>
                  </a:lnTo>
                  <a:lnTo>
                    <a:pt x="8414965" y="1960965"/>
                  </a:lnTo>
                  <a:lnTo>
                    <a:pt x="8415821" y="1946132"/>
                  </a:lnTo>
                  <a:lnTo>
                    <a:pt x="8416676" y="1893673"/>
                  </a:lnTo>
                  <a:lnTo>
                    <a:pt x="8417532" y="1873753"/>
                  </a:lnTo>
                  <a:lnTo>
                    <a:pt x="8418387" y="1898885"/>
                  </a:lnTo>
                  <a:lnTo>
                    <a:pt x="8419243" y="1887535"/>
                  </a:lnTo>
                  <a:lnTo>
                    <a:pt x="8420098" y="1906260"/>
                  </a:lnTo>
                  <a:lnTo>
                    <a:pt x="8420954" y="1923585"/>
                  </a:lnTo>
                  <a:lnTo>
                    <a:pt x="8421809" y="2015274"/>
                  </a:lnTo>
                  <a:lnTo>
                    <a:pt x="8422665" y="2048448"/>
                  </a:lnTo>
                  <a:lnTo>
                    <a:pt x="8423520" y="2006933"/>
                  </a:lnTo>
                  <a:lnTo>
                    <a:pt x="8424376" y="2028456"/>
                  </a:lnTo>
                  <a:lnTo>
                    <a:pt x="8425231" y="1921346"/>
                  </a:lnTo>
                  <a:lnTo>
                    <a:pt x="8426087" y="1904868"/>
                  </a:lnTo>
                  <a:lnTo>
                    <a:pt x="8426942" y="1946038"/>
                  </a:lnTo>
                  <a:lnTo>
                    <a:pt x="8427798" y="2049518"/>
                  </a:lnTo>
                  <a:lnTo>
                    <a:pt x="8428653" y="2043212"/>
                  </a:lnTo>
                  <a:lnTo>
                    <a:pt x="8429509" y="2034356"/>
                  </a:lnTo>
                  <a:lnTo>
                    <a:pt x="8430365" y="2058142"/>
                  </a:lnTo>
                  <a:lnTo>
                    <a:pt x="8431220" y="1985529"/>
                  </a:lnTo>
                  <a:lnTo>
                    <a:pt x="8432076" y="1965855"/>
                  </a:lnTo>
                  <a:lnTo>
                    <a:pt x="8432931" y="1972473"/>
                  </a:lnTo>
                  <a:lnTo>
                    <a:pt x="8433787" y="2017231"/>
                  </a:lnTo>
                  <a:lnTo>
                    <a:pt x="8434642" y="2059229"/>
                  </a:lnTo>
                  <a:lnTo>
                    <a:pt x="8435498" y="2090711"/>
                  </a:lnTo>
                  <a:lnTo>
                    <a:pt x="8436353" y="2079929"/>
                  </a:lnTo>
                  <a:lnTo>
                    <a:pt x="8437209" y="2086071"/>
                  </a:lnTo>
                  <a:lnTo>
                    <a:pt x="8438064" y="2091697"/>
                  </a:lnTo>
                  <a:lnTo>
                    <a:pt x="8438920" y="2083435"/>
                  </a:lnTo>
                  <a:lnTo>
                    <a:pt x="8439775" y="2083167"/>
                  </a:lnTo>
                  <a:lnTo>
                    <a:pt x="8440631" y="2063324"/>
                  </a:lnTo>
                  <a:lnTo>
                    <a:pt x="8441486" y="2028007"/>
                  </a:lnTo>
                  <a:lnTo>
                    <a:pt x="8442342" y="1931661"/>
                  </a:lnTo>
                  <a:lnTo>
                    <a:pt x="8443197" y="1886231"/>
                  </a:lnTo>
                  <a:lnTo>
                    <a:pt x="8444053" y="1887427"/>
                  </a:lnTo>
                  <a:lnTo>
                    <a:pt x="8444909" y="1868804"/>
                  </a:lnTo>
                  <a:lnTo>
                    <a:pt x="8445764" y="1889824"/>
                  </a:lnTo>
                  <a:lnTo>
                    <a:pt x="8446620" y="1906743"/>
                  </a:lnTo>
                  <a:lnTo>
                    <a:pt x="8447475" y="1905223"/>
                  </a:lnTo>
                  <a:lnTo>
                    <a:pt x="8448331" y="1920307"/>
                  </a:lnTo>
                  <a:lnTo>
                    <a:pt x="8449186" y="1924505"/>
                  </a:lnTo>
                  <a:lnTo>
                    <a:pt x="8450042" y="1995536"/>
                  </a:lnTo>
                  <a:lnTo>
                    <a:pt x="8450897" y="1997450"/>
                  </a:lnTo>
                  <a:lnTo>
                    <a:pt x="8451753" y="1955808"/>
                  </a:lnTo>
                  <a:lnTo>
                    <a:pt x="8452608" y="1965581"/>
                  </a:lnTo>
                  <a:lnTo>
                    <a:pt x="8453464" y="1944273"/>
                  </a:lnTo>
                  <a:lnTo>
                    <a:pt x="8454319" y="1965336"/>
                  </a:lnTo>
                  <a:lnTo>
                    <a:pt x="8455175" y="2026585"/>
                  </a:lnTo>
                  <a:lnTo>
                    <a:pt x="8456030" y="2023491"/>
                  </a:lnTo>
                  <a:lnTo>
                    <a:pt x="8456886" y="2012723"/>
                  </a:lnTo>
                  <a:lnTo>
                    <a:pt x="8457741" y="2010238"/>
                  </a:lnTo>
                  <a:lnTo>
                    <a:pt x="8458597" y="2018729"/>
                  </a:lnTo>
                  <a:lnTo>
                    <a:pt x="8459452" y="1959807"/>
                  </a:lnTo>
                  <a:lnTo>
                    <a:pt x="8460308" y="1845411"/>
                  </a:lnTo>
                  <a:lnTo>
                    <a:pt x="8461164" y="1829123"/>
                  </a:lnTo>
                  <a:lnTo>
                    <a:pt x="8462019" y="1800869"/>
                  </a:lnTo>
                  <a:lnTo>
                    <a:pt x="8462875" y="1796364"/>
                  </a:lnTo>
                  <a:lnTo>
                    <a:pt x="8463730" y="1893620"/>
                  </a:lnTo>
                  <a:lnTo>
                    <a:pt x="8464586" y="1838936"/>
                  </a:lnTo>
                  <a:lnTo>
                    <a:pt x="8465441" y="1930462"/>
                  </a:lnTo>
                  <a:lnTo>
                    <a:pt x="8466297" y="2006009"/>
                  </a:lnTo>
                  <a:lnTo>
                    <a:pt x="8467152" y="2034865"/>
                  </a:lnTo>
                  <a:lnTo>
                    <a:pt x="8468008" y="2105554"/>
                  </a:lnTo>
                  <a:lnTo>
                    <a:pt x="8468863" y="2101957"/>
                  </a:lnTo>
                  <a:lnTo>
                    <a:pt x="8469719" y="2123692"/>
                  </a:lnTo>
                  <a:lnTo>
                    <a:pt x="8470574" y="2058180"/>
                  </a:lnTo>
                  <a:lnTo>
                    <a:pt x="8471430" y="2084319"/>
                  </a:lnTo>
                  <a:lnTo>
                    <a:pt x="8472285" y="2162429"/>
                  </a:lnTo>
                  <a:lnTo>
                    <a:pt x="8473141" y="2174431"/>
                  </a:lnTo>
                  <a:lnTo>
                    <a:pt x="8473996" y="2209135"/>
                  </a:lnTo>
                  <a:lnTo>
                    <a:pt x="8474852" y="2201435"/>
                  </a:lnTo>
                  <a:lnTo>
                    <a:pt x="8475707" y="2098596"/>
                  </a:lnTo>
                  <a:lnTo>
                    <a:pt x="8476563" y="2113221"/>
                  </a:lnTo>
                  <a:lnTo>
                    <a:pt x="8477419" y="2172068"/>
                  </a:lnTo>
                  <a:lnTo>
                    <a:pt x="8478274" y="2196535"/>
                  </a:lnTo>
                  <a:lnTo>
                    <a:pt x="8479130" y="2169543"/>
                  </a:lnTo>
                  <a:lnTo>
                    <a:pt x="8479985" y="2168901"/>
                  </a:lnTo>
                  <a:lnTo>
                    <a:pt x="8480841" y="2199326"/>
                  </a:lnTo>
                  <a:lnTo>
                    <a:pt x="8481696" y="2178808"/>
                  </a:lnTo>
                  <a:lnTo>
                    <a:pt x="8482552" y="2170818"/>
                  </a:lnTo>
                  <a:lnTo>
                    <a:pt x="8483407" y="2176197"/>
                  </a:lnTo>
                  <a:lnTo>
                    <a:pt x="8484263" y="2159865"/>
                  </a:lnTo>
                  <a:lnTo>
                    <a:pt x="8485118" y="2117733"/>
                  </a:lnTo>
                  <a:lnTo>
                    <a:pt x="8485974" y="2199027"/>
                  </a:lnTo>
                  <a:lnTo>
                    <a:pt x="8486829" y="2186776"/>
                  </a:lnTo>
                  <a:lnTo>
                    <a:pt x="8487685" y="2211823"/>
                  </a:lnTo>
                  <a:lnTo>
                    <a:pt x="8488540" y="2201247"/>
                  </a:lnTo>
                  <a:lnTo>
                    <a:pt x="8489396" y="2222024"/>
                  </a:lnTo>
                  <a:lnTo>
                    <a:pt x="8490251" y="2245257"/>
                  </a:lnTo>
                  <a:lnTo>
                    <a:pt x="8491107" y="2248702"/>
                  </a:lnTo>
                  <a:lnTo>
                    <a:pt x="8491963" y="2234314"/>
                  </a:lnTo>
                  <a:lnTo>
                    <a:pt x="8492818" y="2221249"/>
                  </a:lnTo>
                  <a:lnTo>
                    <a:pt x="8493674" y="2225225"/>
                  </a:lnTo>
                  <a:lnTo>
                    <a:pt x="8494529" y="2125670"/>
                  </a:lnTo>
                  <a:lnTo>
                    <a:pt x="8495385" y="2047182"/>
                  </a:lnTo>
                  <a:lnTo>
                    <a:pt x="8496240" y="2025556"/>
                  </a:lnTo>
                  <a:lnTo>
                    <a:pt x="8497096" y="2110307"/>
                  </a:lnTo>
                  <a:lnTo>
                    <a:pt x="8497951" y="2120091"/>
                  </a:lnTo>
                  <a:lnTo>
                    <a:pt x="8498807" y="2109623"/>
                  </a:lnTo>
                  <a:lnTo>
                    <a:pt x="8499662" y="2099355"/>
                  </a:lnTo>
                  <a:lnTo>
                    <a:pt x="8500518" y="2063513"/>
                  </a:lnTo>
                  <a:lnTo>
                    <a:pt x="8501373" y="1993428"/>
                  </a:lnTo>
                  <a:lnTo>
                    <a:pt x="8502229" y="1927918"/>
                  </a:lnTo>
                  <a:lnTo>
                    <a:pt x="8503084" y="1864381"/>
                  </a:lnTo>
                  <a:lnTo>
                    <a:pt x="8503940" y="1853810"/>
                  </a:lnTo>
                  <a:lnTo>
                    <a:pt x="8504795" y="1877820"/>
                  </a:lnTo>
                  <a:lnTo>
                    <a:pt x="8505651" y="1861277"/>
                  </a:lnTo>
                  <a:lnTo>
                    <a:pt x="8506506" y="1886283"/>
                  </a:lnTo>
                  <a:lnTo>
                    <a:pt x="8507362" y="1908022"/>
                  </a:lnTo>
                  <a:lnTo>
                    <a:pt x="8508218" y="1929407"/>
                  </a:lnTo>
                  <a:lnTo>
                    <a:pt x="8509073" y="1977901"/>
                  </a:lnTo>
                  <a:lnTo>
                    <a:pt x="8509929" y="2035225"/>
                  </a:lnTo>
                  <a:lnTo>
                    <a:pt x="8510784" y="2087385"/>
                  </a:lnTo>
                  <a:lnTo>
                    <a:pt x="8511640" y="2112901"/>
                  </a:lnTo>
                  <a:lnTo>
                    <a:pt x="8512495" y="2104538"/>
                  </a:lnTo>
                  <a:lnTo>
                    <a:pt x="8513351" y="2045285"/>
                  </a:lnTo>
                  <a:lnTo>
                    <a:pt x="8514206" y="2084484"/>
                  </a:lnTo>
                  <a:lnTo>
                    <a:pt x="8515062" y="2068612"/>
                  </a:lnTo>
                  <a:lnTo>
                    <a:pt x="8515917" y="2091504"/>
                  </a:lnTo>
                  <a:lnTo>
                    <a:pt x="8516773" y="2025295"/>
                  </a:lnTo>
                  <a:lnTo>
                    <a:pt x="8517628" y="2067695"/>
                  </a:lnTo>
                  <a:lnTo>
                    <a:pt x="8518484" y="1997459"/>
                  </a:lnTo>
                  <a:lnTo>
                    <a:pt x="8519339" y="2067266"/>
                  </a:lnTo>
                  <a:lnTo>
                    <a:pt x="8520195" y="2034993"/>
                  </a:lnTo>
                  <a:lnTo>
                    <a:pt x="8521050" y="1992243"/>
                  </a:lnTo>
                  <a:lnTo>
                    <a:pt x="8521906" y="1929025"/>
                  </a:lnTo>
                  <a:lnTo>
                    <a:pt x="8522761" y="1922966"/>
                  </a:lnTo>
                  <a:lnTo>
                    <a:pt x="8523617" y="1923079"/>
                  </a:lnTo>
                  <a:lnTo>
                    <a:pt x="8524473" y="1910985"/>
                  </a:lnTo>
                  <a:lnTo>
                    <a:pt x="8525328" y="1887751"/>
                  </a:lnTo>
                  <a:lnTo>
                    <a:pt x="8526184" y="1937094"/>
                  </a:lnTo>
                  <a:lnTo>
                    <a:pt x="8527039" y="2031646"/>
                  </a:lnTo>
                  <a:lnTo>
                    <a:pt x="8527895" y="2030470"/>
                  </a:lnTo>
                  <a:lnTo>
                    <a:pt x="8528750" y="2033539"/>
                  </a:lnTo>
                  <a:lnTo>
                    <a:pt x="8529606" y="2015261"/>
                  </a:lnTo>
                  <a:lnTo>
                    <a:pt x="8530461" y="2069801"/>
                  </a:lnTo>
                  <a:lnTo>
                    <a:pt x="8531317" y="2082579"/>
                  </a:lnTo>
                  <a:lnTo>
                    <a:pt x="8532172" y="2056993"/>
                  </a:lnTo>
                  <a:lnTo>
                    <a:pt x="8533028" y="2072957"/>
                  </a:lnTo>
                  <a:lnTo>
                    <a:pt x="8533883" y="2078209"/>
                  </a:lnTo>
                  <a:lnTo>
                    <a:pt x="8534739" y="2027792"/>
                  </a:lnTo>
                  <a:lnTo>
                    <a:pt x="8535594" y="2005008"/>
                  </a:lnTo>
                  <a:lnTo>
                    <a:pt x="8536450" y="1938453"/>
                  </a:lnTo>
                  <a:lnTo>
                    <a:pt x="8537305" y="2027116"/>
                  </a:lnTo>
                  <a:lnTo>
                    <a:pt x="8538161" y="2141831"/>
                  </a:lnTo>
                  <a:lnTo>
                    <a:pt x="8539017" y="2176399"/>
                  </a:lnTo>
                  <a:lnTo>
                    <a:pt x="8539872" y="2138307"/>
                  </a:lnTo>
                  <a:lnTo>
                    <a:pt x="8540728" y="2119369"/>
                  </a:lnTo>
                  <a:lnTo>
                    <a:pt x="8541583" y="2024045"/>
                  </a:lnTo>
                  <a:lnTo>
                    <a:pt x="8542439" y="2040688"/>
                  </a:lnTo>
                  <a:lnTo>
                    <a:pt x="8543294" y="2076054"/>
                  </a:lnTo>
                  <a:lnTo>
                    <a:pt x="8544150" y="2135793"/>
                  </a:lnTo>
                  <a:lnTo>
                    <a:pt x="8545005" y="2171369"/>
                  </a:lnTo>
                  <a:lnTo>
                    <a:pt x="8545861" y="2092557"/>
                  </a:lnTo>
                  <a:lnTo>
                    <a:pt x="8546716" y="2096663"/>
                  </a:lnTo>
                  <a:lnTo>
                    <a:pt x="8547572" y="2117933"/>
                  </a:lnTo>
                  <a:lnTo>
                    <a:pt x="8548427" y="2159678"/>
                  </a:lnTo>
                  <a:lnTo>
                    <a:pt x="8549283" y="2136474"/>
                  </a:lnTo>
                  <a:lnTo>
                    <a:pt x="8550138" y="2142149"/>
                  </a:lnTo>
                  <a:lnTo>
                    <a:pt x="8550994" y="2193594"/>
                  </a:lnTo>
                  <a:lnTo>
                    <a:pt x="8551849" y="2178264"/>
                  </a:lnTo>
                  <a:lnTo>
                    <a:pt x="8552705" y="2160420"/>
                  </a:lnTo>
                  <a:lnTo>
                    <a:pt x="8553560" y="2097294"/>
                  </a:lnTo>
                  <a:lnTo>
                    <a:pt x="8553560" y="2278200"/>
                  </a:lnTo>
                  <a:lnTo>
                    <a:pt x="8552705" y="2278200"/>
                  </a:lnTo>
                  <a:lnTo>
                    <a:pt x="8551849" y="2278200"/>
                  </a:lnTo>
                  <a:lnTo>
                    <a:pt x="8550994" y="2278200"/>
                  </a:lnTo>
                  <a:lnTo>
                    <a:pt x="8550138" y="2278200"/>
                  </a:lnTo>
                  <a:lnTo>
                    <a:pt x="8549283" y="2278200"/>
                  </a:lnTo>
                  <a:lnTo>
                    <a:pt x="8548427" y="2278200"/>
                  </a:lnTo>
                  <a:lnTo>
                    <a:pt x="8547572" y="2278200"/>
                  </a:lnTo>
                  <a:lnTo>
                    <a:pt x="8546716" y="2278200"/>
                  </a:lnTo>
                  <a:lnTo>
                    <a:pt x="8545861" y="2278200"/>
                  </a:lnTo>
                  <a:lnTo>
                    <a:pt x="8545005" y="2278200"/>
                  </a:lnTo>
                  <a:lnTo>
                    <a:pt x="8544150" y="2278200"/>
                  </a:lnTo>
                  <a:lnTo>
                    <a:pt x="8543294" y="2278200"/>
                  </a:lnTo>
                  <a:lnTo>
                    <a:pt x="8542439" y="2278200"/>
                  </a:lnTo>
                  <a:lnTo>
                    <a:pt x="8541583" y="2278200"/>
                  </a:lnTo>
                  <a:lnTo>
                    <a:pt x="8540728" y="2278200"/>
                  </a:lnTo>
                  <a:lnTo>
                    <a:pt x="8539872" y="2278200"/>
                  </a:lnTo>
                  <a:lnTo>
                    <a:pt x="8539017" y="2278200"/>
                  </a:lnTo>
                  <a:lnTo>
                    <a:pt x="8538161" y="2278200"/>
                  </a:lnTo>
                  <a:lnTo>
                    <a:pt x="8537305" y="2278200"/>
                  </a:lnTo>
                  <a:lnTo>
                    <a:pt x="8536450" y="2278200"/>
                  </a:lnTo>
                  <a:lnTo>
                    <a:pt x="8535594" y="2278200"/>
                  </a:lnTo>
                  <a:lnTo>
                    <a:pt x="8534739" y="2278200"/>
                  </a:lnTo>
                  <a:lnTo>
                    <a:pt x="8533883" y="2278200"/>
                  </a:lnTo>
                  <a:lnTo>
                    <a:pt x="8533028" y="2278200"/>
                  </a:lnTo>
                  <a:lnTo>
                    <a:pt x="8532172" y="2278200"/>
                  </a:lnTo>
                  <a:lnTo>
                    <a:pt x="8531317" y="2278200"/>
                  </a:lnTo>
                  <a:lnTo>
                    <a:pt x="8530461" y="2278200"/>
                  </a:lnTo>
                  <a:lnTo>
                    <a:pt x="8529606" y="2278200"/>
                  </a:lnTo>
                  <a:lnTo>
                    <a:pt x="8528750" y="2278200"/>
                  </a:lnTo>
                  <a:lnTo>
                    <a:pt x="8527895" y="2278200"/>
                  </a:lnTo>
                  <a:lnTo>
                    <a:pt x="8527039" y="2278200"/>
                  </a:lnTo>
                  <a:lnTo>
                    <a:pt x="8526184" y="2278200"/>
                  </a:lnTo>
                  <a:lnTo>
                    <a:pt x="8525328" y="2278200"/>
                  </a:lnTo>
                  <a:lnTo>
                    <a:pt x="8524473" y="2278200"/>
                  </a:lnTo>
                  <a:lnTo>
                    <a:pt x="8523617" y="2278200"/>
                  </a:lnTo>
                  <a:lnTo>
                    <a:pt x="8522761" y="2278200"/>
                  </a:lnTo>
                  <a:lnTo>
                    <a:pt x="8521906" y="2278200"/>
                  </a:lnTo>
                  <a:lnTo>
                    <a:pt x="8521050" y="2278200"/>
                  </a:lnTo>
                  <a:lnTo>
                    <a:pt x="8520195" y="2278200"/>
                  </a:lnTo>
                  <a:lnTo>
                    <a:pt x="8519339" y="2278200"/>
                  </a:lnTo>
                  <a:lnTo>
                    <a:pt x="8518484" y="2278200"/>
                  </a:lnTo>
                  <a:lnTo>
                    <a:pt x="8517628" y="2278200"/>
                  </a:lnTo>
                  <a:lnTo>
                    <a:pt x="8516773" y="2278200"/>
                  </a:lnTo>
                  <a:lnTo>
                    <a:pt x="8515917" y="2278200"/>
                  </a:lnTo>
                  <a:lnTo>
                    <a:pt x="8515062" y="2278200"/>
                  </a:lnTo>
                  <a:lnTo>
                    <a:pt x="8514206" y="2278200"/>
                  </a:lnTo>
                  <a:lnTo>
                    <a:pt x="8513351" y="2278200"/>
                  </a:lnTo>
                  <a:lnTo>
                    <a:pt x="8512495" y="2278200"/>
                  </a:lnTo>
                  <a:lnTo>
                    <a:pt x="8511640" y="2278200"/>
                  </a:lnTo>
                  <a:lnTo>
                    <a:pt x="8510784" y="2278200"/>
                  </a:lnTo>
                  <a:lnTo>
                    <a:pt x="8509929" y="2278200"/>
                  </a:lnTo>
                  <a:lnTo>
                    <a:pt x="8509073" y="2278200"/>
                  </a:lnTo>
                  <a:lnTo>
                    <a:pt x="8508218" y="2278200"/>
                  </a:lnTo>
                  <a:lnTo>
                    <a:pt x="8507362" y="2278200"/>
                  </a:lnTo>
                  <a:lnTo>
                    <a:pt x="8506506" y="2278200"/>
                  </a:lnTo>
                  <a:lnTo>
                    <a:pt x="8505651" y="2278200"/>
                  </a:lnTo>
                  <a:lnTo>
                    <a:pt x="8504795" y="2278200"/>
                  </a:lnTo>
                  <a:lnTo>
                    <a:pt x="8503940" y="2278200"/>
                  </a:lnTo>
                  <a:lnTo>
                    <a:pt x="8503084" y="2278200"/>
                  </a:lnTo>
                  <a:lnTo>
                    <a:pt x="8502229" y="2278200"/>
                  </a:lnTo>
                  <a:lnTo>
                    <a:pt x="8501373" y="2278200"/>
                  </a:lnTo>
                  <a:lnTo>
                    <a:pt x="8500518" y="2278200"/>
                  </a:lnTo>
                  <a:lnTo>
                    <a:pt x="8499662" y="2278200"/>
                  </a:lnTo>
                  <a:lnTo>
                    <a:pt x="8498807" y="2278200"/>
                  </a:lnTo>
                  <a:lnTo>
                    <a:pt x="8497951" y="2278200"/>
                  </a:lnTo>
                  <a:lnTo>
                    <a:pt x="8497096" y="2278200"/>
                  </a:lnTo>
                  <a:lnTo>
                    <a:pt x="8496240" y="2278200"/>
                  </a:lnTo>
                  <a:lnTo>
                    <a:pt x="8495385" y="2278200"/>
                  </a:lnTo>
                  <a:lnTo>
                    <a:pt x="8494529" y="2278200"/>
                  </a:lnTo>
                  <a:lnTo>
                    <a:pt x="8493674" y="2278200"/>
                  </a:lnTo>
                  <a:lnTo>
                    <a:pt x="8492818" y="2278200"/>
                  </a:lnTo>
                  <a:lnTo>
                    <a:pt x="8491963" y="2278200"/>
                  </a:lnTo>
                  <a:lnTo>
                    <a:pt x="8491107" y="2278200"/>
                  </a:lnTo>
                  <a:lnTo>
                    <a:pt x="8490251" y="2278200"/>
                  </a:lnTo>
                  <a:lnTo>
                    <a:pt x="8489396" y="2278200"/>
                  </a:lnTo>
                  <a:lnTo>
                    <a:pt x="8488540" y="2278200"/>
                  </a:lnTo>
                  <a:lnTo>
                    <a:pt x="8487685" y="2278200"/>
                  </a:lnTo>
                  <a:lnTo>
                    <a:pt x="8486829" y="2278200"/>
                  </a:lnTo>
                  <a:lnTo>
                    <a:pt x="8485974" y="2278200"/>
                  </a:lnTo>
                  <a:lnTo>
                    <a:pt x="8485118" y="2278200"/>
                  </a:lnTo>
                  <a:lnTo>
                    <a:pt x="8484263" y="2278200"/>
                  </a:lnTo>
                  <a:lnTo>
                    <a:pt x="8483407" y="2278200"/>
                  </a:lnTo>
                  <a:lnTo>
                    <a:pt x="8482552" y="2278200"/>
                  </a:lnTo>
                  <a:lnTo>
                    <a:pt x="8481696" y="2278200"/>
                  </a:lnTo>
                  <a:lnTo>
                    <a:pt x="8480841" y="2278200"/>
                  </a:lnTo>
                  <a:lnTo>
                    <a:pt x="8479985" y="2278200"/>
                  </a:lnTo>
                  <a:lnTo>
                    <a:pt x="8479130" y="2278200"/>
                  </a:lnTo>
                  <a:lnTo>
                    <a:pt x="8478274" y="2278200"/>
                  </a:lnTo>
                  <a:lnTo>
                    <a:pt x="8477419" y="2278200"/>
                  </a:lnTo>
                  <a:lnTo>
                    <a:pt x="8476563" y="2278200"/>
                  </a:lnTo>
                  <a:lnTo>
                    <a:pt x="8475707" y="2278200"/>
                  </a:lnTo>
                  <a:lnTo>
                    <a:pt x="8474852" y="2278200"/>
                  </a:lnTo>
                  <a:lnTo>
                    <a:pt x="8473996" y="2278200"/>
                  </a:lnTo>
                  <a:lnTo>
                    <a:pt x="8473141" y="2278200"/>
                  </a:lnTo>
                  <a:lnTo>
                    <a:pt x="8472285" y="2278200"/>
                  </a:lnTo>
                  <a:lnTo>
                    <a:pt x="8471430" y="2278200"/>
                  </a:lnTo>
                  <a:lnTo>
                    <a:pt x="8470574" y="2278200"/>
                  </a:lnTo>
                  <a:lnTo>
                    <a:pt x="8469719" y="2278200"/>
                  </a:lnTo>
                  <a:lnTo>
                    <a:pt x="8468863" y="2278200"/>
                  </a:lnTo>
                  <a:lnTo>
                    <a:pt x="8468008" y="2278200"/>
                  </a:lnTo>
                  <a:lnTo>
                    <a:pt x="8467152" y="2278200"/>
                  </a:lnTo>
                  <a:lnTo>
                    <a:pt x="8466297" y="2278200"/>
                  </a:lnTo>
                  <a:lnTo>
                    <a:pt x="8465441" y="2278200"/>
                  </a:lnTo>
                  <a:lnTo>
                    <a:pt x="8464586" y="2278200"/>
                  </a:lnTo>
                  <a:lnTo>
                    <a:pt x="8463730" y="2278200"/>
                  </a:lnTo>
                  <a:lnTo>
                    <a:pt x="8462875" y="2278200"/>
                  </a:lnTo>
                  <a:lnTo>
                    <a:pt x="8462019" y="2278200"/>
                  </a:lnTo>
                  <a:lnTo>
                    <a:pt x="8461164" y="2278200"/>
                  </a:lnTo>
                  <a:lnTo>
                    <a:pt x="8460308" y="2278200"/>
                  </a:lnTo>
                  <a:lnTo>
                    <a:pt x="8459452" y="2278200"/>
                  </a:lnTo>
                  <a:lnTo>
                    <a:pt x="8458597" y="2278200"/>
                  </a:lnTo>
                  <a:lnTo>
                    <a:pt x="8457741" y="2278200"/>
                  </a:lnTo>
                  <a:lnTo>
                    <a:pt x="8456886" y="2278200"/>
                  </a:lnTo>
                  <a:lnTo>
                    <a:pt x="8456030" y="2278200"/>
                  </a:lnTo>
                  <a:lnTo>
                    <a:pt x="8455175" y="2278200"/>
                  </a:lnTo>
                  <a:lnTo>
                    <a:pt x="8454319" y="2278200"/>
                  </a:lnTo>
                  <a:lnTo>
                    <a:pt x="8453464" y="2278200"/>
                  </a:lnTo>
                  <a:lnTo>
                    <a:pt x="8452608" y="2278200"/>
                  </a:lnTo>
                  <a:lnTo>
                    <a:pt x="8451753" y="2278200"/>
                  </a:lnTo>
                  <a:lnTo>
                    <a:pt x="8450897" y="2278200"/>
                  </a:lnTo>
                  <a:lnTo>
                    <a:pt x="8450042" y="2278200"/>
                  </a:lnTo>
                  <a:lnTo>
                    <a:pt x="8449186" y="2278200"/>
                  </a:lnTo>
                  <a:lnTo>
                    <a:pt x="8448331" y="2278200"/>
                  </a:lnTo>
                  <a:lnTo>
                    <a:pt x="8447475" y="2278200"/>
                  </a:lnTo>
                  <a:lnTo>
                    <a:pt x="8446620" y="2278200"/>
                  </a:lnTo>
                  <a:lnTo>
                    <a:pt x="8445764" y="2278200"/>
                  </a:lnTo>
                  <a:lnTo>
                    <a:pt x="8444909" y="2278200"/>
                  </a:lnTo>
                  <a:lnTo>
                    <a:pt x="8444053" y="2278200"/>
                  </a:lnTo>
                  <a:lnTo>
                    <a:pt x="8443197" y="2278200"/>
                  </a:lnTo>
                  <a:lnTo>
                    <a:pt x="8442342" y="2278200"/>
                  </a:lnTo>
                  <a:lnTo>
                    <a:pt x="8441486" y="2278200"/>
                  </a:lnTo>
                  <a:lnTo>
                    <a:pt x="8440631" y="2278200"/>
                  </a:lnTo>
                  <a:lnTo>
                    <a:pt x="8439775" y="2278200"/>
                  </a:lnTo>
                  <a:lnTo>
                    <a:pt x="8438920" y="2278200"/>
                  </a:lnTo>
                  <a:lnTo>
                    <a:pt x="8438064" y="2278200"/>
                  </a:lnTo>
                  <a:lnTo>
                    <a:pt x="8437209" y="2278200"/>
                  </a:lnTo>
                  <a:lnTo>
                    <a:pt x="8436353" y="2278200"/>
                  </a:lnTo>
                  <a:lnTo>
                    <a:pt x="8435498" y="2278200"/>
                  </a:lnTo>
                  <a:lnTo>
                    <a:pt x="8434642" y="2278200"/>
                  </a:lnTo>
                  <a:lnTo>
                    <a:pt x="8433787" y="2278200"/>
                  </a:lnTo>
                  <a:lnTo>
                    <a:pt x="8432931" y="2278200"/>
                  </a:lnTo>
                  <a:lnTo>
                    <a:pt x="8432076" y="2278200"/>
                  </a:lnTo>
                  <a:lnTo>
                    <a:pt x="8431220" y="2278200"/>
                  </a:lnTo>
                  <a:lnTo>
                    <a:pt x="8430365" y="2278200"/>
                  </a:lnTo>
                  <a:lnTo>
                    <a:pt x="8429509" y="2278200"/>
                  </a:lnTo>
                  <a:lnTo>
                    <a:pt x="8428653" y="2278200"/>
                  </a:lnTo>
                  <a:lnTo>
                    <a:pt x="8427798" y="2278200"/>
                  </a:lnTo>
                  <a:lnTo>
                    <a:pt x="8426942" y="2278200"/>
                  </a:lnTo>
                  <a:lnTo>
                    <a:pt x="8426087" y="2278200"/>
                  </a:lnTo>
                  <a:lnTo>
                    <a:pt x="8425231" y="2278200"/>
                  </a:lnTo>
                  <a:lnTo>
                    <a:pt x="8424376" y="2278200"/>
                  </a:lnTo>
                  <a:lnTo>
                    <a:pt x="8423520" y="2278200"/>
                  </a:lnTo>
                  <a:lnTo>
                    <a:pt x="8422665" y="2278200"/>
                  </a:lnTo>
                  <a:lnTo>
                    <a:pt x="8421809" y="2278200"/>
                  </a:lnTo>
                  <a:lnTo>
                    <a:pt x="8420954" y="2278200"/>
                  </a:lnTo>
                  <a:lnTo>
                    <a:pt x="8420098" y="2278200"/>
                  </a:lnTo>
                  <a:lnTo>
                    <a:pt x="8419243" y="2278200"/>
                  </a:lnTo>
                  <a:lnTo>
                    <a:pt x="8418387" y="2278200"/>
                  </a:lnTo>
                  <a:lnTo>
                    <a:pt x="8417532" y="2278200"/>
                  </a:lnTo>
                  <a:lnTo>
                    <a:pt x="8416676" y="2278200"/>
                  </a:lnTo>
                  <a:lnTo>
                    <a:pt x="8415821" y="2278200"/>
                  </a:lnTo>
                  <a:lnTo>
                    <a:pt x="8414965" y="2278200"/>
                  </a:lnTo>
                  <a:lnTo>
                    <a:pt x="8414110" y="2278200"/>
                  </a:lnTo>
                  <a:lnTo>
                    <a:pt x="8413254" y="2278200"/>
                  </a:lnTo>
                  <a:lnTo>
                    <a:pt x="8412398" y="2278200"/>
                  </a:lnTo>
                  <a:lnTo>
                    <a:pt x="8411543" y="2278200"/>
                  </a:lnTo>
                  <a:lnTo>
                    <a:pt x="8410687" y="2278200"/>
                  </a:lnTo>
                  <a:lnTo>
                    <a:pt x="8409832" y="2278200"/>
                  </a:lnTo>
                  <a:lnTo>
                    <a:pt x="8408976" y="2278200"/>
                  </a:lnTo>
                  <a:lnTo>
                    <a:pt x="8408121" y="2278200"/>
                  </a:lnTo>
                  <a:lnTo>
                    <a:pt x="8407265" y="2278200"/>
                  </a:lnTo>
                  <a:lnTo>
                    <a:pt x="8406410" y="2278200"/>
                  </a:lnTo>
                  <a:lnTo>
                    <a:pt x="8405554" y="2278200"/>
                  </a:lnTo>
                  <a:lnTo>
                    <a:pt x="8404699" y="2278200"/>
                  </a:lnTo>
                  <a:lnTo>
                    <a:pt x="8403843" y="2278200"/>
                  </a:lnTo>
                  <a:lnTo>
                    <a:pt x="8402988" y="2278200"/>
                  </a:lnTo>
                  <a:lnTo>
                    <a:pt x="8402132" y="2278200"/>
                  </a:lnTo>
                  <a:lnTo>
                    <a:pt x="8401277" y="2278200"/>
                  </a:lnTo>
                  <a:lnTo>
                    <a:pt x="8400421" y="2278200"/>
                  </a:lnTo>
                  <a:lnTo>
                    <a:pt x="8399566" y="2278200"/>
                  </a:lnTo>
                  <a:lnTo>
                    <a:pt x="8398710" y="2278200"/>
                  </a:lnTo>
                  <a:lnTo>
                    <a:pt x="8397855" y="2278200"/>
                  </a:lnTo>
                  <a:lnTo>
                    <a:pt x="8396999" y="2278200"/>
                  </a:lnTo>
                  <a:lnTo>
                    <a:pt x="8396143" y="2278200"/>
                  </a:lnTo>
                  <a:lnTo>
                    <a:pt x="8395288" y="2278200"/>
                  </a:lnTo>
                  <a:lnTo>
                    <a:pt x="8394432" y="2278200"/>
                  </a:lnTo>
                  <a:lnTo>
                    <a:pt x="8393577" y="2278200"/>
                  </a:lnTo>
                  <a:lnTo>
                    <a:pt x="8392721" y="2278200"/>
                  </a:lnTo>
                  <a:lnTo>
                    <a:pt x="8391866" y="2278200"/>
                  </a:lnTo>
                  <a:lnTo>
                    <a:pt x="8391010" y="2278200"/>
                  </a:lnTo>
                  <a:lnTo>
                    <a:pt x="8390155" y="2278200"/>
                  </a:lnTo>
                  <a:lnTo>
                    <a:pt x="8389299" y="2278200"/>
                  </a:lnTo>
                  <a:lnTo>
                    <a:pt x="8388444" y="2278200"/>
                  </a:lnTo>
                  <a:lnTo>
                    <a:pt x="8387588" y="2278200"/>
                  </a:lnTo>
                  <a:lnTo>
                    <a:pt x="8386733" y="2278200"/>
                  </a:lnTo>
                  <a:lnTo>
                    <a:pt x="8385877" y="2278200"/>
                  </a:lnTo>
                  <a:lnTo>
                    <a:pt x="8385022" y="2278200"/>
                  </a:lnTo>
                  <a:lnTo>
                    <a:pt x="8384166" y="2278200"/>
                  </a:lnTo>
                  <a:lnTo>
                    <a:pt x="8383311" y="2278200"/>
                  </a:lnTo>
                  <a:lnTo>
                    <a:pt x="8382455" y="2278200"/>
                  </a:lnTo>
                  <a:lnTo>
                    <a:pt x="8381600" y="2278200"/>
                  </a:lnTo>
                  <a:lnTo>
                    <a:pt x="8380744" y="2278200"/>
                  </a:lnTo>
                  <a:lnTo>
                    <a:pt x="8379888" y="2278200"/>
                  </a:lnTo>
                  <a:lnTo>
                    <a:pt x="8379033" y="2278200"/>
                  </a:lnTo>
                  <a:lnTo>
                    <a:pt x="8378177" y="2278200"/>
                  </a:lnTo>
                  <a:lnTo>
                    <a:pt x="8377322" y="2278200"/>
                  </a:lnTo>
                  <a:lnTo>
                    <a:pt x="8376466" y="2278200"/>
                  </a:lnTo>
                  <a:lnTo>
                    <a:pt x="8375611" y="2278200"/>
                  </a:lnTo>
                  <a:lnTo>
                    <a:pt x="8374755" y="2278200"/>
                  </a:lnTo>
                  <a:lnTo>
                    <a:pt x="8373900" y="2278200"/>
                  </a:lnTo>
                  <a:lnTo>
                    <a:pt x="8373044" y="2278200"/>
                  </a:lnTo>
                  <a:lnTo>
                    <a:pt x="8372189" y="2278200"/>
                  </a:lnTo>
                  <a:lnTo>
                    <a:pt x="8371333" y="2278200"/>
                  </a:lnTo>
                  <a:lnTo>
                    <a:pt x="8370478" y="2278200"/>
                  </a:lnTo>
                  <a:lnTo>
                    <a:pt x="8369622" y="2278200"/>
                  </a:lnTo>
                  <a:lnTo>
                    <a:pt x="8368767" y="2278200"/>
                  </a:lnTo>
                  <a:lnTo>
                    <a:pt x="8367911" y="2278200"/>
                  </a:lnTo>
                  <a:lnTo>
                    <a:pt x="8367056" y="2278200"/>
                  </a:lnTo>
                  <a:lnTo>
                    <a:pt x="8366200" y="2278200"/>
                  </a:lnTo>
                  <a:lnTo>
                    <a:pt x="8365344" y="2278200"/>
                  </a:lnTo>
                  <a:lnTo>
                    <a:pt x="8364489" y="2278200"/>
                  </a:lnTo>
                  <a:lnTo>
                    <a:pt x="8363633" y="2278200"/>
                  </a:lnTo>
                  <a:lnTo>
                    <a:pt x="8362778" y="2278200"/>
                  </a:lnTo>
                  <a:lnTo>
                    <a:pt x="8361922" y="2278200"/>
                  </a:lnTo>
                  <a:lnTo>
                    <a:pt x="8361067" y="2278200"/>
                  </a:lnTo>
                  <a:lnTo>
                    <a:pt x="8360211" y="2278200"/>
                  </a:lnTo>
                  <a:lnTo>
                    <a:pt x="8359356" y="2278200"/>
                  </a:lnTo>
                  <a:lnTo>
                    <a:pt x="8358500" y="2278200"/>
                  </a:lnTo>
                  <a:lnTo>
                    <a:pt x="8357645" y="2278200"/>
                  </a:lnTo>
                  <a:lnTo>
                    <a:pt x="8356789" y="2278200"/>
                  </a:lnTo>
                  <a:lnTo>
                    <a:pt x="8355934" y="2278200"/>
                  </a:lnTo>
                  <a:lnTo>
                    <a:pt x="8355078" y="2278200"/>
                  </a:lnTo>
                  <a:lnTo>
                    <a:pt x="8354223" y="2278200"/>
                  </a:lnTo>
                  <a:lnTo>
                    <a:pt x="8353367" y="2278200"/>
                  </a:lnTo>
                  <a:lnTo>
                    <a:pt x="8352512" y="2278200"/>
                  </a:lnTo>
                  <a:lnTo>
                    <a:pt x="8351656" y="2278200"/>
                  </a:lnTo>
                  <a:lnTo>
                    <a:pt x="8350801" y="2278200"/>
                  </a:lnTo>
                  <a:lnTo>
                    <a:pt x="8349945" y="2278200"/>
                  </a:lnTo>
                  <a:lnTo>
                    <a:pt x="8349089" y="2278200"/>
                  </a:lnTo>
                  <a:lnTo>
                    <a:pt x="8348234" y="2278200"/>
                  </a:lnTo>
                  <a:lnTo>
                    <a:pt x="8347378" y="2278200"/>
                  </a:lnTo>
                  <a:lnTo>
                    <a:pt x="8346523" y="2278200"/>
                  </a:lnTo>
                  <a:lnTo>
                    <a:pt x="8345667" y="2278200"/>
                  </a:lnTo>
                  <a:lnTo>
                    <a:pt x="8344812" y="2278200"/>
                  </a:lnTo>
                  <a:lnTo>
                    <a:pt x="8343956" y="2278200"/>
                  </a:lnTo>
                  <a:lnTo>
                    <a:pt x="8343101" y="2278200"/>
                  </a:lnTo>
                  <a:lnTo>
                    <a:pt x="8342245" y="2278200"/>
                  </a:lnTo>
                  <a:lnTo>
                    <a:pt x="8341390" y="2278200"/>
                  </a:lnTo>
                  <a:lnTo>
                    <a:pt x="8340534" y="2278200"/>
                  </a:lnTo>
                  <a:lnTo>
                    <a:pt x="8339679" y="2278200"/>
                  </a:lnTo>
                  <a:lnTo>
                    <a:pt x="8338823" y="2278200"/>
                  </a:lnTo>
                  <a:lnTo>
                    <a:pt x="8337968" y="2278200"/>
                  </a:lnTo>
                  <a:lnTo>
                    <a:pt x="8337112" y="2278200"/>
                  </a:lnTo>
                  <a:lnTo>
                    <a:pt x="8336257" y="2278200"/>
                  </a:lnTo>
                  <a:lnTo>
                    <a:pt x="8335401" y="2278200"/>
                  </a:lnTo>
                  <a:lnTo>
                    <a:pt x="8334546" y="2278200"/>
                  </a:lnTo>
                  <a:lnTo>
                    <a:pt x="8333690" y="2278200"/>
                  </a:lnTo>
                  <a:lnTo>
                    <a:pt x="8332834" y="2278200"/>
                  </a:lnTo>
                  <a:lnTo>
                    <a:pt x="8331979" y="2278200"/>
                  </a:lnTo>
                  <a:lnTo>
                    <a:pt x="8331123" y="2278200"/>
                  </a:lnTo>
                  <a:lnTo>
                    <a:pt x="8330268" y="2278200"/>
                  </a:lnTo>
                  <a:lnTo>
                    <a:pt x="8329412" y="2278200"/>
                  </a:lnTo>
                  <a:lnTo>
                    <a:pt x="8328557" y="2278200"/>
                  </a:lnTo>
                  <a:lnTo>
                    <a:pt x="8327701" y="2278200"/>
                  </a:lnTo>
                  <a:lnTo>
                    <a:pt x="8326846" y="2278200"/>
                  </a:lnTo>
                  <a:lnTo>
                    <a:pt x="8325990" y="2278200"/>
                  </a:lnTo>
                  <a:lnTo>
                    <a:pt x="8325135" y="2278200"/>
                  </a:lnTo>
                  <a:lnTo>
                    <a:pt x="8324279" y="2278200"/>
                  </a:lnTo>
                  <a:lnTo>
                    <a:pt x="8323424" y="2278200"/>
                  </a:lnTo>
                  <a:lnTo>
                    <a:pt x="8322568" y="2278200"/>
                  </a:lnTo>
                  <a:lnTo>
                    <a:pt x="8321713" y="2278200"/>
                  </a:lnTo>
                  <a:lnTo>
                    <a:pt x="8320857" y="2278200"/>
                  </a:lnTo>
                  <a:lnTo>
                    <a:pt x="8320002" y="2278200"/>
                  </a:lnTo>
                  <a:lnTo>
                    <a:pt x="8319146" y="2278200"/>
                  </a:lnTo>
                  <a:lnTo>
                    <a:pt x="8318290" y="2278200"/>
                  </a:lnTo>
                  <a:lnTo>
                    <a:pt x="8317435" y="2278200"/>
                  </a:lnTo>
                  <a:lnTo>
                    <a:pt x="8316579" y="2278200"/>
                  </a:lnTo>
                  <a:lnTo>
                    <a:pt x="8315724" y="2278200"/>
                  </a:lnTo>
                  <a:lnTo>
                    <a:pt x="8314868" y="2278200"/>
                  </a:lnTo>
                  <a:lnTo>
                    <a:pt x="8314013" y="2278200"/>
                  </a:lnTo>
                  <a:lnTo>
                    <a:pt x="8313157" y="2278200"/>
                  </a:lnTo>
                  <a:lnTo>
                    <a:pt x="8312302" y="2278200"/>
                  </a:lnTo>
                  <a:lnTo>
                    <a:pt x="8311446" y="2278200"/>
                  </a:lnTo>
                  <a:lnTo>
                    <a:pt x="8310591" y="2278200"/>
                  </a:lnTo>
                  <a:lnTo>
                    <a:pt x="8309735" y="2278200"/>
                  </a:lnTo>
                  <a:lnTo>
                    <a:pt x="8308880" y="2278200"/>
                  </a:lnTo>
                  <a:lnTo>
                    <a:pt x="8308024" y="2278200"/>
                  </a:lnTo>
                  <a:lnTo>
                    <a:pt x="8307169" y="2278200"/>
                  </a:lnTo>
                  <a:lnTo>
                    <a:pt x="8306313" y="2278200"/>
                  </a:lnTo>
                  <a:lnTo>
                    <a:pt x="8305458" y="2278200"/>
                  </a:lnTo>
                  <a:lnTo>
                    <a:pt x="8304602" y="2278200"/>
                  </a:lnTo>
                  <a:lnTo>
                    <a:pt x="8303747" y="2278200"/>
                  </a:lnTo>
                  <a:lnTo>
                    <a:pt x="8302891" y="2278200"/>
                  </a:lnTo>
                  <a:lnTo>
                    <a:pt x="8302035" y="2278200"/>
                  </a:lnTo>
                  <a:lnTo>
                    <a:pt x="8301180" y="2278200"/>
                  </a:lnTo>
                  <a:lnTo>
                    <a:pt x="8300324" y="2278200"/>
                  </a:lnTo>
                  <a:lnTo>
                    <a:pt x="8299469" y="2278200"/>
                  </a:lnTo>
                  <a:lnTo>
                    <a:pt x="8298613" y="2278200"/>
                  </a:lnTo>
                  <a:lnTo>
                    <a:pt x="8297758" y="2278200"/>
                  </a:lnTo>
                  <a:lnTo>
                    <a:pt x="8296902" y="2278200"/>
                  </a:lnTo>
                  <a:lnTo>
                    <a:pt x="8296047" y="2278200"/>
                  </a:lnTo>
                  <a:lnTo>
                    <a:pt x="8295191" y="2278200"/>
                  </a:lnTo>
                  <a:lnTo>
                    <a:pt x="8294336" y="2278200"/>
                  </a:lnTo>
                  <a:lnTo>
                    <a:pt x="8293480" y="2278200"/>
                  </a:lnTo>
                  <a:lnTo>
                    <a:pt x="8292625" y="2278200"/>
                  </a:lnTo>
                  <a:lnTo>
                    <a:pt x="8291769" y="2278200"/>
                  </a:lnTo>
                  <a:lnTo>
                    <a:pt x="8290914" y="2278200"/>
                  </a:lnTo>
                  <a:lnTo>
                    <a:pt x="8290058" y="2278200"/>
                  </a:lnTo>
                  <a:lnTo>
                    <a:pt x="8289203" y="2278200"/>
                  </a:lnTo>
                  <a:lnTo>
                    <a:pt x="8288347" y="2278200"/>
                  </a:lnTo>
                  <a:lnTo>
                    <a:pt x="8287492" y="2278200"/>
                  </a:lnTo>
                  <a:lnTo>
                    <a:pt x="8286636" y="2278200"/>
                  </a:lnTo>
                  <a:lnTo>
                    <a:pt x="8285780" y="2278200"/>
                  </a:lnTo>
                  <a:lnTo>
                    <a:pt x="8284925" y="2278200"/>
                  </a:lnTo>
                  <a:lnTo>
                    <a:pt x="8284069" y="2278200"/>
                  </a:lnTo>
                  <a:lnTo>
                    <a:pt x="8283214" y="2278200"/>
                  </a:lnTo>
                  <a:lnTo>
                    <a:pt x="8282358" y="2278200"/>
                  </a:lnTo>
                  <a:lnTo>
                    <a:pt x="8281503" y="2278200"/>
                  </a:lnTo>
                  <a:lnTo>
                    <a:pt x="8280647" y="2278200"/>
                  </a:lnTo>
                  <a:lnTo>
                    <a:pt x="8279792" y="2278200"/>
                  </a:lnTo>
                  <a:lnTo>
                    <a:pt x="8278936" y="2278200"/>
                  </a:lnTo>
                  <a:lnTo>
                    <a:pt x="8278081" y="2278200"/>
                  </a:lnTo>
                  <a:lnTo>
                    <a:pt x="8277225" y="2278200"/>
                  </a:lnTo>
                  <a:lnTo>
                    <a:pt x="8276370" y="2278200"/>
                  </a:lnTo>
                  <a:lnTo>
                    <a:pt x="8275514" y="2278200"/>
                  </a:lnTo>
                  <a:lnTo>
                    <a:pt x="8274659" y="2278200"/>
                  </a:lnTo>
                  <a:lnTo>
                    <a:pt x="8273803" y="2278200"/>
                  </a:lnTo>
                  <a:lnTo>
                    <a:pt x="8272948" y="2278200"/>
                  </a:lnTo>
                  <a:lnTo>
                    <a:pt x="8272092" y="2278200"/>
                  </a:lnTo>
                  <a:lnTo>
                    <a:pt x="8271236" y="2278200"/>
                  </a:lnTo>
                  <a:lnTo>
                    <a:pt x="8270381" y="2278200"/>
                  </a:lnTo>
                  <a:lnTo>
                    <a:pt x="8269525" y="2278200"/>
                  </a:lnTo>
                  <a:lnTo>
                    <a:pt x="8268670" y="2278200"/>
                  </a:lnTo>
                  <a:lnTo>
                    <a:pt x="8267814" y="2278200"/>
                  </a:lnTo>
                  <a:lnTo>
                    <a:pt x="8266959" y="2278200"/>
                  </a:lnTo>
                  <a:lnTo>
                    <a:pt x="8266103" y="2278200"/>
                  </a:lnTo>
                  <a:lnTo>
                    <a:pt x="8265248" y="2278200"/>
                  </a:lnTo>
                  <a:lnTo>
                    <a:pt x="8264392" y="2278200"/>
                  </a:lnTo>
                  <a:lnTo>
                    <a:pt x="8263537" y="2278200"/>
                  </a:lnTo>
                  <a:lnTo>
                    <a:pt x="8262681" y="2278200"/>
                  </a:lnTo>
                  <a:lnTo>
                    <a:pt x="8261826" y="2278200"/>
                  </a:lnTo>
                  <a:lnTo>
                    <a:pt x="8260970" y="2278200"/>
                  </a:lnTo>
                  <a:lnTo>
                    <a:pt x="8260115" y="2278200"/>
                  </a:lnTo>
                  <a:lnTo>
                    <a:pt x="8259259" y="2278200"/>
                  </a:lnTo>
                  <a:lnTo>
                    <a:pt x="8258404" y="2278200"/>
                  </a:lnTo>
                  <a:lnTo>
                    <a:pt x="8257548" y="2278200"/>
                  </a:lnTo>
                  <a:lnTo>
                    <a:pt x="8256693" y="2278200"/>
                  </a:lnTo>
                  <a:lnTo>
                    <a:pt x="8255837" y="2278200"/>
                  </a:lnTo>
                  <a:lnTo>
                    <a:pt x="8254981" y="2278200"/>
                  </a:lnTo>
                  <a:lnTo>
                    <a:pt x="8254126" y="2278200"/>
                  </a:lnTo>
                  <a:lnTo>
                    <a:pt x="8253270" y="2278200"/>
                  </a:lnTo>
                  <a:lnTo>
                    <a:pt x="8252415" y="2278200"/>
                  </a:lnTo>
                  <a:lnTo>
                    <a:pt x="8251559" y="2278200"/>
                  </a:lnTo>
                  <a:lnTo>
                    <a:pt x="8250704" y="2278200"/>
                  </a:lnTo>
                  <a:lnTo>
                    <a:pt x="8249848" y="2278200"/>
                  </a:lnTo>
                  <a:lnTo>
                    <a:pt x="8248993" y="2278200"/>
                  </a:lnTo>
                  <a:lnTo>
                    <a:pt x="8248137" y="2278200"/>
                  </a:lnTo>
                  <a:lnTo>
                    <a:pt x="8247282" y="2278200"/>
                  </a:lnTo>
                  <a:lnTo>
                    <a:pt x="8246426" y="2278200"/>
                  </a:lnTo>
                  <a:lnTo>
                    <a:pt x="8245571" y="2278200"/>
                  </a:lnTo>
                  <a:lnTo>
                    <a:pt x="8244715" y="2278200"/>
                  </a:lnTo>
                  <a:lnTo>
                    <a:pt x="8243860" y="2278200"/>
                  </a:lnTo>
                  <a:lnTo>
                    <a:pt x="8243004" y="2278200"/>
                  </a:lnTo>
                  <a:lnTo>
                    <a:pt x="8242149" y="2278200"/>
                  </a:lnTo>
                  <a:lnTo>
                    <a:pt x="8241293" y="2278200"/>
                  </a:lnTo>
                  <a:lnTo>
                    <a:pt x="8240438" y="2278200"/>
                  </a:lnTo>
                  <a:lnTo>
                    <a:pt x="8239582" y="2278200"/>
                  </a:lnTo>
                  <a:lnTo>
                    <a:pt x="8238726" y="2278200"/>
                  </a:lnTo>
                  <a:lnTo>
                    <a:pt x="8237871" y="2278200"/>
                  </a:lnTo>
                  <a:lnTo>
                    <a:pt x="8237015" y="2278200"/>
                  </a:lnTo>
                  <a:lnTo>
                    <a:pt x="8236160" y="2278200"/>
                  </a:lnTo>
                  <a:lnTo>
                    <a:pt x="8235304" y="2278200"/>
                  </a:lnTo>
                  <a:lnTo>
                    <a:pt x="8234449" y="2278200"/>
                  </a:lnTo>
                  <a:lnTo>
                    <a:pt x="8233593" y="2278200"/>
                  </a:lnTo>
                  <a:lnTo>
                    <a:pt x="8232738" y="2278200"/>
                  </a:lnTo>
                  <a:lnTo>
                    <a:pt x="8231882" y="2278200"/>
                  </a:lnTo>
                  <a:lnTo>
                    <a:pt x="8231027" y="2278200"/>
                  </a:lnTo>
                  <a:lnTo>
                    <a:pt x="8230171" y="2278200"/>
                  </a:lnTo>
                  <a:lnTo>
                    <a:pt x="8229316" y="2278200"/>
                  </a:lnTo>
                  <a:lnTo>
                    <a:pt x="8228460" y="2278200"/>
                  </a:lnTo>
                  <a:lnTo>
                    <a:pt x="8227605" y="2278200"/>
                  </a:lnTo>
                  <a:lnTo>
                    <a:pt x="8226749" y="2278200"/>
                  </a:lnTo>
                  <a:lnTo>
                    <a:pt x="8225894" y="2278200"/>
                  </a:lnTo>
                  <a:lnTo>
                    <a:pt x="8225038" y="2278200"/>
                  </a:lnTo>
                  <a:lnTo>
                    <a:pt x="8224182" y="2278200"/>
                  </a:lnTo>
                  <a:lnTo>
                    <a:pt x="8223327" y="2278200"/>
                  </a:lnTo>
                  <a:lnTo>
                    <a:pt x="8222471" y="2278200"/>
                  </a:lnTo>
                  <a:lnTo>
                    <a:pt x="8221616" y="2278200"/>
                  </a:lnTo>
                  <a:lnTo>
                    <a:pt x="8220760" y="2278200"/>
                  </a:lnTo>
                  <a:lnTo>
                    <a:pt x="8219905" y="2278200"/>
                  </a:lnTo>
                  <a:lnTo>
                    <a:pt x="8219049" y="2278200"/>
                  </a:lnTo>
                  <a:lnTo>
                    <a:pt x="8218194" y="2278200"/>
                  </a:lnTo>
                  <a:lnTo>
                    <a:pt x="8217338" y="2278200"/>
                  </a:lnTo>
                  <a:lnTo>
                    <a:pt x="8216483" y="2278200"/>
                  </a:lnTo>
                  <a:lnTo>
                    <a:pt x="8215627" y="2278200"/>
                  </a:lnTo>
                  <a:lnTo>
                    <a:pt x="8214772" y="2278200"/>
                  </a:lnTo>
                  <a:lnTo>
                    <a:pt x="8213916" y="2278200"/>
                  </a:lnTo>
                  <a:lnTo>
                    <a:pt x="8213061" y="2278200"/>
                  </a:lnTo>
                  <a:lnTo>
                    <a:pt x="8212205" y="2278200"/>
                  </a:lnTo>
                  <a:lnTo>
                    <a:pt x="8211350" y="2278200"/>
                  </a:lnTo>
                  <a:lnTo>
                    <a:pt x="8210494" y="2278200"/>
                  </a:lnTo>
                  <a:lnTo>
                    <a:pt x="8209639" y="2278200"/>
                  </a:lnTo>
                  <a:lnTo>
                    <a:pt x="8208783" y="2278200"/>
                  </a:lnTo>
                  <a:lnTo>
                    <a:pt x="8207927" y="2278200"/>
                  </a:lnTo>
                  <a:lnTo>
                    <a:pt x="8207072" y="2278200"/>
                  </a:lnTo>
                  <a:lnTo>
                    <a:pt x="8206216" y="2278200"/>
                  </a:lnTo>
                  <a:lnTo>
                    <a:pt x="8205361" y="2278200"/>
                  </a:lnTo>
                  <a:lnTo>
                    <a:pt x="8204505" y="2278200"/>
                  </a:lnTo>
                  <a:lnTo>
                    <a:pt x="8203650" y="2278200"/>
                  </a:lnTo>
                  <a:lnTo>
                    <a:pt x="8202794" y="2278200"/>
                  </a:lnTo>
                  <a:lnTo>
                    <a:pt x="8201939" y="2278200"/>
                  </a:lnTo>
                  <a:lnTo>
                    <a:pt x="8201083" y="2278200"/>
                  </a:lnTo>
                  <a:lnTo>
                    <a:pt x="8200228" y="2278200"/>
                  </a:lnTo>
                  <a:lnTo>
                    <a:pt x="8199372" y="2278200"/>
                  </a:lnTo>
                  <a:lnTo>
                    <a:pt x="8198517" y="2278200"/>
                  </a:lnTo>
                  <a:lnTo>
                    <a:pt x="8197661" y="2278200"/>
                  </a:lnTo>
                  <a:lnTo>
                    <a:pt x="8196806" y="2278200"/>
                  </a:lnTo>
                  <a:lnTo>
                    <a:pt x="8195950" y="2278200"/>
                  </a:lnTo>
                  <a:lnTo>
                    <a:pt x="8195095" y="2278200"/>
                  </a:lnTo>
                  <a:lnTo>
                    <a:pt x="8194239" y="2278200"/>
                  </a:lnTo>
                  <a:lnTo>
                    <a:pt x="8193384" y="2278200"/>
                  </a:lnTo>
                  <a:lnTo>
                    <a:pt x="8192528" y="2278200"/>
                  </a:lnTo>
                  <a:lnTo>
                    <a:pt x="8191672" y="2278200"/>
                  </a:lnTo>
                  <a:lnTo>
                    <a:pt x="8190817" y="2278200"/>
                  </a:lnTo>
                  <a:lnTo>
                    <a:pt x="8189961" y="2278200"/>
                  </a:lnTo>
                  <a:lnTo>
                    <a:pt x="8189106" y="2278200"/>
                  </a:lnTo>
                  <a:lnTo>
                    <a:pt x="8188250" y="2278200"/>
                  </a:lnTo>
                  <a:lnTo>
                    <a:pt x="8187395" y="2278200"/>
                  </a:lnTo>
                  <a:lnTo>
                    <a:pt x="8186539" y="2278200"/>
                  </a:lnTo>
                  <a:lnTo>
                    <a:pt x="8185684" y="2278200"/>
                  </a:lnTo>
                  <a:lnTo>
                    <a:pt x="8184828" y="2278200"/>
                  </a:lnTo>
                  <a:lnTo>
                    <a:pt x="8183973" y="2278200"/>
                  </a:lnTo>
                  <a:lnTo>
                    <a:pt x="8183117" y="2278200"/>
                  </a:lnTo>
                  <a:lnTo>
                    <a:pt x="8182262" y="2278200"/>
                  </a:lnTo>
                  <a:lnTo>
                    <a:pt x="8181406" y="2278200"/>
                  </a:lnTo>
                  <a:lnTo>
                    <a:pt x="8180551" y="2278200"/>
                  </a:lnTo>
                  <a:lnTo>
                    <a:pt x="8179695" y="2278200"/>
                  </a:lnTo>
                  <a:lnTo>
                    <a:pt x="8178840" y="2278200"/>
                  </a:lnTo>
                  <a:lnTo>
                    <a:pt x="8177984" y="2278200"/>
                  </a:lnTo>
                  <a:lnTo>
                    <a:pt x="8177129" y="2278200"/>
                  </a:lnTo>
                  <a:lnTo>
                    <a:pt x="8176273" y="2278200"/>
                  </a:lnTo>
                  <a:lnTo>
                    <a:pt x="8175417" y="2278200"/>
                  </a:lnTo>
                  <a:lnTo>
                    <a:pt x="8174562" y="2278200"/>
                  </a:lnTo>
                  <a:lnTo>
                    <a:pt x="8173706" y="2278200"/>
                  </a:lnTo>
                  <a:lnTo>
                    <a:pt x="8172851" y="2278200"/>
                  </a:lnTo>
                  <a:lnTo>
                    <a:pt x="8171995" y="2278200"/>
                  </a:lnTo>
                  <a:lnTo>
                    <a:pt x="8171140" y="2278200"/>
                  </a:lnTo>
                  <a:lnTo>
                    <a:pt x="8170284" y="2278200"/>
                  </a:lnTo>
                  <a:lnTo>
                    <a:pt x="8169429" y="2278200"/>
                  </a:lnTo>
                  <a:lnTo>
                    <a:pt x="8168573" y="2278200"/>
                  </a:lnTo>
                  <a:lnTo>
                    <a:pt x="8167718" y="2278200"/>
                  </a:lnTo>
                  <a:lnTo>
                    <a:pt x="8166862" y="2278200"/>
                  </a:lnTo>
                  <a:lnTo>
                    <a:pt x="8166007" y="2278200"/>
                  </a:lnTo>
                  <a:lnTo>
                    <a:pt x="8165151" y="2278200"/>
                  </a:lnTo>
                  <a:lnTo>
                    <a:pt x="8164296" y="2278200"/>
                  </a:lnTo>
                  <a:lnTo>
                    <a:pt x="8163440" y="2278200"/>
                  </a:lnTo>
                  <a:lnTo>
                    <a:pt x="8162585" y="2278200"/>
                  </a:lnTo>
                  <a:lnTo>
                    <a:pt x="8161729" y="2278200"/>
                  </a:lnTo>
                  <a:lnTo>
                    <a:pt x="8160873" y="2278200"/>
                  </a:lnTo>
                  <a:lnTo>
                    <a:pt x="8160018" y="2278200"/>
                  </a:lnTo>
                  <a:lnTo>
                    <a:pt x="8159162" y="2278200"/>
                  </a:lnTo>
                  <a:lnTo>
                    <a:pt x="8158307" y="2278200"/>
                  </a:lnTo>
                  <a:lnTo>
                    <a:pt x="8157451" y="2278200"/>
                  </a:lnTo>
                  <a:lnTo>
                    <a:pt x="8156596" y="2278200"/>
                  </a:lnTo>
                  <a:lnTo>
                    <a:pt x="8155740" y="2278200"/>
                  </a:lnTo>
                  <a:lnTo>
                    <a:pt x="8154885" y="2278200"/>
                  </a:lnTo>
                  <a:lnTo>
                    <a:pt x="8154029" y="2278200"/>
                  </a:lnTo>
                  <a:lnTo>
                    <a:pt x="8153174" y="2278200"/>
                  </a:lnTo>
                  <a:lnTo>
                    <a:pt x="8152318" y="2278200"/>
                  </a:lnTo>
                  <a:lnTo>
                    <a:pt x="8151463" y="2278200"/>
                  </a:lnTo>
                  <a:lnTo>
                    <a:pt x="8150607" y="2278200"/>
                  </a:lnTo>
                  <a:lnTo>
                    <a:pt x="8149752" y="2278200"/>
                  </a:lnTo>
                  <a:lnTo>
                    <a:pt x="8148896" y="2278200"/>
                  </a:lnTo>
                  <a:lnTo>
                    <a:pt x="8148041" y="2278200"/>
                  </a:lnTo>
                  <a:lnTo>
                    <a:pt x="8147185" y="2278200"/>
                  </a:lnTo>
                  <a:lnTo>
                    <a:pt x="8146330" y="2278200"/>
                  </a:lnTo>
                  <a:lnTo>
                    <a:pt x="8145474" y="2278200"/>
                  </a:lnTo>
                  <a:lnTo>
                    <a:pt x="8144618" y="2278200"/>
                  </a:lnTo>
                  <a:lnTo>
                    <a:pt x="8143763" y="2278200"/>
                  </a:lnTo>
                  <a:lnTo>
                    <a:pt x="8142907" y="2278200"/>
                  </a:lnTo>
                  <a:lnTo>
                    <a:pt x="8142052" y="2278200"/>
                  </a:lnTo>
                  <a:lnTo>
                    <a:pt x="8141196" y="2278200"/>
                  </a:lnTo>
                  <a:lnTo>
                    <a:pt x="8140341" y="2278200"/>
                  </a:lnTo>
                  <a:lnTo>
                    <a:pt x="8139485" y="2278200"/>
                  </a:lnTo>
                  <a:lnTo>
                    <a:pt x="8138630" y="2278200"/>
                  </a:lnTo>
                  <a:lnTo>
                    <a:pt x="8137774" y="2278200"/>
                  </a:lnTo>
                  <a:lnTo>
                    <a:pt x="8136919" y="2278200"/>
                  </a:lnTo>
                  <a:lnTo>
                    <a:pt x="8136063" y="2278200"/>
                  </a:lnTo>
                  <a:lnTo>
                    <a:pt x="8135208" y="2278200"/>
                  </a:lnTo>
                  <a:lnTo>
                    <a:pt x="8134352" y="2278200"/>
                  </a:lnTo>
                  <a:lnTo>
                    <a:pt x="8133497" y="2278200"/>
                  </a:lnTo>
                  <a:lnTo>
                    <a:pt x="8132641" y="2278200"/>
                  </a:lnTo>
                  <a:lnTo>
                    <a:pt x="8131786" y="2278200"/>
                  </a:lnTo>
                  <a:lnTo>
                    <a:pt x="8130930" y="2278200"/>
                  </a:lnTo>
                  <a:lnTo>
                    <a:pt x="8130075" y="2278200"/>
                  </a:lnTo>
                  <a:lnTo>
                    <a:pt x="8129219" y="2278200"/>
                  </a:lnTo>
                  <a:lnTo>
                    <a:pt x="8128363" y="2278200"/>
                  </a:lnTo>
                  <a:lnTo>
                    <a:pt x="8127508" y="2278200"/>
                  </a:lnTo>
                  <a:lnTo>
                    <a:pt x="8126652" y="2278200"/>
                  </a:lnTo>
                  <a:lnTo>
                    <a:pt x="8125797" y="2278200"/>
                  </a:lnTo>
                  <a:lnTo>
                    <a:pt x="8124941" y="2278200"/>
                  </a:lnTo>
                  <a:lnTo>
                    <a:pt x="8124086" y="2278200"/>
                  </a:lnTo>
                  <a:lnTo>
                    <a:pt x="8123230" y="2278200"/>
                  </a:lnTo>
                  <a:lnTo>
                    <a:pt x="8122375" y="2278200"/>
                  </a:lnTo>
                  <a:lnTo>
                    <a:pt x="8121519" y="2278200"/>
                  </a:lnTo>
                  <a:lnTo>
                    <a:pt x="8120664" y="2278200"/>
                  </a:lnTo>
                  <a:lnTo>
                    <a:pt x="8119808" y="2278200"/>
                  </a:lnTo>
                  <a:lnTo>
                    <a:pt x="8118953" y="2278200"/>
                  </a:lnTo>
                  <a:lnTo>
                    <a:pt x="8118097" y="2278200"/>
                  </a:lnTo>
                  <a:lnTo>
                    <a:pt x="8117242" y="2278200"/>
                  </a:lnTo>
                  <a:lnTo>
                    <a:pt x="8116386" y="2278200"/>
                  </a:lnTo>
                  <a:lnTo>
                    <a:pt x="8115531" y="2278200"/>
                  </a:lnTo>
                  <a:lnTo>
                    <a:pt x="8114675" y="2278200"/>
                  </a:lnTo>
                  <a:lnTo>
                    <a:pt x="8113819" y="2278200"/>
                  </a:lnTo>
                  <a:lnTo>
                    <a:pt x="8112964" y="2278200"/>
                  </a:lnTo>
                  <a:lnTo>
                    <a:pt x="8112108" y="2278200"/>
                  </a:lnTo>
                  <a:lnTo>
                    <a:pt x="8111253" y="2278200"/>
                  </a:lnTo>
                  <a:lnTo>
                    <a:pt x="8110397" y="2278200"/>
                  </a:lnTo>
                  <a:lnTo>
                    <a:pt x="8109542" y="2278200"/>
                  </a:lnTo>
                  <a:lnTo>
                    <a:pt x="8108686" y="2278200"/>
                  </a:lnTo>
                  <a:lnTo>
                    <a:pt x="8107831" y="2278200"/>
                  </a:lnTo>
                  <a:lnTo>
                    <a:pt x="8106975" y="2278200"/>
                  </a:lnTo>
                  <a:lnTo>
                    <a:pt x="8106120" y="2278200"/>
                  </a:lnTo>
                  <a:lnTo>
                    <a:pt x="8105264" y="2278200"/>
                  </a:lnTo>
                  <a:lnTo>
                    <a:pt x="8104409" y="2278200"/>
                  </a:lnTo>
                  <a:lnTo>
                    <a:pt x="8103553" y="2278200"/>
                  </a:lnTo>
                  <a:lnTo>
                    <a:pt x="8102698" y="2278200"/>
                  </a:lnTo>
                  <a:lnTo>
                    <a:pt x="8101842" y="2278200"/>
                  </a:lnTo>
                  <a:lnTo>
                    <a:pt x="8100987" y="2278200"/>
                  </a:lnTo>
                  <a:lnTo>
                    <a:pt x="8100131" y="2278200"/>
                  </a:lnTo>
                  <a:lnTo>
                    <a:pt x="8099276" y="2278200"/>
                  </a:lnTo>
                  <a:lnTo>
                    <a:pt x="8098420" y="2278200"/>
                  </a:lnTo>
                  <a:lnTo>
                    <a:pt x="8097564" y="2278200"/>
                  </a:lnTo>
                  <a:lnTo>
                    <a:pt x="8096709" y="2278200"/>
                  </a:lnTo>
                  <a:lnTo>
                    <a:pt x="8095853" y="2278200"/>
                  </a:lnTo>
                  <a:lnTo>
                    <a:pt x="8094998" y="2278200"/>
                  </a:lnTo>
                  <a:lnTo>
                    <a:pt x="8094142" y="2278200"/>
                  </a:lnTo>
                  <a:lnTo>
                    <a:pt x="8093287" y="2278200"/>
                  </a:lnTo>
                  <a:lnTo>
                    <a:pt x="8092431" y="2278200"/>
                  </a:lnTo>
                  <a:lnTo>
                    <a:pt x="8091576" y="2278200"/>
                  </a:lnTo>
                  <a:lnTo>
                    <a:pt x="8090720" y="2278200"/>
                  </a:lnTo>
                  <a:lnTo>
                    <a:pt x="8089865" y="2278200"/>
                  </a:lnTo>
                  <a:lnTo>
                    <a:pt x="8089009" y="2278200"/>
                  </a:lnTo>
                  <a:lnTo>
                    <a:pt x="8088154" y="2278200"/>
                  </a:lnTo>
                  <a:lnTo>
                    <a:pt x="8087298" y="2278200"/>
                  </a:lnTo>
                  <a:lnTo>
                    <a:pt x="8086443" y="2278200"/>
                  </a:lnTo>
                  <a:lnTo>
                    <a:pt x="8085587" y="2278200"/>
                  </a:lnTo>
                  <a:lnTo>
                    <a:pt x="8084732" y="2278200"/>
                  </a:lnTo>
                  <a:lnTo>
                    <a:pt x="8083876" y="2278200"/>
                  </a:lnTo>
                  <a:lnTo>
                    <a:pt x="8083021" y="2278200"/>
                  </a:lnTo>
                  <a:lnTo>
                    <a:pt x="8082165" y="2278200"/>
                  </a:lnTo>
                  <a:lnTo>
                    <a:pt x="8081309" y="2278200"/>
                  </a:lnTo>
                  <a:lnTo>
                    <a:pt x="8080454" y="2278200"/>
                  </a:lnTo>
                  <a:lnTo>
                    <a:pt x="8079598" y="2278200"/>
                  </a:lnTo>
                  <a:lnTo>
                    <a:pt x="8078743" y="2278200"/>
                  </a:lnTo>
                  <a:lnTo>
                    <a:pt x="8077887" y="2278200"/>
                  </a:lnTo>
                  <a:lnTo>
                    <a:pt x="8077032" y="2278200"/>
                  </a:lnTo>
                  <a:lnTo>
                    <a:pt x="8076176" y="2278200"/>
                  </a:lnTo>
                  <a:lnTo>
                    <a:pt x="8075321" y="2278200"/>
                  </a:lnTo>
                  <a:lnTo>
                    <a:pt x="8074465" y="2278200"/>
                  </a:lnTo>
                  <a:lnTo>
                    <a:pt x="8073610" y="2278200"/>
                  </a:lnTo>
                  <a:lnTo>
                    <a:pt x="8072754" y="2278200"/>
                  </a:lnTo>
                  <a:lnTo>
                    <a:pt x="8071899" y="2278200"/>
                  </a:lnTo>
                  <a:lnTo>
                    <a:pt x="8071043" y="2278200"/>
                  </a:lnTo>
                  <a:lnTo>
                    <a:pt x="8070188" y="2278200"/>
                  </a:lnTo>
                  <a:lnTo>
                    <a:pt x="8069332" y="2278200"/>
                  </a:lnTo>
                  <a:lnTo>
                    <a:pt x="8068477" y="2278200"/>
                  </a:lnTo>
                  <a:lnTo>
                    <a:pt x="8067621" y="2278200"/>
                  </a:lnTo>
                  <a:lnTo>
                    <a:pt x="8066765" y="2278200"/>
                  </a:lnTo>
                  <a:lnTo>
                    <a:pt x="8065910" y="2278200"/>
                  </a:lnTo>
                  <a:lnTo>
                    <a:pt x="8065054" y="2278200"/>
                  </a:lnTo>
                  <a:lnTo>
                    <a:pt x="8064199" y="2278200"/>
                  </a:lnTo>
                  <a:lnTo>
                    <a:pt x="8063343" y="2278200"/>
                  </a:lnTo>
                  <a:lnTo>
                    <a:pt x="8062488" y="2278200"/>
                  </a:lnTo>
                  <a:lnTo>
                    <a:pt x="8061632" y="2278200"/>
                  </a:lnTo>
                  <a:lnTo>
                    <a:pt x="8060777" y="2278200"/>
                  </a:lnTo>
                  <a:lnTo>
                    <a:pt x="8059921" y="2278200"/>
                  </a:lnTo>
                  <a:lnTo>
                    <a:pt x="8059066" y="2278200"/>
                  </a:lnTo>
                  <a:lnTo>
                    <a:pt x="8058210" y="2278200"/>
                  </a:lnTo>
                  <a:lnTo>
                    <a:pt x="8057355" y="2278200"/>
                  </a:lnTo>
                  <a:lnTo>
                    <a:pt x="8056499" y="2278200"/>
                  </a:lnTo>
                  <a:lnTo>
                    <a:pt x="8055644" y="2278200"/>
                  </a:lnTo>
                  <a:lnTo>
                    <a:pt x="8054788" y="2278200"/>
                  </a:lnTo>
                  <a:lnTo>
                    <a:pt x="8053933" y="2278200"/>
                  </a:lnTo>
                  <a:lnTo>
                    <a:pt x="8053077" y="2278200"/>
                  </a:lnTo>
                  <a:lnTo>
                    <a:pt x="8052222" y="2278200"/>
                  </a:lnTo>
                  <a:lnTo>
                    <a:pt x="8051366" y="2278200"/>
                  </a:lnTo>
                  <a:lnTo>
                    <a:pt x="8050510" y="2278200"/>
                  </a:lnTo>
                  <a:lnTo>
                    <a:pt x="8049655" y="2278200"/>
                  </a:lnTo>
                  <a:lnTo>
                    <a:pt x="8048799" y="2278200"/>
                  </a:lnTo>
                  <a:lnTo>
                    <a:pt x="8047944" y="2278200"/>
                  </a:lnTo>
                  <a:lnTo>
                    <a:pt x="8047088" y="2278200"/>
                  </a:lnTo>
                  <a:lnTo>
                    <a:pt x="8046233" y="2278200"/>
                  </a:lnTo>
                  <a:lnTo>
                    <a:pt x="8045377" y="2278200"/>
                  </a:lnTo>
                  <a:lnTo>
                    <a:pt x="8044522" y="2278200"/>
                  </a:lnTo>
                  <a:lnTo>
                    <a:pt x="8043666" y="2278200"/>
                  </a:lnTo>
                  <a:lnTo>
                    <a:pt x="8042811" y="2278200"/>
                  </a:lnTo>
                  <a:lnTo>
                    <a:pt x="8041955" y="2278200"/>
                  </a:lnTo>
                  <a:lnTo>
                    <a:pt x="8041100" y="2278200"/>
                  </a:lnTo>
                  <a:lnTo>
                    <a:pt x="8040244" y="2278200"/>
                  </a:lnTo>
                  <a:lnTo>
                    <a:pt x="8039389" y="2278200"/>
                  </a:lnTo>
                  <a:lnTo>
                    <a:pt x="8038533" y="2278200"/>
                  </a:lnTo>
                  <a:lnTo>
                    <a:pt x="8037678" y="2278200"/>
                  </a:lnTo>
                  <a:lnTo>
                    <a:pt x="8036822" y="2278200"/>
                  </a:lnTo>
                  <a:lnTo>
                    <a:pt x="8035967" y="2278200"/>
                  </a:lnTo>
                  <a:lnTo>
                    <a:pt x="8035111" y="2278200"/>
                  </a:lnTo>
                  <a:lnTo>
                    <a:pt x="8034255" y="2278200"/>
                  </a:lnTo>
                  <a:lnTo>
                    <a:pt x="8033400" y="2278200"/>
                  </a:lnTo>
                  <a:lnTo>
                    <a:pt x="8032544" y="2278200"/>
                  </a:lnTo>
                  <a:lnTo>
                    <a:pt x="8031689" y="2278200"/>
                  </a:lnTo>
                  <a:lnTo>
                    <a:pt x="8030833" y="2278200"/>
                  </a:lnTo>
                  <a:lnTo>
                    <a:pt x="8029978" y="2278200"/>
                  </a:lnTo>
                  <a:lnTo>
                    <a:pt x="8029122" y="2278200"/>
                  </a:lnTo>
                  <a:lnTo>
                    <a:pt x="8028267" y="2278200"/>
                  </a:lnTo>
                  <a:lnTo>
                    <a:pt x="8027411" y="2278200"/>
                  </a:lnTo>
                  <a:lnTo>
                    <a:pt x="8026556" y="2278200"/>
                  </a:lnTo>
                  <a:lnTo>
                    <a:pt x="8025700" y="2278200"/>
                  </a:lnTo>
                  <a:lnTo>
                    <a:pt x="8024845" y="2278200"/>
                  </a:lnTo>
                  <a:lnTo>
                    <a:pt x="8023989" y="2278200"/>
                  </a:lnTo>
                  <a:lnTo>
                    <a:pt x="8023134" y="2278200"/>
                  </a:lnTo>
                  <a:lnTo>
                    <a:pt x="8022278" y="2278200"/>
                  </a:lnTo>
                  <a:lnTo>
                    <a:pt x="8021423" y="2278200"/>
                  </a:lnTo>
                  <a:lnTo>
                    <a:pt x="8020567" y="2278200"/>
                  </a:lnTo>
                  <a:lnTo>
                    <a:pt x="8019711" y="2278200"/>
                  </a:lnTo>
                  <a:lnTo>
                    <a:pt x="8018856" y="2278200"/>
                  </a:lnTo>
                  <a:lnTo>
                    <a:pt x="8018000" y="2278200"/>
                  </a:lnTo>
                  <a:lnTo>
                    <a:pt x="8017145" y="2278200"/>
                  </a:lnTo>
                  <a:lnTo>
                    <a:pt x="8016289" y="2278200"/>
                  </a:lnTo>
                  <a:lnTo>
                    <a:pt x="8015434" y="2278200"/>
                  </a:lnTo>
                  <a:lnTo>
                    <a:pt x="8014578" y="2278200"/>
                  </a:lnTo>
                  <a:lnTo>
                    <a:pt x="8013723" y="2278200"/>
                  </a:lnTo>
                  <a:lnTo>
                    <a:pt x="8012867" y="2278200"/>
                  </a:lnTo>
                  <a:lnTo>
                    <a:pt x="8012012" y="2278200"/>
                  </a:lnTo>
                  <a:lnTo>
                    <a:pt x="8011156" y="2278200"/>
                  </a:lnTo>
                  <a:lnTo>
                    <a:pt x="8010301" y="2278200"/>
                  </a:lnTo>
                  <a:lnTo>
                    <a:pt x="8009445" y="2278200"/>
                  </a:lnTo>
                  <a:lnTo>
                    <a:pt x="8008590" y="2278200"/>
                  </a:lnTo>
                  <a:lnTo>
                    <a:pt x="8007734" y="2278200"/>
                  </a:lnTo>
                  <a:lnTo>
                    <a:pt x="8006879" y="2278200"/>
                  </a:lnTo>
                  <a:lnTo>
                    <a:pt x="8006023" y="2278200"/>
                  </a:lnTo>
                  <a:lnTo>
                    <a:pt x="8005168" y="2278200"/>
                  </a:lnTo>
                  <a:lnTo>
                    <a:pt x="8004312" y="2278200"/>
                  </a:lnTo>
                  <a:lnTo>
                    <a:pt x="8003456" y="2278200"/>
                  </a:lnTo>
                  <a:lnTo>
                    <a:pt x="8002601" y="2278200"/>
                  </a:lnTo>
                  <a:lnTo>
                    <a:pt x="8001745" y="2278200"/>
                  </a:lnTo>
                  <a:lnTo>
                    <a:pt x="8000890" y="2278200"/>
                  </a:lnTo>
                  <a:lnTo>
                    <a:pt x="8000034" y="2278200"/>
                  </a:lnTo>
                  <a:lnTo>
                    <a:pt x="7999179" y="2278200"/>
                  </a:lnTo>
                  <a:lnTo>
                    <a:pt x="7998323" y="2278200"/>
                  </a:lnTo>
                  <a:lnTo>
                    <a:pt x="7997468" y="2278200"/>
                  </a:lnTo>
                  <a:lnTo>
                    <a:pt x="7996612" y="2278200"/>
                  </a:lnTo>
                  <a:lnTo>
                    <a:pt x="7995757" y="2278200"/>
                  </a:lnTo>
                  <a:lnTo>
                    <a:pt x="7994901" y="2278200"/>
                  </a:lnTo>
                  <a:lnTo>
                    <a:pt x="7994046" y="2278200"/>
                  </a:lnTo>
                  <a:lnTo>
                    <a:pt x="7993190" y="2278200"/>
                  </a:lnTo>
                  <a:lnTo>
                    <a:pt x="7992335" y="2278200"/>
                  </a:lnTo>
                  <a:lnTo>
                    <a:pt x="7991479" y="2278200"/>
                  </a:lnTo>
                  <a:lnTo>
                    <a:pt x="7990624" y="2278200"/>
                  </a:lnTo>
                  <a:lnTo>
                    <a:pt x="7989768" y="2278200"/>
                  </a:lnTo>
                  <a:lnTo>
                    <a:pt x="7988913" y="2278200"/>
                  </a:lnTo>
                  <a:lnTo>
                    <a:pt x="7988057" y="2278200"/>
                  </a:lnTo>
                  <a:lnTo>
                    <a:pt x="7987201" y="2278200"/>
                  </a:lnTo>
                  <a:lnTo>
                    <a:pt x="7986346" y="2278200"/>
                  </a:lnTo>
                  <a:lnTo>
                    <a:pt x="7985490" y="2278200"/>
                  </a:lnTo>
                  <a:lnTo>
                    <a:pt x="7984635" y="2278200"/>
                  </a:lnTo>
                  <a:lnTo>
                    <a:pt x="7983779" y="2278200"/>
                  </a:lnTo>
                  <a:lnTo>
                    <a:pt x="7982924" y="2278200"/>
                  </a:lnTo>
                  <a:lnTo>
                    <a:pt x="7982068" y="2278200"/>
                  </a:lnTo>
                  <a:lnTo>
                    <a:pt x="7981213" y="2278200"/>
                  </a:lnTo>
                  <a:lnTo>
                    <a:pt x="7980357" y="2278200"/>
                  </a:lnTo>
                  <a:lnTo>
                    <a:pt x="7979502" y="2278200"/>
                  </a:lnTo>
                  <a:lnTo>
                    <a:pt x="7978646" y="2278200"/>
                  </a:lnTo>
                  <a:lnTo>
                    <a:pt x="7977791" y="2278200"/>
                  </a:lnTo>
                  <a:lnTo>
                    <a:pt x="7976935" y="2278200"/>
                  </a:lnTo>
                  <a:lnTo>
                    <a:pt x="7976080" y="2278200"/>
                  </a:lnTo>
                  <a:lnTo>
                    <a:pt x="7975224" y="2278200"/>
                  </a:lnTo>
                  <a:lnTo>
                    <a:pt x="7974369" y="2278200"/>
                  </a:lnTo>
                  <a:lnTo>
                    <a:pt x="7973513" y="2278200"/>
                  </a:lnTo>
                  <a:lnTo>
                    <a:pt x="7972658" y="2278200"/>
                  </a:lnTo>
                  <a:lnTo>
                    <a:pt x="7971802" y="2278200"/>
                  </a:lnTo>
                  <a:lnTo>
                    <a:pt x="7970946" y="2278200"/>
                  </a:lnTo>
                  <a:lnTo>
                    <a:pt x="7970091" y="2278200"/>
                  </a:lnTo>
                  <a:lnTo>
                    <a:pt x="7969235" y="2278200"/>
                  </a:lnTo>
                  <a:lnTo>
                    <a:pt x="7968380" y="2278200"/>
                  </a:lnTo>
                  <a:lnTo>
                    <a:pt x="7967524" y="2278200"/>
                  </a:lnTo>
                  <a:lnTo>
                    <a:pt x="7966669" y="2278200"/>
                  </a:lnTo>
                  <a:lnTo>
                    <a:pt x="7965813" y="2278200"/>
                  </a:lnTo>
                  <a:lnTo>
                    <a:pt x="7964958" y="2278200"/>
                  </a:lnTo>
                  <a:lnTo>
                    <a:pt x="7964102" y="2278200"/>
                  </a:lnTo>
                  <a:lnTo>
                    <a:pt x="7963247" y="2278200"/>
                  </a:lnTo>
                  <a:lnTo>
                    <a:pt x="7962391" y="2278200"/>
                  </a:lnTo>
                  <a:lnTo>
                    <a:pt x="7961536" y="2278200"/>
                  </a:lnTo>
                  <a:lnTo>
                    <a:pt x="7960680" y="2278200"/>
                  </a:lnTo>
                  <a:lnTo>
                    <a:pt x="7959825" y="2278200"/>
                  </a:lnTo>
                  <a:lnTo>
                    <a:pt x="7958969" y="2278200"/>
                  </a:lnTo>
                  <a:lnTo>
                    <a:pt x="7958114" y="2278200"/>
                  </a:lnTo>
                  <a:lnTo>
                    <a:pt x="7957258" y="2278200"/>
                  </a:lnTo>
                  <a:lnTo>
                    <a:pt x="7956402" y="2278200"/>
                  </a:lnTo>
                  <a:lnTo>
                    <a:pt x="7955547" y="2278200"/>
                  </a:lnTo>
                  <a:lnTo>
                    <a:pt x="7954691" y="2278200"/>
                  </a:lnTo>
                  <a:lnTo>
                    <a:pt x="7953836" y="2278200"/>
                  </a:lnTo>
                  <a:lnTo>
                    <a:pt x="7952980" y="2278200"/>
                  </a:lnTo>
                  <a:lnTo>
                    <a:pt x="7952125" y="2278200"/>
                  </a:lnTo>
                  <a:lnTo>
                    <a:pt x="7951269" y="2278200"/>
                  </a:lnTo>
                  <a:lnTo>
                    <a:pt x="7950414" y="2278200"/>
                  </a:lnTo>
                  <a:lnTo>
                    <a:pt x="7949558" y="2278200"/>
                  </a:lnTo>
                  <a:lnTo>
                    <a:pt x="7948703" y="2278200"/>
                  </a:lnTo>
                  <a:lnTo>
                    <a:pt x="7947847" y="2278200"/>
                  </a:lnTo>
                  <a:lnTo>
                    <a:pt x="7946992" y="2278200"/>
                  </a:lnTo>
                  <a:lnTo>
                    <a:pt x="7946136" y="2278200"/>
                  </a:lnTo>
                  <a:lnTo>
                    <a:pt x="7945281" y="2278200"/>
                  </a:lnTo>
                  <a:lnTo>
                    <a:pt x="7944425" y="2278200"/>
                  </a:lnTo>
                  <a:lnTo>
                    <a:pt x="7943570" y="2278200"/>
                  </a:lnTo>
                  <a:lnTo>
                    <a:pt x="7942714" y="2278200"/>
                  </a:lnTo>
                  <a:lnTo>
                    <a:pt x="7941859" y="2278200"/>
                  </a:lnTo>
                  <a:lnTo>
                    <a:pt x="7941003" y="2278200"/>
                  </a:lnTo>
                  <a:lnTo>
                    <a:pt x="7940147" y="2278200"/>
                  </a:lnTo>
                  <a:lnTo>
                    <a:pt x="7939292" y="2278200"/>
                  </a:lnTo>
                  <a:lnTo>
                    <a:pt x="7938436" y="2278200"/>
                  </a:lnTo>
                  <a:lnTo>
                    <a:pt x="7937581" y="2278200"/>
                  </a:lnTo>
                  <a:lnTo>
                    <a:pt x="7936725" y="2278200"/>
                  </a:lnTo>
                  <a:lnTo>
                    <a:pt x="7935870" y="2278200"/>
                  </a:lnTo>
                  <a:lnTo>
                    <a:pt x="7935014" y="2278200"/>
                  </a:lnTo>
                  <a:lnTo>
                    <a:pt x="7934159" y="2278200"/>
                  </a:lnTo>
                  <a:lnTo>
                    <a:pt x="7933303" y="2278200"/>
                  </a:lnTo>
                  <a:lnTo>
                    <a:pt x="7932448" y="2278200"/>
                  </a:lnTo>
                  <a:lnTo>
                    <a:pt x="7931592" y="2278200"/>
                  </a:lnTo>
                  <a:lnTo>
                    <a:pt x="7930737" y="2278200"/>
                  </a:lnTo>
                  <a:lnTo>
                    <a:pt x="7929881" y="2278200"/>
                  </a:lnTo>
                  <a:lnTo>
                    <a:pt x="7929026" y="2278200"/>
                  </a:lnTo>
                  <a:lnTo>
                    <a:pt x="7928170" y="2278200"/>
                  </a:lnTo>
                  <a:lnTo>
                    <a:pt x="7927315" y="2278200"/>
                  </a:lnTo>
                  <a:lnTo>
                    <a:pt x="7926459" y="2278200"/>
                  </a:lnTo>
                  <a:lnTo>
                    <a:pt x="7925604" y="2278200"/>
                  </a:lnTo>
                  <a:lnTo>
                    <a:pt x="7924748" y="2278200"/>
                  </a:lnTo>
                  <a:lnTo>
                    <a:pt x="7923892" y="2278200"/>
                  </a:lnTo>
                  <a:lnTo>
                    <a:pt x="7923037" y="2278200"/>
                  </a:lnTo>
                  <a:lnTo>
                    <a:pt x="7922181" y="2278200"/>
                  </a:lnTo>
                  <a:lnTo>
                    <a:pt x="7921326" y="2278200"/>
                  </a:lnTo>
                  <a:lnTo>
                    <a:pt x="7920470" y="2278200"/>
                  </a:lnTo>
                  <a:lnTo>
                    <a:pt x="7919615" y="2278200"/>
                  </a:lnTo>
                  <a:lnTo>
                    <a:pt x="7918759" y="2278200"/>
                  </a:lnTo>
                  <a:lnTo>
                    <a:pt x="7917904" y="2278200"/>
                  </a:lnTo>
                  <a:lnTo>
                    <a:pt x="7917048" y="2278200"/>
                  </a:lnTo>
                  <a:lnTo>
                    <a:pt x="7916193" y="2278200"/>
                  </a:lnTo>
                  <a:lnTo>
                    <a:pt x="7915337" y="2278200"/>
                  </a:lnTo>
                  <a:lnTo>
                    <a:pt x="7914482" y="2278200"/>
                  </a:lnTo>
                  <a:lnTo>
                    <a:pt x="7913626" y="2278200"/>
                  </a:lnTo>
                  <a:lnTo>
                    <a:pt x="7912771" y="2278200"/>
                  </a:lnTo>
                  <a:lnTo>
                    <a:pt x="7911915" y="2278200"/>
                  </a:lnTo>
                  <a:lnTo>
                    <a:pt x="7911060" y="2278200"/>
                  </a:lnTo>
                  <a:lnTo>
                    <a:pt x="7910204" y="2278200"/>
                  </a:lnTo>
                  <a:lnTo>
                    <a:pt x="7909348" y="2278200"/>
                  </a:lnTo>
                  <a:lnTo>
                    <a:pt x="7908493" y="2278200"/>
                  </a:lnTo>
                  <a:lnTo>
                    <a:pt x="7907637" y="2278200"/>
                  </a:lnTo>
                  <a:lnTo>
                    <a:pt x="7906782" y="2278200"/>
                  </a:lnTo>
                  <a:lnTo>
                    <a:pt x="7905926" y="2278200"/>
                  </a:lnTo>
                  <a:lnTo>
                    <a:pt x="7905071" y="2278200"/>
                  </a:lnTo>
                  <a:lnTo>
                    <a:pt x="7904215" y="2278200"/>
                  </a:lnTo>
                  <a:lnTo>
                    <a:pt x="7903360" y="2278200"/>
                  </a:lnTo>
                  <a:lnTo>
                    <a:pt x="7902504" y="2278200"/>
                  </a:lnTo>
                  <a:lnTo>
                    <a:pt x="7901649" y="2278200"/>
                  </a:lnTo>
                  <a:lnTo>
                    <a:pt x="7900793" y="2278200"/>
                  </a:lnTo>
                  <a:lnTo>
                    <a:pt x="7899938" y="2278200"/>
                  </a:lnTo>
                  <a:lnTo>
                    <a:pt x="7899082" y="2278200"/>
                  </a:lnTo>
                  <a:lnTo>
                    <a:pt x="7898227" y="2278200"/>
                  </a:lnTo>
                  <a:lnTo>
                    <a:pt x="7897371" y="2278200"/>
                  </a:lnTo>
                  <a:lnTo>
                    <a:pt x="7896516" y="2278200"/>
                  </a:lnTo>
                  <a:lnTo>
                    <a:pt x="7895660" y="2278200"/>
                  </a:lnTo>
                  <a:lnTo>
                    <a:pt x="7894805" y="2278200"/>
                  </a:lnTo>
                  <a:lnTo>
                    <a:pt x="7893949" y="2278200"/>
                  </a:lnTo>
                  <a:lnTo>
                    <a:pt x="7893093" y="2278200"/>
                  </a:lnTo>
                  <a:lnTo>
                    <a:pt x="7892238" y="2278200"/>
                  </a:lnTo>
                  <a:lnTo>
                    <a:pt x="7891382" y="2278200"/>
                  </a:lnTo>
                  <a:lnTo>
                    <a:pt x="7890527" y="2278200"/>
                  </a:lnTo>
                  <a:lnTo>
                    <a:pt x="7889671" y="2278200"/>
                  </a:lnTo>
                  <a:lnTo>
                    <a:pt x="7888816" y="2278200"/>
                  </a:lnTo>
                  <a:lnTo>
                    <a:pt x="7887960" y="2278200"/>
                  </a:lnTo>
                  <a:lnTo>
                    <a:pt x="7887105" y="2278200"/>
                  </a:lnTo>
                  <a:lnTo>
                    <a:pt x="7886249" y="2278200"/>
                  </a:lnTo>
                  <a:lnTo>
                    <a:pt x="7885394" y="2278200"/>
                  </a:lnTo>
                  <a:lnTo>
                    <a:pt x="7884538" y="2278200"/>
                  </a:lnTo>
                  <a:lnTo>
                    <a:pt x="7883683" y="2278200"/>
                  </a:lnTo>
                  <a:lnTo>
                    <a:pt x="7882827" y="2278200"/>
                  </a:lnTo>
                  <a:lnTo>
                    <a:pt x="7881972" y="2278200"/>
                  </a:lnTo>
                  <a:lnTo>
                    <a:pt x="7881116" y="2278200"/>
                  </a:lnTo>
                  <a:lnTo>
                    <a:pt x="7880261" y="2278200"/>
                  </a:lnTo>
                  <a:lnTo>
                    <a:pt x="7879405" y="2278200"/>
                  </a:lnTo>
                  <a:lnTo>
                    <a:pt x="7878550" y="2278200"/>
                  </a:lnTo>
                  <a:lnTo>
                    <a:pt x="7877694" y="2278200"/>
                  </a:lnTo>
                  <a:lnTo>
                    <a:pt x="7876838" y="2278200"/>
                  </a:lnTo>
                  <a:lnTo>
                    <a:pt x="7875983" y="2278200"/>
                  </a:lnTo>
                  <a:lnTo>
                    <a:pt x="7875127" y="2278200"/>
                  </a:lnTo>
                  <a:lnTo>
                    <a:pt x="7874272" y="2278200"/>
                  </a:lnTo>
                  <a:lnTo>
                    <a:pt x="7873416" y="2278200"/>
                  </a:lnTo>
                  <a:lnTo>
                    <a:pt x="7872561" y="2278200"/>
                  </a:lnTo>
                  <a:lnTo>
                    <a:pt x="7871705" y="2278200"/>
                  </a:lnTo>
                  <a:lnTo>
                    <a:pt x="7870850" y="2278200"/>
                  </a:lnTo>
                  <a:lnTo>
                    <a:pt x="7869994" y="2278200"/>
                  </a:lnTo>
                  <a:lnTo>
                    <a:pt x="7869139" y="2278200"/>
                  </a:lnTo>
                  <a:lnTo>
                    <a:pt x="7868283" y="2278200"/>
                  </a:lnTo>
                  <a:lnTo>
                    <a:pt x="7867428" y="2278200"/>
                  </a:lnTo>
                  <a:lnTo>
                    <a:pt x="7866572" y="2278200"/>
                  </a:lnTo>
                  <a:lnTo>
                    <a:pt x="7865717" y="2278200"/>
                  </a:lnTo>
                  <a:lnTo>
                    <a:pt x="7864861" y="2278200"/>
                  </a:lnTo>
                  <a:lnTo>
                    <a:pt x="7864006" y="2278200"/>
                  </a:lnTo>
                  <a:lnTo>
                    <a:pt x="7863150" y="2278200"/>
                  </a:lnTo>
                  <a:lnTo>
                    <a:pt x="7862294" y="2278200"/>
                  </a:lnTo>
                  <a:lnTo>
                    <a:pt x="7861439" y="2278200"/>
                  </a:lnTo>
                  <a:lnTo>
                    <a:pt x="7860583" y="2278200"/>
                  </a:lnTo>
                  <a:lnTo>
                    <a:pt x="7859728" y="2278200"/>
                  </a:lnTo>
                  <a:lnTo>
                    <a:pt x="7858872" y="2278200"/>
                  </a:lnTo>
                  <a:lnTo>
                    <a:pt x="7858017" y="2278200"/>
                  </a:lnTo>
                  <a:lnTo>
                    <a:pt x="7857161" y="2278200"/>
                  </a:lnTo>
                  <a:lnTo>
                    <a:pt x="7856306" y="2278200"/>
                  </a:lnTo>
                  <a:lnTo>
                    <a:pt x="7855450" y="2278200"/>
                  </a:lnTo>
                  <a:lnTo>
                    <a:pt x="7854595" y="2278200"/>
                  </a:lnTo>
                  <a:lnTo>
                    <a:pt x="7853739" y="2278200"/>
                  </a:lnTo>
                  <a:lnTo>
                    <a:pt x="7852884" y="2278200"/>
                  </a:lnTo>
                  <a:lnTo>
                    <a:pt x="7852028" y="2278200"/>
                  </a:lnTo>
                  <a:lnTo>
                    <a:pt x="7851173" y="2278200"/>
                  </a:lnTo>
                  <a:lnTo>
                    <a:pt x="7850317" y="2278200"/>
                  </a:lnTo>
                  <a:lnTo>
                    <a:pt x="7849462" y="2278200"/>
                  </a:lnTo>
                  <a:lnTo>
                    <a:pt x="7848606" y="2278200"/>
                  </a:lnTo>
                  <a:lnTo>
                    <a:pt x="7847751" y="2278200"/>
                  </a:lnTo>
                  <a:lnTo>
                    <a:pt x="7846895" y="2278200"/>
                  </a:lnTo>
                  <a:lnTo>
                    <a:pt x="7846039" y="2278200"/>
                  </a:lnTo>
                  <a:lnTo>
                    <a:pt x="7845184" y="2278200"/>
                  </a:lnTo>
                  <a:lnTo>
                    <a:pt x="7844328" y="2278200"/>
                  </a:lnTo>
                  <a:lnTo>
                    <a:pt x="7843473" y="2278200"/>
                  </a:lnTo>
                  <a:lnTo>
                    <a:pt x="7842617" y="2278200"/>
                  </a:lnTo>
                  <a:lnTo>
                    <a:pt x="7841762" y="2278200"/>
                  </a:lnTo>
                  <a:lnTo>
                    <a:pt x="7840906" y="2278200"/>
                  </a:lnTo>
                  <a:lnTo>
                    <a:pt x="7840051" y="2278200"/>
                  </a:lnTo>
                  <a:lnTo>
                    <a:pt x="7839195" y="2278200"/>
                  </a:lnTo>
                  <a:lnTo>
                    <a:pt x="7838340" y="2278200"/>
                  </a:lnTo>
                  <a:lnTo>
                    <a:pt x="7837484" y="2278200"/>
                  </a:lnTo>
                  <a:lnTo>
                    <a:pt x="7836629" y="2278200"/>
                  </a:lnTo>
                  <a:lnTo>
                    <a:pt x="7835773" y="2278200"/>
                  </a:lnTo>
                  <a:lnTo>
                    <a:pt x="7834918" y="2278200"/>
                  </a:lnTo>
                  <a:lnTo>
                    <a:pt x="7834062" y="2278200"/>
                  </a:lnTo>
                  <a:lnTo>
                    <a:pt x="7833207" y="2278200"/>
                  </a:lnTo>
                  <a:lnTo>
                    <a:pt x="7832351" y="2278200"/>
                  </a:lnTo>
                  <a:lnTo>
                    <a:pt x="7831496" y="2278200"/>
                  </a:lnTo>
                  <a:lnTo>
                    <a:pt x="7830640" y="2278200"/>
                  </a:lnTo>
                  <a:lnTo>
                    <a:pt x="7829784" y="2278200"/>
                  </a:lnTo>
                  <a:lnTo>
                    <a:pt x="7828929" y="2278200"/>
                  </a:lnTo>
                  <a:lnTo>
                    <a:pt x="7828073" y="2278200"/>
                  </a:lnTo>
                  <a:lnTo>
                    <a:pt x="7827218" y="2278200"/>
                  </a:lnTo>
                  <a:lnTo>
                    <a:pt x="7826362" y="2278200"/>
                  </a:lnTo>
                  <a:lnTo>
                    <a:pt x="7825507" y="2278200"/>
                  </a:lnTo>
                  <a:lnTo>
                    <a:pt x="7824651" y="2278200"/>
                  </a:lnTo>
                  <a:lnTo>
                    <a:pt x="7823796" y="2278200"/>
                  </a:lnTo>
                  <a:lnTo>
                    <a:pt x="7822940" y="2278200"/>
                  </a:lnTo>
                  <a:lnTo>
                    <a:pt x="7822085" y="2278200"/>
                  </a:lnTo>
                  <a:lnTo>
                    <a:pt x="7821229" y="2278200"/>
                  </a:lnTo>
                  <a:lnTo>
                    <a:pt x="7820374" y="2278200"/>
                  </a:lnTo>
                  <a:lnTo>
                    <a:pt x="7819518" y="2278200"/>
                  </a:lnTo>
                  <a:lnTo>
                    <a:pt x="7818663" y="2278200"/>
                  </a:lnTo>
                  <a:lnTo>
                    <a:pt x="7817807" y="2278200"/>
                  </a:lnTo>
                  <a:lnTo>
                    <a:pt x="7816952" y="2278200"/>
                  </a:lnTo>
                  <a:lnTo>
                    <a:pt x="7816096" y="2278200"/>
                  </a:lnTo>
                  <a:lnTo>
                    <a:pt x="7815240" y="2278200"/>
                  </a:lnTo>
                  <a:lnTo>
                    <a:pt x="7814385" y="2278200"/>
                  </a:lnTo>
                  <a:lnTo>
                    <a:pt x="7813529" y="2278200"/>
                  </a:lnTo>
                  <a:lnTo>
                    <a:pt x="7812674" y="2278200"/>
                  </a:lnTo>
                  <a:lnTo>
                    <a:pt x="7811818" y="2278200"/>
                  </a:lnTo>
                  <a:lnTo>
                    <a:pt x="7810963" y="2278200"/>
                  </a:lnTo>
                  <a:lnTo>
                    <a:pt x="7810107" y="2278200"/>
                  </a:lnTo>
                  <a:lnTo>
                    <a:pt x="7809252" y="2278200"/>
                  </a:lnTo>
                  <a:lnTo>
                    <a:pt x="7808396" y="2278200"/>
                  </a:lnTo>
                  <a:lnTo>
                    <a:pt x="7807541" y="2278200"/>
                  </a:lnTo>
                  <a:lnTo>
                    <a:pt x="7806685" y="2278200"/>
                  </a:lnTo>
                  <a:lnTo>
                    <a:pt x="7805830" y="2278200"/>
                  </a:lnTo>
                  <a:lnTo>
                    <a:pt x="7804974" y="2278200"/>
                  </a:lnTo>
                  <a:lnTo>
                    <a:pt x="7804119" y="2278200"/>
                  </a:lnTo>
                  <a:lnTo>
                    <a:pt x="7803263" y="2278200"/>
                  </a:lnTo>
                  <a:lnTo>
                    <a:pt x="7802408" y="2278200"/>
                  </a:lnTo>
                  <a:lnTo>
                    <a:pt x="7801552" y="2278200"/>
                  </a:lnTo>
                  <a:lnTo>
                    <a:pt x="7800697" y="2278200"/>
                  </a:lnTo>
                  <a:lnTo>
                    <a:pt x="7799841" y="2278200"/>
                  </a:lnTo>
                  <a:lnTo>
                    <a:pt x="7798985" y="2278200"/>
                  </a:lnTo>
                  <a:lnTo>
                    <a:pt x="7798130" y="2278200"/>
                  </a:lnTo>
                  <a:lnTo>
                    <a:pt x="7797274" y="2278200"/>
                  </a:lnTo>
                  <a:lnTo>
                    <a:pt x="7796419" y="2278200"/>
                  </a:lnTo>
                  <a:lnTo>
                    <a:pt x="7795563" y="2278200"/>
                  </a:lnTo>
                  <a:lnTo>
                    <a:pt x="7794708" y="2278200"/>
                  </a:lnTo>
                  <a:lnTo>
                    <a:pt x="7793852" y="2278200"/>
                  </a:lnTo>
                  <a:lnTo>
                    <a:pt x="7792997" y="2278200"/>
                  </a:lnTo>
                  <a:lnTo>
                    <a:pt x="7792141" y="2278200"/>
                  </a:lnTo>
                  <a:lnTo>
                    <a:pt x="7791286" y="2278200"/>
                  </a:lnTo>
                  <a:lnTo>
                    <a:pt x="7790430" y="2278200"/>
                  </a:lnTo>
                  <a:lnTo>
                    <a:pt x="7789575" y="2278200"/>
                  </a:lnTo>
                  <a:lnTo>
                    <a:pt x="7788719" y="2278200"/>
                  </a:lnTo>
                  <a:lnTo>
                    <a:pt x="7787864" y="2278200"/>
                  </a:lnTo>
                  <a:lnTo>
                    <a:pt x="7787008" y="2278200"/>
                  </a:lnTo>
                  <a:lnTo>
                    <a:pt x="7786153" y="2278200"/>
                  </a:lnTo>
                  <a:lnTo>
                    <a:pt x="7785297" y="2278200"/>
                  </a:lnTo>
                  <a:lnTo>
                    <a:pt x="7784442" y="2278200"/>
                  </a:lnTo>
                  <a:lnTo>
                    <a:pt x="7783586" y="2278200"/>
                  </a:lnTo>
                  <a:lnTo>
                    <a:pt x="7782730" y="2278200"/>
                  </a:lnTo>
                  <a:lnTo>
                    <a:pt x="7781875" y="2278200"/>
                  </a:lnTo>
                  <a:lnTo>
                    <a:pt x="7781019" y="2278200"/>
                  </a:lnTo>
                  <a:lnTo>
                    <a:pt x="7780164" y="2278200"/>
                  </a:lnTo>
                  <a:lnTo>
                    <a:pt x="7779308" y="2278200"/>
                  </a:lnTo>
                  <a:lnTo>
                    <a:pt x="7778453" y="2278200"/>
                  </a:lnTo>
                  <a:lnTo>
                    <a:pt x="7777597" y="2278200"/>
                  </a:lnTo>
                  <a:lnTo>
                    <a:pt x="7776742" y="2278200"/>
                  </a:lnTo>
                  <a:lnTo>
                    <a:pt x="7775886" y="2278200"/>
                  </a:lnTo>
                  <a:lnTo>
                    <a:pt x="7775031" y="2278200"/>
                  </a:lnTo>
                  <a:lnTo>
                    <a:pt x="7774175" y="2278200"/>
                  </a:lnTo>
                  <a:lnTo>
                    <a:pt x="7773320" y="2278200"/>
                  </a:lnTo>
                  <a:lnTo>
                    <a:pt x="7772464" y="2278200"/>
                  </a:lnTo>
                  <a:lnTo>
                    <a:pt x="7771609" y="2278200"/>
                  </a:lnTo>
                  <a:lnTo>
                    <a:pt x="7770753" y="2278200"/>
                  </a:lnTo>
                  <a:lnTo>
                    <a:pt x="7769898" y="2278200"/>
                  </a:lnTo>
                  <a:lnTo>
                    <a:pt x="7769042" y="2278200"/>
                  </a:lnTo>
                  <a:lnTo>
                    <a:pt x="7768186" y="2278200"/>
                  </a:lnTo>
                  <a:lnTo>
                    <a:pt x="7767331" y="2278200"/>
                  </a:lnTo>
                  <a:lnTo>
                    <a:pt x="7766475" y="2278200"/>
                  </a:lnTo>
                  <a:lnTo>
                    <a:pt x="7765620" y="2278200"/>
                  </a:lnTo>
                  <a:lnTo>
                    <a:pt x="7764764" y="2278200"/>
                  </a:lnTo>
                  <a:lnTo>
                    <a:pt x="7763909" y="2278200"/>
                  </a:lnTo>
                  <a:lnTo>
                    <a:pt x="7763053" y="2278200"/>
                  </a:lnTo>
                  <a:lnTo>
                    <a:pt x="7762198" y="2278200"/>
                  </a:lnTo>
                  <a:lnTo>
                    <a:pt x="7761342" y="2278200"/>
                  </a:lnTo>
                  <a:lnTo>
                    <a:pt x="7760487" y="2278200"/>
                  </a:lnTo>
                  <a:lnTo>
                    <a:pt x="7759631" y="2278200"/>
                  </a:lnTo>
                  <a:lnTo>
                    <a:pt x="7758776" y="2278200"/>
                  </a:lnTo>
                  <a:lnTo>
                    <a:pt x="7757920" y="2278200"/>
                  </a:lnTo>
                  <a:lnTo>
                    <a:pt x="7757065" y="2278200"/>
                  </a:lnTo>
                  <a:lnTo>
                    <a:pt x="7756209" y="2278200"/>
                  </a:lnTo>
                  <a:lnTo>
                    <a:pt x="7755354" y="2278200"/>
                  </a:lnTo>
                  <a:lnTo>
                    <a:pt x="7754498" y="2278200"/>
                  </a:lnTo>
                  <a:lnTo>
                    <a:pt x="7753643" y="2278200"/>
                  </a:lnTo>
                  <a:lnTo>
                    <a:pt x="7752787" y="2278200"/>
                  </a:lnTo>
                  <a:lnTo>
                    <a:pt x="7751931" y="2278200"/>
                  </a:lnTo>
                  <a:lnTo>
                    <a:pt x="7751076" y="2278200"/>
                  </a:lnTo>
                  <a:lnTo>
                    <a:pt x="7750220" y="2278200"/>
                  </a:lnTo>
                  <a:lnTo>
                    <a:pt x="7749365" y="2278200"/>
                  </a:lnTo>
                  <a:lnTo>
                    <a:pt x="7748509" y="2278200"/>
                  </a:lnTo>
                  <a:lnTo>
                    <a:pt x="7747654" y="2278200"/>
                  </a:lnTo>
                  <a:lnTo>
                    <a:pt x="7746798" y="2278200"/>
                  </a:lnTo>
                  <a:lnTo>
                    <a:pt x="7745943" y="2278200"/>
                  </a:lnTo>
                  <a:lnTo>
                    <a:pt x="7745087" y="2278200"/>
                  </a:lnTo>
                  <a:lnTo>
                    <a:pt x="7744232" y="2278200"/>
                  </a:lnTo>
                  <a:lnTo>
                    <a:pt x="7743376" y="2278200"/>
                  </a:lnTo>
                  <a:lnTo>
                    <a:pt x="7742521" y="2278200"/>
                  </a:lnTo>
                  <a:lnTo>
                    <a:pt x="7741665" y="2278200"/>
                  </a:lnTo>
                  <a:lnTo>
                    <a:pt x="7740810" y="2278200"/>
                  </a:lnTo>
                  <a:lnTo>
                    <a:pt x="7739954" y="2278200"/>
                  </a:lnTo>
                  <a:lnTo>
                    <a:pt x="7739099" y="2278200"/>
                  </a:lnTo>
                  <a:lnTo>
                    <a:pt x="7738243" y="2278200"/>
                  </a:lnTo>
                  <a:lnTo>
                    <a:pt x="7737388" y="2278200"/>
                  </a:lnTo>
                  <a:lnTo>
                    <a:pt x="7736532" y="2278200"/>
                  </a:lnTo>
                  <a:lnTo>
                    <a:pt x="7735676" y="2278200"/>
                  </a:lnTo>
                  <a:lnTo>
                    <a:pt x="7734821" y="2278200"/>
                  </a:lnTo>
                  <a:lnTo>
                    <a:pt x="7733965" y="2278200"/>
                  </a:lnTo>
                  <a:lnTo>
                    <a:pt x="7733110" y="2278200"/>
                  </a:lnTo>
                  <a:lnTo>
                    <a:pt x="7732254" y="2278200"/>
                  </a:lnTo>
                  <a:lnTo>
                    <a:pt x="7731399" y="2278200"/>
                  </a:lnTo>
                  <a:lnTo>
                    <a:pt x="7730543" y="2278200"/>
                  </a:lnTo>
                  <a:lnTo>
                    <a:pt x="7729688" y="2278200"/>
                  </a:lnTo>
                  <a:lnTo>
                    <a:pt x="7728832" y="2278200"/>
                  </a:lnTo>
                  <a:lnTo>
                    <a:pt x="7727977" y="2278200"/>
                  </a:lnTo>
                  <a:lnTo>
                    <a:pt x="7727121" y="2278200"/>
                  </a:lnTo>
                  <a:lnTo>
                    <a:pt x="7726266" y="2278200"/>
                  </a:lnTo>
                  <a:lnTo>
                    <a:pt x="7725410" y="2278200"/>
                  </a:lnTo>
                  <a:lnTo>
                    <a:pt x="7724555" y="2278200"/>
                  </a:lnTo>
                  <a:lnTo>
                    <a:pt x="7723699" y="2278200"/>
                  </a:lnTo>
                  <a:lnTo>
                    <a:pt x="7722844" y="2278200"/>
                  </a:lnTo>
                  <a:lnTo>
                    <a:pt x="7721988" y="2278200"/>
                  </a:lnTo>
                  <a:lnTo>
                    <a:pt x="7721133" y="2278200"/>
                  </a:lnTo>
                  <a:lnTo>
                    <a:pt x="7720277" y="2278200"/>
                  </a:lnTo>
                  <a:lnTo>
                    <a:pt x="7719421" y="2278200"/>
                  </a:lnTo>
                  <a:lnTo>
                    <a:pt x="7718566" y="2278200"/>
                  </a:lnTo>
                  <a:lnTo>
                    <a:pt x="7717710" y="2278200"/>
                  </a:lnTo>
                  <a:lnTo>
                    <a:pt x="7716855" y="2278200"/>
                  </a:lnTo>
                  <a:lnTo>
                    <a:pt x="7715999" y="2278200"/>
                  </a:lnTo>
                  <a:lnTo>
                    <a:pt x="7715144" y="2278200"/>
                  </a:lnTo>
                  <a:lnTo>
                    <a:pt x="7714288" y="2278200"/>
                  </a:lnTo>
                  <a:lnTo>
                    <a:pt x="7713433" y="2278200"/>
                  </a:lnTo>
                  <a:lnTo>
                    <a:pt x="7712577" y="2278200"/>
                  </a:lnTo>
                  <a:lnTo>
                    <a:pt x="7711722" y="2278200"/>
                  </a:lnTo>
                  <a:lnTo>
                    <a:pt x="7710866" y="2278200"/>
                  </a:lnTo>
                  <a:lnTo>
                    <a:pt x="7710011" y="2278200"/>
                  </a:lnTo>
                  <a:lnTo>
                    <a:pt x="7709155" y="2278200"/>
                  </a:lnTo>
                  <a:lnTo>
                    <a:pt x="7708300" y="2278200"/>
                  </a:lnTo>
                  <a:lnTo>
                    <a:pt x="7707444" y="2278200"/>
                  </a:lnTo>
                  <a:lnTo>
                    <a:pt x="7706589" y="2278200"/>
                  </a:lnTo>
                  <a:lnTo>
                    <a:pt x="7705733" y="2278200"/>
                  </a:lnTo>
                  <a:lnTo>
                    <a:pt x="7704877" y="2278200"/>
                  </a:lnTo>
                  <a:lnTo>
                    <a:pt x="7704022" y="2278200"/>
                  </a:lnTo>
                  <a:lnTo>
                    <a:pt x="7703166" y="2278200"/>
                  </a:lnTo>
                  <a:lnTo>
                    <a:pt x="7702311" y="2278200"/>
                  </a:lnTo>
                  <a:lnTo>
                    <a:pt x="7701455" y="2278200"/>
                  </a:lnTo>
                  <a:lnTo>
                    <a:pt x="7700600" y="2278200"/>
                  </a:lnTo>
                  <a:lnTo>
                    <a:pt x="7699744" y="2278200"/>
                  </a:lnTo>
                  <a:lnTo>
                    <a:pt x="7698889" y="2278200"/>
                  </a:lnTo>
                  <a:lnTo>
                    <a:pt x="7698033" y="2278200"/>
                  </a:lnTo>
                  <a:lnTo>
                    <a:pt x="7697178" y="2278200"/>
                  </a:lnTo>
                  <a:lnTo>
                    <a:pt x="7696322" y="2278200"/>
                  </a:lnTo>
                  <a:lnTo>
                    <a:pt x="7695467" y="2278200"/>
                  </a:lnTo>
                  <a:lnTo>
                    <a:pt x="7694611" y="2278200"/>
                  </a:lnTo>
                  <a:lnTo>
                    <a:pt x="7693756" y="2278200"/>
                  </a:lnTo>
                  <a:lnTo>
                    <a:pt x="7692900" y="2278200"/>
                  </a:lnTo>
                  <a:lnTo>
                    <a:pt x="7692045" y="2278200"/>
                  </a:lnTo>
                  <a:lnTo>
                    <a:pt x="7691189" y="2278200"/>
                  </a:lnTo>
                  <a:lnTo>
                    <a:pt x="7690334" y="2278200"/>
                  </a:lnTo>
                  <a:lnTo>
                    <a:pt x="7689478" y="2278200"/>
                  </a:lnTo>
                  <a:lnTo>
                    <a:pt x="7688622" y="2278200"/>
                  </a:lnTo>
                  <a:lnTo>
                    <a:pt x="7687767" y="2278200"/>
                  </a:lnTo>
                  <a:lnTo>
                    <a:pt x="7686911" y="2278200"/>
                  </a:lnTo>
                  <a:lnTo>
                    <a:pt x="7686056" y="2278200"/>
                  </a:lnTo>
                  <a:lnTo>
                    <a:pt x="7685200" y="2278200"/>
                  </a:lnTo>
                  <a:lnTo>
                    <a:pt x="7684345" y="2278200"/>
                  </a:lnTo>
                  <a:lnTo>
                    <a:pt x="7683489" y="2278200"/>
                  </a:lnTo>
                  <a:lnTo>
                    <a:pt x="7682634" y="2278200"/>
                  </a:lnTo>
                  <a:lnTo>
                    <a:pt x="7681778" y="2278200"/>
                  </a:lnTo>
                  <a:lnTo>
                    <a:pt x="7680923" y="2278200"/>
                  </a:lnTo>
                  <a:lnTo>
                    <a:pt x="7680067" y="2278200"/>
                  </a:lnTo>
                  <a:lnTo>
                    <a:pt x="7679212" y="2278200"/>
                  </a:lnTo>
                  <a:lnTo>
                    <a:pt x="7678356" y="2278200"/>
                  </a:lnTo>
                  <a:lnTo>
                    <a:pt x="7677501" y="2278200"/>
                  </a:lnTo>
                  <a:lnTo>
                    <a:pt x="7676645" y="2278200"/>
                  </a:lnTo>
                  <a:lnTo>
                    <a:pt x="7675790" y="2278200"/>
                  </a:lnTo>
                  <a:lnTo>
                    <a:pt x="7674934" y="2278200"/>
                  </a:lnTo>
                  <a:lnTo>
                    <a:pt x="7674079" y="2278200"/>
                  </a:lnTo>
                  <a:lnTo>
                    <a:pt x="7673223" y="2278200"/>
                  </a:lnTo>
                  <a:lnTo>
                    <a:pt x="7672367" y="2278200"/>
                  </a:lnTo>
                  <a:lnTo>
                    <a:pt x="7671512" y="2278200"/>
                  </a:lnTo>
                  <a:lnTo>
                    <a:pt x="7670656" y="2278200"/>
                  </a:lnTo>
                  <a:lnTo>
                    <a:pt x="7669801" y="2278200"/>
                  </a:lnTo>
                  <a:lnTo>
                    <a:pt x="7668945" y="2278200"/>
                  </a:lnTo>
                  <a:lnTo>
                    <a:pt x="7668090" y="2278200"/>
                  </a:lnTo>
                  <a:lnTo>
                    <a:pt x="7667234" y="2278200"/>
                  </a:lnTo>
                  <a:lnTo>
                    <a:pt x="7666379" y="2278200"/>
                  </a:lnTo>
                  <a:lnTo>
                    <a:pt x="7665523" y="2278200"/>
                  </a:lnTo>
                  <a:lnTo>
                    <a:pt x="7664668" y="2278200"/>
                  </a:lnTo>
                  <a:lnTo>
                    <a:pt x="7663812" y="2278200"/>
                  </a:lnTo>
                  <a:lnTo>
                    <a:pt x="7662957" y="2278200"/>
                  </a:lnTo>
                  <a:lnTo>
                    <a:pt x="7662101" y="2278200"/>
                  </a:lnTo>
                  <a:lnTo>
                    <a:pt x="7661246" y="2278200"/>
                  </a:lnTo>
                  <a:lnTo>
                    <a:pt x="7660390" y="2278200"/>
                  </a:lnTo>
                  <a:lnTo>
                    <a:pt x="7659535" y="2278200"/>
                  </a:lnTo>
                  <a:lnTo>
                    <a:pt x="7658679" y="2278200"/>
                  </a:lnTo>
                  <a:lnTo>
                    <a:pt x="7657823" y="2278200"/>
                  </a:lnTo>
                  <a:lnTo>
                    <a:pt x="7656968" y="2278200"/>
                  </a:lnTo>
                  <a:lnTo>
                    <a:pt x="7656112" y="2278200"/>
                  </a:lnTo>
                  <a:lnTo>
                    <a:pt x="7655257" y="2278200"/>
                  </a:lnTo>
                  <a:lnTo>
                    <a:pt x="7654401" y="2278200"/>
                  </a:lnTo>
                  <a:lnTo>
                    <a:pt x="7653546" y="2278200"/>
                  </a:lnTo>
                  <a:lnTo>
                    <a:pt x="7652690" y="2278200"/>
                  </a:lnTo>
                  <a:lnTo>
                    <a:pt x="7651835" y="2278200"/>
                  </a:lnTo>
                  <a:lnTo>
                    <a:pt x="7650979" y="2278200"/>
                  </a:lnTo>
                  <a:lnTo>
                    <a:pt x="7650124" y="2278200"/>
                  </a:lnTo>
                  <a:lnTo>
                    <a:pt x="7649268" y="2278200"/>
                  </a:lnTo>
                  <a:lnTo>
                    <a:pt x="7648413" y="2278200"/>
                  </a:lnTo>
                  <a:lnTo>
                    <a:pt x="7647557" y="2278200"/>
                  </a:lnTo>
                  <a:lnTo>
                    <a:pt x="7646702" y="2278200"/>
                  </a:lnTo>
                  <a:lnTo>
                    <a:pt x="7645846" y="2278200"/>
                  </a:lnTo>
                  <a:lnTo>
                    <a:pt x="7644991" y="2278200"/>
                  </a:lnTo>
                  <a:lnTo>
                    <a:pt x="7644135" y="2278200"/>
                  </a:lnTo>
                  <a:lnTo>
                    <a:pt x="7643280" y="2278200"/>
                  </a:lnTo>
                  <a:lnTo>
                    <a:pt x="7642424" y="2278200"/>
                  </a:lnTo>
                  <a:lnTo>
                    <a:pt x="7641568" y="2278200"/>
                  </a:lnTo>
                  <a:lnTo>
                    <a:pt x="7640713" y="2278200"/>
                  </a:lnTo>
                  <a:lnTo>
                    <a:pt x="7639857" y="2278200"/>
                  </a:lnTo>
                  <a:lnTo>
                    <a:pt x="7639002" y="2278200"/>
                  </a:lnTo>
                  <a:lnTo>
                    <a:pt x="7638146" y="2278200"/>
                  </a:lnTo>
                  <a:lnTo>
                    <a:pt x="7637291" y="2278200"/>
                  </a:lnTo>
                  <a:lnTo>
                    <a:pt x="7636435" y="2278200"/>
                  </a:lnTo>
                  <a:lnTo>
                    <a:pt x="7635580" y="2278200"/>
                  </a:lnTo>
                  <a:lnTo>
                    <a:pt x="7634724" y="2278200"/>
                  </a:lnTo>
                  <a:lnTo>
                    <a:pt x="7633869" y="2278200"/>
                  </a:lnTo>
                  <a:lnTo>
                    <a:pt x="7633013" y="2278200"/>
                  </a:lnTo>
                  <a:lnTo>
                    <a:pt x="7632158" y="2278200"/>
                  </a:lnTo>
                  <a:lnTo>
                    <a:pt x="7631302" y="2278200"/>
                  </a:lnTo>
                  <a:lnTo>
                    <a:pt x="7630447" y="2278200"/>
                  </a:lnTo>
                  <a:lnTo>
                    <a:pt x="7629591" y="2278200"/>
                  </a:lnTo>
                  <a:lnTo>
                    <a:pt x="7628736" y="2278200"/>
                  </a:lnTo>
                  <a:lnTo>
                    <a:pt x="7627880" y="2278200"/>
                  </a:lnTo>
                  <a:lnTo>
                    <a:pt x="7627025" y="2278200"/>
                  </a:lnTo>
                  <a:lnTo>
                    <a:pt x="7626169" y="2278200"/>
                  </a:lnTo>
                  <a:lnTo>
                    <a:pt x="7625313" y="2278200"/>
                  </a:lnTo>
                  <a:lnTo>
                    <a:pt x="7624458" y="2278200"/>
                  </a:lnTo>
                  <a:lnTo>
                    <a:pt x="7623602" y="2278200"/>
                  </a:lnTo>
                  <a:lnTo>
                    <a:pt x="7622747" y="2278200"/>
                  </a:lnTo>
                  <a:lnTo>
                    <a:pt x="7621891" y="2278200"/>
                  </a:lnTo>
                  <a:lnTo>
                    <a:pt x="7621036" y="2278200"/>
                  </a:lnTo>
                  <a:lnTo>
                    <a:pt x="7620180" y="2278200"/>
                  </a:lnTo>
                  <a:lnTo>
                    <a:pt x="7619325" y="2278200"/>
                  </a:lnTo>
                  <a:lnTo>
                    <a:pt x="7618469" y="2278200"/>
                  </a:lnTo>
                  <a:lnTo>
                    <a:pt x="7617614" y="2278200"/>
                  </a:lnTo>
                  <a:lnTo>
                    <a:pt x="7616758" y="2278200"/>
                  </a:lnTo>
                  <a:lnTo>
                    <a:pt x="7615903" y="2278200"/>
                  </a:lnTo>
                  <a:lnTo>
                    <a:pt x="7615047" y="2278200"/>
                  </a:lnTo>
                  <a:lnTo>
                    <a:pt x="7614192" y="2278200"/>
                  </a:lnTo>
                  <a:lnTo>
                    <a:pt x="7613336" y="2278200"/>
                  </a:lnTo>
                  <a:lnTo>
                    <a:pt x="7612481" y="2278200"/>
                  </a:lnTo>
                  <a:lnTo>
                    <a:pt x="7611625" y="2278200"/>
                  </a:lnTo>
                  <a:lnTo>
                    <a:pt x="7610769" y="2278200"/>
                  </a:lnTo>
                  <a:lnTo>
                    <a:pt x="7609914" y="2278200"/>
                  </a:lnTo>
                  <a:lnTo>
                    <a:pt x="7609058" y="2278200"/>
                  </a:lnTo>
                  <a:lnTo>
                    <a:pt x="7608203" y="2278200"/>
                  </a:lnTo>
                  <a:lnTo>
                    <a:pt x="7607347" y="2278200"/>
                  </a:lnTo>
                  <a:lnTo>
                    <a:pt x="7606492" y="2278200"/>
                  </a:lnTo>
                  <a:lnTo>
                    <a:pt x="7605636" y="2278200"/>
                  </a:lnTo>
                  <a:lnTo>
                    <a:pt x="7604781" y="2278200"/>
                  </a:lnTo>
                  <a:lnTo>
                    <a:pt x="7603925" y="2278200"/>
                  </a:lnTo>
                  <a:lnTo>
                    <a:pt x="7603070" y="2278200"/>
                  </a:lnTo>
                  <a:lnTo>
                    <a:pt x="7602214" y="2278200"/>
                  </a:lnTo>
                  <a:lnTo>
                    <a:pt x="7601359" y="2278200"/>
                  </a:lnTo>
                  <a:lnTo>
                    <a:pt x="7600503" y="2278200"/>
                  </a:lnTo>
                  <a:lnTo>
                    <a:pt x="7599648" y="2278200"/>
                  </a:lnTo>
                  <a:lnTo>
                    <a:pt x="7598792" y="2278200"/>
                  </a:lnTo>
                  <a:lnTo>
                    <a:pt x="7597937" y="2278200"/>
                  </a:lnTo>
                  <a:lnTo>
                    <a:pt x="7597081" y="2278200"/>
                  </a:lnTo>
                  <a:lnTo>
                    <a:pt x="7596226" y="2278200"/>
                  </a:lnTo>
                  <a:lnTo>
                    <a:pt x="7595370" y="2278200"/>
                  </a:lnTo>
                  <a:lnTo>
                    <a:pt x="7594514" y="2278200"/>
                  </a:lnTo>
                  <a:lnTo>
                    <a:pt x="7593659" y="2278200"/>
                  </a:lnTo>
                  <a:lnTo>
                    <a:pt x="7592803" y="2278200"/>
                  </a:lnTo>
                  <a:lnTo>
                    <a:pt x="7591948" y="2278200"/>
                  </a:lnTo>
                  <a:lnTo>
                    <a:pt x="7591092" y="2278200"/>
                  </a:lnTo>
                  <a:lnTo>
                    <a:pt x="7590237" y="2278200"/>
                  </a:lnTo>
                  <a:lnTo>
                    <a:pt x="7589381" y="2278200"/>
                  </a:lnTo>
                  <a:lnTo>
                    <a:pt x="7588526" y="2278200"/>
                  </a:lnTo>
                  <a:lnTo>
                    <a:pt x="7587670" y="2278200"/>
                  </a:lnTo>
                  <a:lnTo>
                    <a:pt x="7586815" y="2278200"/>
                  </a:lnTo>
                  <a:lnTo>
                    <a:pt x="7585959" y="2278200"/>
                  </a:lnTo>
                  <a:lnTo>
                    <a:pt x="7585104" y="2278200"/>
                  </a:lnTo>
                  <a:lnTo>
                    <a:pt x="7584248" y="2278200"/>
                  </a:lnTo>
                  <a:lnTo>
                    <a:pt x="7583393" y="2278200"/>
                  </a:lnTo>
                  <a:lnTo>
                    <a:pt x="7582537" y="2278200"/>
                  </a:lnTo>
                  <a:lnTo>
                    <a:pt x="7581682" y="2278200"/>
                  </a:lnTo>
                  <a:lnTo>
                    <a:pt x="7580826" y="2278200"/>
                  </a:lnTo>
                  <a:lnTo>
                    <a:pt x="7579971" y="2278200"/>
                  </a:lnTo>
                  <a:lnTo>
                    <a:pt x="7579115" y="2278200"/>
                  </a:lnTo>
                  <a:lnTo>
                    <a:pt x="7578259" y="2278200"/>
                  </a:lnTo>
                  <a:lnTo>
                    <a:pt x="7577404" y="2278200"/>
                  </a:lnTo>
                  <a:lnTo>
                    <a:pt x="7576548" y="2278200"/>
                  </a:lnTo>
                  <a:lnTo>
                    <a:pt x="7575693" y="2278200"/>
                  </a:lnTo>
                  <a:lnTo>
                    <a:pt x="7574837" y="2278200"/>
                  </a:lnTo>
                  <a:lnTo>
                    <a:pt x="7573982" y="2278200"/>
                  </a:lnTo>
                  <a:lnTo>
                    <a:pt x="7573126" y="2278200"/>
                  </a:lnTo>
                  <a:lnTo>
                    <a:pt x="7572271" y="2278200"/>
                  </a:lnTo>
                  <a:lnTo>
                    <a:pt x="7571415" y="2278200"/>
                  </a:lnTo>
                  <a:lnTo>
                    <a:pt x="7570560" y="2278200"/>
                  </a:lnTo>
                  <a:lnTo>
                    <a:pt x="7569704" y="2278200"/>
                  </a:lnTo>
                  <a:lnTo>
                    <a:pt x="7568849" y="2278200"/>
                  </a:lnTo>
                  <a:lnTo>
                    <a:pt x="7567993" y="2278200"/>
                  </a:lnTo>
                  <a:lnTo>
                    <a:pt x="7567138" y="2278200"/>
                  </a:lnTo>
                  <a:lnTo>
                    <a:pt x="7566282" y="2278200"/>
                  </a:lnTo>
                  <a:lnTo>
                    <a:pt x="7565427" y="2278200"/>
                  </a:lnTo>
                  <a:lnTo>
                    <a:pt x="7564571" y="2278200"/>
                  </a:lnTo>
                  <a:lnTo>
                    <a:pt x="7563715" y="2278200"/>
                  </a:lnTo>
                  <a:lnTo>
                    <a:pt x="7562860" y="2278200"/>
                  </a:lnTo>
                  <a:lnTo>
                    <a:pt x="7562004" y="2278200"/>
                  </a:lnTo>
                  <a:lnTo>
                    <a:pt x="7561149" y="2278200"/>
                  </a:lnTo>
                  <a:lnTo>
                    <a:pt x="7560293" y="2278200"/>
                  </a:lnTo>
                  <a:lnTo>
                    <a:pt x="7559438" y="2278200"/>
                  </a:lnTo>
                  <a:lnTo>
                    <a:pt x="7558582" y="2278200"/>
                  </a:lnTo>
                  <a:lnTo>
                    <a:pt x="7557727" y="2278200"/>
                  </a:lnTo>
                  <a:lnTo>
                    <a:pt x="7556871" y="2278200"/>
                  </a:lnTo>
                  <a:lnTo>
                    <a:pt x="7556016" y="2278200"/>
                  </a:lnTo>
                  <a:lnTo>
                    <a:pt x="7555160" y="2278200"/>
                  </a:lnTo>
                  <a:lnTo>
                    <a:pt x="7554305" y="2278200"/>
                  </a:lnTo>
                  <a:lnTo>
                    <a:pt x="7553449" y="2278200"/>
                  </a:lnTo>
                  <a:lnTo>
                    <a:pt x="7552594" y="2278200"/>
                  </a:lnTo>
                  <a:lnTo>
                    <a:pt x="7551738" y="2278200"/>
                  </a:lnTo>
                  <a:lnTo>
                    <a:pt x="7550883" y="2278200"/>
                  </a:lnTo>
                  <a:lnTo>
                    <a:pt x="7550027" y="2278200"/>
                  </a:lnTo>
                  <a:lnTo>
                    <a:pt x="7549172" y="2278200"/>
                  </a:lnTo>
                  <a:lnTo>
                    <a:pt x="7548316" y="2278200"/>
                  </a:lnTo>
                  <a:lnTo>
                    <a:pt x="7547460" y="2278200"/>
                  </a:lnTo>
                  <a:lnTo>
                    <a:pt x="7546605" y="2278200"/>
                  </a:lnTo>
                  <a:lnTo>
                    <a:pt x="7545749" y="2278200"/>
                  </a:lnTo>
                  <a:lnTo>
                    <a:pt x="7544894" y="2278200"/>
                  </a:lnTo>
                  <a:lnTo>
                    <a:pt x="7544038" y="2278200"/>
                  </a:lnTo>
                  <a:lnTo>
                    <a:pt x="7543183" y="2278200"/>
                  </a:lnTo>
                  <a:lnTo>
                    <a:pt x="7542327" y="2278200"/>
                  </a:lnTo>
                  <a:lnTo>
                    <a:pt x="7541472" y="2278200"/>
                  </a:lnTo>
                  <a:lnTo>
                    <a:pt x="7540616" y="2278200"/>
                  </a:lnTo>
                  <a:lnTo>
                    <a:pt x="7539761" y="2278200"/>
                  </a:lnTo>
                  <a:lnTo>
                    <a:pt x="7538905" y="2278200"/>
                  </a:lnTo>
                  <a:lnTo>
                    <a:pt x="7538050" y="2278200"/>
                  </a:lnTo>
                  <a:lnTo>
                    <a:pt x="7537194" y="2278200"/>
                  </a:lnTo>
                  <a:lnTo>
                    <a:pt x="7536339" y="2278200"/>
                  </a:lnTo>
                  <a:lnTo>
                    <a:pt x="7535483" y="2278200"/>
                  </a:lnTo>
                  <a:lnTo>
                    <a:pt x="7534628" y="2278200"/>
                  </a:lnTo>
                  <a:lnTo>
                    <a:pt x="7533772" y="2278200"/>
                  </a:lnTo>
                  <a:lnTo>
                    <a:pt x="7532917" y="2278200"/>
                  </a:lnTo>
                  <a:lnTo>
                    <a:pt x="7532061" y="2278200"/>
                  </a:lnTo>
                  <a:lnTo>
                    <a:pt x="7531205" y="2278200"/>
                  </a:lnTo>
                  <a:lnTo>
                    <a:pt x="7530350" y="2278200"/>
                  </a:lnTo>
                  <a:lnTo>
                    <a:pt x="7529494" y="2278200"/>
                  </a:lnTo>
                  <a:lnTo>
                    <a:pt x="7528639" y="2278200"/>
                  </a:lnTo>
                  <a:lnTo>
                    <a:pt x="7527783" y="2278200"/>
                  </a:lnTo>
                  <a:lnTo>
                    <a:pt x="7526928" y="2278200"/>
                  </a:lnTo>
                  <a:lnTo>
                    <a:pt x="7526072" y="2278200"/>
                  </a:lnTo>
                  <a:lnTo>
                    <a:pt x="7525217" y="2278200"/>
                  </a:lnTo>
                  <a:lnTo>
                    <a:pt x="7524361" y="2278200"/>
                  </a:lnTo>
                  <a:lnTo>
                    <a:pt x="7523506" y="2278200"/>
                  </a:lnTo>
                  <a:lnTo>
                    <a:pt x="7522650" y="2278200"/>
                  </a:lnTo>
                  <a:lnTo>
                    <a:pt x="7521795" y="2278200"/>
                  </a:lnTo>
                  <a:lnTo>
                    <a:pt x="7520939" y="2278200"/>
                  </a:lnTo>
                  <a:lnTo>
                    <a:pt x="7520084" y="2278200"/>
                  </a:lnTo>
                  <a:lnTo>
                    <a:pt x="7519228" y="2278200"/>
                  </a:lnTo>
                  <a:lnTo>
                    <a:pt x="7518373" y="2278200"/>
                  </a:lnTo>
                  <a:lnTo>
                    <a:pt x="7517517" y="2278200"/>
                  </a:lnTo>
                  <a:lnTo>
                    <a:pt x="7516662" y="2278200"/>
                  </a:lnTo>
                  <a:lnTo>
                    <a:pt x="7515806" y="2278200"/>
                  </a:lnTo>
                  <a:lnTo>
                    <a:pt x="7514950" y="2278200"/>
                  </a:lnTo>
                  <a:lnTo>
                    <a:pt x="7514095" y="2278200"/>
                  </a:lnTo>
                  <a:lnTo>
                    <a:pt x="7513239" y="2278200"/>
                  </a:lnTo>
                  <a:lnTo>
                    <a:pt x="7512384" y="2278200"/>
                  </a:lnTo>
                  <a:lnTo>
                    <a:pt x="7511528" y="2278200"/>
                  </a:lnTo>
                  <a:lnTo>
                    <a:pt x="7510673" y="2278200"/>
                  </a:lnTo>
                  <a:lnTo>
                    <a:pt x="7509817" y="2278200"/>
                  </a:lnTo>
                  <a:lnTo>
                    <a:pt x="7508962" y="2278200"/>
                  </a:lnTo>
                  <a:lnTo>
                    <a:pt x="7508106" y="2278200"/>
                  </a:lnTo>
                  <a:lnTo>
                    <a:pt x="7507251" y="2278200"/>
                  </a:lnTo>
                  <a:lnTo>
                    <a:pt x="7506395" y="2278200"/>
                  </a:lnTo>
                  <a:lnTo>
                    <a:pt x="7505540" y="2278200"/>
                  </a:lnTo>
                  <a:lnTo>
                    <a:pt x="7504684" y="2278200"/>
                  </a:lnTo>
                  <a:lnTo>
                    <a:pt x="7503829" y="2278200"/>
                  </a:lnTo>
                  <a:lnTo>
                    <a:pt x="7502973" y="2278200"/>
                  </a:lnTo>
                  <a:lnTo>
                    <a:pt x="7502118" y="2278200"/>
                  </a:lnTo>
                  <a:lnTo>
                    <a:pt x="7501262" y="2278200"/>
                  </a:lnTo>
                  <a:lnTo>
                    <a:pt x="7500406" y="2278200"/>
                  </a:lnTo>
                  <a:lnTo>
                    <a:pt x="7499551" y="2278200"/>
                  </a:lnTo>
                  <a:lnTo>
                    <a:pt x="7498695" y="2278200"/>
                  </a:lnTo>
                  <a:lnTo>
                    <a:pt x="7497840" y="2278200"/>
                  </a:lnTo>
                  <a:lnTo>
                    <a:pt x="7496984" y="2278200"/>
                  </a:lnTo>
                  <a:lnTo>
                    <a:pt x="7496129" y="2278200"/>
                  </a:lnTo>
                  <a:lnTo>
                    <a:pt x="7495273" y="2278200"/>
                  </a:lnTo>
                  <a:lnTo>
                    <a:pt x="7494418" y="2278200"/>
                  </a:lnTo>
                  <a:lnTo>
                    <a:pt x="7493562" y="2278200"/>
                  </a:lnTo>
                  <a:lnTo>
                    <a:pt x="7492707" y="2278200"/>
                  </a:lnTo>
                  <a:lnTo>
                    <a:pt x="7491851" y="2278200"/>
                  </a:lnTo>
                  <a:lnTo>
                    <a:pt x="7490996" y="2278200"/>
                  </a:lnTo>
                  <a:lnTo>
                    <a:pt x="7490140" y="2278200"/>
                  </a:lnTo>
                  <a:lnTo>
                    <a:pt x="7489285" y="2278200"/>
                  </a:lnTo>
                  <a:lnTo>
                    <a:pt x="7488429" y="2278200"/>
                  </a:lnTo>
                  <a:lnTo>
                    <a:pt x="7487574" y="2278200"/>
                  </a:lnTo>
                  <a:lnTo>
                    <a:pt x="7486718" y="2278200"/>
                  </a:lnTo>
                  <a:lnTo>
                    <a:pt x="7485863" y="2278200"/>
                  </a:lnTo>
                  <a:lnTo>
                    <a:pt x="7485007" y="2278200"/>
                  </a:lnTo>
                  <a:lnTo>
                    <a:pt x="7484151" y="2278200"/>
                  </a:lnTo>
                  <a:lnTo>
                    <a:pt x="7483296" y="2278200"/>
                  </a:lnTo>
                  <a:lnTo>
                    <a:pt x="7482440" y="2278200"/>
                  </a:lnTo>
                  <a:lnTo>
                    <a:pt x="7481585" y="2278200"/>
                  </a:lnTo>
                  <a:lnTo>
                    <a:pt x="7480729" y="2278200"/>
                  </a:lnTo>
                  <a:lnTo>
                    <a:pt x="7479874" y="2278200"/>
                  </a:lnTo>
                  <a:lnTo>
                    <a:pt x="7479018" y="2278200"/>
                  </a:lnTo>
                  <a:lnTo>
                    <a:pt x="7478163" y="2278200"/>
                  </a:lnTo>
                  <a:lnTo>
                    <a:pt x="7477307" y="2278200"/>
                  </a:lnTo>
                  <a:lnTo>
                    <a:pt x="7476452" y="2278200"/>
                  </a:lnTo>
                  <a:lnTo>
                    <a:pt x="7475596" y="2278200"/>
                  </a:lnTo>
                  <a:lnTo>
                    <a:pt x="7474741" y="2278200"/>
                  </a:lnTo>
                  <a:lnTo>
                    <a:pt x="7473885" y="2278200"/>
                  </a:lnTo>
                  <a:lnTo>
                    <a:pt x="7473030" y="2278200"/>
                  </a:lnTo>
                  <a:lnTo>
                    <a:pt x="7472174" y="2278200"/>
                  </a:lnTo>
                  <a:lnTo>
                    <a:pt x="7471319" y="2278200"/>
                  </a:lnTo>
                  <a:lnTo>
                    <a:pt x="7470463" y="2278200"/>
                  </a:lnTo>
                  <a:lnTo>
                    <a:pt x="7469608" y="2278200"/>
                  </a:lnTo>
                  <a:lnTo>
                    <a:pt x="7468752" y="2278200"/>
                  </a:lnTo>
                  <a:lnTo>
                    <a:pt x="7467896" y="2278200"/>
                  </a:lnTo>
                  <a:lnTo>
                    <a:pt x="7467041" y="2278200"/>
                  </a:lnTo>
                  <a:lnTo>
                    <a:pt x="7466185" y="2278200"/>
                  </a:lnTo>
                  <a:lnTo>
                    <a:pt x="7465330" y="2278200"/>
                  </a:lnTo>
                  <a:lnTo>
                    <a:pt x="7464474" y="2278200"/>
                  </a:lnTo>
                  <a:lnTo>
                    <a:pt x="7463619" y="2278200"/>
                  </a:lnTo>
                  <a:lnTo>
                    <a:pt x="7462763" y="2278200"/>
                  </a:lnTo>
                  <a:lnTo>
                    <a:pt x="7461908" y="2278200"/>
                  </a:lnTo>
                  <a:lnTo>
                    <a:pt x="7461052" y="2278200"/>
                  </a:lnTo>
                  <a:lnTo>
                    <a:pt x="7460197" y="2278200"/>
                  </a:lnTo>
                  <a:lnTo>
                    <a:pt x="7459341" y="2278200"/>
                  </a:lnTo>
                  <a:lnTo>
                    <a:pt x="7458486" y="2278200"/>
                  </a:lnTo>
                  <a:lnTo>
                    <a:pt x="7457630" y="2278200"/>
                  </a:lnTo>
                  <a:lnTo>
                    <a:pt x="7456775" y="2278200"/>
                  </a:lnTo>
                  <a:lnTo>
                    <a:pt x="7455919" y="2278200"/>
                  </a:lnTo>
                  <a:lnTo>
                    <a:pt x="7455064" y="2278200"/>
                  </a:lnTo>
                  <a:lnTo>
                    <a:pt x="7454208" y="2278200"/>
                  </a:lnTo>
                  <a:lnTo>
                    <a:pt x="7453352" y="2278200"/>
                  </a:lnTo>
                  <a:lnTo>
                    <a:pt x="7452497" y="2278200"/>
                  </a:lnTo>
                  <a:lnTo>
                    <a:pt x="7451641" y="2278200"/>
                  </a:lnTo>
                  <a:lnTo>
                    <a:pt x="7450786" y="2278200"/>
                  </a:lnTo>
                  <a:lnTo>
                    <a:pt x="7449930" y="2278200"/>
                  </a:lnTo>
                  <a:lnTo>
                    <a:pt x="7449075" y="2278200"/>
                  </a:lnTo>
                  <a:lnTo>
                    <a:pt x="7448219" y="2278200"/>
                  </a:lnTo>
                  <a:lnTo>
                    <a:pt x="7447364" y="2278200"/>
                  </a:lnTo>
                  <a:lnTo>
                    <a:pt x="7446508" y="2278200"/>
                  </a:lnTo>
                  <a:lnTo>
                    <a:pt x="7445653" y="2278200"/>
                  </a:lnTo>
                  <a:lnTo>
                    <a:pt x="7444797" y="2278200"/>
                  </a:lnTo>
                  <a:lnTo>
                    <a:pt x="7443942" y="2278200"/>
                  </a:lnTo>
                  <a:lnTo>
                    <a:pt x="7443086" y="2278200"/>
                  </a:lnTo>
                  <a:lnTo>
                    <a:pt x="7442231" y="2278200"/>
                  </a:lnTo>
                  <a:lnTo>
                    <a:pt x="7441375" y="2278200"/>
                  </a:lnTo>
                  <a:lnTo>
                    <a:pt x="7440520" y="2278200"/>
                  </a:lnTo>
                  <a:lnTo>
                    <a:pt x="7439664" y="2278200"/>
                  </a:lnTo>
                  <a:lnTo>
                    <a:pt x="7438809" y="2278200"/>
                  </a:lnTo>
                  <a:lnTo>
                    <a:pt x="7437953" y="2278200"/>
                  </a:lnTo>
                  <a:lnTo>
                    <a:pt x="7437097" y="2278200"/>
                  </a:lnTo>
                  <a:lnTo>
                    <a:pt x="7436242" y="2278200"/>
                  </a:lnTo>
                  <a:lnTo>
                    <a:pt x="7435386" y="2278200"/>
                  </a:lnTo>
                  <a:lnTo>
                    <a:pt x="7434531" y="2278200"/>
                  </a:lnTo>
                  <a:lnTo>
                    <a:pt x="7433675" y="2278200"/>
                  </a:lnTo>
                  <a:lnTo>
                    <a:pt x="7432820" y="2278200"/>
                  </a:lnTo>
                  <a:lnTo>
                    <a:pt x="7431964" y="2278200"/>
                  </a:lnTo>
                  <a:lnTo>
                    <a:pt x="7431109" y="2278200"/>
                  </a:lnTo>
                  <a:lnTo>
                    <a:pt x="7430253" y="2278200"/>
                  </a:lnTo>
                  <a:lnTo>
                    <a:pt x="7429398" y="2278200"/>
                  </a:lnTo>
                  <a:lnTo>
                    <a:pt x="7428542" y="2278200"/>
                  </a:lnTo>
                  <a:lnTo>
                    <a:pt x="7427687" y="2278200"/>
                  </a:lnTo>
                  <a:lnTo>
                    <a:pt x="7426831" y="2278200"/>
                  </a:lnTo>
                  <a:lnTo>
                    <a:pt x="7425976" y="2278200"/>
                  </a:lnTo>
                  <a:lnTo>
                    <a:pt x="7425120" y="2278200"/>
                  </a:lnTo>
                  <a:lnTo>
                    <a:pt x="7424265" y="2278200"/>
                  </a:lnTo>
                  <a:lnTo>
                    <a:pt x="7423409" y="2278200"/>
                  </a:lnTo>
                  <a:lnTo>
                    <a:pt x="7422554" y="2278200"/>
                  </a:lnTo>
                  <a:lnTo>
                    <a:pt x="7421698" y="2278200"/>
                  </a:lnTo>
                  <a:lnTo>
                    <a:pt x="7420842" y="2278200"/>
                  </a:lnTo>
                  <a:lnTo>
                    <a:pt x="7419987" y="2278200"/>
                  </a:lnTo>
                  <a:lnTo>
                    <a:pt x="7419131" y="2278200"/>
                  </a:lnTo>
                  <a:lnTo>
                    <a:pt x="7418276" y="2278200"/>
                  </a:lnTo>
                  <a:lnTo>
                    <a:pt x="7417420" y="2278200"/>
                  </a:lnTo>
                  <a:lnTo>
                    <a:pt x="7416565" y="2278200"/>
                  </a:lnTo>
                  <a:lnTo>
                    <a:pt x="7415709" y="2278200"/>
                  </a:lnTo>
                  <a:lnTo>
                    <a:pt x="7414854" y="2278200"/>
                  </a:lnTo>
                  <a:lnTo>
                    <a:pt x="7413998" y="2278200"/>
                  </a:lnTo>
                  <a:lnTo>
                    <a:pt x="7413143" y="2278200"/>
                  </a:lnTo>
                  <a:lnTo>
                    <a:pt x="7412287" y="2278200"/>
                  </a:lnTo>
                  <a:lnTo>
                    <a:pt x="7411432" y="2278200"/>
                  </a:lnTo>
                  <a:lnTo>
                    <a:pt x="7410576" y="2278200"/>
                  </a:lnTo>
                  <a:lnTo>
                    <a:pt x="7409721" y="2278200"/>
                  </a:lnTo>
                  <a:lnTo>
                    <a:pt x="7408865" y="2278200"/>
                  </a:lnTo>
                  <a:lnTo>
                    <a:pt x="7408010" y="2278200"/>
                  </a:lnTo>
                  <a:lnTo>
                    <a:pt x="7407154" y="2278200"/>
                  </a:lnTo>
                  <a:lnTo>
                    <a:pt x="7406298" y="2278200"/>
                  </a:lnTo>
                  <a:lnTo>
                    <a:pt x="7405443" y="2278200"/>
                  </a:lnTo>
                  <a:lnTo>
                    <a:pt x="7404587" y="2278200"/>
                  </a:lnTo>
                  <a:lnTo>
                    <a:pt x="7403732" y="2278200"/>
                  </a:lnTo>
                  <a:lnTo>
                    <a:pt x="7402876" y="2278200"/>
                  </a:lnTo>
                  <a:lnTo>
                    <a:pt x="7402021" y="2278200"/>
                  </a:lnTo>
                  <a:lnTo>
                    <a:pt x="7401165" y="2278200"/>
                  </a:lnTo>
                  <a:lnTo>
                    <a:pt x="7400310" y="2278200"/>
                  </a:lnTo>
                  <a:lnTo>
                    <a:pt x="7399454" y="2278200"/>
                  </a:lnTo>
                  <a:lnTo>
                    <a:pt x="7398599" y="2278200"/>
                  </a:lnTo>
                  <a:lnTo>
                    <a:pt x="7397743" y="2278200"/>
                  </a:lnTo>
                  <a:lnTo>
                    <a:pt x="7396888" y="2278200"/>
                  </a:lnTo>
                  <a:lnTo>
                    <a:pt x="7396032" y="2278200"/>
                  </a:lnTo>
                  <a:lnTo>
                    <a:pt x="7395177" y="2278200"/>
                  </a:lnTo>
                  <a:lnTo>
                    <a:pt x="7394321" y="2278200"/>
                  </a:lnTo>
                  <a:lnTo>
                    <a:pt x="7393466" y="2278200"/>
                  </a:lnTo>
                  <a:lnTo>
                    <a:pt x="7392610" y="2278200"/>
                  </a:lnTo>
                  <a:lnTo>
                    <a:pt x="7391755" y="2278200"/>
                  </a:lnTo>
                  <a:lnTo>
                    <a:pt x="7390899" y="2278200"/>
                  </a:lnTo>
                  <a:lnTo>
                    <a:pt x="7390043" y="2278200"/>
                  </a:lnTo>
                  <a:lnTo>
                    <a:pt x="7389188" y="2278200"/>
                  </a:lnTo>
                  <a:lnTo>
                    <a:pt x="7388332" y="2278200"/>
                  </a:lnTo>
                  <a:lnTo>
                    <a:pt x="7387477" y="2278200"/>
                  </a:lnTo>
                  <a:lnTo>
                    <a:pt x="7386621" y="2278200"/>
                  </a:lnTo>
                  <a:lnTo>
                    <a:pt x="7385766" y="2278200"/>
                  </a:lnTo>
                  <a:lnTo>
                    <a:pt x="7384910" y="2278200"/>
                  </a:lnTo>
                  <a:lnTo>
                    <a:pt x="7384055" y="2278200"/>
                  </a:lnTo>
                  <a:lnTo>
                    <a:pt x="7383199" y="2278200"/>
                  </a:lnTo>
                  <a:lnTo>
                    <a:pt x="7382344" y="2278200"/>
                  </a:lnTo>
                  <a:lnTo>
                    <a:pt x="7381488" y="2278200"/>
                  </a:lnTo>
                  <a:lnTo>
                    <a:pt x="7380633" y="2278200"/>
                  </a:lnTo>
                  <a:lnTo>
                    <a:pt x="7379777" y="2278200"/>
                  </a:lnTo>
                  <a:lnTo>
                    <a:pt x="7378922" y="2278200"/>
                  </a:lnTo>
                  <a:lnTo>
                    <a:pt x="7378066" y="2278200"/>
                  </a:lnTo>
                  <a:lnTo>
                    <a:pt x="7377211" y="2278200"/>
                  </a:lnTo>
                  <a:lnTo>
                    <a:pt x="7376355" y="2278200"/>
                  </a:lnTo>
                  <a:lnTo>
                    <a:pt x="7375500" y="2278200"/>
                  </a:lnTo>
                  <a:lnTo>
                    <a:pt x="7374644" y="2278200"/>
                  </a:lnTo>
                  <a:lnTo>
                    <a:pt x="7373788" y="2278200"/>
                  </a:lnTo>
                  <a:lnTo>
                    <a:pt x="7372933" y="2278200"/>
                  </a:lnTo>
                  <a:lnTo>
                    <a:pt x="7372077" y="2278200"/>
                  </a:lnTo>
                  <a:lnTo>
                    <a:pt x="7371222" y="2278200"/>
                  </a:lnTo>
                  <a:lnTo>
                    <a:pt x="7370366" y="2278200"/>
                  </a:lnTo>
                  <a:lnTo>
                    <a:pt x="7369511" y="2278200"/>
                  </a:lnTo>
                  <a:lnTo>
                    <a:pt x="7368655" y="2278200"/>
                  </a:lnTo>
                  <a:lnTo>
                    <a:pt x="7367800" y="2278200"/>
                  </a:lnTo>
                  <a:lnTo>
                    <a:pt x="7366944" y="2278200"/>
                  </a:lnTo>
                  <a:lnTo>
                    <a:pt x="7366089" y="2278200"/>
                  </a:lnTo>
                  <a:lnTo>
                    <a:pt x="7365233" y="2278200"/>
                  </a:lnTo>
                  <a:lnTo>
                    <a:pt x="7364378" y="2278200"/>
                  </a:lnTo>
                  <a:lnTo>
                    <a:pt x="7363522" y="2278200"/>
                  </a:lnTo>
                  <a:lnTo>
                    <a:pt x="7362667" y="2278200"/>
                  </a:lnTo>
                  <a:lnTo>
                    <a:pt x="7361811" y="2278200"/>
                  </a:lnTo>
                  <a:lnTo>
                    <a:pt x="7360956" y="2278200"/>
                  </a:lnTo>
                  <a:lnTo>
                    <a:pt x="7360100" y="2278200"/>
                  </a:lnTo>
                  <a:lnTo>
                    <a:pt x="7359244" y="2278200"/>
                  </a:lnTo>
                  <a:lnTo>
                    <a:pt x="7358389" y="2278200"/>
                  </a:lnTo>
                  <a:lnTo>
                    <a:pt x="7357533" y="2278200"/>
                  </a:lnTo>
                  <a:lnTo>
                    <a:pt x="7356678" y="2278200"/>
                  </a:lnTo>
                  <a:lnTo>
                    <a:pt x="7355822" y="2278200"/>
                  </a:lnTo>
                  <a:lnTo>
                    <a:pt x="7354967" y="2278200"/>
                  </a:lnTo>
                  <a:lnTo>
                    <a:pt x="7354111" y="2278200"/>
                  </a:lnTo>
                  <a:lnTo>
                    <a:pt x="7353256" y="2278200"/>
                  </a:lnTo>
                  <a:lnTo>
                    <a:pt x="7352400" y="2278200"/>
                  </a:lnTo>
                  <a:lnTo>
                    <a:pt x="7351545" y="2278200"/>
                  </a:lnTo>
                  <a:lnTo>
                    <a:pt x="7350689" y="2278200"/>
                  </a:lnTo>
                  <a:lnTo>
                    <a:pt x="7349834" y="2278200"/>
                  </a:lnTo>
                  <a:lnTo>
                    <a:pt x="7348978" y="2278200"/>
                  </a:lnTo>
                  <a:lnTo>
                    <a:pt x="7348123" y="2278200"/>
                  </a:lnTo>
                  <a:lnTo>
                    <a:pt x="7347267" y="2278200"/>
                  </a:lnTo>
                  <a:lnTo>
                    <a:pt x="7346412" y="2278200"/>
                  </a:lnTo>
                  <a:lnTo>
                    <a:pt x="7345556" y="2278200"/>
                  </a:lnTo>
                  <a:lnTo>
                    <a:pt x="7344701" y="2278200"/>
                  </a:lnTo>
                  <a:lnTo>
                    <a:pt x="7343845" y="2278200"/>
                  </a:lnTo>
                  <a:lnTo>
                    <a:pt x="7342989" y="2278200"/>
                  </a:lnTo>
                  <a:lnTo>
                    <a:pt x="7342134" y="2278200"/>
                  </a:lnTo>
                  <a:lnTo>
                    <a:pt x="7341278" y="2278200"/>
                  </a:lnTo>
                  <a:lnTo>
                    <a:pt x="7340423" y="2278200"/>
                  </a:lnTo>
                  <a:lnTo>
                    <a:pt x="7339567" y="2278200"/>
                  </a:lnTo>
                  <a:lnTo>
                    <a:pt x="7338712" y="2278200"/>
                  </a:lnTo>
                  <a:lnTo>
                    <a:pt x="7337856" y="2278200"/>
                  </a:lnTo>
                  <a:lnTo>
                    <a:pt x="7337001" y="2278200"/>
                  </a:lnTo>
                  <a:lnTo>
                    <a:pt x="7336145" y="2278200"/>
                  </a:lnTo>
                  <a:lnTo>
                    <a:pt x="7335290" y="2278200"/>
                  </a:lnTo>
                  <a:lnTo>
                    <a:pt x="7334434" y="2278200"/>
                  </a:lnTo>
                  <a:lnTo>
                    <a:pt x="7333579" y="2278200"/>
                  </a:lnTo>
                  <a:lnTo>
                    <a:pt x="7332723" y="2278200"/>
                  </a:lnTo>
                  <a:lnTo>
                    <a:pt x="7331868" y="2278200"/>
                  </a:lnTo>
                  <a:lnTo>
                    <a:pt x="7331012" y="2278200"/>
                  </a:lnTo>
                  <a:lnTo>
                    <a:pt x="7330157" y="2278200"/>
                  </a:lnTo>
                  <a:lnTo>
                    <a:pt x="7329301" y="2278200"/>
                  </a:lnTo>
                  <a:lnTo>
                    <a:pt x="7328446" y="2278200"/>
                  </a:lnTo>
                  <a:lnTo>
                    <a:pt x="7327590" y="2278200"/>
                  </a:lnTo>
                  <a:lnTo>
                    <a:pt x="7326734" y="2278200"/>
                  </a:lnTo>
                  <a:lnTo>
                    <a:pt x="7325879" y="2278200"/>
                  </a:lnTo>
                  <a:lnTo>
                    <a:pt x="7325023" y="2278200"/>
                  </a:lnTo>
                  <a:lnTo>
                    <a:pt x="7324168" y="2278200"/>
                  </a:lnTo>
                  <a:lnTo>
                    <a:pt x="7323312" y="2278200"/>
                  </a:lnTo>
                  <a:lnTo>
                    <a:pt x="7322457" y="2278200"/>
                  </a:lnTo>
                  <a:lnTo>
                    <a:pt x="7321601" y="2278200"/>
                  </a:lnTo>
                  <a:lnTo>
                    <a:pt x="7320746" y="2278200"/>
                  </a:lnTo>
                  <a:lnTo>
                    <a:pt x="7319890" y="2278200"/>
                  </a:lnTo>
                  <a:lnTo>
                    <a:pt x="7319035" y="2278200"/>
                  </a:lnTo>
                  <a:lnTo>
                    <a:pt x="7318179" y="2278200"/>
                  </a:lnTo>
                  <a:lnTo>
                    <a:pt x="7317324" y="2278200"/>
                  </a:lnTo>
                  <a:lnTo>
                    <a:pt x="7316468" y="2278200"/>
                  </a:lnTo>
                  <a:lnTo>
                    <a:pt x="7315613" y="2278200"/>
                  </a:lnTo>
                  <a:lnTo>
                    <a:pt x="7314757" y="2278200"/>
                  </a:lnTo>
                  <a:lnTo>
                    <a:pt x="7313902" y="2278200"/>
                  </a:lnTo>
                  <a:lnTo>
                    <a:pt x="7313046" y="2278200"/>
                  </a:lnTo>
                  <a:lnTo>
                    <a:pt x="7312190" y="2278200"/>
                  </a:lnTo>
                  <a:lnTo>
                    <a:pt x="7311335" y="2278200"/>
                  </a:lnTo>
                  <a:lnTo>
                    <a:pt x="7310479" y="2278200"/>
                  </a:lnTo>
                  <a:lnTo>
                    <a:pt x="7309624" y="2278200"/>
                  </a:lnTo>
                  <a:lnTo>
                    <a:pt x="7308768" y="2278200"/>
                  </a:lnTo>
                  <a:lnTo>
                    <a:pt x="7307913" y="2278200"/>
                  </a:lnTo>
                  <a:lnTo>
                    <a:pt x="7307057" y="2278200"/>
                  </a:lnTo>
                  <a:lnTo>
                    <a:pt x="7306202" y="2278200"/>
                  </a:lnTo>
                  <a:lnTo>
                    <a:pt x="7305346" y="2278200"/>
                  </a:lnTo>
                  <a:lnTo>
                    <a:pt x="7304491" y="2278200"/>
                  </a:lnTo>
                  <a:lnTo>
                    <a:pt x="7303635" y="2278200"/>
                  </a:lnTo>
                  <a:lnTo>
                    <a:pt x="7302780" y="2278200"/>
                  </a:lnTo>
                  <a:lnTo>
                    <a:pt x="7301924" y="2278200"/>
                  </a:lnTo>
                  <a:lnTo>
                    <a:pt x="7301069" y="2278200"/>
                  </a:lnTo>
                  <a:lnTo>
                    <a:pt x="7300213" y="2278200"/>
                  </a:lnTo>
                  <a:lnTo>
                    <a:pt x="7299358" y="2278200"/>
                  </a:lnTo>
                  <a:lnTo>
                    <a:pt x="7298502" y="2278200"/>
                  </a:lnTo>
                  <a:lnTo>
                    <a:pt x="7297647" y="2278200"/>
                  </a:lnTo>
                  <a:lnTo>
                    <a:pt x="7296791" y="2278200"/>
                  </a:lnTo>
                  <a:lnTo>
                    <a:pt x="7295935" y="2278200"/>
                  </a:lnTo>
                  <a:lnTo>
                    <a:pt x="7295080" y="2278200"/>
                  </a:lnTo>
                  <a:lnTo>
                    <a:pt x="7294224" y="2278200"/>
                  </a:lnTo>
                  <a:lnTo>
                    <a:pt x="7293369" y="2278200"/>
                  </a:lnTo>
                  <a:lnTo>
                    <a:pt x="7292513" y="2278200"/>
                  </a:lnTo>
                  <a:lnTo>
                    <a:pt x="7291658" y="2278200"/>
                  </a:lnTo>
                  <a:lnTo>
                    <a:pt x="7290802" y="2278200"/>
                  </a:lnTo>
                  <a:lnTo>
                    <a:pt x="7289947" y="2278200"/>
                  </a:lnTo>
                  <a:lnTo>
                    <a:pt x="7289091" y="2278200"/>
                  </a:lnTo>
                  <a:lnTo>
                    <a:pt x="7288236" y="2278200"/>
                  </a:lnTo>
                  <a:lnTo>
                    <a:pt x="7287380" y="2278200"/>
                  </a:lnTo>
                  <a:lnTo>
                    <a:pt x="7286525" y="2278200"/>
                  </a:lnTo>
                  <a:lnTo>
                    <a:pt x="7285669" y="2278200"/>
                  </a:lnTo>
                  <a:lnTo>
                    <a:pt x="7284814" y="2278200"/>
                  </a:lnTo>
                  <a:lnTo>
                    <a:pt x="7283958" y="2278200"/>
                  </a:lnTo>
                  <a:lnTo>
                    <a:pt x="7283103" y="2278200"/>
                  </a:lnTo>
                  <a:lnTo>
                    <a:pt x="7282247" y="2278200"/>
                  </a:lnTo>
                  <a:lnTo>
                    <a:pt x="7281392" y="2278200"/>
                  </a:lnTo>
                  <a:lnTo>
                    <a:pt x="7280536" y="2278200"/>
                  </a:lnTo>
                  <a:lnTo>
                    <a:pt x="7279680" y="2278200"/>
                  </a:lnTo>
                  <a:lnTo>
                    <a:pt x="7278825" y="2278200"/>
                  </a:lnTo>
                  <a:lnTo>
                    <a:pt x="7277969" y="2278200"/>
                  </a:lnTo>
                  <a:lnTo>
                    <a:pt x="7277114" y="2278200"/>
                  </a:lnTo>
                  <a:lnTo>
                    <a:pt x="7276258" y="2278200"/>
                  </a:lnTo>
                  <a:lnTo>
                    <a:pt x="7275403" y="2278200"/>
                  </a:lnTo>
                  <a:lnTo>
                    <a:pt x="7274547" y="2278200"/>
                  </a:lnTo>
                  <a:lnTo>
                    <a:pt x="7273692" y="2278200"/>
                  </a:lnTo>
                  <a:lnTo>
                    <a:pt x="7272836" y="2278200"/>
                  </a:lnTo>
                  <a:lnTo>
                    <a:pt x="7271981" y="2278200"/>
                  </a:lnTo>
                  <a:lnTo>
                    <a:pt x="7271125" y="2278200"/>
                  </a:lnTo>
                  <a:lnTo>
                    <a:pt x="7270270" y="2278200"/>
                  </a:lnTo>
                  <a:lnTo>
                    <a:pt x="7269414" y="2278200"/>
                  </a:lnTo>
                  <a:lnTo>
                    <a:pt x="7268559" y="2278200"/>
                  </a:lnTo>
                  <a:lnTo>
                    <a:pt x="7267703" y="2278200"/>
                  </a:lnTo>
                  <a:lnTo>
                    <a:pt x="7266848" y="2278200"/>
                  </a:lnTo>
                  <a:lnTo>
                    <a:pt x="7265992" y="2278200"/>
                  </a:lnTo>
                  <a:lnTo>
                    <a:pt x="7265137" y="2278200"/>
                  </a:lnTo>
                  <a:lnTo>
                    <a:pt x="7264281" y="2278200"/>
                  </a:lnTo>
                  <a:lnTo>
                    <a:pt x="7263425" y="2278200"/>
                  </a:lnTo>
                  <a:lnTo>
                    <a:pt x="7262570" y="2278200"/>
                  </a:lnTo>
                  <a:lnTo>
                    <a:pt x="7261714" y="2278200"/>
                  </a:lnTo>
                  <a:lnTo>
                    <a:pt x="7260859" y="2278200"/>
                  </a:lnTo>
                  <a:lnTo>
                    <a:pt x="7260003" y="2278200"/>
                  </a:lnTo>
                  <a:lnTo>
                    <a:pt x="7259148" y="2278200"/>
                  </a:lnTo>
                  <a:lnTo>
                    <a:pt x="7258292" y="2278200"/>
                  </a:lnTo>
                  <a:lnTo>
                    <a:pt x="7257437" y="2278200"/>
                  </a:lnTo>
                  <a:lnTo>
                    <a:pt x="7256581" y="2278200"/>
                  </a:lnTo>
                  <a:lnTo>
                    <a:pt x="7255726" y="2278200"/>
                  </a:lnTo>
                  <a:lnTo>
                    <a:pt x="7254870" y="2278200"/>
                  </a:lnTo>
                  <a:lnTo>
                    <a:pt x="7254015" y="2278200"/>
                  </a:lnTo>
                  <a:lnTo>
                    <a:pt x="7253159" y="2278200"/>
                  </a:lnTo>
                  <a:lnTo>
                    <a:pt x="7252304" y="2278200"/>
                  </a:lnTo>
                  <a:lnTo>
                    <a:pt x="7251448" y="2278200"/>
                  </a:lnTo>
                  <a:lnTo>
                    <a:pt x="7250593" y="2278200"/>
                  </a:lnTo>
                  <a:lnTo>
                    <a:pt x="7249737" y="2278200"/>
                  </a:lnTo>
                  <a:lnTo>
                    <a:pt x="7248881" y="2278200"/>
                  </a:lnTo>
                  <a:lnTo>
                    <a:pt x="7248026" y="2278200"/>
                  </a:lnTo>
                  <a:lnTo>
                    <a:pt x="7247170" y="2278200"/>
                  </a:lnTo>
                  <a:lnTo>
                    <a:pt x="7246315" y="2278200"/>
                  </a:lnTo>
                  <a:lnTo>
                    <a:pt x="7245459" y="2278200"/>
                  </a:lnTo>
                  <a:lnTo>
                    <a:pt x="7244604" y="2278200"/>
                  </a:lnTo>
                  <a:lnTo>
                    <a:pt x="7243748" y="2278200"/>
                  </a:lnTo>
                  <a:lnTo>
                    <a:pt x="7242893" y="2278200"/>
                  </a:lnTo>
                  <a:lnTo>
                    <a:pt x="7242037" y="2278200"/>
                  </a:lnTo>
                  <a:lnTo>
                    <a:pt x="7241182" y="2278200"/>
                  </a:lnTo>
                  <a:lnTo>
                    <a:pt x="7240326" y="2278200"/>
                  </a:lnTo>
                  <a:lnTo>
                    <a:pt x="7239471" y="2278200"/>
                  </a:lnTo>
                  <a:lnTo>
                    <a:pt x="7238615" y="2278200"/>
                  </a:lnTo>
                  <a:lnTo>
                    <a:pt x="7237760" y="2278200"/>
                  </a:lnTo>
                  <a:lnTo>
                    <a:pt x="7236904" y="2278200"/>
                  </a:lnTo>
                  <a:lnTo>
                    <a:pt x="7236049" y="2278200"/>
                  </a:lnTo>
                  <a:lnTo>
                    <a:pt x="7235193" y="2278200"/>
                  </a:lnTo>
                  <a:lnTo>
                    <a:pt x="7234338" y="2278200"/>
                  </a:lnTo>
                  <a:lnTo>
                    <a:pt x="7233482" y="2278200"/>
                  </a:lnTo>
                  <a:lnTo>
                    <a:pt x="7232626" y="2278200"/>
                  </a:lnTo>
                  <a:lnTo>
                    <a:pt x="7231771" y="2278200"/>
                  </a:lnTo>
                  <a:lnTo>
                    <a:pt x="7230915" y="2278200"/>
                  </a:lnTo>
                  <a:lnTo>
                    <a:pt x="7230060" y="2278200"/>
                  </a:lnTo>
                  <a:lnTo>
                    <a:pt x="7229204" y="2278200"/>
                  </a:lnTo>
                  <a:lnTo>
                    <a:pt x="7228349" y="2278200"/>
                  </a:lnTo>
                  <a:lnTo>
                    <a:pt x="7227493" y="2278200"/>
                  </a:lnTo>
                  <a:lnTo>
                    <a:pt x="7226638" y="2278200"/>
                  </a:lnTo>
                  <a:lnTo>
                    <a:pt x="7225782" y="2278200"/>
                  </a:lnTo>
                  <a:lnTo>
                    <a:pt x="7224927" y="2278200"/>
                  </a:lnTo>
                  <a:lnTo>
                    <a:pt x="7224071" y="2278200"/>
                  </a:lnTo>
                  <a:lnTo>
                    <a:pt x="7223216" y="2278200"/>
                  </a:lnTo>
                  <a:lnTo>
                    <a:pt x="7222360" y="2278200"/>
                  </a:lnTo>
                  <a:lnTo>
                    <a:pt x="7221505" y="2278200"/>
                  </a:lnTo>
                  <a:lnTo>
                    <a:pt x="7220649" y="2278200"/>
                  </a:lnTo>
                  <a:lnTo>
                    <a:pt x="7219794" y="2278200"/>
                  </a:lnTo>
                  <a:lnTo>
                    <a:pt x="7218938" y="2278200"/>
                  </a:lnTo>
                  <a:lnTo>
                    <a:pt x="7218083" y="2278200"/>
                  </a:lnTo>
                  <a:lnTo>
                    <a:pt x="7217227" y="2278200"/>
                  </a:lnTo>
                  <a:lnTo>
                    <a:pt x="7216371" y="2278200"/>
                  </a:lnTo>
                  <a:lnTo>
                    <a:pt x="7215516" y="2278200"/>
                  </a:lnTo>
                  <a:lnTo>
                    <a:pt x="7214660" y="2278200"/>
                  </a:lnTo>
                  <a:lnTo>
                    <a:pt x="7213805" y="2278200"/>
                  </a:lnTo>
                  <a:lnTo>
                    <a:pt x="7212949" y="2278200"/>
                  </a:lnTo>
                  <a:lnTo>
                    <a:pt x="7212094" y="2278200"/>
                  </a:lnTo>
                  <a:lnTo>
                    <a:pt x="7211238" y="2278200"/>
                  </a:lnTo>
                  <a:lnTo>
                    <a:pt x="7210383" y="2278200"/>
                  </a:lnTo>
                  <a:lnTo>
                    <a:pt x="7209527" y="2278200"/>
                  </a:lnTo>
                  <a:lnTo>
                    <a:pt x="7208672" y="2278200"/>
                  </a:lnTo>
                  <a:lnTo>
                    <a:pt x="7207816" y="2278200"/>
                  </a:lnTo>
                  <a:lnTo>
                    <a:pt x="7206961" y="2278200"/>
                  </a:lnTo>
                  <a:lnTo>
                    <a:pt x="7206105" y="2278200"/>
                  </a:lnTo>
                  <a:lnTo>
                    <a:pt x="7205250" y="2278200"/>
                  </a:lnTo>
                  <a:lnTo>
                    <a:pt x="7204394" y="2278200"/>
                  </a:lnTo>
                  <a:lnTo>
                    <a:pt x="7203539" y="2278200"/>
                  </a:lnTo>
                  <a:lnTo>
                    <a:pt x="7202683" y="2278200"/>
                  </a:lnTo>
                  <a:lnTo>
                    <a:pt x="7201827" y="2278200"/>
                  </a:lnTo>
                  <a:lnTo>
                    <a:pt x="7200972" y="2278200"/>
                  </a:lnTo>
                  <a:lnTo>
                    <a:pt x="7200116" y="2278200"/>
                  </a:lnTo>
                  <a:lnTo>
                    <a:pt x="7199261" y="2278200"/>
                  </a:lnTo>
                  <a:lnTo>
                    <a:pt x="7198405" y="2278200"/>
                  </a:lnTo>
                  <a:lnTo>
                    <a:pt x="7197550" y="2278200"/>
                  </a:lnTo>
                  <a:lnTo>
                    <a:pt x="7196694" y="2278200"/>
                  </a:lnTo>
                  <a:lnTo>
                    <a:pt x="7195839" y="2278200"/>
                  </a:lnTo>
                  <a:lnTo>
                    <a:pt x="7194983" y="2278200"/>
                  </a:lnTo>
                  <a:lnTo>
                    <a:pt x="7194128" y="2278200"/>
                  </a:lnTo>
                  <a:lnTo>
                    <a:pt x="7193272" y="2278200"/>
                  </a:lnTo>
                  <a:lnTo>
                    <a:pt x="7192417" y="2278200"/>
                  </a:lnTo>
                  <a:lnTo>
                    <a:pt x="7191561" y="2278200"/>
                  </a:lnTo>
                  <a:lnTo>
                    <a:pt x="7190706" y="2278200"/>
                  </a:lnTo>
                  <a:lnTo>
                    <a:pt x="7189850" y="2278200"/>
                  </a:lnTo>
                  <a:lnTo>
                    <a:pt x="7188995" y="2278200"/>
                  </a:lnTo>
                  <a:lnTo>
                    <a:pt x="7188139" y="2278200"/>
                  </a:lnTo>
                  <a:lnTo>
                    <a:pt x="7187284" y="2278200"/>
                  </a:lnTo>
                  <a:lnTo>
                    <a:pt x="7186428" y="2278200"/>
                  </a:lnTo>
                  <a:lnTo>
                    <a:pt x="7185572" y="2278200"/>
                  </a:lnTo>
                  <a:lnTo>
                    <a:pt x="7184717" y="2278200"/>
                  </a:lnTo>
                  <a:lnTo>
                    <a:pt x="7183861" y="2278200"/>
                  </a:lnTo>
                  <a:lnTo>
                    <a:pt x="7183006" y="2278200"/>
                  </a:lnTo>
                  <a:lnTo>
                    <a:pt x="7182150" y="2278200"/>
                  </a:lnTo>
                  <a:lnTo>
                    <a:pt x="7181295" y="2278200"/>
                  </a:lnTo>
                  <a:lnTo>
                    <a:pt x="7180439" y="2278200"/>
                  </a:lnTo>
                  <a:lnTo>
                    <a:pt x="7179584" y="2278200"/>
                  </a:lnTo>
                  <a:lnTo>
                    <a:pt x="7178728" y="2278200"/>
                  </a:lnTo>
                  <a:lnTo>
                    <a:pt x="7177873" y="2278200"/>
                  </a:lnTo>
                  <a:lnTo>
                    <a:pt x="7177017" y="2278200"/>
                  </a:lnTo>
                  <a:lnTo>
                    <a:pt x="7176162" y="2278200"/>
                  </a:lnTo>
                  <a:lnTo>
                    <a:pt x="7175306" y="2278200"/>
                  </a:lnTo>
                  <a:lnTo>
                    <a:pt x="7174451" y="2278200"/>
                  </a:lnTo>
                  <a:lnTo>
                    <a:pt x="7173595" y="2278200"/>
                  </a:lnTo>
                  <a:lnTo>
                    <a:pt x="7172740" y="2278200"/>
                  </a:lnTo>
                  <a:lnTo>
                    <a:pt x="7171884" y="2278200"/>
                  </a:lnTo>
                  <a:lnTo>
                    <a:pt x="7171029" y="2278200"/>
                  </a:lnTo>
                  <a:lnTo>
                    <a:pt x="7170173" y="2278200"/>
                  </a:lnTo>
                  <a:lnTo>
                    <a:pt x="7169317" y="2278200"/>
                  </a:lnTo>
                  <a:lnTo>
                    <a:pt x="7168462" y="2278200"/>
                  </a:lnTo>
                  <a:lnTo>
                    <a:pt x="7167606" y="2278200"/>
                  </a:lnTo>
                  <a:lnTo>
                    <a:pt x="7166751" y="2278200"/>
                  </a:lnTo>
                  <a:lnTo>
                    <a:pt x="7165895" y="2278200"/>
                  </a:lnTo>
                  <a:lnTo>
                    <a:pt x="7165040" y="2278200"/>
                  </a:lnTo>
                  <a:lnTo>
                    <a:pt x="7164184" y="2278200"/>
                  </a:lnTo>
                  <a:lnTo>
                    <a:pt x="7163329" y="2278200"/>
                  </a:lnTo>
                  <a:lnTo>
                    <a:pt x="7162473" y="2278200"/>
                  </a:lnTo>
                  <a:lnTo>
                    <a:pt x="7161618" y="2278200"/>
                  </a:lnTo>
                  <a:lnTo>
                    <a:pt x="7160762" y="2278200"/>
                  </a:lnTo>
                  <a:lnTo>
                    <a:pt x="7159907" y="2278200"/>
                  </a:lnTo>
                  <a:lnTo>
                    <a:pt x="7159051" y="2278200"/>
                  </a:lnTo>
                  <a:lnTo>
                    <a:pt x="7158196" y="2278200"/>
                  </a:lnTo>
                  <a:lnTo>
                    <a:pt x="7157340" y="2278200"/>
                  </a:lnTo>
                  <a:lnTo>
                    <a:pt x="7156485" y="2278200"/>
                  </a:lnTo>
                  <a:lnTo>
                    <a:pt x="7155629" y="2278200"/>
                  </a:lnTo>
                  <a:lnTo>
                    <a:pt x="7154773" y="2278200"/>
                  </a:lnTo>
                  <a:lnTo>
                    <a:pt x="7153918" y="2278200"/>
                  </a:lnTo>
                  <a:lnTo>
                    <a:pt x="7153062" y="2278200"/>
                  </a:lnTo>
                  <a:lnTo>
                    <a:pt x="7152207" y="2278200"/>
                  </a:lnTo>
                  <a:lnTo>
                    <a:pt x="7151351" y="2278200"/>
                  </a:lnTo>
                  <a:lnTo>
                    <a:pt x="7150496" y="2278200"/>
                  </a:lnTo>
                  <a:lnTo>
                    <a:pt x="7149640" y="2278200"/>
                  </a:lnTo>
                  <a:lnTo>
                    <a:pt x="7148785" y="2278200"/>
                  </a:lnTo>
                  <a:lnTo>
                    <a:pt x="7147929" y="2278200"/>
                  </a:lnTo>
                  <a:lnTo>
                    <a:pt x="7147074" y="2278200"/>
                  </a:lnTo>
                  <a:lnTo>
                    <a:pt x="7146218" y="2278200"/>
                  </a:lnTo>
                  <a:lnTo>
                    <a:pt x="7145363" y="2278200"/>
                  </a:lnTo>
                  <a:lnTo>
                    <a:pt x="7144507" y="2278200"/>
                  </a:lnTo>
                  <a:lnTo>
                    <a:pt x="7143652" y="2278200"/>
                  </a:lnTo>
                  <a:lnTo>
                    <a:pt x="7142796" y="2278200"/>
                  </a:lnTo>
                  <a:lnTo>
                    <a:pt x="7141941" y="2278200"/>
                  </a:lnTo>
                  <a:lnTo>
                    <a:pt x="7141085" y="2278200"/>
                  </a:lnTo>
                  <a:lnTo>
                    <a:pt x="7140230" y="2278200"/>
                  </a:lnTo>
                  <a:lnTo>
                    <a:pt x="7139374" y="2278200"/>
                  </a:lnTo>
                  <a:lnTo>
                    <a:pt x="7138518" y="2278200"/>
                  </a:lnTo>
                  <a:lnTo>
                    <a:pt x="7137663" y="2278200"/>
                  </a:lnTo>
                  <a:lnTo>
                    <a:pt x="7136807" y="2278200"/>
                  </a:lnTo>
                  <a:lnTo>
                    <a:pt x="7135952" y="2278200"/>
                  </a:lnTo>
                  <a:lnTo>
                    <a:pt x="7135096" y="2278200"/>
                  </a:lnTo>
                  <a:lnTo>
                    <a:pt x="7134241" y="2278200"/>
                  </a:lnTo>
                  <a:lnTo>
                    <a:pt x="7133385" y="2278200"/>
                  </a:lnTo>
                  <a:lnTo>
                    <a:pt x="7132530" y="2278200"/>
                  </a:lnTo>
                  <a:lnTo>
                    <a:pt x="7131674" y="2278200"/>
                  </a:lnTo>
                  <a:lnTo>
                    <a:pt x="7130819" y="2278200"/>
                  </a:lnTo>
                  <a:lnTo>
                    <a:pt x="7129963" y="2278200"/>
                  </a:lnTo>
                  <a:lnTo>
                    <a:pt x="7129108" y="2278200"/>
                  </a:lnTo>
                  <a:lnTo>
                    <a:pt x="7128252" y="2278200"/>
                  </a:lnTo>
                  <a:lnTo>
                    <a:pt x="7127397" y="2278200"/>
                  </a:lnTo>
                  <a:lnTo>
                    <a:pt x="7126541" y="2278200"/>
                  </a:lnTo>
                  <a:lnTo>
                    <a:pt x="7125686" y="2278200"/>
                  </a:lnTo>
                  <a:lnTo>
                    <a:pt x="7124830" y="2278200"/>
                  </a:lnTo>
                  <a:lnTo>
                    <a:pt x="7123975" y="2278200"/>
                  </a:lnTo>
                  <a:lnTo>
                    <a:pt x="7123119" y="2278200"/>
                  </a:lnTo>
                  <a:lnTo>
                    <a:pt x="7122263" y="2278200"/>
                  </a:lnTo>
                  <a:lnTo>
                    <a:pt x="7121408" y="2278200"/>
                  </a:lnTo>
                  <a:lnTo>
                    <a:pt x="7120552" y="2278200"/>
                  </a:lnTo>
                  <a:lnTo>
                    <a:pt x="7119697" y="2278200"/>
                  </a:lnTo>
                  <a:lnTo>
                    <a:pt x="7118841" y="2278200"/>
                  </a:lnTo>
                  <a:lnTo>
                    <a:pt x="7117986" y="2278200"/>
                  </a:lnTo>
                  <a:lnTo>
                    <a:pt x="7117130" y="2278200"/>
                  </a:lnTo>
                  <a:lnTo>
                    <a:pt x="7116275" y="2278200"/>
                  </a:lnTo>
                  <a:lnTo>
                    <a:pt x="7115419" y="2278200"/>
                  </a:lnTo>
                  <a:lnTo>
                    <a:pt x="7114564" y="2278200"/>
                  </a:lnTo>
                  <a:lnTo>
                    <a:pt x="7113708" y="2278200"/>
                  </a:lnTo>
                  <a:lnTo>
                    <a:pt x="7112853" y="2278200"/>
                  </a:lnTo>
                  <a:lnTo>
                    <a:pt x="7111997" y="2278200"/>
                  </a:lnTo>
                  <a:lnTo>
                    <a:pt x="7111142" y="2278200"/>
                  </a:lnTo>
                  <a:lnTo>
                    <a:pt x="7110286" y="2278200"/>
                  </a:lnTo>
                  <a:lnTo>
                    <a:pt x="7109431" y="2278200"/>
                  </a:lnTo>
                  <a:lnTo>
                    <a:pt x="7108575" y="2278200"/>
                  </a:lnTo>
                  <a:lnTo>
                    <a:pt x="7107719" y="2278200"/>
                  </a:lnTo>
                  <a:lnTo>
                    <a:pt x="7106864" y="2278200"/>
                  </a:lnTo>
                  <a:lnTo>
                    <a:pt x="7106008" y="2278200"/>
                  </a:lnTo>
                  <a:lnTo>
                    <a:pt x="7105153" y="2278200"/>
                  </a:lnTo>
                  <a:lnTo>
                    <a:pt x="7104297" y="2278200"/>
                  </a:lnTo>
                  <a:lnTo>
                    <a:pt x="7103442" y="2278200"/>
                  </a:lnTo>
                  <a:lnTo>
                    <a:pt x="7102586" y="2278200"/>
                  </a:lnTo>
                  <a:lnTo>
                    <a:pt x="7101731" y="2278200"/>
                  </a:lnTo>
                  <a:lnTo>
                    <a:pt x="7100875" y="2278200"/>
                  </a:lnTo>
                  <a:lnTo>
                    <a:pt x="7100020" y="2278200"/>
                  </a:lnTo>
                  <a:lnTo>
                    <a:pt x="7099164" y="2278200"/>
                  </a:lnTo>
                  <a:lnTo>
                    <a:pt x="7098309" y="2278200"/>
                  </a:lnTo>
                  <a:lnTo>
                    <a:pt x="7097453" y="2278200"/>
                  </a:lnTo>
                  <a:lnTo>
                    <a:pt x="7096598" y="2278200"/>
                  </a:lnTo>
                  <a:lnTo>
                    <a:pt x="7095742" y="2278200"/>
                  </a:lnTo>
                  <a:lnTo>
                    <a:pt x="7094887" y="2278200"/>
                  </a:lnTo>
                  <a:lnTo>
                    <a:pt x="7094031" y="2278200"/>
                  </a:lnTo>
                  <a:lnTo>
                    <a:pt x="7093176" y="2278200"/>
                  </a:lnTo>
                  <a:lnTo>
                    <a:pt x="7092320" y="2278200"/>
                  </a:lnTo>
                  <a:lnTo>
                    <a:pt x="7091464" y="2278200"/>
                  </a:lnTo>
                  <a:lnTo>
                    <a:pt x="7090609" y="2278200"/>
                  </a:lnTo>
                  <a:lnTo>
                    <a:pt x="7089753" y="2278200"/>
                  </a:lnTo>
                  <a:lnTo>
                    <a:pt x="7088898" y="2278200"/>
                  </a:lnTo>
                  <a:lnTo>
                    <a:pt x="7088042" y="2278200"/>
                  </a:lnTo>
                  <a:lnTo>
                    <a:pt x="7087187" y="2278200"/>
                  </a:lnTo>
                  <a:lnTo>
                    <a:pt x="7086331" y="2278200"/>
                  </a:lnTo>
                  <a:lnTo>
                    <a:pt x="7085476" y="2278200"/>
                  </a:lnTo>
                  <a:lnTo>
                    <a:pt x="7084620" y="2278200"/>
                  </a:lnTo>
                  <a:lnTo>
                    <a:pt x="7083765" y="2278200"/>
                  </a:lnTo>
                  <a:lnTo>
                    <a:pt x="7082909" y="2278200"/>
                  </a:lnTo>
                  <a:lnTo>
                    <a:pt x="7082054" y="2278200"/>
                  </a:lnTo>
                  <a:lnTo>
                    <a:pt x="7081198" y="2278200"/>
                  </a:lnTo>
                  <a:lnTo>
                    <a:pt x="7080343" y="2278200"/>
                  </a:lnTo>
                  <a:lnTo>
                    <a:pt x="7079487" y="2278200"/>
                  </a:lnTo>
                  <a:lnTo>
                    <a:pt x="7078632" y="2278200"/>
                  </a:lnTo>
                  <a:lnTo>
                    <a:pt x="7077776" y="2278200"/>
                  </a:lnTo>
                  <a:lnTo>
                    <a:pt x="7076921" y="2278200"/>
                  </a:lnTo>
                  <a:lnTo>
                    <a:pt x="7076065" y="2278200"/>
                  </a:lnTo>
                  <a:lnTo>
                    <a:pt x="7075209" y="2278200"/>
                  </a:lnTo>
                  <a:lnTo>
                    <a:pt x="7074354" y="2278200"/>
                  </a:lnTo>
                  <a:lnTo>
                    <a:pt x="7073498" y="2278200"/>
                  </a:lnTo>
                  <a:lnTo>
                    <a:pt x="7072643" y="2278200"/>
                  </a:lnTo>
                  <a:lnTo>
                    <a:pt x="7071787" y="2278200"/>
                  </a:lnTo>
                  <a:lnTo>
                    <a:pt x="7070932" y="2278200"/>
                  </a:lnTo>
                  <a:lnTo>
                    <a:pt x="7070076" y="2278200"/>
                  </a:lnTo>
                  <a:lnTo>
                    <a:pt x="7069221" y="2278200"/>
                  </a:lnTo>
                  <a:lnTo>
                    <a:pt x="7068365" y="2278200"/>
                  </a:lnTo>
                  <a:lnTo>
                    <a:pt x="7067510" y="2278200"/>
                  </a:lnTo>
                  <a:lnTo>
                    <a:pt x="7066654" y="2278200"/>
                  </a:lnTo>
                  <a:lnTo>
                    <a:pt x="7065799" y="2278200"/>
                  </a:lnTo>
                  <a:lnTo>
                    <a:pt x="7064943" y="2278200"/>
                  </a:lnTo>
                  <a:lnTo>
                    <a:pt x="7064088" y="2278200"/>
                  </a:lnTo>
                  <a:lnTo>
                    <a:pt x="7063232" y="2278200"/>
                  </a:lnTo>
                  <a:lnTo>
                    <a:pt x="7062377" y="2278200"/>
                  </a:lnTo>
                  <a:lnTo>
                    <a:pt x="7061521" y="2278200"/>
                  </a:lnTo>
                  <a:lnTo>
                    <a:pt x="7060666" y="2278200"/>
                  </a:lnTo>
                  <a:lnTo>
                    <a:pt x="7059810" y="2278200"/>
                  </a:lnTo>
                  <a:lnTo>
                    <a:pt x="7058954" y="2278200"/>
                  </a:lnTo>
                  <a:lnTo>
                    <a:pt x="7058099" y="2278200"/>
                  </a:lnTo>
                  <a:lnTo>
                    <a:pt x="7057243" y="2278200"/>
                  </a:lnTo>
                  <a:lnTo>
                    <a:pt x="7056388" y="2278200"/>
                  </a:lnTo>
                  <a:lnTo>
                    <a:pt x="7055532" y="2278200"/>
                  </a:lnTo>
                  <a:lnTo>
                    <a:pt x="7054677" y="2278200"/>
                  </a:lnTo>
                  <a:lnTo>
                    <a:pt x="7053821" y="2278200"/>
                  </a:lnTo>
                  <a:lnTo>
                    <a:pt x="7052966" y="2278200"/>
                  </a:lnTo>
                  <a:lnTo>
                    <a:pt x="7052110" y="2278200"/>
                  </a:lnTo>
                  <a:lnTo>
                    <a:pt x="7051255" y="2278200"/>
                  </a:lnTo>
                  <a:lnTo>
                    <a:pt x="7050399" y="2278200"/>
                  </a:lnTo>
                  <a:lnTo>
                    <a:pt x="7049544" y="2278200"/>
                  </a:lnTo>
                  <a:lnTo>
                    <a:pt x="7048688" y="2278200"/>
                  </a:lnTo>
                  <a:lnTo>
                    <a:pt x="7047833" y="2278200"/>
                  </a:lnTo>
                  <a:lnTo>
                    <a:pt x="7046977" y="2278200"/>
                  </a:lnTo>
                  <a:lnTo>
                    <a:pt x="7046122" y="2278200"/>
                  </a:lnTo>
                  <a:lnTo>
                    <a:pt x="7045266" y="2278200"/>
                  </a:lnTo>
                  <a:lnTo>
                    <a:pt x="7044410" y="2278200"/>
                  </a:lnTo>
                  <a:lnTo>
                    <a:pt x="7043555" y="2278200"/>
                  </a:lnTo>
                  <a:lnTo>
                    <a:pt x="7042699" y="2278200"/>
                  </a:lnTo>
                  <a:lnTo>
                    <a:pt x="7041844" y="2278200"/>
                  </a:lnTo>
                  <a:lnTo>
                    <a:pt x="7040988" y="2278200"/>
                  </a:lnTo>
                  <a:lnTo>
                    <a:pt x="7040133" y="2278200"/>
                  </a:lnTo>
                  <a:lnTo>
                    <a:pt x="7039277" y="2278200"/>
                  </a:lnTo>
                  <a:lnTo>
                    <a:pt x="7038422" y="2278200"/>
                  </a:lnTo>
                  <a:lnTo>
                    <a:pt x="7037566" y="2278200"/>
                  </a:lnTo>
                  <a:lnTo>
                    <a:pt x="7036711" y="2278200"/>
                  </a:lnTo>
                  <a:lnTo>
                    <a:pt x="7035855" y="2278200"/>
                  </a:lnTo>
                  <a:lnTo>
                    <a:pt x="7035000" y="2278200"/>
                  </a:lnTo>
                  <a:lnTo>
                    <a:pt x="7034144" y="2278200"/>
                  </a:lnTo>
                  <a:lnTo>
                    <a:pt x="7033289" y="2278200"/>
                  </a:lnTo>
                  <a:lnTo>
                    <a:pt x="7032433" y="2278200"/>
                  </a:lnTo>
                  <a:lnTo>
                    <a:pt x="7031578" y="2278200"/>
                  </a:lnTo>
                  <a:lnTo>
                    <a:pt x="7030722" y="2278200"/>
                  </a:lnTo>
                  <a:lnTo>
                    <a:pt x="7029867" y="2278200"/>
                  </a:lnTo>
                  <a:lnTo>
                    <a:pt x="7029011" y="2278200"/>
                  </a:lnTo>
                  <a:lnTo>
                    <a:pt x="7028155" y="2278200"/>
                  </a:lnTo>
                  <a:lnTo>
                    <a:pt x="7027300" y="2278200"/>
                  </a:lnTo>
                  <a:lnTo>
                    <a:pt x="7026444" y="2278200"/>
                  </a:lnTo>
                  <a:lnTo>
                    <a:pt x="7025589" y="2278200"/>
                  </a:lnTo>
                  <a:lnTo>
                    <a:pt x="7024733" y="2278200"/>
                  </a:lnTo>
                  <a:lnTo>
                    <a:pt x="7023878" y="2278200"/>
                  </a:lnTo>
                  <a:lnTo>
                    <a:pt x="7023022" y="2278200"/>
                  </a:lnTo>
                  <a:lnTo>
                    <a:pt x="7022167" y="2278200"/>
                  </a:lnTo>
                  <a:lnTo>
                    <a:pt x="7021311" y="2278200"/>
                  </a:lnTo>
                  <a:lnTo>
                    <a:pt x="7020456" y="2278200"/>
                  </a:lnTo>
                  <a:lnTo>
                    <a:pt x="7019600" y="2278200"/>
                  </a:lnTo>
                  <a:lnTo>
                    <a:pt x="7018745" y="2278200"/>
                  </a:lnTo>
                  <a:lnTo>
                    <a:pt x="7017889" y="2278200"/>
                  </a:lnTo>
                  <a:lnTo>
                    <a:pt x="7017034" y="2278200"/>
                  </a:lnTo>
                  <a:lnTo>
                    <a:pt x="7016178" y="2278200"/>
                  </a:lnTo>
                  <a:lnTo>
                    <a:pt x="7015323" y="2278200"/>
                  </a:lnTo>
                  <a:lnTo>
                    <a:pt x="7014467" y="2278200"/>
                  </a:lnTo>
                  <a:lnTo>
                    <a:pt x="7013612" y="2278200"/>
                  </a:lnTo>
                  <a:lnTo>
                    <a:pt x="7012756" y="2278200"/>
                  </a:lnTo>
                  <a:lnTo>
                    <a:pt x="7011900" y="2278200"/>
                  </a:lnTo>
                  <a:lnTo>
                    <a:pt x="7011045" y="2278200"/>
                  </a:lnTo>
                  <a:lnTo>
                    <a:pt x="7010189" y="2278200"/>
                  </a:lnTo>
                  <a:lnTo>
                    <a:pt x="7009334" y="2278200"/>
                  </a:lnTo>
                  <a:lnTo>
                    <a:pt x="7008478" y="2278200"/>
                  </a:lnTo>
                  <a:lnTo>
                    <a:pt x="7007623" y="2278200"/>
                  </a:lnTo>
                  <a:lnTo>
                    <a:pt x="7006767" y="2278200"/>
                  </a:lnTo>
                  <a:lnTo>
                    <a:pt x="7005912" y="2278200"/>
                  </a:lnTo>
                  <a:lnTo>
                    <a:pt x="7005056" y="2278200"/>
                  </a:lnTo>
                  <a:lnTo>
                    <a:pt x="7004201" y="2278200"/>
                  </a:lnTo>
                  <a:lnTo>
                    <a:pt x="7003345" y="2278200"/>
                  </a:lnTo>
                  <a:lnTo>
                    <a:pt x="7002490" y="2278200"/>
                  </a:lnTo>
                  <a:lnTo>
                    <a:pt x="7001634" y="2278200"/>
                  </a:lnTo>
                  <a:lnTo>
                    <a:pt x="7000779" y="2278200"/>
                  </a:lnTo>
                  <a:lnTo>
                    <a:pt x="6999923" y="2278200"/>
                  </a:lnTo>
                  <a:lnTo>
                    <a:pt x="6999068" y="2278200"/>
                  </a:lnTo>
                  <a:lnTo>
                    <a:pt x="6998212" y="2278200"/>
                  </a:lnTo>
                  <a:lnTo>
                    <a:pt x="6997356" y="2278200"/>
                  </a:lnTo>
                  <a:lnTo>
                    <a:pt x="6996501" y="2278200"/>
                  </a:lnTo>
                  <a:lnTo>
                    <a:pt x="6995645" y="2278200"/>
                  </a:lnTo>
                  <a:lnTo>
                    <a:pt x="6994790" y="2278200"/>
                  </a:lnTo>
                  <a:lnTo>
                    <a:pt x="6993934" y="2278200"/>
                  </a:lnTo>
                  <a:lnTo>
                    <a:pt x="6993079" y="2278200"/>
                  </a:lnTo>
                  <a:lnTo>
                    <a:pt x="6992223" y="2278200"/>
                  </a:lnTo>
                  <a:lnTo>
                    <a:pt x="6991368" y="2278200"/>
                  </a:lnTo>
                  <a:lnTo>
                    <a:pt x="6990512" y="2278200"/>
                  </a:lnTo>
                  <a:lnTo>
                    <a:pt x="6989657" y="2278200"/>
                  </a:lnTo>
                  <a:lnTo>
                    <a:pt x="6988801" y="2278200"/>
                  </a:lnTo>
                  <a:lnTo>
                    <a:pt x="6987946" y="2278200"/>
                  </a:lnTo>
                  <a:lnTo>
                    <a:pt x="6987090" y="2278200"/>
                  </a:lnTo>
                  <a:lnTo>
                    <a:pt x="6986235" y="2278200"/>
                  </a:lnTo>
                  <a:lnTo>
                    <a:pt x="6985379" y="2278200"/>
                  </a:lnTo>
                  <a:lnTo>
                    <a:pt x="6984524" y="2278200"/>
                  </a:lnTo>
                  <a:lnTo>
                    <a:pt x="6983668" y="2278200"/>
                  </a:lnTo>
                  <a:lnTo>
                    <a:pt x="6982813" y="2278200"/>
                  </a:lnTo>
                  <a:lnTo>
                    <a:pt x="6981957" y="2278200"/>
                  </a:lnTo>
                  <a:lnTo>
                    <a:pt x="6981101" y="2278200"/>
                  </a:lnTo>
                  <a:lnTo>
                    <a:pt x="6980246" y="2278200"/>
                  </a:lnTo>
                  <a:lnTo>
                    <a:pt x="6979390" y="2278200"/>
                  </a:lnTo>
                  <a:lnTo>
                    <a:pt x="6978535" y="2278200"/>
                  </a:lnTo>
                  <a:lnTo>
                    <a:pt x="6977679" y="2278200"/>
                  </a:lnTo>
                  <a:lnTo>
                    <a:pt x="6976824" y="2278200"/>
                  </a:lnTo>
                  <a:lnTo>
                    <a:pt x="6975968" y="2278200"/>
                  </a:lnTo>
                  <a:lnTo>
                    <a:pt x="6975113" y="2278200"/>
                  </a:lnTo>
                  <a:lnTo>
                    <a:pt x="6974257" y="2278200"/>
                  </a:lnTo>
                  <a:lnTo>
                    <a:pt x="6973402" y="2278200"/>
                  </a:lnTo>
                  <a:lnTo>
                    <a:pt x="6972546" y="2278200"/>
                  </a:lnTo>
                  <a:lnTo>
                    <a:pt x="6971691" y="2278200"/>
                  </a:lnTo>
                  <a:lnTo>
                    <a:pt x="6970835" y="2278200"/>
                  </a:lnTo>
                  <a:lnTo>
                    <a:pt x="6969980" y="2278200"/>
                  </a:lnTo>
                  <a:lnTo>
                    <a:pt x="6969124" y="2278200"/>
                  </a:lnTo>
                  <a:lnTo>
                    <a:pt x="6968269" y="2278200"/>
                  </a:lnTo>
                  <a:lnTo>
                    <a:pt x="6967413" y="2278200"/>
                  </a:lnTo>
                  <a:lnTo>
                    <a:pt x="6966558" y="2278200"/>
                  </a:lnTo>
                  <a:lnTo>
                    <a:pt x="6965702" y="2278200"/>
                  </a:lnTo>
                  <a:lnTo>
                    <a:pt x="6964846" y="2278200"/>
                  </a:lnTo>
                  <a:lnTo>
                    <a:pt x="6963991" y="2278200"/>
                  </a:lnTo>
                  <a:lnTo>
                    <a:pt x="6963135" y="2278200"/>
                  </a:lnTo>
                  <a:lnTo>
                    <a:pt x="6962280" y="2278200"/>
                  </a:lnTo>
                  <a:lnTo>
                    <a:pt x="6961424" y="2278200"/>
                  </a:lnTo>
                  <a:lnTo>
                    <a:pt x="6960569" y="2278200"/>
                  </a:lnTo>
                  <a:lnTo>
                    <a:pt x="6959713" y="2278200"/>
                  </a:lnTo>
                  <a:lnTo>
                    <a:pt x="6958858" y="2278200"/>
                  </a:lnTo>
                  <a:lnTo>
                    <a:pt x="6958002" y="2278200"/>
                  </a:lnTo>
                  <a:lnTo>
                    <a:pt x="6957147" y="2278200"/>
                  </a:lnTo>
                  <a:lnTo>
                    <a:pt x="6956291" y="2278200"/>
                  </a:lnTo>
                  <a:lnTo>
                    <a:pt x="6955436" y="2278200"/>
                  </a:lnTo>
                  <a:lnTo>
                    <a:pt x="6954580" y="2278200"/>
                  </a:lnTo>
                  <a:lnTo>
                    <a:pt x="6953725" y="2278200"/>
                  </a:lnTo>
                  <a:lnTo>
                    <a:pt x="6952869" y="2278200"/>
                  </a:lnTo>
                  <a:lnTo>
                    <a:pt x="6952014" y="2278200"/>
                  </a:lnTo>
                  <a:lnTo>
                    <a:pt x="6951158" y="2278200"/>
                  </a:lnTo>
                  <a:lnTo>
                    <a:pt x="6950302" y="2278200"/>
                  </a:lnTo>
                  <a:lnTo>
                    <a:pt x="6949447" y="2278200"/>
                  </a:lnTo>
                  <a:lnTo>
                    <a:pt x="6948591" y="2278200"/>
                  </a:lnTo>
                  <a:lnTo>
                    <a:pt x="6947736" y="2278200"/>
                  </a:lnTo>
                  <a:lnTo>
                    <a:pt x="6946880" y="2278200"/>
                  </a:lnTo>
                  <a:lnTo>
                    <a:pt x="6946025" y="2278200"/>
                  </a:lnTo>
                  <a:lnTo>
                    <a:pt x="6945169" y="2278200"/>
                  </a:lnTo>
                  <a:lnTo>
                    <a:pt x="6944314" y="2278200"/>
                  </a:lnTo>
                  <a:lnTo>
                    <a:pt x="6943458" y="2278200"/>
                  </a:lnTo>
                  <a:lnTo>
                    <a:pt x="6942603" y="2278200"/>
                  </a:lnTo>
                  <a:lnTo>
                    <a:pt x="6941747" y="2278200"/>
                  </a:lnTo>
                  <a:lnTo>
                    <a:pt x="6940892" y="2278200"/>
                  </a:lnTo>
                  <a:lnTo>
                    <a:pt x="6940036" y="2278200"/>
                  </a:lnTo>
                  <a:lnTo>
                    <a:pt x="6939181" y="2278200"/>
                  </a:lnTo>
                  <a:lnTo>
                    <a:pt x="6938325" y="2278200"/>
                  </a:lnTo>
                  <a:lnTo>
                    <a:pt x="6937470" y="2278200"/>
                  </a:lnTo>
                  <a:lnTo>
                    <a:pt x="6936614" y="2278200"/>
                  </a:lnTo>
                  <a:lnTo>
                    <a:pt x="6935759" y="2278200"/>
                  </a:lnTo>
                  <a:lnTo>
                    <a:pt x="6934903" y="2278200"/>
                  </a:lnTo>
                  <a:lnTo>
                    <a:pt x="6934047" y="2278200"/>
                  </a:lnTo>
                  <a:lnTo>
                    <a:pt x="6933192" y="2278200"/>
                  </a:lnTo>
                  <a:lnTo>
                    <a:pt x="6932336" y="2278200"/>
                  </a:lnTo>
                  <a:lnTo>
                    <a:pt x="6931481" y="2278200"/>
                  </a:lnTo>
                  <a:lnTo>
                    <a:pt x="6930625" y="2278200"/>
                  </a:lnTo>
                  <a:lnTo>
                    <a:pt x="6929770" y="2278200"/>
                  </a:lnTo>
                  <a:lnTo>
                    <a:pt x="6928914" y="2278200"/>
                  </a:lnTo>
                  <a:lnTo>
                    <a:pt x="6928059" y="2278200"/>
                  </a:lnTo>
                  <a:lnTo>
                    <a:pt x="6927203" y="2278200"/>
                  </a:lnTo>
                  <a:lnTo>
                    <a:pt x="6926348" y="2278200"/>
                  </a:lnTo>
                  <a:lnTo>
                    <a:pt x="6925492" y="2278200"/>
                  </a:lnTo>
                  <a:lnTo>
                    <a:pt x="6924637" y="2278200"/>
                  </a:lnTo>
                  <a:lnTo>
                    <a:pt x="6923781" y="2278200"/>
                  </a:lnTo>
                  <a:lnTo>
                    <a:pt x="6922926" y="2278200"/>
                  </a:lnTo>
                  <a:lnTo>
                    <a:pt x="6922070" y="2278200"/>
                  </a:lnTo>
                  <a:lnTo>
                    <a:pt x="6921215" y="2278200"/>
                  </a:lnTo>
                  <a:lnTo>
                    <a:pt x="6920359" y="2278200"/>
                  </a:lnTo>
                  <a:lnTo>
                    <a:pt x="6919504" y="2278200"/>
                  </a:lnTo>
                  <a:lnTo>
                    <a:pt x="6918648" y="2278200"/>
                  </a:lnTo>
                  <a:lnTo>
                    <a:pt x="6917792" y="2278200"/>
                  </a:lnTo>
                  <a:lnTo>
                    <a:pt x="6916937" y="2278200"/>
                  </a:lnTo>
                  <a:lnTo>
                    <a:pt x="6916081" y="2278200"/>
                  </a:lnTo>
                  <a:lnTo>
                    <a:pt x="6915226" y="2278200"/>
                  </a:lnTo>
                  <a:lnTo>
                    <a:pt x="6914370" y="2278200"/>
                  </a:lnTo>
                  <a:lnTo>
                    <a:pt x="6913515" y="2278200"/>
                  </a:lnTo>
                  <a:lnTo>
                    <a:pt x="6912659" y="2278200"/>
                  </a:lnTo>
                  <a:lnTo>
                    <a:pt x="6911804" y="2278200"/>
                  </a:lnTo>
                  <a:lnTo>
                    <a:pt x="6910948" y="2278200"/>
                  </a:lnTo>
                  <a:lnTo>
                    <a:pt x="6910093" y="2278200"/>
                  </a:lnTo>
                  <a:lnTo>
                    <a:pt x="6909237" y="2278200"/>
                  </a:lnTo>
                  <a:lnTo>
                    <a:pt x="6908382" y="2278200"/>
                  </a:lnTo>
                  <a:lnTo>
                    <a:pt x="6907526" y="2278200"/>
                  </a:lnTo>
                  <a:lnTo>
                    <a:pt x="6906671" y="2278200"/>
                  </a:lnTo>
                  <a:lnTo>
                    <a:pt x="6905815" y="2278200"/>
                  </a:lnTo>
                  <a:lnTo>
                    <a:pt x="6904960" y="2278200"/>
                  </a:lnTo>
                  <a:lnTo>
                    <a:pt x="6904104" y="2278200"/>
                  </a:lnTo>
                  <a:lnTo>
                    <a:pt x="6903248" y="2278200"/>
                  </a:lnTo>
                  <a:lnTo>
                    <a:pt x="6902393" y="2278200"/>
                  </a:lnTo>
                  <a:lnTo>
                    <a:pt x="6901537" y="2278200"/>
                  </a:lnTo>
                  <a:lnTo>
                    <a:pt x="6900682" y="2278200"/>
                  </a:lnTo>
                  <a:lnTo>
                    <a:pt x="6899826" y="2278200"/>
                  </a:lnTo>
                  <a:lnTo>
                    <a:pt x="6898971" y="2278200"/>
                  </a:lnTo>
                  <a:lnTo>
                    <a:pt x="6898115" y="2278200"/>
                  </a:lnTo>
                  <a:lnTo>
                    <a:pt x="6897260" y="2278200"/>
                  </a:lnTo>
                  <a:lnTo>
                    <a:pt x="6896404" y="2278200"/>
                  </a:lnTo>
                  <a:lnTo>
                    <a:pt x="6895549" y="2278200"/>
                  </a:lnTo>
                  <a:lnTo>
                    <a:pt x="6894693" y="2278200"/>
                  </a:lnTo>
                  <a:lnTo>
                    <a:pt x="6893838" y="2278200"/>
                  </a:lnTo>
                  <a:lnTo>
                    <a:pt x="6892982" y="2278200"/>
                  </a:lnTo>
                  <a:lnTo>
                    <a:pt x="6892127" y="2278200"/>
                  </a:lnTo>
                  <a:lnTo>
                    <a:pt x="6891271" y="2278200"/>
                  </a:lnTo>
                  <a:lnTo>
                    <a:pt x="6890416" y="2278200"/>
                  </a:lnTo>
                  <a:lnTo>
                    <a:pt x="6889560" y="2278200"/>
                  </a:lnTo>
                  <a:lnTo>
                    <a:pt x="6888705" y="2278200"/>
                  </a:lnTo>
                  <a:lnTo>
                    <a:pt x="6887849" y="2278200"/>
                  </a:lnTo>
                  <a:lnTo>
                    <a:pt x="6886993" y="2278200"/>
                  </a:lnTo>
                  <a:lnTo>
                    <a:pt x="6886138" y="2278200"/>
                  </a:lnTo>
                  <a:lnTo>
                    <a:pt x="6885282" y="2278200"/>
                  </a:lnTo>
                  <a:lnTo>
                    <a:pt x="6884427" y="2278200"/>
                  </a:lnTo>
                  <a:lnTo>
                    <a:pt x="6883571" y="2278200"/>
                  </a:lnTo>
                  <a:lnTo>
                    <a:pt x="6882716" y="2278200"/>
                  </a:lnTo>
                  <a:lnTo>
                    <a:pt x="6881860" y="2278200"/>
                  </a:lnTo>
                  <a:lnTo>
                    <a:pt x="6881005" y="2278200"/>
                  </a:lnTo>
                  <a:lnTo>
                    <a:pt x="6880149" y="2278200"/>
                  </a:lnTo>
                  <a:lnTo>
                    <a:pt x="6879294" y="2278200"/>
                  </a:lnTo>
                  <a:lnTo>
                    <a:pt x="6878438" y="2278200"/>
                  </a:lnTo>
                  <a:lnTo>
                    <a:pt x="6877583" y="2278200"/>
                  </a:lnTo>
                  <a:lnTo>
                    <a:pt x="6876727" y="2278200"/>
                  </a:lnTo>
                  <a:lnTo>
                    <a:pt x="6875872" y="2278200"/>
                  </a:lnTo>
                  <a:lnTo>
                    <a:pt x="6875016" y="2278200"/>
                  </a:lnTo>
                  <a:lnTo>
                    <a:pt x="6874161" y="2278200"/>
                  </a:lnTo>
                  <a:lnTo>
                    <a:pt x="6873305" y="2278200"/>
                  </a:lnTo>
                  <a:lnTo>
                    <a:pt x="6872450" y="2278200"/>
                  </a:lnTo>
                  <a:lnTo>
                    <a:pt x="6871594" y="2278200"/>
                  </a:lnTo>
                  <a:lnTo>
                    <a:pt x="6870738" y="2278200"/>
                  </a:lnTo>
                  <a:lnTo>
                    <a:pt x="6869883" y="2278200"/>
                  </a:lnTo>
                  <a:lnTo>
                    <a:pt x="6869027" y="2278200"/>
                  </a:lnTo>
                  <a:lnTo>
                    <a:pt x="6868172" y="2278200"/>
                  </a:lnTo>
                  <a:lnTo>
                    <a:pt x="6867316" y="2278200"/>
                  </a:lnTo>
                  <a:lnTo>
                    <a:pt x="6866461" y="2278200"/>
                  </a:lnTo>
                  <a:lnTo>
                    <a:pt x="6865605" y="2278200"/>
                  </a:lnTo>
                  <a:lnTo>
                    <a:pt x="6864750" y="2278200"/>
                  </a:lnTo>
                  <a:lnTo>
                    <a:pt x="6863894" y="2278200"/>
                  </a:lnTo>
                  <a:lnTo>
                    <a:pt x="6863039" y="2278200"/>
                  </a:lnTo>
                  <a:lnTo>
                    <a:pt x="6862183" y="2278200"/>
                  </a:lnTo>
                  <a:lnTo>
                    <a:pt x="6861328" y="2278200"/>
                  </a:lnTo>
                  <a:lnTo>
                    <a:pt x="6860472" y="2278200"/>
                  </a:lnTo>
                  <a:lnTo>
                    <a:pt x="6859617" y="2278200"/>
                  </a:lnTo>
                  <a:lnTo>
                    <a:pt x="6858761" y="2278200"/>
                  </a:lnTo>
                  <a:lnTo>
                    <a:pt x="6857906" y="2278200"/>
                  </a:lnTo>
                  <a:lnTo>
                    <a:pt x="6857050" y="2278200"/>
                  </a:lnTo>
                  <a:lnTo>
                    <a:pt x="6856195" y="2278200"/>
                  </a:lnTo>
                  <a:lnTo>
                    <a:pt x="6855339" y="2278200"/>
                  </a:lnTo>
                  <a:lnTo>
                    <a:pt x="6854483" y="2278200"/>
                  </a:lnTo>
                  <a:lnTo>
                    <a:pt x="6853628" y="2278200"/>
                  </a:lnTo>
                  <a:lnTo>
                    <a:pt x="6852772" y="2278200"/>
                  </a:lnTo>
                  <a:lnTo>
                    <a:pt x="6851917" y="2278200"/>
                  </a:lnTo>
                  <a:lnTo>
                    <a:pt x="6851061" y="2278200"/>
                  </a:lnTo>
                  <a:lnTo>
                    <a:pt x="6850206" y="2278200"/>
                  </a:lnTo>
                  <a:lnTo>
                    <a:pt x="6849350" y="2278200"/>
                  </a:lnTo>
                  <a:lnTo>
                    <a:pt x="6848495" y="2278200"/>
                  </a:lnTo>
                  <a:lnTo>
                    <a:pt x="6847639" y="2278200"/>
                  </a:lnTo>
                  <a:lnTo>
                    <a:pt x="6846784" y="2278200"/>
                  </a:lnTo>
                  <a:lnTo>
                    <a:pt x="6845928" y="2278200"/>
                  </a:lnTo>
                  <a:lnTo>
                    <a:pt x="6845073" y="2278200"/>
                  </a:lnTo>
                  <a:lnTo>
                    <a:pt x="6844217" y="2278200"/>
                  </a:lnTo>
                  <a:lnTo>
                    <a:pt x="6843362" y="2278200"/>
                  </a:lnTo>
                  <a:lnTo>
                    <a:pt x="6842506" y="2278200"/>
                  </a:lnTo>
                  <a:lnTo>
                    <a:pt x="6841651" y="2278200"/>
                  </a:lnTo>
                  <a:lnTo>
                    <a:pt x="6840795" y="2278200"/>
                  </a:lnTo>
                  <a:lnTo>
                    <a:pt x="6839939" y="2278200"/>
                  </a:lnTo>
                  <a:lnTo>
                    <a:pt x="6839084" y="2278200"/>
                  </a:lnTo>
                  <a:lnTo>
                    <a:pt x="6838228" y="2278200"/>
                  </a:lnTo>
                  <a:lnTo>
                    <a:pt x="6837373" y="2278200"/>
                  </a:lnTo>
                  <a:lnTo>
                    <a:pt x="6836517" y="2278200"/>
                  </a:lnTo>
                  <a:lnTo>
                    <a:pt x="6835662" y="2278200"/>
                  </a:lnTo>
                  <a:lnTo>
                    <a:pt x="6834806" y="2278200"/>
                  </a:lnTo>
                  <a:lnTo>
                    <a:pt x="6833951" y="2278200"/>
                  </a:lnTo>
                  <a:lnTo>
                    <a:pt x="6833095" y="2278200"/>
                  </a:lnTo>
                  <a:lnTo>
                    <a:pt x="6832240" y="2278200"/>
                  </a:lnTo>
                  <a:lnTo>
                    <a:pt x="6831384" y="2278200"/>
                  </a:lnTo>
                  <a:lnTo>
                    <a:pt x="6830529" y="2278200"/>
                  </a:lnTo>
                  <a:lnTo>
                    <a:pt x="6829673" y="2278200"/>
                  </a:lnTo>
                  <a:lnTo>
                    <a:pt x="6828818" y="2278200"/>
                  </a:lnTo>
                  <a:lnTo>
                    <a:pt x="6827962" y="2278200"/>
                  </a:lnTo>
                  <a:lnTo>
                    <a:pt x="6827107" y="2278200"/>
                  </a:lnTo>
                  <a:lnTo>
                    <a:pt x="6826251" y="2278200"/>
                  </a:lnTo>
                  <a:lnTo>
                    <a:pt x="6825396" y="2278200"/>
                  </a:lnTo>
                  <a:lnTo>
                    <a:pt x="6824540" y="2278200"/>
                  </a:lnTo>
                  <a:lnTo>
                    <a:pt x="6823684" y="2278200"/>
                  </a:lnTo>
                  <a:lnTo>
                    <a:pt x="6822829" y="2278200"/>
                  </a:lnTo>
                  <a:lnTo>
                    <a:pt x="6821973" y="2278200"/>
                  </a:lnTo>
                  <a:lnTo>
                    <a:pt x="6821118" y="2278200"/>
                  </a:lnTo>
                  <a:lnTo>
                    <a:pt x="6820262" y="2278200"/>
                  </a:lnTo>
                  <a:lnTo>
                    <a:pt x="6819407" y="2278200"/>
                  </a:lnTo>
                  <a:lnTo>
                    <a:pt x="6818551" y="2278200"/>
                  </a:lnTo>
                  <a:lnTo>
                    <a:pt x="6817696" y="2278200"/>
                  </a:lnTo>
                  <a:lnTo>
                    <a:pt x="6816840" y="2278200"/>
                  </a:lnTo>
                  <a:lnTo>
                    <a:pt x="6815985" y="2278200"/>
                  </a:lnTo>
                  <a:lnTo>
                    <a:pt x="6815129" y="2278200"/>
                  </a:lnTo>
                  <a:lnTo>
                    <a:pt x="6814274" y="2278200"/>
                  </a:lnTo>
                  <a:lnTo>
                    <a:pt x="6813418" y="2278200"/>
                  </a:lnTo>
                  <a:lnTo>
                    <a:pt x="6812563" y="2278200"/>
                  </a:lnTo>
                  <a:lnTo>
                    <a:pt x="6811707" y="2278200"/>
                  </a:lnTo>
                  <a:lnTo>
                    <a:pt x="6810852" y="2278200"/>
                  </a:lnTo>
                  <a:lnTo>
                    <a:pt x="6809996" y="2278200"/>
                  </a:lnTo>
                  <a:lnTo>
                    <a:pt x="6809141" y="2278200"/>
                  </a:lnTo>
                  <a:lnTo>
                    <a:pt x="6808285" y="2278200"/>
                  </a:lnTo>
                  <a:lnTo>
                    <a:pt x="6807429" y="2278200"/>
                  </a:lnTo>
                  <a:lnTo>
                    <a:pt x="6806574" y="2278200"/>
                  </a:lnTo>
                  <a:lnTo>
                    <a:pt x="6805718" y="2278200"/>
                  </a:lnTo>
                  <a:lnTo>
                    <a:pt x="6804863" y="2278200"/>
                  </a:lnTo>
                  <a:lnTo>
                    <a:pt x="6804007" y="2278200"/>
                  </a:lnTo>
                  <a:lnTo>
                    <a:pt x="6803152" y="2278200"/>
                  </a:lnTo>
                  <a:lnTo>
                    <a:pt x="6802296" y="2278200"/>
                  </a:lnTo>
                  <a:lnTo>
                    <a:pt x="6801441" y="2278200"/>
                  </a:lnTo>
                  <a:lnTo>
                    <a:pt x="6800585" y="2278200"/>
                  </a:lnTo>
                  <a:lnTo>
                    <a:pt x="6799730" y="2278200"/>
                  </a:lnTo>
                  <a:lnTo>
                    <a:pt x="6798874" y="2278200"/>
                  </a:lnTo>
                  <a:lnTo>
                    <a:pt x="6798019" y="2278200"/>
                  </a:lnTo>
                  <a:lnTo>
                    <a:pt x="6797163" y="2278200"/>
                  </a:lnTo>
                  <a:lnTo>
                    <a:pt x="6796308" y="2278200"/>
                  </a:lnTo>
                  <a:lnTo>
                    <a:pt x="6795452" y="2278200"/>
                  </a:lnTo>
                  <a:lnTo>
                    <a:pt x="6794597" y="2278200"/>
                  </a:lnTo>
                  <a:lnTo>
                    <a:pt x="6793741" y="2278200"/>
                  </a:lnTo>
                  <a:lnTo>
                    <a:pt x="6792885" y="2278200"/>
                  </a:lnTo>
                  <a:lnTo>
                    <a:pt x="6792030" y="2278200"/>
                  </a:lnTo>
                  <a:lnTo>
                    <a:pt x="6791174" y="2278200"/>
                  </a:lnTo>
                  <a:lnTo>
                    <a:pt x="6790319" y="2278200"/>
                  </a:lnTo>
                  <a:lnTo>
                    <a:pt x="6789463" y="2278200"/>
                  </a:lnTo>
                  <a:lnTo>
                    <a:pt x="6788608" y="2278200"/>
                  </a:lnTo>
                  <a:lnTo>
                    <a:pt x="6787752" y="2278200"/>
                  </a:lnTo>
                  <a:lnTo>
                    <a:pt x="6786897" y="2278200"/>
                  </a:lnTo>
                  <a:lnTo>
                    <a:pt x="6786041" y="2278200"/>
                  </a:lnTo>
                  <a:lnTo>
                    <a:pt x="6785186" y="2278200"/>
                  </a:lnTo>
                  <a:lnTo>
                    <a:pt x="6784330" y="2278200"/>
                  </a:lnTo>
                  <a:lnTo>
                    <a:pt x="6783475" y="2278200"/>
                  </a:lnTo>
                  <a:lnTo>
                    <a:pt x="6782619" y="2278200"/>
                  </a:lnTo>
                  <a:lnTo>
                    <a:pt x="6781764" y="2278200"/>
                  </a:lnTo>
                  <a:lnTo>
                    <a:pt x="6780908" y="2278200"/>
                  </a:lnTo>
                  <a:lnTo>
                    <a:pt x="6780053" y="2278200"/>
                  </a:lnTo>
                  <a:lnTo>
                    <a:pt x="6779197" y="2278200"/>
                  </a:lnTo>
                  <a:lnTo>
                    <a:pt x="6778342" y="2278200"/>
                  </a:lnTo>
                  <a:lnTo>
                    <a:pt x="6777486" y="2278200"/>
                  </a:lnTo>
                  <a:lnTo>
                    <a:pt x="6776630" y="2278200"/>
                  </a:lnTo>
                  <a:lnTo>
                    <a:pt x="6775775" y="2278200"/>
                  </a:lnTo>
                  <a:lnTo>
                    <a:pt x="6774919" y="2278200"/>
                  </a:lnTo>
                  <a:lnTo>
                    <a:pt x="6774064" y="2278200"/>
                  </a:lnTo>
                  <a:lnTo>
                    <a:pt x="6773208" y="2278200"/>
                  </a:lnTo>
                  <a:lnTo>
                    <a:pt x="6772353" y="2278200"/>
                  </a:lnTo>
                  <a:lnTo>
                    <a:pt x="6771497" y="2278200"/>
                  </a:lnTo>
                  <a:lnTo>
                    <a:pt x="6770642" y="2278200"/>
                  </a:lnTo>
                  <a:lnTo>
                    <a:pt x="6769786" y="2278200"/>
                  </a:lnTo>
                  <a:lnTo>
                    <a:pt x="6768931" y="2278200"/>
                  </a:lnTo>
                  <a:lnTo>
                    <a:pt x="6768075" y="2278200"/>
                  </a:lnTo>
                  <a:lnTo>
                    <a:pt x="6767220" y="2278200"/>
                  </a:lnTo>
                  <a:lnTo>
                    <a:pt x="6766364" y="2278200"/>
                  </a:lnTo>
                  <a:lnTo>
                    <a:pt x="6765509" y="2278200"/>
                  </a:lnTo>
                  <a:lnTo>
                    <a:pt x="6764653" y="2278200"/>
                  </a:lnTo>
                  <a:lnTo>
                    <a:pt x="6763798" y="2278200"/>
                  </a:lnTo>
                  <a:lnTo>
                    <a:pt x="6762942" y="2278200"/>
                  </a:lnTo>
                  <a:lnTo>
                    <a:pt x="6762087" y="2278200"/>
                  </a:lnTo>
                  <a:lnTo>
                    <a:pt x="6761231" y="2278200"/>
                  </a:lnTo>
                  <a:lnTo>
                    <a:pt x="6760375" y="2278200"/>
                  </a:lnTo>
                  <a:lnTo>
                    <a:pt x="6759520" y="2278200"/>
                  </a:lnTo>
                  <a:lnTo>
                    <a:pt x="6758664" y="2278200"/>
                  </a:lnTo>
                  <a:lnTo>
                    <a:pt x="6757809" y="2278200"/>
                  </a:lnTo>
                  <a:lnTo>
                    <a:pt x="6756953" y="2278200"/>
                  </a:lnTo>
                  <a:lnTo>
                    <a:pt x="6756098" y="2278200"/>
                  </a:lnTo>
                  <a:lnTo>
                    <a:pt x="6755242" y="2278200"/>
                  </a:lnTo>
                  <a:lnTo>
                    <a:pt x="6754387" y="2278200"/>
                  </a:lnTo>
                  <a:lnTo>
                    <a:pt x="6753531" y="2278200"/>
                  </a:lnTo>
                  <a:lnTo>
                    <a:pt x="6752676" y="2278200"/>
                  </a:lnTo>
                  <a:lnTo>
                    <a:pt x="6751820" y="2278200"/>
                  </a:lnTo>
                  <a:lnTo>
                    <a:pt x="6750965" y="2278200"/>
                  </a:lnTo>
                  <a:lnTo>
                    <a:pt x="6750109" y="2278200"/>
                  </a:lnTo>
                  <a:lnTo>
                    <a:pt x="6749254" y="2278200"/>
                  </a:lnTo>
                  <a:lnTo>
                    <a:pt x="6748398" y="2278200"/>
                  </a:lnTo>
                  <a:lnTo>
                    <a:pt x="6747543" y="2278200"/>
                  </a:lnTo>
                  <a:lnTo>
                    <a:pt x="6746687" y="2278200"/>
                  </a:lnTo>
                  <a:lnTo>
                    <a:pt x="6745831" y="2278200"/>
                  </a:lnTo>
                  <a:lnTo>
                    <a:pt x="6744976" y="2278200"/>
                  </a:lnTo>
                  <a:lnTo>
                    <a:pt x="6744120" y="2278200"/>
                  </a:lnTo>
                  <a:lnTo>
                    <a:pt x="6743265" y="2278200"/>
                  </a:lnTo>
                  <a:lnTo>
                    <a:pt x="6742409" y="2278200"/>
                  </a:lnTo>
                  <a:lnTo>
                    <a:pt x="6741554" y="2278200"/>
                  </a:lnTo>
                  <a:lnTo>
                    <a:pt x="6740698" y="2278200"/>
                  </a:lnTo>
                  <a:lnTo>
                    <a:pt x="6739843" y="2278200"/>
                  </a:lnTo>
                  <a:lnTo>
                    <a:pt x="6738987" y="2278200"/>
                  </a:lnTo>
                  <a:lnTo>
                    <a:pt x="6738132" y="2278200"/>
                  </a:lnTo>
                  <a:lnTo>
                    <a:pt x="6737276" y="2278200"/>
                  </a:lnTo>
                  <a:lnTo>
                    <a:pt x="6736421" y="2278200"/>
                  </a:lnTo>
                  <a:lnTo>
                    <a:pt x="6735565" y="2278200"/>
                  </a:lnTo>
                  <a:lnTo>
                    <a:pt x="6734710" y="2278200"/>
                  </a:lnTo>
                  <a:lnTo>
                    <a:pt x="6733854" y="2278200"/>
                  </a:lnTo>
                  <a:lnTo>
                    <a:pt x="6732999" y="2278200"/>
                  </a:lnTo>
                  <a:lnTo>
                    <a:pt x="6732143" y="2278200"/>
                  </a:lnTo>
                  <a:lnTo>
                    <a:pt x="6731288" y="2278200"/>
                  </a:lnTo>
                  <a:lnTo>
                    <a:pt x="6730432" y="2278200"/>
                  </a:lnTo>
                  <a:lnTo>
                    <a:pt x="6729576" y="2278200"/>
                  </a:lnTo>
                  <a:lnTo>
                    <a:pt x="6728721" y="2278200"/>
                  </a:lnTo>
                  <a:lnTo>
                    <a:pt x="6727865" y="2278200"/>
                  </a:lnTo>
                  <a:lnTo>
                    <a:pt x="6727010" y="2278200"/>
                  </a:lnTo>
                  <a:lnTo>
                    <a:pt x="6726154" y="2278200"/>
                  </a:lnTo>
                  <a:lnTo>
                    <a:pt x="6725299" y="2278200"/>
                  </a:lnTo>
                  <a:lnTo>
                    <a:pt x="6724443" y="2278200"/>
                  </a:lnTo>
                  <a:lnTo>
                    <a:pt x="6723588" y="2278200"/>
                  </a:lnTo>
                  <a:lnTo>
                    <a:pt x="6722732" y="2278200"/>
                  </a:lnTo>
                  <a:lnTo>
                    <a:pt x="6721877" y="2278200"/>
                  </a:lnTo>
                  <a:lnTo>
                    <a:pt x="6721021" y="2278200"/>
                  </a:lnTo>
                  <a:lnTo>
                    <a:pt x="6720166" y="2278200"/>
                  </a:lnTo>
                  <a:lnTo>
                    <a:pt x="6719310" y="2278200"/>
                  </a:lnTo>
                  <a:lnTo>
                    <a:pt x="6718455" y="2278200"/>
                  </a:lnTo>
                  <a:lnTo>
                    <a:pt x="6717599" y="2278200"/>
                  </a:lnTo>
                  <a:lnTo>
                    <a:pt x="6716744" y="2278200"/>
                  </a:lnTo>
                  <a:lnTo>
                    <a:pt x="6715888" y="2278200"/>
                  </a:lnTo>
                  <a:lnTo>
                    <a:pt x="6715033" y="2278200"/>
                  </a:lnTo>
                  <a:lnTo>
                    <a:pt x="6714177" y="2278200"/>
                  </a:lnTo>
                  <a:lnTo>
                    <a:pt x="6713321" y="2278200"/>
                  </a:lnTo>
                  <a:lnTo>
                    <a:pt x="6712466" y="2278200"/>
                  </a:lnTo>
                  <a:lnTo>
                    <a:pt x="6711610" y="2278200"/>
                  </a:lnTo>
                  <a:lnTo>
                    <a:pt x="6710755" y="2278200"/>
                  </a:lnTo>
                  <a:lnTo>
                    <a:pt x="6709899" y="2278200"/>
                  </a:lnTo>
                  <a:lnTo>
                    <a:pt x="6709044" y="2278200"/>
                  </a:lnTo>
                  <a:lnTo>
                    <a:pt x="6708188" y="2278200"/>
                  </a:lnTo>
                  <a:lnTo>
                    <a:pt x="6707333" y="2278200"/>
                  </a:lnTo>
                  <a:lnTo>
                    <a:pt x="6706477" y="2278200"/>
                  </a:lnTo>
                  <a:lnTo>
                    <a:pt x="6705622" y="2278200"/>
                  </a:lnTo>
                  <a:lnTo>
                    <a:pt x="6704766" y="2278200"/>
                  </a:lnTo>
                  <a:lnTo>
                    <a:pt x="6703911" y="2278200"/>
                  </a:lnTo>
                  <a:lnTo>
                    <a:pt x="6703055" y="2278200"/>
                  </a:lnTo>
                  <a:lnTo>
                    <a:pt x="6702200" y="2278200"/>
                  </a:lnTo>
                  <a:lnTo>
                    <a:pt x="6701344" y="2278200"/>
                  </a:lnTo>
                  <a:lnTo>
                    <a:pt x="6700489" y="2278200"/>
                  </a:lnTo>
                  <a:lnTo>
                    <a:pt x="6699633" y="2278200"/>
                  </a:lnTo>
                  <a:lnTo>
                    <a:pt x="6698777" y="2278200"/>
                  </a:lnTo>
                  <a:lnTo>
                    <a:pt x="6697922" y="2278200"/>
                  </a:lnTo>
                  <a:lnTo>
                    <a:pt x="6697066" y="2278200"/>
                  </a:lnTo>
                  <a:lnTo>
                    <a:pt x="6696211" y="2278200"/>
                  </a:lnTo>
                  <a:lnTo>
                    <a:pt x="6695355" y="2278200"/>
                  </a:lnTo>
                  <a:lnTo>
                    <a:pt x="6694500" y="2278200"/>
                  </a:lnTo>
                  <a:lnTo>
                    <a:pt x="6693644" y="2278200"/>
                  </a:lnTo>
                  <a:lnTo>
                    <a:pt x="6692789" y="2278200"/>
                  </a:lnTo>
                  <a:lnTo>
                    <a:pt x="6691933" y="2278200"/>
                  </a:lnTo>
                  <a:lnTo>
                    <a:pt x="6691078" y="2278200"/>
                  </a:lnTo>
                  <a:lnTo>
                    <a:pt x="6690222" y="2278200"/>
                  </a:lnTo>
                  <a:lnTo>
                    <a:pt x="6689367" y="2278200"/>
                  </a:lnTo>
                  <a:lnTo>
                    <a:pt x="6688511" y="2278200"/>
                  </a:lnTo>
                  <a:lnTo>
                    <a:pt x="6687656" y="2278200"/>
                  </a:lnTo>
                  <a:lnTo>
                    <a:pt x="6686800" y="2278200"/>
                  </a:lnTo>
                  <a:lnTo>
                    <a:pt x="6685945" y="2278200"/>
                  </a:lnTo>
                  <a:lnTo>
                    <a:pt x="6685089" y="2278200"/>
                  </a:lnTo>
                  <a:lnTo>
                    <a:pt x="6684234" y="2278200"/>
                  </a:lnTo>
                  <a:lnTo>
                    <a:pt x="6683378" y="2278200"/>
                  </a:lnTo>
                  <a:lnTo>
                    <a:pt x="6682522" y="2278200"/>
                  </a:lnTo>
                  <a:lnTo>
                    <a:pt x="6681667" y="2278200"/>
                  </a:lnTo>
                  <a:lnTo>
                    <a:pt x="6680811" y="2278200"/>
                  </a:lnTo>
                  <a:lnTo>
                    <a:pt x="6679956" y="2278200"/>
                  </a:lnTo>
                  <a:lnTo>
                    <a:pt x="6679100" y="2278200"/>
                  </a:lnTo>
                  <a:lnTo>
                    <a:pt x="6678245" y="2278200"/>
                  </a:lnTo>
                  <a:lnTo>
                    <a:pt x="6677389" y="2278200"/>
                  </a:lnTo>
                  <a:lnTo>
                    <a:pt x="6676534" y="2278200"/>
                  </a:lnTo>
                  <a:lnTo>
                    <a:pt x="6675678" y="2278200"/>
                  </a:lnTo>
                  <a:lnTo>
                    <a:pt x="6674823" y="2278200"/>
                  </a:lnTo>
                  <a:lnTo>
                    <a:pt x="6673967" y="2278200"/>
                  </a:lnTo>
                  <a:lnTo>
                    <a:pt x="6673112" y="2278200"/>
                  </a:lnTo>
                  <a:lnTo>
                    <a:pt x="6672256" y="2278200"/>
                  </a:lnTo>
                  <a:lnTo>
                    <a:pt x="6671401" y="2278200"/>
                  </a:lnTo>
                  <a:lnTo>
                    <a:pt x="6670545" y="2278200"/>
                  </a:lnTo>
                  <a:lnTo>
                    <a:pt x="6669690" y="2278200"/>
                  </a:lnTo>
                  <a:lnTo>
                    <a:pt x="6668834" y="2278200"/>
                  </a:lnTo>
                  <a:lnTo>
                    <a:pt x="6667979" y="2278200"/>
                  </a:lnTo>
                  <a:lnTo>
                    <a:pt x="6667123" y="2278200"/>
                  </a:lnTo>
                  <a:lnTo>
                    <a:pt x="6666267" y="2278200"/>
                  </a:lnTo>
                  <a:lnTo>
                    <a:pt x="6665412" y="2278200"/>
                  </a:lnTo>
                  <a:lnTo>
                    <a:pt x="6664556" y="2278200"/>
                  </a:lnTo>
                  <a:lnTo>
                    <a:pt x="6663701" y="2278200"/>
                  </a:lnTo>
                  <a:lnTo>
                    <a:pt x="6662845" y="2278200"/>
                  </a:lnTo>
                  <a:lnTo>
                    <a:pt x="6661990" y="2278200"/>
                  </a:lnTo>
                  <a:lnTo>
                    <a:pt x="6661134" y="2278200"/>
                  </a:lnTo>
                  <a:lnTo>
                    <a:pt x="6660279" y="2278200"/>
                  </a:lnTo>
                  <a:lnTo>
                    <a:pt x="6659423" y="2278200"/>
                  </a:lnTo>
                  <a:lnTo>
                    <a:pt x="6658568" y="2278200"/>
                  </a:lnTo>
                  <a:lnTo>
                    <a:pt x="6657712" y="2278200"/>
                  </a:lnTo>
                  <a:lnTo>
                    <a:pt x="6656857" y="2278200"/>
                  </a:lnTo>
                  <a:lnTo>
                    <a:pt x="6656001" y="2278200"/>
                  </a:lnTo>
                  <a:lnTo>
                    <a:pt x="6655146" y="2278200"/>
                  </a:lnTo>
                  <a:lnTo>
                    <a:pt x="6654290" y="2278200"/>
                  </a:lnTo>
                  <a:lnTo>
                    <a:pt x="6653435" y="2278200"/>
                  </a:lnTo>
                  <a:lnTo>
                    <a:pt x="6652579" y="2278200"/>
                  </a:lnTo>
                  <a:lnTo>
                    <a:pt x="6651723" y="2278200"/>
                  </a:lnTo>
                  <a:lnTo>
                    <a:pt x="6650868" y="2278200"/>
                  </a:lnTo>
                  <a:lnTo>
                    <a:pt x="6650012" y="2278200"/>
                  </a:lnTo>
                  <a:lnTo>
                    <a:pt x="6649157" y="2278200"/>
                  </a:lnTo>
                  <a:lnTo>
                    <a:pt x="6648301" y="2278200"/>
                  </a:lnTo>
                  <a:lnTo>
                    <a:pt x="6647446" y="2278200"/>
                  </a:lnTo>
                  <a:lnTo>
                    <a:pt x="6646590" y="2278200"/>
                  </a:lnTo>
                  <a:lnTo>
                    <a:pt x="6645735" y="2278200"/>
                  </a:lnTo>
                  <a:lnTo>
                    <a:pt x="6644879" y="2278200"/>
                  </a:lnTo>
                  <a:lnTo>
                    <a:pt x="6644024" y="2278200"/>
                  </a:lnTo>
                  <a:lnTo>
                    <a:pt x="6643168" y="2278200"/>
                  </a:lnTo>
                  <a:lnTo>
                    <a:pt x="6642313" y="2278200"/>
                  </a:lnTo>
                  <a:lnTo>
                    <a:pt x="6641457" y="2278200"/>
                  </a:lnTo>
                  <a:lnTo>
                    <a:pt x="6640602" y="2278200"/>
                  </a:lnTo>
                  <a:lnTo>
                    <a:pt x="6639746" y="2278200"/>
                  </a:lnTo>
                  <a:lnTo>
                    <a:pt x="6638891" y="2278200"/>
                  </a:lnTo>
                  <a:lnTo>
                    <a:pt x="6638035" y="2278200"/>
                  </a:lnTo>
                  <a:lnTo>
                    <a:pt x="6637180" y="2278200"/>
                  </a:lnTo>
                  <a:lnTo>
                    <a:pt x="6636324" y="2278200"/>
                  </a:lnTo>
                  <a:lnTo>
                    <a:pt x="6635468" y="2278200"/>
                  </a:lnTo>
                  <a:lnTo>
                    <a:pt x="6634613" y="2278200"/>
                  </a:lnTo>
                  <a:lnTo>
                    <a:pt x="6633757" y="2278200"/>
                  </a:lnTo>
                  <a:lnTo>
                    <a:pt x="6632902" y="2278200"/>
                  </a:lnTo>
                  <a:lnTo>
                    <a:pt x="6632046" y="2278200"/>
                  </a:lnTo>
                  <a:lnTo>
                    <a:pt x="6631191" y="2278200"/>
                  </a:lnTo>
                  <a:lnTo>
                    <a:pt x="6630335" y="2278200"/>
                  </a:lnTo>
                  <a:lnTo>
                    <a:pt x="6629480" y="2278200"/>
                  </a:lnTo>
                  <a:lnTo>
                    <a:pt x="6628624" y="2278200"/>
                  </a:lnTo>
                  <a:lnTo>
                    <a:pt x="6627769" y="2278200"/>
                  </a:lnTo>
                  <a:lnTo>
                    <a:pt x="6626913" y="2278200"/>
                  </a:lnTo>
                  <a:lnTo>
                    <a:pt x="6626058" y="2278200"/>
                  </a:lnTo>
                  <a:lnTo>
                    <a:pt x="6625202" y="2278200"/>
                  </a:lnTo>
                  <a:lnTo>
                    <a:pt x="6624347" y="2278200"/>
                  </a:lnTo>
                  <a:lnTo>
                    <a:pt x="6623491" y="2278200"/>
                  </a:lnTo>
                  <a:lnTo>
                    <a:pt x="6622636" y="2278200"/>
                  </a:lnTo>
                  <a:lnTo>
                    <a:pt x="6621780" y="2278200"/>
                  </a:lnTo>
                  <a:lnTo>
                    <a:pt x="6620925" y="2278200"/>
                  </a:lnTo>
                  <a:lnTo>
                    <a:pt x="6620069" y="2278200"/>
                  </a:lnTo>
                  <a:lnTo>
                    <a:pt x="6619213" y="2278200"/>
                  </a:lnTo>
                  <a:lnTo>
                    <a:pt x="6618358" y="2278200"/>
                  </a:lnTo>
                  <a:lnTo>
                    <a:pt x="6617502" y="2278200"/>
                  </a:lnTo>
                  <a:lnTo>
                    <a:pt x="6616647" y="2278200"/>
                  </a:lnTo>
                  <a:lnTo>
                    <a:pt x="6615791" y="2278200"/>
                  </a:lnTo>
                  <a:lnTo>
                    <a:pt x="6614936" y="2278200"/>
                  </a:lnTo>
                  <a:lnTo>
                    <a:pt x="6614080" y="2278200"/>
                  </a:lnTo>
                  <a:lnTo>
                    <a:pt x="6613225" y="2278200"/>
                  </a:lnTo>
                  <a:lnTo>
                    <a:pt x="6612369" y="2278200"/>
                  </a:lnTo>
                  <a:lnTo>
                    <a:pt x="6611514" y="2278200"/>
                  </a:lnTo>
                  <a:lnTo>
                    <a:pt x="6610658" y="2278200"/>
                  </a:lnTo>
                  <a:lnTo>
                    <a:pt x="6609803" y="2278200"/>
                  </a:lnTo>
                  <a:lnTo>
                    <a:pt x="6608947" y="2278200"/>
                  </a:lnTo>
                  <a:lnTo>
                    <a:pt x="6608092" y="2278200"/>
                  </a:lnTo>
                  <a:lnTo>
                    <a:pt x="6607236" y="2278200"/>
                  </a:lnTo>
                  <a:lnTo>
                    <a:pt x="6606381" y="2278200"/>
                  </a:lnTo>
                  <a:lnTo>
                    <a:pt x="6605525" y="2278200"/>
                  </a:lnTo>
                  <a:lnTo>
                    <a:pt x="6604670" y="2278200"/>
                  </a:lnTo>
                  <a:lnTo>
                    <a:pt x="6603814" y="2278200"/>
                  </a:lnTo>
                  <a:lnTo>
                    <a:pt x="6602958" y="2278200"/>
                  </a:lnTo>
                  <a:lnTo>
                    <a:pt x="6602103" y="2278200"/>
                  </a:lnTo>
                  <a:lnTo>
                    <a:pt x="6601247" y="2278200"/>
                  </a:lnTo>
                  <a:lnTo>
                    <a:pt x="6600392" y="2278200"/>
                  </a:lnTo>
                  <a:lnTo>
                    <a:pt x="6599536" y="2278200"/>
                  </a:lnTo>
                  <a:lnTo>
                    <a:pt x="6598681" y="2278200"/>
                  </a:lnTo>
                  <a:lnTo>
                    <a:pt x="6597825" y="2278200"/>
                  </a:lnTo>
                  <a:lnTo>
                    <a:pt x="6596970" y="2278200"/>
                  </a:lnTo>
                  <a:lnTo>
                    <a:pt x="6596114" y="2278200"/>
                  </a:lnTo>
                  <a:lnTo>
                    <a:pt x="6595259" y="2278200"/>
                  </a:lnTo>
                  <a:lnTo>
                    <a:pt x="6594403" y="2278200"/>
                  </a:lnTo>
                  <a:lnTo>
                    <a:pt x="6593548" y="2278200"/>
                  </a:lnTo>
                  <a:lnTo>
                    <a:pt x="6592692" y="2278200"/>
                  </a:lnTo>
                  <a:lnTo>
                    <a:pt x="6591837" y="2278200"/>
                  </a:lnTo>
                  <a:lnTo>
                    <a:pt x="6590981" y="2278200"/>
                  </a:lnTo>
                  <a:lnTo>
                    <a:pt x="6590126" y="2278200"/>
                  </a:lnTo>
                  <a:lnTo>
                    <a:pt x="6589270" y="2278200"/>
                  </a:lnTo>
                  <a:lnTo>
                    <a:pt x="6588414" y="2278200"/>
                  </a:lnTo>
                  <a:lnTo>
                    <a:pt x="6587559" y="2278200"/>
                  </a:lnTo>
                  <a:lnTo>
                    <a:pt x="6586703" y="2278200"/>
                  </a:lnTo>
                  <a:lnTo>
                    <a:pt x="6585848" y="2278200"/>
                  </a:lnTo>
                  <a:lnTo>
                    <a:pt x="6584992" y="2278200"/>
                  </a:lnTo>
                  <a:lnTo>
                    <a:pt x="6584137" y="2278200"/>
                  </a:lnTo>
                  <a:lnTo>
                    <a:pt x="6583281" y="2278200"/>
                  </a:lnTo>
                  <a:lnTo>
                    <a:pt x="6582426" y="2278200"/>
                  </a:lnTo>
                  <a:lnTo>
                    <a:pt x="6581570" y="2278200"/>
                  </a:lnTo>
                  <a:lnTo>
                    <a:pt x="6580715" y="2278200"/>
                  </a:lnTo>
                  <a:lnTo>
                    <a:pt x="6579859" y="2278200"/>
                  </a:lnTo>
                  <a:lnTo>
                    <a:pt x="6579004" y="2278200"/>
                  </a:lnTo>
                  <a:lnTo>
                    <a:pt x="6578148" y="2278200"/>
                  </a:lnTo>
                  <a:lnTo>
                    <a:pt x="6577293" y="2278200"/>
                  </a:lnTo>
                  <a:lnTo>
                    <a:pt x="6576437" y="2278200"/>
                  </a:lnTo>
                  <a:lnTo>
                    <a:pt x="6575582" y="2278200"/>
                  </a:lnTo>
                  <a:lnTo>
                    <a:pt x="6574726" y="2278200"/>
                  </a:lnTo>
                  <a:lnTo>
                    <a:pt x="6573871" y="2278200"/>
                  </a:lnTo>
                  <a:lnTo>
                    <a:pt x="6573015" y="2278200"/>
                  </a:lnTo>
                  <a:lnTo>
                    <a:pt x="6572159" y="2278200"/>
                  </a:lnTo>
                  <a:lnTo>
                    <a:pt x="6571304" y="2278200"/>
                  </a:lnTo>
                  <a:lnTo>
                    <a:pt x="6570448" y="2278200"/>
                  </a:lnTo>
                  <a:lnTo>
                    <a:pt x="6569593" y="2278200"/>
                  </a:lnTo>
                  <a:lnTo>
                    <a:pt x="6568737" y="2278200"/>
                  </a:lnTo>
                  <a:lnTo>
                    <a:pt x="6567882" y="2278200"/>
                  </a:lnTo>
                  <a:lnTo>
                    <a:pt x="6567026" y="2278200"/>
                  </a:lnTo>
                  <a:lnTo>
                    <a:pt x="6566171" y="2278200"/>
                  </a:lnTo>
                  <a:lnTo>
                    <a:pt x="6565315" y="2278200"/>
                  </a:lnTo>
                  <a:lnTo>
                    <a:pt x="6564460" y="2278200"/>
                  </a:lnTo>
                  <a:lnTo>
                    <a:pt x="6563604" y="2278200"/>
                  </a:lnTo>
                  <a:lnTo>
                    <a:pt x="6562749" y="2278200"/>
                  </a:lnTo>
                  <a:lnTo>
                    <a:pt x="6561893" y="2278200"/>
                  </a:lnTo>
                  <a:lnTo>
                    <a:pt x="6561038" y="2278200"/>
                  </a:lnTo>
                  <a:lnTo>
                    <a:pt x="6560182" y="2278200"/>
                  </a:lnTo>
                  <a:lnTo>
                    <a:pt x="6559327" y="2278200"/>
                  </a:lnTo>
                  <a:lnTo>
                    <a:pt x="6558471" y="2278200"/>
                  </a:lnTo>
                  <a:lnTo>
                    <a:pt x="6557616" y="2278200"/>
                  </a:lnTo>
                  <a:lnTo>
                    <a:pt x="6556760" y="2278200"/>
                  </a:lnTo>
                  <a:lnTo>
                    <a:pt x="6555904" y="2278200"/>
                  </a:lnTo>
                  <a:lnTo>
                    <a:pt x="6555049" y="2278200"/>
                  </a:lnTo>
                  <a:lnTo>
                    <a:pt x="6554193" y="2278200"/>
                  </a:lnTo>
                  <a:lnTo>
                    <a:pt x="6553338" y="2278200"/>
                  </a:lnTo>
                  <a:lnTo>
                    <a:pt x="6552482" y="2278200"/>
                  </a:lnTo>
                  <a:lnTo>
                    <a:pt x="6551627" y="2278200"/>
                  </a:lnTo>
                  <a:lnTo>
                    <a:pt x="6550771" y="2278200"/>
                  </a:lnTo>
                  <a:lnTo>
                    <a:pt x="6549916" y="2278200"/>
                  </a:lnTo>
                  <a:lnTo>
                    <a:pt x="6549060" y="2278200"/>
                  </a:lnTo>
                  <a:lnTo>
                    <a:pt x="6548205" y="2278200"/>
                  </a:lnTo>
                  <a:lnTo>
                    <a:pt x="6547349" y="2278200"/>
                  </a:lnTo>
                  <a:lnTo>
                    <a:pt x="6546494" y="2278200"/>
                  </a:lnTo>
                  <a:lnTo>
                    <a:pt x="6545638" y="2278200"/>
                  </a:lnTo>
                  <a:lnTo>
                    <a:pt x="6544783" y="2278200"/>
                  </a:lnTo>
                  <a:lnTo>
                    <a:pt x="6543927" y="2278200"/>
                  </a:lnTo>
                  <a:lnTo>
                    <a:pt x="6543072" y="2278200"/>
                  </a:lnTo>
                  <a:lnTo>
                    <a:pt x="6542216" y="2278200"/>
                  </a:lnTo>
                  <a:lnTo>
                    <a:pt x="6541360" y="2278200"/>
                  </a:lnTo>
                  <a:lnTo>
                    <a:pt x="6540505" y="2278200"/>
                  </a:lnTo>
                  <a:lnTo>
                    <a:pt x="6539649" y="2278200"/>
                  </a:lnTo>
                  <a:lnTo>
                    <a:pt x="6538794" y="2278200"/>
                  </a:lnTo>
                  <a:lnTo>
                    <a:pt x="6537938" y="2278200"/>
                  </a:lnTo>
                  <a:lnTo>
                    <a:pt x="6537083" y="2278200"/>
                  </a:lnTo>
                  <a:lnTo>
                    <a:pt x="6536227" y="2278200"/>
                  </a:lnTo>
                  <a:lnTo>
                    <a:pt x="6535372" y="2278200"/>
                  </a:lnTo>
                  <a:lnTo>
                    <a:pt x="6534516" y="2278200"/>
                  </a:lnTo>
                  <a:lnTo>
                    <a:pt x="6533661" y="2278200"/>
                  </a:lnTo>
                  <a:lnTo>
                    <a:pt x="6532805" y="2278200"/>
                  </a:lnTo>
                  <a:lnTo>
                    <a:pt x="6531950" y="2278200"/>
                  </a:lnTo>
                  <a:lnTo>
                    <a:pt x="6531094" y="2278200"/>
                  </a:lnTo>
                  <a:lnTo>
                    <a:pt x="6530239" y="2278200"/>
                  </a:lnTo>
                  <a:lnTo>
                    <a:pt x="6529383" y="2278200"/>
                  </a:lnTo>
                  <a:lnTo>
                    <a:pt x="6528528" y="2278200"/>
                  </a:lnTo>
                  <a:lnTo>
                    <a:pt x="6527672" y="2278200"/>
                  </a:lnTo>
                  <a:lnTo>
                    <a:pt x="6526817" y="2278200"/>
                  </a:lnTo>
                  <a:lnTo>
                    <a:pt x="6525961" y="2278200"/>
                  </a:lnTo>
                  <a:lnTo>
                    <a:pt x="6525105" y="2278200"/>
                  </a:lnTo>
                  <a:lnTo>
                    <a:pt x="6524250" y="2278200"/>
                  </a:lnTo>
                  <a:lnTo>
                    <a:pt x="6523394" y="2278200"/>
                  </a:lnTo>
                  <a:lnTo>
                    <a:pt x="6522539" y="2278200"/>
                  </a:lnTo>
                  <a:lnTo>
                    <a:pt x="6521683" y="2278200"/>
                  </a:lnTo>
                  <a:lnTo>
                    <a:pt x="6520828" y="2278200"/>
                  </a:lnTo>
                  <a:lnTo>
                    <a:pt x="6519972" y="2278200"/>
                  </a:lnTo>
                  <a:lnTo>
                    <a:pt x="6519117" y="2278200"/>
                  </a:lnTo>
                  <a:lnTo>
                    <a:pt x="6518261" y="2278200"/>
                  </a:lnTo>
                  <a:lnTo>
                    <a:pt x="6517406" y="2278200"/>
                  </a:lnTo>
                  <a:lnTo>
                    <a:pt x="6516550" y="2278200"/>
                  </a:lnTo>
                  <a:lnTo>
                    <a:pt x="6515695" y="2278200"/>
                  </a:lnTo>
                  <a:lnTo>
                    <a:pt x="6514839" y="2278200"/>
                  </a:lnTo>
                  <a:lnTo>
                    <a:pt x="6513984" y="2278200"/>
                  </a:lnTo>
                  <a:lnTo>
                    <a:pt x="6513128" y="2278200"/>
                  </a:lnTo>
                  <a:lnTo>
                    <a:pt x="6512273" y="2278200"/>
                  </a:lnTo>
                  <a:lnTo>
                    <a:pt x="6511417" y="2278200"/>
                  </a:lnTo>
                  <a:lnTo>
                    <a:pt x="6510562" y="2278200"/>
                  </a:lnTo>
                  <a:lnTo>
                    <a:pt x="6509706" y="2278200"/>
                  </a:lnTo>
                  <a:lnTo>
                    <a:pt x="6508850" y="2278200"/>
                  </a:lnTo>
                  <a:lnTo>
                    <a:pt x="6507995" y="2278200"/>
                  </a:lnTo>
                  <a:lnTo>
                    <a:pt x="6507139" y="2278200"/>
                  </a:lnTo>
                  <a:lnTo>
                    <a:pt x="6506284" y="2278200"/>
                  </a:lnTo>
                  <a:lnTo>
                    <a:pt x="6505428" y="2278200"/>
                  </a:lnTo>
                  <a:lnTo>
                    <a:pt x="6504573" y="2278200"/>
                  </a:lnTo>
                  <a:lnTo>
                    <a:pt x="6503717" y="2278200"/>
                  </a:lnTo>
                  <a:lnTo>
                    <a:pt x="6502862" y="2278200"/>
                  </a:lnTo>
                  <a:lnTo>
                    <a:pt x="6502006" y="2278200"/>
                  </a:lnTo>
                  <a:lnTo>
                    <a:pt x="6501151" y="2278200"/>
                  </a:lnTo>
                  <a:lnTo>
                    <a:pt x="6500295" y="2278200"/>
                  </a:lnTo>
                  <a:lnTo>
                    <a:pt x="6499440" y="2278200"/>
                  </a:lnTo>
                  <a:lnTo>
                    <a:pt x="6498584" y="2278200"/>
                  </a:lnTo>
                  <a:lnTo>
                    <a:pt x="6497729" y="2278200"/>
                  </a:lnTo>
                  <a:lnTo>
                    <a:pt x="6496873" y="2278200"/>
                  </a:lnTo>
                  <a:lnTo>
                    <a:pt x="6496018" y="2278200"/>
                  </a:lnTo>
                  <a:lnTo>
                    <a:pt x="6495162" y="2278200"/>
                  </a:lnTo>
                  <a:lnTo>
                    <a:pt x="6494306" y="2278200"/>
                  </a:lnTo>
                  <a:lnTo>
                    <a:pt x="6493451" y="2278200"/>
                  </a:lnTo>
                  <a:lnTo>
                    <a:pt x="6492595" y="2278200"/>
                  </a:lnTo>
                  <a:lnTo>
                    <a:pt x="6491740" y="2278200"/>
                  </a:lnTo>
                  <a:lnTo>
                    <a:pt x="6490884" y="2278200"/>
                  </a:lnTo>
                  <a:lnTo>
                    <a:pt x="6490029" y="2278200"/>
                  </a:lnTo>
                  <a:lnTo>
                    <a:pt x="6489173" y="2278200"/>
                  </a:lnTo>
                  <a:lnTo>
                    <a:pt x="6488318" y="2278200"/>
                  </a:lnTo>
                  <a:lnTo>
                    <a:pt x="6487462" y="2278200"/>
                  </a:lnTo>
                  <a:lnTo>
                    <a:pt x="6486607" y="2278200"/>
                  </a:lnTo>
                  <a:lnTo>
                    <a:pt x="6485751" y="2278200"/>
                  </a:lnTo>
                  <a:lnTo>
                    <a:pt x="6484896" y="2278200"/>
                  </a:lnTo>
                  <a:lnTo>
                    <a:pt x="6484040" y="2278200"/>
                  </a:lnTo>
                  <a:lnTo>
                    <a:pt x="6483185" y="2278200"/>
                  </a:lnTo>
                  <a:lnTo>
                    <a:pt x="6482329" y="2278200"/>
                  </a:lnTo>
                  <a:lnTo>
                    <a:pt x="6481474" y="2278200"/>
                  </a:lnTo>
                  <a:lnTo>
                    <a:pt x="6480618" y="2278200"/>
                  </a:lnTo>
                  <a:lnTo>
                    <a:pt x="6479763" y="2278200"/>
                  </a:lnTo>
                  <a:lnTo>
                    <a:pt x="6478907" y="2278200"/>
                  </a:lnTo>
                  <a:lnTo>
                    <a:pt x="6478051" y="2278200"/>
                  </a:lnTo>
                  <a:lnTo>
                    <a:pt x="6477196" y="2278200"/>
                  </a:lnTo>
                  <a:lnTo>
                    <a:pt x="6476340" y="2278200"/>
                  </a:lnTo>
                  <a:lnTo>
                    <a:pt x="6475485" y="2278200"/>
                  </a:lnTo>
                  <a:lnTo>
                    <a:pt x="6474629" y="2278200"/>
                  </a:lnTo>
                  <a:lnTo>
                    <a:pt x="6473774" y="2278200"/>
                  </a:lnTo>
                  <a:lnTo>
                    <a:pt x="6472918" y="2278200"/>
                  </a:lnTo>
                  <a:lnTo>
                    <a:pt x="6472063" y="2278200"/>
                  </a:lnTo>
                  <a:lnTo>
                    <a:pt x="6471207" y="2278200"/>
                  </a:lnTo>
                  <a:lnTo>
                    <a:pt x="6470352" y="2278200"/>
                  </a:lnTo>
                  <a:lnTo>
                    <a:pt x="6469496" y="2278200"/>
                  </a:lnTo>
                  <a:lnTo>
                    <a:pt x="6468641" y="2278200"/>
                  </a:lnTo>
                  <a:lnTo>
                    <a:pt x="6467785" y="2278200"/>
                  </a:lnTo>
                  <a:lnTo>
                    <a:pt x="6466930" y="2278200"/>
                  </a:lnTo>
                  <a:lnTo>
                    <a:pt x="6466074" y="2278200"/>
                  </a:lnTo>
                  <a:lnTo>
                    <a:pt x="6465219" y="2278200"/>
                  </a:lnTo>
                  <a:lnTo>
                    <a:pt x="6464363" y="2278200"/>
                  </a:lnTo>
                  <a:lnTo>
                    <a:pt x="6463508" y="2278200"/>
                  </a:lnTo>
                  <a:lnTo>
                    <a:pt x="6462652" y="2278200"/>
                  </a:lnTo>
                  <a:lnTo>
                    <a:pt x="6461796" y="2278200"/>
                  </a:lnTo>
                  <a:lnTo>
                    <a:pt x="6460941" y="2278200"/>
                  </a:lnTo>
                  <a:lnTo>
                    <a:pt x="6460085" y="2278200"/>
                  </a:lnTo>
                  <a:lnTo>
                    <a:pt x="6459230" y="2278200"/>
                  </a:lnTo>
                  <a:lnTo>
                    <a:pt x="6458374" y="2278200"/>
                  </a:lnTo>
                  <a:lnTo>
                    <a:pt x="6457519" y="2278200"/>
                  </a:lnTo>
                  <a:lnTo>
                    <a:pt x="6456663" y="2278200"/>
                  </a:lnTo>
                  <a:lnTo>
                    <a:pt x="6455808" y="2278200"/>
                  </a:lnTo>
                  <a:lnTo>
                    <a:pt x="6454952" y="2278200"/>
                  </a:lnTo>
                  <a:lnTo>
                    <a:pt x="6454097" y="2278200"/>
                  </a:lnTo>
                  <a:lnTo>
                    <a:pt x="6453241" y="2278200"/>
                  </a:lnTo>
                  <a:lnTo>
                    <a:pt x="6452386" y="2278200"/>
                  </a:lnTo>
                  <a:lnTo>
                    <a:pt x="6451530" y="2278200"/>
                  </a:lnTo>
                  <a:lnTo>
                    <a:pt x="6450675" y="2278200"/>
                  </a:lnTo>
                  <a:lnTo>
                    <a:pt x="6449819" y="2278200"/>
                  </a:lnTo>
                  <a:lnTo>
                    <a:pt x="6448964" y="2278200"/>
                  </a:lnTo>
                  <a:lnTo>
                    <a:pt x="6448108" y="2278200"/>
                  </a:lnTo>
                  <a:lnTo>
                    <a:pt x="6447252" y="2278200"/>
                  </a:lnTo>
                  <a:lnTo>
                    <a:pt x="6446397" y="2278200"/>
                  </a:lnTo>
                  <a:lnTo>
                    <a:pt x="6445541" y="2278200"/>
                  </a:lnTo>
                  <a:lnTo>
                    <a:pt x="6444686" y="2278200"/>
                  </a:lnTo>
                  <a:lnTo>
                    <a:pt x="6443830" y="2278200"/>
                  </a:lnTo>
                  <a:lnTo>
                    <a:pt x="6442975" y="2278200"/>
                  </a:lnTo>
                  <a:lnTo>
                    <a:pt x="6442119" y="2278200"/>
                  </a:lnTo>
                  <a:lnTo>
                    <a:pt x="6441264" y="2278200"/>
                  </a:lnTo>
                  <a:lnTo>
                    <a:pt x="6440408" y="2278200"/>
                  </a:lnTo>
                  <a:lnTo>
                    <a:pt x="6439553" y="2278200"/>
                  </a:lnTo>
                  <a:lnTo>
                    <a:pt x="6438697" y="2278200"/>
                  </a:lnTo>
                  <a:lnTo>
                    <a:pt x="6437842" y="2278200"/>
                  </a:lnTo>
                  <a:lnTo>
                    <a:pt x="6436986" y="2278200"/>
                  </a:lnTo>
                  <a:lnTo>
                    <a:pt x="6436131" y="2278200"/>
                  </a:lnTo>
                  <a:lnTo>
                    <a:pt x="6435275" y="2278200"/>
                  </a:lnTo>
                  <a:lnTo>
                    <a:pt x="6434420" y="2278200"/>
                  </a:lnTo>
                  <a:lnTo>
                    <a:pt x="6433564" y="2278200"/>
                  </a:lnTo>
                  <a:lnTo>
                    <a:pt x="6432709" y="2278200"/>
                  </a:lnTo>
                  <a:lnTo>
                    <a:pt x="6431853" y="2278200"/>
                  </a:lnTo>
                  <a:lnTo>
                    <a:pt x="6430997" y="2278200"/>
                  </a:lnTo>
                  <a:lnTo>
                    <a:pt x="6430142" y="2278200"/>
                  </a:lnTo>
                  <a:lnTo>
                    <a:pt x="6429286" y="2278200"/>
                  </a:lnTo>
                  <a:lnTo>
                    <a:pt x="6428431" y="2278200"/>
                  </a:lnTo>
                  <a:lnTo>
                    <a:pt x="6427575" y="2278200"/>
                  </a:lnTo>
                  <a:lnTo>
                    <a:pt x="6426720" y="2278200"/>
                  </a:lnTo>
                  <a:lnTo>
                    <a:pt x="6425864" y="2278200"/>
                  </a:lnTo>
                  <a:lnTo>
                    <a:pt x="6425009" y="2278200"/>
                  </a:lnTo>
                  <a:lnTo>
                    <a:pt x="6424153" y="2278200"/>
                  </a:lnTo>
                  <a:lnTo>
                    <a:pt x="6423298" y="2278200"/>
                  </a:lnTo>
                  <a:lnTo>
                    <a:pt x="6422442" y="2278200"/>
                  </a:lnTo>
                  <a:lnTo>
                    <a:pt x="6421587" y="2278200"/>
                  </a:lnTo>
                  <a:lnTo>
                    <a:pt x="6420731" y="2278200"/>
                  </a:lnTo>
                  <a:lnTo>
                    <a:pt x="6419876" y="2278200"/>
                  </a:lnTo>
                  <a:lnTo>
                    <a:pt x="6419020" y="2278200"/>
                  </a:lnTo>
                  <a:lnTo>
                    <a:pt x="6418165" y="2278200"/>
                  </a:lnTo>
                  <a:lnTo>
                    <a:pt x="6417309" y="2278200"/>
                  </a:lnTo>
                  <a:lnTo>
                    <a:pt x="6416454" y="2278200"/>
                  </a:lnTo>
                  <a:lnTo>
                    <a:pt x="6415598" y="2278200"/>
                  </a:lnTo>
                  <a:lnTo>
                    <a:pt x="6414742" y="2278200"/>
                  </a:lnTo>
                  <a:lnTo>
                    <a:pt x="6413887" y="2278200"/>
                  </a:lnTo>
                  <a:lnTo>
                    <a:pt x="6413031" y="2278200"/>
                  </a:lnTo>
                  <a:lnTo>
                    <a:pt x="6412176" y="2278200"/>
                  </a:lnTo>
                  <a:lnTo>
                    <a:pt x="6411320" y="2278200"/>
                  </a:lnTo>
                  <a:lnTo>
                    <a:pt x="6410465" y="2278200"/>
                  </a:lnTo>
                  <a:lnTo>
                    <a:pt x="6409609" y="2278200"/>
                  </a:lnTo>
                  <a:lnTo>
                    <a:pt x="6408754" y="2278200"/>
                  </a:lnTo>
                  <a:lnTo>
                    <a:pt x="6407898" y="2278200"/>
                  </a:lnTo>
                  <a:lnTo>
                    <a:pt x="6407043" y="2278200"/>
                  </a:lnTo>
                  <a:lnTo>
                    <a:pt x="6406187" y="2278200"/>
                  </a:lnTo>
                  <a:lnTo>
                    <a:pt x="6405332" y="2278200"/>
                  </a:lnTo>
                  <a:lnTo>
                    <a:pt x="6404476" y="2278200"/>
                  </a:lnTo>
                  <a:lnTo>
                    <a:pt x="6403621" y="2278200"/>
                  </a:lnTo>
                  <a:lnTo>
                    <a:pt x="6402765" y="2278200"/>
                  </a:lnTo>
                  <a:lnTo>
                    <a:pt x="6401910" y="2278200"/>
                  </a:lnTo>
                  <a:lnTo>
                    <a:pt x="6401054" y="2278200"/>
                  </a:lnTo>
                  <a:lnTo>
                    <a:pt x="6400199" y="2278200"/>
                  </a:lnTo>
                  <a:lnTo>
                    <a:pt x="6399343" y="2278200"/>
                  </a:lnTo>
                  <a:lnTo>
                    <a:pt x="6398487" y="2278200"/>
                  </a:lnTo>
                  <a:lnTo>
                    <a:pt x="6397632" y="2278200"/>
                  </a:lnTo>
                  <a:lnTo>
                    <a:pt x="6396776" y="2278200"/>
                  </a:lnTo>
                  <a:lnTo>
                    <a:pt x="6395921" y="2278200"/>
                  </a:lnTo>
                  <a:lnTo>
                    <a:pt x="6395065" y="2278200"/>
                  </a:lnTo>
                  <a:lnTo>
                    <a:pt x="6394210" y="2278200"/>
                  </a:lnTo>
                  <a:lnTo>
                    <a:pt x="6393354" y="2278200"/>
                  </a:lnTo>
                  <a:lnTo>
                    <a:pt x="6392499" y="2278200"/>
                  </a:lnTo>
                  <a:lnTo>
                    <a:pt x="6391643" y="2278200"/>
                  </a:lnTo>
                  <a:lnTo>
                    <a:pt x="6390788" y="2278200"/>
                  </a:lnTo>
                  <a:lnTo>
                    <a:pt x="6389932" y="2278200"/>
                  </a:lnTo>
                  <a:lnTo>
                    <a:pt x="6389077" y="2278200"/>
                  </a:lnTo>
                  <a:lnTo>
                    <a:pt x="6388221" y="2278200"/>
                  </a:lnTo>
                  <a:lnTo>
                    <a:pt x="6387366" y="2278200"/>
                  </a:lnTo>
                  <a:lnTo>
                    <a:pt x="6386510" y="2278200"/>
                  </a:lnTo>
                  <a:lnTo>
                    <a:pt x="6385655" y="2278200"/>
                  </a:lnTo>
                  <a:lnTo>
                    <a:pt x="6384799" y="2278200"/>
                  </a:lnTo>
                  <a:lnTo>
                    <a:pt x="6383943" y="2278200"/>
                  </a:lnTo>
                  <a:lnTo>
                    <a:pt x="6383088" y="2278200"/>
                  </a:lnTo>
                  <a:lnTo>
                    <a:pt x="6382232" y="2278200"/>
                  </a:lnTo>
                  <a:lnTo>
                    <a:pt x="6381377" y="2278200"/>
                  </a:lnTo>
                  <a:lnTo>
                    <a:pt x="6380521" y="2278200"/>
                  </a:lnTo>
                  <a:lnTo>
                    <a:pt x="6379666" y="2278200"/>
                  </a:lnTo>
                  <a:lnTo>
                    <a:pt x="6378810" y="2278200"/>
                  </a:lnTo>
                  <a:lnTo>
                    <a:pt x="6377955" y="2278200"/>
                  </a:lnTo>
                  <a:lnTo>
                    <a:pt x="6377099" y="2278200"/>
                  </a:lnTo>
                  <a:lnTo>
                    <a:pt x="6376244" y="2278200"/>
                  </a:lnTo>
                  <a:lnTo>
                    <a:pt x="6375388" y="2278200"/>
                  </a:lnTo>
                  <a:lnTo>
                    <a:pt x="6374533" y="2278200"/>
                  </a:lnTo>
                  <a:lnTo>
                    <a:pt x="6373677" y="2278200"/>
                  </a:lnTo>
                  <a:lnTo>
                    <a:pt x="6372822" y="2278200"/>
                  </a:lnTo>
                  <a:lnTo>
                    <a:pt x="6371966" y="2278200"/>
                  </a:lnTo>
                  <a:lnTo>
                    <a:pt x="6371111" y="2278200"/>
                  </a:lnTo>
                  <a:lnTo>
                    <a:pt x="6370255" y="2278200"/>
                  </a:lnTo>
                  <a:lnTo>
                    <a:pt x="6369400" y="2278200"/>
                  </a:lnTo>
                  <a:lnTo>
                    <a:pt x="6368544" y="2278200"/>
                  </a:lnTo>
                  <a:lnTo>
                    <a:pt x="6367688" y="2278200"/>
                  </a:lnTo>
                  <a:lnTo>
                    <a:pt x="6366833" y="2278200"/>
                  </a:lnTo>
                  <a:lnTo>
                    <a:pt x="6365977" y="2278200"/>
                  </a:lnTo>
                  <a:lnTo>
                    <a:pt x="6365122" y="2278200"/>
                  </a:lnTo>
                  <a:lnTo>
                    <a:pt x="6364266" y="2278200"/>
                  </a:lnTo>
                  <a:lnTo>
                    <a:pt x="6363411" y="2278200"/>
                  </a:lnTo>
                  <a:lnTo>
                    <a:pt x="6362555" y="2278200"/>
                  </a:lnTo>
                  <a:lnTo>
                    <a:pt x="6361700" y="2278200"/>
                  </a:lnTo>
                  <a:lnTo>
                    <a:pt x="6360844" y="2278200"/>
                  </a:lnTo>
                  <a:lnTo>
                    <a:pt x="6359989" y="2278200"/>
                  </a:lnTo>
                  <a:lnTo>
                    <a:pt x="6359133" y="2278200"/>
                  </a:lnTo>
                  <a:lnTo>
                    <a:pt x="6358278" y="2278200"/>
                  </a:lnTo>
                  <a:lnTo>
                    <a:pt x="6357422" y="2278200"/>
                  </a:lnTo>
                  <a:lnTo>
                    <a:pt x="6356567" y="2278200"/>
                  </a:lnTo>
                  <a:lnTo>
                    <a:pt x="6355711" y="2278200"/>
                  </a:lnTo>
                  <a:lnTo>
                    <a:pt x="6354856" y="2278200"/>
                  </a:lnTo>
                  <a:lnTo>
                    <a:pt x="6354000" y="2278200"/>
                  </a:lnTo>
                  <a:lnTo>
                    <a:pt x="6353145" y="2278200"/>
                  </a:lnTo>
                  <a:lnTo>
                    <a:pt x="6352289" y="2278200"/>
                  </a:lnTo>
                  <a:lnTo>
                    <a:pt x="6351433" y="2278200"/>
                  </a:lnTo>
                  <a:lnTo>
                    <a:pt x="6350578" y="2278200"/>
                  </a:lnTo>
                  <a:lnTo>
                    <a:pt x="6349722" y="2278200"/>
                  </a:lnTo>
                  <a:lnTo>
                    <a:pt x="6348867" y="2278200"/>
                  </a:lnTo>
                  <a:lnTo>
                    <a:pt x="6348011" y="2278200"/>
                  </a:lnTo>
                  <a:lnTo>
                    <a:pt x="6347156" y="2278200"/>
                  </a:lnTo>
                  <a:lnTo>
                    <a:pt x="6346300" y="2278200"/>
                  </a:lnTo>
                  <a:lnTo>
                    <a:pt x="6345445" y="2278200"/>
                  </a:lnTo>
                  <a:lnTo>
                    <a:pt x="6344589" y="2278200"/>
                  </a:lnTo>
                  <a:lnTo>
                    <a:pt x="6343734" y="2278200"/>
                  </a:lnTo>
                  <a:lnTo>
                    <a:pt x="6342878" y="2278200"/>
                  </a:lnTo>
                  <a:lnTo>
                    <a:pt x="6342023" y="2278200"/>
                  </a:lnTo>
                  <a:lnTo>
                    <a:pt x="6341167" y="2278200"/>
                  </a:lnTo>
                  <a:lnTo>
                    <a:pt x="6340312" y="2278200"/>
                  </a:lnTo>
                  <a:lnTo>
                    <a:pt x="6339456" y="2278200"/>
                  </a:lnTo>
                  <a:lnTo>
                    <a:pt x="6338601" y="2278200"/>
                  </a:lnTo>
                  <a:lnTo>
                    <a:pt x="6337745" y="2278200"/>
                  </a:lnTo>
                  <a:lnTo>
                    <a:pt x="6336889" y="2278200"/>
                  </a:lnTo>
                  <a:lnTo>
                    <a:pt x="6336034" y="2278200"/>
                  </a:lnTo>
                  <a:lnTo>
                    <a:pt x="6335178" y="2278200"/>
                  </a:lnTo>
                  <a:lnTo>
                    <a:pt x="6334323" y="2278200"/>
                  </a:lnTo>
                  <a:lnTo>
                    <a:pt x="6333467" y="2278200"/>
                  </a:lnTo>
                  <a:lnTo>
                    <a:pt x="6332612" y="2278200"/>
                  </a:lnTo>
                  <a:lnTo>
                    <a:pt x="6331756" y="2278200"/>
                  </a:lnTo>
                  <a:lnTo>
                    <a:pt x="6330901" y="2278200"/>
                  </a:lnTo>
                  <a:lnTo>
                    <a:pt x="6330045" y="2278200"/>
                  </a:lnTo>
                  <a:lnTo>
                    <a:pt x="6329190" y="2278200"/>
                  </a:lnTo>
                  <a:lnTo>
                    <a:pt x="6328334" y="2278200"/>
                  </a:lnTo>
                  <a:lnTo>
                    <a:pt x="6327479" y="2278200"/>
                  </a:lnTo>
                  <a:lnTo>
                    <a:pt x="6326623" y="2278200"/>
                  </a:lnTo>
                  <a:lnTo>
                    <a:pt x="6325768" y="2278200"/>
                  </a:lnTo>
                  <a:lnTo>
                    <a:pt x="6324912" y="2278200"/>
                  </a:lnTo>
                  <a:lnTo>
                    <a:pt x="6324057" y="2278200"/>
                  </a:lnTo>
                  <a:lnTo>
                    <a:pt x="6323201" y="2278200"/>
                  </a:lnTo>
                  <a:lnTo>
                    <a:pt x="6322346" y="2278200"/>
                  </a:lnTo>
                  <a:lnTo>
                    <a:pt x="6321490" y="2278200"/>
                  </a:lnTo>
                  <a:lnTo>
                    <a:pt x="6320634" y="2278200"/>
                  </a:lnTo>
                  <a:lnTo>
                    <a:pt x="6319779" y="2278200"/>
                  </a:lnTo>
                  <a:lnTo>
                    <a:pt x="6318923" y="2278200"/>
                  </a:lnTo>
                  <a:lnTo>
                    <a:pt x="6318068" y="2278200"/>
                  </a:lnTo>
                  <a:lnTo>
                    <a:pt x="6317212" y="2278200"/>
                  </a:lnTo>
                  <a:lnTo>
                    <a:pt x="6316357" y="2278200"/>
                  </a:lnTo>
                  <a:lnTo>
                    <a:pt x="6315501" y="2278200"/>
                  </a:lnTo>
                  <a:lnTo>
                    <a:pt x="6314646" y="2278200"/>
                  </a:lnTo>
                  <a:lnTo>
                    <a:pt x="6313790" y="2278200"/>
                  </a:lnTo>
                  <a:lnTo>
                    <a:pt x="6312935" y="2278200"/>
                  </a:lnTo>
                  <a:lnTo>
                    <a:pt x="6312079" y="2278200"/>
                  </a:lnTo>
                  <a:lnTo>
                    <a:pt x="6311224" y="2278200"/>
                  </a:lnTo>
                  <a:lnTo>
                    <a:pt x="6310368" y="2278200"/>
                  </a:lnTo>
                  <a:lnTo>
                    <a:pt x="6309513" y="2278200"/>
                  </a:lnTo>
                  <a:lnTo>
                    <a:pt x="6308657" y="2278200"/>
                  </a:lnTo>
                  <a:lnTo>
                    <a:pt x="6307802" y="2278200"/>
                  </a:lnTo>
                  <a:lnTo>
                    <a:pt x="6306946" y="2278200"/>
                  </a:lnTo>
                  <a:lnTo>
                    <a:pt x="6306091" y="2278200"/>
                  </a:lnTo>
                  <a:lnTo>
                    <a:pt x="6305235" y="2278200"/>
                  </a:lnTo>
                  <a:lnTo>
                    <a:pt x="6304379" y="2278200"/>
                  </a:lnTo>
                  <a:lnTo>
                    <a:pt x="6303524" y="2278200"/>
                  </a:lnTo>
                  <a:lnTo>
                    <a:pt x="6302668" y="2278200"/>
                  </a:lnTo>
                  <a:lnTo>
                    <a:pt x="6301813" y="2278200"/>
                  </a:lnTo>
                  <a:lnTo>
                    <a:pt x="6300957" y="2278200"/>
                  </a:lnTo>
                  <a:lnTo>
                    <a:pt x="6300102" y="2278200"/>
                  </a:lnTo>
                  <a:lnTo>
                    <a:pt x="6299246" y="2278200"/>
                  </a:lnTo>
                  <a:lnTo>
                    <a:pt x="6298391" y="2278200"/>
                  </a:lnTo>
                  <a:lnTo>
                    <a:pt x="6297535" y="2278200"/>
                  </a:lnTo>
                  <a:lnTo>
                    <a:pt x="6296680" y="2278200"/>
                  </a:lnTo>
                  <a:lnTo>
                    <a:pt x="6295824" y="2278200"/>
                  </a:lnTo>
                  <a:lnTo>
                    <a:pt x="6294969" y="2278200"/>
                  </a:lnTo>
                  <a:lnTo>
                    <a:pt x="6294113" y="2278200"/>
                  </a:lnTo>
                  <a:lnTo>
                    <a:pt x="6293258" y="2278200"/>
                  </a:lnTo>
                  <a:lnTo>
                    <a:pt x="6292402" y="2278200"/>
                  </a:lnTo>
                  <a:lnTo>
                    <a:pt x="6291547" y="2278200"/>
                  </a:lnTo>
                  <a:lnTo>
                    <a:pt x="6290691" y="2278200"/>
                  </a:lnTo>
                  <a:lnTo>
                    <a:pt x="6289835" y="2278200"/>
                  </a:lnTo>
                  <a:lnTo>
                    <a:pt x="6288980" y="2278200"/>
                  </a:lnTo>
                  <a:lnTo>
                    <a:pt x="6288124" y="2278200"/>
                  </a:lnTo>
                  <a:lnTo>
                    <a:pt x="6287269" y="2278200"/>
                  </a:lnTo>
                  <a:lnTo>
                    <a:pt x="6286413" y="2278200"/>
                  </a:lnTo>
                  <a:lnTo>
                    <a:pt x="6285558" y="2278200"/>
                  </a:lnTo>
                  <a:lnTo>
                    <a:pt x="6284702" y="2278200"/>
                  </a:lnTo>
                  <a:lnTo>
                    <a:pt x="6283847" y="2278200"/>
                  </a:lnTo>
                  <a:lnTo>
                    <a:pt x="6282991" y="2278200"/>
                  </a:lnTo>
                  <a:lnTo>
                    <a:pt x="6282136" y="2278200"/>
                  </a:lnTo>
                  <a:lnTo>
                    <a:pt x="6281280" y="2278200"/>
                  </a:lnTo>
                  <a:lnTo>
                    <a:pt x="6280425" y="2278200"/>
                  </a:lnTo>
                  <a:lnTo>
                    <a:pt x="6279569" y="2278200"/>
                  </a:lnTo>
                  <a:lnTo>
                    <a:pt x="6278714" y="2278200"/>
                  </a:lnTo>
                  <a:lnTo>
                    <a:pt x="6277858" y="2278200"/>
                  </a:lnTo>
                  <a:lnTo>
                    <a:pt x="6277003" y="2278200"/>
                  </a:lnTo>
                  <a:lnTo>
                    <a:pt x="6276147" y="2278200"/>
                  </a:lnTo>
                  <a:lnTo>
                    <a:pt x="6275292" y="2278200"/>
                  </a:lnTo>
                  <a:lnTo>
                    <a:pt x="6274436" y="2278200"/>
                  </a:lnTo>
                  <a:lnTo>
                    <a:pt x="6273580" y="2278200"/>
                  </a:lnTo>
                  <a:lnTo>
                    <a:pt x="6272725" y="2278200"/>
                  </a:lnTo>
                  <a:lnTo>
                    <a:pt x="6271869" y="2278200"/>
                  </a:lnTo>
                  <a:lnTo>
                    <a:pt x="6271014" y="2278200"/>
                  </a:lnTo>
                  <a:lnTo>
                    <a:pt x="6270158" y="2278200"/>
                  </a:lnTo>
                  <a:lnTo>
                    <a:pt x="6269303" y="2278200"/>
                  </a:lnTo>
                  <a:lnTo>
                    <a:pt x="6268447" y="2278200"/>
                  </a:lnTo>
                  <a:lnTo>
                    <a:pt x="6267592" y="2278200"/>
                  </a:lnTo>
                  <a:lnTo>
                    <a:pt x="6266736" y="2278200"/>
                  </a:lnTo>
                  <a:lnTo>
                    <a:pt x="6265881" y="2278200"/>
                  </a:lnTo>
                  <a:lnTo>
                    <a:pt x="6265025" y="2278200"/>
                  </a:lnTo>
                  <a:lnTo>
                    <a:pt x="6264170" y="2278200"/>
                  </a:lnTo>
                  <a:lnTo>
                    <a:pt x="6263314" y="2278200"/>
                  </a:lnTo>
                  <a:lnTo>
                    <a:pt x="6262459" y="2278200"/>
                  </a:lnTo>
                  <a:lnTo>
                    <a:pt x="6261603" y="2278200"/>
                  </a:lnTo>
                  <a:lnTo>
                    <a:pt x="6260748" y="2278200"/>
                  </a:lnTo>
                  <a:lnTo>
                    <a:pt x="6259892" y="2278200"/>
                  </a:lnTo>
                  <a:lnTo>
                    <a:pt x="6259037" y="2278200"/>
                  </a:lnTo>
                  <a:lnTo>
                    <a:pt x="6258181" y="2278200"/>
                  </a:lnTo>
                  <a:lnTo>
                    <a:pt x="6257325" y="2278200"/>
                  </a:lnTo>
                  <a:lnTo>
                    <a:pt x="6256470" y="2278200"/>
                  </a:lnTo>
                  <a:lnTo>
                    <a:pt x="6255614" y="2278200"/>
                  </a:lnTo>
                  <a:lnTo>
                    <a:pt x="6254759" y="2278200"/>
                  </a:lnTo>
                  <a:lnTo>
                    <a:pt x="6253903" y="2278200"/>
                  </a:lnTo>
                  <a:lnTo>
                    <a:pt x="6253048" y="2278200"/>
                  </a:lnTo>
                  <a:lnTo>
                    <a:pt x="6252192" y="2278200"/>
                  </a:lnTo>
                  <a:lnTo>
                    <a:pt x="6251337" y="2278200"/>
                  </a:lnTo>
                  <a:lnTo>
                    <a:pt x="6250481" y="2278200"/>
                  </a:lnTo>
                  <a:lnTo>
                    <a:pt x="6249626" y="2278200"/>
                  </a:lnTo>
                  <a:lnTo>
                    <a:pt x="6248770" y="2278200"/>
                  </a:lnTo>
                  <a:lnTo>
                    <a:pt x="6247915" y="2278200"/>
                  </a:lnTo>
                  <a:lnTo>
                    <a:pt x="6247059" y="2278200"/>
                  </a:lnTo>
                  <a:lnTo>
                    <a:pt x="6246204" y="2278200"/>
                  </a:lnTo>
                  <a:lnTo>
                    <a:pt x="6245348" y="2278200"/>
                  </a:lnTo>
                  <a:lnTo>
                    <a:pt x="6244493" y="2278200"/>
                  </a:lnTo>
                  <a:lnTo>
                    <a:pt x="6243637" y="2278200"/>
                  </a:lnTo>
                  <a:lnTo>
                    <a:pt x="6242781" y="2278200"/>
                  </a:lnTo>
                  <a:lnTo>
                    <a:pt x="6241926" y="2278200"/>
                  </a:lnTo>
                  <a:lnTo>
                    <a:pt x="6241070" y="2278200"/>
                  </a:lnTo>
                  <a:lnTo>
                    <a:pt x="6240215" y="2278200"/>
                  </a:lnTo>
                  <a:lnTo>
                    <a:pt x="6239359" y="2278200"/>
                  </a:lnTo>
                  <a:lnTo>
                    <a:pt x="6238504" y="2278200"/>
                  </a:lnTo>
                  <a:lnTo>
                    <a:pt x="6237648" y="2278200"/>
                  </a:lnTo>
                  <a:lnTo>
                    <a:pt x="6236793" y="2278200"/>
                  </a:lnTo>
                  <a:lnTo>
                    <a:pt x="6235937" y="2278200"/>
                  </a:lnTo>
                  <a:lnTo>
                    <a:pt x="6235082" y="2278200"/>
                  </a:lnTo>
                  <a:lnTo>
                    <a:pt x="6234226" y="2278200"/>
                  </a:lnTo>
                  <a:lnTo>
                    <a:pt x="6233371" y="2278200"/>
                  </a:lnTo>
                  <a:lnTo>
                    <a:pt x="6232515" y="2278200"/>
                  </a:lnTo>
                  <a:lnTo>
                    <a:pt x="6231660" y="2278200"/>
                  </a:lnTo>
                  <a:lnTo>
                    <a:pt x="6230804" y="2278200"/>
                  </a:lnTo>
                  <a:lnTo>
                    <a:pt x="6229949" y="2278200"/>
                  </a:lnTo>
                  <a:lnTo>
                    <a:pt x="6229093" y="2278200"/>
                  </a:lnTo>
                  <a:lnTo>
                    <a:pt x="6228238" y="2278200"/>
                  </a:lnTo>
                  <a:lnTo>
                    <a:pt x="6227382" y="2278200"/>
                  </a:lnTo>
                  <a:lnTo>
                    <a:pt x="6226526" y="2278200"/>
                  </a:lnTo>
                  <a:lnTo>
                    <a:pt x="6225671" y="2278200"/>
                  </a:lnTo>
                  <a:lnTo>
                    <a:pt x="6224815" y="2278200"/>
                  </a:lnTo>
                  <a:lnTo>
                    <a:pt x="6223960" y="2278200"/>
                  </a:lnTo>
                  <a:lnTo>
                    <a:pt x="6223104" y="2278200"/>
                  </a:lnTo>
                  <a:lnTo>
                    <a:pt x="6222249" y="2278200"/>
                  </a:lnTo>
                  <a:lnTo>
                    <a:pt x="6221393" y="2278200"/>
                  </a:lnTo>
                  <a:lnTo>
                    <a:pt x="6220538" y="2278200"/>
                  </a:lnTo>
                  <a:lnTo>
                    <a:pt x="6219682" y="2278200"/>
                  </a:lnTo>
                  <a:lnTo>
                    <a:pt x="6218827" y="2278200"/>
                  </a:lnTo>
                  <a:lnTo>
                    <a:pt x="6217971" y="2278200"/>
                  </a:lnTo>
                  <a:lnTo>
                    <a:pt x="6217116" y="2278200"/>
                  </a:lnTo>
                  <a:lnTo>
                    <a:pt x="6216260" y="2278200"/>
                  </a:lnTo>
                  <a:lnTo>
                    <a:pt x="6215405" y="2278200"/>
                  </a:lnTo>
                  <a:lnTo>
                    <a:pt x="6214549" y="2278200"/>
                  </a:lnTo>
                  <a:lnTo>
                    <a:pt x="6213694" y="2278200"/>
                  </a:lnTo>
                  <a:lnTo>
                    <a:pt x="6212838" y="2278200"/>
                  </a:lnTo>
                  <a:lnTo>
                    <a:pt x="6211983" y="2278200"/>
                  </a:lnTo>
                  <a:lnTo>
                    <a:pt x="6211127" y="2278200"/>
                  </a:lnTo>
                  <a:lnTo>
                    <a:pt x="6210271" y="2278200"/>
                  </a:lnTo>
                  <a:lnTo>
                    <a:pt x="6209416" y="2278200"/>
                  </a:lnTo>
                  <a:lnTo>
                    <a:pt x="6208560" y="2278200"/>
                  </a:lnTo>
                  <a:lnTo>
                    <a:pt x="6207705" y="2278200"/>
                  </a:lnTo>
                  <a:lnTo>
                    <a:pt x="6206849" y="2278200"/>
                  </a:lnTo>
                  <a:lnTo>
                    <a:pt x="6205994" y="2278200"/>
                  </a:lnTo>
                  <a:lnTo>
                    <a:pt x="6205138" y="2278200"/>
                  </a:lnTo>
                  <a:lnTo>
                    <a:pt x="6204283" y="2278200"/>
                  </a:lnTo>
                  <a:lnTo>
                    <a:pt x="6203427" y="2278200"/>
                  </a:lnTo>
                  <a:lnTo>
                    <a:pt x="6202572" y="2278200"/>
                  </a:lnTo>
                  <a:lnTo>
                    <a:pt x="6201716" y="2278200"/>
                  </a:lnTo>
                  <a:lnTo>
                    <a:pt x="6200861" y="2278200"/>
                  </a:lnTo>
                  <a:lnTo>
                    <a:pt x="6200005" y="2278200"/>
                  </a:lnTo>
                  <a:lnTo>
                    <a:pt x="6199150" y="2278200"/>
                  </a:lnTo>
                  <a:lnTo>
                    <a:pt x="6198294" y="2278200"/>
                  </a:lnTo>
                  <a:lnTo>
                    <a:pt x="6197439" y="2278200"/>
                  </a:lnTo>
                  <a:lnTo>
                    <a:pt x="6196583" y="2278200"/>
                  </a:lnTo>
                  <a:lnTo>
                    <a:pt x="6195728" y="2278200"/>
                  </a:lnTo>
                  <a:lnTo>
                    <a:pt x="6194872" y="2278200"/>
                  </a:lnTo>
                  <a:lnTo>
                    <a:pt x="6194016" y="2278200"/>
                  </a:lnTo>
                  <a:lnTo>
                    <a:pt x="6193161" y="2278200"/>
                  </a:lnTo>
                  <a:lnTo>
                    <a:pt x="6192305" y="2278200"/>
                  </a:lnTo>
                  <a:lnTo>
                    <a:pt x="6191450" y="2278200"/>
                  </a:lnTo>
                  <a:lnTo>
                    <a:pt x="6190594" y="2278200"/>
                  </a:lnTo>
                  <a:lnTo>
                    <a:pt x="6189739" y="2278200"/>
                  </a:lnTo>
                  <a:lnTo>
                    <a:pt x="6188883" y="2278200"/>
                  </a:lnTo>
                  <a:lnTo>
                    <a:pt x="6188028" y="2278200"/>
                  </a:lnTo>
                  <a:lnTo>
                    <a:pt x="6187172" y="2278200"/>
                  </a:lnTo>
                  <a:lnTo>
                    <a:pt x="6186317" y="2278200"/>
                  </a:lnTo>
                  <a:lnTo>
                    <a:pt x="6185461" y="2278200"/>
                  </a:lnTo>
                  <a:lnTo>
                    <a:pt x="6184606" y="2278200"/>
                  </a:lnTo>
                  <a:lnTo>
                    <a:pt x="6183750" y="2278200"/>
                  </a:lnTo>
                  <a:lnTo>
                    <a:pt x="6182895" y="2278200"/>
                  </a:lnTo>
                  <a:lnTo>
                    <a:pt x="6182039" y="2278200"/>
                  </a:lnTo>
                  <a:lnTo>
                    <a:pt x="6181184" y="2278200"/>
                  </a:lnTo>
                  <a:lnTo>
                    <a:pt x="6180328" y="2278200"/>
                  </a:lnTo>
                  <a:lnTo>
                    <a:pt x="6179472" y="2278200"/>
                  </a:lnTo>
                  <a:lnTo>
                    <a:pt x="6178617" y="2278200"/>
                  </a:lnTo>
                  <a:lnTo>
                    <a:pt x="6177761" y="2278200"/>
                  </a:lnTo>
                  <a:lnTo>
                    <a:pt x="6176906" y="2278200"/>
                  </a:lnTo>
                  <a:lnTo>
                    <a:pt x="6176050" y="2278200"/>
                  </a:lnTo>
                  <a:lnTo>
                    <a:pt x="6175195" y="2278200"/>
                  </a:lnTo>
                  <a:lnTo>
                    <a:pt x="6174339" y="2278200"/>
                  </a:lnTo>
                  <a:lnTo>
                    <a:pt x="6173484" y="2278200"/>
                  </a:lnTo>
                  <a:lnTo>
                    <a:pt x="6172628" y="2278200"/>
                  </a:lnTo>
                  <a:lnTo>
                    <a:pt x="6171773" y="2278200"/>
                  </a:lnTo>
                  <a:lnTo>
                    <a:pt x="6170917" y="2278200"/>
                  </a:lnTo>
                  <a:lnTo>
                    <a:pt x="6170062" y="2278200"/>
                  </a:lnTo>
                  <a:lnTo>
                    <a:pt x="6169206" y="2278200"/>
                  </a:lnTo>
                  <a:lnTo>
                    <a:pt x="6168351" y="2278200"/>
                  </a:lnTo>
                  <a:lnTo>
                    <a:pt x="6167495" y="2278200"/>
                  </a:lnTo>
                  <a:lnTo>
                    <a:pt x="6166640" y="2278200"/>
                  </a:lnTo>
                  <a:lnTo>
                    <a:pt x="6165784" y="2278200"/>
                  </a:lnTo>
                  <a:lnTo>
                    <a:pt x="6164929" y="2278200"/>
                  </a:lnTo>
                  <a:lnTo>
                    <a:pt x="6164073" y="2278200"/>
                  </a:lnTo>
                  <a:lnTo>
                    <a:pt x="6163217" y="2278200"/>
                  </a:lnTo>
                  <a:lnTo>
                    <a:pt x="6162362" y="2278200"/>
                  </a:lnTo>
                  <a:lnTo>
                    <a:pt x="6161506" y="2278200"/>
                  </a:lnTo>
                  <a:lnTo>
                    <a:pt x="6160651" y="2278200"/>
                  </a:lnTo>
                  <a:lnTo>
                    <a:pt x="6159795" y="2278200"/>
                  </a:lnTo>
                  <a:lnTo>
                    <a:pt x="6158940" y="2278200"/>
                  </a:lnTo>
                  <a:lnTo>
                    <a:pt x="6158084" y="2278200"/>
                  </a:lnTo>
                  <a:lnTo>
                    <a:pt x="6157229" y="2278200"/>
                  </a:lnTo>
                  <a:lnTo>
                    <a:pt x="6156373" y="2278200"/>
                  </a:lnTo>
                  <a:lnTo>
                    <a:pt x="6155518" y="2278200"/>
                  </a:lnTo>
                  <a:lnTo>
                    <a:pt x="6154662" y="2278200"/>
                  </a:lnTo>
                  <a:lnTo>
                    <a:pt x="6153807" y="2278200"/>
                  </a:lnTo>
                  <a:lnTo>
                    <a:pt x="6152951" y="2278200"/>
                  </a:lnTo>
                  <a:lnTo>
                    <a:pt x="6152096" y="2278200"/>
                  </a:lnTo>
                  <a:lnTo>
                    <a:pt x="6151240" y="2278200"/>
                  </a:lnTo>
                  <a:lnTo>
                    <a:pt x="6150385" y="2278200"/>
                  </a:lnTo>
                  <a:lnTo>
                    <a:pt x="6149529" y="2278200"/>
                  </a:lnTo>
                  <a:lnTo>
                    <a:pt x="6148674" y="2278200"/>
                  </a:lnTo>
                  <a:lnTo>
                    <a:pt x="6147818" y="2278200"/>
                  </a:lnTo>
                  <a:lnTo>
                    <a:pt x="6146962" y="2278200"/>
                  </a:lnTo>
                  <a:lnTo>
                    <a:pt x="6146107" y="2278200"/>
                  </a:lnTo>
                  <a:lnTo>
                    <a:pt x="6145251" y="2278200"/>
                  </a:lnTo>
                  <a:lnTo>
                    <a:pt x="6144396" y="2278200"/>
                  </a:lnTo>
                  <a:lnTo>
                    <a:pt x="6143540" y="2278200"/>
                  </a:lnTo>
                  <a:lnTo>
                    <a:pt x="6142685" y="2278200"/>
                  </a:lnTo>
                  <a:lnTo>
                    <a:pt x="6141829" y="2278200"/>
                  </a:lnTo>
                  <a:lnTo>
                    <a:pt x="6140974" y="2278200"/>
                  </a:lnTo>
                  <a:lnTo>
                    <a:pt x="6140118" y="2278200"/>
                  </a:lnTo>
                  <a:lnTo>
                    <a:pt x="6139263" y="2278200"/>
                  </a:lnTo>
                  <a:lnTo>
                    <a:pt x="6138407" y="2278200"/>
                  </a:lnTo>
                  <a:lnTo>
                    <a:pt x="6137552" y="2278200"/>
                  </a:lnTo>
                  <a:lnTo>
                    <a:pt x="6136696" y="2278200"/>
                  </a:lnTo>
                  <a:lnTo>
                    <a:pt x="6135841" y="2278200"/>
                  </a:lnTo>
                  <a:lnTo>
                    <a:pt x="6134985" y="2278200"/>
                  </a:lnTo>
                  <a:lnTo>
                    <a:pt x="6134130" y="2278200"/>
                  </a:lnTo>
                  <a:lnTo>
                    <a:pt x="6133274" y="2278200"/>
                  </a:lnTo>
                  <a:lnTo>
                    <a:pt x="6132418" y="2278200"/>
                  </a:lnTo>
                  <a:lnTo>
                    <a:pt x="6131563" y="2278200"/>
                  </a:lnTo>
                  <a:lnTo>
                    <a:pt x="6130707" y="2278200"/>
                  </a:lnTo>
                  <a:lnTo>
                    <a:pt x="6129852" y="2278200"/>
                  </a:lnTo>
                  <a:lnTo>
                    <a:pt x="6128996" y="2278200"/>
                  </a:lnTo>
                  <a:lnTo>
                    <a:pt x="6128141" y="2278200"/>
                  </a:lnTo>
                  <a:lnTo>
                    <a:pt x="6127285" y="2278200"/>
                  </a:lnTo>
                  <a:lnTo>
                    <a:pt x="6126430" y="2278200"/>
                  </a:lnTo>
                  <a:lnTo>
                    <a:pt x="6125574" y="2278200"/>
                  </a:lnTo>
                  <a:lnTo>
                    <a:pt x="6124719" y="2278200"/>
                  </a:lnTo>
                  <a:lnTo>
                    <a:pt x="6123863" y="2278200"/>
                  </a:lnTo>
                  <a:lnTo>
                    <a:pt x="6123008" y="2278200"/>
                  </a:lnTo>
                  <a:lnTo>
                    <a:pt x="6122152" y="2278200"/>
                  </a:lnTo>
                  <a:lnTo>
                    <a:pt x="6121297" y="2278200"/>
                  </a:lnTo>
                  <a:lnTo>
                    <a:pt x="6120441" y="2278200"/>
                  </a:lnTo>
                  <a:lnTo>
                    <a:pt x="6119586" y="2278200"/>
                  </a:lnTo>
                  <a:lnTo>
                    <a:pt x="6118730" y="2278200"/>
                  </a:lnTo>
                  <a:lnTo>
                    <a:pt x="6117875" y="2278200"/>
                  </a:lnTo>
                  <a:lnTo>
                    <a:pt x="6117019" y="2278200"/>
                  </a:lnTo>
                  <a:lnTo>
                    <a:pt x="6116163" y="2278200"/>
                  </a:lnTo>
                  <a:lnTo>
                    <a:pt x="6115308" y="2278200"/>
                  </a:lnTo>
                  <a:lnTo>
                    <a:pt x="6114452" y="2278200"/>
                  </a:lnTo>
                  <a:lnTo>
                    <a:pt x="6113597" y="2278200"/>
                  </a:lnTo>
                  <a:lnTo>
                    <a:pt x="6112741" y="2278200"/>
                  </a:lnTo>
                  <a:lnTo>
                    <a:pt x="6111886" y="2278200"/>
                  </a:lnTo>
                  <a:lnTo>
                    <a:pt x="6111030" y="2278200"/>
                  </a:lnTo>
                  <a:lnTo>
                    <a:pt x="6110175" y="2278200"/>
                  </a:lnTo>
                  <a:lnTo>
                    <a:pt x="6109319" y="2278200"/>
                  </a:lnTo>
                  <a:lnTo>
                    <a:pt x="6108464" y="2278200"/>
                  </a:lnTo>
                  <a:lnTo>
                    <a:pt x="6107608" y="2278200"/>
                  </a:lnTo>
                  <a:lnTo>
                    <a:pt x="6106753" y="2278200"/>
                  </a:lnTo>
                  <a:lnTo>
                    <a:pt x="6105897" y="2278200"/>
                  </a:lnTo>
                  <a:lnTo>
                    <a:pt x="6105042" y="2278200"/>
                  </a:lnTo>
                  <a:lnTo>
                    <a:pt x="6104186" y="2278200"/>
                  </a:lnTo>
                  <a:lnTo>
                    <a:pt x="6103331" y="2278200"/>
                  </a:lnTo>
                  <a:lnTo>
                    <a:pt x="6102475" y="2278200"/>
                  </a:lnTo>
                  <a:lnTo>
                    <a:pt x="6101620" y="2278200"/>
                  </a:lnTo>
                  <a:lnTo>
                    <a:pt x="6100764" y="2278200"/>
                  </a:lnTo>
                  <a:lnTo>
                    <a:pt x="6099908" y="2278200"/>
                  </a:lnTo>
                  <a:lnTo>
                    <a:pt x="6099053" y="2278200"/>
                  </a:lnTo>
                  <a:lnTo>
                    <a:pt x="6098197" y="2278200"/>
                  </a:lnTo>
                  <a:lnTo>
                    <a:pt x="6097342" y="2278200"/>
                  </a:lnTo>
                  <a:lnTo>
                    <a:pt x="6096486" y="2278200"/>
                  </a:lnTo>
                  <a:lnTo>
                    <a:pt x="6095631" y="2278200"/>
                  </a:lnTo>
                  <a:lnTo>
                    <a:pt x="6094775" y="2278200"/>
                  </a:lnTo>
                  <a:lnTo>
                    <a:pt x="6093920" y="2278200"/>
                  </a:lnTo>
                  <a:lnTo>
                    <a:pt x="6093064" y="2278200"/>
                  </a:lnTo>
                  <a:lnTo>
                    <a:pt x="6092209" y="2278200"/>
                  </a:lnTo>
                  <a:lnTo>
                    <a:pt x="6091353" y="2278200"/>
                  </a:lnTo>
                  <a:lnTo>
                    <a:pt x="6090498" y="2278200"/>
                  </a:lnTo>
                  <a:lnTo>
                    <a:pt x="6089642" y="2278200"/>
                  </a:lnTo>
                  <a:lnTo>
                    <a:pt x="6088787" y="2278200"/>
                  </a:lnTo>
                  <a:lnTo>
                    <a:pt x="6087931" y="2278200"/>
                  </a:lnTo>
                  <a:lnTo>
                    <a:pt x="6087076" y="2278200"/>
                  </a:lnTo>
                  <a:lnTo>
                    <a:pt x="6086220" y="2278200"/>
                  </a:lnTo>
                  <a:lnTo>
                    <a:pt x="6085364" y="2278200"/>
                  </a:lnTo>
                  <a:lnTo>
                    <a:pt x="6084509" y="2278200"/>
                  </a:lnTo>
                  <a:lnTo>
                    <a:pt x="6083653" y="2278200"/>
                  </a:lnTo>
                  <a:lnTo>
                    <a:pt x="6082798" y="2278200"/>
                  </a:lnTo>
                  <a:lnTo>
                    <a:pt x="6081942" y="2278200"/>
                  </a:lnTo>
                  <a:lnTo>
                    <a:pt x="6081087" y="2278200"/>
                  </a:lnTo>
                  <a:lnTo>
                    <a:pt x="6080231" y="2278200"/>
                  </a:lnTo>
                  <a:lnTo>
                    <a:pt x="6079376" y="2278200"/>
                  </a:lnTo>
                  <a:lnTo>
                    <a:pt x="6078520" y="2278200"/>
                  </a:lnTo>
                  <a:lnTo>
                    <a:pt x="6077665" y="2278200"/>
                  </a:lnTo>
                  <a:lnTo>
                    <a:pt x="6076809" y="2278200"/>
                  </a:lnTo>
                  <a:lnTo>
                    <a:pt x="6075954" y="2278200"/>
                  </a:lnTo>
                  <a:lnTo>
                    <a:pt x="6075098" y="2278200"/>
                  </a:lnTo>
                  <a:lnTo>
                    <a:pt x="6074243" y="2278200"/>
                  </a:lnTo>
                  <a:lnTo>
                    <a:pt x="6073387" y="2278200"/>
                  </a:lnTo>
                  <a:lnTo>
                    <a:pt x="6072532" y="2278200"/>
                  </a:lnTo>
                  <a:lnTo>
                    <a:pt x="6071676" y="2278200"/>
                  </a:lnTo>
                  <a:lnTo>
                    <a:pt x="6070821" y="2278200"/>
                  </a:lnTo>
                  <a:lnTo>
                    <a:pt x="6069965" y="2278200"/>
                  </a:lnTo>
                  <a:lnTo>
                    <a:pt x="6069109" y="2278200"/>
                  </a:lnTo>
                  <a:lnTo>
                    <a:pt x="6068254" y="2278200"/>
                  </a:lnTo>
                  <a:lnTo>
                    <a:pt x="6067398" y="2278200"/>
                  </a:lnTo>
                  <a:lnTo>
                    <a:pt x="6066543" y="2278200"/>
                  </a:lnTo>
                  <a:lnTo>
                    <a:pt x="6065687" y="2278200"/>
                  </a:lnTo>
                  <a:lnTo>
                    <a:pt x="6064832" y="2278200"/>
                  </a:lnTo>
                  <a:lnTo>
                    <a:pt x="6063976" y="2278200"/>
                  </a:lnTo>
                  <a:lnTo>
                    <a:pt x="6063121" y="2278200"/>
                  </a:lnTo>
                  <a:lnTo>
                    <a:pt x="6062265" y="2278200"/>
                  </a:lnTo>
                  <a:lnTo>
                    <a:pt x="6061410" y="2278200"/>
                  </a:lnTo>
                  <a:lnTo>
                    <a:pt x="6060554" y="2278200"/>
                  </a:lnTo>
                  <a:lnTo>
                    <a:pt x="6059699" y="2278200"/>
                  </a:lnTo>
                  <a:lnTo>
                    <a:pt x="6058843" y="2278200"/>
                  </a:lnTo>
                  <a:lnTo>
                    <a:pt x="6057988" y="2278200"/>
                  </a:lnTo>
                  <a:lnTo>
                    <a:pt x="6057132" y="2278200"/>
                  </a:lnTo>
                  <a:lnTo>
                    <a:pt x="6056277" y="2278200"/>
                  </a:lnTo>
                  <a:lnTo>
                    <a:pt x="6055421" y="2278200"/>
                  </a:lnTo>
                  <a:lnTo>
                    <a:pt x="6054566" y="2278200"/>
                  </a:lnTo>
                  <a:lnTo>
                    <a:pt x="6053710" y="2278200"/>
                  </a:lnTo>
                  <a:lnTo>
                    <a:pt x="6052854" y="2278200"/>
                  </a:lnTo>
                  <a:lnTo>
                    <a:pt x="6051999" y="2278200"/>
                  </a:lnTo>
                  <a:lnTo>
                    <a:pt x="6051143" y="2278200"/>
                  </a:lnTo>
                  <a:lnTo>
                    <a:pt x="6050288" y="2278200"/>
                  </a:lnTo>
                  <a:lnTo>
                    <a:pt x="6049432" y="2278200"/>
                  </a:lnTo>
                  <a:lnTo>
                    <a:pt x="6048577" y="2278200"/>
                  </a:lnTo>
                  <a:lnTo>
                    <a:pt x="6047721" y="2278200"/>
                  </a:lnTo>
                  <a:lnTo>
                    <a:pt x="6046866" y="2278200"/>
                  </a:lnTo>
                  <a:lnTo>
                    <a:pt x="6046010" y="2278200"/>
                  </a:lnTo>
                  <a:lnTo>
                    <a:pt x="6045155" y="2278200"/>
                  </a:lnTo>
                  <a:lnTo>
                    <a:pt x="6044299" y="2278200"/>
                  </a:lnTo>
                  <a:lnTo>
                    <a:pt x="6043444" y="2278200"/>
                  </a:lnTo>
                  <a:lnTo>
                    <a:pt x="6042588" y="2278200"/>
                  </a:lnTo>
                  <a:lnTo>
                    <a:pt x="6041733" y="2278200"/>
                  </a:lnTo>
                  <a:lnTo>
                    <a:pt x="6040877" y="2278200"/>
                  </a:lnTo>
                  <a:lnTo>
                    <a:pt x="6040022" y="2278200"/>
                  </a:lnTo>
                  <a:lnTo>
                    <a:pt x="6039166" y="2278200"/>
                  </a:lnTo>
                  <a:lnTo>
                    <a:pt x="6038310" y="2278200"/>
                  </a:lnTo>
                  <a:lnTo>
                    <a:pt x="6037455" y="2278200"/>
                  </a:lnTo>
                  <a:lnTo>
                    <a:pt x="6036599" y="2278200"/>
                  </a:lnTo>
                  <a:lnTo>
                    <a:pt x="6035744" y="2278200"/>
                  </a:lnTo>
                  <a:lnTo>
                    <a:pt x="6034888" y="2278200"/>
                  </a:lnTo>
                  <a:lnTo>
                    <a:pt x="6034033" y="2278200"/>
                  </a:lnTo>
                  <a:lnTo>
                    <a:pt x="6033177" y="2278200"/>
                  </a:lnTo>
                  <a:lnTo>
                    <a:pt x="6032322" y="2278200"/>
                  </a:lnTo>
                  <a:lnTo>
                    <a:pt x="6031466" y="2278200"/>
                  </a:lnTo>
                  <a:lnTo>
                    <a:pt x="6030611" y="2278200"/>
                  </a:lnTo>
                  <a:lnTo>
                    <a:pt x="6029755" y="2278200"/>
                  </a:lnTo>
                  <a:lnTo>
                    <a:pt x="6028900" y="2278200"/>
                  </a:lnTo>
                  <a:lnTo>
                    <a:pt x="6028044" y="2278200"/>
                  </a:lnTo>
                  <a:lnTo>
                    <a:pt x="6027189" y="2278200"/>
                  </a:lnTo>
                  <a:lnTo>
                    <a:pt x="6026333" y="2278200"/>
                  </a:lnTo>
                  <a:lnTo>
                    <a:pt x="6025478" y="2278200"/>
                  </a:lnTo>
                  <a:lnTo>
                    <a:pt x="6024622" y="2278200"/>
                  </a:lnTo>
                  <a:lnTo>
                    <a:pt x="6023767" y="2278200"/>
                  </a:lnTo>
                  <a:lnTo>
                    <a:pt x="6022911" y="2278200"/>
                  </a:lnTo>
                  <a:lnTo>
                    <a:pt x="6022055" y="2278200"/>
                  </a:lnTo>
                  <a:lnTo>
                    <a:pt x="6021200" y="2278200"/>
                  </a:lnTo>
                  <a:lnTo>
                    <a:pt x="6020344" y="2278200"/>
                  </a:lnTo>
                  <a:lnTo>
                    <a:pt x="6019489" y="2278200"/>
                  </a:lnTo>
                  <a:lnTo>
                    <a:pt x="6018633" y="2278200"/>
                  </a:lnTo>
                  <a:lnTo>
                    <a:pt x="6017778" y="2278200"/>
                  </a:lnTo>
                  <a:lnTo>
                    <a:pt x="6016922" y="2278200"/>
                  </a:lnTo>
                  <a:lnTo>
                    <a:pt x="6016067" y="2278200"/>
                  </a:lnTo>
                  <a:lnTo>
                    <a:pt x="6015211" y="2278200"/>
                  </a:lnTo>
                  <a:lnTo>
                    <a:pt x="6014356" y="2278200"/>
                  </a:lnTo>
                  <a:lnTo>
                    <a:pt x="6013500" y="2278200"/>
                  </a:lnTo>
                  <a:lnTo>
                    <a:pt x="6012645" y="2278200"/>
                  </a:lnTo>
                  <a:lnTo>
                    <a:pt x="6011789" y="2278200"/>
                  </a:lnTo>
                  <a:lnTo>
                    <a:pt x="6010934" y="2278200"/>
                  </a:lnTo>
                  <a:lnTo>
                    <a:pt x="6010078" y="2278200"/>
                  </a:lnTo>
                  <a:lnTo>
                    <a:pt x="6009223" y="2278200"/>
                  </a:lnTo>
                  <a:lnTo>
                    <a:pt x="6008367" y="2278200"/>
                  </a:lnTo>
                  <a:lnTo>
                    <a:pt x="6007512" y="2278200"/>
                  </a:lnTo>
                  <a:lnTo>
                    <a:pt x="6006656" y="2278200"/>
                  </a:lnTo>
                  <a:lnTo>
                    <a:pt x="6005800" y="2278200"/>
                  </a:lnTo>
                  <a:lnTo>
                    <a:pt x="6004945" y="2278200"/>
                  </a:lnTo>
                  <a:lnTo>
                    <a:pt x="6004089" y="2278200"/>
                  </a:lnTo>
                  <a:lnTo>
                    <a:pt x="6003234" y="2278200"/>
                  </a:lnTo>
                  <a:lnTo>
                    <a:pt x="6002378" y="2278200"/>
                  </a:lnTo>
                  <a:lnTo>
                    <a:pt x="6001523" y="2278200"/>
                  </a:lnTo>
                  <a:lnTo>
                    <a:pt x="6000667" y="2278200"/>
                  </a:lnTo>
                  <a:lnTo>
                    <a:pt x="5999812" y="2278200"/>
                  </a:lnTo>
                  <a:lnTo>
                    <a:pt x="5998956" y="2278200"/>
                  </a:lnTo>
                  <a:lnTo>
                    <a:pt x="5998101" y="2278200"/>
                  </a:lnTo>
                  <a:lnTo>
                    <a:pt x="5997245" y="2278200"/>
                  </a:lnTo>
                  <a:lnTo>
                    <a:pt x="5996390" y="2278200"/>
                  </a:lnTo>
                  <a:lnTo>
                    <a:pt x="5995534" y="2278200"/>
                  </a:lnTo>
                  <a:lnTo>
                    <a:pt x="5994679" y="2278200"/>
                  </a:lnTo>
                  <a:lnTo>
                    <a:pt x="5993823" y="2278200"/>
                  </a:lnTo>
                  <a:lnTo>
                    <a:pt x="5992968" y="2278200"/>
                  </a:lnTo>
                  <a:lnTo>
                    <a:pt x="5992112" y="2278200"/>
                  </a:lnTo>
                  <a:lnTo>
                    <a:pt x="5991256" y="2278200"/>
                  </a:lnTo>
                  <a:lnTo>
                    <a:pt x="5990401" y="2278200"/>
                  </a:lnTo>
                  <a:lnTo>
                    <a:pt x="5989545" y="2278200"/>
                  </a:lnTo>
                  <a:lnTo>
                    <a:pt x="5988690" y="2278200"/>
                  </a:lnTo>
                  <a:lnTo>
                    <a:pt x="5987834" y="2278200"/>
                  </a:lnTo>
                  <a:lnTo>
                    <a:pt x="5986979" y="2278200"/>
                  </a:lnTo>
                  <a:lnTo>
                    <a:pt x="5986123" y="2278200"/>
                  </a:lnTo>
                  <a:lnTo>
                    <a:pt x="5985268" y="2278200"/>
                  </a:lnTo>
                  <a:lnTo>
                    <a:pt x="5984412" y="2278200"/>
                  </a:lnTo>
                  <a:lnTo>
                    <a:pt x="5983557" y="2278200"/>
                  </a:lnTo>
                  <a:lnTo>
                    <a:pt x="5982701" y="2278200"/>
                  </a:lnTo>
                  <a:lnTo>
                    <a:pt x="5981846" y="2278200"/>
                  </a:lnTo>
                  <a:lnTo>
                    <a:pt x="5980990" y="2278200"/>
                  </a:lnTo>
                  <a:lnTo>
                    <a:pt x="5980135" y="2278200"/>
                  </a:lnTo>
                  <a:lnTo>
                    <a:pt x="5979279" y="2278200"/>
                  </a:lnTo>
                  <a:lnTo>
                    <a:pt x="5978424" y="2278200"/>
                  </a:lnTo>
                  <a:lnTo>
                    <a:pt x="5977568" y="2278200"/>
                  </a:lnTo>
                  <a:lnTo>
                    <a:pt x="5976713" y="2278200"/>
                  </a:lnTo>
                  <a:lnTo>
                    <a:pt x="5975857" y="2278200"/>
                  </a:lnTo>
                  <a:lnTo>
                    <a:pt x="5975001" y="2278200"/>
                  </a:lnTo>
                  <a:lnTo>
                    <a:pt x="5974146" y="2278200"/>
                  </a:lnTo>
                  <a:lnTo>
                    <a:pt x="5973290" y="2278200"/>
                  </a:lnTo>
                  <a:lnTo>
                    <a:pt x="5972435" y="2278200"/>
                  </a:lnTo>
                  <a:lnTo>
                    <a:pt x="5971579" y="2278200"/>
                  </a:lnTo>
                  <a:lnTo>
                    <a:pt x="5970724" y="2278200"/>
                  </a:lnTo>
                  <a:lnTo>
                    <a:pt x="5969868" y="2278200"/>
                  </a:lnTo>
                  <a:lnTo>
                    <a:pt x="5969013" y="2278200"/>
                  </a:lnTo>
                  <a:lnTo>
                    <a:pt x="5968157" y="2278200"/>
                  </a:lnTo>
                  <a:lnTo>
                    <a:pt x="5967302" y="2278200"/>
                  </a:lnTo>
                  <a:lnTo>
                    <a:pt x="5966446" y="2278200"/>
                  </a:lnTo>
                  <a:lnTo>
                    <a:pt x="5965591" y="2278200"/>
                  </a:lnTo>
                  <a:lnTo>
                    <a:pt x="5964735" y="2278200"/>
                  </a:lnTo>
                  <a:lnTo>
                    <a:pt x="5963880" y="2278200"/>
                  </a:lnTo>
                  <a:lnTo>
                    <a:pt x="5963024" y="2278200"/>
                  </a:lnTo>
                  <a:lnTo>
                    <a:pt x="5962169" y="2278200"/>
                  </a:lnTo>
                  <a:lnTo>
                    <a:pt x="5961313" y="2278200"/>
                  </a:lnTo>
                  <a:lnTo>
                    <a:pt x="5960458" y="2278200"/>
                  </a:lnTo>
                  <a:lnTo>
                    <a:pt x="5959602" y="2278200"/>
                  </a:lnTo>
                  <a:lnTo>
                    <a:pt x="5958746" y="2278200"/>
                  </a:lnTo>
                  <a:lnTo>
                    <a:pt x="5957891" y="2278200"/>
                  </a:lnTo>
                  <a:lnTo>
                    <a:pt x="5957035" y="2278200"/>
                  </a:lnTo>
                  <a:lnTo>
                    <a:pt x="5956180" y="2278200"/>
                  </a:lnTo>
                  <a:lnTo>
                    <a:pt x="5955324" y="2278200"/>
                  </a:lnTo>
                  <a:lnTo>
                    <a:pt x="5954469" y="2278200"/>
                  </a:lnTo>
                  <a:lnTo>
                    <a:pt x="5953613" y="2278200"/>
                  </a:lnTo>
                  <a:lnTo>
                    <a:pt x="5952758" y="2278200"/>
                  </a:lnTo>
                  <a:lnTo>
                    <a:pt x="5951902" y="2278200"/>
                  </a:lnTo>
                  <a:lnTo>
                    <a:pt x="5951047" y="2278200"/>
                  </a:lnTo>
                  <a:lnTo>
                    <a:pt x="5950191" y="2278200"/>
                  </a:lnTo>
                  <a:lnTo>
                    <a:pt x="5949336" y="2278200"/>
                  </a:lnTo>
                  <a:lnTo>
                    <a:pt x="5948480" y="2278200"/>
                  </a:lnTo>
                  <a:lnTo>
                    <a:pt x="5947625" y="2278200"/>
                  </a:lnTo>
                  <a:lnTo>
                    <a:pt x="5946769" y="2278200"/>
                  </a:lnTo>
                  <a:lnTo>
                    <a:pt x="5945914" y="2278200"/>
                  </a:lnTo>
                  <a:lnTo>
                    <a:pt x="5945058" y="2278200"/>
                  </a:lnTo>
                  <a:lnTo>
                    <a:pt x="5944203" y="2278200"/>
                  </a:lnTo>
                  <a:lnTo>
                    <a:pt x="5943347" y="2278200"/>
                  </a:lnTo>
                  <a:lnTo>
                    <a:pt x="5942491" y="2278200"/>
                  </a:lnTo>
                  <a:lnTo>
                    <a:pt x="5941636" y="2278200"/>
                  </a:lnTo>
                  <a:lnTo>
                    <a:pt x="5940780" y="2278200"/>
                  </a:lnTo>
                  <a:lnTo>
                    <a:pt x="5939925" y="2278200"/>
                  </a:lnTo>
                  <a:lnTo>
                    <a:pt x="5939069" y="2278200"/>
                  </a:lnTo>
                  <a:lnTo>
                    <a:pt x="5938214" y="2278200"/>
                  </a:lnTo>
                  <a:lnTo>
                    <a:pt x="5937358" y="2278200"/>
                  </a:lnTo>
                  <a:lnTo>
                    <a:pt x="5936503" y="2278200"/>
                  </a:lnTo>
                  <a:lnTo>
                    <a:pt x="5935647" y="2278200"/>
                  </a:lnTo>
                  <a:lnTo>
                    <a:pt x="5934792" y="2278200"/>
                  </a:lnTo>
                  <a:lnTo>
                    <a:pt x="5933936" y="2278200"/>
                  </a:lnTo>
                  <a:lnTo>
                    <a:pt x="5933081" y="2278200"/>
                  </a:lnTo>
                  <a:lnTo>
                    <a:pt x="5932225" y="2278200"/>
                  </a:lnTo>
                  <a:lnTo>
                    <a:pt x="5931370" y="2278200"/>
                  </a:lnTo>
                  <a:lnTo>
                    <a:pt x="5930514" y="2278200"/>
                  </a:lnTo>
                  <a:lnTo>
                    <a:pt x="5929659" y="2278200"/>
                  </a:lnTo>
                  <a:lnTo>
                    <a:pt x="5928803" y="2278200"/>
                  </a:lnTo>
                  <a:lnTo>
                    <a:pt x="5927947" y="2278200"/>
                  </a:lnTo>
                  <a:lnTo>
                    <a:pt x="5927092" y="2278200"/>
                  </a:lnTo>
                  <a:lnTo>
                    <a:pt x="5926236" y="2278200"/>
                  </a:lnTo>
                  <a:lnTo>
                    <a:pt x="5925381" y="2278200"/>
                  </a:lnTo>
                  <a:lnTo>
                    <a:pt x="5924525" y="2278200"/>
                  </a:lnTo>
                  <a:lnTo>
                    <a:pt x="5923670" y="2278200"/>
                  </a:lnTo>
                  <a:lnTo>
                    <a:pt x="5922814" y="2278200"/>
                  </a:lnTo>
                  <a:lnTo>
                    <a:pt x="5921959" y="2278200"/>
                  </a:lnTo>
                  <a:lnTo>
                    <a:pt x="5921103" y="2278200"/>
                  </a:lnTo>
                  <a:lnTo>
                    <a:pt x="5920248" y="2278200"/>
                  </a:lnTo>
                  <a:lnTo>
                    <a:pt x="5919392" y="2278200"/>
                  </a:lnTo>
                  <a:lnTo>
                    <a:pt x="5918537" y="2278200"/>
                  </a:lnTo>
                  <a:lnTo>
                    <a:pt x="5917681" y="2278200"/>
                  </a:lnTo>
                  <a:lnTo>
                    <a:pt x="5916826" y="2278200"/>
                  </a:lnTo>
                  <a:lnTo>
                    <a:pt x="5915970" y="2278200"/>
                  </a:lnTo>
                  <a:lnTo>
                    <a:pt x="5915115" y="2278200"/>
                  </a:lnTo>
                  <a:lnTo>
                    <a:pt x="5914259" y="2278200"/>
                  </a:lnTo>
                  <a:lnTo>
                    <a:pt x="5913404" y="2278200"/>
                  </a:lnTo>
                  <a:lnTo>
                    <a:pt x="5912548" y="2278200"/>
                  </a:lnTo>
                  <a:lnTo>
                    <a:pt x="5911692" y="2278200"/>
                  </a:lnTo>
                  <a:lnTo>
                    <a:pt x="5910837" y="2278200"/>
                  </a:lnTo>
                  <a:lnTo>
                    <a:pt x="5909981" y="2278200"/>
                  </a:lnTo>
                  <a:lnTo>
                    <a:pt x="5909126" y="2278200"/>
                  </a:lnTo>
                  <a:lnTo>
                    <a:pt x="5908270" y="2278200"/>
                  </a:lnTo>
                  <a:lnTo>
                    <a:pt x="5907415" y="2278200"/>
                  </a:lnTo>
                  <a:lnTo>
                    <a:pt x="5906559" y="2278200"/>
                  </a:lnTo>
                  <a:lnTo>
                    <a:pt x="5905704" y="2278200"/>
                  </a:lnTo>
                  <a:lnTo>
                    <a:pt x="5904848" y="2278200"/>
                  </a:lnTo>
                  <a:lnTo>
                    <a:pt x="5903993" y="2278200"/>
                  </a:lnTo>
                  <a:lnTo>
                    <a:pt x="5903137" y="2278200"/>
                  </a:lnTo>
                  <a:lnTo>
                    <a:pt x="5902282" y="2278200"/>
                  </a:lnTo>
                  <a:lnTo>
                    <a:pt x="5901426" y="2278200"/>
                  </a:lnTo>
                  <a:lnTo>
                    <a:pt x="5900571" y="2278200"/>
                  </a:lnTo>
                  <a:lnTo>
                    <a:pt x="5899715" y="2278200"/>
                  </a:lnTo>
                  <a:lnTo>
                    <a:pt x="5898860" y="2278200"/>
                  </a:lnTo>
                  <a:lnTo>
                    <a:pt x="5898004" y="2278200"/>
                  </a:lnTo>
                  <a:lnTo>
                    <a:pt x="5897149" y="2278200"/>
                  </a:lnTo>
                  <a:lnTo>
                    <a:pt x="5896293" y="2278200"/>
                  </a:lnTo>
                  <a:lnTo>
                    <a:pt x="5895437" y="2278200"/>
                  </a:lnTo>
                  <a:lnTo>
                    <a:pt x="5894582" y="2278200"/>
                  </a:lnTo>
                  <a:lnTo>
                    <a:pt x="5893726" y="2278200"/>
                  </a:lnTo>
                  <a:lnTo>
                    <a:pt x="5892871" y="2278200"/>
                  </a:lnTo>
                  <a:lnTo>
                    <a:pt x="5892015" y="2278200"/>
                  </a:lnTo>
                  <a:lnTo>
                    <a:pt x="5891160" y="2278200"/>
                  </a:lnTo>
                  <a:lnTo>
                    <a:pt x="5890304" y="2278200"/>
                  </a:lnTo>
                  <a:lnTo>
                    <a:pt x="5889449" y="2278200"/>
                  </a:lnTo>
                  <a:lnTo>
                    <a:pt x="5888593" y="2278200"/>
                  </a:lnTo>
                  <a:lnTo>
                    <a:pt x="5887738" y="2278200"/>
                  </a:lnTo>
                  <a:lnTo>
                    <a:pt x="5886882" y="2278200"/>
                  </a:lnTo>
                  <a:lnTo>
                    <a:pt x="5886027" y="2278200"/>
                  </a:lnTo>
                  <a:lnTo>
                    <a:pt x="5885171" y="2278200"/>
                  </a:lnTo>
                  <a:lnTo>
                    <a:pt x="5884316" y="2278200"/>
                  </a:lnTo>
                  <a:lnTo>
                    <a:pt x="5883460" y="2278200"/>
                  </a:lnTo>
                  <a:lnTo>
                    <a:pt x="5882605" y="2278200"/>
                  </a:lnTo>
                  <a:lnTo>
                    <a:pt x="5881749" y="2278200"/>
                  </a:lnTo>
                  <a:lnTo>
                    <a:pt x="5880893" y="2278200"/>
                  </a:lnTo>
                  <a:lnTo>
                    <a:pt x="5880038" y="2278200"/>
                  </a:lnTo>
                  <a:lnTo>
                    <a:pt x="5879182" y="2278200"/>
                  </a:lnTo>
                  <a:lnTo>
                    <a:pt x="5878327" y="2278200"/>
                  </a:lnTo>
                  <a:lnTo>
                    <a:pt x="5877471" y="2278200"/>
                  </a:lnTo>
                  <a:lnTo>
                    <a:pt x="5876616" y="2278200"/>
                  </a:lnTo>
                  <a:lnTo>
                    <a:pt x="5875760" y="2278200"/>
                  </a:lnTo>
                  <a:lnTo>
                    <a:pt x="5874905" y="2278200"/>
                  </a:lnTo>
                  <a:lnTo>
                    <a:pt x="5874049" y="2278200"/>
                  </a:lnTo>
                  <a:lnTo>
                    <a:pt x="5873194" y="2278200"/>
                  </a:lnTo>
                  <a:lnTo>
                    <a:pt x="5872338" y="2278200"/>
                  </a:lnTo>
                  <a:lnTo>
                    <a:pt x="5871483" y="2278200"/>
                  </a:lnTo>
                  <a:lnTo>
                    <a:pt x="5870627" y="2278200"/>
                  </a:lnTo>
                  <a:lnTo>
                    <a:pt x="5869772" y="2278200"/>
                  </a:lnTo>
                  <a:lnTo>
                    <a:pt x="5868916" y="2278200"/>
                  </a:lnTo>
                  <a:lnTo>
                    <a:pt x="5868061" y="2278200"/>
                  </a:lnTo>
                  <a:lnTo>
                    <a:pt x="5867205" y="2278200"/>
                  </a:lnTo>
                  <a:lnTo>
                    <a:pt x="5866350" y="2278200"/>
                  </a:lnTo>
                  <a:lnTo>
                    <a:pt x="5865494" y="2278200"/>
                  </a:lnTo>
                  <a:lnTo>
                    <a:pt x="5864638" y="2278200"/>
                  </a:lnTo>
                  <a:lnTo>
                    <a:pt x="5863783" y="2278200"/>
                  </a:lnTo>
                  <a:lnTo>
                    <a:pt x="5862927" y="2278200"/>
                  </a:lnTo>
                  <a:lnTo>
                    <a:pt x="5862072" y="2278200"/>
                  </a:lnTo>
                  <a:lnTo>
                    <a:pt x="5861216" y="2278200"/>
                  </a:lnTo>
                  <a:lnTo>
                    <a:pt x="5860361" y="2278200"/>
                  </a:lnTo>
                  <a:lnTo>
                    <a:pt x="5859505" y="2278200"/>
                  </a:lnTo>
                  <a:lnTo>
                    <a:pt x="5858650" y="2278200"/>
                  </a:lnTo>
                  <a:lnTo>
                    <a:pt x="5857794" y="2278200"/>
                  </a:lnTo>
                  <a:lnTo>
                    <a:pt x="5856939" y="2278200"/>
                  </a:lnTo>
                  <a:lnTo>
                    <a:pt x="5856083" y="2278200"/>
                  </a:lnTo>
                  <a:lnTo>
                    <a:pt x="5855228" y="2278200"/>
                  </a:lnTo>
                  <a:lnTo>
                    <a:pt x="5854372" y="2278200"/>
                  </a:lnTo>
                  <a:lnTo>
                    <a:pt x="5853517" y="2278200"/>
                  </a:lnTo>
                  <a:lnTo>
                    <a:pt x="5852661" y="2278200"/>
                  </a:lnTo>
                  <a:lnTo>
                    <a:pt x="5851806" y="2278200"/>
                  </a:lnTo>
                  <a:lnTo>
                    <a:pt x="5850950" y="2278200"/>
                  </a:lnTo>
                  <a:lnTo>
                    <a:pt x="5850095" y="2278200"/>
                  </a:lnTo>
                  <a:lnTo>
                    <a:pt x="5849239" y="2278200"/>
                  </a:lnTo>
                  <a:lnTo>
                    <a:pt x="5848383" y="2278200"/>
                  </a:lnTo>
                  <a:lnTo>
                    <a:pt x="5847528" y="2278200"/>
                  </a:lnTo>
                  <a:lnTo>
                    <a:pt x="5846672" y="2278200"/>
                  </a:lnTo>
                  <a:lnTo>
                    <a:pt x="5845817" y="2278200"/>
                  </a:lnTo>
                  <a:lnTo>
                    <a:pt x="5844961" y="2278200"/>
                  </a:lnTo>
                  <a:lnTo>
                    <a:pt x="5844106" y="2278200"/>
                  </a:lnTo>
                  <a:lnTo>
                    <a:pt x="5843250" y="2278200"/>
                  </a:lnTo>
                  <a:lnTo>
                    <a:pt x="5842395" y="2278200"/>
                  </a:lnTo>
                  <a:lnTo>
                    <a:pt x="5841539" y="2278200"/>
                  </a:lnTo>
                  <a:lnTo>
                    <a:pt x="5840684" y="2278200"/>
                  </a:lnTo>
                  <a:lnTo>
                    <a:pt x="5839828" y="2278200"/>
                  </a:lnTo>
                  <a:lnTo>
                    <a:pt x="5838973" y="2278200"/>
                  </a:lnTo>
                  <a:lnTo>
                    <a:pt x="5838117" y="2278200"/>
                  </a:lnTo>
                  <a:lnTo>
                    <a:pt x="5837262" y="2278200"/>
                  </a:lnTo>
                  <a:lnTo>
                    <a:pt x="5836406" y="2278200"/>
                  </a:lnTo>
                  <a:lnTo>
                    <a:pt x="5835551" y="2278200"/>
                  </a:lnTo>
                  <a:lnTo>
                    <a:pt x="5834695" y="2278200"/>
                  </a:lnTo>
                  <a:lnTo>
                    <a:pt x="5833839" y="2278200"/>
                  </a:lnTo>
                  <a:lnTo>
                    <a:pt x="5832984" y="2278200"/>
                  </a:lnTo>
                  <a:lnTo>
                    <a:pt x="5832128" y="2278200"/>
                  </a:lnTo>
                  <a:lnTo>
                    <a:pt x="5831273" y="2278200"/>
                  </a:lnTo>
                  <a:lnTo>
                    <a:pt x="5830417" y="2278200"/>
                  </a:lnTo>
                  <a:lnTo>
                    <a:pt x="5829562" y="2278200"/>
                  </a:lnTo>
                  <a:lnTo>
                    <a:pt x="5828706" y="2278200"/>
                  </a:lnTo>
                  <a:lnTo>
                    <a:pt x="5827851" y="2278200"/>
                  </a:lnTo>
                  <a:lnTo>
                    <a:pt x="5826995" y="2278200"/>
                  </a:lnTo>
                  <a:lnTo>
                    <a:pt x="5826140" y="2278200"/>
                  </a:lnTo>
                  <a:lnTo>
                    <a:pt x="5825284" y="2278200"/>
                  </a:lnTo>
                  <a:lnTo>
                    <a:pt x="5824429" y="2278200"/>
                  </a:lnTo>
                  <a:lnTo>
                    <a:pt x="5823573" y="2278200"/>
                  </a:lnTo>
                  <a:lnTo>
                    <a:pt x="5822718" y="2278200"/>
                  </a:lnTo>
                  <a:lnTo>
                    <a:pt x="5821862" y="2278200"/>
                  </a:lnTo>
                  <a:lnTo>
                    <a:pt x="5821007" y="2278200"/>
                  </a:lnTo>
                  <a:lnTo>
                    <a:pt x="5820151" y="2278200"/>
                  </a:lnTo>
                  <a:lnTo>
                    <a:pt x="5819296" y="2278200"/>
                  </a:lnTo>
                  <a:lnTo>
                    <a:pt x="5818440" y="2278200"/>
                  </a:lnTo>
                  <a:lnTo>
                    <a:pt x="5817584" y="2278200"/>
                  </a:lnTo>
                  <a:lnTo>
                    <a:pt x="5816729" y="2278200"/>
                  </a:lnTo>
                  <a:lnTo>
                    <a:pt x="5815873" y="2278200"/>
                  </a:lnTo>
                  <a:lnTo>
                    <a:pt x="5815018" y="2278200"/>
                  </a:lnTo>
                  <a:lnTo>
                    <a:pt x="5814162" y="2278200"/>
                  </a:lnTo>
                  <a:lnTo>
                    <a:pt x="5813307" y="2278200"/>
                  </a:lnTo>
                  <a:lnTo>
                    <a:pt x="5812451" y="2278200"/>
                  </a:lnTo>
                  <a:lnTo>
                    <a:pt x="5811596" y="2278200"/>
                  </a:lnTo>
                  <a:lnTo>
                    <a:pt x="5810740" y="2278200"/>
                  </a:lnTo>
                  <a:lnTo>
                    <a:pt x="5809885" y="2278200"/>
                  </a:lnTo>
                  <a:lnTo>
                    <a:pt x="5809029" y="2278200"/>
                  </a:lnTo>
                  <a:lnTo>
                    <a:pt x="5808174" y="2278200"/>
                  </a:lnTo>
                  <a:lnTo>
                    <a:pt x="5807318" y="2278200"/>
                  </a:lnTo>
                  <a:lnTo>
                    <a:pt x="5806463" y="2278200"/>
                  </a:lnTo>
                  <a:lnTo>
                    <a:pt x="5805607" y="2278200"/>
                  </a:lnTo>
                  <a:lnTo>
                    <a:pt x="5804752" y="2278200"/>
                  </a:lnTo>
                  <a:lnTo>
                    <a:pt x="5803896" y="2278200"/>
                  </a:lnTo>
                  <a:lnTo>
                    <a:pt x="5803041" y="2278200"/>
                  </a:lnTo>
                  <a:lnTo>
                    <a:pt x="5802185" y="2278200"/>
                  </a:lnTo>
                  <a:lnTo>
                    <a:pt x="5801329" y="2278200"/>
                  </a:lnTo>
                  <a:lnTo>
                    <a:pt x="5800474" y="2278200"/>
                  </a:lnTo>
                  <a:lnTo>
                    <a:pt x="5799618" y="2278200"/>
                  </a:lnTo>
                  <a:lnTo>
                    <a:pt x="5798763" y="2278200"/>
                  </a:lnTo>
                  <a:lnTo>
                    <a:pt x="5797907" y="2278200"/>
                  </a:lnTo>
                  <a:lnTo>
                    <a:pt x="5797052" y="2278200"/>
                  </a:lnTo>
                  <a:lnTo>
                    <a:pt x="5796196" y="2278200"/>
                  </a:lnTo>
                  <a:lnTo>
                    <a:pt x="5795341" y="2278200"/>
                  </a:lnTo>
                  <a:lnTo>
                    <a:pt x="5794485" y="2278200"/>
                  </a:lnTo>
                  <a:lnTo>
                    <a:pt x="5793630" y="2278200"/>
                  </a:lnTo>
                  <a:lnTo>
                    <a:pt x="5792774" y="2278200"/>
                  </a:lnTo>
                  <a:lnTo>
                    <a:pt x="5791919" y="2278200"/>
                  </a:lnTo>
                  <a:lnTo>
                    <a:pt x="5791063" y="2278200"/>
                  </a:lnTo>
                  <a:lnTo>
                    <a:pt x="5790208" y="2278200"/>
                  </a:lnTo>
                  <a:lnTo>
                    <a:pt x="5789352" y="2278200"/>
                  </a:lnTo>
                  <a:lnTo>
                    <a:pt x="5788497" y="2278200"/>
                  </a:lnTo>
                  <a:lnTo>
                    <a:pt x="5787641" y="2278200"/>
                  </a:lnTo>
                  <a:lnTo>
                    <a:pt x="5786785" y="2278200"/>
                  </a:lnTo>
                  <a:lnTo>
                    <a:pt x="5785930" y="2278200"/>
                  </a:lnTo>
                  <a:lnTo>
                    <a:pt x="5785074" y="2278200"/>
                  </a:lnTo>
                  <a:lnTo>
                    <a:pt x="5784219" y="2278200"/>
                  </a:lnTo>
                  <a:lnTo>
                    <a:pt x="5783363" y="2278200"/>
                  </a:lnTo>
                  <a:lnTo>
                    <a:pt x="5782508" y="2278200"/>
                  </a:lnTo>
                  <a:lnTo>
                    <a:pt x="5781652" y="2278200"/>
                  </a:lnTo>
                  <a:lnTo>
                    <a:pt x="5780797" y="2278200"/>
                  </a:lnTo>
                  <a:lnTo>
                    <a:pt x="5779941" y="2278200"/>
                  </a:lnTo>
                  <a:lnTo>
                    <a:pt x="5779086" y="2278200"/>
                  </a:lnTo>
                  <a:lnTo>
                    <a:pt x="5778230" y="2278200"/>
                  </a:lnTo>
                  <a:lnTo>
                    <a:pt x="5777375" y="2278200"/>
                  </a:lnTo>
                  <a:lnTo>
                    <a:pt x="5776519" y="2278200"/>
                  </a:lnTo>
                  <a:lnTo>
                    <a:pt x="5775664" y="2278200"/>
                  </a:lnTo>
                  <a:lnTo>
                    <a:pt x="5774808" y="2278200"/>
                  </a:lnTo>
                  <a:lnTo>
                    <a:pt x="5773953" y="2278200"/>
                  </a:lnTo>
                  <a:lnTo>
                    <a:pt x="5773097" y="2278200"/>
                  </a:lnTo>
                  <a:lnTo>
                    <a:pt x="5772242" y="2278200"/>
                  </a:lnTo>
                  <a:lnTo>
                    <a:pt x="5771386" y="2278200"/>
                  </a:lnTo>
                  <a:lnTo>
                    <a:pt x="5770530" y="2278200"/>
                  </a:lnTo>
                  <a:lnTo>
                    <a:pt x="5769675" y="2278200"/>
                  </a:lnTo>
                  <a:lnTo>
                    <a:pt x="5768819" y="2278200"/>
                  </a:lnTo>
                  <a:lnTo>
                    <a:pt x="5767964" y="2278200"/>
                  </a:lnTo>
                  <a:lnTo>
                    <a:pt x="5767108" y="2278200"/>
                  </a:lnTo>
                  <a:lnTo>
                    <a:pt x="5766253" y="2278200"/>
                  </a:lnTo>
                  <a:lnTo>
                    <a:pt x="5765397" y="2278200"/>
                  </a:lnTo>
                  <a:lnTo>
                    <a:pt x="5764542" y="2278200"/>
                  </a:lnTo>
                  <a:lnTo>
                    <a:pt x="5763686" y="2278200"/>
                  </a:lnTo>
                  <a:lnTo>
                    <a:pt x="5762831" y="2278200"/>
                  </a:lnTo>
                  <a:lnTo>
                    <a:pt x="5761975" y="2278200"/>
                  </a:lnTo>
                  <a:lnTo>
                    <a:pt x="5761120" y="2278200"/>
                  </a:lnTo>
                  <a:lnTo>
                    <a:pt x="5760264" y="2278200"/>
                  </a:lnTo>
                  <a:lnTo>
                    <a:pt x="5759409" y="2278200"/>
                  </a:lnTo>
                  <a:lnTo>
                    <a:pt x="5758553" y="2278200"/>
                  </a:lnTo>
                  <a:lnTo>
                    <a:pt x="5757698" y="2278200"/>
                  </a:lnTo>
                  <a:lnTo>
                    <a:pt x="5756842" y="2278200"/>
                  </a:lnTo>
                  <a:lnTo>
                    <a:pt x="5755987" y="2278200"/>
                  </a:lnTo>
                  <a:lnTo>
                    <a:pt x="5755131" y="2278200"/>
                  </a:lnTo>
                  <a:lnTo>
                    <a:pt x="5754275" y="2278200"/>
                  </a:lnTo>
                  <a:lnTo>
                    <a:pt x="5753420" y="2278200"/>
                  </a:lnTo>
                  <a:lnTo>
                    <a:pt x="5752564" y="2278200"/>
                  </a:lnTo>
                  <a:lnTo>
                    <a:pt x="5751709" y="2278200"/>
                  </a:lnTo>
                  <a:lnTo>
                    <a:pt x="5750853" y="2278200"/>
                  </a:lnTo>
                  <a:lnTo>
                    <a:pt x="5749998" y="2278200"/>
                  </a:lnTo>
                  <a:lnTo>
                    <a:pt x="5749142" y="2278200"/>
                  </a:lnTo>
                  <a:lnTo>
                    <a:pt x="5748287" y="2278200"/>
                  </a:lnTo>
                  <a:lnTo>
                    <a:pt x="5747431" y="2278200"/>
                  </a:lnTo>
                  <a:lnTo>
                    <a:pt x="5746576" y="2278200"/>
                  </a:lnTo>
                  <a:lnTo>
                    <a:pt x="5745720" y="2278200"/>
                  </a:lnTo>
                  <a:lnTo>
                    <a:pt x="5744865" y="2278200"/>
                  </a:lnTo>
                  <a:lnTo>
                    <a:pt x="5744009" y="2278200"/>
                  </a:lnTo>
                  <a:lnTo>
                    <a:pt x="5743154" y="2278200"/>
                  </a:lnTo>
                  <a:lnTo>
                    <a:pt x="5742298" y="2278200"/>
                  </a:lnTo>
                  <a:lnTo>
                    <a:pt x="5741443" y="2278200"/>
                  </a:lnTo>
                  <a:lnTo>
                    <a:pt x="5740587" y="2278200"/>
                  </a:lnTo>
                  <a:lnTo>
                    <a:pt x="5739732" y="2278200"/>
                  </a:lnTo>
                  <a:lnTo>
                    <a:pt x="5738876" y="2278200"/>
                  </a:lnTo>
                  <a:lnTo>
                    <a:pt x="5738020" y="2278200"/>
                  </a:lnTo>
                  <a:lnTo>
                    <a:pt x="5737165" y="2278200"/>
                  </a:lnTo>
                  <a:lnTo>
                    <a:pt x="5736309" y="2278200"/>
                  </a:lnTo>
                  <a:lnTo>
                    <a:pt x="5735454" y="2278200"/>
                  </a:lnTo>
                  <a:lnTo>
                    <a:pt x="5734598" y="2278200"/>
                  </a:lnTo>
                  <a:lnTo>
                    <a:pt x="5733743" y="2278200"/>
                  </a:lnTo>
                  <a:lnTo>
                    <a:pt x="5732887" y="2278200"/>
                  </a:lnTo>
                  <a:lnTo>
                    <a:pt x="5732032" y="2278200"/>
                  </a:lnTo>
                  <a:lnTo>
                    <a:pt x="5731176" y="2278200"/>
                  </a:lnTo>
                  <a:lnTo>
                    <a:pt x="5730321" y="2278200"/>
                  </a:lnTo>
                  <a:lnTo>
                    <a:pt x="5729465" y="2278200"/>
                  </a:lnTo>
                  <a:lnTo>
                    <a:pt x="5728610" y="2278200"/>
                  </a:lnTo>
                  <a:lnTo>
                    <a:pt x="5727754" y="2278200"/>
                  </a:lnTo>
                  <a:lnTo>
                    <a:pt x="5726899" y="2278200"/>
                  </a:lnTo>
                  <a:lnTo>
                    <a:pt x="5726043" y="2278200"/>
                  </a:lnTo>
                  <a:lnTo>
                    <a:pt x="5725188" y="2278200"/>
                  </a:lnTo>
                  <a:lnTo>
                    <a:pt x="5724332" y="2278200"/>
                  </a:lnTo>
                  <a:lnTo>
                    <a:pt x="5723476" y="2278200"/>
                  </a:lnTo>
                  <a:lnTo>
                    <a:pt x="5722621" y="2278200"/>
                  </a:lnTo>
                  <a:lnTo>
                    <a:pt x="5721765" y="2278200"/>
                  </a:lnTo>
                  <a:lnTo>
                    <a:pt x="5720910" y="2278200"/>
                  </a:lnTo>
                  <a:lnTo>
                    <a:pt x="5720054" y="2278200"/>
                  </a:lnTo>
                  <a:lnTo>
                    <a:pt x="5719199" y="2278200"/>
                  </a:lnTo>
                  <a:lnTo>
                    <a:pt x="5718343" y="2278200"/>
                  </a:lnTo>
                  <a:lnTo>
                    <a:pt x="5717488" y="2278200"/>
                  </a:lnTo>
                  <a:lnTo>
                    <a:pt x="5716632" y="2278200"/>
                  </a:lnTo>
                  <a:lnTo>
                    <a:pt x="5715777" y="2278200"/>
                  </a:lnTo>
                  <a:lnTo>
                    <a:pt x="5714921" y="2278200"/>
                  </a:lnTo>
                  <a:lnTo>
                    <a:pt x="5714066" y="2278200"/>
                  </a:lnTo>
                  <a:lnTo>
                    <a:pt x="5713210" y="2278200"/>
                  </a:lnTo>
                  <a:lnTo>
                    <a:pt x="5712355" y="2278200"/>
                  </a:lnTo>
                  <a:lnTo>
                    <a:pt x="5711499" y="2278200"/>
                  </a:lnTo>
                  <a:lnTo>
                    <a:pt x="5710644" y="2278200"/>
                  </a:lnTo>
                  <a:lnTo>
                    <a:pt x="5709788" y="2278200"/>
                  </a:lnTo>
                  <a:lnTo>
                    <a:pt x="5708933" y="2278200"/>
                  </a:lnTo>
                  <a:lnTo>
                    <a:pt x="5708077" y="2278200"/>
                  </a:lnTo>
                  <a:lnTo>
                    <a:pt x="5707221" y="2278200"/>
                  </a:lnTo>
                  <a:lnTo>
                    <a:pt x="5706366" y="2278200"/>
                  </a:lnTo>
                  <a:lnTo>
                    <a:pt x="5705510" y="2278200"/>
                  </a:lnTo>
                  <a:lnTo>
                    <a:pt x="5704655" y="2278200"/>
                  </a:lnTo>
                  <a:lnTo>
                    <a:pt x="5703799" y="2278200"/>
                  </a:lnTo>
                  <a:lnTo>
                    <a:pt x="5702944" y="2278200"/>
                  </a:lnTo>
                  <a:lnTo>
                    <a:pt x="5702088" y="2278200"/>
                  </a:lnTo>
                  <a:lnTo>
                    <a:pt x="5701233" y="2278200"/>
                  </a:lnTo>
                  <a:lnTo>
                    <a:pt x="5700377" y="2278200"/>
                  </a:lnTo>
                  <a:lnTo>
                    <a:pt x="5699522" y="2278200"/>
                  </a:lnTo>
                  <a:lnTo>
                    <a:pt x="5698666" y="2278200"/>
                  </a:lnTo>
                  <a:lnTo>
                    <a:pt x="5697811" y="2278200"/>
                  </a:lnTo>
                  <a:lnTo>
                    <a:pt x="5696955" y="2278200"/>
                  </a:lnTo>
                  <a:lnTo>
                    <a:pt x="5696100" y="2278200"/>
                  </a:lnTo>
                  <a:lnTo>
                    <a:pt x="5695244" y="2278200"/>
                  </a:lnTo>
                  <a:lnTo>
                    <a:pt x="5694389" y="2278200"/>
                  </a:lnTo>
                  <a:lnTo>
                    <a:pt x="5693533" y="2278200"/>
                  </a:lnTo>
                  <a:lnTo>
                    <a:pt x="5692678" y="2278200"/>
                  </a:lnTo>
                  <a:lnTo>
                    <a:pt x="5691822" y="2278200"/>
                  </a:lnTo>
                  <a:lnTo>
                    <a:pt x="5690966" y="2278200"/>
                  </a:lnTo>
                  <a:lnTo>
                    <a:pt x="5690111" y="2278200"/>
                  </a:lnTo>
                  <a:lnTo>
                    <a:pt x="5689255" y="2278200"/>
                  </a:lnTo>
                  <a:lnTo>
                    <a:pt x="5688400" y="2278200"/>
                  </a:lnTo>
                  <a:lnTo>
                    <a:pt x="5687544" y="2278200"/>
                  </a:lnTo>
                  <a:lnTo>
                    <a:pt x="5686689" y="2278200"/>
                  </a:lnTo>
                  <a:lnTo>
                    <a:pt x="5685833" y="2278200"/>
                  </a:lnTo>
                  <a:lnTo>
                    <a:pt x="5684978" y="2278200"/>
                  </a:lnTo>
                  <a:lnTo>
                    <a:pt x="5684122" y="2278200"/>
                  </a:lnTo>
                  <a:lnTo>
                    <a:pt x="5683267" y="2278200"/>
                  </a:lnTo>
                  <a:lnTo>
                    <a:pt x="5682411" y="2278200"/>
                  </a:lnTo>
                  <a:lnTo>
                    <a:pt x="5681556" y="2278200"/>
                  </a:lnTo>
                  <a:lnTo>
                    <a:pt x="5680700" y="2278200"/>
                  </a:lnTo>
                  <a:lnTo>
                    <a:pt x="5679845" y="2278200"/>
                  </a:lnTo>
                  <a:lnTo>
                    <a:pt x="5678989" y="2278200"/>
                  </a:lnTo>
                  <a:lnTo>
                    <a:pt x="5678134" y="2278200"/>
                  </a:lnTo>
                  <a:lnTo>
                    <a:pt x="5677278" y="2278200"/>
                  </a:lnTo>
                  <a:lnTo>
                    <a:pt x="5676422" y="2278200"/>
                  </a:lnTo>
                  <a:lnTo>
                    <a:pt x="5675567" y="2278200"/>
                  </a:lnTo>
                  <a:lnTo>
                    <a:pt x="5674711" y="2278200"/>
                  </a:lnTo>
                  <a:lnTo>
                    <a:pt x="5673856" y="2278200"/>
                  </a:lnTo>
                  <a:lnTo>
                    <a:pt x="5673000" y="2278200"/>
                  </a:lnTo>
                  <a:lnTo>
                    <a:pt x="5672145" y="2278200"/>
                  </a:lnTo>
                  <a:lnTo>
                    <a:pt x="5671289" y="2278200"/>
                  </a:lnTo>
                  <a:lnTo>
                    <a:pt x="5670434" y="2278200"/>
                  </a:lnTo>
                  <a:lnTo>
                    <a:pt x="5669578" y="2278200"/>
                  </a:lnTo>
                  <a:lnTo>
                    <a:pt x="5668723" y="2278200"/>
                  </a:lnTo>
                  <a:lnTo>
                    <a:pt x="5667867" y="2278200"/>
                  </a:lnTo>
                  <a:lnTo>
                    <a:pt x="5667012" y="2278200"/>
                  </a:lnTo>
                  <a:lnTo>
                    <a:pt x="5666156" y="2278200"/>
                  </a:lnTo>
                  <a:lnTo>
                    <a:pt x="5665301" y="2278200"/>
                  </a:lnTo>
                  <a:lnTo>
                    <a:pt x="5664445" y="2278200"/>
                  </a:lnTo>
                  <a:lnTo>
                    <a:pt x="5663590" y="2278200"/>
                  </a:lnTo>
                  <a:lnTo>
                    <a:pt x="5662734" y="2278200"/>
                  </a:lnTo>
                  <a:lnTo>
                    <a:pt x="5661879" y="2278200"/>
                  </a:lnTo>
                  <a:lnTo>
                    <a:pt x="5661023" y="2278200"/>
                  </a:lnTo>
                  <a:lnTo>
                    <a:pt x="5660167" y="2278200"/>
                  </a:lnTo>
                  <a:lnTo>
                    <a:pt x="5659312" y="2278200"/>
                  </a:lnTo>
                  <a:lnTo>
                    <a:pt x="5658456" y="2278200"/>
                  </a:lnTo>
                  <a:lnTo>
                    <a:pt x="5657601" y="2278200"/>
                  </a:lnTo>
                  <a:lnTo>
                    <a:pt x="5656745" y="2278200"/>
                  </a:lnTo>
                  <a:lnTo>
                    <a:pt x="5655890" y="2278200"/>
                  </a:lnTo>
                  <a:lnTo>
                    <a:pt x="5655034" y="2278200"/>
                  </a:lnTo>
                  <a:lnTo>
                    <a:pt x="5654179" y="2278200"/>
                  </a:lnTo>
                  <a:lnTo>
                    <a:pt x="5653323" y="2278200"/>
                  </a:lnTo>
                  <a:lnTo>
                    <a:pt x="5652468" y="2278200"/>
                  </a:lnTo>
                  <a:lnTo>
                    <a:pt x="5651612" y="2278200"/>
                  </a:lnTo>
                  <a:lnTo>
                    <a:pt x="5650757" y="2278200"/>
                  </a:lnTo>
                  <a:lnTo>
                    <a:pt x="5649901" y="2278200"/>
                  </a:lnTo>
                  <a:lnTo>
                    <a:pt x="5649046" y="2278200"/>
                  </a:lnTo>
                  <a:lnTo>
                    <a:pt x="5648190" y="2278200"/>
                  </a:lnTo>
                  <a:lnTo>
                    <a:pt x="5647335" y="2278200"/>
                  </a:lnTo>
                  <a:lnTo>
                    <a:pt x="5646479" y="2278200"/>
                  </a:lnTo>
                  <a:lnTo>
                    <a:pt x="5645624" y="2278200"/>
                  </a:lnTo>
                  <a:lnTo>
                    <a:pt x="5644768" y="2278200"/>
                  </a:lnTo>
                  <a:lnTo>
                    <a:pt x="5643912" y="2278200"/>
                  </a:lnTo>
                  <a:lnTo>
                    <a:pt x="5643057" y="2278200"/>
                  </a:lnTo>
                  <a:lnTo>
                    <a:pt x="5642201" y="2278200"/>
                  </a:lnTo>
                  <a:lnTo>
                    <a:pt x="5641346" y="2278200"/>
                  </a:lnTo>
                  <a:lnTo>
                    <a:pt x="5640490" y="2278200"/>
                  </a:lnTo>
                  <a:lnTo>
                    <a:pt x="5639635" y="2278200"/>
                  </a:lnTo>
                  <a:lnTo>
                    <a:pt x="5638779" y="2278200"/>
                  </a:lnTo>
                  <a:lnTo>
                    <a:pt x="5637924" y="2278200"/>
                  </a:lnTo>
                  <a:lnTo>
                    <a:pt x="5637068" y="2278200"/>
                  </a:lnTo>
                  <a:lnTo>
                    <a:pt x="5636213" y="2278200"/>
                  </a:lnTo>
                  <a:lnTo>
                    <a:pt x="5635357" y="2278200"/>
                  </a:lnTo>
                  <a:lnTo>
                    <a:pt x="5634502" y="2278200"/>
                  </a:lnTo>
                  <a:lnTo>
                    <a:pt x="5633646" y="2278200"/>
                  </a:lnTo>
                  <a:lnTo>
                    <a:pt x="5632791" y="2278200"/>
                  </a:lnTo>
                  <a:lnTo>
                    <a:pt x="5631935" y="2278200"/>
                  </a:lnTo>
                  <a:lnTo>
                    <a:pt x="5631080" y="2278200"/>
                  </a:lnTo>
                  <a:lnTo>
                    <a:pt x="5630224" y="2278200"/>
                  </a:lnTo>
                  <a:lnTo>
                    <a:pt x="5629368" y="2278200"/>
                  </a:lnTo>
                  <a:lnTo>
                    <a:pt x="5628513" y="2278200"/>
                  </a:lnTo>
                  <a:lnTo>
                    <a:pt x="5627657" y="2278200"/>
                  </a:lnTo>
                  <a:lnTo>
                    <a:pt x="5626802" y="2278200"/>
                  </a:lnTo>
                  <a:lnTo>
                    <a:pt x="5625946" y="2278200"/>
                  </a:lnTo>
                  <a:lnTo>
                    <a:pt x="5625091" y="2278200"/>
                  </a:lnTo>
                  <a:lnTo>
                    <a:pt x="5624235" y="2278200"/>
                  </a:lnTo>
                  <a:lnTo>
                    <a:pt x="5623380" y="2278200"/>
                  </a:lnTo>
                  <a:lnTo>
                    <a:pt x="5622524" y="2278200"/>
                  </a:lnTo>
                  <a:lnTo>
                    <a:pt x="5621669" y="2278200"/>
                  </a:lnTo>
                  <a:lnTo>
                    <a:pt x="5620813" y="2278200"/>
                  </a:lnTo>
                  <a:lnTo>
                    <a:pt x="5619958" y="2278200"/>
                  </a:lnTo>
                  <a:lnTo>
                    <a:pt x="5619102" y="2278200"/>
                  </a:lnTo>
                  <a:lnTo>
                    <a:pt x="5618247" y="2278200"/>
                  </a:lnTo>
                  <a:lnTo>
                    <a:pt x="5617391" y="2278200"/>
                  </a:lnTo>
                  <a:lnTo>
                    <a:pt x="5616536" y="2278200"/>
                  </a:lnTo>
                  <a:lnTo>
                    <a:pt x="5615680" y="2278200"/>
                  </a:lnTo>
                  <a:lnTo>
                    <a:pt x="5614825" y="2278200"/>
                  </a:lnTo>
                  <a:lnTo>
                    <a:pt x="5613969" y="2278200"/>
                  </a:lnTo>
                  <a:lnTo>
                    <a:pt x="5613113" y="2278200"/>
                  </a:lnTo>
                  <a:lnTo>
                    <a:pt x="5612258" y="2278200"/>
                  </a:lnTo>
                  <a:lnTo>
                    <a:pt x="5611402" y="2278200"/>
                  </a:lnTo>
                  <a:lnTo>
                    <a:pt x="5610547" y="2278200"/>
                  </a:lnTo>
                  <a:lnTo>
                    <a:pt x="5609691" y="2278200"/>
                  </a:lnTo>
                  <a:lnTo>
                    <a:pt x="5608836" y="2278200"/>
                  </a:lnTo>
                  <a:lnTo>
                    <a:pt x="5607980" y="2278200"/>
                  </a:lnTo>
                  <a:lnTo>
                    <a:pt x="5607125" y="2278200"/>
                  </a:lnTo>
                  <a:lnTo>
                    <a:pt x="5606269" y="2278200"/>
                  </a:lnTo>
                  <a:lnTo>
                    <a:pt x="5605414" y="2278200"/>
                  </a:lnTo>
                  <a:lnTo>
                    <a:pt x="5604558" y="2278200"/>
                  </a:lnTo>
                  <a:lnTo>
                    <a:pt x="5603703" y="2278200"/>
                  </a:lnTo>
                  <a:lnTo>
                    <a:pt x="5602847" y="2278200"/>
                  </a:lnTo>
                  <a:lnTo>
                    <a:pt x="5601992" y="2278200"/>
                  </a:lnTo>
                  <a:lnTo>
                    <a:pt x="5601136" y="2278200"/>
                  </a:lnTo>
                  <a:lnTo>
                    <a:pt x="5600281" y="2278200"/>
                  </a:lnTo>
                  <a:lnTo>
                    <a:pt x="5599425" y="2278200"/>
                  </a:lnTo>
                  <a:lnTo>
                    <a:pt x="5598570" y="2278200"/>
                  </a:lnTo>
                  <a:lnTo>
                    <a:pt x="5597714" y="2278200"/>
                  </a:lnTo>
                  <a:lnTo>
                    <a:pt x="5596858" y="2278200"/>
                  </a:lnTo>
                  <a:lnTo>
                    <a:pt x="5596003" y="2278200"/>
                  </a:lnTo>
                  <a:lnTo>
                    <a:pt x="5595147" y="2278200"/>
                  </a:lnTo>
                  <a:lnTo>
                    <a:pt x="5594292" y="2278200"/>
                  </a:lnTo>
                  <a:lnTo>
                    <a:pt x="5593436" y="2278200"/>
                  </a:lnTo>
                  <a:lnTo>
                    <a:pt x="5592581" y="2278200"/>
                  </a:lnTo>
                  <a:lnTo>
                    <a:pt x="5591725" y="2278200"/>
                  </a:lnTo>
                  <a:lnTo>
                    <a:pt x="5590870" y="2278200"/>
                  </a:lnTo>
                  <a:lnTo>
                    <a:pt x="5590014" y="2278200"/>
                  </a:lnTo>
                  <a:lnTo>
                    <a:pt x="5589159" y="2278200"/>
                  </a:lnTo>
                  <a:lnTo>
                    <a:pt x="5588303" y="2278200"/>
                  </a:lnTo>
                  <a:lnTo>
                    <a:pt x="5587448" y="2278200"/>
                  </a:lnTo>
                  <a:lnTo>
                    <a:pt x="5586592" y="2278200"/>
                  </a:lnTo>
                  <a:lnTo>
                    <a:pt x="5585737" y="2278200"/>
                  </a:lnTo>
                  <a:lnTo>
                    <a:pt x="5584881" y="2278200"/>
                  </a:lnTo>
                  <a:lnTo>
                    <a:pt x="5584026" y="2278200"/>
                  </a:lnTo>
                  <a:lnTo>
                    <a:pt x="5583170" y="2278200"/>
                  </a:lnTo>
                  <a:lnTo>
                    <a:pt x="5582314" y="2278200"/>
                  </a:lnTo>
                  <a:lnTo>
                    <a:pt x="5581459" y="2278200"/>
                  </a:lnTo>
                  <a:lnTo>
                    <a:pt x="5580603" y="2278200"/>
                  </a:lnTo>
                  <a:lnTo>
                    <a:pt x="5579748" y="2278200"/>
                  </a:lnTo>
                  <a:lnTo>
                    <a:pt x="5578892" y="2278200"/>
                  </a:lnTo>
                  <a:lnTo>
                    <a:pt x="5578037" y="2278200"/>
                  </a:lnTo>
                  <a:lnTo>
                    <a:pt x="5577181" y="2278200"/>
                  </a:lnTo>
                  <a:lnTo>
                    <a:pt x="5576326" y="2278200"/>
                  </a:lnTo>
                  <a:lnTo>
                    <a:pt x="5575470" y="2278200"/>
                  </a:lnTo>
                  <a:lnTo>
                    <a:pt x="5574615" y="2278200"/>
                  </a:lnTo>
                  <a:lnTo>
                    <a:pt x="5573759" y="2278200"/>
                  </a:lnTo>
                  <a:lnTo>
                    <a:pt x="5572904" y="2278200"/>
                  </a:lnTo>
                  <a:lnTo>
                    <a:pt x="5572048" y="2278200"/>
                  </a:lnTo>
                  <a:lnTo>
                    <a:pt x="5571193" y="2278200"/>
                  </a:lnTo>
                  <a:lnTo>
                    <a:pt x="5570337" y="2278200"/>
                  </a:lnTo>
                  <a:lnTo>
                    <a:pt x="5569482" y="2278200"/>
                  </a:lnTo>
                  <a:lnTo>
                    <a:pt x="5568626" y="2278200"/>
                  </a:lnTo>
                  <a:lnTo>
                    <a:pt x="5567771" y="2278200"/>
                  </a:lnTo>
                  <a:lnTo>
                    <a:pt x="5566915" y="2278200"/>
                  </a:lnTo>
                  <a:lnTo>
                    <a:pt x="5566059" y="2278200"/>
                  </a:lnTo>
                  <a:lnTo>
                    <a:pt x="5565204" y="2278200"/>
                  </a:lnTo>
                  <a:lnTo>
                    <a:pt x="5564348" y="2278200"/>
                  </a:lnTo>
                  <a:lnTo>
                    <a:pt x="5563493" y="2278200"/>
                  </a:lnTo>
                  <a:lnTo>
                    <a:pt x="5562637" y="2278200"/>
                  </a:lnTo>
                  <a:lnTo>
                    <a:pt x="5561782" y="2278200"/>
                  </a:lnTo>
                  <a:lnTo>
                    <a:pt x="5560926" y="2278200"/>
                  </a:lnTo>
                  <a:lnTo>
                    <a:pt x="5560071" y="2278200"/>
                  </a:lnTo>
                  <a:lnTo>
                    <a:pt x="5559215" y="2278200"/>
                  </a:lnTo>
                  <a:lnTo>
                    <a:pt x="5558360" y="2278200"/>
                  </a:lnTo>
                  <a:lnTo>
                    <a:pt x="5557504" y="2278200"/>
                  </a:lnTo>
                  <a:lnTo>
                    <a:pt x="5556649" y="2278200"/>
                  </a:lnTo>
                  <a:lnTo>
                    <a:pt x="5555793" y="2278200"/>
                  </a:lnTo>
                  <a:lnTo>
                    <a:pt x="5554938" y="2278200"/>
                  </a:lnTo>
                  <a:lnTo>
                    <a:pt x="5554082" y="2278200"/>
                  </a:lnTo>
                  <a:lnTo>
                    <a:pt x="5553227" y="2278200"/>
                  </a:lnTo>
                  <a:lnTo>
                    <a:pt x="5552371" y="2278200"/>
                  </a:lnTo>
                  <a:lnTo>
                    <a:pt x="5551516" y="2278200"/>
                  </a:lnTo>
                  <a:lnTo>
                    <a:pt x="5550660" y="2278200"/>
                  </a:lnTo>
                  <a:lnTo>
                    <a:pt x="5549804" y="2278200"/>
                  </a:lnTo>
                  <a:lnTo>
                    <a:pt x="5548949" y="2278200"/>
                  </a:lnTo>
                  <a:lnTo>
                    <a:pt x="5548093" y="2278200"/>
                  </a:lnTo>
                  <a:lnTo>
                    <a:pt x="5547238" y="2278200"/>
                  </a:lnTo>
                  <a:lnTo>
                    <a:pt x="5546382" y="2278200"/>
                  </a:lnTo>
                  <a:lnTo>
                    <a:pt x="5545527" y="2278200"/>
                  </a:lnTo>
                  <a:lnTo>
                    <a:pt x="5544671" y="2278200"/>
                  </a:lnTo>
                  <a:lnTo>
                    <a:pt x="5543816" y="2278200"/>
                  </a:lnTo>
                  <a:lnTo>
                    <a:pt x="5542960" y="2278200"/>
                  </a:lnTo>
                  <a:lnTo>
                    <a:pt x="5542105" y="2278200"/>
                  </a:lnTo>
                  <a:lnTo>
                    <a:pt x="5541249" y="2278200"/>
                  </a:lnTo>
                  <a:lnTo>
                    <a:pt x="5540394" y="2278200"/>
                  </a:lnTo>
                  <a:lnTo>
                    <a:pt x="5539538" y="2278200"/>
                  </a:lnTo>
                  <a:lnTo>
                    <a:pt x="5538683" y="2278200"/>
                  </a:lnTo>
                  <a:lnTo>
                    <a:pt x="5537827" y="2278200"/>
                  </a:lnTo>
                  <a:lnTo>
                    <a:pt x="5536972" y="2278200"/>
                  </a:lnTo>
                  <a:lnTo>
                    <a:pt x="5536116" y="2278200"/>
                  </a:lnTo>
                  <a:lnTo>
                    <a:pt x="5535261" y="2278200"/>
                  </a:lnTo>
                  <a:lnTo>
                    <a:pt x="5534405" y="2278200"/>
                  </a:lnTo>
                  <a:lnTo>
                    <a:pt x="5533549" y="2278200"/>
                  </a:lnTo>
                  <a:lnTo>
                    <a:pt x="5532694" y="2278200"/>
                  </a:lnTo>
                  <a:lnTo>
                    <a:pt x="5531838" y="2278200"/>
                  </a:lnTo>
                  <a:lnTo>
                    <a:pt x="5530983" y="2278200"/>
                  </a:lnTo>
                  <a:lnTo>
                    <a:pt x="5530127" y="2278200"/>
                  </a:lnTo>
                  <a:lnTo>
                    <a:pt x="5529272" y="2278200"/>
                  </a:lnTo>
                  <a:lnTo>
                    <a:pt x="5528416" y="2278200"/>
                  </a:lnTo>
                  <a:lnTo>
                    <a:pt x="5527561" y="2278200"/>
                  </a:lnTo>
                  <a:lnTo>
                    <a:pt x="5526705" y="2278200"/>
                  </a:lnTo>
                  <a:lnTo>
                    <a:pt x="5525850" y="2278200"/>
                  </a:lnTo>
                  <a:lnTo>
                    <a:pt x="5524994" y="2278200"/>
                  </a:lnTo>
                  <a:lnTo>
                    <a:pt x="5524139" y="2278200"/>
                  </a:lnTo>
                  <a:lnTo>
                    <a:pt x="5523283" y="2278200"/>
                  </a:lnTo>
                  <a:lnTo>
                    <a:pt x="5522428" y="2278200"/>
                  </a:lnTo>
                  <a:lnTo>
                    <a:pt x="5521572" y="2278200"/>
                  </a:lnTo>
                  <a:lnTo>
                    <a:pt x="5520717" y="2278200"/>
                  </a:lnTo>
                  <a:lnTo>
                    <a:pt x="5519861" y="2278200"/>
                  </a:lnTo>
                  <a:lnTo>
                    <a:pt x="5519005" y="2278200"/>
                  </a:lnTo>
                  <a:lnTo>
                    <a:pt x="5518150" y="2278200"/>
                  </a:lnTo>
                  <a:lnTo>
                    <a:pt x="5517294" y="2278200"/>
                  </a:lnTo>
                  <a:lnTo>
                    <a:pt x="5516439" y="2278200"/>
                  </a:lnTo>
                  <a:lnTo>
                    <a:pt x="5515583" y="2278200"/>
                  </a:lnTo>
                  <a:lnTo>
                    <a:pt x="5514728" y="2278200"/>
                  </a:lnTo>
                  <a:lnTo>
                    <a:pt x="5513872" y="2278200"/>
                  </a:lnTo>
                  <a:lnTo>
                    <a:pt x="5513017" y="2278200"/>
                  </a:lnTo>
                  <a:lnTo>
                    <a:pt x="5512161" y="2278200"/>
                  </a:lnTo>
                  <a:lnTo>
                    <a:pt x="5511306" y="2278200"/>
                  </a:lnTo>
                  <a:lnTo>
                    <a:pt x="5510450" y="2278200"/>
                  </a:lnTo>
                  <a:lnTo>
                    <a:pt x="5509595" y="2278200"/>
                  </a:lnTo>
                  <a:lnTo>
                    <a:pt x="5508739" y="2278200"/>
                  </a:lnTo>
                  <a:lnTo>
                    <a:pt x="5507884" y="2278200"/>
                  </a:lnTo>
                  <a:lnTo>
                    <a:pt x="5507028" y="2278200"/>
                  </a:lnTo>
                  <a:lnTo>
                    <a:pt x="5506173" y="2278200"/>
                  </a:lnTo>
                  <a:lnTo>
                    <a:pt x="5505317" y="2278200"/>
                  </a:lnTo>
                  <a:lnTo>
                    <a:pt x="5504462" y="2278200"/>
                  </a:lnTo>
                  <a:lnTo>
                    <a:pt x="5503606" y="2278200"/>
                  </a:lnTo>
                  <a:lnTo>
                    <a:pt x="5502750" y="2278200"/>
                  </a:lnTo>
                  <a:lnTo>
                    <a:pt x="5501895" y="2278200"/>
                  </a:lnTo>
                  <a:lnTo>
                    <a:pt x="5501039" y="2278200"/>
                  </a:lnTo>
                  <a:lnTo>
                    <a:pt x="5500184" y="2278200"/>
                  </a:lnTo>
                  <a:lnTo>
                    <a:pt x="5499328" y="2278200"/>
                  </a:lnTo>
                  <a:lnTo>
                    <a:pt x="5498473" y="2278200"/>
                  </a:lnTo>
                  <a:lnTo>
                    <a:pt x="5497617" y="2278200"/>
                  </a:lnTo>
                  <a:lnTo>
                    <a:pt x="5496762" y="2278200"/>
                  </a:lnTo>
                  <a:lnTo>
                    <a:pt x="5495906" y="2278200"/>
                  </a:lnTo>
                  <a:lnTo>
                    <a:pt x="5495051" y="2278200"/>
                  </a:lnTo>
                  <a:lnTo>
                    <a:pt x="5494195" y="2278200"/>
                  </a:lnTo>
                  <a:lnTo>
                    <a:pt x="5493340" y="2278200"/>
                  </a:lnTo>
                  <a:lnTo>
                    <a:pt x="5492484" y="2278200"/>
                  </a:lnTo>
                  <a:lnTo>
                    <a:pt x="5491629" y="2278200"/>
                  </a:lnTo>
                  <a:lnTo>
                    <a:pt x="5490773" y="2278200"/>
                  </a:lnTo>
                  <a:lnTo>
                    <a:pt x="5489918" y="2278200"/>
                  </a:lnTo>
                  <a:lnTo>
                    <a:pt x="5489062" y="2278200"/>
                  </a:lnTo>
                  <a:lnTo>
                    <a:pt x="5488207" y="2278200"/>
                  </a:lnTo>
                  <a:lnTo>
                    <a:pt x="5487351" y="2278200"/>
                  </a:lnTo>
                  <a:lnTo>
                    <a:pt x="5486495" y="2278200"/>
                  </a:lnTo>
                  <a:lnTo>
                    <a:pt x="5485640" y="2278200"/>
                  </a:lnTo>
                  <a:lnTo>
                    <a:pt x="5484784" y="2278200"/>
                  </a:lnTo>
                  <a:lnTo>
                    <a:pt x="5483929" y="2278200"/>
                  </a:lnTo>
                  <a:lnTo>
                    <a:pt x="5483073" y="2278200"/>
                  </a:lnTo>
                  <a:lnTo>
                    <a:pt x="5482218" y="2278200"/>
                  </a:lnTo>
                  <a:lnTo>
                    <a:pt x="5481362" y="2278200"/>
                  </a:lnTo>
                  <a:lnTo>
                    <a:pt x="5480507" y="2278200"/>
                  </a:lnTo>
                  <a:lnTo>
                    <a:pt x="5479651" y="2278200"/>
                  </a:lnTo>
                  <a:lnTo>
                    <a:pt x="5478796" y="2278200"/>
                  </a:lnTo>
                  <a:lnTo>
                    <a:pt x="5477940" y="2278200"/>
                  </a:lnTo>
                  <a:lnTo>
                    <a:pt x="5477085" y="2278200"/>
                  </a:lnTo>
                  <a:lnTo>
                    <a:pt x="5476229" y="2278200"/>
                  </a:lnTo>
                  <a:lnTo>
                    <a:pt x="5475374" y="2278200"/>
                  </a:lnTo>
                  <a:lnTo>
                    <a:pt x="5474518" y="2278200"/>
                  </a:lnTo>
                  <a:lnTo>
                    <a:pt x="5473663" y="2278200"/>
                  </a:lnTo>
                  <a:lnTo>
                    <a:pt x="5472807" y="2278200"/>
                  </a:lnTo>
                  <a:lnTo>
                    <a:pt x="5471951" y="2278200"/>
                  </a:lnTo>
                  <a:lnTo>
                    <a:pt x="5471096" y="2278200"/>
                  </a:lnTo>
                  <a:lnTo>
                    <a:pt x="5470240" y="2278200"/>
                  </a:lnTo>
                  <a:lnTo>
                    <a:pt x="5469385" y="2278200"/>
                  </a:lnTo>
                  <a:lnTo>
                    <a:pt x="5468529" y="2278200"/>
                  </a:lnTo>
                  <a:lnTo>
                    <a:pt x="5467674" y="2278200"/>
                  </a:lnTo>
                  <a:lnTo>
                    <a:pt x="5466818" y="2278200"/>
                  </a:lnTo>
                  <a:lnTo>
                    <a:pt x="5465963" y="2278200"/>
                  </a:lnTo>
                  <a:lnTo>
                    <a:pt x="5465107" y="2278200"/>
                  </a:lnTo>
                  <a:lnTo>
                    <a:pt x="5464252" y="2278200"/>
                  </a:lnTo>
                  <a:lnTo>
                    <a:pt x="5463396" y="2278200"/>
                  </a:lnTo>
                  <a:lnTo>
                    <a:pt x="5462541" y="2278200"/>
                  </a:lnTo>
                  <a:lnTo>
                    <a:pt x="5461685" y="2278200"/>
                  </a:lnTo>
                  <a:lnTo>
                    <a:pt x="5460830" y="2278200"/>
                  </a:lnTo>
                  <a:lnTo>
                    <a:pt x="5459974" y="2278200"/>
                  </a:lnTo>
                  <a:lnTo>
                    <a:pt x="5459119" y="2278200"/>
                  </a:lnTo>
                  <a:lnTo>
                    <a:pt x="5458263" y="2278200"/>
                  </a:lnTo>
                  <a:lnTo>
                    <a:pt x="5457408" y="2278200"/>
                  </a:lnTo>
                  <a:lnTo>
                    <a:pt x="5456552" y="2278200"/>
                  </a:lnTo>
                  <a:lnTo>
                    <a:pt x="5455696" y="2278200"/>
                  </a:lnTo>
                  <a:lnTo>
                    <a:pt x="5454841" y="2278200"/>
                  </a:lnTo>
                  <a:lnTo>
                    <a:pt x="5453985" y="2278200"/>
                  </a:lnTo>
                  <a:lnTo>
                    <a:pt x="5453130" y="2278200"/>
                  </a:lnTo>
                  <a:lnTo>
                    <a:pt x="5452274" y="2278200"/>
                  </a:lnTo>
                  <a:lnTo>
                    <a:pt x="5451419" y="2278200"/>
                  </a:lnTo>
                  <a:lnTo>
                    <a:pt x="5450563" y="2278200"/>
                  </a:lnTo>
                  <a:lnTo>
                    <a:pt x="5449708" y="2278200"/>
                  </a:lnTo>
                  <a:lnTo>
                    <a:pt x="5448852" y="2278200"/>
                  </a:lnTo>
                  <a:lnTo>
                    <a:pt x="5447997" y="2278200"/>
                  </a:lnTo>
                  <a:lnTo>
                    <a:pt x="5447141" y="2278200"/>
                  </a:lnTo>
                  <a:lnTo>
                    <a:pt x="5446286" y="2278200"/>
                  </a:lnTo>
                  <a:lnTo>
                    <a:pt x="5445430" y="2278200"/>
                  </a:lnTo>
                  <a:lnTo>
                    <a:pt x="5444575" y="2278200"/>
                  </a:lnTo>
                  <a:lnTo>
                    <a:pt x="5443719" y="2278200"/>
                  </a:lnTo>
                  <a:lnTo>
                    <a:pt x="5442864" y="2278200"/>
                  </a:lnTo>
                  <a:lnTo>
                    <a:pt x="5442008" y="2278200"/>
                  </a:lnTo>
                  <a:lnTo>
                    <a:pt x="5441153" y="2278200"/>
                  </a:lnTo>
                  <a:lnTo>
                    <a:pt x="5440297" y="2278200"/>
                  </a:lnTo>
                  <a:lnTo>
                    <a:pt x="5439441" y="2278200"/>
                  </a:lnTo>
                  <a:lnTo>
                    <a:pt x="5438586" y="2278200"/>
                  </a:lnTo>
                  <a:lnTo>
                    <a:pt x="5437730" y="2278200"/>
                  </a:lnTo>
                  <a:lnTo>
                    <a:pt x="5436875" y="2278200"/>
                  </a:lnTo>
                  <a:lnTo>
                    <a:pt x="5436019" y="2278200"/>
                  </a:lnTo>
                  <a:lnTo>
                    <a:pt x="5435164" y="2278200"/>
                  </a:lnTo>
                  <a:lnTo>
                    <a:pt x="5434308" y="2278200"/>
                  </a:lnTo>
                  <a:lnTo>
                    <a:pt x="5433453" y="2278200"/>
                  </a:lnTo>
                  <a:lnTo>
                    <a:pt x="5432597" y="2278200"/>
                  </a:lnTo>
                  <a:lnTo>
                    <a:pt x="5431742" y="2278200"/>
                  </a:lnTo>
                  <a:lnTo>
                    <a:pt x="5430886" y="2278200"/>
                  </a:lnTo>
                  <a:lnTo>
                    <a:pt x="5430031" y="2278200"/>
                  </a:lnTo>
                  <a:lnTo>
                    <a:pt x="5429175" y="2278200"/>
                  </a:lnTo>
                  <a:lnTo>
                    <a:pt x="5428320" y="2278200"/>
                  </a:lnTo>
                  <a:lnTo>
                    <a:pt x="5427464" y="2278200"/>
                  </a:lnTo>
                  <a:lnTo>
                    <a:pt x="5426609" y="2278200"/>
                  </a:lnTo>
                  <a:lnTo>
                    <a:pt x="5425753" y="2278200"/>
                  </a:lnTo>
                  <a:lnTo>
                    <a:pt x="5424897" y="2278200"/>
                  </a:lnTo>
                  <a:lnTo>
                    <a:pt x="5424042" y="2278200"/>
                  </a:lnTo>
                  <a:lnTo>
                    <a:pt x="5423186" y="2278200"/>
                  </a:lnTo>
                  <a:lnTo>
                    <a:pt x="5422331" y="2278200"/>
                  </a:lnTo>
                  <a:lnTo>
                    <a:pt x="5421475" y="2278200"/>
                  </a:lnTo>
                  <a:lnTo>
                    <a:pt x="5420620" y="2278200"/>
                  </a:lnTo>
                  <a:lnTo>
                    <a:pt x="5419764" y="2278200"/>
                  </a:lnTo>
                  <a:lnTo>
                    <a:pt x="5418909" y="2278200"/>
                  </a:lnTo>
                  <a:lnTo>
                    <a:pt x="5418053" y="2278200"/>
                  </a:lnTo>
                  <a:lnTo>
                    <a:pt x="5417198" y="2278200"/>
                  </a:lnTo>
                  <a:lnTo>
                    <a:pt x="5416342" y="2278200"/>
                  </a:lnTo>
                  <a:lnTo>
                    <a:pt x="5415487" y="2278200"/>
                  </a:lnTo>
                  <a:lnTo>
                    <a:pt x="5414631" y="2278200"/>
                  </a:lnTo>
                  <a:lnTo>
                    <a:pt x="5413776" y="2278200"/>
                  </a:lnTo>
                  <a:lnTo>
                    <a:pt x="5412920" y="2278200"/>
                  </a:lnTo>
                  <a:lnTo>
                    <a:pt x="5412065" y="2278200"/>
                  </a:lnTo>
                  <a:lnTo>
                    <a:pt x="5411209" y="2278200"/>
                  </a:lnTo>
                  <a:lnTo>
                    <a:pt x="5410354" y="2278200"/>
                  </a:lnTo>
                  <a:lnTo>
                    <a:pt x="5409498" y="2278200"/>
                  </a:lnTo>
                  <a:lnTo>
                    <a:pt x="5408642" y="2278200"/>
                  </a:lnTo>
                  <a:lnTo>
                    <a:pt x="5407787" y="2278200"/>
                  </a:lnTo>
                  <a:lnTo>
                    <a:pt x="5406931" y="2278200"/>
                  </a:lnTo>
                  <a:lnTo>
                    <a:pt x="5406076" y="2278200"/>
                  </a:lnTo>
                  <a:lnTo>
                    <a:pt x="5405220" y="2278200"/>
                  </a:lnTo>
                  <a:lnTo>
                    <a:pt x="5404365" y="2278200"/>
                  </a:lnTo>
                  <a:lnTo>
                    <a:pt x="5403509" y="2278200"/>
                  </a:lnTo>
                  <a:lnTo>
                    <a:pt x="5402654" y="2278200"/>
                  </a:lnTo>
                  <a:lnTo>
                    <a:pt x="5401798" y="2278200"/>
                  </a:lnTo>
                  <a:lnTo>
                    <a:pt x="5400943" y="2278200"/>
                  </a:lnTo>
                  <a:lnTo>
                    <a:pt x="5400087" y="2278200"/>
                  </a:lnTo>
                  <a:lnTo>
                    <a:pt x="5399232" y="2278200"/>
                  </a:lnTo>
                  <a:lnTo>
                    <a:pt x="5398376" y="2278200"/>
                  </a:lnTo>
                  <a:lnTo>
                    <a:pt x="5397521" y="2278200"/>
                  </a:lnTo>
                  <a:lnTo>
                    <a:pt x="5396665" y="2278200"/>
                  </a:lnTo>
                  <a:lnTo>
                    <a:pt x="5395810" y="2278200"/>
                  </a:lnTo>
                  <a:lnTo>
                    <a:pt x="5394954" y="2278200"/>
                  </a:lnTo>
                  <a:lnTo>
                    <a:pt x="5394099" y="2278200"/>
                  </a:lnTo>
                  <a:lnTo>
                    <a:pt x="5393243" y="2278200"/>
                  </a:lnTo>
                  <a:lnTo>
                    <a:pt x="5392387" y="2278200"/>
                  </a:lnTo>
                  <a:lnTo>
                    <a:pt x="5391532" y="2278200"/>
                  </a:lnTo>
                  <a:lnTo>
                    <a:pt x="5390676" y="2278200"/>
                  </a:lnTo>
                  <a:lnTo>
                    <a:pt x="5389821" y="2278200"/>
                  </a:lnTo>
                  <a:lnTo>
                    <a:pt x="5388965" y="2278200"/>
                  </a:lnTo>
                  <a:lnTo>
                    <a:pt x="5388110" y="2278200"/>
                  </a:lnTo>
                  <a:lnTo>
                    <a:pt x="5387254" y="2278200"/>
                  </a:lnTo>
                  <a:lnTo>
                    <a:pt x="5386399" y="2278200"/>
                  </a:lnTo>
                  <a:lnTo>
                    <a:pt x="5385543" y="2278200"/>
                  </a:lnTo>
                  <a:lnTo>
                    <a:pt x="5384688" y="2278200"/>
                  </a:lnTo>
                  <a:lnTo>
                    <a:pt x="5383832" y="2278200"/>
                  </a:lnTo>
                  <a:lnTo>
                    <a:pt x="5382977" y="2278200"/>
                  </a:lnTo>
                  <a:lnTo>
                    <a:pt x="5382121" y="2278200"/>
                  </a:lnTo>
                  <a:lnTo>
                    <a:pt x="5381266" y="2278200"/>
                  </a:lnTo>
                  <a:lnTo>
                    <a:pt x="5380410" y="2278200"/>
                  </a:lnTo>
                  <a:lnTo>
                    <a:pt x="5379555" y="2278200"/>
                  </a:lnTo>
                  <a:lnTo>
                    <a:pt x="5378699" y="2278200"/>
                  </a:lnTo>
                  <a:lnTo>
                    <a:pt x="5377843" y="2278200"/>
                  </a:lnTo>
                  <a:lnTo>
                    <a:pt x="5376988" y="2278200"/>
                  </a:lnTo>
                  <a:lnTo>
                    <a:pt x="5376132" y="2278200"/>
                  </a:lnTo>
                  <a:lnTo>
                    <a:pt x="5375277" y="2278200"/>
                  </a:lnTo>
                  <a:lnTo>
                    <a:pt x="5374421" y="2278200"/>
                  </a:lnTo>
                  <a:lnTo>
                    <a:pt x="5373566" y="2278200"/>
                  </a:lnTo>
                  <a:lnTo>
                    <a:pt x="5372710" y="2278200"/>
                  </a:lnTo>
                  <a:lnTo>
                    <a:pt x="5371855" y="2278200"/>
                  </a:lnTo>
                  <a:lnTo>
                    <a:pt x="5370999" y="2278200"/>
                  </a:lnTo>
                  <a:lnTo>
                    <a:pt x="5370144" y="2278200"/>
                  </a:lnTo>
                  <a:lnTo>
                    <a:pt x="5369288" y="2278200"/>
                  </a:lnTo>
                  <a:lnTo>
                    <a:pt x="5368433" y="2278200"/>
                  </a:lnTo>
                  <a:lnTo>
                    <a:pt x="5367577" y="2278200"/>
                  </a:lnTo>
                  <a:lnTo>
                    <a:pt x="5366722" y="2278200"/>
                  </a:lnTo>
                  <a:lnTo>
                    <a:pt x="5365866" y="2278200"/>
                  </a:lnTo>
                  <a:lnTo>
                    <a:pt x="5365011" y="2278200"/>
                  </a:lnTo>
                  <a:lnTo>
                    <a:pt x="5364155" y="2278200"/>
                  </a:lnTo>
                  <a:lnTo>
                    <a:pt x="5363300" y="2278200"/>
                  </a:lnTo>
                  <a:lnTo>
                    <a:pt x="5362444" y="2278200"/>
                  </a:lnTo>
                  <a:lnTo>
                    <a:pt x="5361588" y="2278200"/>
                  </a:lnTo>
                  <a:lnTo>
                    <a:pt x="5360733" y="2278200"/>
                  </a:lnTo>
                  <a:lnTo>
                    <a:pt x="5359877" y="2278200"/>
                  </a:lnTo>
                  <a:lnTo>
                    <a:pt x="5359022" y="2278200"/>
                  </a:lnTo>
                  <a:lnTo>
                    <a:pt x="5358166" y="2278200"/>
                  </a:lnTo>
                  <a:lnTo>
                    <a:pt x="5357311" y="2278200"/>
                  </a:lnTo>
                  <a:lnTo>
                    <a:pt x="5356455" y="2278200"/>
                  </a:lnTo>
                  <a:lnTo>
                    <a:pt x="5355600" y="2278200"/>
                  </a:lnTo>
                  <a:lnTo>
                    <a:pt x="5354744" y="2278200"/>
                  </a:lnTo>
                  <a:lnTo>
                    <a:pt x="5353889" y="2278200"/>
                  </a:lnTo>
                  <a:lnTo>
                    <a:pt x="5353033" y="2278200"/>
                  </a:lnTo>
                  <a:lnTo>
                    <a:pt x="5352178" y="2278200"/>
                  </a:lnTo>
                  <a:lnTo>
                    <a:pt x="5351322" y="2278200"/>
                  </a:lnTo>
                  <a:lnTo>
                    <a:pt x="5350467" y="2278200"/>
                  </a:lnTo>
                  <a:lnTo>
                    <a:pt x="5349611" y="2278200"/>
                  </a:lnTo>
                  <a:lnTo>
                    <a:pt x="5348756" y="2278200"/>
                  </a:lnTo>
                  <a:lnTo>
                    <a:pt x="5347900" y="2278200"/>
                  </a:lnTo>
                  <a:lnTo>
                    <a:pt x="5347045" y="2278200"/>
                  </a:lnTo>
                  <a:lnTo>
                    <a:pt x="5346189" y="2278200"/>
                  </a:lnTo>
                  <a:lnTo>
                    <a:pt x="5345333" y="2278200"/>
                  </a:lnTo>
                  <a:lnTo>
                    <a:pt x="5344478" y="2278200"/>
                  </a:lnTo>
                  <a:lnTo>
                    <a:pt x="5343622" y="2278200"/>
                  </a:lnTo>
                  <a:lnTo>
                    <a:pt x="5342767" y="2278200"/>
                  </a:lnTo>
                  <a:lnTo>
                    <a:pt x="5341911" y="2278200"/>
                  </a:lnTo>
                  <a:lnTo>
                    <a:pt x="5341056" y="2278200"/>
                  </a:lnTo>
                  <a:lnTo>
                    <a:pt x="5340200" y="2278200"/>
                  </a:lnTo>
                  <a:lnTo>
                    <a:pt x="5339345" y="2278200"/>
                  </a:lnTo>
                  <a:lnTo>
                    <a:pt x="5338489" y="2278200"/>
                  </a:lnTo>
                  <a:lnTo>
                    <a:pt x="5337634" y="2278200"/>
                  </a:lnTo>
                  <a:lnTo>
                    <a:pt x="5336778" y="2278200"/>
                  </a:lnTo>
                  <a:lnTo>
                    <a:pt x="5335923" y="2278200"/>
                  </a:lnTo>
                  <a:lnTo>
                    <a:pt x="5335067" y="2278200"/>
                  </a:lnTo>
                  <a:lnTo>
                    <a:pt x="5334212" y="2278200"/>
                  </a:lnTo>
                  <a:lnTo>
                    <a:pt x="5333356" y="2278200"/>
                  </a:lnTo>
                  <a:lnTo>
                    <a:pt x="5332501" y="2278200"/>
                  </a:lnTo>
                  <a:lnTo>
                    <a:pt x="5331645" y="2278200"/>
                  </a:lnTo>
                  <a:lnTo>
                    <a:pt x="5330789" y="2278200"/>
                  </a:lnTo>
                  <a:lnTo>
                    <a:pt x="5329934" y="2278200"/>
                  </a:lnTo>
                  <a:lnTo>
                    <a:pt x="5329078" y="2278200"/>
                  </a:lnTo>
                  <a:lnTo>
                    <a:pt x="5328223" y="2278200"/>
                  </a:lnTo>
                  <a:lnTo>
                    <a:pt x="5327367" y="2278200"/>
                  </a:lnTo>
                  <a:lnTo>
                    <a:pt x="5326512" y="2278200"/>
                  </a:lnTo>
                  <a:lnTo>
                    <a:pt x="5325656" y="2278200"/>
                  </a:lnTo>
                  <a:lnTo>
                    <a:pt x="5324801" y="2278200"/>
                  </a:lnTo>
                  <a:lnTo>
                    <a:pt x="5323945" y="2278200"/>
                  </a:lnTo>
                  <a:lnTo>
                    <a:pt x="5323090" y="2278200"/>
                  </a:lnTo>
                  <a:lnTo>
                    <a:pt x="5322234" y="2278200"/>
                  </a:lnTo>
                  <a:lnTo>
                    <a:pt x="5321379" y="2278200"/>
                  </a:lnTo>
                  <a:lnTo>
                    <a:pt x="5320523" y="2278200"/>
                  </a:lnTo>
                  <a:lnTo>
                    <a:pt x="5319668" y="2278200"/>
                  </a:lnTo>
                  <a:lnTo>
                    <a:pt x="5318812" y="2278200"/>
                  </a:lnTo>
                  <a:lnTo>
                    <a:pt x="5317957" y="2278200"/>
                  </a:lnTo>
                  <a:lnTo>
                    <a:pt x="5317101" y="2278200"/>
                  </a:lnTo>
                  <a:lnTo>
                    <a:pt x="5316246" y="2278200"/>
                  </a:lnTo>
                  <a:lnTo>
                    <a:pt x="5315390" y="2278200"/>
                  </a:lnTo>
                  <a:lnTo>
                    <a:pt x="5314534" y="2278200"/>
                  </a:lnTo>
                  <a:lnTo>
                    <a:pt x="5313679" y="2278200"/>
                  </a:lnTo>
                  <a:lnTo>
                    <a:pt x="5312823" y="2278200"/>
                  </a:lnTo>
                  <a:lnTo>
                    <a:pt x="5311968" y="2278200"/>
                  </a:lnTo>
                  <a:lnTo>
                    <a:pt x="5311112" y="2278200"/>
                  </a:lnTo>
                  <a:lnTo>
                    <a:pt x="5310257" y="2278200"/>
                  </a:lnTo>
                  <a:lnTo>
                    <a:pt x="5309401" y="2278200"/>
                  </a:lnTo>
                  <a:lnTo>
                    <a:pt x="5308546" y="2278200"/>
                  </a:lnTo>
                  <a:lnTo>
                    <a:pt x="5307690" y="2278200"/>
                  </a:lnTo>
                  <a:lnTo>
                    <a:pt x="5306835" y="2278200"/>
                  </a:lnTo>
                  <a:lnTo>
                    <a:pt x="5305979" y="2278200"/>
                  </a:lnTo>
                  <a:lnTo>
                    <a:pt x="5305124" y="2278200"/>
                  </a:lnTo>
                  <a:lnTo>
                    <a:pt x="5304268" y="2278200"/>
                  </a:lnTo>
                  <a:lnTo>
                    <a:pt x="5303413" y="2278200"/>
                  </a:lnTo>
                  <a:lnTo>
                    <a:pt x="5302557" y="2278200"/>
                  </a:lnTo>
                  <a:lnTo>
                    <a:pt x="5301702" y="2278200"/>
                  </a:lnTo>
                  <a:lnTo>
                    <a:pt x="5300846" y="2278200"/>
                  </a:lnTo>
                  <a:lnTo>
                    <a:pt x="5299991" y="2278200"/>
                  </a:lnTo>
                  <a:lnTo>
                    <a:pt x="5299135" y="2278200"/>
                  </a:lnTo>
                  <a:lnTo>
                    <a:pt x="5298279" y="2278200"/>
                  </a:lnTo>
                  <a:lnTo>
                    <a:pt x="5297424" y="2278200"/>
                  </a:lnTo>
                  <a:lnTo>
                    <a:pt x="5296568" y="2278200"/>
                  </a:lnTo>
                  <a:lnTo>
                    <a:pt x="5295713" y="2278200"/>
                  </a:lnTo>
                  <a:lnTo>
                    <a:pt x="5294857" y="2278200"/>
                  </a:lnTo>
                  <a:lnTo>
                    <a:pt x="5294002" y="2278200"/>
                  </a:lnTo>
                  <a:lnTo>
                    <a:pt x="5293146" y="2278200"/>
                  </a:lnTo>
                  <a:lnTo>
                    <a:pt x="5292291" y="2278200"/>
                  </a:lnTo>
                  <a:lnTo>
                    <a:pt x="5291435" y="2278200"/>
                  </a:lnTo>
                  <a:lnTo>
                    <a:pt x="5290580" y="2278200"/>
                  </a:lnTo>
                  <a:lnTo>
                    <a:pt x="5289724" y="2278200"/>
                  </a:lnTo>
                  <a:lnTo>
                    <a:pt x="5288869" y="2278200"/>
                  </a:lnTo>
                  <a:lnTo>
                    <a:pt x="5288013" y="2278200"/>
                  </a:lnTo>
                  <a:lnTo>
                    <a:pt x="5287158" y="2278200"/>
                  </a:lnTo>
                  <a:lnTo>
                    <a:pt x="5286302" y="2278200"/>
                  </a:lnTo>
                  <a:lnTo>
                    <a:pt x="5285447" y="2278200"/>
                  </a:lnTo>
                  <a:lnTo>
                    <a:pt x="5284591" y="2278200"/>
                  </a:lnTo>
                  <a:lnTo>
                    <a:pt x="5283736" y="2278200"/>
                  </a:lnTo>
                  <a:lnTo>
                    <a:pt x="5282880" y="2278200"/>
                  </a:lnTo>
                  <a:lnTo>
                    <a:pt x="5282024" y="2278200"/>
                  </a:lnTo>
                  <a:lnTo>
                    <a:pt x="5281169" y="2278200"/>
                  </a:lnTo>
                  <a:lnTo>
                    <a:pt x="5280313" y="2278200"/>
                  </a:lnTo>
                  <a:lnTo>
                    <a:pt x="5279458" y="2278200"/>
                  </a:lnTo>
                  <a:lnTo>
                    <a:pt x="5278602" y="2278200"/>
                  </a:lnTo>
                  <a:lnTo>
                    <a:pt x="5277747" y="2278200"/>
                  </a:lnTo>
                  <a:lnTo>
                    <a:pt x="5276891" y="2278200"/>
                  </a:lnTo>
                  <a:lnTo>
                    <a:pt x="5276036" y="2278200"/>
                  </a:lnTo>
                  <a:lnTo>
                    <a:pt x="5275180" y="2278200"/>
                  </a:lnTo>
                  <a:lnTo>
                    <a:pt x="5274325" y="2278200"/>
                  </a:lnTo>
                  <a:lnTo>
                    <a:pt x="5273469" y="2278200"/>
                  </a:lnTo>
                  <a:lnTo>
                    <a:pt x="5272614" y="2278200"/>
                  </a:lnTo>
                  <a:lnTo>
                    <a:pt x="5271758" y="2278200"/>
                  </a:lnTo>
                  <a:lnTo>
                    <a:pt x="5270903" y="2278200"/>
                  </a:lnTo>
                  <a:lnTo>
                    <a:pt x="5270047" y="2278200"/>
                  </a:lnTo>
                  <a:lnTo>
                    <a:pt x="5269192" y="2278200"/>
                  </a:lnTo>
                  <a:lnTo>
                    <a:pt x="5268336" y="2278200"/>
                  </a:lnTo>
                  <a:lnTo>
                    <a:pt x="5267480" y="2278200"/>
                  </a:lnTo>
                  <a:lnTo>
                    <a:pt x="5266625" y="2278200"/>
                  </a:lnTo>
                  <a:lnTo>
                    <a:pt x="5265769" y="2278200"/>
                  </a:lnTo>
                  <a:lnTo>
                    <a:pt x="5264914" y="2278200"/>
                  </a:lnTo>
                  <a:lnTo>
                    <a:pt x="5264058" y="2278200"/>
                  </a:lnTo>
                  <a:lnTo>
                    <a:pt x="5263203" y="2278200"/>
                  </a:lnTo>
                  <a:lnTo>
                    <a:pt x="5262347" y="2278200"/>
                  </a:lnTo>
                  <a:lnTo>
                    <a:pt x="5261492" y="2278200"/>
                  </a:lnTo>
                  <a:lnTo>
                    <a:pt x="5260636" y="2278200"/>
                  </a:lnTo>
                  <a:lnTo>
                    <a:pt x="5259781" y="2278200"/>
                  </a:lnTo>
                  <a:lnTo>
                    <a:pt x="5258925" y="2278200"/>
                  </a:lnTo>
                  <a:lnTo>
                    <a:pt x="5258070" y="2278200"/>
                  </a:lnTo>
                  <a:lnTo>
                    <a:pt x="5257214" y="2278200"/>
                  </a:lnTo>
                  <a:lnTo>
                    <a:pt x="5256359" y="2278200"/>
                  </a:lnTo>
                  <a:lnTo>
                    <a:pt x="5255503" y="2278200"/>
                  </a:lnTo>
                  <a:lnTo>
                    <a:pt x="5254648" y="2278200"/>
                  </a:lnTo>
                  <a:lnTo>
                    <a:pt x="5253792" y="2278200"/>
                  </a:lnTo>
                  <a:lnTo>
                    <a:pt x="5252937" y="2278200"/>
                  </a:lnTo>
                  <a:lnTo>
                    <a:pt x="5252081" y="2278200"/>
                  </a:lnTo>
                  <a:lnTo>
                    <a:pt x="5251225" y="2278200"/>
                  </a:lnTo>
                  <a:lnTo>
                    <a:pt x="5250370" y="2278200"/>
                  </a:lnTo>
                  <a:lnTo>
                    <a:pt x="5249514" y="2278200"/>
                  </a:lnTo>
                  <a:lnTo>
                    <a:pt x="5248659" y="2278200"/>
                  </a:lnTo>
                  <a:lnTo>
                    <a:pt x="5247803" y="2278200"/>
                  </a:lnTo>
                  <a:lnTo>
                    <a:pt x="5246948" y="2278200"/>
                  </a:lnTo>
                  <a:lnTo>
                    <a:pt x="5246092" y="2278200"/>
                  </a:lnTo>
                  <a:lnTo>
                    <a:pt x="5245237" y="2278200"/>
                  </a:lnTo>
                  <a:lnTo>
                    <a:pt x="5244381" y="2278200"/>
                  </a:lnTo>
                  <a:lnTo>
                    <a:pt x="5243526" y="2278200"/>
                  </a:lnTo>
                  <a:lnTo>
                    <a:pt x="5242670" y="2278200"/>
                  </a:lnTo>
                  <a:lnTo>
                    <a:pt x="5241815" y="2278200"/>
                  </a:lnTo>
                  <a:lnTo>
                    <a:pt x="5240959" y="2278200"/>
                  </a:lnTo>
                  <a:lnTo>
                    <a:pt x="5240104" y="2278200"/>
                  </a:lnTo>
                  <a:lnTo>
                    <a:pt x="5239248" y="2278200"/>
                  </a:lnTo>
                  <a:lnTo>
                    <a:pt x="5238393" y="2278200"/>
                  </a:lnTo>
                  <a:lnTo>
                    <a:pt x="5237537" y="2278200"/>
                  </a:lnTo>
                  <a:lnTo>
                    <a:pt x="5236682" y="2278200"/>
                  </a:lnTo>
                  <a:lnTo>
                    <a:pt x="5235826" y="2278200"/>
                  </a:lnTo>
                  <a:lnTo>
                    <a:pt x="5234970" y="2278200"/>
                  </a:lnTo>
                  <a:lnTo>
                    <a:pt x="5234115" y="2278200"/>
                  </a:lnTo>
                  <a:lnTo>
                    <a:pt x="5233259" y="2278200"/>
                  </a:lnTo>
                  <a:lnTo>
                    <a:pt x="5232404" y="2278200"/>
                  </a:lnTo>
                  <a:lnTo>
                    <a:pt x="5231548" y="2278200"/>
                  </a:lnTo>
                  <a:lnTo>
                    <a:pt x="5230693" y="2278200"/>
                  </a:lnTo>
                  <a:lnTo>
                    <a:pt x="5229837" y="2278200"/>
                  </a:lnTo>
                  <a:lnTo>
                    <a:pt x="5228982" y="2278200"/>
                  </a:lnTo>
                  <a:lnTo>
                    <a:pt x="5228126" y="2278200"/>
                  </a:lnTo>
                  <a:lnTo>
                    <a:pt x="5227271" y="2278200"/>
                  </a:lnTo>
                  <a:lnTo>
                    <a:pt x="5226415" y="2278200"/>
                  </a:lnTo>
                  <a:lnTo>
                    <a:pt x="5225560" y="2278200"/>
                  </a:lnTo>
                  <a:lnTo>
                    <a:pt x="5224704" y="2278200"/>
                  </a:lnTo>
                  <a:lnTo>
                    <a:pt x="5223849" y="2278200"/>
                  </a:lnTo>
                  <a:lnTo>
                    <a:pt x="5222993" y="2278200"/>
                  </a:lnTo>
                  <a:lnTo>
                    <a:pt x="5222138" y="2278200"/>
                  </a:lnTo>
                  <a:lnTo>
                    <a:pt x="5221282" y="2278200"/>
                  </a:lnTo>
                  <a:lnTo>
                    <a:pt x="5220426" y="2278200"/>
                  </a:lnTo>
                  <a:lnTo>
                    <a:pt x="5219571" y="2278200"/>
                  </a:lnTo>
                  <a:lnTo>
                    <a:pt x="5218715" y="2278200"/>
                  </a:lnTo>
                  <a:lnTo>
                    <a:pt x="5217860" y="2278200"/>
                  </a:lnTo>
                  <a:lnTo>
                    <a:pt x="5217004" y="2278200"/>
                  </a:lnTo>
                  <a:lnTo>
                    <a:pt x="5216149" y="2278200"/>
                  </a:lnTo>
                  <a:lnTo>
                    <a:pt x="5215293" y="2278200"/>
                  </a:lnTo>
                  <a:lnTo>
                    <a:pt x="5214438" y="2278200"/>
                  </a:lnTo>
                  <a:lnTo>
                    <a:pt x="5213582" y="2278200"/>
                  </a:lnTo>
                  <a:lnTo>
                    <a:pt x="5212727" y="2278200"/>
                  </a:lnTo>
                  <a:lnTo>
                    <a:pt x="5211871" y="2278200"/>
                  </a:lnTo>
                  <a:lnTo>
                    <a:pt x="5211016" y="2278200"/>
                  </a:lnTo>
                  <a:lnTo>
                    <a:pt x="5210160" y="2278200"/>
                  </a:lnTo>
                  <a:lnTo>
                    <a:pt x="5209305" y="2278200"/>
                  </a:lnTo>
                  <a:lnTo>
                    <a:pt x="5208449" y="2278200"/>
                  </a:lnTo>
                  <a:lnTo>
                    <a:pt x="5207594" y="2278200"/>
                  </a:lnTo>
                  <a:lnTo>
                    <a:pt x="5206738" y="2278200"/>
                  </a:lnTo>
                  <a:lnTo>
                    <a:pt x="5205883" y="2278200"/>
                  </a:lnTo>
                  <a:lnTo>
                    <a:pt x="5205027" y="2278200"/>
                  </a:lnTo>
                  <a:lnTo>
                    <a:pt x="5204171" y="2278200"/>
                  </a:lnTo>
                  <a:lnTo>
                    <a:pt x="5203316" y="2278200"/>
                  </a:lnTo>
                  <a:lnTo>
                    <a:pt x="5202460" y="2278200"/>
                  </a:lnTo>
                  <a:lnTo>
                    <a:pt x="5201605" y="2278200"/>
                  </a:lnTo>
                  <a:lnTo>
                    <a:pt x="5200749" y="2278200"/>
                  </a:lnTo>
                  <a:lnTo>
                    <a:pt x="5199894" y="2278200"/>
                  </a:lnTo>
                  <a:lnTo>
                    <a:pt x="5199038" y="2278200"/>
                  </a:lnTo>
                  <a:lnTo>
                    <a:pt x="5198183" y="2278200"/>
                  </a:lnTo>
                  <a:lnTo>
                    <a:pt x="5197327" y="2278200"/>
                  </a:lnTo>
                  <a:lnTo>
                    <a:pt x="5196472" y="2278200"/>
                  </a:lnTo>
                  <a:lnTo>
                    <a:pt x="5195616" y="2278200"/>
                  </a:lnTo>
                  <a:lnTo>
                    <a:pt x="5194761" y="2278200"/>
                  </a:lnTo>
                  <a:lnTo>
                    <a:pt x="5193905" y="2278200"/>
                  </a:lnTo>
                  <a:lnTo>
                    <a:pt x="5193050" y="2278200"/>
                  </a:lnTo>
                  <a:lnTo>
                    <a:pt x="5192194" y="2278200"/>
                  </a:lnTo>
                  <a:lnTo>
                    <a:pt x="5191339" y="2278200"/>
                  </a:lnTo>
                  <a:lnTo>
                    <a:pt x="5190483" y="2278200"/>
                  </a:lnTo>
                  <a:lnTo>
                    <a:pt x="5189628" y="2278200"/>
                  </a:lnTo>
                  <a:lnTo>
                    <a:pt x="5188772" y="2278200"/>
                  </a:lnTo>
                  <a:lnTo>
                    <a:pt x="5187916" y="2278200"/>
                  </a:lnTo>
                  <a:lnTo>
                    <a:pt x="5187061" y="2278200"/>
                  </a:lnTo>
                  <a:lnTo>
                    <a:pt x="5186205" y="2278200"/>
                  </a:lnTo>
                  <a:lnTo>
                    <a:pt x="5185350" y="2278200"/>
                  </a:lnTo>
                  <a:lnTo>
                    <a:pt x="5184494" y="2278200"/>
                  </a:lnTo>
                  <a:lnTo>
                    <a:pt x="5183639" y="2278200"/>
                  </a:lnTo>
                  <a:lnTo>
                    <a:pt x="5182783" y="2278200"/>
                  </a:lnTo>
                  <a:lnTo>
                    <a:pt x="5181928" y="2278200"/>
                  </a:lnTo>
                  <a:lnTo>
                    <a:pt x="5181072" y="2278200"/>
                  </a:lnTo>
                  <a:lnTo>
                    <a:pt x="5180217" y="2278200"/>
                  </a:lnTo>
                  <a:lnTo>
                    <a:pt x="5179361" y="2278200"/>
                  </a:lnTo>
                  <a:lnTo>
                    <a:pt x="5178506" y="2278200"/>
                  </a:lnTo>
                  <a:lnTo>
                    <a:pt x="5177650" y="2278200"/>
                  </a:lnTo>
                  <a:lnTo>
                    <a:pt x="5176795" y="2278200"/>
                  </a:lnTo>
                  <a:lnTo>
                    <a:pt x="5175939" y="2278200"/>
                  </a:lnTo>
                  <a:lnTo>
                    <a:pt x="5175084" y="2278200"/>
                  </a:lnTo>
                  <a:lnTo>
                    <a:pt x="5174228" y="2278200"/>
                  </a:lnTo>
                  <a:lnTo>
                    <a:pt x="5173372" y="2278200"/>
                  </a:lnTo>
                  <a:lnTo>
                    <a:pt x="5172517" y="2278200"/>
                  </a:lnTo>
                  <a:lnTo>
                    <a:pt x="5171661" y="2278200"/>
                  </a:lnTo>
                  <a:lnTo>
                    <a:pt x="5170806" y="2278200"/>
                  </a:lnTo>
                  <a:lnTo>
                    <a:pt x="5169950" y="2278200"/>
                  </a:lnTo>
                  <a:lnTo>
                    <a:pt x="5169095" y="2278200"/>
                  </a:lnTo>
                  <a:lnTo>
                    <a:pt x="5168239" y="2278200"/>
                  </a:lnTo>
                  <a:lnTo>
                    <a:pt x="5167384" y="2278200"/>
                  </a:lnTo>
                  <a:lnTo>
                    <a:pt x="5166528" y="2278200"/>
                  </a:lnTo>
                  <a:lnTo>
                    <a:pt x="5165673" y="2278200"/>
                  </a:lnTo>
                  <a:lnTo>
                    <a:pt x="5164817" y="2278200"/>
                  </a:lnTo>
                  <a:lnTo>
                    <a:pt x="5163962" y="2278200"/>
                  </a:lnTo>
                  <a:lnTo>
                    <a:pt x="5163106" y="2278200"/>
                  </a:lnTo>
                  <a:lnTo>
                    <a:pt x="5162251" y="2278200"/>
                  </a:lnTo>
                  <a:lnTo>
                    <a:pt x="5161395" y="2278200"/>
                  </a:lnTo>
                  <a:lnTo>
                    <a:pt x="5160540" y="2278200"/>
                  </a:lnTo>
                  <a:lnTo>
                    <a:pt x="5159684" y="2278200"/>
                  </a:lnTo>
                  <a:lnTo>
                    <a:pt x="5158829" y="2278200"/>
                  </a:lnTo>
                  <a:lnTo>
                    <a:pt x="5157973" y="2278200"/>
                  </a:lnTo>
                  <a:lnTo>
                    <a:pt x="5157117" y="2278200"/>
                  </a:lnTo>
                  <a:lnTo>
                    <a:pt x="5156262" y="2278200"/>
                  </a:lnTo>
                  <a:lnTo>
                    <a:pt x="5155406" y="2278200"/>
                  </a:lnTo>
                  <a:lnTo>
                    <a:pt x="5154551" y="2278200"/>
                  </a:lnTo>
                  <a:lnTo>
                    <a:pt x="5153695" y="2278200"/>
                  </a:lnTo>
                  <a:lnTo>
                    <a:pt x="5152840" y="2278200"/>
                  </a:lnTo>
                  <a:lnTo>
                    <a:pt x="5151984" y="2278200"/>
                  </a:lnTo>
                  <a:lnTo>
                    <a:pt x="5151129" y="2278200"/>
                  </a:lnTo>
                  <a:lnTo>
                    <a:pt x="5150273" y="2278200"/>
                  </a:lnTo>
                  <a:lnTo>
                    <a:pt x="5149418" y="2278200"/>
                  </a:lnTo>
                  <a:lnTo>
                    <a:pt x="5148562" y="2278200"/>
                  </a:lnTo>
                  <a:lnTo>
                    <a:pt x="5147707" y="2278200"/>
                  </a:lnTo>
                  <a:lnTo>
                    <a:pt x="5146851" y="2278200"/>
                  </a:lnTo>
                  <a:lnTo>
                    <a:pt x="5145996" y="2278200"/>
                  </a:lnTo>
                  <a:lnTo>
                    <a:pt x="5145140" y="2278200"/>
                  </a:lnTo>
                  <a:lnTo>
                    <a:pt x="5144285" y="2278200"/>
                  </a:lnTo>
                  <a:lnTo>
                    <a:pt x="5143429" y="2278200"/>
                  </a:lnTo>
                  <a:lnTo>
                    <a:pt x="5142574" y="2278200"/>
                  </a:lnTo>
                  <a:lnTo>
                    <a:pt x="5141718" y="2278200"/>
                  </a:lnTo>
                  <a:lnTo>
                    <a:pt x="5140862" y="2278200"/>
                  </a:lnTo>
                  <a:lnTo>
                    <a:pt x="5140007" y="2278200"/>
                  </a:lnTo>
                  <a:lnTo>
                    <a:pt x="5139151" y="2278200"/>
                  </a:lnTo>
                  <a:lnTo>
                    <a:pt x="5138296" y="2278200"/>
                  </a:lnTo>
                  <a:lnTo>
                    <a:pt x="5137440" y="2278200"/>
                  </a:lnTo>
                  <a:lnTo>
                    <a:pt x="5136585" y="2278200"/>
                  </a:lnTo>
                  <a:lnTo>
                    <a:pt x="5135729" y="2278200"/>
                  </a:lnTo>
                  <a:lnTo>
                    <a:pt x="5134874" y="2278200"/>
                  </a:lnTo>
                  <a:lnTo>
                    <a:pt x="5134018" y="2278200"/>
                  </a:lnTo>
                  <a:lnTo>
                    <a:pt x="5133163" y="2278200"/>
                  </a:lnTo>
                  <a:lnTo>
                    <a:pt x="5132307" y="2278200"/>
                  </a:lnTo>
                  <a:lnTo>
                    <a:pt x="5131452" y="2278200"/>
                  </a:lnTo>
                  <a:lnTo>
                    <a:pt x="5130596" y="2278200"/>
                  </a:lnTo>
                  <a:lnTo>
                    <a:pt x="5129741" y="2278200"/>
                  </a:lnTo>
                  <a:lnTo>
                    <a:pt x="5128885" y="2278200"/>
                  </a:lnTo>
                  <a:lnTo>
                    <a:pt x="5128030" y="2278200"/>
                  </a:lnTo>
                  <a:lnTo>
                    <a:pt x="5127174" y="2278200"/>
                  </a:lnTo>
                  <a:lnTo>
                    <a:pt x="5126318" y="2278200"/>
                  </a:lnTo>
                  <a:lnTo>
                    <a:pt x="5125463" y="2278200"/>
                  </a:lnTo>
                  <a:lnTo>
                    <a:pt x="5124607" y="2278200"/>
                  </a:lnTo>
                  <a:lnTo>
                    <a:pt x="5123752" y="2278200"/>
                  </a:lnTo>
                  <a:lnTo>
                    <a:pt x="5122896" y="2278200"/>
                  </a:lnTo>
                  <a:lnTo>
                    <a:pt x="5122041" y="2278200"/>
                  </a:lnTo>
                  <a:lnTo>
                    <a:pt x="5121185" y="2278200"/>
                  </a:lnTo>
                  <a:lnTo>
                    <a:pt x="5120330" y="2278200"/>
                  </a:lnTo>
                  <a:lnTo>
                    <a:pt x="5119474" y="2278200"/>
                  </a:lnTo>
                  <a:lnTo>
                    <a:pt x="5118619" y="2278200"/>
                  </a:lnTo>
                  <a:lnTo>
                    <a:pt x="5117763" y="2278200"/>
                  </a:lnTo>
                  <a:lnTo>
                    <a:pt x="5116908" y="2278200"/>
                  </a:lnTo>
                  <a:lnTo>
                    <a:pt x="5116052" y="2278200"/>
                  </a:lnTo>
                  <a:lnTo>
                    <a:pt x="5115197" y="2278200"/>
                  </a:lnTo>
                  <a:lnTo>
                    <a:pt x="5114341" y="2278200"/>
                  </a:lnTo>
                  <a:lnTo>
                    <a:pt x="5113486" y="2278200"/>
                  </a:lnTo>
                  <a:lnTo>
                    <a:pt x="5112630" y="2278200"/>
                  </a:lnTo>
                  <a:lnTo>
                    <a:pt x="5111775" y="2278200"/>
                  </a:lnTo>
                  <a:lnTo>
                    <a:pt x="5110919" y="2278200"/>
                  </a:lnTo>
                  <a:lnTo>
                    <a:pt x="5110063" y="2278200"/>
                  </a:lnTo>
                  <a:lnTo>
                    <a:pt x="5109208" y="2278200"/>
                  </a:lnTo>
                  <a:lnTo>
                    <a:pt x="5108352" y="2278200"/>
                  </a:lnTo>
                  <a:lnTo>
                    <a:pt x="5107497" y="2278200"/>
                  </a:lnTo>
                  <a:lnTo>
                    <a:pt x="5106641" y="2278200"/>
                  </a:lnTo>
                  <a:lnTo>
                    <a:pt x="5105786" y="2278200"/>
                  </a:lnTo>
                  <a:lnTo>
                    <a:pt x="5104930" y="2278200"/>
                  </a:lnTo>
                  <a:lnTo>
                    <a:pt x="5104075" y="2278200"/>
                  </a:lnTo>
                  <a:lnTo>
                    <a:pt x="5103219" y="2278200"/>
                  </a:lnTo>
                  <a:lnTo>
                    <a:pt x="5102364" y="2278200"/>
                  </a:lnTo>
                  <a:lnTo>
                    <a:pt x="5101508" y="2278200"/>
                  </a:lnTo>
                  <a:lnTo>
                    <a:pt x="5100653" y="2278200"/>
                  </a:lnTo>
                  <a:lnTo>
                    <a:pt x="5099797" y="2278200"/>
                  </a:lnTo>
                  <a:lnTo>
                    <a:pt x="5098942" y="2278200"/>
                  </a:lnTo>
                  <a:lnTo>
                    <a:pt x="5098086" y="2278200"/>
                  </a:lnTo>
                  <a:lnTo>
                    <a:pt x="5097231" y="2278200"/>
                  </a:lnTo>
                  <a:lnTo>
                    <a:pt x="5096375" y="2278200"/>
                  </a:lnTo>
                  <a:lnTo>
                    <a:pt x="5095520" y="2278200"/>
                  </a:lnTo>
                  <a:lnTo>
                    <a:pt x="5094664" y="2278200"/>
                  </a:lnTo>
                  <a:lnTo>
                    <a:pt x="5093808" y="2278200"/>
                  </a:lnTo>
                  <a:lnTo>
                    <a:pt x="5092953" y="2278200"/>
                  </a:lnTo>
                  <a:lnTo>
                    <a:pt x="5092097" y="2278200"/>
                  </a:lnTo>
                  <a:lnTo>
                    <a:pt x="5091242" y="2278200"/>
                  </a:lnTo>
                  <a:lnTo>
                    <a:pt x="5090386" y="2278200"/>
                  </a:lnTo>
                  <a:lnTo>
                    <a:pt x="5089531" y="2278200"/>
                  </a:lnTo>
                  <a:lnTo>
                    <a:pt x="5088675" y="2278200"/>
                  </a:lnTo>
                  <a:lnTo>
                    <a:pt x="5087820" y="2278200"/>
                  </a:lnTo>
                  <a:lnTo>
                    <a:pt x="5086964" y="2278200"/>
                  </a:lnTo>
                  <a:lnTo>
                    <a:pt x="5086109" y="2278200"/>
                  </a:lnTo>
                  <a:lnTo>
                    <a:pt x="5085253" y="2278200"/>
                  </a:lnTo>
                  <a:lnTo>
                    <a:pt x="5084398" y="2278200"/>
                  </a:lnTo>
                  <a:lnTo>
                    <a:pt x="5083542" y="2278200"/>
                  </a:lnTo>
                  <a:lnTo>
                    <a:pt x="5082687" y="2278200"/>
                  </a:lnTo>
                  <a:lnTo>
                    <a:pt x="5081831" y="2278200"/>
                  </a:lnTo>
                  <a:lnTo>
                    <a:pt x="5080976" y="2278200"/>
                  </a:lnTo>
                  <a:lnTo>
                    <a:pt x="5080120" y="2278200"/>
                  </a:lnTo>
                  <a:lnTo>
                    <a:pt x="5079265" y="2278200"/>
                  </a:lnTo>
                  <a:lnTo>
                    <a:pt x="5078409" y="2278200"/>
                  </a:lnTo>
                  <a:lnTo>
                    <a:pt x="5077553" y="2278200"/>
                  </a:lnTo>
                  <a:lnTo>
                    <a:pt x="5076698" y="2278200"/>
                  </a:lnTo>
                  <a:lnTo>
                    <a:pt x="5075842" y="2278200"/>
                  </a:lnTo>
                  <a:lnTo>
                    <a:pt x="5074987" y="2278200"/>
                  </a:lnTo>
                  <a:lnTo>
                    <a:pt x="5074131" y="2278200"/>
                  </a:lnTo>
                  <a:lnTo>
                    <a:pt x="5073276" y="2278200"/>
                  </a:lnTo>
                  <a:lnTo>
                    <a:pt x="5072420" y="2278200"/>
                  </a:lnTo>
                  <a:lnTo>
                    <a:pt x="5071565" y="2278200"/>
                  </a:lnTo>
                  <a:lnTo>
                    <a:pt x="5070709" y="2278200"/>
                  </a:lnTo>
                  <a:lnTo>
                    <a:pt x="5069854" y="2278200"/>
                  </a:lnTo>
                  <a:lnTo>
                    <a:pt x="5068998" y="2278200"/>
                  </a:lnTo>
                  <a:lnTo>
                    <a:pt x="5068143" y="2278200"/>
                  </a:lnTo>
                  <a:lnTo>
                    <a:pt x="5067287" y="2278200"/>
                  </a:lnTo>
                  <a:lnTo>
                    <a:pt x="5066432" y="2278200"/>
                  </a:lnTo>
                  <a:lnTo>
                    <a:pt x="5065576" y="2278200"/>
                  </a:lnTo>
                  <a:lnTo>
                    <a:pt x="5064721" y="2278200"/>
                  </a:lnTo>
                  <a:lnTo>
                    <a:pt x="5063865" y="2278200"/>
                  </a:lnTo>
                  <a:lnTo>
                    <a:pt x="5063009" y="2278200"/>
                  </a:lnTo>
                  <a:lnTo>
                    <a:pt x="5062154" y="2278200"/>
                  </a:lnTo>
                  <a:lnTo>
                    <a:pt x="5061298" y="2278200"/>
                  </a:lnTo>
                  <a:lnTo>
                    <a:pt x="5060443" y="2278200"/>
                  </a:lnTo>
                  <a:lnTo>
                    <a:pt x="5059587" y="2278200"/>
                  </a:lnTo>
                  <a:lnTo>
                    <a:pt x="5058732" y="2278200"/>
                  </a:lnTo>
                  <a:lnTo>
                    <a:pt x="5057876" y="2278200"/>
                  </a:lnTo>
                  <a:lnTo>
                    <a:pt x="5057021" y="2278200"/>
                  </a:lnTo>
                  <a:lnTo>
                    <a:pt x="5056165" y="2278200"/>
                  </a:lnTo>
                  <a:lnTo>
                    <a:pt x="5055310" y="2278200"/>
                  </a:lnTo>
                  <a:lnTo>
                    <a:pt x="5054454" y="2278200"/>
                  </a:lnTo>
                  <a:lnTo>
                    <a:pt x="5053599" y="2278200"/>
                  </a:lnTo>
                  <a:lnTo>
                    <a:pt x="5052743" y="2278200"/>
                  </a:lnTo>
                  <a:lnTo>
                    <a:pt x="5051888" y="2278200"/>
                  </a:lnTo>
                  <a:lnTo>
                    <a:pt x="5051032" y="2278200"/>
                  </a:lnTo>
                  <a:lnTo>
                    <a:pt x="5050177" y="2278200"/>
                  </a:lnTo>
                  <a:lnTo>
                    <a:pt x="5049321" y="2278200"/>
                  </a:lnTo>
                  <a:lnTo>
                    <a:pt x="5048466" y="2278200"/>
                  </a:lnTo>
                  <a:lnTo>
                    <a:pt x="5047610" y="2278200"/>
                  </a:lnTo>
                  <a:lnTo>
                    <a:pt x="5046754" y="2278200"/>
                  </a:lnTo>
                  <a:lnTo>
                    <a:pt x="5045899" y="2278200"/>
                  </a:lnTo>
                  <a:lnTo>
                    <a:pt x="5045043" y="2278200"/>
                  </a:lnTo>
                  <a:lnTo>
                    <a:pt x="5044188" y="2278200"/>
                  </a:lnTo>
                  <a:lnTo>
                    <a:pt x="5043332" y="2278200"/>
                  </a:lnTo>
                  <a:lnTo>
                    <a:pt x="5042477" y="2278200"/>
                  </a:lnTo>
                  <a:lnTo>
                    <a:pt x="5041621" y="2278200"/>
                  </a:lnTo>
                  <a:lnTo>
                    <a:pt x="5040766" y="2278200"/>
                  </a:lnTo>
                  <a:lnTo>
                    <a:pt x="5039910" y="2278200"/>
                  </a:lnTo>
                  <a:lnTo>
                    <a:pt x="5039055" y="2278200"/>
                  </a:lnTo>
                  <a:lnTo>
                    <a:pt x="5038199" y="2278200"/>
                  </a:lnTo>
                  <a:lnTo>
                    <a:pt x="5037344" y="2278200"/>
                  </a:lnTo>
                  <a:lnTo>
                    <a:pt x="5036488" y="2278200"/>
                  </a:lnTo>
                  <a:lnTo>
                    <a:pt x="5035633" y="2278200"/>
                  </a:lnTo>
                  <a:lnTo>
                    <a:pt x="5034777" y="2278200"/>
                  </a:lnTo>
                  <a:lnTo>
                    <a:pt x="5033922" y="2278200"/>
                  </a:lnTo>
                  <a:lnTo>
                    <a:pt x="5033066" y="2278200"/>
                  </a:lnTo>
                  <a:lnTo>
                    <a:pt x="5032211" y="2278200"/>
                  </a:lnTo>
                  <a:lnTo>
                    <a:pt x="5031355" y="2278200"/>
                  </a:lnTo>
                  <a:lnTo>
                    <a:pt x="5030499" y="2278200"/>
                  </a:lnTo>
                  <a:lnTo>
                    <a:pt x="5029644" y="2278200"/>
                  </a:lnTo>
                  <a:lnTo>
                    <a:pt x="5028788" y="2278200"/>
                  </a:lnTo>
                  <a:lnTo>
                    <a:pt x="5027933" y="2278200"/>
                  </a:lnTo>
                  <a:lnTo>
                    <a:pt x="5027077" y="2278200"/>
                  </a:lnTo>
                  <a:lnTo>
                    <a:pt x="5026222" y="2278200"/>
                  </a:lnTo>
                  <a:lnTo>
                    <a:pt x="5025366" y="2278200"/>
                  </a:lnTo>
                  <a:lnTo>
                    <a:pt x="5024511" y="2278200"/>
                  </a:lnTo>
                  <a:lnTo>
                    <a:pt x="5023655" y="2278200"/>
                  </a:lnTo>
                  <a:lnTo>
                    <a:pt x="5022800" y="2278200"/>
                  </a:lnTo>
                  <a:lnTo>
                    <a:pt x="5021944" y="2278200"/>
                  </a:lnTo>
                  <a:lnTo>
                    <a:pt x="5021089" y="2278200"/>
                  </a:lnTo>
                  <a:lnTo>
                    <a:pt x="5020233" y="2278200"/>
                  </a:lnTo>
                  <a:lnTo>
                    <a:pt x="5019378" y="2278200"/>
                  </a:lnTo>
                  <a:lnTo>
                    <a:pt x="5018522" y="2278200"/>
                  </a:lnTo>
                  <a:lnTo>
                    <a:pt x="5017667" y="2278200"/>
                  </a:lnTo>
                  <a:lnTo>
                    <a:pt x="5016811" y="2278200"/>
                  </a:lnTo>
                  <a:lnTo>
                    <a:pt x="5015955" y="2278200"/>
                  </a:lnTo>
                  <a:lnTo>
                    <a:pt x="5015100" y="2278200"/>
                  </a:lnTo>
                  <a:lnTo>
                    <a:pt x="5014244" y="2278200"/>
                  </a:lnTo>
                  <a:lnTo>
                    <a:pt x="5013389" y="2278200"/>
                  </a:lnTo>
                  <a:lnTo>
                    <a:pt x="5012533" y="2278200"/>
                  </a:lnTo>
                  <a:lnTo>
                    <a:pt x="5011678" y="2278200"/>
                  </a:lnTo>
                  <a:lnTo>
                    <a:pt x="5010822" y="2278200"/>
                  </a:lnTo>
                  <a:lnTo>
                    <a:pt x="5009967" y="2278200"/>
                  </a:lnTo>
                  <a:lnTo>
                    <a:pt x="5009111" y="2278200"/>
                  </a:lnTo>
                  <a:lnTo>
                    <a:pt x="5008256" y="2278200"/>
                  </a:lnTo>
                  <a:lnTo>
                    <a:pt x="5007400" y="2278200"/>
                  </a:lnTo>
                  <a:lnTo>
                    <a:pt x="5006545" y="2278200"/>
                  </a:lnTo>
                  <a:lnTo>
                    <a:pt x="5005689" y="2278200"/>
                  </a:lnTo>
                  <a:lnTo>
                    <a:pt x="5004834" y="2278200"/>
                  </a:lnTo>
                  <a:lnTo>
                    <a:pt x="5003978" y="2278200"/>
                  </a:lnTo>
                  <a:lnTo>
                    <a:pt x="5003123" y="2278200"/>
                  </a:lnTo>
                  <a:lnTo>
                    <a:pt x="5002267" y="2278200"/>
                  </a:lnTo>
                  <a:lnTo>
                    <a:pt x="5001412" y="2278200"/>
                  </a:lnTo>
                  <a:lnTo>
                    <a:pt x="5000556" y="2278200"/>
                  </a:lnTo>
                  <a:lnTo>
                    <a:pt x="4999700" y="2278200"/>
                  </a:lnTo>
                  <a:lnTo>
                    <a:pt x="4998845" y="2278200"/>
                  </a:lnTo>
                  <a:lnTo>
                    <a:pt x="4997989" y="2278200"/>
                  </a:lnTo>
                  <a:lnTo>
                    <a:pt x="4997134" y="2278200"/>
                  </a:lnTo>
                  <a:lnTo>
                    <a:pt x="4996278" y="2278200"/>
                  </a:lnTo>
                  <a:lnTo>
                    <a:pt x="4995423" y="2278200"/>
                  </a:lnTo>
                  <a:lnTo>
                    <a:pt x="4994567" y="2278200"/>
                  </a:lnTo>
                  <a:lnTo>
                    <a:pt x="4993712" y="2278200"/>
                  </a:lnTo>
                  <a:lnTo>
                    <a:pt x="4992856" y="2278200"/>
                  </a:lnTo>
                  <a:lnTo>
                    <a:pt x="4992001" y="2278200"/>
                  </a:lnTo>
                  <a:lnTo>
                    <a:pt x="4991145" y="2278200"/>
                  </a:lnTo>
                  <a:lnTo>
                    <a:pt x="4990290" y="2278200"/>
                  </a:lnTo>
                  <a:lnTo>
                    <a:pt x="4989434" y="2278200"/>
                  </a:lnTo>
                  <a:lnTo>
                    <a:pt x="4988579" y="2278200"/>
                  </a:lnTo>
                  <a:lnTo>
                    <a:pt x="4987723" y="2278200"/>
                  </a:lnTo>
                  <a:lnTo>
                    <a:pt x="4986868" y="2278200"/>
                  </a:lnTo>
                  <a:lnTo>
                    <a:pt x="4986012" y="2278200"/>
                  </a:lnTo>
                  <a:lnTo>
                    <a:pt x="4985157" y="2278200"/>
                  </a:lnTo>
                  <a:lnTo>
                    <a:pt x="4984301" y="2278200"/>
                  </a:lnTo>
                  <a:lnTo>
                    <a:pt x="4983445" y="2278200"/>
                  </a:lnTo>
                  <a:lnTo>
                    <a:pt x="4982590" y="2278200"/>
                  </a:lnTo>
                  <a:lnTo>
                    <a:pt x="4981734" y="2278200"/>
                  </a:lnTo>
                  <a:lnTo>
                    <a:pt x="4980879" y="2278200"/>
                  </a:lnTo>
                  <a:lnTo>
                    <a:pt x="4980023" y="2278200"/>
                  </a:lnTo>
                  <a:lnTo>
                    <a:pt x="4979168" y="2278200"/>
                  </a:lnTo>
                  <a:lnTo>
                    <a:pt x="4978312" y="2278200"/>
                  </a:lnTo>
                  <a:lnTo>
                    <a:pt x="4977457" y="2278200"/>
                  </a:lnTo>
                  <a:lnTo>
                    <a:pt x="4976601" y="2278200"/>
                  </a:lnTo>
                  <a:lnTo>
                    <a:pt x="4975746" y="2278200"/>
                  </a:lnTo>
                  <a:lnTo>
                    <a:pt x="4974890" y="2278200"/>
                  </a:lnTo>
                  <a:lnTo>
                    <a:pt x="4974035" y="2278200"/>
                  </a:lnTo>
                  <a:lnTo>
                    <a:pt x="4973179" y="2278200"/>
                  </a:lnTo>
                  <a:lnTo>
                    <a:pt x="4972324" y="2278200"/>
                  </a:lnTo>
                  <a:lnTo>
                    <a:pt x="4971468" y="2278200"/>
                  </a:lnTo>
                  <a:lnTo>
                    <a:pt x="4970613" y="2278200"/>
                  </a:lnTo>
                  <a:lnTo>
                    <a:pt x="4969757" y="2278200"/>
                  </a:lnTo>
                  <a:lnTo>
                    <a:pt x="4968901" y="2278200"/>
                  </a:lnTo>
                  <a:lnTo>
                    <a:pt x="4968046" y="2278200"/>
                  </a:lnTo>
                  <a:lnTo>
                    <a:pt x="4967190" y="2278200"/>
                  </a:lnTo>
                  <a:lnTo>
                    <a:pt x="4966335" y="2278200"/>
                  </a:lnTo>
                  <a:lnTo>
                    <a:pt x="4965479" y="2278200"/>
                  </a:lnTo>
                  <a:lnTo>
                    <a:pt x="4964624" y="2278200"/>
                  </a:lnTo>
                  <a:lnTo>
                    <a:pt x="4963768" y="2278200"/>
                  </a:lnTo>
                  <a:lnTo>
                    <a:pt x="4962913" y="2278200"/>
                  </a:lnTo>
                  <a:lnTo>
                    <a:pt x="4962057" y="2278200"/>
                  </a:lnTo>
                  <a:lnTo>
                    <a:pt x="4961202" y="2278200"/>
                  </a:lnTo>
                  <a:lnTo>
                    <a:pt x="4960346" y="2278200"/>
                  </a:lnTo>
                  <a:lnTo>
                    <a:pt x="4959491" y="2278200"/>
                  </a:lnTo>
                  <a:lnTo>
                    <a:pt x="4958635" y="2278200"/>
                  </a:lnTo>
                  <a:lnTo>
                    <a:pt x="4957780" y="2278200"/>
                  </a:lnTo>
                  <a:lnTo>
                    <a:pt x="4956924" y="2278200"/>
                  </a:lnTo>
                  <a:lnTo>
                    <a:pt x="4956069" y="2278200"/>
                  </a:lnTo>
                  <a:lnTo>
                    <a:pt x="4955213" y="2278200"/>
                  </a:lnTo>
                  <a:lnTo>
                    <a:pt x="4954358" y="2278200"/>
                  </a:lnTo>
                  <a:lnTo>
                    <a:pt x="4953502" y="2278200"/>
                  </a:lnTo>
                  <a:lnTo>
                    <a:pt x="4952646" y="2278200"/>
                  </a:lnTo>
                  <a:lnTo>
                    <a:pt x="4951791" y="2278200"/>
                  </a:lnTo>
                  <a:lnTo>
                    <a:pt x="4950935" y="2278200"/>
                  </a:lnTo>
                  <a:lnTo>
                    <a:pt x="4950080" y="2278200"/>
                  </a:lnTo>
                  <a:lnTo>
                    <a:pt x="4949224" y="2278200"/>
                  </a:lnTo>
                  <a:lnTo>
                    <a:pt x="4948369" y="2278200"/>
                  </a:lnTo>
                  <a:lnTo>
                    <a:pt x="4947513" y="2278200"/>
                  </a:lnTo>
                  <a:lnTo>
                    <a:pt x="4946658" y="2278200"/>
                  </a:lnTo>
                  <a:lnTo>
                    <a:pt x="4945802" y="2278200"/>
                  </a:lnTo>
                  <a:lnTo>
                    <a:pt x="4944947" y="2278200"/>
                  </a:lnTo>
                  <a:lnTo>
                    <a:pt x="4944091" y="2278200"/>
                  </a:lnTo>
                  <a:lnTo>
                    <a:pt x="4943236" y="2278200"/>
                  </a:lnTo>
                  <a:lnTo>
                    <a:pt x="4942380" y="2278200"/>
                  </a:lnTo>
                  <a:lnTo>
                    <a:pt x="4941525" y="2278200"/>
                  </a:lnTo>
                  <a:lnTo>
                    <a:pt x="4940669" y="2278200"/>
                  </a:lnTo>
                  <a:lnTo>
                    <a:pt x="4939814" y="2278200"/>
                  </a:lnTo>
                  <a:lnTo>
                    <a:pt x="4938958" y="2278200"/>
                  </a:lnTo>
                  <a:lnTo>
                    <a:pt x="4938103" y="2278200"/>
                  </a:lnTo>
                  <a:lnTo>
                    <a:pt x="4937247" y="2278200"/>
                  </a:lnTo>
                  <a:lnTo>
                    <a:pt x="4936391" y="2278200"/>
                  </a:lnTo>
                  <a:lnTo>
                    <a:pt x="4935536" y="2278200"/>
                  </a:lnTo>
                  <a:lnTo>
                    <a:pt x="4934680" y="2278200"/>
                  </a:lnTo>
                  <a:lnTo>
                    <a:pt x="4933825" y="2278200"/>
                  </a:lnTo>
                  <a:lnTo>
                    <a:pt x="4932969" y="2278200"/>
                  </a:lnTo>
                  <a:lnTo>
                    <a:pt x="4932114" y="2278200"/>
                  </a:lnTo>
                  <a:lnTo>
                    <a:pt x="4931258" y="2278200"/>
                  </a:lnTo>
                  <a:lnTo>
                    <a:pt x="4930403" y="2278200"/>
                  </a:lnTo>
                  <a:lnTo>
                    <a:pt x="4929547" y="2278200"/>
                  </a:lnTo>
                  <a:lnTo>
                    <a:pt x="4928692" y="2278200"/>
                  </a:lnTo>
                  <a:lnTo>
                    <a:pt x="4927836" y="2278200"/>
                  </a:lnTo>
                  <a:lnTo>
                    <a:pt x="4926981" y="2278200"/>
                  </a:lnTo>
                  <a:lnTo>
                    <a:pt x="4926125" y="2278200"/>
                  </a:lnTo>
                  <a:lnTo>
                    <a:pt x="4925270" y="2278200"/>
                  </a:lnTo>
                  <a:lnTo>
                    <a:pt x="4924414" y="2278200"/>
                  </a:lnTo>
                  <a:lnTo>
                    <a:pt x="4923559" y="2278200"/>
                  </a:lnTo>
                  <a:lnTo>
                    <a:pt x="4922703" y="2278200"/>
                  </a:lnTo>
                  <a:lnTo>
                    <a:pt x="4921847" y="2278200"/>
                  </a:lnTo>
                  <a:lnTo>
                    <a:pt x="4920992" y="2278200"/>
                  </a:lnTo>
                  <a:lnTo>
                    <a:pt x="4920136" y="2278200"/>
                  </a:lnTo>
                  <a:lnTo>
                    <a:pt x="4919281" y="2278200"/>
                  </a:lnTo>
                  <a:lnTo>
                    <a:pt x="4918425" y="2278200"/>
                  </a:lnTo>
                  <a:lnTo>
                    <a:pt x="4917570" y="2278200"/>
                  </a:lnTo>
                  <a:lnTo>
                    <a:pt x="4916714" y="2278200"/>
                  </a:lnTo>
                  <a:lnTo>
                    <a:pt x="4915859" y="2278200"/>
                  </a:lnTo>
                  <a:lnTo>
                    <a:pt x="4915003" y="2278200"/>
                  </a:lnTo>
                  <a:lnTo>
                    <a:pt x="4914148" y="2278200"/>
                  </a:lnTo>
                  <a:lnTo>
                    <a:pt x="4913292" y="2278200"/>
                  </a:lnTo>
                  <a:lnTo>
                    <a:pt x="4912437" y="2278200"/>
                  </a:lnTo>
                  <a:lnTo>
                    <a:pt x="4911581" y="2278200"/>
                  </a:lnTo>
                  <a:lnTo>
                    <a:pt x="4910726" y="2278200"/>
                  </a:lnTo>
                  <a:lnTo>
                    <a:pt x="4909870" y="2278200"/>
                  </a:lnTo>
                  <a:lnTo>
                    <a:pt x="4909015" y="2278200"/>
                  </a:lnTo>
                  <a:lnTo>
                    <a:pt x="4908159" y="2278200"/>
                  </a:lnTo>
                  <a:lnTo>
                    <a:pt x="4907304" y="2278200"/>
                  </a:lnTo>
                  <a:lnTo>
                    <a:pt x="4906448" y="2278200"/>
                  </a:lnTo>
                  <a:lnTo>
                    <a:pt x="4905592" y="2278200"/>
                  </a:lnTo>
                  <a:lnTo>
                    <a:pt x="4904737" y="2278200"/>
                  </a:lnTo>
                  <a:lnTo>
                    <a:pt x="4903881" y="2278200"/>
                  </a:lnTo>
                  <a:lnTo>
                    <a:pt x="4903026" y="2278200"/>
                  </a:lnTo>
                  <a:lnTo>
                    <a:pt x="4902170" y="2278200"/>
                  </a:lnTo>
                  <a:lnTo>
                    <a:pt x="4901315" y="2278200"/>
                  </a:lnTo>
                  <a:lnTo>
                    <a:pt x="4900459" y="2278200"/>
                  </a:lnTo>
                  <a:lnTo>
                    <a:pt x="4899604" y="2278200"/>
                  </a:lnTo>
                  <a:lnTo>
                    <a:pt x="4898748" y="2278200"/>
                  </a:lnTo>
                  <a:lnTo>
                    <a:pt x="4897893" y="2278200"/>
                  </a:lnTo>
                  <a:lnTo>
                    <a:pt x="4897037" y="2278200"/>
                  </a:lnTo>
                  <a:lnTo>
                    <a:pt x="4896182" y="2278200"/>
                  </a:lnTo>
                  <a:lnTo>
                    <a:pt x="4895326" y="2278200"/>
                  </a:lnTo>
                  <a:lnTo>
                    <a:pt x="4894471" y="2278200"/>
                  </a:lnTo>
                  <a:lnTo>
                    <a:pt x="4893615" y="2278200"/>
                  </a:lnTo>
                  <a:lnTo>
                    <a:pt x="4892760" y="2278200"/>
                  </a:lnTo>
                  <a:lnTo>
                    <a:pt x="4891904" y="2278200"/>
                  </a:lnTo>
                  <a:lnTo>
                    <a:pt x="4891049" y="2278200"/>
                  </a:lnTo>
                  <a:lnTo>
                    <a:pt x="4890193" y="2278200"/>
                  </a:lnTo>
                  <a:lnTo>
                    <a:pt x="4889337" y="2278200"/>
                  </a:lnTo>
                  <a:lnTo>
                    <a:pt x="4888482" y="2278200"/>
                  </a:lnTo>
                  <a:lnTo>
                    <a:pt x="4887626" y="2278200"/>
                  </a:lnTo>
                  <a:lnTo>
                    <a:pt x="4886771" y="2278200"/>
                  </a:lnTo>
                  <a:lnTo>
                    <a:pt x="4885915" y="2278200"/>
                  </a:lnTo>
                  <a:lnTo>
                    <a:pt x="4885060" y="2278200"/>
                  </a:lnTo>
                  <a:lnTo>
                    <a:pt x="4884204" y="2278200"/>
                  </a:lnTo>
                  <a:lnTo>
                    <a:pt x="4883349" y="2278200"/>
                  </a:lnTo>
                  <a:lnTo>
                    <a:pt x="4882493" y="2278200"/>
                  </a:lnTo>
                  <a:lnTo>
                    <a:pt x="4881638" y="2278200"/>
                  </a:lnTo>
                  <a:lnTo>
                    <a:pt x="4880782" y="2278200"/>
                  </a:lnTo>
                  <a:lnTo>
                    <a:pt x="4879927" y="2278200"/>
                  </a:lnTo>
                  <a:lnTo>
                    <a:pt x="4879071" y="2278200"/>
                  </a:lnTo>
                  <a:lnTo>
                    <a:pt x="4878216" y="2278200"/>
                  </a:lnTo>
                  <a:lnTo>
                    <a:pt x="4877360" y="2278200"/>
                  </a:lnTo>
                  <a:lnTo>
                    <a:pt x="4876505" y="2278200"/>
                  </a:lnTo>
                  <a:lnTo>
                    <a:pt x="4875649" y="2278200"/>
                  </a:lnTo>
                  <a:lnTo>
                    <a:pt x="4874793" y="2278200"/>
                  </a:lnTo>
                  <a:lnTo>
                    <a:pt x="4873938" y="2278200"/>
                  </a:lnTo>
                  <a:lnTo>
                    <a:pt x="4873082" y="2278200"/>
                  </a:lnTo>
                  <a:lnTo>
                    <a:pt x="4872227" y="2278200"/>
                  </a:lnTo>
                  <a:lnTo>
                    <a:pt x="4871371" y="2278200"/>
                  </a:lnTo>
                  <a:lnTo>
                    <a:pt x="4870516" y="2278200"/>
                  </a:lnTo>
                  <a:lnTo>
                    <a:pt x="4869660" y="2278200"/>
                  </a:lnTo>
                  <a:lnTo>
                    <a:pt x="4868805" y="2278200"/>
                  </a:lnTo>
                  <a:lnTo>
                    <a:pt x="4867949" y="2278200"/>
                  </a:lnTo>
                  <a:lnTo>
                    <a:pt x="4867094" y="2278200"/>
                  </a:lnTo>
                  <a:lnTo>
                    <a:pt x="4866238" y="2278200"/>
                  </a:lnTo>
                  <a:lnTo>
                    <a:pt x="4865383" y="2278200"/>
                  </a:lnTo>
                  <a:lnTo>
                    <a:pt x="4864527" y="2278200"/>
                  </a:lnTo>
                  <a:lnTo>
                    <a:pt x="4863672" y="2278200"/>
                  </a:lnTo>
                  <a:lnTo>
                    <a:pt x="4862816" y="2278200"/>
                  </a:lnTo>
                  <a:lnTo>
                    <a:pt x="4861961" y="2278200"/>
                  </a:lnTo>
                  <a:lnTo>
                    <a:pt x="4861105" y="2278200"/>
                  </a:lnTo>
                  <a:lnTo>
                    <a:pt x="4860250" y="2278200"/>
                  </a:lnTo>
                  <a:lnTo>
                    <a:pt x="4859394" y="2278200"/>
                  </a:lnTo>
                  <a:lnTo>
                    <a:pt x="4858538" y="2278200"/>
                  </a:lnTo>
                  <a:lnTo>
                    <a:pt x="4857683" y="2278200"/>
                  </a:lnTo>
                  <a:lnTo>
                    <a:pt x="4856827" y="2278200"/>
                  </a:lnTo>
                  <a:lnTo>
                    <a:pt x="4855972" y="2278200"/>
                  </a:lnTo>
                  <a:lnTo>
                    <a:pt x="4855116" y="2278200"/>
                  </a:lnTo>
                  <a:lnTo>
                    <a:pt x="4854261" y="2278200"/>
                  </a:lnTo>
                  <a:lnTo>
                    <a:pt x="4853405" y="2278200"/>
                  </a:lnTo>
                  <a:lnTo>
                    <a:pt x="4852550" y="2278200"/>
                  </a:lnTo>
                  <a:lnTo>
                    <a:pt x="4851694" y="2278200"/>
                  </a:lnTo>
                  <a:lnTo>
                    <a:pt x="4850839" y="2278200"/>
                  </a:lnTo>
                  <a:lnTo>
                    <a:pt x="4849983" y="2278200"/>
                  </a:lnTo>
                  <a:lnTo>
                    <a:pt x="4849128" y="2278200"/>
                  </a:lnTo>
                  <a:lnTo>
                    <a:pt x="4848272" y="2278200"/>
                  </a:lnTo>
                  <a:lnTo>
                    <a:pt x="4847417" y="2278200"/>
                  </a:lnTo>
                  <a:lnTo>
                    <a:pt x="4846561" y="2278200"/>
                  </a:lnTo>
                  <a:lnTo>
                    <a:pt x="4845706" y="2278200"/>
                  </a:lnTo>
                  <a:lnTo>
                    <a:pt x="4844850" y="2278200"/>
                  </a:lnTo>
                  <a:lnTo>
                    <a:pt x="4843995" y="2278200"/>
                  </a:lnTo>
                  <a:lnTo>
                    <a:pt x="4843139" y="2278200"/>
                  </a:lnTo>
                  <a:lnTo>
                    <a:pt x="4842283" y="2278200"/>
                  </a:lnTo>
                  <a:lnTo>
                    <a:pt x="4841428" y="2278200"/>
                  </a:lnTo>
                  <a:lnTo>
                    <a:pt x="4840572" y="2278200"/>
                  </a:lnTo>
                  <a:lnTo>
                    <a:pt x="4839717" y="2278200"/>
                  </a:lnTo>
                  <a:lnTo>
                    <a:pt x="4838861" y="2278200"/>
                  </a:lnTo>
                  <a:lnTo>
                    <a:pt x="4838006" y="2278200"/>
                  </a:lnTo>
                  <a:lnTo>
                    <a:pt x="4837150" y="2278200"/>
                  </a:lnTo>
                  <a:lnTo>
                    <a:pt x="4836295" y="2278200"/>
                  </a:lnTo>
                  <a:lnTo>
                    <a:pt x="4835439" y="2278200"/>
                  </a:lnTo>
                  <a:lnTo>
                    <a:pt x="4834584" y="2278200"/>
                  </a:lnTo>
                  <a:lnTo>
                    <a:pt x="4833728" y="2278200"/>
                  </a:lnTo>
                  <a:lnTo>
                    <a:pt x="4832873" y="2278200"/>
                  </a:lnTo>
                  <a:lnTo>
                    <a:pt x="4832017" y="2278200"/>
                  </a:lnTo>
                  <a:lnTo>
                    <a:pt x="4831162" y="2278200"/>
                  </a:lnTo>
                  <a:lnTo>
                    <a:pt x="4830306" y="2278200"/>
                  </a:lnTo>
                  <a:lnTo>
                    <a:pt x="4829451" y="2278200"/>
                  </a:lnTo>
                  <a:lnTo>
                    <a:pt x="4828595" y="2278200"/>
                  </a:lnTo>
                  <a:lnTo>
                    <a:pt x="4827740" y="2278200"/>
                  </a:lnTo>
                  <a:lnTo>
                    <a:pt x="4826884" y="2278200"/>
                  </a:lnTo>
                  <a:lnTo>
                    <a:pt x="4826028" y="2278200"/>
                  </a:lnTo>
                  <a:lnTo>
                    <a:pt x="4825173" y="2278200"/>
                  </a:lnTo>
                  <a:lnTo>
                    <a:pt x="4824317" y="2278200"/>
                  </a:lnTo>
                  <a:lnTo>
                    <a:pt x="4823462" y="2278200"/>
                  </a:lnTo>
                  <a:lnTo>
                    <a:pt x="4822606" y="2278200"/>
                  </a:lnTo>
                  <a:lnTo>
                    <a:pt x="4821751" y="2278200"/>
                  </a:lnTo>
                  <a:lnTo>
                    <a:pt x="4820895" y="2278200"/>
                  </a:lnTo>
                  <a:lnTo>
                    <a:pt x="4820040" y="2278200"/>
                  </a:lnTo>
                  <a:lnTo>
                    <a:pt x="4819184" y="2278200"/>
                  </a:lnTo>
                  <a:lnTo>
                    <a:pt x="4818329" y="2278200"/>
                  </a:lnTo>
                  <a:lnTo>
                    <a:pt x="4817473" y="2278200"/>
                  </a:lnTo>
                  <a:lnTo>
                    <a:pt x="4816618" y="2278200"/>
                  </a:lnTo>
                  <a:lnTo>
                    <a:pt x="4815762" y="2278200"/>
                  </a:lnTo>
                  <a:lnTo>
                    <a:pt x="4814907" y="2278200"/>
                  </a:lnTo>
                  <a:lnTo>
                    <a:pt x="4814051" y="2278200"/>
                  </a:lnTo>
                  <a:lnTo>
                    <a:pt x="4813196" y="2278200"/>
                  </a:lnTo>
                  <a:lnTo>
                    <a:pt x="4812340" y="2278200"/>
                  </a:lnTo>
                  <a:lnTo>
                    <a:pt x="4811484" y="2278200"/>
                  </a:lnTo>
                  <a:lnTo>
                    <a:pt x="4810629" y="2278200"/>
                  </a:lnTo>
                  <a:lnTo>
                    <a:pt x="4809773" y="2278200"/>
                  </a:lnTo>
                  <a:lnTo>
                    <a:pt x="4808918" y="2278200"/>
                  </a:lnTo>
                  <a:lnTo>
                    <a:pt x="4808062" y="2278200"/>
                  </a:lnTo>
                  <a:lnTo>
                    <a:pt x="4807207" y="2278200"/>
                  </a:lnTo>
                  <a:lnTo>
                    <a:pt x="4806351" y="2278200"/>
                  </a:lnTo>
                  <a:lnTo>
                    <a:pt x="4805496" y="2278200"/>
                  </a:lnTo>
                  <a:lnTo>
                    <a:pt x="4804640" y="2278200"/>
                  </a:lnTo>
                  <a:lnTo>
                    <a:pt x="4803785" y="2278200"/>
                  </a:lnTo>
                  <a:lnTo>
                    <a:pt x="4802929" y="2278200"/>
                  </a:lnTo>
                  <a:lnTo>
                    <a:pt x="4802074" y="2278200"/>
                  </a:lnTo>
                  <a:lnTo>
                    <a:pt x="4801218" y="2278200"/>
                  </a:lnTo>
                  <a:lnTo>
                    <a:pt x="4800363" y="2278200"/>
                  </a:lnTo>
                  <a:lnTo>
                    <a:pt x="4799507" y="2278200"/>
                  </a:lnTo>
                  <a:lnTo>
                    <a:pt x="4798652" y="2278200"/>
                  </a:lnTo>
                  <a:lnTo>
                    <a:pt x="4797796" y="2278200"/>
                  </a:lnTo>
                  <a:lnTo>
                    <a:pt x="4796941" y="2278200"/>
                  </a:lnTo>
                  <a:lnTo>
                    <a:pt x="4796085" y="2278200"/>
                  </a:lnTo>
                  <a:lnTo>
                    <a:pt x="4795229" y="2278200"/>
                  </a:lnTo>
                  <a:lnTo>
                    <a:pt x="4794374" y="2278200"/>
                  </a:lnTo>
                  <a:lnTo>
                    <a:pt x="4793518" y="2278200"/>
                  </a:lnTo>
                  <a:lnTo>
                    <a:pt x="4792663" y="2278200"/>
                  </a:lnTo>
                  <a:lnTo>
                    <a:pt x="4791807" y="2278200"/>
                  </a:lnTo>
                  <a:lnTo>
                    <a:pt x="4790952" y="2278200"/>
                  </a:lnTo>
                  <a:lnTo>
                    <a:pt x="4790096" y="2278200"/>
                  </a:lnTo>
                  <a:lnTo>
                    <a:pt x="4789241" y="2278200"/>
                  </a:lnTo>
                  <a:lnTo>
                    <a:pt x="4788385" y="2278200"/>
                  </a:lnTo>
                  <a:lnTo>
                    <a:pt x="4787530" y="2278200"/>
                  </a:lnTo>
                  <a:lnTo>
                    <a:pt x="4786674" y="2278200"/>
                  </a:lnTo>
                  <a:lnTo>
                    <a:pt x="4785819" y="2278200"/>
                  </a:lnTo>
                  <a:lnTo>
                    <a:pt x="4784963" y="2278200"/>
                  </a:lnTo>
                  <a:lnTo>
                    <a:pt x="4784108" y="2278200"/>
                  </a:lnTo>
                  <a:lnTo>
                    <a:pt x="4783252" y="2278200"/>
                  </a:lnTo>
                  <a:lnTo>
                    <a:pt x="4782397" y="2278200"/>
                  </a:lnTo>
                  <a:lnTo>
                    <a:pt x="4781541" y="2278200"/>
                  </a:lnTo>
                  <a:lnTo>
                    <a:pt x="4780686" y="2278200"/>
                  </a:lnTo>
                  <a:lnTo>
                    <a:pt x="4779830" y="2278200"/>
                  </a:lnTo>
                  <a:lnTo>
                    <a:pt x="4778974" y="2278200"/>
                  </a:lnTo>
                  <a:lnTo>
                    <a:pt x="4778119" y="2278200"/>
                  </a:lnTo>
                  <a:lnTo>
                    <a:pt x="4777263" y="2278200"/>
                  </a:lnTo>
                  <a:lnTo>
                    <a:pt x="4776408" y="2278200"/>
                  </a:lnTo>
                  <a:lnTo>
                    <a:pt x="4775552" y="2278200"/>
                  </a:lnTo>
                  <a:lnTo>
                    <a:pt x="4774697" y="2278200"/>
                  </a:lnTo>
                  <a:lnTo>
                    <a:pt x="4773841" y="2278200"/>
                  </a:lnTo>
                  <a:lnTo>
                    <a:pt x="4772986" y="2278200"/>
                  </a:lnTo>
                  <a:lnTo>
                    <a:pt x="4772130" y="2278200"/>
                  </a:lnTo>
                  <a:lnTo>
                    <a:pt x="4771275" y="2278200"/>
                  </a:lnTo>
                  <a:lnTo>
                    <a:pt x="4770419" y="2278200"/>
                  </a:lnTo>
                  <a:lnTo>
                    <a:pt x="4769564" y="2278200"/>
                  </a:lnTo>
                  <a:lnTo>
                    <a:pt x="4768708" y="2278200"/>
                  </a:lnTo>
                  <a:lnTo>
                    <a:pt x="4767853" y="2278200"/>
                  </a:lnTo>
                  <a:lnTo>
                    <a:pt x="4766997" y="2278200"/>
                  </a:lnTo>
                  <a:lnTo>
                    <a:pt x="4766142" y="2278200"/>
                  </a:lnTo>
                  <a:lnTo>
                    <a:pt x="4765286" y="2278200"/>
                  </a:lnTo>
                  <a:lnTo>
                    <a:pt x="4764430" y="2278200"/>
                  </a:lnTo>
                  <a:lnTo>
                    <a:pt x="4763575" y="2278200"/>
                  </a:lnTo>
                  <a:lnTo>
                    <a:pt x="4762719" y="2278200"/>
                  </a:lnTo>
                  <a:lnTo>
                    <a:pt x="4761864" y="2278200"/>
                  </a:lnTo>
                  <a:lnTo>
                    <a:pt x="4761008" y="2278200"/>
                  </a:lnTo>
                  <a:lnTo>
                    <a:pt x="4760153" y="2278200"/>
                  </a:lnTo>
                  <a:lnTo>
                    <a:pt x="4759297" y="2278200"/>
                  </a:lnTo>
                  <a:lnTo>
                    <a:pt x="4758442" y="2278200"/>
                  </a:lnTo>
                  <a:lnTo>
                    <a:pt x="4757586" y="2278200"/>
                  </a:lnTo>
                  <a:lnTo>
                    <a:pt x="4756731" y="2278200"/>
                  </a:lnTo>
                  <a:lnTo>
                    <a:pt x="4755875" y="2278200"/>
                  </a:lnTo>
                  <a:lnTo>
                    <a:pt x="4755020" y="2278200"/>
                  </a:lnTo>
                  <a:lnTo>
                    <a:pt x="4754164" y="2278200"/>
                  </a:lnTo>
                  <a:lnTo>
                    <a:pt x="4753309" y="2278200"/>
                  </a:lnTo>
                  <a:lnTo>
                    <a:pt x="4752453" y="2278200"/>
                  </a:lnTo>
                  <a:lnTo>
                    <a:pt x="4751598" y="2278200"/>
                  </a:lnTo>
                  <a:lnTo>
                    <a:pt x="4750742" y="2278200"/>
                  </a:lnTo>
                  <a:lnTo>
                    <a:pt x="4749887" y="2278200"/>
                  </a:lnTo>
                  <a:lnTo>
                    <a:pt x="4749031" y="2278200"/>
                  </a:lnTo>
                  <a:lnTo>
                    <a:pt x="4748175" y="2278200"/>
                  </a:lnTo>
                  <a:lnTo>
                    <a:pt x="4747320" y="2278200"/>
                  </a:lnTo>
                  <a:lnTo>
                    <a:pt x="4746464" y="2278200"/>
                  </a:lnTo>
                  <a:lnTo>
                    <a:pt x="4745609" y="2278200"/>
                  </a:lnTo>
                  <a:lnTo>
                    <a:pt x="4744753" y="2278200"/>
                  </a:lnTo>
                  <a:lnTo>
                    <a:pt x="4743898" y="2278200"/>
                  </a:lnTo>
                  <a:lnTo>
                    <a:pt x="4743042" y="2278200"/>
                  </a:lnTo>
                  <a:lnTo>
                    <a:pt x="4742187" y="2278200"/>
                  </a:lnTo>
                  <a:lnTo>
                    <a:pt x="4741331" y="2278200"/>
                  </a:lnTo>
                  <a:lnTo>
                    <a:pt x="4740476" y="2278200"/>
                  </a:lnTo>
                  <a:lnTo>
                    <a:pt x="4739620" y="2278200"/>
                  </a:lnTo>
                  <a:lnTo>
                    <a:pt x="4738765" y="2278200"/>
                  </a:lnTo>
                  <a:lnTo>
                    <a:pt x="4737909" y="2278200"/>
                  </a:lnTo>
                  <a:lnTo>
                    <a:pt x="4737054" y="2278200"/>
                  </a:lnTo>
                  <a:lnTo>
                    <a:pt x="4736198" y="2278200"/>
                  </a:lnTo>
                  <a:lnTo>
                    <a:pt x="4735343" y="2278200"/>
                  </a:lnTo>
                  <a:lnTo>
                    <a:pt x="4734487" y="2278200"/>
                  </a:lnTo>
                  <a:lnTo>
                    <a:pt x="4733632" y="2278200"/>
                  </a:lnTo>
                  <a:lnTo>
                    <a:pt x="4732776" y="2278200"/>
                  </a:lnTo>
                  <a:lnTo>
                    <a:pt x="4731920" y="2278200"/>
                  </a:lnTo>
                  <a:lnTo>
                    <a:pt x="4731065" y="2278200"/>
                  </a:lnTo>
                  <a:lnTo>
                    <a:pt x="4730209" y="2278200"/>
                  </a:lnTo>
                  <a:lnTo>
                    <a:pt x="4729354" y="2278200"/>
                  </a:lnTo>
                  <a:lnTo>
                    <a:pt x="4728498" y="2278200"/>
                  </a:lnTo>
                  <a:lnTo>
                    <a:pt x="4727643" y="2278200"/>
                  </a:lnTo>
                  <a:lnTo>
                    <a:pt x="4726787" y="2278200"/>
                  </a:lnTo>
                  <a:lnTo>
                    <a:pt x="4725932" y="2278200"/>
                  </a:lnTo>
                  <a:lnTo>
                    <a:pt x="4725076" y="2278200"/>
                  </a:lnTo>
                  <a:lnTo>
                    <a:pt x="4724221" y="2278200"/>
                  </a:lnTo>
                  <a:lnTo>
                    <a:pt x="4723365" y="2278200"/>
                  </a:lnTo>
                  <a:lnTo>
                    <a:pt x="4722510" y="2278200"/>
                  </a:lnTo>
                  <a:lnTo>
                    <a:pt x="4721654" y="2278200"/>
                  </a:lnTo>
                  <a:lnTo>
                    <a:pt x="4720799" y="2278200"/>
                  </a:lnTo>
                  <a:lnTo>
                    <a:pt x="4719943" y="2278200"/>
                  </a:lnTo>
                  <a:lnTo>
                    <a:pt x="4719088" y="2278200"/>
                  </a:lnTo>
                  <a:lnTo>
                    <a:pt x="4718232" y="2278200"/>
                  </a:lnTo>
                  <a:lnTo>
                    <a:pt x="4717376" y="2278200"/>
                  </a:lnTo>
                  <a:lnTo>
                    <a:pt x="4716521" y="2278200"/>
                  </a:lnTo>
                  <a:lnTo>
                    <a:pt x="4715665" y="2278200"/>
                  </a:lnTo>
                  <a:lnTo>
                    <a:pt x="4714810" y="2278200"/>
                  </a:lnTo>
                  <a:lnTo>
                    <a:pt x="4713954" y="2278200"/>
                  </a:lnTo>
                  <a:lnTo>
                    <a:pt x="4713099" y="2278200"/>
                  </a:lnTo>
                  <a:lnTo>
                    <a:pt x="4712243" y="2278200"/>
                  </a:lnTo>
                  <a:lnTo>
                    <a:pt x="4711388" y="2278200"/>
                  </a:lnTo>
                  <a:lnTo>
                    <a:pt x="4710532" y="2278200"/>
                  </a:lnTo>
                  <a:lnTo>
                    <a:pt x="4709677" y="2278200"/>
                  </a:lnTo>
                  <a:lnTo>
                    <a:pt x="4708821" y="2278200"/>
                  </a:lnTo>
                  <a:lnTo>
                    <a:pt x="4707966" y="2278200"/>
                  </a:lnTo>
                  <a:lnTo>
                    <a:pt x="4707110" y="2278200"/>
                  </a:lnTo>
                  <a:lnTo>
                    <a:pt x="4706255" y="2278200"/>
                  </a:lnTo>
                  <a:lnTo>
                    <a:pt x="4705399" y="2278200"/>
                  </a:lnTo>
                  <a:lnTo>
                    <a:pt x="4704544" y="2278200"/>
                  </a:lnTo>
                  <a:lnTo>
                    <a:pt x="4703688" y="2278200"/>
                  </a:lnTo>
                  <a:lnTo>
                    <a:pt x="4702833" y="2278200"/>
                  </a:lnTo>
                  <a:lnTo>
                    <a:pt x="4701977" y="2278200"/>
                  </a:lnTo>
                  <a:lnTo>
                    <a:pt x="4701121" y="2278200"/>
                  </a:lnTo>
                  <a:lnTo>
                    <a:pt x="4700266" y="2278200"/>
                  </a:lnTo>
                  <a:lnTo>
                    <a:pt x="4699410" y="2278200"/>
                  </a:lnTo>
                  <a:lnTo>
                    <a:pt x="4698555" y="2278200"/>
                  </a:lnTo>
                  <a:lnTo>
                    <a:pt x="4697699" y="2278200"/>
                  </a:lnTo>
                  <a:lnTo>
                    <a:pt x="4696844" y="2278200"/>
                  </a:lnTo>
                  <a:lnTo>
                    <a:pt x="4695988" y="2278200"/>
                  </a:lnTo>
                  <a:lnTo>
                    <a:pt x="4695133" y="2278200"/>
                  </a:lnTo>
                  <a:lnTo>
                    <a:pt x="4694277" y="2278200"/>
                  </a:lnTo>
                  <a:lnTo>
                    <a:pt x="4693422" y="2278200"/>
                  </a:lnTo>
                  <a:lnTo>
                    <a:pt x="4692566" y="2278200"/>
                  </a:lnTo>
                  <a:lnTo>
                    <a:pt x="4691711" y="2278200"/>
                  </a:lnTo>
                  <a:lnTo>
                    <a:pt x="4690855" y="2278200"/>
                  </a:lnTo>
                  <a:lnTo>
                    <a:pt x="4690000" y="2278200"/>
                  </a:lnTo>
                  <a:lnTo>
                    <a:pt x="4689144" y="2278200"/>
                  </a:lnTo>
                  <a:lnTo>
                    <a:pt x="4688289" y="2278200"/>
                  </a:lnTo>
                  <a:lnTo>
                    <a:pt x="4687433" y="2278200"/>
                  </a:lnTo>
                  <a:lnTo>
                    <a:pt x="4686578" y="2278200"/>
                  </a:lnTo>
                  <a:lnTo>
                    <a:pt x="4685722" y="2278200"/>
                  </a:lnTo>
                  <a:lnTo>
                    <a:pt x="4684866" y="2278200"/>
                  </a:lnTo>
                  <a:lnTo>
                    <a:pt x="4684011" y="2278200"/>
                  </a:lnTo>
                  <a:lnTo>
                    <a:pt x="4683155" y="2278200"/>
                  </a:lnTo>
                  <a:lnTo>
                    <a:pt x="4682300" y="2278200"/>
                  </a:lnTo>
                  <a:lnTo>
                    <a:pt x="4681444" y="2278200"/>
                  </a:lnTo>
                  <a:lnTo>
                    <a:pt x="4680589" y="2278200"/>
                  </a:lnTo>
                  <a:lnTo>
                    <a:pt x="4679733" y="2278200"/>
                  </a:lnTo>
                  <a:lnTo>
                    <a:pt x="4678878" y="2278200"/>
                  </a:lnTo>
                  <a:lnTo>
                    <a:pt x="4678022" y="2278200"/>
                  </a:lnTo>
                  <a:lnTo>
                    <a:pt x="4677167" y="2278200"/>
                  </a:lnTo>
                  <a:lnTo>
                    <a:pt x="4676311" y="2278200"/>
                  </a:lnTo>
                  <a:lnTo>
                    <a:pt x="4675456" y="2278200"/>
                  </a:lnTo>
                  <a:lnTo>
                    <a:pt x="4674600" y="2278200"/>
                  </a:lnTo>
                  <a:lnTo>
                    <a:pt x="4673745" y="2278200"/>
                  </a:lnTo>
                  <a:lnTo>
                    <a:pt x="4672889" y="2278200"/>
                  </a:lnTo>
                  <a:lnTo>
                    <a:pt x="4672034" y="2278200"/>
                  </a:lnTo>
                  <a:lnTo>
                    <a:pt x="4671178" y="2278200"/>
                  </a:lnTo>
                  <a:lnTo>
                    <a:pt x="4670322" y="2278200"/>
                  </a:lnTo>
                  <a:lnTo>
                    <a:pt x="4669467" y="2278200"/>
                  </a:lnTo>
                  <a:lnTo>
                    <a:pt x="4668611" y="2278200"/>
                  </a:lnTo>
                  <a:lnTo>
                    <a:pt x="4667756" y="2278200"/>
                  </a:lnTo>
                  <a:lnTo>
                    <a:pt x="4666900" y="2278200"/>
                  </a:lnTo>
                  <a:lnTo>
                    <a:pt x="4666045" y="2278200"/>
                  </a:lnTo>
                  <a:lnTo>
                    <a:pt x="4665189" y="2278200"/>
                  </a:lnTo>
                  <a:lnTo>
                    <a:pt x="4664334" y="2278200"/>
                  </a:lnTo>
                  <a:lnTo>
                    <a:pt x="4663478" y="2278200"/>
                  </a:lnTo>
                  <a:lnTo>
                    <a:pt x="4662623" y="2278200"/>
                  </a:lnTo>
                  <a:lnTo>
                    <a:pt x="4661767" y="2278200"/>
                  </a:lnTo>
                  <a:lnTo>
                    <a:pt x="4660912" y="2278200"/>
                  </a:lnTo>
                  <a:lnTo>
                    <a:pt x="4660056" y="2278200"/>
                  </a:lnTo>
                  <a:lnTo>
                    <a:pt x="4659201" y="2278200"/>
                  </a:lnTo>
                  <a:lnTo>
                    <a:pt x="4658345" y="2278200"/>
                  </a:lnTo>
                  <a:lnTo>
                    <a:pt x="4657490" y="2278200"/>
                  </a:lnTo>
                  <a:lnTo>
                    <a:pt x="4656634" y="2278200"/>
                  </a:lnTo>
                  <a:lnTo>
                    <a:pt x="4655779" y="2278200"/>
                  </a:lnTo>
                  <a:lnTo>
                    <a:pt x="4654923" y="2278200"/>
                  </a:lnTo>
                  <a:lnTo>
                    <a:pt x="4654067" y="2278200"/>
                  </a:lnTo>
                  <a:lnTo>
                    <a:pt x="4653212" y="2278200"/>
                  </a:lnTo>
                  <a:lnTo>
                    <a:pt x="4652356" y="2278200"/>
                  </a:lnTo>
                  <a:lnTo>
                    <a:pt x="4651501" y="2278200"/>
                  </a:lnTo>
                  <a:lnTo>
                    <a:pt x="4650645" y="2278200"/>
                  </a:lnTo>
                  <a:lnTo>
                    <a:pt x="4649790" y="2278200"/>
                  </a:lnTo>
                  <a:lnTo>
                    <a:pt x="4648934" y="2278200"/>
                  </a:lnTo>
                  <a:lnTo>
                    <a:pt x="4648079" y="2278200"/>
                  </a:lnTo>
                  <a:lnTo>
                    <a:pt x="4647223" y="2278200"/>
                  </a:lnTo>
                  <a:lnTo>
                    <a:pt x="4646368" y="2278200"/>
                  </a:lnTo>
                  <a:lnTo>
                    <a:pt x="4645512" y="2278200"/>
                  </a:lnTo>
                  <a:lnTo>
                    <a:pt x="4644657" y="2278200"/>
                  </a:lnTo>
                  <a:lnTo>
                    <a:pt x="4643801" y="2278200"/>
                  </a:lnTo>
                  <a:lnTo>
                    <a:pt x="4642946" y="2278200"/>
                  </a:lnTo>
                  <a:lnTo>
                    <a:pt x="4642090" y="2278200"/>
                  </a:lnTo>
                  <a:lnTo>
                    <a:pt x="4641235" y="2278200"/>
                  </a:lnTo>
                  <a:lnTo>
                    <a:pt x="4640379" y="2278200"/>
                  </a:lnTo>
                  <a:lnTo>
                    <a:pt x="4639524" y="2278200"/>
                  </a:lnTo>
                  <a:lnTo>
                    <a:pt x="4638668" y="2278200"/>
                  </a:lnTo>
                  <a:lnTo>
                    <a:pt x="4637812" y="2278200"/>
                  </a:lnTo>
                  <a:lnTo>
                    <a:pt x="4636957" y="2278200"/>
                  </a:lnTo>
                  <a:lnTo>
                    <a:pt x="4636101" y="2278200"/>
                  </a:lnTo>
                  <a:lnTo>
                    <a:pt x="4635246" y="2278200"/>
                  </a:lnTo>
                  <a:lnTo>
                    <a:pt x="4634390" y="2278200"/>
                  </a:lnTo>
                  <a:lnTo>
                    <a:pt x="4633535" y="2278200"/>
                  </a:lnTo>
                  <a:lnTo>
                    <a:pt x="4632679" y="2278200"/>
                  </a:lnTo>
                  <a:lnTo>
                    <a:pt x="4631824" y="2278200"/>
                  </a:lnTo>
                  <a:lnTo>
                    <a:pt x="4630968" y="2278200"/>
                  </a:lnTo>
                  <a:lnTo>
                    <a:pt x="4630113" y="2278200"/>
                  </a:lnTo>
                  <a:lnTo>
                    <a:pt x="4629257" y="2278200"/>
                  </a:lnTo>
                  <a:lnTo>
                    <a:pt x="4628402" y="2278200"/>
                  </a:lnTo>
                  <a:lnTo>
                    <a:pt x="4627546" y="2278200"/>
                  </a:lnTo>
                  <a:lnTo>
                    <a:pt x="4626691" y="2278200"/>
                  </a:lnTo>
                  <a:lnTo>
                    <a:pt x="4625835" y="2278200"/>
                  </a:lnTo>
                  <a:lnTo>
                    <a:pt x="4624980" y="2278200"/>
                  </a:lnTo>
                  <a:lnTo>
                    <a:pt x="4624124" y="2278200"/>
                  </a:lnTo>
                  <a:lnTo>
                    <a:pt x="4623269" y="2278200"/>
                  </a:lnTo>
                  <a:lnTo>
                    <a:pt x="4622413" y="2278200"/>
                  </a:lnTo>
                  <a:lnTo>
                    <a:pt x="4621557" y="2278200"/>
                  </a:lnTo>
                  <a:lnTo>
                    <a:pt x="4620702" y="2278200"/>
                  </a:lnTo>
                  <a:lnTo>
                    <a:pt x="4619846" y="2278200"/>
                  </a:lnTo>
                  <a:lnTo>
                    <a:pt x="4618991" y="2278200"/>
                  </a:lnTo>
                  <a:lnTo>
                    <a:pt x="4618135" y="2278200"/>
                  </a:lnTo>
                  <a:lnTo>
                    <a:pt x="4617280" y="2278200"/>
                  </a:lnTo>
                  <a:lnTo>
                    <a:pt x="4616424" y="2278200"/>
                  </a:lnTo>
                  <a:lnTo>
                    <a:pt x="4615569" y="2278200"/>
                  </a:lnTo>
                  <a:lnTo>
                    <a:pt x="4614713" y="2278200"/>
                  </a:lnTo>
                  <a:lnTo>
                    <a:pt x="4613858" y="2278200"/>
                  </a:lnTo>
                  <a:lnTo>
                    <a:pt x="4613002" y="2278200"/>
                  </a:lnTo>
                  <a:lnTo>
                    <a:pt x="4612147" y="2278200"/>
                  </a:lnTo>
                  <a:lnTo>
                    <a:pt x="4611291" y="2278200"/>
                  </a:lnTo>
                  <a:lnTo>
                    <a:pt x="4610436" y="2278200"/>
                  </a:lnTo>
                  <a:lnTo>
                    <a:pt x="4609580" y="2278200"/>
                  </a:lnTo>
                  <a:lnTo>
                    <a:pt x="4608725" y="2278200"/>
                  </a:lnTo>
                  <a:lnTo>
                    <a:pt x="4607869" y="2278200"/>
                  </a:lnTo>
                  <a:lnTo>
                    <a:pt x="4607013" y="2278200"/>
                  </a:lnTo>
                  <a:lnTo>
                    <a:pt x="4606158" y="2278200"/>
                  </a:lnTo>
                  <a:lnTo>
                    <a:pt x="4605302" y="2278200"/>
                  </a:lnTo>
                  <a:lnTo>
                    <a:pt x="4604447" y="2278200"/>
                  </a:lnTo>
                  <a:lnTo>
                    <a:pt x="4603591" y="2278200"/>
                  </a:lnTo>
                  <a:lnTo>
                    <a:pt x="4602736" y="2278200"/>
                  </a:lnTo>
                  <a:lnTo>
                    <a:pt x="4601880" y="2278200"/>
                  </a:lnTo>
                  <a:lnTo>
                    <a:pt x="4601025" y="2278200"/>
                  </a:lnTo>
                  <a:lnTo>
                    <a:pt x="4600169" y="2278200"/>
                  </a:lnTo>
                  <a:lnTo>
                    <a:pt x="4599314" y="2278200"/>
                  </a:lnTo>
                  <a:lnTo>
                    <a:pt x="4598458" y="2278200"/>
                  </a:lnTo>
                  <a:lnTo>
                    <a:pt x="4597603" y="2278200"/>
                  </a:lnTo>
                  <a:lnTo>
                    <a:pt x="4596747" y="2278200"/>
                  </a:lnTo>
                  <a:lnTo>
                    <a:pt x="4595892" y="2278200"/>
                  </a:lnTo>
                  <a:lnTo>
                    <a:pt x="4595036" y="2278200"/>
                  </a:lnTo>
                  <a:lnTo>
                    <a:pt x="4594181" y="2278200"/>
                  </a:lnTo>
                  <a:lnTo>
                    <a:pt x="4593325" y="2278200"/>
                  </a:lnTo>
                  <a:lnTo>
                    <a:pt x="4592470" y="2278200"/>
                  </a:lnTo>
                  <a:lnTo>
                    <a:pt x="4591614" y="2278200"/>
                  </a:lnTo>
                  <a:lnTo>
                    <a:pt x="4590758" y="2278200"/>
                  </a:lnTo>
                  <a:lnTo>
                    <a:pt x="4589903" y="2278200"/>
                  </a:lnTo>
                  <a:lnTo>
                    <a:pt x="4589047" y="2278200"/>
                  </a:lnTo>
                  <a:lnTo>
                    <a:pt x="4588192" y="2278200"/>
                  </a:lnTo>
                  <a:lnTo>
                    <a:pt x="4587336" y="2278200"/>
                  </a:lnTo>
                  <a:lnTo>
                    <a:pt x="4586481" y="2278200"/>
                  </a:lnTo>
                  <a:lnTo>
                    <a:pt x="4585625" y="2278200"/>
                  </a:lnTo>
                  <a:lnTo>
                    <a:pt x="4584770" y="2278200"/>
                  </a:lnTo>
                  <a:lnTo>
                    <a:pt x="4583914" y="2278200"/>
                  </a:lnTo>
                  <a:lnTo>
                    <a:pt x="4583059" y="2278200"/>
                  </a:lnTo>
                  <a:lnTo>
                    <a:pt x="4582203" y="2278200"/>
                  </a:lnTo>
                  <a:lnTo>
                    <a:pt x="4581348" y="2278200"/>
                  </a:lnTo>
                  <a:lnTo>
                    <a:pt x="4580492" y="2278200"/>
                  </a:lnTo>
                  <a:lnTo>
                    <a:pt x="4579637" y="2278200"/>
                  </a:lnTo>
                  <a:lnTo>
                    <a:pt x="4578781" y="2278200"/>
                  </a:lnTo>
                  <a:lnTo>
                    <a:pt x="4577926" y="2278200"/>
                  </a:lnTo>
                  <a:lnTo>
                    <a:pt x="4577070" y="2278200"/>
                  </a:lnTo>
                  <a:lnTo>
                    <a:pt x="4576215" y="2278200"/>
                  </a:lnTo>
                  <a:lnTo>
                    <a:pt x="4575359" y="2278200"/>
                  </a:lnTo>
                  <a:lnTo>
                    <a:pt x="4574503" y="2278200"/>
                  </a:lnTo>
                  <a:lnTo>
                    <a:pt x="4573648" y="2278200"/>
                  </a:lnTo>
                  <a:lnTo>
                    <a:pt x="4572792" y="2278200"/>
                  </a:lnTo>
                  <a:lnTo>
                    <a:pt x="4571937" y="2278200"/>
                  </a:lnTo>
                  <a:lnTo>
                    <a:pt x="4571081" y="2278200"/>
                  </a:lnTo>
                  <a:lnTo>
                    <a:pt x="4570226" y="2278200"/>
                  </a:lnTo>
                  <a:lnTo>
                    <a:pt x="4569370" y="2278200"/>
                  </a:lnTo>
                  <a:lnTo>
                    <a:pt x="4568515" y="2278200"/>
                  </a:lnTo>
                  <a:lnTo>
                    <a:pt x="4567659" y="2278200"/>
                  </a:lnTo>
                  <a:lnTo>
                    <a:pt x="4566804" y="2278200"/>
                  </a:lnTo>
                  <a:lnTo>
                    <a:pt x="4565948" y="2278200"/>
                  </a:lnTo>
                  <a:lnTo>
                    <a:pt x="4565093" y="2278200"/>
                  </a:lnTo>
                  <a:lnTo>
                    <a:pt x="4564237" y="2278200"/>
                  </a:lnTo>
                  <a:lnTo>
                    <a:pt x="4563382" y="2278200"/>
                  </a:lnTo>
                  <a:lnTo>
                    <a:pt x="4562526" y="2278200"/>
                  </a:lnTo>
                  <a:lnTo>
                    <a:pt x="4561671" y="2278200"/>
                  </a:lnTo>
                  <a:lnTo>
                    <a:pt x="4560815" y="2278200"/>
                  </a:lnTo>
                  <a:lnTo>
                    <a:pt x="4559959" y="2278200"/>
                  </a:lnTo>
                  <a:lnTo>
                    <a:pt x="4559104" y="2278200"/>
                  </a:lnTo>
                  <a:lnTo>
                    <a:pt x="4558248" y="2278200"/>
                  </a:lnTo>
                  <a:lnTo>
                    <a:pt x="4557393" y="2278200"/>
                  </a:lnTo>
                  <a:lnTo>
                    <a:pt x="4556537" y="2278200"/>
                  </a:lnTo>
                  <a:lnTo>
                    <a:pt x="4555682" y="2278200"/>
                  </a:lnTo>
                  <a:lnTo>
                    <a:pt x="4554826" y="2278200"/>
                  </a:lnTo>
                  <a:lnTo>
                    <a:pt x="4553971" y="2278200"/>
                  </a:lnTo>
                  <a:lnTo>
                    <a:pt x="4553115" y="2278200"/>
                  </a:lnTo>
                  <a:lnTo>
                    <a:pt x="4552260" y="2278200"/>
                  </a:lnTo>
                  <a:lnTo>
                    <a:pt x="4551404" y="2278200"/>
                  </a:lnTo>
                  <a:lnTo>
                    <a:pt x="4550549" y="2278200"/>
                  </a:lnTo>
                  <a:lnTo>
                    <a:pt x="4549693" y="2278200"/>
                  </a:lnTo>
                  <a:lnTo>
                    <a:pt x="4548838" y="2278200"/>
                  </a:lnTo>
                  <a:lnTo>
                    <a:pt x="4547982" y="2278200"/>
                  </a:lnTo>
                  <a:lnTo>
                    <a:pt x="4547127" y="2278200"/>
                  </a:lnTo>
                  <a:lnTo>
                    <a:pt x="4546271" y="2278200"/>
                  </a:lnTo>
                  <a:lnTo>
                    <a:pt x="4545416" y="2278200"/>
                  </a:lnTo>
                  <a:lnTo>
                    <a:pt x="4544560" y="2278200"/>
                  </a:lnTo>
                  <a:lnTo>
                    <a:pt x="4543704" y="2278200"/>
                  </a:lnTo>
                  <a:lnTo>
                    <a:pt x="4542849" y="2278200"/>
                  </a:lnTo>
                  <a:lnTo>
                    <a:pt x="4541993" y="2278200"/>
                  </a:lnTo>
                  <a:lnTo>
                    <a:pt x="4541138" y="2278200"/>
                  </a:lnTo>
                  <a:lnTo>
                    <a:pt x="4540282" y="2278200"/>
                  </a:lnTo>
                  <a:lnTo>
                    <a:pt x="4539427" y="2278200"/>
                  </a:lnTo>
                  <a:lnTo>
                    <a:pt x="4538571" y="2278200"/>
                  </a:lnTo>
                  <a:lnTo>
                    <a:pt x="4537716" y="2278200"/>
                  </a:lnTo>
                  <a:lnTo>
                    <a:pt x="4536860" y="2278200"/>
                  </a:lnTo>
                  <a:lnTo>
                    <a:pt x="4536005" y="2278200"/>
                  </a:lnTo>
                  <a:lnTo>
                    <a:pt x="4535149" y="2278200"/>
                  </a:lnTo>
                  <a:lnTo>
                    <a:pt x="4534294" y="2278200"/>
                  </a:lnTo>
                  <a:lnTo>
                    <a:pt x="4533438" y="2278200"/>
                  </a:lnTo>
                  <a:lnTo>
                    <a:pt x="4532583" y="2278200"/>
                  </a:lnTo>
                  <a:lnTo>
                    <a:pt x="4531727" y="2278200"/>
                  </a:lnTo>
                  <a:lnTo>
                    <a:pt x="4530872" y="2278200"/>
                  </a:lnTo>
                  <a:lnTo>
                    <a:pt x="4530016" y="2278200"/>
                  </a:lnTo>
                  <a:lnTo>
                    <a:pt x="4529161" y="2278200"/>
                  </a:lnTo>
                  <a:lnTo>
                    <a:pt x="4528305" y="2278200"/>
                  </a:lnTo>
                  <a:lnTo>
                    <a:pt x="4527449" y="2278200"/>
                  </a:lnTo>
                  <a:lnTo>
                    <a:pt x="4526594" y="2278200"/>
                  </a:lnTo>
                  <a:lnTo>
                    <a:pt x="4525738" y="2278200"/>
                  </a:lnTo>
                  <a:lnTo>
                    <a:pt x="4524883" y="2278200"/>
                  </a:lnTo>
                  <a:lnTo>
                    <a:pt x="4524027" y="2278200"/>
                  </a:lnTo>
                  <a:lnTo>
                    <a:pt x="4523172" y="2278200"/>
                  </a:lnTo>
                  <a:lnTo>
                    <a:pt x="4522316" y="2278200"/>
                  </a:lnTo>
                  <a:lnTo>
                    <a:pt x="4521461" y="2278200"/>
                  </a:lnTo>
                  <a:lnTo>
                    <a:pt x="4520605" y="2278200"/>
                  </a:lnTo>
                  <a:lnTo>
                    <a:pt x="4519750" y="2278200"/>
                  </a:lnTo>
                  <a:lnTo>
                    <a:pt x="4518894" y="2278200"/>
                  </a:lnTo>
                  <a:lnTo>
                    <a:pt x="4518039" y="2278200"/>
                  </a:lnTo>
                  <a:lnTo>
                    <a:pt x="4517183" y="2278200"/>
                  </a:lnTo>
                  <a:lnTo>
                    <a:pt x="4516328" y="2278200"/>
                  </a:lnTo>
                  <a:lnTo>
                    <a:pt x="4515472" y="2278200"/>
                  </a:lnTo>
                  <a:lnTo>
                    <a:pt x="4514617" y="2278200"/>
                  </a:lnTo>
                  <a:lnTo>
                    <a:pt x="4513761" y="2278200"/>
                  </a:lnTo>
                  <a:lnTo>
                    <a:pt x="4512905" y="2278200"/>
                  </a:lnTo>
                  <a:lnTo>
                    <a:pt x="4512050" y="2278200"/>
                  </a:lnTo>
                  <a:lnTo>
                    <a:pt x="4511194" y="2278200"/>
                  </a:lnTo>
                  <a:lnTo>
                    <a:pt x="4510339" y="2278200"/>
                  </a:lnTo>
                  <a:lnTo>
                    <a:pt x="4509483" y="2278200"/>
                  </a:lnTo>
                  <a:lnTo>
                    <a:pt x="4508628" y="2278200"/>
                  </a:lnTo>
                  <a:lnTo>
                    <a:pt x="4507772" y="2278200"/>
                  </a:lnTo>
                  <a:lnTo>
                    <a:pt x="4506917" y="2278200"/>
                  </a:lnTo>
                  <a:lnTo>
                    <a:pt x="4506061" y="2278200"/>
                  </a:lnTo>
                  <a:lnTo>
                    <a:pt x="4505206" y="2278200"/>
                  </a:lnTo>
                  <a:lnTo>
                    <a:pt x="4504350" y="2278200"/>
                  </a:lnTo>
                  <a:lnTo>
                    <a:pt x="4503495" y="2278200"/>
                  </a:lnTo>
                  <a:lnTo>
                    <a:pt x="4502639" y="2278200"/>
                  </a:lnTo>
                  <a:lnTo>
                    <a:pt x="4501784" y="2278200"/>
                  </a:lnTo>
                  <a:lnTo>
                    <a:pt x="4500928" y="2278200"/>
                  </a:lnTo>
                  <a:lnTo>
                    <a:pt x="4500073" y="2278200"/>
                  </a:lnTo>
                  <a:lnTo>
                    <a:pt x="4499217" y="2278200"/>
                  </a:lnTo>
                  <a:lnTo>
                    <a:pt x="4498362" y="2278200"/>
                  </a:lnTo>
                  <a:lnTo>
                    <a:pt x="4497506" y="2278200"/>
                  </a:lnTo>
                  <a:lnTo>
                    <a:pt x="4496650" y="2278200"/>
                  </a:lnTo>
                  <a:lnTo>
                    <a:pt x="4495795" y="2278200"/>
                  </a:lnTo>
                  <a:lnTo>
                    <a:pt x="4494939" y="2278200"/>
                  </a:lnTo>
                  <a:lnTo>
                    <a:pt x="4494084" y="2278200"/>
                  </a:lnTo>
                  <a:lnTo>
                    <a:pt x="4493228" y="2278200"/>
                  </a:lnTo>
                  <a:lnTo>
                    <a:pt x="4492373" y="2278200"/>
                  </a:lnTo>
                  <a:lnTo>
                    <a:pt x="4491517" y="2278200"/>
                  </a:lnTo>
                  <a:lnTo>
                    <a:pt x="4490662" y="2278200"/>
                  </a:lnTo>
                  <a:lnTo>
                    <a:pt x="4489806" y="2278200"/>
                  </a:lnTo>
                  <a:lnTo>
                    <a:pt x="4488951" y="2278200"/>
                  </a:lnTo>
                  <a:lnTo>
                    <a:pt x="4488095" y="2278200"/>
                  </a:lnTo>
                  <a:lnTo>
                    <a:pt x="4487240" y="2278200"/>
                  </a:lnTo>
                  <a:lnTo>
                    <a:pt x="4486384" y="2278200"/>
                  </a:lnTo>
                  <a:lnTo>
                    <a:pt x="4485529" y="2278200"/>
                  </a:lnTo>
                  <a:lnTo>
                    <a:pt x="4484673" y="2278200"/>
                  </a:lnTo>
                  <a:lnTo>
                    <a:pt x="4483818" y="2278200"/>
                  </a:lnTo>
                  <a:lnTo>
                    <a:pt x="4482962" y="2278200"/>
                  </a:lnTo>
                  <a:lnTo>
                    <a:pt x="4482107" y="2278200"/>
                  </a:lnTo>
                  <a:lnTo>
                    <a:pt x="4481251" y="2278200"/>
                  </a:lnTo>
                  <a:lnTo>
                    <a:pt x="4480395" y="2278200"/>
                  </a:lnTo>
                  <a:lnTo>
                    <a:pt x="4479540" y="2278200"/>
                  </a:lnTo>
                  <a:lnTo>
                    <a:pt x="4478684" y="2278200"/>
                  </a:lnTo>
                  <a:lnTo>
                    <a:pt x="4477829" y="2278200"/>
                  </a:lnTo>
                  <a:lnTo>
                    <a:pt x="4476973" y="2278200"/>
                  </a:lnTo>
                  <a:lnTo>
                    <a:pt x="4476118" y="2278200"/>
                  </a:lnTo>
                  <a:lnTo>
                    <a:pt x="4475262" y="2278200"/>
                  </a:lnTo>
                  <a:lnTo>
                    <a:pt x="4474407" y="2278200"/>
                  </a:lnTo>
                  <a:lnTo>
                    <a:pt x="4473551" y="2278200"/>
                  </a:lnTo>
                  <a:lnTo>
                    <a:pt x="4472696" y="2278200"/>
                  </a:lnTo>
                  <a:lnTo>
                    <a:pt x="4471840" y="2278200"/>
                  </a:lnTo>
                  <a:lnTo>
                    <a:pt x="4470985" y="2278200"/>
                  </a:lnTo>
                  <a:lnTo>
                    <a:pt x="4470129" y="2278200"/>
                  </a:lnTo>
                  <a:lnTo>
                    <a:pt x="4469274" y="2278200"/>
                  </a:lnTo>
                  <a:lnTo>
                    <a:pt x="4468418" y="2278200"/>
                  </a:lnTo>
                  <a:lnTo>
                    <a:pt x="4467563" y="2278200"/>
                  </a:lnTo>
                  <a:lnTo>
                    <a:pt x="4466707" y="2278200"/>
                  </a:lnTo>
                  <a:lnTo>
                    <a:pt x="4465851" y="2278200"/>
                  </a:lnTo>
                  <a:lnTo>
                    <a:pt x="4464996" y="2278200"/>
                  </a:lnTo>
                  <a:lnTo>
                    <a:pt x="4464140" y="2278200"/>
                  </a:lnTo>
                  <a:lnTo>
                    <a:pt x="4463285" y="2278200"/>
                  </a:lnTo>
                  <a:lnTo>
                    <a:pt x="4462429" y="2278200"/>
                  </a:lnTo>
                  <a:lnTo>
                    <a:pt x="4461574" y="2278200"/>
                  </a:lnTo>
                  <a:lnTo>
                    <a:pt x="4460718" y="2278200"/>
                  </a:lnTo>
                  <a:lnTo>
                    <a:pt x="4459863" y="2278200"/>
                  </a:lnTo>
                  <a:lnTo>
                    <a:pt x="4459007" y="2278200"/>
                  </a:lnTo>
                  <a:lnTo>
                    <a:pt x="4458152" y="2278200"/>
                  </a:lnTo>
                  <a:lnTo>
                    <a:pt x="4457296" y="2278200"/>
                  </a:lnTo>
                  <a:lnTo>
                    <a:pt x="4456441" y="2278200"/>
                  </a:lnTo>
                  <a:lnTo>
                    <a:pt x="4455585" y="2278200"/>
                  </a:lnTo>
                  <a:lnTo>
                    <a:pt x="4454730" y="2278200"/>
                  </a:lnTo>
                  <a:lnTo>
                    <a:pt x="4453874" y="2278200"/>
                  </a:lnTo>
                  <a:lnTo>
                    <a:pt x="4453019" y="2278200"/>
                  </a:lnTo>
                  <a:lnTo>
                    <a:pt x="4452163" y="2278200"/>
                  </a:lnTo>
                  <a:lnTo>
                    <a:pt x="4451308" y="2278200"/>
                  </a:lnTo>
                  <a:lnTo>
                    <a:pt x="4450452" y="2278200"/>
                  </a:lnTo>
                  <a:lnTo>
                    <a:pt x="4449596" y="2278200"/>
                  </a:lnTo>
                  <a:lnTo>
                    <a:pt x="4448741" y="2278200"/>
                  </a:lnTo>
                  <a:lnTo>
                    <a:pt x="4447885" y="2278200"/>
                  </a:lnTo>
                  <a:lnTo>
                    <a:pt x="4447030" y="2278200"/>
                  </a:lnTo>
                  <a:lnTo>
                    <a:pt x="4446174" y="2278200"/>
                  </a:lnTo>
                  <a:lnTo>
                    <a:pt x="4445319" y="2278200"/>
                  </a:lnTo>
                  <a:lnTo>
                    <a:pt x="4444463" y="2278200"/>
                  </a:lnTo>
                  <a:lnTo>
                    <a:pt x="4443608" y="2278200"/>
                  </a:lnTo>
                  <a:lnTo>
                    <a:pt x="4442752" y="2278200"/>
                  </a:lnTo>
                  <a:lnTo>
                    <a:pt x="4441897" y="2278200"/>
                  </a:lnTo>
                  <a:lnTo>
                    <a:pt x="4441041" y="2278200"/>
                  </a:lnTo>
                  <a:lnTo>
                    <a:pt x="4440186" y="2278200"/>
                  </a:lnTo>
                  <a:lnTo>
                    <a:pt x="4439330" y="2278200"/>
                  </a:lnTo>
                  <a:lnTo>
                    <a:pt x="4438475" y="2278200"/>
                  </a:lnTo>
                  <a:lnTo>
                    <a:pt x="4437619" y="2278200"/>
                  </a:lnTo>
                  <a:lnTo>
                    <a:pt x="4436764" y="2278200"/>
                  </a:lnTo>
                  <a:lnTo>
                    <a:pt x="4435908" y="2278200"/>
                  </a:lnTo>
                  <a:lnTo>
                    <a:pt x="4435053" y="2278200"/>
                  </a:lnTo>
                  <a:lnTo>
                    <a:pt x="4434197" y="2278200"/>
                  </a:lnTo>
                  <a:lnTo>
                    <a:pt x="4433341" y="2278200"/>
                  </a:lnTo>
                  <a:lnTo>
                    <a:pt x="4432486" y="2278200"/>
                  </a:lnTo>
                  <a:lnTo>
                    <a:pt x="4431630" y="2278200"/>
                  </a:lnTo>
                  <a:lnTo>
                    <a:pt x="4430775" y="2278200"/>
                  </a:lnTo>
                  <a:lnTo>
                    <a:pt x="4429919" y="2278200"/>
                  </a:lnTo>
                  <a:lnTo>
                    <a:pt x="4429064" y="2278200"/>
                  </a:lnTo>
                  <a:lnTo>
                    <a:pt x="4428208" y="2278200"/>
                  </a:lnTo>
                  <a:lnTo>
                    <a:pt x="4427353" y="2278200"/>
                  </a:lnTo>
                  <a:lnTo>
                    <a:pt x="4426497" y="2278200"/>
                  </a:lnTo>
                  <a:lnTo>
                    <a:pt x="4425642" y="2278200"/>
                  </a:lnTo>
                  <a:lnTo>
                    <a:pt x="4424786" y="2278200"/>
                  </a:lnTo>
                  <a:lnTo>
                    <a:pt x="4423931" y="2278200"/>
                  </a:lnTo>
                  <a:lnTo>
                    <a:pt x="4423075" y="2278200"/>
                  </a:lnTo>
                  <a:lnTo>
                    <a:pt x="4422220" y="2278200"/>
                  </a:lnTo>
                  <a:lnTo>
                    <a:pt x="4421364" y="2278200"/>
                  </a:lnTo>
                  <a:lnTo>
                    <a:pt x="4420509" y="2278200"/>
                  </a:lnTo>
                  <a:lnTo>
                    <a:pt x="4419653" y="2278200"/>
                  </a:lnTo>
                  <a:lnTo>
                    <a:pt x="4418798" y="2278200"/>
                  </a:lnTo>
                  <a:lnTo>
                    <a:pt x="4417942" y="2278200"/>
                  </a:lnTo>
                  <a:lnTo>
                    <a:pt x="4417086" y="2278200"/>
                  </a:lnTo>
                  <a:lnTo>
                    <a:pt x="4416231" y="2278200"/>
                  </a:lnTo>
                  <a:lnTo>
                    <a:pt x="4415375" y="2278200"/>
                  </a:lnTo>
                  <a:lnTo>
                    <a:pt x="4414520" y="2278200"/>
                  </a:lnTo>
                  <a:lnTo>
                    <a:pt x="4413664" y="2278200"/>
                  </a:lnTo>
                  <a:lnTo>
                    <a:pt x="4412809" y="2278200"/>
                  </a:lnTo>
                  <a:lnTo>
                    <a:pt x="4411953" y="2278200"/>
                  </a:lnTo>
                  <a:lnTo>
                    <a:pt x="4411098" y="2278200"/>
                  </a:lnTo>
                  <a:lnTo>
                    <a:pt x="4410242" y="2278200"/>
                  </a:lnTo>
                  <a:lnTo>
                    <a:pt x="4409387" y="2278200"/>
                  </a:lnTo>
                  <a:lnTo>
                    <a:pt x="4408531" y="2278200"/>
                  </a:lnTo>
                  <a:lnTo>
                    <a:pt x="4407676" y="2278200"/>
                  </a:lnTo>
                  <a:lnTo>
                    <a:pt x="4406820" y="2278200"/>
                  </a:lnTo>
                  <a:lnTo>
                    <a:pt x="4405965" y="2278200"/>
                  </a:lnTo>
                  <a:lnTo>
                    <a:pt x="4405109" y="2278200"/>
                  </a:lnTo>
                  <a:lnTo>
                    <a:pt x="4404254" y="2278200"/>
                  </a:lnTo>
                  <a:lnTo>
                    <a:pt x="4403398" y="2278200"/>
                  </a:lnTo>
                  <a:lnTo>
                    <a:pt x="4402542" y="2278200"/>
                  </a:lnTo>
                  <a:lnTo>
                    <a:pt x="4401687" y="2278200"/>
                  </a:lnTo>
                  <a:lnTo>
                    <a:pt x="4400831" y="2278200"/>
                  </a:lnTo>
                  <a:lnTo>
                    <a:pt x="4399976" y="2278200"/>
                  </a:lnTo>
                  <a:lnTo>
                    <a:pt x="4399120" y="2278200"/>
                  </a:lnTo>
                  <a:lnTo>
                    <a:pt x="4398265" y="2278200"/>
                  </a:lnTo>
                  <a:lnTo>
                    <a:pt x="4397409" y="2278200"/>
                  </a:lnTo>
                  <a:lnTo>
                    <a:pt x="4396554" y="2278200"/>
                  </a:lnTo>
                  <a:lnTo>
                    <a:pt x="4395698" y="2278200"/>
                  </a:lnTo>
                  <a:lnTo>
                    <a:pt x="4394843" y="2278200"/>
                  </a:lnTo>
                  <a:lnTo>
                    <a:pt x="4393987" y="2278200"/>
                  </a:lnTo>
                  <a:lnTo>
                    <a:pt x="4393132" y="2278200"/>
                  </a:lnTo>
                  <a:lnTo>
                    <a:pt x="4392276" y="2278200"/>
                  </a:lnTo>
                  <a:lnTo>
                    <a:pt x="4391421" y="2278200"/>
                  </a:lnTo>
                  <a:lnTo>
                    <a:pt x="4390565" y="2278200"/>
                  </a:lnTo>
                  <a:lnTo>
                    <a:pt x="4389710" y="2278200"/>
                  </a:lnTo>
                  <a:lnTo>
                    <a:pt x="4388854" y="2278200"/>
                  </a:lnTo>
                  <a:lnTo>
                    <a:pt x="4387999" y="2278200"/>
                  </a:lnTo>
                  <a:lnTo>
                    <a:pt x="4387143" y="2278200"/>
                  </a:lnTo>
                  <a:lnTo>
                    <a:pt x="4386287" y="2278200"/>
                  </a:lnTo>
                  <a:lnTo>
                    <a:pt x="4385432" y="2278200"/>
                  </a:lnTo>
                  <a:lnTo>
                    <a:pt x="4384576" y="2278200"/>
                  </a:lnTo>
                  <a:lnTo>
                    <a:pt x="4383721" y="2278200"/>
                  </a:lnTo>
                  <a:lnTo>
                    <a:pt x="4382865" y="2278200"/>
                  </a:lnTo>
                  <a:lnTo>
                    <a:pt x="4382010" y="2278200"/>
                  </a:lnTo>
                  <a:lnTo>
                    <a:pt x="4381154" y="2278200"/>
                  </a:lnTo>
                  <a:lnTo>
                    <a:pt x="4380299" y="2278200"/>
                  </a:lnTo>
                  <a:lnTo>
                    <a:pt x="4379443" y="2278200"/>
                  </a:lnTo>
                  <a:lnTo>
                    <a:pt x="4378588" y="2278200"/>
                  </a:lnTo>
                  <a:lnTo>
                    <a:pt x="4377732" y="2278200"/>
                  </a:lnTo>
                  <a:lnTo>
                    <a:pt x="4376877" y="2278200"/>
                  </a:lnTo>
                  <a:lnTo>
                    <a:pt x="4376021" y="2278200"/>
                  </a:lnTo>
                  <a:lnTo>
                    <a:pt x="4375166" y="2278200"/>
                  </a:lnTo>
                  <a:lnTo>
                    <a:pt x="4374310" y="2278200"/>
                  </a:lnTo>
                  <a:lnTo>
                    <a:pt x="4373455" y="2278200"/>
                  </a:lnTo>
                  <a:lnTo>
                    <a:pt x="4372599" y="2278200"/>
                  </a:lnTo>
                  <a:lnTo>
                    <a:pt x="4371744" y="2278200"/>
                  </a:lnTo>
                  <a:lnTo>
                    <a:pt x="4370888" y="2278200"/>
                  </a:lnTo>
                  <a:lnTo>
                    <a:pt x="4370032" y="2278200"/>
                  </a:lnTo>
                  <a:lnTo>
                    <a:pt x="4369177" y="2278200"/>
                  </a:lnTo>
                  <a:lnTo>
                    <a:pt x="4368321" y="2278200"/>
                  </a:lnTo>
                  <a:lnTo>
                    <a:pt x="4367466" y="2278200"/>
                  </a:lnTo>
                  <a:lnTo>
                    <a:pt x="4366610" y="2278200"/>
                  </a:lnTo>
                  <a:lnTo>
                    <a:pt x="4365755" y="2278200"/>
                  </a:lnTo>
                  <a:lnTo>
                    <a:pt x="4364899" y="2278200"/>
                  </a:lnTo>
                  <a:lnTo>
                    <a:pt x="4364044" y="2278200"/>
                  </a:lnTo>
                  <a:lnTo>
                    <a:pt x="4363188" y="2278200"/>
                  </a:lnTo>
                  <a:lnTo>
                    <a:pt x="4362333" y="2278200"/>
                  </a:lnTo>
                  <a:lnTo>
                    <a:pt x="4361477" y="2278200"/>
                  </a:lnTo>
                  <a:lnTo>
                    <a:pt x="4360622" y="2278200"/>
                  </a:lnTo>
                  <a:lnTo>
                    <a:pt x="4359766" y="2278200"/>
                  </a:lnTo>
                  <a:lnTo>
                    <a:pt x="4358911" y="2278200"/>
                  </a:lnTo>
                  <a:lnTo>
                    <a:pt x="4358055" y="2278200"/>
                  </a:lnTo>
                  <a:lnTo>
                    <a:pt x="4357200" y="2278200"/>
                  </a:lnTo>
                  <a:lnTo>
                    <a:pt x="4356344" y="2278200"/>
                  </a:lnTo>
                  <a:lnTo>
                    <a:pt x="4355488" y="2278200"/>
                  </a:lnTo>
                  <a:lnTo>
                    <a:pt x="4354633" y="2278200"/>
                  </a:lnTo>
                  <a:lnTo>
                    <a:pt x="4353777" y="2278200"/>
                  </a:lnTo>
                  <a:lnTo>
                    <a:pt x="4352922" y="2278200"/>
                  </a:lnTo>
                  <a:lnTo>
                    <a:pt x="4352066" y="2278200"/>
                  </a:lnTo>
                  <a:lnTo>
                    <a:pt x="4351211" y="2278200"/>
                  </a:lnTo>
                  <a:lnTo>
                    <a:pt x="4350355" y="2278200"/>
                  </a:lnTo>
                  <a:lnTo>
                    <a:pt x="4349500" y="2278200"/>
                  </a:lnTo>
                  <a:lnTo>
                    <a:pt x="4348644" y="2278200"/>
                  </a:lnTo>
                  <a:lnTo>
                    <a:pt x="4347789" y="2278200"/>
                  </a:lnTo>
                  <a:lnTo>
                    <a:pt x="4346933" y="2278200"/>
                  </a:lnTo>
                  <a:lnTo>
                    <a:pt x="4346078" y="2278200"/>
                  </a:lnTo>
                  <a:lnTo>
                    <a:pt x="4345222" y="2278200"/>
                  </a:lnTo>
                  <a:lnTo>
                    <a:pt x="4344367" y="2278200"/>
                  </a:lnTo>
                  <a:lnTo>
                    <a:pt x="4343511" y="2278200"/>
                  </a:lnTo>
                  <a:lnTo>
                    <a:pt x="4342656" y="2278200"/>
                  </a:lnTo>
                  <a:lnTo>
                    <a:pt x="4341800" y="2278200"/>
                  </a:lnTo>
                  <a:lnTo>
                    <a:pt x="4340945" y="2278200"/>
                  </a:lnTo>
                  <a:lnTo>
                    <a:pt x="4340089" y="2278200"/>
                  </a:lnTo>
                  <a:lnTo>
                    <a:pt x="4339233" y="2278200"/>
                  </a:lnTo>
                  <a:lnTo>
                    <a:pt x="4338378" y="2278200"/>
                  </a:lnTo>
                  <a:lnTo>
                    <a:pt x="4337522" y="2278200"/>
                  </a:lnTo>
                  <a:lnTo>
                    <a:pt x="4336667" y="2278200"/>
                  </a:lnTo>
                  <a:lnTo>
                    <a:pt x="4335811" y="2278200"/>
                  </a:lnTo>
                  <a:lnTo>
                    <a:pt x="4334956" y="2278200"/>
                  </a:lnTo>
                  <a:lnTo>
                    <a:pt x="4334100" y="2278200"/>
                  </a:lnTo>
                  <a:lnTo>
                    <a:pt x="4333245" y="2278200"/>
                  </a:lnTo>
                  <a:lnTo>
                    <a:pt x="4332389" y="2278200"/>
                  </a:lnTo>
                  <a:lnTo>
                    <a:pt x="4331534" y="2278200"/>
                  </a:lnTo>
                  <a:lnTo>
                    <a:pt x="4330678" y="2278200"/>
                  </a:lnTo>
                  <a:lnTo>
                    <a:pt x="4329823" y="2278200"/>
                  </a:lnTo>
                  <a:lnTo>
                    <a:pt x="4328967" y="2278200"/>
                  </a:lnTo>
                  <a:lnTo>
                    <a:pt x="4328112" y="2278200"/>
                  </a:lnTo>
                  <a:lnTo>
                    <a:pt x="4327256" y="2278200"/>
                  </a:lnTo>
                  <a:lnTo>
                    <a:pt x="4326401" y="2278200"/>
                  </a:lnTo>
                  <a:lnTo>
                    <a:pt x="4325545" y="2278200"/>
                  </a:lnTo>
                  <a:lnTo>
                    <a:pt x="4324690" y="2278200"/>
                  </a:lnTo>
                  <a:lnTo>
                    <a:pt x="4323834" y="2278200"/>
                  </a:lnTo>
                  <a:lnTo>
                    <a:pt x="4322978" y="2278200"/>
                  </a:lnTo>
                  <a:lnTo>
                    <a:pt x="4322123" y="2278200"/>
                  </a:lnTo>
                  <a:lnTo>
                    <a:pt x="4321267" y="2278200"/>
                  </a:lnTo>
                  <a:lnTo>
                    <a:pt x="4320412" y="2278200"/>
                  </a:lnTo>
                  <a:lnTo>
                    <a:pt x="4319556" y="2278200"/>
                  </a:lnTo>
                  <a:lnTo>
                    <a:pt x="4318701" y="2278200"/>
                  </a:lnTo>
                  <a:lnTo>
                    <a:pt x="4317845" y="2278200"/>
                  </a:lnTo>
                  <a:lnTo>
                    <a:pt x="4316990" y="2278200"/>
                  </a:lnTo>
                  <a:lnTo>
                    <a:pt x="4316134" y="2278200"/>
                  </a:lnTo>
                  <a:lnTo>
                    <a:pt x="4315279" y="2278200"/>
                  </a:lnTo>
                  <a:lnTo>
                    <a:pt x="4314423" y="2278200"/>
                  </a:lnTo>
                  <a:lnTo>
                    <a:pt x="4313568" y="2278200"/>
                  </a:lnTo>
                  <a:lnTo>
                    <a:pt x="4312712" y="2278200"/>
                  </a:lnTo>
                  <a:lnTo>
                    <a:pt x="4311857" y="2278200"/>
                  </a:lnTo>
                  <a:lnTo>
                    <a:pt x="4311001" y="2278200"/>
                  </a:lnTo>
                  <a:lnTo>
                    <a:pt x="4310146" y="2278200"/>
                  </a:lnTo>
                  <a:lnTo>
                    <a:pt x="4309290" y="2278200"/>
                  </a:lnTo>
                  <a:lnTo>
                    <a:pt x="4308434" y="2278200"/>
                  </a:lnTo>
                  <a:lnTo>
                    <a:pt x="4307579" y="2278200"/>
                  </a:lnTo>
                  <a:lnTo>
                    <a:pt x="4306723" y="2278200"/>
                  </a:lnTo>
                  <a:lnTo>
                    <a:pt x="4305868" y="2278200"/>
                  </a:lnTo>
                  <a:lnTo>
                    <a:pt x="4305012" y="2278200"/>
                  </a:lnTo>
                  <a:lnTo>
                    <a:pt x="4304157" y="2278200"/>
                  </a:lnTo>
                  <a:lnTo>
                    <a:pt x="4303301" y="2278200"/>
                  </a:lnTo>
                  <a:lnTo>
                    <a:pt x="4302446" y="2278200"/>
                  </a:lnTo>
                  <a:lnTo>
                    <a:pt x="4301590" y="2278200"/>
                  </a:lnTo>
                  <a:lnTo>
                    <a:pt x="4300735" y="2278200"/>
                  </a:lnTo>
                  <a:lnTo>
                    <a:pt x="4299879" y="2278200"/>
                  </a:lnTo>
                  <a:lnTo>
                    <a:pt x="4299024" y="2278200"/>
                  </a:lnTo>
                  <a:lnTo>
                    <a:pt x="4298168" y="2278200"/>
                  </a:lnTo>
                  <a:lnTo>
                    <a:pt x="4297313" y="2278200"/>
                  </a:lnTo>
                  <a:lnTo>
                    <a:pt x="4296457" y="2278200"/>
                  </a:lnTo>
                  <a:lnTo>
                    <a:pt x="4295602" y="2278200"/>
                  </a:lnTo>
                  <a:lnTo>
                    <a:pt x="4294746" y="2278200"/>
                  </a:lnTo>
                  <a:lnTo>
                    <a:pt x="4293891" y="2278200"/>
                  </a:lnTo>
                  <a:lnTo>
                    <a:pt x="4293035" y="2278200"/>
                  </a:lnTo>
                  <a:lnTo>
                    <a:pt x="4292179" y="2278200"/>
                  </a:lnTo>
                  <a:lnTo>
                    <a:pt x="4291324" y="2278200"/>
                  </a:lnTo>
                  <a:lnTo>
                    <a:pt x="4290468" y="2278200"/>
                  </a:lnTo>
                  <a:lnTo>
                    <a:pt x="4289613" y="2278200"/>
                  </a:lnTo>
                  <a:lnTo>
                    <a:pt x="4288757" y="2278200"/>
                  </a:lnTo>
                  <a:lnTo>
                    <a:pt x="4287902" y="2278200"/>
                  </a:lnTo>
                  <a:lnTo>
                    <a:pt x="4287046" y="2278200"/>
                  </a:lnTo>
                  <a:lnTo>
                    <a:pt x="4286191" y="2278200"/>
                  </a:lnTo>
                  <a:lnTo>
                    <a:pt x="4285335" y="2278200"/>
                  </a:lnTo>
                  <a:lnTo>
                    <a:pt x="4284480" y="2278200"/>
                  </a:lnTo>
                  <a:lnTo>
                    <a:pt x="4283624" y="2278200"/>
                  </a:lnTo>
                  <a:lnTo>
                    <a:pt x="4282769" y="2278200"/>
                  </a:lnTo>
                  <a:lnTo>
                    <a:pt x="4281913" y="2278200"/>
                  </a:lnTo>
                  <a:lnTo>
                    <a:pt x="4281058" y="2278200"/>
                  </a:lnTo>
                  <a:lnTo>
                    <a:pt x="4280202" y="2278200"/>
                  </a:lnTo>
                  <a:lnTo>
                    <a:pt x="4279347" y="2278200"/>
                  </a:lnTo>
                  <a:lnTo>
                    <a:pt x="4278491" y="2278200"/>
                  </a:lnTo>
                  <a:lnTo>
                    <a:pt x="4277636" y="2278200"/>
                  </a:lnTo>
                  <a:lnTo>
                    <a:pt x="4276780" y="2278200"/>
                  </a:lnTo>
                  <a:lnTo>
                    <a:pt x="4275924" y="2278200"/>
                  </a:lnTo>
                  <a:lnTo>
                    <a:pt x="4275069" y="2278200"/>
                  </a:lnTo>
                  <a:lnTo>
                    <a:pt x="4274213" y="2278200"/>
                  </a:lnTo>
                  <a:lnTo>
                    <a:pt x="4273358" y="2278200"/>
                  </a:lnTo>
                  <a:lnTo>
                    <a:pt x="4272502" y="2278200"/>
                  </a:lnTo>
                  <a:lnTo>
                    <a:pt x="4271647" y="2278200"/>
                  </a:lnTo>
                  <a:lnTo>
                    <a:pt x="4270791" y="2278200"/>
                  </a:lnTo>
                  <a:lnTo>
                    <a:pt x="4269936" y="2278200"/>
                  </a:lnTo>
                  <a:lnTo>
                    <a:pt x="4269080" y="2278200"/>
                  </a:lnTo>
                  <a:lnTo>
                    <a:pt x="4268225" y="2278200"/>
                  </a:lnTo>
                  <a:lnTo>
                    <a:pt x="4267369" y="2278200"/>
                  </a:lnTo>
                  <a:lnTo>
                    <a:pt x="4266514" y="2278200"/>
                  </a:lnTo>
                  <a:lnTo>
                    <a:pt x="4265658" y="2278200"/>
                  </a:lnTo>
                  <a:lnTo>
                    <a:pt x="4264803" y="2278200"/>
                  </a:lnTo>
                  <a:lnTo>
                    <a:pt x="4263947" y="2278200"/>
                  </a:lnTo>
                  <a:lnTo>
                    <a:pt x="4263092" y="2278200"/>
                  </a:lnTo>
                  <a:lnTo>
                    <a:pt x="4262236" y="2278200"/>
                  </a:lnTo>
                  <a:lnTo>
                    <a:pt x="4261380" y="2278200"/>
                  </a:lnTo>
                  <a:lnTo>
                    <a:pt x="4260525" y="2278200"/>
                  </a:lnTo>
                  <a:lnTo>
                    <a:pt x="4259669" y="2278200"/>
                  </a:lnTo>
                  <a:lnTo>
                    <a:pt x="4258814" y="2278200"/>
                  </a:lnTo>
                  <a:lnTo>
                    <a:pt x="4257958" y="2278200"/>
                  </a:lnTo>
                  <a:lnTo>
                    <a:pt x="4257103" y="2278200"/>
                  </a:lnTo>
                  <a:lnTo>
                    <a:pt x="4256247" y="2278200"/>
                  </a:lnTo>
                  <a:lnTo>
                    <a:pt x="4255392" y="2278200"/>
                  </a:lnTo>
                  <a:lnTo>
                    <a:pt x="4254536" y="2278200"/>
                  </a:lnTo>
                  <a:lnTo>
                    <a:pt x="4253681" y="2278200"/>
                  </a:lnTo>
                  <a:lnTo>
                    <a:pt x="4252825" y="2278200"/>
                  </a:lnTo>
                  <a:lnTo>
                    <a:pt x="4251970" y="2278200"/>
                  </a:lnTo>
                  <a:lnTo>
                    <a:pt x="4251114" y="2278200"/>
                  </a:lnTo>
                  <a:lnTo>
                    <a:pt x="4250259" y="2278200"/>
                  </a:lnTo>
                  <a:lnTo>
                    <a:pt x="4249403" y="2278200"/>
                  </a:lnTo>
                  <a:lnTo>
                    <a:pt x="4248548" y="2278200"/>
                  </a:lnTo>
                  <a:lnTo>
                    <a:pt x="4247692" y="2278200"/>
                  </a:lnTo>
                  <a:lnTo>
                    <a:pt x="4246837" y="2278200"/>
                  </a:lnTo>
                  <a:lnTo>
                    <a:pt x="4245981" y="2278200"/>
                  </a:lnTo>
                  <a:lnTo>
                    <a:pt x="4245125" y="2278200"/>
                  </a:lnTo>
                  <a:lnTo>
                    <a:pt x="4244270" y="2278200"/>
                  </a:lnTo>
                  <a:lnTo>
                    <a:pt x="4243414" y="2278200"/>
                  </a:lnTo>
                  <a:lnTo>
                    <a:pt x="4242559" y="2278200"/>
                  </a:lnTo>
                  <a:lnTo>
                    <a:pt x="4241703" y="2278200"/>
                  </a:lnTo>
                  <a:lnTo>
                    <a:pt x="4240848" y="2278200"/>
                  </a:lnTo>
                  <a:lnTo>
                    <a:pt x="4239992" y="2278200"/>
                  </a:lnTo>
                  <a:lnTo>
                    <a:pt x="4239137" y="2278200"/>
                  </a:lnTo>
                  <a:lnTo>
                    <a:pt x="4238281" y="2278200"/>
                  </a:lnTo>
                  <a:lnTo>
                    <a:pt x="4237426" y="2278200"/>
                  </a:lnTo>
                  <a:lnTo>
                    <a:pt x="4236570" y="2278200"/>
                  </a:lnTo>
                  <a:lnTo>
                    <a:pt x="4235715" y="2278200"/>
                  </a:lnTo>
                  <a:lnTo>
                    <a:pt x="4234859" y="2278200"/>
                  </a:lnTo>
                  <a:lnTo>
                    <a:pt x="4234004" y="2278200"/>
                  </a:lnTo>
                  <a:lnTo>
                    <a:pt x="4233148" y="2278200"/>
                  </a:lnTo>
                  <a:lnTo>
                    <a:pt x="4232293" y="2278200"/>
                  </a:lnTo>
                  <a:lnTo>
                    <a:pt x="4231437" y="2278200"/>
                  </a:lnTo>
                  <a:lnTo>
                    <a:pt x="4230582" y="2278200"/>
                  </a:lnTo>
                  <a:lnTo>
                    <a:pt x="4229726" y="2278200"/>
                  </a:lnTo>
                  <a:lnTo>
                    <a:pt x="4228870" y="2278200"/>
                  </a:lnTo>
                  <a:lnTo>
                    <a:pt x="4228015" y="2278200"/>
                  </a:lnTo>
                  <a:lnTo>
                    <a:pt x="4227159" y="2278200"/>
                  </a:lnTo>
                  <a:lnTo>
                    <a:pt x="4226304" y="2278200"/>
                  </a:lnTo>
                  <a:lnTo>
                    <a:pt x="4225448" y="2278200"/>
                  </a:lnTo>
                  <a:lnTo>
                    <a:pt x="4224593" y="2278200"/>
                  </a:lnTo>
                  <a:lnTo>
                    <a:pt x="4223737" y="2278200"/>
                  </a:lnTo>
                  <a:lnTo>
                    <a:pt x="4222882" y="2278200"/>
                  </a:lnTo>
                  <a:lnTo>
                    <a:pt x="4222026" y="2278200"/>
                  </a:lnTo>
                  <a:lnTo>
                    <a:pt x="4221171" y="2278200"/>
                  </a:lnTo>
                  <a:lnTo>
                    <a:pt x="4220315" y="2278200"/>
                  </a:lnTo>
                  <a:lnTo>
                    <a:pt x="4219460" y="2278200"/>
                  </a:lnTo>
                  <a:lnTo>
                    <a:pt x="4218604" y="2278200"/>
                  </a:lnTo>
                  <a:lnTo>
                    <a:pt x="4217749" y="2278200"/>
                  </a:lnTo>
                  <a:lnTo>
                    <a:pt x="4216893" y="2278200"/>
                  </a:lnTo>
                  <a:lnTo>
                    <a:pt x="4216038" y="2278200"/>
                  </a:lnTo>
                  <a:lnTo>
                    <a:pt x="4215182" y="2278200"/>
                  </a:lnTo>
                  <a:lnTo>
                    <a:pt x="4214326" y="2278200"/>
                  </a:lnTo>
                  <a:lnTo>
                    <a:pt x="4213471" y="2278200"/>
                  </a:lnTo>
                  <a:lnTo>
                    <a:pt x="4212615" y="2278200"/>
                  </a:lnTo>
                  <a:lnTo>
                    <a:pt x="4211760" y="2278200"/>
                  </a:lnTo>
                  <a:lnTo>
                    <a:pt x="4210904" y="2278200"/>
                  </a:lnTo>
                  <a:lnTo>
                    <a:pt x="4210049" y="2278200"/>
                  </a:lnTo>
                  <a:lnTo>
                    <a:pt x="4209193" y="2278200"/>
                  </a:lnTo>
                  <a:lnTo>
                    <a:pt x="4208338" y="2278200"/>
                  </a:lnTo>
                  <a:lnTo>
                    <a:pt x="4207482" y="2278200"/>
                  </a:lnTo>
                  <a:lnTo>
                    <a:pt x="4206627" y="2278200"/>
                  </a:lnTo>
                  <a:lnTo>
                    <a:pt x="4205771" y="2278200"/>
                  </a:lnTo>
                  <a:lnTo>
                    <a:pt x="4204916" y="2278200"/>
                  </a:lnTo>
                  <a:lnTo>
                    <a:pt x="4204060" y="2278200"/>
                  </a:lnTo>
                  <a:lnTo>
                    <a:pt x="4203205" y="2278200"/>
                  </a:lnTo>
                  <a:lnTo>
                    <a:pt x="4202349" y="2278200"/>
                  </a:lnTo>
                  <a:lnTo>
                    <a:pt x="4201494" y="2278200"/>
                  </a:lnTo>
                  <a:lnTo>
                    <a:pt x="4200638" y="2278200"/>
                  </a:lnTo>
                  <a:lnTo>
                    <a:pt x="4199783" y="2278200"/>
                  </a:lnTo>
                  <a:lnTo>
                    <a:pt x="4198927" y="2278200"/>
                  </a:lnTo>
                  <a:lnTo>
                    <a:pt x="4198071" y="2278200"/>
                  </a:lnTo>
                  <a:lnTo>
                    <a:pt x="4197216" y="2278200"/>
                  </a:lnTo>
                  <a:lnTo>
                    <a:pt x="4196360" y="2278200"/>
                  </a:lnTo>
                  <a:lnTo>
                    <a:pt x="4195505" y="2278200"/>
                  </a:lnTo>
                  <a:lnTo>
                    <a:pt x="4194649" y="2278200"/>
                  </a:lnTo>
                  <a:lnTo>
                    <a:pt x="4193794" y="2278200"/>
                  </a:lnTo>
                  <a:lnTo>
                    <a:pt x="4192938" y="2278200"/>
                  </a:lnTo>
                  <a:lnTo>
                    <a:pt x="4192083" y="2278200"/>
                  </a:lnTo>
                  <a:lnTo>
                    <a:pt x="4191227" y="2278200"/>
                  </a:lnTo>
                  <a:lnTo>
                    <a:pt x="4190372" y="2278200"/>
                  </a:lnTo>
                  <a:lnTo>
                    <a:pt x="4189516" y="2278200"/>
                  </a:lnTo>
                  <a:lnTo>
                    <a:pt x="4188661" y="2278200"/>
                  </a:lnTo>
                  <a:lnTo>
                    <a:pt x="4187805" y="2278200"/>
                  </a:lnTo>
                  <a:lnTo>
                    <a:pt x="4186950" y="2278200"/>
                  </a:lnTo>
                  <a:lnTo>
                    <a:pt x="4186094" y="2278200"/>
                  </a:lnTo>
                  <a:lnTo>
                    <a:pt x="4185239" y="2278200"/>
                  </a:lnTo>
                  <a:lnTo>
                    <a:pt x="4184383" y="2278200"/>
                  </a:lnTo>
                  <a:lnTo>
                    <a:pt x="4183528" y="2278200"/>
                  </a:lnTo>
                  <a:lnTo>
                    <a:pt x="4182672" y="2278200"/>
                  </a:lnTo>
                  <a:lnTo>
                    <a:pt x="4181816" y="2278200"/>
                  </a:lnTo>
                  <a:lnTo>
                    <a:pt x="4180961" y="2278200"/>
                  </a:lnTo>
                  <a:lnTo>
                    <a:pt x="4180105" y="2278200"/>
                  </a:lnTo>
                  <a:lnTo>
                    <a:pt x="4179250" y="2278200"/>
                  </a:lnTo>
                  <a:lnTo>
                    <a:pt x="4178394" y="2278200"/>
                  </a:lnTo>
                  <a:lnTo>
                    <a:pt x="4177539" y="2278200"/>
                  </a:lnTo>
                  <a:lnTo>
                    <a:pt x="4176683" y="2278200"/>
                  </a:lnTo>
                  <a:lnTo>
                    <a:pt x="4175828" y="2278200"/>
                  </a:lnTo>
                  <a:lnTo>
                    <a:pt x="4174972" y="2278200"/>
                  </a:lnTo>
                  <a:lnTo>
                    <a:pt x="4174117" y="2278200"/>
                  </a:lnTo>
                  <a:lnTo>
                    <a:pt x="4173261" y="2278200"/>
                  </a:lnTo>
                  <a:lnTo>
                    <a:pt x="4172406" y="2278200"/>
                  </a:lnTo>
                  <a:lnTo>
                    <a:pt x="4171550" y="2278200"/>
                  </a:lnTo>
                  <a:lnTo>
                    <a:pt x="4170695" y="2278200"/>
                  </a:lnTo>
                  <a:lnTo>
                    <a:pt x="4169839" y="2278200"/>
                  </a:lnTo>
                  <a:lnTo>
                    <a:pt x="4168984" y="2278200"/>
                  </a:lnTo>
                  <a:lnTo>
                    <a:pt x="4168128" y="2278200"/>
                  </a:lnTo>
                  <a:lnTo>
                    <a:pt x="4167273" y="2278200"/>
                  </a:lnTo>
                  <a:lnTo>
                    <a:pt x="4166417" y="2278200"/>
                  </a:lnTo>
                  <a:lnTo>
                    <a:pt x="4165561" y="2278200"/>
                  </a:lnTo>
                  <a:lnTo>
                    <a:pt x="4164706" y="2278200"/>
                  </a:lnTo>
                  <a:lnTo>
                    <a:pt x="4163850" y="2278200"/>
                  </a:lnTo>
                  <a:lnTo>
                    <a:pt x="4162995" y="2278200"/>
                  </a:lnTo>
                  <a:lnTo>
                    <a:pt x="4162139" y="2278200"/>
                  </a:lnTo>
                  <a:lnTo>
                    <a:pt x="4161284" y="2278200"/>
                  </a:lnTo>
                  <a:lnTo>
                    <a:pt x="4160428" y="2278200"/>
                  </a:lnTo>
                  <a:lnTo>
                    <a:pt x="4159573" y="2278200"/>
                  </a:lnTo>
                  <a:lnTo>
                    <a:pt x="4158717" y="2278200"/>
                  </a:lnTo>
                  <a:lnTo>
                    <a:pt x="4157862" y="2278200"/>
                  </a:lnTo>
                  <a:lnTo>
                    <a:pt x="4157006" y="2278200"/>
                  </a:lnTo>
                  <a:lnTo>
                    <a:pt x="4156151" y="2278200"/>
                  </a:lnTo>
                  <a:lnTo>
                    <a:pt x="4155295" y="2278200"/>
                  </a:lnTo>
                  <a:lnTo>
                    <a:pt x="4154440" y="2278200"/>
                  </a:lnTo>
                  <a:lnTo>
                    <a:pt x="4153584" y="2278200"/>
                  </a:lnTo>
                  <a:lnTo>
                    <a:pt x="4152729" y="2278200"/>
                  </a:lnTo>
                  <a:lnTo>
                    <a:pt x="4151873" y="2278200"/>
                  </a:lnTo>
                  <a:lnTo>
                    <a:pt x="4151017" y="2278200"/>
                  </a:lnTo>
                  <a:lnTo>
                    <a:pt x="4150162" y="2278200"/>
                  </a:lnTo>
                  <a:lnTo>
                    <a:pt x="4149306" y="2278200"/>
                  </a:lnTo>
                  <a:lnTo>
                    <a:pt x="4148451" y="2278200"/>
                  </a:lnTo>
                  <a:lnTo>
                    <a:pt x="4147595" y="2278200"/>
                  </a:lnTo>
                  <a:lnTo>
                    <a:pt x="4146740" y="2278200"/>
                  </a:lnTo>
                  <a:lnTo>
                    <a:pt x="4145884" y="2278200"/>
                  </a:lnTo>
                  <a:lnTo>
                    <a:pt x="4145029" y="2278200"/>
                  </a:lnTo>
                  <a:lnTo>
                    <a:pt x="4144173" y="2278200"/>
                  </a:lnTo>
                  <a:lnTo>
                    <a:pt x="4143318" y="2278200"/>
                  </a:lnTo>
                  <a:lnTo>
                    <a:pt x="4142462" y="2278200"/>
                  </a:lnTo>
                  <a:lnTo>
                    <a:pt x="4141607" y="2278200"/>
                  </a:lnTo>
                  <a:lnTo>
                    <a:pt x="4140751" y="2278200"/>
                  </a:lnTo>
                  <a:lnTo>
                    <a:pt x="4139896" y="2278200"/>
                  </a:lnTo>
                  <a:lnTo>
                    <a:pt x="4139040" y="2278200"/>
                  </a:lnTo>
                  <a:lnTo>
                    <a:pt x="4138185" y="2278200"/>
                  </a:lnTo>
                  <a:lnTo>
                    <a:pt x="4137329" y="2278200"/>
                  </a:lnTo>
                  <a:lnTo>
                    <a:pt x="4136474" y="2278200"/>
                  </a:lnTo>
                  <a:lnTo>
                    <a:pt x="4135618" y="2278200"/>
                  </a:lnTo>
                  <a:lnTo>
                    <a:pt x="4134762" y="2278200"/>
                  </a:lnTo>
                  <a:lnTo>
                    <a:pt x="4133907" y="2278200"/>
                  </a:lnTo>
                  <a:lnTo>
                    <a:pt x="4133051" y="2278200"/>
                  </a:lnTo>
                  <a:lnTo>
                    <a:pt x="4132196" y="2278200"/>
                  </a:lnTo>
                  <a:lnTo>
                    <a:pt x="4131340" y="2278200"/>
                  </a:lnTo>
                  <a:lnTo>
                    <a:pt x="4130485" y="2278200"/>
                  </a:lnTo>
                  <a:lnTo>
                    <a:pt x="4129629" y="2278200"/>
                  </a:lnTo>
                  <a:lnTo>
                    <a:pt x="4128774" y="2278200"/>
                  </a:lnTo>
                  <a:lnTo>
                    <a:pt x="4127918" y="2278200"/>
                  </a:lnTo>
                  <a:lnTo>
                    <a:pt x="4127063" y="2278200"/>
                  </a:lnTo>
                  <a:lnTo>
                    <a:pt x="4126207" y="2278200"/>
                  </a:lnTo>
                  <a:lnTo>
                    <a:pt x="4125352" y="2278200"/>
                  </a:lnTo>
                  <a:lnTo>
                    <a:pt x="4124496" y="2278200"/>
                  </a:lnTo>
                  <a:lnTo>
                    <a:pt x="4123641" y="2278200"/>
                  </a:lnTo>
                  <a:lnTo>
                    <a:pt x="4122785" y="2278200"/>
                  </a:lnTo>
                  <a:lnTo>
                    <a:pt x="4121930" y="2278200"/>
                  </a:lnTo>
                  <a:lnTo>
                    <a:pt x="4121074" y="2278200"/>
                  </a:lnTo>
                  <a:lnTo>
                    <a:pt x="4120219" y="2278200"/>
                  </a:lnTo>
                  <a:lnTo>
                    <a:pt x="4119363" y="2278200"/>
                  </a:lnTo>
                  <a:lnTo>
                    <a:pt x="4118507" y="2278200"/>
                  </a:lnTo>
                  <a:lnTo>
                    <a:pt x="4117652" y="2278200"/>
                  </a:lnTo>
                  <a:lnTo>
                    <a:pt x="4116796" y="2278200"/>
                  </a:lnTo>
                  <a:lnTo>
                    <a:pt x="4115941" y="2278200"/>
                  </a:lnTo>
                  <a:lnTo>
                    <a:pt x="4115085" y="2278200"/>
                  </a:lnTo>
                  <a:lnTo>
                    <a:pt x="4114230" y="2278200"/>
                  </a:lnTo>
                  <a:lnTo>
                    <a:pt x="4113374" y="2278200"/>
                  </a:lnTo>
                  <a:lnTo>
                    <a:pt x="4112519" y="2278200"/>
                  </a:lnTo>
                  <a:lnTo>
                    <a:pt x="4111663" y="2278200"/>
                  </a:lnTo>
                  <a:lnTo>
                    <a:pt x="4110808" y="2278200"/>
                  </a:lnTo>
                  <a:lnTo>
                    <a:pt x="4109952" y="2278200"/>
                  </a:lnTo>
                  <a:lnTo>
                    <a:pt x="4109097" y="2278200"/>
                  </a:lnTo>
                  <a:lnTo>
                    <a:pt x="4108241" y="2278200"/>
                  </a:lnTo>
                  <a:lnTo>
                    <a:pt x="4107386" y="2278200"/>
                  </a:lnTo>
                  <a:lnTo>
                    <a:pt x="4106530" y="2278200"/>
                  </a:lnTo>
                  <a:lnTo>
                    <a:pt x="4105675" y="2278200"/>
                  </a:lnTo>
                  <a:lnTo>
                    <a:pt x="4104819" y="2278200"/>
                  </a:lnTo>
                  <a:lnTo>
                    <a:pt x="4103963" y="2278200"/>
                  </a:lnTo>
                  <a:lnTo>
                    <a:pt x="4103108" y="2278200"/>
                  </a:lnTo>
                  <a:lnTo>
                    <a:pt x="4102252" y="2278200"/>
                  </a:lnTo>
                  <a:lnTo>
                    <a:pt x="4101397" y="2278200"/>
                  </a:lnTo>
                  <a:lnTo>
                    <a:pt x="4100541" y="2278200"/>
                  </a:lnTo>
                  <a:lnTo>
                    <a:pt x="4099686" y="2278200"/>
                  </a:lnTo>
                  <a:lnTo>
                    <a:pt x="4098830" y="2278200"/>
                  </a:lnTo>
                  <a:lnTo>
                    <a:pt x="4097975" y="2278200"/>
                  </a:lnTo>
                  <a:lnTo>
                    <a:pt x="4097119" y="2278200"/>
                  </a:lnTo>
                  <a:lnTo>
                    <a:pt x="4096264" y="2278200"/>
                  </a:lnTo>
                  <a:lnTo>
                    <a:pt x="4095408" y="2278200"/>
                  </a:lnTo>
                  <a:lnTo>
                    <a:pt x="4094553" y="2278200"/>
                  </a:lnTo>
                  <a:lnTo>
                    <a:pt x="4093697" y="2278200"/>
                  </a:lnTo>
                  <a:lnTo>
                    <a:pt x="4092842" y="2278200"/>
                  </a:lnTo>
                  <a:lnTo>
                    <a:pt x="4091986" y="2278200"/>
                  </a:lnTo>
                  <a:lnTo>
                    <a:pt x="4091131" y="2278200"/>
                  </a:lnTo>
                  <a:lnTo>
                    <a:pt x="4090275" y="2278200"/>
                  </a:lnTo>
                  <a:lnTo>
                    <a:pt x="4089420" y="2278200"/>
                  </a:lnTo>
                  <a:lnTo>
                    <a:pt x="4088564" y="2278200"/>
                  </a:lnTo>
                  <a:lnTo>
                    <a:pt x="4087708" y="2278200"/>
                  </a:lnTo>
                  <a:lnTo>
                    <a:pt x="4086853" y="2278200"/>
                  </a:lnTo>
                  <a:lnTo>
                    <a:pt x="4085997" y="2278200"/>
                  </a:lnTo>
                  <a:lnTo>
                    <a:pt x="4085142" y="2278200"/>
                  </a:lnTo>
                  <a:lnTo>
                    <a:pt x="4084286" y="2278200"/>
                  </a:lnTo>
                  <a:lnTo>
                    <a:pt x="4083431" y="2278200"/>
                  </a:lnTo>
                  <a:lnTo>
                    <a:pt x="4082575" y="2278200"/>
                  </a:lnTo>
                  <a:lnTo>
                    <a:pt x="4081720" y="2278200"/>
                  </a:lnTo>
                  <a:lnTo>
                    <a:pt x="4080864" y="2278200"/>
                  </a:lnTo>
                  <a:lnTo>
                    <a:pt x="4080009" y="2278200"/>
                  </a:lnTo>
                  <a:lnTo>
                    <a:pt x="4079153" y="2278200"/>
                  </a:lnTo>
                  <a:lnTo>
                    <a:pt x="4078298" y="2278200"/>
                  </a:lnTo>
                  <a:lnTo>
                    <a:pt x="4077442" y="2278200"/>
                  </a:lnTo>
                  <a:lnTo>
                    <a:pt x="4076587" y="2278200"/>
                  </a:lnTo>
                  <a:lnTo>
                    <a:pt x="4075731" y="2278200"/>
                  </a:lnTo>
                  <a:lnTo>
                    <a:pt x="4074876" y="2278200"/>
                  </a:lnTo>
                  <a:lnTo>
                    <a:pt x="4074020" y="2278200"/>
                  </a:lnTo>
                  <a:lnTo>
                    <a:pt x="4073165" y="2278200"/>
                  </a:lnTo>
                  <a:lnTo>
                    <a:pt x="4072309" y="2278200"/>
                  </a:lnTo>
                  <a:lnTo>
                    <a:pt x="4071453" y="2278200"/>
                  </a:lnTo>
                  <a:lnTo>
                    <a:pt x="4070598" y="2278200"/>
                  </a:lnTo>
                  <a:lnTo>
                    <a:pt x="4069742" y="2278200"/>
                  </a:lnTo>
                  <a:lnTo>
                    <a:pt x="4068887" y="2278200"/>
                  </a:lnTo>
                  <a:lnTo>
                    <a:pt x="4068031" y="2278200"/>
                  </a:lnTo>
                  <a:lnTo>
                    <a:pt x="4067176" y="2278200"/>
                  </a:lnTo>
                  <a:lnTo>
                    <a:pt x="4066320" y="2278200"/>
                  </a:lnTo>
                  <a:lnTo>
                    <a:pt x="4065465" y="2278200"/>
                  </a:lnTo>
                  <a:lnTo>
                    <a:pt x="4064609" y="2278200"/>
                  </a:lnTo>
                  <a:lnTo>
                    <a:pt x="4063754" y="2278200"/>
                  </a:lnTo>
                  <a:lnTo>
                    <a:pt x="4062898" y="2278200"/>
                  </a:lnTo>
                  <a:lnTo>
                    <a:pt x="4062043" y="2278200"/>
                  </a:lnTo>
                  <a:lnTo>
                    <a:pt x="4061187" y="2278200"/>
                  </a:lnTo>
                  <a:lnTo>
                    <a:pt x="4060332" y="2278200"/>
                  </a:lnTo>
                  <a:lnTo>
                    <a:pt x="4059476" y="2278200"/>
                  </a:lnTo>
                  <a:lnTo>
                    <a:pt x="4058621" y="2278200"/>
                  </a:lnTo>
                  <a:lnTo>
                    <a:pt x="4057765" y="2278200"/>
                  </a:lnTo>
                  <a:lnTo>
                    <a:pt x="4056909" y="2278200"/>
                  </a:lnTo>
                  <a:lnTo>
                    <a:pt x="4056054" y="2278200"/>
                  </a:lnTo>
                  <a:lnTo>
                    <a:pt x="4055198" y="2278200"/>
                  </a:lnTo>
                  <a:lnTo>
                    <a:pt x="4054343" y="2278200"/>
                  </a:lnTo>
                  <a:lnTo>
                    <a:pt x="4053487" y="2278200"/>
                  </a:lnTo>
                  <a:lnTo>
                    <a:pt x="4052632" y="2278200"/>
                  </a:lnTo>
                  <a:lnTo>
                    <a:pt x="4051776" y="2278200"/>
                  </a:lnTo>
                  <a:lnTo>
                    <a:pt x="4050921" y="2278200"/>
                  </a:lnTo>
                  <a:lnTo>
                    <a:pt x="4050065" y="2278200"/>
                  </a:lnTo>
                  <a:lnTo>
                    <a:pt x="4049210" y="2278200"/>
                  </a:lnTo>
                  <a:lnTo>
                    <a:pt x="4048354" y="2278200"/>
                  </a:lnTo>
                  <a:lnTo>
                    <a:pt x="4047499" y="2278200"/>
                  </a:lnTo>
                  <a:lnTo>
                    <a:pt x="4046643" y="2278200"/>
                  </a:lnTo>
                  <a:lnTo>
                    <a:pt x="4045788" y="2278200"/>
                  </a:lnTo>
                  <a:lnTo>
                    <a:pt x="4044932" y="2278200"/>
                  </a:lnTo>
                  <a:lnTo>
                    <a:pt x="4044077" y="2278200"/>
                  </a:lnTo>
                  <a:lnTo>
                    <a:pt x="4043221" y="2278200"/>
                  </a:lnTo>
                  <a:lnTo>
                    <a:pt x="4042366" y="2278200"/>
                  </a:lnTo>
                  <a:lnTo>
                    <a:pt x="4041510" y="2278200"/>
                  </a:lnTo>
                  <a:lnTo>
                    <a:pt x="4040654" y="2278200"/>
                  </a:lnTo>
                  <a:lnTo>
                    <a:pt x="4039799" y="2278200"/>
                  </a:lnTo>
                  <a:lnTo>
                    <a:pt x="4038943" y="2278200"/>
                  </a:lnTo>
                  <a:lnTo>
                    <a:pt x="4038088" y="2278200"/>
                  </a:lnTo>
                  <a:lnTo>
                    <a:pt x="4037232" y="2278200"/>
                  </a:lnTo>
                  <a:lnTo>
                    <a:pt x="4036377" y="2278200"/>
                  </a:lnTo>
                  <a:lnTo>
                    <a:pt x="4035521" y="2278200"/>
                  </a:lnTo>
                  <a:lnTo>
                    <a:pt x="4034666" y="2278200"/>
                  </a:lnTo>
                  <a:lnTo>
                    <a:pt x="4033810" y="2278200"/>
                  </a:lnTo>
                  <a:lnTo>
                    <a:pt x="4032955" y="2278200"/>
                  </a:lnTo>
                  <a:lnTo>
                    <a:pt x="4032099" y="2278200"/>
                  </a:lnTo>
                  <a:lnTo>
                    <a:pt x="4031244" y="2278200"/>
                  </a:lnTo>
                  <a:lnTo>
                    <a:pt x="4030388" y="2278200"/>
                  </a:lnTo>
                  <a:lnTo>
                    <a:pt x="4029533" y="2278200"/>
                  </a:lnTo>
                  <a:lnTo>
                    <a:pt x="4028677" y="2278200"/>
                  </a:lnTo>
                  <a:lnTo>
                    <a:pt x="4027822" y="2278200"/>
                  </a:lnTo>
                  <a:lnTo>
                    <a:pt x="4026966" y="2278200"/>
                  </a:lnTo>
                  <a:lnTo>
                    <a:pt x="4026111" y="2278200"/>
                  </a:lnTo>
                  <a:lnTo>
                    <a:pt x="4025255" y="2278200"/>
                  </a:lnTo>
                  <a:lnTo>
                    <a:pt x="4024399" y="2278200"/>
                  </a:lnTo>
                  <a:lnTo>
                    <a:pt x="4023544" y="2278200"/>
                  </a:lnTo>
                  <a:lnTo>
                    <a:pt x="4022688" y="2278200"/>
                  </a:lnTo>
                  <a:lnTo>
                    <a:pt x="4021833" y="2278200"/>
                  </a:lnTo>
                  <a:lnTo>
                    <a:pt x="4020977" y="2278200"/>
                  </a:lnTo>
                  <a:lnTo>
                    <a:pt x="4020122" y="2278200"/>
                  </a:lnTo>
                  <a:lnTo>
                    <a:pt x="4019266" y="2278200"/>
                  </a:lnTo>
                  <a:lnTo>
                    <a:pt x="4018411" y="2278200"/>
                  </a:lnTo>
                  <a:lnTo>
                    <a:pt x="4017555" y="2278200"/>
                  </a:lnTo>
                  <a:lnTo>
                    <a:pt x="4016700" y="2278200"/>
                  </a:lnTo>
                  <a:lnTo>
                    <a:pt x="4015844" y="2278200"/>
                  </a:lnTo>
                  <a:lnTo>
                    <a:pt x="4014989" y="2278200"/>
                  </a:lnTo>
                  <a:lnTo>
                    <a:pt x="4014133" y="2278200"/>
                  </a:lnTo>
                  <a:lnTo>
                    <a:pt x="4013278" y="2278200"/>
                  </a:lnTo>
                  <a:lnTo>
                    <a:pt x="4012422" y="2278200"/>
                  </a:lnTo>
                  <a:lnTo>
                    <a:pt x="4011567" y="2278200"/>
                  </a:lnTo>
                  <a:lnTo>
                    <a:pt x="4010711" y="2278200"/>
                  </a:lnTo>
                  <a:lnTo>
                    <a:pt x="4009855" y="2278200"/>
                  </a:lnTo>
                  <a:lnTo>
                    <a:pt x="4009000" y="2278200"/>
                  </a:lnTo>
                  <a:lnTo>
                    <a:pt x="4008144" y="2278200"/>
                  </a:lnTo>
                  <a:lnTo>
                    <a:pt x="4007289" y="2278200"/>
                  </a:lnTo>
                  <a:lnTo>
                    <a:pt x="4006433" y="2278200"/>
                  </a:lnTo>
                  <a:lnTo>
                    <a:pt x="4005578" y="2278200"/>
                  </a:lnTo>
                  <a:lnTo>
                    <a:pt x="4004722" y="2278200"/>
                  </a:lnTo>
                  <a:lnTo>
                    <a:pt x="4003867" y="2278200"/>
                  </a:lnTo>
                  <a:lnTo>
                    <a:pt x="4003011" y="2278200"/>
                  </a:lnTo>
                  <a:lnTo>
                    <a:pt x="4002156" y="2278200"/>
                  </a:lnTo>
                  <a:lnTo>
                    <a:pt x="4001300" y="2278200"/>
                  </a:lnTo>
                  <a:lnTo>
                    <a:pt x="4000445" y="2278200"/>
                  </a:lnTo>
                  <a:lnTo>
                    <a:pt x="3999589" y="2278200"/>
                  </a:lnTo>
                  <a:lnTo>
                    <a:pt x="3998734" y="2278200"/>
                  </a:lnTo>
                  <a:lnTo>
                    <a:pt x="3997878" y="2278200"/>
                  </a:lnTo>
                  <a:lnTo>
                    <a:pt x="3997023" y="2278200"/>
                  </a:lnTo>
                  <a:lnTo>
                    <a:pt x="3996167" y="2278200"/>
                  </a:lnTo>
                  <a:lnTo>
                    <a:pt x="3995312" y="2278200"/>
                  </a:lnTo>
                  <a:lnTo>
                    <a:pt x="3994456" y="2278200"/>
                  </a:lnTo>
                  <a:lnTo>
                    <a:pt x="3993600" y="2278200"/>
                  </a:lnTo>
                  <a:lnTo>
                    <a:pt x="3992745" y="2278200"/>
                  </a:lnTo>
                  <a:lnTo>
                    <a:pt x="3991889" y="2278200"/>
                  </a:lnTo>
                  <a:lnTo>
                    <a:pt x="3991034" y="2278200"/>
                  </a:lnTo>
                  <a:lnTo>
                    <a:pt x="3990178" y="2278200"/>
                  </a:lnTo>
                  <a:lnTo>
                    <a:pt x="3989323" y="2278200"/>
                  </a:lnTo>
                  <a:lnTo>
                    <a:pt x="3988467" y="2278200"/>
                  </a:lnTo>
                  <a:lnTo>
                    <a:pt x="3987612" y="2278200"/>
                  </a:lnTo>
                  <a:lnTo>
                    <a:pt x="3986756" y="2278200"/>
                  </a:lnTo>
                  <a:lnTo>
                    <a:pt x="3985901" y="2278200"/>
                  </a:lnTo>
                  <a:lnTo>
                    <a:pt x="3985045" y="2278200"/>
                  </a:lnTo>
                  <a:lnTo>
                    <a:pt x="3984190" y="2278200"/>
                  </a:lnTo>
                  <a:lnTo>
                    <a:pt x="3983334" y="2278200"/>
                  </a:lnTo>
                  <a:lnTo>
                    <a:pt x="3982479" y="2278200"/>
                  </a:lnTo>
                  <a:lnTo>
                    <a:pt x="3981623" y="2278200"/>
                  </a:lnTo>
                  <a:lnTo>
                    <a:pt x="3980768" y="2278200"/>
                  </a:lnTo>
                  <a:lnTo>
                    <a:pt x="3979912" y="2278200"/>
                  </a:lnTo>
                  <a:lnTo>
                    <a:pt x="3979057" y="2278200"/>
                  </a:lnTo>
                  <a:lnTo>
                    <a:pt x="3978201" y="2278200"/>
                  </a:lnTo>
                  <a:lnTo>
                    <a:pt x="3977345" y="2278200"/>
                  </a:lnTo>
                  <a:lnTo>
                    <a:pt x="3976490" y="2278200"/>
                  </a:lnTo>
                  <a:lnTo>
                    <a:pt x="3975634" y="2278200"/>
                  </a:lnTo>
                  <a:lnTo>
                    <a:pt x="3974779" y="2278200"/>
                  </a:lnTo>
                  <a:lnTo>
                    <a:pt x="3973923" y="2278200"/>
                  </a:lnTo>
                  <a:lnTo>
                    <a:pt x="3973068" y="2278200"/>
                  </a:lnTo>
                  <a:lnTo>
                    <a:pt x="3972212" y="2278200"/>
                  </a:lnTo>
                  <a:lnTo>
                    <a:pt x="3971357" y="2278200"/>
                  </a:lnTo>
                  <a:lnTo>
                    <a:pt x="3970501" y="2278200"/>
                  </a:lnTo>
                  <a:lnTo>
                    <a:pt x="3969646" y="2278200"/>
                  </a:lnTo>
                  <a:lnTo>
                    <a:pt x="3968790" y="2278200"/>
                  </a:lnTo>
                  <a:lnTo>
                    <a:pt x="3967935" y="2278200"/>
                  </a:lnTo>
                  <a:lnTo>
                    <a:pt x="3967079" y="2278200"/>
                  </a:lnTo>
                  <a:lnTo>
                    <a:pt x="3966224" y="2278200"/>
                  </a:lnTo>
                  <a:lnTo>
                    <a:pt x="3965368" y="2278200"/>
                  </a:lnTo>
                  <a:lnTo>
                    <a:pt x="3964513" y="2278200"/>
                  </a:lnTo>
                  <a:lnTo>
                    <a:pt x="3963657" y="2278200"/>
                  </a:lnTo>
                  <a:lnTo>
                    <a:pt x="3962802" y="2278200"/>
                  </a:lnTo>
                  <a:lnTo>
                    <a:pt x="3961946" y="2278200"/>
                  </a:lnTo>
                  <a:lnTo>
                    <a:pt x="3961090" y="2278200"/>
                  </a:lnTo>
                  <a:lnTo>
                    <a:pt x="3960235" y="2278200"/>
                  </a:lnTo>
                  <a:lnTo>
                    <a:pt x="3959379" y="2278200"/>
                  </a:lnTo>
                  <a:lnTo>
                    <a:pt x="3958524" y="2278200"/>
                  </a:lnTo>
                  <a:lnTo>
                    <a:pt x="3957668" y="2278200"/>
                  </a:lnTo>
                  <a:lnTo>
                    <a:pt x="3956813" y="2278200"/>
                  </a:lnTo>
                  <a:lnTo>
                    <a:pt x="3955957" y="2278200"/>
                  </a:lnTo>
                  <a:lnTo>
                    <a:pt x="3955102" y="2278200"/>
                  </a:lnTo>
                  <a:lnTo>
                    <a:pt x="3954246" y="2278200"/>
                  </a:lnTo>
                  <a:lnTo>
                    <a:pt x="3953391" y="2278200"/>
                  </a:lnTo>
                  <a:lnTo>
                    <a:pt x="3952535" y="2278200"/>
                  </a:lnTo>
                  <a:lnTo>
                    <a:pt x="3951680" y="2278200"/>
                  </a:lnTo>
                  <a:lnTo>
                    <a:pt x="3950824" y="2278200"/>
                  </a:lnTo>
                  <a:lnTo>
                    <a:pt x="3949969" y="2278200"/>
                  </a:lnTo>
                  <a:lnTo>
                    <a:pt x="3949113" y="2278200"/>
                  </a:lnTo>
                  <a:lnTo>
                    <a:pt x="3948258" y="2278200"/>
                  </a:lnTo>
                  <a:lnTo>
                    <a:pt x="3947402" y="2278200"/>
                  </a:lnTo>
                  <a:lnTo>
                    <a:pt x="3946546" y="2278200"/>
                  </a:lnTo>
                  <a:lnTo>
                    <a:pt x="3945691" y="2278200"/>
                  </a:lnTo>
                  <a:lnTo>
                    <a:pt x="3944835" y="2278200"/>
                  </a:lnTo>
                  <a:lnTo>
                    <a:pt x="3943980" y="2278200"/>
                  </a:lnTo>
                  <a:lnTo>
                    <a:pt x="3943124" y="2278200"/>
                  </a:lnTo>
                  <a:lnTo>
                    <a:pt x="3942269" y="2278200"/>
                  </a:lnTo>
                  <a:lnTo>
                    <a:pt x="3941413" y="2278200"/>
                  </a:lnTo>
                  <a:lnTo>
                    <a:pt x="3940558" y="2278200"/>
                  </a:lnTo>
                  <a:lnTo>
                    <a:pt x="3939702" y="2278200"/>
                  </a:lnTo>
                  <a:lnTo>
                    <a:pt x="3938847" y="2278200"/>
                  </a:lnTo>
                  <a:lnTo>
                    <a:pt x="3937991" y="2278200"/>
                  </a:lnTo>
                  <a:lnTo>
                    <a:pt x="3937136" y="2278200"/>
                  </a:lnTo>
                  <a:lnTo>
                    <a:pt x="3936280" y="2278200"/>
                  </a:lnTo>
                  <a:lnTo>
                    <a:pt x="3935425" y="2278200"/>
                  </a:lnTo>
                  <a:lnTo>
                    <a:pt x="3934569" y="2278200"/>
                  </a:lnTo>
                  <a:lnTo>
                    <a:pt x="3933714" y="2278200"/>
                  </a:lnTo>
                  <a:lnTo>
                    <a:pt x="3932858" y="2278200"/>
                  </a:lnTo>
                  <a:lnTo>
                    <a:pt x="3932003" y="2278200"/>
                  </a:lnTo>
                  <a:lnTo>
                    <a:pt x="3931147" y="2278200"/>
                  </a:lnTo>
                  <a:lnTo>
                    <a:pt x="3930291" y="2278200"/>
                  </a:lnTo>
                  <a:lnTo>
                    <a:pt x="3929436" y="2278200"/>
                  </a:lnTo>
                  <a:lnTo>
                    <a:pt x="3928580" y="2278200"/>
                  </a:lnTo>
                  <a:lnTo>
                    <a:pt x="3927725" y="2278200"/>
                  </a:lnTo>
                  <a:lnTo>
                    <a:pt x="3926869" y="2278200"/>
                  </a:lnTo>
                  <a:lnTo>
                    <a:pt x="3926014" y="2278200"/>
                  </a:lnTo>
                  <a:lnTo>
                    <a:pt x="3925158" y="2278200"/>
                  </a:lnTo>
                  <a:lnTo>
                    <a:pt x="3924303" y="2278200"/>
                  </a:lnTo>
                  <a:lnTo>
                    <a:pt x="3923447" y="2278200"/>
                  </a:lnTo>
                  <a:lnTo>
                    <a:pt x="3922592" y="2278200"/>
                  </a:lnTo>
                  <a:lnTo>
                    <a:pt x="3921736" y="2278200"/>
                  </a:lnTo>
                  <a:lnTo>
                    <a:pt x="3920881" y="2278200"/>
                  </a:lnTo>
                  <a:lnTo>
                    <a:pt x="3920025" y="2278200"/>
                  </a:lnTo>
                  <a:lnTo>
                    <a:pt x="3919170" y="2278200"/>
                  </a:lnTo>
                  <a:lnTo>
                    <a:pt x="3918314" y="2278200"/>
                  </a:lnTo>
                  <a:lnTo>
                    <a:pt x="3917459" y="2278200"/>
                  </a:lnTo>
                  <a:lnTo>
                    <a:pt x="3916603" y="2278200"/>
                  </a:lnTo>
                  <a:lnTo>
                    <a:pt x="3915748" y="2278200"/>
                  </a:lnTo>
                  <a:lnTo>
                    <a:pt x="3914892" y="2278200"/>
                  </a:lnTo>
                  <a:lnTo>
                    <a:pt x="3914036" y="2278200"/>
                  </a:lnTo>
                  <a:lnTo>
                    <a:pt x="3913181" y="2278200"/>
                  </a:lnTo>
                  <a:lnTo>
                    <a:pt x="3912325" y="2278200"/>
                  </a:lnTo>
                  <a:lnTo>
                    <a:pt x="3911470" y="2278200"/>
                  </a:lnTo>
                  <a:lnTo>
                    <a:pt x="3910614" y="2278200"/>
                  </a:lnTo>
                  <a:lnTo>
                    <a:pt x="3909759" y="2278200"/>
                  </a:lnTo>
                  <a:lnTo>
                    <a:pt x="3908903" y="2278200"/>
                  </a:lnTo>
                  <a:lnTo>
                    <a:pt x="3908048" y="2278200"/>
                  </a:lnTo>
                  <a:lnTo>
                    <a:pt x="3907192" y="2278200"/>
                  </a:lnTo>
                  <a:lnTo>
                    <a:pt x="3906337" y="2278200"/>
                  </a:lnTo>
                  <a:lnTo>
                    <a:pt x="3905481" y="2278200"/>
                  </a:lnTo>
                  <a:lnTo>
                    <a:pt x="3904626" y="2278200"/>
                  </a:lnTo>
                  <a:lnTo>
                    <a:pt x="3903770" y="2278200"/>
                  </a:lnTo>
                  <a:lnTo>
                    <a:pt x="3902915" y="2278200"/>
                  </a:lnTo>
                  <a:lnTo>
                    <a:pt x="3902059" y="2278200"/>
                  </a:lnTo>
                  <a:lnTo>
                    <a:pt x="3901204" y="2278200"/>
                  </a:lnTo>
                  <a:lnTo>
                    <a:pt x="3900348" y="2278200"/>
                  </a:lnTo>
                  <a:lnTo>
                    <a:pt x="3899492" y="2278200"/>
                  </a:lnTo>
                  <a:lnTo>
                    <a:pt x="3898637" y="2278200"/>
                  </a:lnTo>
                  <a:lnTo>
                    <a:pt x="3897781" y="2278200"/>
                  </a:lnTo>
                  <a:lnTo>
                    <a:pt x="3896926" y="2278200"/>
                  </a:lnTo>
                  <a:lnTo>
                    <a:pt x="3896070" y="2278200"/>
                  </a:lnTo>
                  <a:lnTo>
                    <a:pt x="3895215" y="2278200"/>
                  </a:lnTo>
                  <a:lnTo>
                    <a:pt x="3894359" y="2278200"/>
                  </a:lnTo>
                  <a:lnTo>
                    <a:pt x="3893504" y="2278200"/>
                  </a:lnTo>
                  <a:lnTo>
                    <a:pt x="3892648" y="2278200"/>
                  </a:lnTo>
                  <a:lnTo>
                    <a:pt x="3891793" y="2278200"/>
                  </a:lnTo>
                  <a:lnTo>
                    <a:pt x="3890937" y="2278200"/>
                  </a:lnTo>
                  <a:lnTo>
                    <a:pt x="3890082" y="2278200"/>
                  </a:lnTo>
                  <a:lnTo>
                    <a:pt x="3889226" y="2278200"/>
                  </a:lnTo>
                  <a:lnTo>
                    <a:pt x="3888371" y="2278200"/>
                  </a:lnTo>
                  <a:lnTo>
                    <a:pt x="3887515" y="2278200"/>
                  </a:lnTo>
                  <a:lnTo>
                    <a:pt x="3886660" y="2278200"/>
                  </a:lnTo>
                  <a:lnTo>
                    <a:pt x="3885804" y="2278200"/>
                  </a:lnTo>
                  <a:lnTo>
                    <a:pt x="3884949" y="2278200"/>
                  </a:lnTo>
                  <a:lnTo>
                    <a:pt x="3884093" y="2278200"/>
                  </a:lnTo>
                  <a:lnTo>
                    <a:pt x="3883237" y="2278200"/>
                  </a:lnTo>
                  <a:lnTo>
                    <a:pt x="3882382" y="2278200"/>
                  </a:lnTo>
                  <a:lnTo>
                    <a:pt x="3881526" y="2278200"/>
                  </a:lnTo>
                  <a:lnTo>
                    <a:pt x="3880671" y="2278200"/>
                  </a:lnTo>
                  <a:lnTo>
                    <a:pt x="3879815" y="2278200"/>
                  </a:lnTo>
                  <a:lnTo>
                    <a:pt x="3878960" y="2278200"/>
                  </a:lnTo>
                  <a:lnTo>
                    <a:pt x="3878104" y="2278200"/>
                  </a:lnTo>
                  <a:lnTo>
                    <a:pt x="3877249" y="2278200"/>
                  </a:lnTo>
                  <a:lnTo>
                    <a:pt x="3876393" y="2278200"/>
                  </a:lnTo>
                  <a:lnTo>
                    <a:pt x="3875538" y="2278200"/>
                  </a:lnTo>
                  <a:lnTo>
                    <a:pt x="3874682" y="2278200"/>
                  </a:lnTo>
                  <a:lnTo>
                    <a:pt x="3873827" y="2278200"/>
                  </a:lnTo>
                  <a:lnTo>
                    <a:pt x="3872971" y="2278200"/>
                  </a:lnTo>
                  <a:lnTo>
                    <a:pt x="3872116" y="2278200"/>
                  </a:lnTo>
                  <a:lnTo>
                    <a:pt x="3871260" y="2278200"/>
                  </a:lnTo>
                  <a:lnTo>
                    <a:pt x="3870405" y="2278200"/>
                  </a:lnTo>
                  <a:lnTo>
                    <a:pt x="3869549" y="2278200"/>
                  </a:lnTo>
                  <a:lnTo>
                    <a:pt x="3868694" y="2278200"/>
                  </a:lnTo>
                  <a:lnTo>
                    <a:pt x="3867838" y="2278200"/>
                  </a:lnTo>
                  <a:lnTo>
                    <a:pt x="3866982" y="2278200"/>
                  </a:lnTo>
                  <a:lnTo>
                    <a:pt x="3866127" y="2278200"/>
                  </a:lnTo>
                  <a:lnTo>
                    <a:pt x="3865271" y="2278200"/>
                  </a:lnTo>
                  <a:lnTo>
                    <a:pt x="3864416" y="2278200"/>
                  </a:lnTo>
                  <a:lnTo>
                    <a:pt x="3863560" y="2278200"/>
                  </a:lnTo>
                  <a:lnTo>
                    <a:pt x="3862705" y="2278200"/>
                  </a:lnTo>
                  <a:lnTo>
                    <a:pt x="3861849" y="2278200"/>
                  </a:lnTo>
                  <a:lnTo>
                    <a:pt x="3860994" y="2278200"/>
                  </a:lnTo>
                  <a:lnTo>
                    <a:pt x="3860138" y="2278200"/>
                  </a:lnTo>
                  <a:lnTo>
                    <a:pt x="3859283" y="2278200"/>
                  </a:lnTo>
                  <a:lnTo>
                    <a:pt x="3858427" y="2278200"/>
                  </a:lnTo>
                  <a:lnTo>
                    <a:pt x="3857572" y="2278200"/>
                  </a:lnTo>
                  <a:lnTo>
                    <a:pt x="3856716" y="2278200"/>
                  </a:lnTo>
                  <a:lnTo>
                    <a:pt x="3855861" y="2278200"/>
                  </a:lnTo>
                  <a:lnTo>
                    <a:pt x="3855005" y="2278200"/>
                  </a:lnTo>
                  <a:lnTo>
                    <a:pt x="3854150" y="2278200"/>
                  </a:lnTo>
                  <a:lnTo>
                    <a:pt x="3853294" y="2278200"/>
                  </a:lnTo>
                  <a:lnTo>
                    <a:pt x="3852438" y="2278200"/>
                  </a:lnTo>
                  <a:lnTo>
                    <a:pt x="3851583" y="2278200"/>
                  </a:lnTo>
                  <a:lnTo>
                    <a:pt x="3850727" y="2278200"/>
                  </a:lnTo>
                  <a:lnTo>
                    <a:pt x="3849872" y="2278200"/>
                  </a:lnTo>
                  <a:lnTo>
                    <a:pt x="3849016" y="2278200"/>
                  </a:lnTo>
                  <a:lnTo>
                    <a:pt x="3848161" y="2278200"/>
                  </a:lnTo>
                  <a:lnTo>
                    <a:pt x="3847305" y="2278200"/>
                  </a:lnTo>
                  <a:lnTo>
                    <a:pt x="3846450" y="2278200"/>
                  </a:lnTo>
                  <a:lnTo>
                    <a:pt x="3845594" y="2278200"/>
                  </a:lnTo>
                  <a:lnTo>
                    <a:pt x="3844739" y="2278200"/>
                  </a:lnTo>
                  <a:lnTo>
                    <a:pt x="3843883" y="2278200"/>
                  </a:lnTo>
                  <a:lnTo>
                    <a:pt x="3843028" y="2278200"/>
                  </a:lnTo>
                  <a:lnTo>
                    <a:pt x="3842172" y="2278200"/>
                  </a:lnTo>
                  <a:lnTo>
                    <a:pt x="3841317" y="2278200"/>
                  </a:lnTo>
                  <a:lnTo>
                    <a:pt x="3840461" y="2278200"/>
                  </a:lnTo>
                  <a:lnTo>
                    <a:pt x="3839606" y="2278200"/>
                  </a:lnTo>
                  <a:lnTo>
                    <a:pt x="3838750" y="2278200"/>
                  </a:lnTo>
                  <a:lnTo>
                    <a:pt x="3837895" y="2278200"/>
                  </a:lnTo>
                  <a:lnTo>
                    <a:pt x="3837039" y="2278200"/>
                  </a:lnTo>
                  <a:lnTo>
                    <a:pt x="3836183" y="2278200"/>
                  </a:lnTo>
                  <a:lnTo>
                    <a:pt x="3835328" y="2278200"/>
                  </a:lnTo>
                  <a:lnTo>
                    <a:pt x="3834472" y="2278200"/>
                  </a:lnTo>
                  <a:lnTo>
                    <a:pt x="3833617" y="2278200"/>
                  </a:lnTo>
                  <a:lnTo>
                    <a:pt x="3832761" y="2278200"/>
                  </a:lnTo>
                  <a:lnTo>
                    <a:pt x="3831906" y="2278200"/>
                  </a:lnTo>
                  <a:lnTo>
                    <a:pt x="3831050" y="2278200"/>
                  </a:lnTo>
                  <a:lnTo>
                    <a:pt x="3830195" y="2278200"/>
                  </a:lnTo>
                  <a:lnTo>
                    <a:pt x="3829339" y="2278200"/>
                  </a:lnTo>
                  <a:lnTo>
                    <a:pt x="3828484" y="2278200"/>
                  </a:lnTo>
                  <a:lnTo>
                    <a:pt x="3827628" y="2278200"/>
                  </a:lnTo>
                  <a:lnTo>
                    <a:pt x="3826773" y="2278200"/>
                  </a:lnTo>
                  <a:lnTo>
                    <a:pt x="3825917" y="2278200"/>
                  </a:lnTo>
                  <a:lnTo>
                    <a:pt x="3825062" y="2278200"/>
                  </a:lnTo>
                  <a:lnTo>
                    <a:pt x="3824206" y="2278200"/>
                  </a:lnTo>
                  <a:lnTo>
                    <a:pt x="3823351" y="2278200"/>
                  </a:lnTo>
                  <a:lnTo>
                    <a:pt x="3822495" y="2278200"/>
                  </a:lnTo>
                  <a:lnTo>
                    <a:pt x="3821640" y="2278200"/>
                  </a:lnTo>
                  <a:lnTo>
                    <a:pt x="3820784" y="2278200"/>
                  </a:lnTo>
                  <a:lnTo>
                    <a:pt x="3819928" y="2278200"/>
                  </a:lnTo>
                  <a:lnTo>
                    <a:pt x="3819073" y="2278200"/>
                  </a:lnTo>
                  <a:lnTo>
                    <a:pt x="3818217" y="2278200"/>
                  </a:lnTo>
                  <a:lnTo>
                    <a:pt x="3817362" y="2278200"/>
                  </a:lnTo>
                  <a:lnTo>
                    <a:pt x="3816506" y="2278200"/>
                  </a:lnTo>
                  <a:lnTo>
                    <a:pt x="3815651" y="2278200"/>
                  </a:lnTo>
                  <a:lnTo>
                    <a:pt x="3814795" y="2278200"/>
                  </a:lnTo>
                  <a:lnTo>
                    <a:pt x="3813940" y="2278200"/>
                  </a:lnTo>
                  <a:lnTo>
                    <a:pt x="3813084" y="2278200"/>
                  </a:lnTo>
                  <a:lnTo>
                    <a:pt x="3812229" y="2278200"/>
                  </a:lnTo>
                  <a:lnTo>
                    <a:pt x="3811373" y="2278200"/>
                  </a:lnTo>
                  <a:lnTo>
                    <a:pt x="3810518" y="2278200"/>
                  </a:lnTo>
                  <a:lnTo>
                    <a:pt x="3809662" y="2278200"/>
                  </a:lnTo>
                  <a:lnTo>
                    <a:pt x="3808807" y="2278200"/>
                  </a:lnTo>
                  <a:lnTo>
                    <a:pt x="3807951" y="2278200"/>
                  </a:lnTo>
                  <a:lnTo>
                    <a:pt x="3807096" y="2278200"/>
                  </a:lnTo>
                  <a:lnTo>
                    <a:pt x="3806240" y="2278200"/>
                  </a:lnTo>
                  <a:lnTo>
                    <a:pt x="3805384" y="2278200"/>
                  </a:lnTo>
                  <a:lnTo>
                    <a:pt x="3804529" y="2278200"/>
                  </a:lnTo>
                  <a:lnTo>
                    <a:pt x="3803673" y="2278200"/>
                  </a:lnTo>
                  <a:lnTo>
                    <a:pt x="3802818" y="2278200"/>
                  </a:lnTo>
                  <a:lnTo>
                    <a:pt x="3801962" y="2278200"/>
                  </a:lnTo>
                  <a:lnTo>
                    <a:pt x="3801107" y="2278200"/>
                  </a:lnTo>
                  <a:lnTo>
                    <a:pt x="3800251" y="2278200"/>
                  </a:lnTo>
                  <a:lnTo>
                    <a:pt x="3799396" y="2278200"/>
                  </a:lnTo>
                  <a:lnTo>
                    <a:pt x="3798540" y="2278200"/>
                  </a:lnTo>
                  <a:lnTo>
                    <a:pt x="3797685" y="2278200"/>
                  </a:lnTo>
                  <a:lnTo>
                    <a:pt x="3796829" y="2278200"/>
                  </a:lnTo>
                  <a:lnTo>
                    <a:pt x="3795974" y="2278200"/>
                  </a:lnTo>
                  <a:lnTo>
                    <a:pt x="3795118" y="2278200"/>
                  </a:lnTo>
                  <a:lnTo>
                    <a:pt x="3794263" y="2278200"/>
                  </a:lnTo>
                  <a:lnTo>
                    <a:pt x="3793407" y="2278200"/>
                  </a:lnTo>
                  <a:lnTo>
                    <a:pt x="3792552" y="2278200"/>
                  </a:lnTo>
                  <a:lnTo>
                    <a:pt x="3791696" y="2278200"/>
                  </a:lnTo>
                  <a:lnTo>
                    <a:pt x="3790841" y="2278200"/>
                  </a:lnTo>
                  <a:lnTo>
                    <a:pt x="3789985" y="2278200"/>
                  </a:lnTo>
                  <a:lnTo>
                    <a:pt x="3789129" y="2278200"/>
                  </a:lnTo>
                  <a:lnTo>
                    <a:pt x="3788274" y="2278200"/>
                  </a:lnTo>
                  <a:lnTo>
                    <a:pt x="3787418" y="2278200"/>
                  </a:lnTo>
                  <a:lnTo>
                    <a:pt x="3786563" y="2278200"/>
                  </a:lnTo>
                  <a:lnTo>
                    <a:pt x="3785707" y="2278200"/>
                  </a:lnTo>
                  <a:lnTo>
                    <a:pt x="3784852" y="2278200"/>
                  </a:lnTo>
                  <a:lnTo>
                    <a:pt x="3783996" y="2278200"/>
                  </a:lnTo>
                  <a:lnTo>
                    <a:pt x="3783141" y="2278200"/>
                  </a:lnTo>
                  <a:lnTo>
                    <a:pt x="3782285" y="2278200"/>
                  </a:lnTo>
                  <a:lnTo>
                    <a:pt x="3781430" y="2278200"/>
                  </a:lnTo>
                  <a:lnTo>
                    <a:pt x="3780574" y="2278200"/>
                  </a:lnTo>
                  <a:lnTo>
                    <a:pt x="3779719" y="2278200"/>
                  </a:lnTo>
                  <a:lnTo>
                    <a:pt x="3778863" y="2278200"/>
                  </a:lnTo>
                  <a:lnTo>
                    <a:pt x="3778008" y="2278200"/>
                  </a:lnTo>
                  <a:lnTo>
                    <a:pt x="3777152" y="2278200"/>
                  </a:lnTo>
                  <a:lnTo>
                    <a:pt x="3776297" y="2278200"/>
                  </a:lnTo>
                  <a:lnTo>
                    <a:pt x="3775441" y="2278200"/>
                  </a:lnTo>
                  <a:lnTo>
                    <a:pt x="3774586" y="2278200"/>
                  </a:lnTo>
                  <a:lnTo>
                    <a:pt x="3773730" y="2278200"/>
                  </a:lnTo>
                  <a:lnTo>
                    <a:pt x="3772874" y="2278200"/>
                  </a:lnTo>
                  <a:lnTo>
                    <a:pt x="3772019" y="2278200"/>
                  </a:lnTo>
                  <a:lnTo>
                    <a:pt x="3771163" y="2278200"/>
                  </a:lnTo>
                  <a:lnTo>
                    <a:pt x="3770308" y="2278200"/>
                  </a:lnTo>
                  <a:lnTo>
                    <a:pt x="3769452" y="2278200"/>
                  </a:lnTo>
                  <a:lnTo>
                    <a:pt x="3768597" y="2278200"/>
                  </a:lnTo>
                  <a:lnTo>
                    <a:pt x="3767741" y="2278200"/>
                  </a:lnTo>
                  <a:lnTo>
                    <a:pt x="3766886" y="2278200"/>
                  </a:lnTo>
                  <a:lnTo>
                    <a:pt x="3766030" y="2278200"/>
                  </a:lnTo>
                  <a:lnTo>
                    <a:pt x="3765175" y="2278200"/>
                  </a:lnTo>
                  <a:lnTo>
                    <a:pt x="3764319" y="2278200"/>
                  </a:lnTo>
                  <a:lnTo>
                    <a:pt x="3763464" y="2278200"/>
                  </a:lnTo>
                  <a:lnTo>
                    <a:pt x="3762608" y="2278200"/>
                  </a:lnTo>
                  <a:lnTo>
                    <a:pt x="3761753" y="2278200"/>
                  </a:lnTo>
                  <a:lnTo>
                    <a:pt x="3760897" y="2278200"/>
                  </a:lnTo>
                  <a:lnTo>
                    <a:pt x="3760042" y="2278200"/>
                  </a:lnTo>
                  <a:lnTo>
                    <a:pt x="3759186" y="2278200"/>
                  </a:lnTo>
                  <a:lnTo>
                    <a:pt x="3758331" y="2278200"/>
                  </a:lnTo>
                  <a:lnTo>
                    <a:pt x="3757475" y="2278200"/>
                  </a:lnTo>
                  <a:lnTo>
                    <a:pt x="3756619" y="2278200"/>
                  </a:lnTo>
                  <a:lnTo>
                    <a:pt x="3755764" y="2278200"/>
                  </a:lnTo>
                  <a:lnTo>
                    <a:pt x="3754908" y="2278200"/>
                  </a:lnTo>
                  <a:lnTo>
                    <a:pt x="3754053" y="2278200"/>
                  </a:lnTo>
                  <a:lnTo>
                    <a:pt x="3753197" y="2278200"/>
                  </a:lnTo>
                  <a:lnTo>
                    <a:pt x="3752342" y="2278200"/>
                  </a:lnTo>
                  <a:lnTo>
                    <a:pt x="3751486" y="2278200"/>
                  </a:lnTo>
                  <a:lnTo>
                    <a:pt x="3750631" y="2278200"/>
                  </a:lnTo>
                  <a:lnTo>
                    <a:pt x="3749775" y="2278200"/>
                  </a:lnTo>
                  <a:lnTo>
                    <a:pt x="3748920" y="2278200"/>
                  </a:lnTo>
                  <a:lnTo>
                    <a:pt x="3748064" y="2278200"/>
                  </a:lnTo>
                  <a:lnTo>
                    <a:pt x="3747209" y="2278200"/>
                  </a:lnTo>
                  <a:lnTo>
                    <a:pt x="3746353" y="2278200"/>
                  </a:lnTo>
                  <a:lnTo>
                    <a:pt x="3745498" y="2278200"/>
                  </a:lnTo>
                  <a:lnTo>
                    <a:pt x="3744642" y="2278200"/>
                  </a:lnTo>
                  <a:lnTo>
                    <a:pt x="3743787" y="2278200"/>
                  </a:lnTo>
                  <a:lnTo>
                    <a:pt x="3742931" y="2278200"/>
                  </a:lnTo>
                  <a:lnTo>
                    <a:pt x="3742075" y="2278200"/>
                  </a:lnTo>
                  <a:lnTo>
                    <a:pt x="3741220" y="2278200"/>
                  </a:lnTo>
                  <a:lnTo>
                    <a:pt x="3740364" y="2278200"/>
                  </a:lnTo>
                  <a:lnTo>
                    <a:pt x="3739509" y="2278200"/>
                  </a:lnTo>
                  <a:lnTo>
                    <a:pt x="3738653" y="2278200"/>
                  </a:lnTo>
                  <a:lnTo>
                    <a:pt x="3737798" y="2278200"/>
                  </a:lnTo>
                  <a:lnTo>
                    <a:pt x="3736942" y="2278200"/>
                  </a:lnTo>
                  <a:lnTo>
                    <a:pt x="3736087" y="2278200"/>
                  </a:lnTo>
                  <a:lnTo>
                    <a:pt x="3735231" y="2278200"/>
                  </a:lnTo>
                  <a:lnTo>
                    <a:pt x="3734376" y="2278200"/>
                  </a:lnTo>
                  <a:lnTo>
                    <a:pt x="3733520" y="2278200"/>
                  </a:lnTo>
                  <a:lnTo>
                    <a:pt x="3732665" y="2278200"/>
                  </a:lnTo>
                  <a:lnTo>
                    <a:pt x="3731809" y="2278200"/>
                  </a:lnTo>
                  <a:lnTo>
                    <a:pt x="3730954" y="2278200"/>
                  </a:lnTo>
                  <a:lnTo>
                    <a:pt x="3730098" y="2278200"/>
                  </a:lnTo>
                  <a:lnTo>
                    <a:pt x="3729243" y="2278200"/>
                  </a:lnTo>
                  <a:lnTo>
                    <a:pt x="3728387" y="2278200"/>
                  </a:lnTo>
                  <a:lnTo>
                    <a:pt x="3727532" y="2278200"/>
                  </a:lnTo>
                  <a:lnTo>
                    <a:pt x="3726676" y="2278200"/>
                  </a:lnTo>
                  <a:lnTo>
                    <a:pt x="3725820" y="2278200"/>
                  </a:lnTo>
                  <a:lnTo>
                    <a:pt x="3724965" y="2278200"/>
                  </a:lnTo>
                  <a:lnTo>
                    <a:pt x="3724109" y="2278200"/>
                  </a:lnTo>
                  <a:lnTo>
                    <a:pt x="3723254" y="2278200"/>
                  </a:lnTo>
                  <a:lnTo>
                    <a:pt x="3722398" y="2278200"/>
                  </a:lnTo>
                  <a:lnTo>
                    <a:pt x="3721543" y="2278200"/>
                  </a:lnTo>
                  <a:lnTo>
                    <a:pt x="3720687" y="2278200"/>
                  </a:lnTo>
                  <a:lnTo>
                    <a:pt x="3719832" y="2278200"/>
                  </a:lnTo>
                  <a:lnTo>
                    <a:pt x="3718976" y="2278200"/>
                  </a:lnTo>
                  <a:lnTo>
                    <a:pt x="3718121" y="2278200"/>
                  </a:lnTo>
                  <a:lnTo>
                    <a:pt x="3717265" y="2278200"/>
                  </a:lnTo>
                  <a:lnTo>
                    <a:pt x="3716410" y="2278200"/>
                  </a:lnTo>
                  <a:lnTo>
                    <a:pt x="3715554" y="2278200"/>
                  </a:lnTo>
                  <a:lnTo>
                    <a:pt x="3714699" y="2278200"/>
                  </a:lnTo>
                  <a:lnTo>
                    <a:pt x="3713843" y="2278200"/>
                  </a:lnTo>
                  <a:lnTo>
                    <a:pt x="3712988" y="2278200"/>
                  </a:lnTo>
                  <a:lnTo>
                    <a:pt x="3712132" y="2278200"/>
                  </a:lnTo>
                  <a:lnTo>
                    <a:pt x="3711277" y="2278200"/>
                  </a:lnTo>
                  <a:lnTo>
                    <a:pt x="3710421" y="2278200"/>
                  </a:lnTo>
                  <a:lnTo>
                    <a:pt x="3709565" y="2278200"/>
                  </a:lnTo>
                  <a:lnTo>
                    <a:pt x="3708710" y="2278200"/>
                  </a:lnTo>
                  <a:lnTo>
                    <a:pt x="3707854" y="2278200"/>
                  </a:lnTo>
                  <a:lnTo>
                    <a:pt x="3706999" y="2278200"/>
                  </a:lnTo>
                  <a:lnTo>
                    <a:pt x="3706143" y="2278200"/>
                  </a:lnTo>
                  <a:lnTo>
                    <a:pt x="3705288" y="2278200"/>
                  </a:lnTo>
                  <a:lnTo>
                    <a:pt x="3704432" y="2278200"/>
                  </a:lnTo>
                  <a:lnTo>
                    <a:pt x="3703577" y="2278200"/>
                  </a:lnTo>
                  <a:lnTo>
                    <a:pt x="3702721" y="2278200"/>
                  </a:lnTo>
                  <a:lnTo>
                    <a:pt x="3701866" y="2278200"/>
                  </a:lnTo>
                  <a:lnTo>
                    <a:pt x="3701010" y="2278200"/>
                  </a:lnTo>
                  <a:lnTo>
                    <a:pt x="3700155" y="2278200"/>
                  </a:lnTo>
                  <a:lnTo>
                    <a:pt x="3699299" y="2278200"/>
                  </a:lnTo>
                  <a:lnTo>
                    <a:pt x="3698444" y="2278200"/>
                  </a:lnTo>
                  <a:lnTo>
                    <a:pt x="3697588" y="2278200"/>
                  </a:lnTo>
                  <a:lnTo>
                    <a:pt x="3696733" y="2278200"/>
                  </a:lnTo>
                  <a:lnTo>
                    <a:pt x="3695877" y="2278200"/>
                  </a:lnTo>
                  <a:lnTo>
                    <a:pt x="3695021" y="2278200"/>
                  </a:lnTo>
                  <a:lnTo>
                    <a:pt x="3694166" y="2278200"/>
                  </a:lnTo>
                  <a:lnTo>
                    <a:pt x="3693310" y="2278200"/>
                  </a:lnTo>
                  <a:lnTo>
                    <a:pt x="3692455" y="2278200"/>
                  </a:lnTo>
                  <a:lnTo>
                    <a:pt x="3691599" y="2278200"/>
                  </a:lnTo>
                  <a:lnTo>
                    <a:pt x="3690744" y="2278200"/>
                  </a:lnTo>
                  <a:lnTo>
                    <a:pt x="3689888" y="2278200"/>
                  </a:lnTo>
                  <a:lnTo>
                    <a:pt x="3689033" y="2278200"/>
                  </a:lnTo>
                  <a:lnTo>
                    <a:pt x="3688177" y="2278200"/>
                  </a:lnTo>
                  <a:lnTo>
                    <a:pt x="3687322" y="2278200"/>
                  </a:lnTo>
                  <a:lnTo>
                    <a:pt x="3686466" y="2278200"/>
                  </a:lnTo>
                  <a:lnTo>
                    <a:pt x="3685611" y="2278200"/>
                  </a:lnTo>
                  <a:lnTo>
                    <a:pt x="3684755" y="2278200"/>
                  </a:lnTo>
                  <a:lnTo>
                    <a:pt x="3683900" y="2278200"/>
                  </a:lnTo>
                  <a:lnTo>
                    <a:pt x="3683044" y="2278200"/>
                  </a:lnTo>
                  <a:lnTo>
                    <a:pt x="3682189" y="2278200"/>
                  </a:lnTo>
                  <a:lnTo>
                    <a:pt x="3681333" y="2278200"/>
                  </a:lnTo>
                  <a:lnTo>
                    <a:pt x="3680478" y="2278200"/>
                  </a:lnTo>
                  <a:lnTo>
                    <a:pt x="3679622" y="2278200"/>
                  </a:lnTo>
                  <a:lnTo>
                    <a:pt x="3678766" y="2278200"/>
                  </a:lnTo>
                  <a:lnTo>
                    <a:pt x="3677911" y="2278200"/>
                  </a:lnTo>
                  <a:lnTo>
                    <a:pt x="3677055" y="2278200"/>
                  </a:lnTo>
                  <a:lnTo>
                    <a:pt x="3676200" y="2278200"/>
                  </a:lnTo>
                  <a:lnTo>
                    <a:pt x="3675344" y="2278200"/>
                  </a:lnTo>
                  <a:lnTo>
                    <a:pt x="3674489" y="2278200"/>
                  </a:lnTo>
                  <a:lnTo>
                    <a:pt x="3673633" y="2278200"/>
                  </a:lnTo>
                  <a:lnTo>
                    <a:pt x="3672778" y="2278200"/>
                  </a:lnTo>
                  <a:lnTo>
                    <a:pt x="3671922" y="2278200"/>
                  </a:lnTo>
                  <a:lnTo>
                    <a:pt x="3671067" y="2278200"/>
                  </a:lnTo>
                  <a:lnTo>
                    <a:pt x="3670211" y="2278200"/>
                  </a:lnTo>
                  <a:lnTo>
                    <a:pt x="3669356" y="2278200"/>
                  </a:lnTo>
                  <a:lnTo>
                    <a:pt x="3668500" y="2278200"/>
                  </a:lnTo>
                  <a:lnTo>
                    <a:pt x="3667645" y="2278200"/>
                  </a:lnTo>
                  <a:lnTo>
                    <a:pt x="3666789" y="2278200"/>
                  </a:lnTo>
                  <a:lnTo>
                    <a:pt x="3665934" y="2278200"/>
                  </a:lnTo>
                  <a:lnTo>
                    <a:pt x="3665078" y="2278200"/>
                  </a:lnTo>
                  <a:lnTo>
                    <a:pt x="3664223" y="2278200"/>
                  </a:lnTo>
                  <a:lnTo>
                    <a:pt x="3663367" y="2278200"/>
                  </a:lnTo>
                  <a:lnTo>
                    <a:pt x="3662511" y="2278200"/>
                  </a:lnTo>
                  <a:lnTo>
                    <a:pt x="3661656" y="2278200"/>
                  </a:lnTo>
                  <a:lnTo>
                    <a:pt x="3660800" y="2278200"/>
                  </a:lnTo>
                  <a:lnTo>
                    <a:pt x="3659945" y="2278200"/>
                  </a:lnTo>
                  <a:lnTo>
                    <a:pt x="3659089" y="2278200"/>
                  </a:lnTo>
                  <a:lnTo>
                    <a:pt x="3658234" y="2278200"/>
                  </a:lnTo>
                  <a:lnTo>
                    <a:pt x="3657378" y="2278200"/>
                  </a:lnTo>
                  <a:lnTo>
                    <a:pt x="3656523" y="2278200"/>
                  </a:lnTo>
                  <a:lnTo>
                    <a:pt x="3655667" y="2278200"/>
                  </a:lnTo>
                  <a:lnTo>
                    <a:pt x="3654812" y="2278200"/>
                  </a:lnTo>
                  <a:lnTo>
                    <a:pt x="3653956" y="2278200"/>
                  </a:lnTo>
                  <a:lnTo>
                    <a:pt x="3653101" y="2278200"/>
                  </a:lnTo>
                  <a:lnTo>
                    <a:pt x="3652245" y="2278200"/>
                  </a:lnTo>
                  <a:lnTo>
                    <a:pt x="3651390" y="2278200"/>
                  </a:lnTo>
                  <a:lnTo>
                    <a:pt x="3650534" y="2278200"/>
                  </a:lnTo>
                  <a:lnTo>
                    <a:pt x="3649679" y="2278200"/>
                  </a:lnTo>
                  <a:lnTo>
                    <a:pt x="3648823" y="2278200"/>
                  </a:lnTo>
                  <a:lnTo>
                    <a:pt x="3647967" y="2278200"/>
                  </a:lnTo>
                  <a:lnTo>
                    <a:pt x="3647112" y="2278200"/>
                  </a:lnTo>
                  <a:lnTo>
                    <a:pt x="3646256" y="2278200"/>
                  </a:lnTo>
                  <a:lnTo>
                    <a:pt x="3645401" y="2278200"/>
                  </a:lnTo>
                  <a:lnTo>
                    <a:pt x="3644545" y="2278200"/>
                  </a:lnTo>
                  <a:lnTo>
                    <a:pt x="3643690" y="2278200"/>
                  </a:lnTo>
                  <a:lnTo>
                    <a:pt x="3642834" y="2278200"/>
                  </a:lnTo>
                  <a:lnTo>
                    <a:pt x="3641979" y="2278200"/>
                  </a:lnTo>
                  <a:lnTo>
                    <a:pt x="3641123" y="2278200"/>
                  </a:lnTo>
                  <a:lnTo>
                    <a:pt x="3640268" y="2278200"/>
                  </a:lnTo>
                  <a:lnTo>
                    <a:pt x="3639412" y="2278200"/>
                  </a:lnTo>
                  <a:lnTo>
                    <a:pt x="3638557" y="2278200"/>
                  </a:lnTo>
                  <a:lnTo>
                    <a:pt x="3637701" y="2278200"/>
                  </a:lnTo>
                  <a:lnTo>
                    <a:pt x="3636846" y="2278200"/>
                  </a:lnTo>
                  <a:lnTo>
                    <a:pt x="3635990" y="2278200"/>
                  </a:lnTo>
                  <a:lnTo>
                    <a:pt x="3635135" y="2278200"/>
                  </a:lnTo>
                  <a:lnTo>
                    <a:pt x="3634279" y="2278200"/>
                  </a:lnTo>
                  <a:lnTo>
                    <a:pt x="3633424" y="2278200"/>
                  </a:lnTo>
                  <a:lnTo>
                    <a:pt x="3632568" y="2278200"/>
                  </a:lnTo>
                  <a:lnTo>
                    <a:pt x="3631712" y="2278200"/>
                  </a:lnTo>
                  <a:lnTo>
                    <a:pt x="3630857" y="2278200"/>
                  </a:lnTo>
                  <a:lnTo>
                    <a:pt x="3630001" y="2278200"/>
                  </a:lnTo>
                  <a:lnTo>
                    <a:pt x="3629146" y="2278200"/>
                  </a:lnTo>
                  <a:lnTo>
                    <a:pt x="3628290" y="2278200"/>
                  </a:lnTo>
                  <a:lnTo>
                    <a:pt x="3627435" y="2278200"/>
                  </a:lnTo>
                  <a:lnTo>
                    <a:pt x="3626579" y="2278200"/>
                  </a:lnTo>
                  <a:lnTo>
                    <a:pt x="3625724" y="2278200"/>
                  </a:lnTo>
                  <a:lnTo>
                    <a:pt x="3624868" y="2278200"/>
                  </a:lnTo>
                  <a:lnTo>
                    <a:pt x="3624013" y="2278200"/>
                  </a:lnTo>
                  <a:lnTo>
                    <a:pt x="3623157" y="2278200"/>
                  </a:lnTo>
                  <a:lnTo>
                    <a:pt x="3622302" y="2278200"/>
                  </a:lnTo>
                  <a:lnTo>
                    <a:pt x="3621446" y="2278200"/>
                  </a:lnTo>
                  <a:lnTo>
                    <a:pt x="3620591" y="2278200"/>
                  </a:lnTo>
                  <a:lnTo>
                    <a:pt x="3619735" y="2278200"/>
                  </a:lnTo>
                  <a:lnTo>
                    <a:pt x="3618880" y="2278200"/>
                  </a:lnTo>
                  <a:lnTo>
                    <a:pt x="3618024" y="2278200"/>
                  </a:lnTo>
                  <a:lnTo>
                    <a:pt x="3617169" y="2278200"/>
                  </a:lnTo>
                  <a:lnTo>
                    <a:pt x="3616313" y="2278200"/>
                  </a:lnTo>
                  <a:lnTo>
                    <a:pt x="3615457" y="2278200"/>
                  </a:lnTo>
                  <a:lnTo>
                    <a:pt x="3614602" y="2278200"/>
                  </a:lnTo>
                  <a:lnTo>
                    <a:pt x="3613746" y="2278200"/>
                  </a:lnTo>
                  <a:lnTo>
                    <a:pt x="3612891" y="2278200"/>
                  </a:lnTo>
                  <a:lnTo>
                    <a:pt x="3612035" y="2278200"/>
                  </a:lnTo>
                  <a:lnTo>
                    <a:pt x="3611180" y="2278200"/>
                  </a:lnTo>
                  <a:lnTo>
                    <a:pt x="3610324" y="2278200"/>
                  </a:lnTo>
                  <a:lnTo>
                    <a:pt x="3609469" y="2278200"/>
                  </a:lnTo>
                  <a:lnTo>
                    <a:pt x="3608613" y="2278200"/>
                  </a:lnTo>
                  <a:lnTo>
                    <a:pt x="3607758" y="2278200"/>
                  </a:lnTo>
                  <a:lnTo>
                    <a:pt x="3606902" y="2278200"/>
                  </a:lnTo>
                  <a:lnTo>
                    <a:pt x="3606047" y="2278200"/>
                  </a:lnTo>
                  <a:lnTo>
                    <a:pt x="3605191" y="2278200"/>
                  </a:lnTo>
                  <a:lnTo>
                    <a:pt x="3604336" y="2278200"/>
                  </a:lnTo>
                  <a:lnTo>
                    <a:pt x="3603480" y="2278200"/>
                  </a:lnTo>
                  <a:lnTo>
                    <a:pt x="3602625" y="2278200"/>
                  </a:lnTo>
                  <a:lnTo>
                    <a:pt x="3601769" y="2278200"/>
                  </a:lnTo>
                  <a:lnTo>
                    <a:pt x="3600913" y="2278200"/>
                  </a:lnTo>
                  <a:lnTo>
                    <a:pt x="3600058" y="2278200"/>
                  </a:lnTo>
                  <a:lnTo>
                    <a:pt x="3599202" y="2278200"/>
                  </a:lnTo>
                  <a:lnTo>
                    <a:pt x="3598347" y="2278200"/>
                  </a:lnTo>
                  <a:lnTo>
                    <a:pt x="3597491" y="2278200"/>
                  </a:lnTo>
                  <a:lnTo>
                    <a:pt x="3596636" y="2278200"/>
                  </a:lnTo>
                  <a:lnTo>
                    <a:pt x="3595780" y="2278200"/>
                  </a:lnTo>
                  <a:lnTo>
                    <a:pt x="3594925" y="2278200"/>
                  </a:lnTo>
                  <a:lnTo>
                    <a:pt x="3594069" y="2278200"/>
                  </a:lnTo>
                  <a:lnTo>
                    <a:pt x="3593214" y="2278200"/>
                  </a:lnTo>
                  <a:lnTo>
                    <a:pt x="3592358" y="2278200"/>
                  </a:lnTo>
                  <a:lnTo>
                    <a:pt x="3591503" y="2278200"/>
                  </a:lnTo>
                  <a:lnTo>
                    <a:pt x="3590647" y="2278200"/>
                  </a:lnTo>
                  <a:lnTo>
                    <a:pt x="3589792" y="2278200"/>
                  </a:lnTo>
                  <a:lnTo>
                    <a:pt x="3588936" y="2278200"/>
                  </a:lnTo>
                  <a:lnTo>
                    <a:pt x="3588081" y="2278200"/>
                  </a:lnTo>
                  <a:lnTo>
                    <a:pt x="3587225" y="2278200"/>
                  </a:lnTo>
                  <a:lnTo>
                    <a:pt x="3586370" y="2278200"/>
                  </a:lnTo>
                  <a:lnTo>
                    <a:pt x="3585514" y="2278200"/>
                  </a:lnTo>
                  <a:lnTo>
                    <a:pt x="3584658" y="2278200"/>
                  </a:lnTo>
                  <a:lnTo>
                    <a:pt x="3583803" y="2278200"/>
                  </a:lnTo>
                  <a:lnTo>
                    <a:pt x="3582947" y="2278200"/>
                  </a:lnTo>
                  <a:lnTo>
                    <a:pt x="3582092" y="2278200"/>
                  </a:lnTo>
                  <a:lnTo>
                    <a:pt x="3581236" y="2278200"/>
                  </a:lnTo>
                  <a:lnTo>
                    <a:pt x="3580381" y="2278200"/>
                  </a:lnTo>
                  <a:lnTo>
                    <a:pt x="3579525" y="2278200"/>
                  </a:lnTo>
                  <a:lnTo>
                    <a:pt x="3578670" y="2278200"/>
                  </a:lnTo>
                  <a:lnTo>
                    <a:pt x="3577814" y="2278200"/>
                  </a:lnTo>
                  <a:lnTo>
                    <a:pt x="3576959" y="2278200"/>
                  </a:lnTo>
                  <a:lnTo>
                    <a:pt x="3576103" y="2278200"/>
                  </a:lnTo>
                  <a:lnTo>
                    <a:pt x="3575248" y="2278200"/>
                  </a:lnTo>
                  <a:lnTo>
                    <a:pt x="3574392" y="2278200"/>
                  </a:lnTo>
                  <a:lnTo>
                    <a:pt x="3573537" y="2278200"/>
                  </a:lnTo>
                  <a:lnTo>
                    <a:pt x="3572681" y="2278200"/>
                  </a:lnTo>
                  <a:lnTo>
                    <a:pt x="3571826" y="2278200"/>
                  </a:lnTo>
                  <a:lnTo>
                    <a:pt x="3570970" y="2278200"/>
                  </a:lnTo>
                  <a:lnTo>
                    <a:pt x="3570115" y="2278200"/>
                  </a:lnTo>
                  <a:lnTo>
                    <a:pt x="3569259" y="2278200"/>
                  </a:lnTo>
                  <a:lnTo>
                    <a:pt x="3568403" y="2278200"/>
                  </a:lnTo>
                  <a:lnTo>
                    <a:pt x="3567548" y="2278200"/>
                  </a:lnTo>
                  <a:lnTo>
                    <a:pt x="3566692" y="2278200"/>
                  </a:lnTo>
                  <a:lnTo>
                    <a:pt x="3565837" y="2278200"/>
                  </a:lnTo>
                  <a:lnTo>
                    <a:pt x="3564981" y="2278200"/>
                  </a:lnTo>
                  <a:lnTo>
                    <a:pt x="3564126" y="2278200"/>
                  </a:lnTo>
                  <a:lnTo>
                    <a:pt x="3563270" y="2278200"/>
                  </a:lnTo>
                  <a:lnTo>
                    <a:pt x="3562415" y="2278200"/>
                  </a:lnTo>
                  <a:lnTo>
                    <a:pt x="3561559" y="2278200"/>
                  </a:lnTo>
                  <a:lnTo>
                    <a:pt x="3560704" y="2278200"/>
                  </a:lnTo>
                  <a:lnTo>
                    <a:pt x="3559848" y="2278200"/>
                  </a:lnTo>
                  <a:lnTo>
                    <a:pt x="3558993" y="2278200"/>
                  </a:lnTo>
                  <a:lnTo>
                    <a:pt x="3558137" y="2278200"/>
                  </a:lnTo>
                  <a:lnTo>
                    <a:pt x="3557282" y="2278200"/>
                  </a:lnTo>
                  <a:lnTo>
                    <a:pt x="3556426" y="2278200"/>
                  </a:lnTo>
                  <a:lnTo>
                    <a:pt x="3555571" y="2278200"/>
                  </a:lnTo>
                  <a:lnTo>
                    <a:pt x="3554715" y="2278200"/>
                  </a:lnTo>
                  <a:lnTo>
                    <a:pt x="3553859" y="2278200"/>
                  </a:lnTo>
                  <a:lnTo>
                    <a:pt x="3553004" y="2278200"/>
                  </a:lnTo>
                  <a:lnTo>
                    <a:pt x="3552148" y="2278200"/>
                  </a:lnTo>
                  <a:lnTo>
                    <a:pt x="3551293" y="2278200"/>
                  </a:lnTo>
                  <a:lnTo>
                    <a:pt x="3550437" y="2278200"/>
                  </a:lnTo>
                  <a:lnTo>
                    <a:pt x="3549582" y="2278200"/>
                  </a:lnTo>
                  <a:lnTo>
                    <a:pt x="3548726" y="2278200"/>
                  </a:lnTo>
                  <a:lnTo>
                    <a:pt x="3547871" y="2278200"/>
                  </a:lnTo>
                  <a:lnTo>
                    <a:pt x="3547015" y="2278200"/>
                  </a:lnTo>
                  <a:lnTo>
                    <a:pt x="3546160" y="2278200"/>
                  </a:lnTo>
                  <a:lnTo>
                    <a:pt x="3545304" y="2278200"/>
                  </a:lnTo>
                  <a:lnTo>
                    <a:pt x="3544449" y="2278200"/>
                  </a:lnTo>
                  <a:lnTo>
                    <a:pt x="3543593" y="2278200"/>
                  </a:lnTo>
                  <a:lnTo>
                    <a:pt x="3542738" y="2278200"/>
                  </a:lnTo>
                  <a:lnTo>
                    <a:pt x="3541882" y="2278200"/>
                  </a:lnTo>
                  <a:lnTo>
                    <a:pt x="3541027" y="2278200"/>
                  </a:lnTo>
                  <a:lnTo>
                    <a:pt x="3540171" y="2278200"/>
                  </a:lnTo>
                  <a:lnTo>
                    <a:pt x="3539316" y="2278200"/>
                  </a:lnTo>
                  <a:lnTo>
                    <a:pt x="3538460" y="2278200"/>
                  </a:lnTo>
                  <a:lnTo>
                    <a:pt x="3537604" y="2278200"/>
                  </a:lnTo>
                  <a:lnTo>
                    <a:pt x="3536749" y="2278200"/>
                  </a:lnTo>
                  <a:lnTo>
                    <a:pt x="3535893" y="2278200"/>
                  </a:lnTo>
                  <a:lnTo>
                    <a:pt x="3535038" y="2278200"/>
                  </a:lnTo>
                  <a:lnTo>
                    <a:pt x="3534182" y="2278200"/>
                  </a:lnTo>
                  <a:lnTo>
                    <a:pt x="3533327" y="2278200"/>
                  </a:lnTo>
                  <a:lnTo>
                    <a:pt x="3532471" y="2278200"/>
                  </a:lnTo>
                  <a:lnTo>
                    <a:pt x="3531616" y="2278200"/>
                  </a:lnTo>
                  <a:lnTo>
                    <a:pt x="3530760" y="2278200"/>
                  </a:lnTo>
                  <a:lnTo>
                    <a:pt x="3529905" y="2278200"/>
                  </a:lnTo>
                  <a:lnTo>
                    <a:pt x="3529049" y="2278200"/>
                  </a:lnTo>
                  <a:lnTo>
                    <a:pt x="3528194" y="2278200"/>
                  </a:lnTo>
                  <a:lnTo>
                    <a:pt x="3527338" y="2278200"/>
                  </a:lnTo>
                  <a:lnTo>
                    <a:pt x="3526483" y="2278200"/>
                  </a:lnTo>
                  <a:lnTo>
                    <a:pt x="3525627" y="2278200"/>
                  </a:lnTo>
                  <a:lnTo>
                    <a:pt x="3524772" y="2278200"/>
                  </a:lnTo>
                  <a:lnTo>
                    <a:pt x="3523916" y="2278200"/>
                  </a:lnTo>
                  <a:lnTo>
                    <a:pt x="3523061" y="2278200"/>
                  </a:lnTo>
                  <a:lnTo>
                    <a:pt x="3522205" y="2278200"/>
                  </a:lnTo>
                  <a:lnTo>
                    <a:pt x="3521349" y="2278200"/>
                  </a:lnTo>
                  <a:lnTo>
                    <a:pt x="3520494" y="2278200"/>
                  </a:lnTo>
                  <a:lnTo>
                    <a:pt x="3519638" y="2278200"/>
                  </a:lnTo>
                  <a:lnTo>
                    <a:pt x="3518783" y="2278200"/>
                  </a:lnTo>
                  <a:lnTo>
                    <a:pt x="3517927" y="2278200"/>
                  </a:lnTo>
                  <a:lnTo>
                    <a:pt x="3517072" y="2278200"/>
                  </a:lnTo>
                  <a:lnTo>
                    <a:pt x="3516216" y="2278200"/>
                  </a:lnTo>
                  <a:lnTo>
                    <a:pt x="3515361" y="2278200"/>
                  </a:lnTo>
                  <a:lnTo>
                    <a:pt x="3514505" y="2278200"/>
                  </a:lnTo>
                  <a:lnTo>
                    <a:pt x="3513650" y="2278200"/>
                  </a:lnTo>
                  <a:lnTo>
                    <a:pt x="3512794" y="2278200"/>
                  </a:lnTo>
                  <a:lnTo>
                    <a:pt x="3511939" y="2278200"/>
                  </a:lnTo>
                  <a:lnTo>
                    <a:pt x="3511083" y="2278200"/>
                  </a:lnTo>
                  <a:lnTo>
                    <a:pt x="3510228" y="2278200"/>
                  </a:lnTo>
                  <a:lnTo>
                    <a:pt x="3509372" y="2278200"/>
                  </a:lnTo>
                  <a:lnTo>
                    <a:pt x="3508517" y="2278200"/>
                  </a:lnTo>
                  <a:lnTo>
                    <a:pt x="3507661" y="2278200"/>
                  </a:lnTo>
                  <a:lnTo>
                    <a:pt x="3506806" y="2278200"/>
                  </a:lnTo>
                  <a:lnTo>
                    <a:pt x="3505950" y="2278200"/>
                  </a:lnTo>
                  <a:lnTo>
                    <a:pt x="3505094" y="2278200"/>
                  </a:lnTo>
                  <a:lnTo>
                    <a:pt x="3504239" y="2278200"/>
                  </a:lnTo>
                  <a:lnTo>
                    <a:pt x="3503383" y="2278200"/>
                  </a:lnTo>
                  <a:lnTo>
                    <a:pt x="3502528" y="2278200"/>
                  </a:lnTo>
                  <a:lnTo>
                    <a:pt x="3501672" y="2278200"/>
                  </a:lnTo>
                  <a:lnTo>
                    <a:pt x="3500817" y="2278200"/>
                  </a:lnTo>
                  <a:lnTo>
                    <a:pt x="3499961" y="2278200"/>
                  </a:lnTo>
                  <a:lnTo>
                    <a:pt x="3499106" y="2278200"/>
                  </a:lnTo>
                  <a:lnTo>
                    <a:pt x="3498250" y="2278200"/>
                  </a:lnTo>
                  <a:lnTo>
                    <a:pt x="3497395" y="2278200"/>
                  </a:lnTo>
                  <a:lnTo>
                    <a:pt x="3496539" y="2278200"/>
                  </a:lnTo>
                  <a:lnTo>
                    <a:pt x="3495684" y="2278200"/>
                  </a:lnTo>
                  <a:lnTo>
                    <a:pt x="3494828" y="2278200"/>
                  </a:lnTo>
                  <a:lnTo>
                    <a:pt x="3493973" y="2278200"/>
                  </a:lnTo>
                  <a:lnTo>
                    <a:pt x="3493117" y="2278200"/>
                  </a:lnTo>
                  <a:lnTo>
                    <a:pt x="3492262" y="2278200"/>
                  </a:lnTo>
                  <a:lnTo>
                    <a:pt x="3491406" y="2278200"/>
                  </a:lnTo>
                  <a:lnTo>
                    <a:pt x="3490550" y="2278200"/>
                  </a:lnTo>
                  <a:lnTo>
                    <a:pt x="3489695" y="2278200"/>
                  </a:lnTo>
                  <a:lnTo>
                    <a:pt x="3488839" y="2278200"/>
                  </a:lnTo>
                  <a:lnTo>
                    <a:pt x="3487984" y="2278200"/>
                  </a:lnTo>
                  <a:lnTo>
                    <a:pt x="3487128" y="2278200"/>
                  </a:lnTo>
                  <a:lnTo>
                    <a:pt x="3486273" y="2278200"/>
                  </a:lnTo>
                  <a:lnTo>
                    <a:pt x="3485417" y="2278200"/>
                  </a:lnTo>
                  <a:lnTo>
                    <a:pt x="3484562" y="2278200"/>
                  </a:lnTo>
                  <a:lnTo>
                    <a:pt x="3483706" y="2278200"/>
                  </a:lnTo>
                  <a:lnTo>
                    <a:pt x="3482851" y="2278200"/>
                  </a:lnTo>
                  <a:lnTo>
                    <a:pt x="3481995" y="2278200"/>
                  </a:lnTo>
                  <a:lnTo>
                    <a:pt x="3481140" y="2278200"/>
                  </a:lnTo>
                  <a:lnTo>
                    <a:pt x="3480284" y="2278200"/>
                  </a:lnTo>
                  <a:lnTo>
                    <a:pt x="3479429" y="2278200"/>
                  </a:lnTo>
                  <a:lnTo>
                    <a:pt x="3478573" y="2278200"/>
                  </a:lnTo>
                  <a:lnTo>
                    <a:pt x="3477718" y="2278200"/>
                  </a:lnTo>
                  <a:lnTo>
                    <a:pt x="3476862" y="2278200"/>
                  </a:lnTo>
                  <a:lnTo>
                    <a:pt x="3476007" y="2278200"/>
                  </a:lnTo>
                  <a:lnTo>
                    <a:pt x="3475151" y="2278200"/>
                  </a:lnTo>
                  <a:lnTo>
                    <a:pt x="3474295" y="2278200"/>
                  </a:lnTo>
                  <a:lnTo>
                    <a:pt x="3473440" y="2278200"/>
                  </a:lnTo>
                  <a:lnTo>
                    <a:pt x="3472584" y="2278200"/>
                  </a:lnTo>
                  <a:lnTo>
                    <a:pt x="3471729" y="2278200"/>
                  </a:lnTo>
                  <a:lnTo>
                    <a:pt x="3470873" y="2278200"/>
                  </a:lnTo>
                  <a:lnTo>
                    <a:pt x="3470018" y="2278200"/>
                  </a:lnTo>
                  <a:lnTo>
                    <a:pt x="3469162" y="2278200"/>
                  </a:lnTo>
                  <a:lnTo>
                    <a:pt x="3468307" y="2278200"/>
                  </a:lnTo>
                  <a:lnTo>
                    <a:pt x="3467451" y="2278200"/>
                  </a:lnTo>
                  <a:lnTo>
                    <a:pt x="3466596" y="2278200"/>
                  </a:lnTo>
                  <a:lnTo>
                    <a:pt x="3465740" y="2278200"/>
                  </a:lnTo>
                  <a:lnTo>
                    <a:pt x="3464885" y="2278200"/>
                  </a:lnTo>
                  <a:lnTo>
                    <a:pt x="3464029" y="2278200"/>
                  </a:lnTo>
                  <a:lnTo>
                    <a:pt x="3463174" y="2278200"/>
                  </a:lnTo>
                  <a:lnTo>
                    <a:pt x="3462318" y="2278200"/>
                  </a:lnTo>
                  <a:lnTo>
                    <a:pt x="3461463" y="2278200"/>
                  </a:lnTo>
                  <a:lnTo>
                    <a:pt x="3460607" y="2278200"/>
                  </a:lnTo>
                  <a:lnTo>
                    <a:pt x="3459752" y="2278200"/>
                  </a:lnTo>
                  <a:lnTo>
                    <a:pt x="3458896" y="2278200"/>
                  </a:lnTo>
                  <a:lnTo>
                    <a:pt x="3458040" y="2278200"/>
                  </a:lnTo>
                  <a:lnTo>
                    <a:pt x="3457185" y="2278200"/>
                  </a:lnTo>
                  <a:lnTo>
                    <a:pt x="3456329" y="2278200"/>
                  </a:lnTo>
                  <a:lnTo>
                    <a:pt x="3455474" y="2278200"/>
                  </a:lnTo>
                  <a:lnTo>
                    <a:pt x="3454618" y="2278200"/>
                  </a:lnTo>
                  <a:lnTo>
                    <a:pt x="3453763" y="2278200"/>
                  </a:lnTo>
                  <a:lnTo>
                    <a:pt x="3452907" y="2278200"/>
                  </a:lnTo>
                  <a:lnTo>
                    <a:pt x="3452052" y="2278200"/>
                  </a:lnTo>
                  <a:lnTo>
                    <a:pt x="3451196" y="2278200"/>
                  </a:lnTo>
                  <a:lnTo>
                    <a:pt x="3450341" y="2278200"/>
                  </a:lnTo>
                  <a:lnTo>
                    <a:pt x="3449485" y="2278200"/>
                  </a:lnTo>
                  <a:lnTo>
                    <a:pt x="3448630" y="2278200"/>
                  </a:lnTo>
                  <a:lnTo>
                    <a:pt x="3447774" y="2278200"/>
                  </a:lnTo>
                  <a:lnTo>
                    <a:pt x="3446919" y="2278200"/>
                  </a:lnTo>
                  <a:lnTo>
                    <a:pt x="3446063" y="2278200"/>
                  </a:lnTo>
                  <a:lnTo>
                    <a:pt x="3445208" y="2278200"/>
                  </a:lnTo>
                  <a:lnTo>
                    <a:pt x="3444352" y="2278200"/>
                  </a:lnTo>
                  <a:lnTo>
                    <a:pt x="3443496" y="2278200"/>
                  </a:lnTo>
                  <a:lnTo>
                    <a:pt x="3442641" y="2278200"/>
                  </a:lnTo>
                  <a:lnTo>
                    <a:pt x="3441785" y="2278200"/>
                  </a:lnTo>
                  <a:lnTo>
                    <a:pt x="3440930" y="2278200"/>
                  </a:lnTo>
                  <a:lnTo>
                    <a:pt x="3440074" y="2278200"/>
                  </a:lnTo>
                  <a:lnTo>
                    <a:pt x="3439219" y="2278200"/>
                  </a:lnTo>
                  <a:lnTo>
                    <a:pt x="3438363" y="2278200"/>
                  </a:lnTo>
                  <a:lnTo>
                    <a:pt x="3437508" y="2278200"/>
                  </a:lnTo>
                  <a:lnTo>
                    <a:pt x="3436652" y="2278200"/>
                  </a:lnTo>
                  <a:lnTo>
                    <a:pt x="3435797" y="2278200"/>
                  </a:lnTo>
                  <a:lnTo>
                    <a:pt x="3434941" y="2278200"/>
                  </a:lnTo>
                  <a:lnTo>
                    <a:pt x="3434086" y="2278200"/>
                  </a:lnTo>
                  <a:lnTo>
                    <a:pt x="3433230" y="2278200"/>
                  </a:lnTo>
                  <a:lnTo>
                    <a:pt x="3432375" y="2278200"/>
                  </a:lnTo>
                  <a:lnTo>
                    <a:pt x="3431519" y="2278200"/>
                  </a:lnTo>
                  <a:lnTo>
                    <a:pt x="3430664" y="2278200"/>
                  </a:lnTo>
                  <a:lnTo>
                    <a:pt x="3429808" y="2278200"/>
                  </a:lnTo>
                  <a:lnTo>
                    <a:pt x="3428953" y="2278200"/>
                  </a:lnTo>
                  <a:lnTo>
                    <a:pt x="3428097" y="2278200"/>
                  </a:lnTo>
                  <a:lnTo>
                    <a:pt x="3427241" y="2278200"/>
                  </a:lnTo>
                  <a:lnTo>
                    <a:pt x="3426386" y="2278200"/>
                  </a:lnTo>
                  <a:lnTo>
                    <a:pt x="3425530" y="2278200"/>
                  </a:lnTo>
                  <a:lnTo>
                    <a:pt x="3424675" y="2278200"/>
                  </a:lnTo>
                  <a:lnTo>
                    <a:pt x="3423819" y="2278200"/>
                  </a:lnTo>
                  <a:lnTo>
                    <a:pt x="3422964" y="2278200"/>
                  </a:lnTo>
                  <a:lnTo>
                    <a:pt x="3422108" y="2278200"/>
                  </a:lnTo>
                  <a:lnTo>
                    <a:pt x="3421253" y="2278200"/>
                  </a:lnTo>
                  <a:lnTo>
                    <a:pt x="3420397" y="2278200"/>
                  </a:lnTo>
                  <a:lnTo>
                    <a:pt x="3419542" y="2278200"/>
                  </a:lnTo>
                  <a:lnTo>
                    <a:pt x="3418686" y="2278200"/>
                  </a:lnTo>
                  <a:lnTo>
                    <a:pt x="3417831" y="2278200"/>
                  </a:lnTo>
                  <a:lnTo>
                    <a:pt x="3416975" y="2278200"/>
                  </a:lnTo>
                  <a:lnTo>
                    <a:pt x="3416120" y="2278200"/>
                  </a:lnTo>
                  <a:lnTo>
                    <a:pt x="3415264" y="2278200"/>
                  </a:lnTo>
                  <a:lnTo>
                    <a:pt x="3414409" y="2278200"/>
                  </a:lnTo>
                  <a:lnTo>
                    <a:pt x="3413553" y="2278200"/>
                  </a:lnTo>
                  <a:lnTo>
                    <a:pt x="3412698" y="2278200"/>
                  </a:lnTo>
                  <a:lnTo>
                    <a:pt x="3411842" y="2278200"/>
                  </a:lnTo>
                  <a:lnTo>
                    <a:pt x="3410986" y="2278200"/>
                  </a:lnTo>
                  <a:lnTo>
                    <a:pt x="3410131" y="2278200"/>
                  </a:lnTo>
                  <a:lnTo>
                    <a:pt x="3409275" y="2278200"/>
                  </a:lnTo>
                  <a:lnTo>
                    <a:pt x="3408420" y="2278200"/>
                  </a:lnTo>
                  <a:lnTo>
                    <a:pt x="3407564" y="2278200"/>
                  </a:lnTo>
                  <a:lnTo>
                    <a:pt x="3406709" y="2278200"/>
                  </a:lnTo>
                  <a:lnTo>
                    <a:pt x="3405853" y="2278200"/>
                  </a:lnTo>
                  <a:lnTo>
                    <a:pt x="3404998" y="2278200"/>
                  </a:lnTo>
                  <a:lnTo>
                    <a:pt x="3404142" y="2278200"/>
                  </a:lnTo>
                  <a:lnTo>
                    <a:pt x="3403287" y="2278200"/>
                  </a:lnTo>
                  <a:lnTo>
                    <a:pt x="3402431" y="2278200"/>
                  </a:lnTo>
                  <a:lnTo>
                    <a:pt x="3401576" y="2278200"/>
                  </a:lnTo>
                  <a:lnTo>
                    <a:pt x="3400720" y="2278200"/>
                  </a:lnTo>
                  <a:lnTo>
                    <a:pt x="3399865" y="2278200"/>
                  </a:lnTo>
                  <a:lnTo>
                    <a:pt x="3399009" y="2278200"/>
                  </a:lnTo>
                  <a:lnTo>
                    <a:pt x="3398154" y="2278200"/>
                  </a:lnTo>
                  <a:lnTo>
                    <a:pt x="3397298" y="2278200"/>
                  </a:lnTo>
                  <a:lnTo>
                    <a:pt x="3396442" y="2278200"/>
                  </a:lnTo>
                  <a:lnTo>
                    <a:pt x="3395587" y="2278200"/>
                  </a:lnTo>
                  <a:lnTo>
                    <a:pt x="3394731" y="2278200"/>
                  </a:lnTo>
                  <a:lnTo>
                    <a:pt x="3393876" y="2278200"/>
                  </a:lnTo>
                  <a:lnTo>
                    <a:pt x="3393020" y="2278200"/>
                  </a:lnTo>
                  <a:lnTo>
                    <a:pt x="3392165" y="2278200"/>
                  </a:lnTo>
                  <a:lnTo>
                    <a:pt x="3391309" y="2278200"/>
                  </a:lnTo>
                  <a:lnTo>
                    <a:pt x="3390454" y="2278200"/>
                  </a:lnTo>
                  <a:lnTo>
                    <a:pt x="3389598" y="2278200"/>
                  </a:lnTo>
                  <a:lnTo>
                    <a:pt x="3388743" y="2278200"/>
                  </a:lnTo>
                  <a:lnTo>
                    <a:pt x="3387887" y="2278200"/>
                  </a:lnTo>
                  <a:lnTo>
                    <a:pt x="3387032" y="2278200"/>
                  </a:lnTo>
                  <a:lnTo>
                    <a:pt x="3386176" y="2278200"/>
                  </a:lnTo>
                  <a:lnTo>
                    <a:pt x="3385321" y="2278200"/>
                  </a:lnTo>
                  <a:lnTo>
                    <a:pt x="3384465" y="2278200"/>
                  </a:lnTo>
                  <a:lnTo>
                    <a:pt x="3383610" y="2278200"/>
                  </a:lnTo>
                  <a:lnTo>
                    <a:pt x="3382754" y="2278200"/>
                  </a:lnTo>
                  <a:lnTo>
                    <a:pt x="3381899" y="2278200"/>
                  </a:lnTo>
                  <a:lnTo>
                    <a:pt x="3381043" y="2278200"/>
                  </a:lnTo>
                  <a:lnTo>
                    <a:pt x="3380187" y="2278200"/>
                  </a:lnTo>
                  <a:lnTo>
                    <a:pt x="3379332" y="2278200"/>
                  </a:lnTo>
                  <a:lnTo>
                    <a:pt x="3378476" y="2278200"/>
                  </a:lnTo>
                  <a:lnTo>
                    <a:pt x="3377621" y="2278200"/>
                  </a:lnTo>
                  <a:lnTo>
                    <a:pt x="3376765" y="2278200"/>
                  </a:lnTo>
                  <a:lnTo>
                    <a:pt x="3375910" y="2278200"/>
                  </a:lnTo>
                  <a:lnTo>
                    <a:pt x="3375054" y="2278200"/>
                  </a:lnTo>
                  <a:lnTo>
                    <a:pt x="3374199" y="2278200"/>
                  </a:lnTo>
                  <a:lnTo>
                    <a:pt x="3373343" y="2278200"/>
                  </a:lnTo>
                  <a:lnTo>
                    <a:pt x="3372488" y="2278200"/>
                  </a:lnTo>
                  <a:lnTo>
                    <a:pt x="3371632" y="2278200"/>
                  </a:lnTo>
                  <a:lnTo>
                    <a:pt x="3370777" y="2278200"/>
                  </a:lnTo>
                  <a:lnTo>
                    <a:pt x="3369921" y="2278200"/>
                  </a:lnTo>
                  <a:lnTo>
                    <a:pt x="3369066" y="2278200"/>
                  </a:lnTo>
                  <a:lnTo>
                    <a:pt x="3368210" y="2278200"/>
                  </a:lnTo>
                  <a:lnTo>
                    <a:pt x="3367355" y="2278200"/>
                  </a:lnTo>
                  <a:lnTo>
                    <a:pt x="3366499" y="2278200"/>
                  </a:lnTo>
                  <a:lnTo>
                    <a:pt x="3365644" y="2278200"/>
                  </a:lnTo>
                  <a:lnTo>
                    <a:pt x="3364788" y="2278200"/>
                  </a:lnTo>
                  <a:lnTo>
                    <a:pt x="3363932" y="2278200"/>
                  </a:lnTo>
                  <a:lnTo>
                    <a:pt x="3363077" y="2278200"/>
                  </a:lnTo>
                  <a:lnTo>
                    <a:pt x="3362221" y="2278200"/>
                  </a:lnTo>
                  <a:lnTo>
                    <a:pt x="3361366" y="2278200"/>
                  </a:lnTo>
                  <a:lnTo>
                    <a:pt x="3360510" y="2278200"/>
                  </a:lnTo>
                  <a:lnTo>
                    <a:pt x="3359655" y="2278200"/>
                  </a:lnTo>
                  <a:lnTo>
                    <a:pt x="3358799" y="2278200"/>
                  </a:lnTo>
                  <a:lnTo>
                    <a:pt x="3357944" y="2278200"/>
                  </a:lnTo>
                  <a:lnTo>
                    <a:pt x="3357088" y="2278200"/>
                  </a:lnTo>
                  <a:lnTo>
                    <a:pt x="3356233" y="2278200"/>
                  </a:lnTo>
                  <a:lnTo>
                    <a:pt x="3355377" y="2278200"/>
                  </a:lnTo>
                  <a:lnTo>
                    <a:pt x="3354522" y="2278200"/>
                  </a:lnTo>
                  <a:lnTo>
                    <a:pt x="3353666" y="2278200"/>
                  </a:lnTo>
                  <a:lnTo>
                    <a:pt x="3352811" y="2278200"/>
                  </a:lnTo>
                  <a:lnTo>
                    <a:pt x="3351955" y="2278200"/>
                  </a:lnTo>
                  <a:lnTo>
                    <a:pt x="3351100" y="2278200"/>
                  </a:lnTo>
                  <a:lnTo>
                    <a:pt x="3350244" y="2278200"/>
                  </a:lnTo>
                  <a:lnTo>
                    <a:pt x="3349388" y="2278200"/>
                  </a:lnTo>
                  <a:lnTo>
                    <a:pt x="3348533" y="2278200"/>
                  </a:lnTo>
                  <a:lnTo>
                    <a:pt x="3347677" y="2278200"/>
                  </a:lnTo>
                  <a:lnTo>
                    <a:pt x="3346822" y="2278200"/>
                  </a:lnTo>
                  <a:lnTo>
                    <a:pt x="3345966" y="2278200"/>
                  </a:lnTo>
                  <a:lnTo>
                    <a:pt x="3345111" y="2278200"/>
                  </a:lnTo>
                  <a:lnTo>
                    <a:pt x="3344255" y="2278200"/>
                  </a:lnTo>
                  <a:lnTo>
                    <a:pt x="3343400" y="2278200"/>
                  </a:lnTo>
                  <a:lnTo>
                    <a:pt x="3342544" y="2278200"/>
                  </a:lnTo>
                  <a:lnTo>
                    <a:pt x="3341689" y="2278200"/>
                  </a:lnTo>
                  <a:lnTo>
                    <a:pt x="3340833" y="2278200"/>
                  </a:lnTo>
                  <a:lnTo>
                    <a:pt x="3339978" y="2278200"/>
                  </a:lnTo>
                  <a:lnTo>
                    <a:pt x="3339122" y="2278200"/>
                  </a:lnTo>
                  <a:lnTo>
                    <a:pt x="3338267" y="2278200"/>
                  </a:lnTo>
                  <a:lnTo>
                    <a:pt x="3337411" y="2278200"/>
                  </a:lnTo>
                  <a:lnTo>
                    <a:pt x="3336556" y="2278200"/>
                  </a:lnTo>
                  <a:lnTo>
                    <a:pt x="3335700" y="2278200"/>
                  </a:lnTo>
                  <a:lnTo>
                    <a:pt x="3334845" y="2278200"/>
                  </a:lnTo>
                  <a:lnTo>
                    <a:pt x="3333989" y="2278200"/>
                  </a:lnTo>
                  <a:lnTo>
                    <a:pt x="3333133" y="2278200"/>
                  </a:lnTo>
                  <a:lnTo>
                    <a:pt x="3332278" y="2278200"/>
                  </a:lnTo>
                  <a:lnTo>
                    <a:pt x="3331422" y="2278200"/>
                  </a:lnTo>
                  <a:lnTo>
                    <a:pt x="3330567" y="2278200"/>
                  </a:lnTo>
                  <a:lnTo>
                    <a:pt x="3329711" y="2278200"/>
                  </a:lnTo>
                  <a:lnTo>
                    <a:pt x="3328856" y="2278200"/>
                  </a:lnTo>
                  <a:lnTo>
                    <a:pt x="3328000" y="2278200"/>
                  </a:lnTo>
                  <a:lnTo>
                    <a:pt x="3327145" y="2278200"/>
                  </a:lnTo>
                  <a:lnTo>
                    <a:pt x="3326289" y="2278200"/>
                  </a:lnTo>
                  <a:lnTo>
                    <a:pt x="3325434" y="2278200"/>
                  </a:lnTo>
                  <a:lnTo>
                    <a:pt x="3324578" y="2278200"/>
                  </a:lnTo>
                  <a:lnTo>
                    <a:pt x="3323723" y="2278200"/>
                  </a:lnTo>
                  <a:lnTo>
                    <a:pt x="3322867" y="2278200"/>
                  </a:lnTo>
                  <a:lnTo>
                    <a:pt x="3322012" y="2278200"/>
                  </a:lnTo>
                  <a:lnTo>
                    <a:pt x="3321156" y="2278200"/>
                  </a:lnTo>
                  <a:lnTo>
                    <a:pt x="3320301" y="2278200"/>
                  </a:lnTo>
                  <a:lnTo>
                    <a:pt x="3319445" y="2278200"/>
                  </a:lnTo>
                  <a:lnTo>
                    <a:pt x="3318590" y="2278200"/>
                  </a:lnTo>
                  <a:lnTo>
                    <a:pt x="3317734" y="2278200"/>
                  </a:lnTo>
                  <a:lnTo>
                    <a:pt x="3316878" y="2278200"/>
                  </a:lnTo>
                  <a:lnTo>
                    <a:pt x="3316023" y="2278200"/>
                  </a:lnTo>
                  <a:lnTo>
                    <a:pt x="3315167" y="2278200"/>
                  </a:lnTo>
                  <a:lnTo>
                    <a:pt x="3314312" y="2278200"/>
                  </a:lnTo>
                  <a:lnTo>
                    <a:pt x="3313456" y="2278200"/>
                  </a:lnTo>
                  <a:lnTo>
                    <a:pt x="3312601" y="2278200"/>
                  </a:lnTo>
                  <a:lnTo>
                    <a:pt x="3311745" y="2278200"/>
                  </a:lnTo>
                  <a:lnTo>
                    <a:pt x="3310890" y="2278200"/>
                  </a:lnTo>
                  <a:lnTo>
                    <a:pt x="3310034" y="2278200"/>
                  </a:lnTo>
                  <a:lnTo>
                    <a:pt x="3309179" y="2278200"/>
                  </a:lnTo>
                  <a:lnTo>
                    <a:pt x="3308323" y="2278200"/>
                  </a:lnTo>
                  <a:lnTo>
                    <a:pt x="3307468" y="2278200"/>
                  </a:lnTo>
                  <a:lnTo>
                    <a:pt x="3306612" y="2278200"/>
                  </a:lnTo>
                  <a:lnTo>
                    <a:pt x="3305757" y="2278200"/>
                  </a:lnTo>
                  <a:lnTo>
                    <a:pt x="3304901" y="2278200"/>
                  </a:lnTo>
                  <a:lnTo>
                    <a:pt x="3304046" y="2278200"/>
                  </a:lnTo>
                  <a:lnTo>
                    <a:pt x="3303190" y="2278200"/>
                  </a:lnTo>
                  <a:lnTo>
                    <a:pt x="3302335" y="2278200"/>
                  </a:lnTo>
                  <a:lnTo>
                    <a:pt x="3301479" y="2278200"/>
                  </a:lnTo>
                  <a:lnTo>
                    <a:pt x="3300623" y="2278200"/>
                  </a:lnTo>
                  <a:lnTo>
                    <a:pt x="3299768" y="2278200"/>
                  </a:lnTo>
                  <a:lnTo>
                    <a:pt x="3298912" y="2278200"/>
                  </a:lnTo>
                  <a:lnTo>
                    <a:pt x="3298057" y="2278200"/>
                  </a:lnTo>
                  <a:lnTo>
                    <a:pt x="3297201" y="2278200"/>
                  </a:lnTo>
                  <a:lnTo>
                    <a:pt x="3296346" y="2278200"/>
                  </a:lnTo>
                  <a:lnTo>
                    <a:pt x="3295490" y="2278200"/>
                  </a:lnTo>
                  <a:lnTo>
                    <a:pt x="3294635" y="2278200"/>
                  </a:lnTo>
                  <a:lnTo>
                    <a:pt x="3293779" y="2278200"/>
                  </a:lnTo>
                  <a:lnTo>
                    <a:pt x="3292924" y="2278200"/>
                  </a:lnTo>
                  <a:lnTo>
                    <a:pt x="3292068" y="2278200"/>
                  </a:lnTo>
                  <a:lnTo>
                    <a:pt x="3291213" y="2278200"/>
                  </a:lnTo>
                  <a:lnTo>
                    <a:pt x="3290357" y="2278200"/>
                  </a:lnTo>
                  <a:lnTo>
                    <a:pt x="3289502" y="2278200"/>
                  </a:lnTo>
                  <a:lnTo>
                    <a:pt x="3288646" y="2278200"/>
                  </a:lnTo>
                  <a:lnTo>
                    <a:pt x="3287791" y="2278200"/>
                  </a:lnTo>
                  <a:lnTo>
                    <a:pt x="3286935" y="2278200"/>
                  </a:lnTo>
                  <a:lnTo>
                    <a:pt x="3286079" y="2278200"/>
                  </a:lnTo>
                  <a:lnTo>
                    <a:pt x="3285224" y="2278200"/>
                  </a:lnTo>
                  <a:lnTo>
                    <a:pt x="3284368" y="2278200"/>
                  </a:lnTo>
                  <a:lnTo>
                    <a:pt x="3283513" y="2278200"/>
                  </a:lnTo>
                  <a:lnTo>
                    <a:pt x="3282657" y="2278200"/>
                  </a:lnTo>
                  <a:lnTo>
                    <a:pt x="3281802" y="2278200"/>
                  </a:lnTo>
                  <a:lnTo>
                    <a:pt x="3280946" y="2278200"/>
                  </a:lnTo>
                  <a:lnTo>
                    <a:pt x="3280091" y="2278200"/>
                  </a:lnTo>
                  <a:lnTo>
                    <a:pt x="3279235" y="2278200"/>
                  </a:lnTo>
                  <a:lnTo>
                    <a:pt x="3278380" y="2278200"/>
                  </a:lnTo>
                  <a:lnTo>
                    <a:pt x="3277524" y="2278200"/>
                  </a:lnTo>
                  <a:lnTo>
                    <a:pt x="3276669" y="2278200"/>
                  </a:lnTo>
                  <a:lnTo>
                    <a:pt x="3275813" y="2278200"/>
                  </a:lnTo>
                  <a:lnTo>
                    <a:pt x="3274958" y="2278200"/>
                  </a:lnTo>
                  <a:lnTo>
                    <a:pt x="3274102" y="2278200"/>
                  </a:lnTo>
                  <a:lnTo>
                    <a:pt x="3273247" y="2278200"/>
                  </a:lnTo>
                  <a:lnTo>
                    <a:pt x="3272391" y="2278200"/>
                  </a:lnTo>
                  <a:lnTo>
                    <a:pt x="3271536" y="2278200"/>
                  </a:lnTo>
                  <a:lnTo>
                    <a:pt x="3270680" y="2278200"/>
                  </a:lnTo>
                  <a:lnTo>
                    <a:pt x="3269824" y="2278200"/>
                  </a:lnTo>
                  <a:lnTo>
                    <a:pt x="3268969" y="2278200"/>
                  </a:lnTo>
                  <a:lnTo>
                    <a:pt x="3268113" y="2278200"/>
                  </a:lnTo>
                  <a:lnTo>
                    <a:pt x="3267258" y="2278200"/>
                  </a:lnTo>
                  <a:lnTo>
                    <a:pt x="3266402" y="2278200"/>
                  </a:lnTo>
                  <a:lnTo>
                    <a:pt x="3265547" y="2278200"/>
                  </a:lnTo>
                  <a:lnTo>
                    <a:pt x="3264691" y="2278200"/>
                  </a:lnTo>
                  <a:lnTo>
                    <a:pt x="3263836" y="2278200"/>
                  </a:lnTo>
                  <a:lnTo>
                    <a:pt x="3262980" y="2278200"/>
                  </a:lnTo>
                  <a:lnTo>
                    <a:pt x="3262125" y="2278200"/>
                  </a:lnTo>
                  <a:lnTo>
                    <a:pt x="3261269" y="2278200"/>
                  </a:lnTo>
                  <a:lnTo>
                    <a:pt x="3260414" y="2278200"/>
                  </a:lnTo>
                  <a:lnTo>
                    <a:pt x="3259558" y="2278200"/>
                  </a:lnTo>
                  <a:lnTo>
                    <a:pt x="3258703" y="2278200"/>
                  </a:lnTo>
                  <a:lnTo>
                    <a:pt x="3257847" y="2278200"/>
                  </a:lnTo>
                  <a:lnTo>
                    <a:pt x="3256992" y="2278200"/>
                  </a:lnTo>
                  <a:lnTo>
                    <a:pt x="3256136" y="2278200"/>
                  </a:lnTo>
                  <a:lnTo>
                    <a:pt x="3255281" y="2278200"/>
                  </a:lnTo>
                  <a:lnTo>
                    <a:pt x="3254425" y="2278200"/>
                  </a:lnTo>
                  <a:lnTo>
                    <a:pt x="3253569" y="2278200"/>
                  </a:lnTo>
                  <a:lnTo>
                    <a:pt x="3252714" y="2278200"/>
                  </a:lnTo>
                  <a:lnTo>
                    <a:pt x="3251858" y="2278200"/>
                  </a:lnTo>
                  <a:lnTo>
                    <a:pt x="3251003" y="2278200"/>
                  </a:lnTo>
                  <a:lnTo>
                    <a:pt x="3250147" y="2278200"/>
                  </a:lnTo>
                  <a:lnTo>
                    <a:pt x="3249292" y="2278200"/>
                  </a:lnTo>
                  <a:lnTo>
                    <a:pt x="3248436" y="2278200"/>
                  </a:lnTo>
                  <a:lnTo>
                    <a:pt x="3247581" y="2278200"/>
                  </a:lnTo>
                  <a:lnTo>
                    <a:pt x="3246725" y="2278200"/>
                  </a:lnTo>
                  <a:lnTo>
                    <a:pt x="3245870" y="2278200"/>
                  </a:lnTo>
                  <a:lnTo>
                    <a:pt x="3245014" y="2278200"/>
                  </a:lnTo>
                  <a:lnTo>
                    <a:pt x="3244159" y="2278200"/>
                  </a:lnTo>
                  <a:lnTo>
                    <a:pt x="3243303" y="2278200"/>
                  </a:lnTo>
                  <a:lnTo>
                    <a:pt x="3242448" y="2278200"/>
                  </a:lnTo>
                  <a:lnTo>
                    <a:pt x="3241592" y="2278200"/>
                  </a:lnTo>
                  <a:lnTo>
                    <a:pt x="3240737" y="2278200"/>
                  </a:lnTo>
                  <a:lnTo>
                    <a:pt x="3239881" y="2278200"/>
                  </a:lnTo>
                  <a:lnTo>
                    <a:pt x="3239025" y="2278200"/>
                  </a:lnTo>
                  <a:lnTo>
                    <a:pt x="3238170" y="2278200"/>
                  </a:lnTo>
                  <a:lnTo>
                    <a:pt x="3237314" y="2278200"/>
                  </a:lnTo>
                  <a:lnTo>
                    <a:pt x="3236459" y="2278200"/>
                  </a:lnTo>
                  <a:lnTo>
                    <a:pt x="3235603" y="2278200"/>
                  </a:lnTo>
                  <a:lnTo>
                    <a:pt x="3234748" y="2278200"/>
                  </a:lnTo>
                  <a:lnTo>
                    <a:pt x="3233892" y="2278200"/>
                  </a:lnTo>
                  <a:lnTo>
                    <a:pt x="3233037" y="2278200"/>
                  </a:lnTo>
                  <a:lnTo>
                    <a:pt x="3232181" y="2278200"/>
                  </a:lnTo>
                  <a:lnTo>
                    <a:pt x="3231326" y="2278200"/>
                  </a:lnTo>
                  <a:lnTo>
                    <a:pt x="3230470" y="2278200"/>
                  </a:lnTo>
                  <a:lnTo>
                    <a:pt x="3229615" y="2278200"/>
                  </a:lnTo>
                  <a:lnTo>
                    <a:pt x="3228759" y="2278200"/>
                  </a:lnTo>
                  <a:lnTo>
                    <a:pt x="3227904" y="2278200"/>
                  </a:lnTo>
                  <a:lnTo>
                    <a:pt x="3227048" y="2278200"/>
                  </a:lnTo>
                  <a:lnTo>
                    <a:pt x="3226193" y="2278200"/>
                  </a:lnTo>
                  <a:lnTo>
                    <a:pt x="3225337" y="2278200"/>
                  </a:lnTo>
                  <a:lnTo>
                    <a:pt x="3224482" y="2278200"/>
                  </a:lnTo>
                  <a:lnTo>
                    <a:pt x="3223626" y="2278200"/>
                  </a:lnTo>
                  <a:lnTo>
                    <a:pt x="3222770" y="2278200"/>
                  </a:lnTo>
                  <a:lnTo>
                    <a:pt x="3221915" y="2278200"/>
                  </a:lnTo>
                  <a:lnTo>
                    <a:pt x="3221059" y="2278200"/>
                  </a:lnTo>
                  <a:lnTo>
                    <a:pt x="3220204" y="2278200"/>
                  </a:lnTo>
                  <a:lnTo>
                    <a:pt x="3219348" y="2278200"/>
                  </a:lnTo>
                  <a:lnTo>
                    <a:pt x="3218493" y="2278200"/>
                  </a:lnTo>
                  <a:lnTo>
                    <a:pt x="3217637" y="2278200"/>
                  </a:lnTo>
                  <a:lnTo>
                    <a:pt x="3216782" y="2278200"/>
                  </a:lnTo>
                  <a:lnTo>
                    <a:pt x="3215926" y="2278200"/>
                  </a:lnTo>
                  <a:lnTo>
                    <a:pt x="3215071" y="2278200"/>
                  </a:lnTo>
                  <a:lnTo>
                    <a:pt x="3214215" y="2278200"/>
                  </a:lnTo>
                  <a:lnTo>
                    <a:pt x="3213360" y="2278200"/>
                  </a:lnTo>
                  <a:lnTo>
                    <a:pt x="3212504" y="2278200"/>
                  </a:lnTo>
                  <a:lnTo>
                    <a:pt x="3211649" y="2278200"/>
                  </a:lnTo>
                  <a:lnTo>
                    <a:pt x="3210793" y="2278200"/>
                  </a:lnTo>
                  <a:lnTo>
                    <a:pt x="3209938" y="2278200"/>
                  </a:lnTo>
                  <a:lnTo>
                    <a:pt x="3209082" y="2278200"/>
                  </a:lnTo>
                  <a:lnTo>
                    <a:pt x="3208227" y="2278200"/>
                  </a:lnTo>
                  <a:lnTo>
                    <a:pt x="3207371" y="2278200"/>
                  </a:lnTo>
                  <a:lnTo>
                    <a:pt x="3206515" y="2278200"/>
                  </a:lnTo>
                  <a:lnTo>
                    <a:pt x="3205660" y="2278200"/>
                  </a:lnTo>
                  <a:lnTo>
                    <a:pt x="3204804" y="2278200"/>
                  </a:lnTo>
                  <a:lnTo>
                    <a:pt x="3203949" y="2278200"/>
                  </a:lnTo>
                  <a:lnTo>
                    <a:pt x="3203093" y="2278200"/>
                  </a:lnTo>
                  <a:lnTo>
                    <a:pt x="3202238" y="2278200"/>
                  </a:lnTo>
                  <a:lnTo>
                    <a:pt x="3201382" y="2278200"/>
                  </a:lnTo>
                  <a:lnTo>
                    <a:pt x="3200527" y="2278200"/>
                  </a:lnTo>
                  <a:lnTo>
                    <a:pt x="3199671" y="2278200"/>
                  </a:lnTo>
                  <a:lnTo>
                    <a:pt x="3198816" y="2278200"/>
                  </a:lnTo>
                  <a:lnTo>
                    <a:pt x="3197960" y="2278200"/>
                  </a:lnTo>
                  <a:lnTo>
                    <a:pt x="3197105" y="2278200"/>
                  </a:lnTo>
                  <a:lnTo>
                    <a:pt x="3196249" y="2278200"/>
                  </a:lnTo>
                  <a:lnTo>
                    <a:pt x="3195394" y="2278200"/>
                  </a:lnTo>
                  <a:lnTo>
                    <a:pt x="3194538" y="2278200"/>
                  </a:lnTo>
                  <a:lnTo>
                    <a:pt x="3193683" y="2278200"/>
                  </a:lnTo>
                  <a:lnTo>
                    <a:pt x="3192827" y="2278200"/>
                  </a:lnTo>
                  <a:lnTo>
                    <a:pt x="3191971" y="2278200"/>
                  </a:lnTo>
                  <a:lnTo>
                    <a:pt x="3191116" y="2278200"/>
                  </a:lnTo>
                  <a:lnTo>
                    <a:pt x="3190260" y="2278200"/>
                  </a:lnTo>
                  <a:lnTo>
                    <a:pt x="3189405" y="2278200"/>
                  </a:lnTo>
                  <a:lnTo>
                    <a:pt x="3188549" y="2278200"/>
                  </a:lnTo>
                  <a:lnTo>
                    <a:pt x="3187694" y="2278200"/>
                  </a:lnTo>
                  <a:lnTo>
                    <a:pt x="3186838" y="2278200"/>
                  </a:lnTo>
                  <a:lnTo>
                    <a:pt x="3185983" y="2278200"/>
                  </a:lnTo>
                  <a:lnTo>
                    <a:pt x="3185127" y="2278200"/>
                  </a:lnTo>
                  <a:lnTo>
                    <a:pt x="3184272" y="2278200"/>
                  </a:lnTo>
                  <a:lnTo>
                    <a:pt x="3183416" y="2278200"/>
                  </a:lnTo>
                  <a:lnTo>
                    <a:pt x="3182561" y="2278200"/>
                  </a:lnTo>
                  <a:lnTo>
                    <a:pt x="3181705" y="2278200"/>
                  </a:lnTo>
                  <a:lnTo>
                    <a:pt x="3180850" y="2278200"/>
                  </a:lnTo>
                  <a:lnTo>
                    <a:pt x="3179994" y="2278200"/>
                  </a:lnTo>
                  <a:lnTo>
                    <a:pt x="3179139" y="2278200"/>
                  </a:lnTo>
                  <a:lnTo>
                    <a:pt x="3178283" y="2278200"/>
                  </a:lnTo>
                  <a:lnTo>
                    <a:pt x="3177428" y="2278200"/>
                  </a:lnTo>
                  <a:lnTo>
                    <a:pt x="3176572" y="2278200"/>
                  </a:lnTo>
                  <a:lnTo>
                    <a:pt x="3175716" y="2278200"/>
                  </a:lnTo>
                  <a:lnTo>
                    <a:pt x="3174861" y="2278200"/>
                  </a:lnTo>
                  <a:lnTo>
                    <a:pt x="3174005" y="2278200"/>
                  </a:lnTo>
                  <a:lnTo>
                    <a:pt x="3173150" y="2278200"/>
                  </a:lnTo>
                  <a:lnTo>
                    <a:pt x="3172294" y="2278200"/>
                  </a:lnTo>
                  <a:lnTo>
                    <a:pt x="3171439" y="2278200"/>
                  </a:lnTo>
                  <a:lnTo>
                    <a:pt x="3170583" y="2278200"/>
                  </a:lnTo>
                  <a:lnTo>
                    <a:pt x="3169728" y="2278200"/>
                  </a:lnTo>
                  <a:lnTo>
                    <a:pt x="3168872" y="2278200"/>
                  </a:lnTo>
                  <a:lnTo>
                    <a:pt x="3168017" y="2278200"/>
                  </a:lnTo>
                  <a:lnTo>
                    <a:pt x="3167161" y="2278200"/>
                  </a:lnTo>
                  <a:lnTo>
                    <a:pt x="3166306" y="2278200"/>
                  </a:lnTo>
                  <a:lnTo>
                    <a:pt x="3165450" y="2278200"/>
                  </a:lnTo>
                  <a:lnTo>
                    <a:pt x="3164595" y="2278200"/>
                  </a:lnTo>
                  <a:lnTo>
                    <a:pt x="3163739" y="2278200"/>
                  </a:lnTo>
                  <a:lnTo>
                    <a:pt x="3162884" y="2278200"/>
                  </a:lnTo>
                  <a:lnTo>
                    <a:pt x="3162028" y="2278200"/>
                  </a:lnTo>
                  <a:lnTo>
                    <a:pt x="3161173" y="2278200"/>
                  </a:lnTo>
                  <a:lnTo>
                    <a:pt x="3160317" y="2278200"/>
                  </a:lnTo>
                  <a:lnTo>
                    <a:pt x="3159461" y="2278200"/>
                  </a:lnTo>
                  <a:lnTo>
                    <a:pt x="3158606" y="2278200"/>
                  </a:lnTo>
                  <a:lnTo>
                    <a:pt x="3157750" y="2278200"/>
                  </a:lnTo>
                  <a:lnTo>
                    <a:pt x="3156895" y="2278200"/>
                  </a:lnTo>
                  <a:lnTo>
                    <a:pt x="3156039" y="2278200"/>
                  </a:lnTo>
                  <a:lnTo>
                    <a:pt x="3155184" y="2278200"/>
                  </a:lnTo>
                  <a:lnTo>
                    <a:pt x="3154328" y="2278200"/>
                  </a:lnTo>
                  <a:lnTo>
                    <a:pt x="3153473" y="2278200"/>
                  </a:lnTo>
                  <a:lnTo>
                    <a:pt x="3152617" y="2278200"/>
                  </a:lnTo>
                  <a:lnTo>
                    <a:pt x="3151762" y="2278200"/>
                  </a:lnTo>
                  <a:lnTo>
                    <a:pt x="3150906" y="2278200"/>
                  </a:lnTo>
                  <a:lnTo>
                    <a:pt x="3150051" y="2278200"/>
                  </a:lnTo>
                  <a:lnTo>
                    <a:pt x="3149195" y="2278200"/>
                  </a:lnTo>
                  <a:lnTo>
                    <a:pt x="3148340" y="2278200"/>
                  </a:lnTo>
                  <a:lnTo>
                    <a:pt x="3147484" y="2278200"/>
                  </a:lnTo>
                  <a:lnTo>
                    <a:pt x="3146629" y="2278200"/>
                  </a:lnTo>
                  <a:lnTo>
                    <a:pt x="3145773" y="2278200"/>
                  </a:lnTo>
                  <a:lnTo>
                    <a:pt x="3144917" y="2278200"/>
                  </a:lnTo>
                  <a:lnTo>
                    <a:pt x="3144062" y="2278200"/>
                  </a:lnTo>
                  <a:lnTo>
                    <a:pt x="3143206" y="2278200"/>
                  </a:lnTo>
                  <a:lnTo>
                    <a:pt x="3142351" y="2278200"/>
                  </a:lnTo>
                  <a:lnTo>
                    <a:pt x="3141495" y="2278200"/>
                  </a:lnTo>
                  <a:lnTo>
                    <a:pt x="3140640" y="2278200"/>
                  </a:lnTo>
                  <a:lnTo>
                    <a:pt x="3139784" y="2278200"/>
                  </a:lnTo>
                  <a:lnTo>
                    <a:pt x="3138929" y="2278200"/>
                  </a:lnTo>
                  <a:lnTo>
                    <a:pt x="3138073" y="2278200"/>
                  </a:lnTo>
                  <a:lnTo>
                    <a:pt x="3137218" y="2278200"/>
                  </a:lnTo>
                  <a:lnTo>
                    <a:pt x="3136362" y="2278200"/>
                  </a:lnTo>
                  <a:lnTo>
                    <a:pt x="3135507" y="2278200"/>
                  </a:lnTo>
                  <a:lnTo>
                    <a:pt x="3134651" y="2278200"/>
                  </a:lnTo>
                  <a:lnTo>
                    <a:pt x="3133796" y="2278200"/>
                  </a:lnTo>
                  <a:lnTo>
                    <a:pt x="3132940" y="2278200"/>
                  </a:lnTo>
                  <a:lnTo>
                    <a:pt x="3132085" y="2278200"/>
                  </a:lnTo>
                  <a:lnTo>
                    <a:pt x="3131229" y="2278200"/>
                  </a:lnTo>
                  <a:lnTo>
                    <a:pt x="3130374" y="2278200"/>
                  </a:lnTo>
                  <a:lnTo>
                    <a:pt x="3129518" y="2278200"/>
                  </a:lnTo>
                  <a:lnTo>
                    <a:pt x="3128662" y="2278200"/>
                  </a:lnTo>
                  <a:lnTo>
                    <a:pt x="3127807" y="2278200"/>
                  </a:lnTo>
                  <a:lnTo>
                    <a:pt x="3126951" y="2278200"/>
                  </a:lnTo>
                  <a:lnTo>
                    <a:pt x="3126096" y="2278200"/>
                  </a:lnTo>
                  <a:lnTo>
                    <a:pt x="3125240" y="2278200"/>
                  </a:lnTo>
                  <a:lnTo>
                    <a:pt x="3124385" y="2278200"/>
                  </a:lnTo>
                  <a:lnTo>
                    <a:pt x="3123529" y="2278200"/>
                  </a:lnTo>
                  <a:lnTo>
                    <a:pt x="3122674" y="2278200"/>
                  </a:lnTo>
                  <a:lnTo>
                    <a:pt x="3121818" y="2278200"/>
                  </a:lnTo>
                  <a:lnTo>
                    <a:pt x="3120963" y="2278200"/>
                  </a:lnTo>
                  <a:lnTo>
                    <a:pt x="3120107" y="2278200"/>
                  </a:lnTo>
                  <a:lnTo>
                    <a:pt x="3119252" y="2278200"/>
                  </a:lnTo>
                  <a:lnTo>
                    <a:pt x="3118396" y="2278200"/>
                  </a:lnTo>
                  <a:lnTo>
                    <a:pt x="3117541" y="2278200"/>
                  </a:lnTo>
                  <a:lnTo>
                    <a:pt x="3116685" y="2278200"/>
                  </a:lnTo>
                  <a:lnTo>
                    <a:pt x="3115830" y="2278200"/>
                  </a:lnTo>
                  <a:lnTo>
                    <a:pt x="3114974" y="2278200"/>
                  </a:lnTo>
                  <a:lnTo>
                    <a:pt x="3114119" y="2278200"/>
                  </a:lnTo>
                  <a:lnTo>
                    <a:pt x="3113263" y="2278200"/>
                  </a:lnTo>
                  <a:lnTo>
                    <a:pt x="3112407" y="2278200"/>
                  </a:lnTo>
                  <a:lnTo>
                    <a:pt x="3111552" y="2278200"/>
                  </a:lnTo>
                  <a:lnTo>
                    <a:pt x="3110696" y="2278200"/>
                  </a:lnTo>
                  <a:lnTo>
                    <a:pt x="3109841" y="2278200"/>
                  </a:lnTo>
                  <a:lnTo>
                    <a:pt x="3108985" y="2278200"/>
                  </a:lnTo>
                  <a:lnTo>
                    <a:pt x="3108130" y="2278200"/>
                  </a:lnTo>
                  <a:lnTo>
                    <a:pt x="3107274" y="2278200"/>
                  </a:lnTo>
                  <a:lnTo>
                    <a:pt x="3106419" y="2278200"/>
                  </a:lnTo>
                  <a:lnTo>
                    <a:pt x="3105563" y="2278200"/>
                  </a:lnTo>
                  <a:lnTo>
                    <a:pt x="3104708" y="2278200"/>
                  </a:lnTo>
                  <a:lnTo>
                    <a:pt x="3103852" y="2278200"/>
                  </a:lnTo>
                  <a:lnTo>
                    <a:pt x="3102997" y="2278200"/>
                  </a:lnTo>
                  <a:lnTo>
                    <a:pt x="3102141" y="2278200"/>
                  </a:lnTo>
                  <a:lnTo>
                    <a:pt x="3101286" y="2278200"/>
                  </a:lnTo>
                  <a:lnTo>
                    <a:pt x="3100430" y="2278200"/>
                  </a:lnTo>
                  <a:lnTo>
                    <a:pt x="3099575" y="2278200"/>
                  </a:lnTo>
                  <a:lnTo>
                    <a:pt x="3098719" y="2278200"/>
                  </a:lnTo>
                  <a:lnTo>
                    <a:pt x="3097864" y="2278200"/>
                  </a:lnTo>
                  <a:lnTo>
                    <a:pt x="3097008" y="2278200"/>
                  </a:lnTo>
                  <a:lnTo>
                    <a:pt x="3096152" y="2278200"/>
                  </a:lnTo>
                  <a:lnTo>
                    <a:pt x="3095297" y="2278200"/>
                  </a:lnTo>
                  <a:lnTo>
                    <a:pt x="3094441" y="2278200"/>
                  </a:lnTo>
                  <a:lnTo>
                    <a:pt x="3093586" y="2278200"/>
                  </a:lnTo>
                  <a:lnTo>
                    <a:pt x="3092730" y="2278200"/>
                  </a:lnTo>
                  <a:lnTo>
                    <a:pt x="3091875" y="2278200"/>
                  </a:lnTo>
                  <a:lnTo>
                    <a:pt x="3091019" y="2278200"/>
                  </a:lnTo>
                  <a:lnTo>
                    <a:pt x="3090164" y="2278200"/>
                  </a:lnTo>
                  <a:lnTo>
                    <a:pt x="3089308" y="2278200"/>
                  </a:lnTo>
                  <a:lnTo>
                    <a:pt x="3088453" y="2278200"/>
                  </a:lnTo>
                  <a:lnTo>
                    <a:pt x="3087597" y="2278200"/>
                  </a:lnTo>
                  <a:lnTo>
                    <a:pt x="3086742" y="2278200"/>
                  </a:lnTo>
                  <a:lnTo>
                    <a:pt x="3085886" y="2278200"/>
                  </a:lnTo>
                  <a:lnTo>
                    <a:pt x="3085031" y="2278200"/>
                  </a:lnTo>
                  <a:lnTo>
                    <a:pt x="3084175" y="2278200"/>
                  </a:lnTo>
                  <a:lnTo>
                    <a:pt x="3083320" y="2278200"/>
                  </a:lnTo>
                  <a:lnTo>
                    <a:pt x="3082464" y="2278200"/>
                  </a:lnTo>
                  <a:lnTo>
                    <a:pt x="3081608" y="2278200"/>
                  </a:lnTo>
                  <a:lnTo>
                    <a:pt x="3080753" y="2278200"/>
                  </a:lnTo>
                  <a:lnTo>
                    <a:pt x="3079897" y="2278200"/>
                  </a:lnTo>
                  <a:lnTo>
                    <a:pt x="3079042" y="2278200"/>
                  </a:lnTo>
                  <a:lnTo>
                    <a:pt x="3078186" y="2278200"/>
                  </a:lnTo>
                  <a:lnTo>
                    <a:pt x="3077331" y="2278200"/>
                  </a:lnTo>
                  <a:lnTo>
                    <a:pt x="3076475" y="2278200"/>
                  </a:lnTo>
                  <a:lnTo>
                    <a:pt x="3075620" y="2278200"/>
                  </a:lnTo>
                  <a:lnTo>
                    <a:pt x="3074764" y="2278200"/>
                  </a:lnTo>
                  <a:lnTo>
                    <a:pt x="3073909" y="2278200"/>
                  </a:lnTo>
                  <a:lnTo>
                    <a:pt x="3073053" y="2278200"/>
                  </a:lnTo>
                  <a:lnTo>
                    <a:pt x="3072198" y="2278200"/>
                  </a:lnTo>
                  <a:lnTo>
                    <a:pt x="3071342" y="2278200"/>
                  </a:lnTo>
                  <a:lnTo>
                    <a:pt x="3070487" y="2278200"/>
                  </a:lnTo>
                  <a:lnTo>
                    <a:pt x="3069631" y="2278200"/>
                  </a:lnTo>
                  <a:lnTo>
                    <a:pt x="3068776" y="2278200"/>
                  </a:lnTo>
                  <a:lnTo>
                    <a:pt x="3067920" y="2278200"/>
                  </a:lnTo>
                  <a:lnTo>
                    <a:pt x="3067065" y="2278200"/>
                  </a:lnTo>
                  <a:lnTo>
                    <a:pt x="3066209" y="2278200"/>
                  </a:lnTo>
                  <a:lnTo>
                    <a:pt x="3065353" y="2278200"/>
                  </a:lnTo>
                  <a:lnTo>
                    <a:pt x="3064498" y="2278200"/>
                  </a:lnTo>
                  <a:lnTo>
                    <a:pt x="3063642" y="2278200"/>
                  </a:lnTo>
                  <a:lnTo>
                    <a:pt x="3062787" y="2278200"/>
                  </a:lnTo>
                  <a:lnTo>
                    <a:pt x="3061931" y="2278200"/>
                  </a:lnTo>
                  <a:lnTo>
                    <a:pt x="3061076" y="2278200"/>
                  </a:lnTo>
                  <a:lnTo>
                    <a:pt x="3060220" y="2278200"/>
                  </a:lnTo>
                  <a:lnTo>
                    <a:pt x="3059365" y="2278200"/>
                  </a:lnTo>
                  <a:lnTo>
                    <a:pt x="3058509" y="2278200"/>
                  </a:lnTo>
                  <a:lnTo>
                    <a:pt x="3057654" y="2278200"/>
                  </a:lnTo>
                  <a:lnTo>
                    <a:pt x="3056798" y="2278200"/>
                  </a:lnTo>
                  <a:lnTo>
                    <a:pt x="3055943" y="2278200"/>
                  </a:lnTo>
                  <a:lnTo>
                    <a:pt x="3055087" y="2278200"/>
                  </a:lnTo>
                  <a:lnTo>
                    <a:pt x="3054232" y="2278200"/>
                  </a:lnTo>
                  <a:lnTo>
                    <a:pt x="3053376" y="2278200"/>
                  </a:lnTo>
                  <a:lnTo>
                    <a:pt x="3052521" y="2278200"/>
                  </a:lnTo>
                  <a:lnTo>
                    <a:pt x="3051665" y="2278200"/>
                  </a:lnTo>
                  <a:lnTo>
                    <a:pt x="3050810" y="2278200"/>
                  </a:lnTo>
                  <a:lnTo>
                    <a:pt x="3049954" y="2278200"/>
                  </a:lnTo>
                  <a:lnTo>
                    <a:pt x="3049098" y="2278200"/>
                  </a:lnTo>
                  <a:lnTo>
                    <a:pt x="3048243" y="2278200"/>
                  </a:lnTo>
                  <a:lnTo>
                    <a:pt x="3047387" y="2278200"/>
                  </a:lnTo>
                  <a:lnTo>
                    <a:pt x="3046532" y="2278200"/>
                  </a:lnTo>
                  <a:lnTo>
                    <a:pt x="3045676" y="2278200"/>
                  </a:lnTo>
                  <a:lnTo>
                    <a:pt x="3044821" y="2278200"/>
                  </a:lnTo>
                  <a:lnTo>
                    <a:pt x="3043965" y="2278200"/>
                  </a:lnTo>
                  <a:lnTo>
                    <a:pt x="3043110" y="2278200"/>
                  </a:lnTo>
                  <a:lnTo>
                    <a:pt x="3042254" y="2278200"/>
                  </a:lnTo>
                  <a:lnTo>
                    <a:pt x="3041399" y="2278200"/>
                  </a:lnTo>
                  <a:lnTo>
                    <a:pt x="3040543" y="2278200"/>
                  </a:lnTo>
                  <a:lnTo>
                    <a:pt x="3039688" y="2278200"/>
                  </a:lnTo>
                  <a:lnTo>
                    <a:pt x="3038832" y="2278200"/>
                  </a:lnTo>
                  <a:lnTo>
                    <a:pt x="3037977" y="2278200"/>
                  </a:lnTo>
                  <a:lnTo>
                    <a:pt x="3037121" y="2278200"/>
                  </a:lnTo>
                  <a:lnTo>
                    <a:pt x="3036266" y="2278200"/>
                  </a:lnTo>
                  <a:lnTo>
                    <a:pt x="3035410" y="2278200"/>
                  </a:lnTo>
                  <a:lnTo>
                    <a:pt x="3034554" y="2278200"/>
                  </a:lnTo>
                  <a:lnTo>
                    <a:pt x="3033699" y="2278200"/>
                  </a:lnTo>
                  <a:lnTo>
                    <a:pt x="3032843" y="2278200"/>
                  </a:lnTo>
                  <a:lnTo>
                    <a:pt x="3031988" y="2278200"/>
                  </a:lnTo>
                  <a:lnTo>
                    <a:pt x="3031132" y="2278200"/>
                  </a:lnTo>
                  <a:lnTo>
                    <a:pt x="3030277" y="2278200"/>
                  </a:lnTo>
                  <a:lnTo>
                    <a:pt x="3029421" y="2278200"/>
                  </a:lnTo>
                  <a:lnTo>
                    <a:pt x="3028566" y="2278200"/>
                  </a:lnTo>
                  <a:lnTo>
                    <a:pt x="3027710" y="2278200"/>
                  </a:lnTo>
                  <a:lnTo>
                    <a:pt x="3026855" y="2278200"/>
                  </a:lnTo>
                  <a:lnTo>
                    <a:pt x="3025999" y="2278200"/>
                  </a:lnTo>
                  <a:lnTo>
                    <a:pt x="3025144" y="2278200"/>
                  </a:lnTo>
                  <a:lnTo>
                    <a:pt x="3024288" y="2278200"/>
                  </a:lnTo>
                  <a:lnTo>
                    <a:pt x="3023433" y="2278200"/>
                  </a:lnTo>
                  <a:lnTo>
                    <a:pt x="3022577" y="2278200"/>
                  </a:lnTo>
                  <a:lnTo>
                    <a:pt x="3021722" y="2278200"/>
                  </a:lnTo>
                  <a:lnTo>
                    <a:pt x="3020866" y="2278200"/>
                  </a:lnTo>
                  <a:lnTo>
                    <a:pt x="3020011" y="2278200"/>
                  </a:lnTo>
                  <a:lnTo>
                    <a:pt x="3019155" y="2278200"/>
                  </a:lnTo>
                  <a:lnTo>
                    <a:pt x="3018299" y="2278200"/>
                  </a:lnTo>
                  <a:lnTo>
                    <a:pt x="3017444" y="2278200"/>
                  </a:lnTo>
                  <a:lnTo>
                    <a:pt x="3016588" y="2278200"/>
                  </a:lnTo>
                  <a:lnTo>
                    <a:pt x="3015733" y="2278200"/>
                  </a:lnTo>
                  <a:lnTo>
                    <a:pt x="3014877" y="2278200"/>
                  </a:lnTo>
                  <a:lnTo>
                    <a:pt x="3014022" y="2278200"/>
                  </a:lnTo>
                  <a:lnTo>
                    <a:pt x="3013166" y="2278200"/>
                  </a:lnTo>
                  <a:lnTo>
                    <a:pt x="3012311" y="2278200"/>
                  </a:lnTo>
                  <a:lnTo>
                    <a:pt x="3011455" y="2278200"/>
                  </a:lnTo>
                  <a:lnTo>
                    <a:pt x="3010600" y="2278200"/>
                  </a:lnTo>
                  <a:lnTo>
                    <a:pt x="3009744" y="2278200"/>
                  </a:lnTo>
                  <a:lnTo>
                    <a:pt x="3008889" y="2278200"/>
                  </a:lnTo>
                  <a:lnTo>
                    <a:pt x="3008033" y="2278200"/>
                  </a:lnTo>
                  <a:lnTo>
                    <a:pt x="3007178" y="2278200"/>
                  </a:lnTo>
                  <a:lnTo>
                    <a:pt x="3006322" y="2278200"/>
                  </a:lnTo>
                  <a:lnTo>
                    <a:pt x="3005467" y="2278200"/>
                  </a:lnTo>
                  <a:lnTo>
                    <a:pt x="3004611" y="2278200"/>
                  </a:lnTo>
                  <a:lnTo>
                    <a:pt x="3003756" y="2278200"/>
                  </a:lnTo>
                  <a:lnTo>
                    <a:pt x="3002900" y="2278200"/>
                  </a:lnTo>
                  <a:lnTo>
                    <a:pt x="3002044" y="2278200"/>
                  </a:lnTo>
                  <a:lnTo>
                    <a:pt x="3001189" y="2278200"/>
                  </a:lnTo>
                  <a:lnTo>
                    <a:pt x="3000333" y="2278200"/>
                  </a:lnTo>
                  <a:lnTo>
                    <a:pt x="2999478" y="2278200"/>
                  </a:lnTo>
                  <a:lnTo>
                    <a:pt x="2998622" y="2278200"/>
                  </a:lnTo>
                  <a:lnTo>
                    <a:pt x="2997767" y="2278200"/>
                  </a:lnTo>
                  <a:lnTo>
                    <a:pt x="2996911" y="2278200"/>
                  </a:lnTo>
                  <a:lnTo>
                    <a:pt x="2996056" y="2278200"/>
                  </a:lnTo>
                  <a:lnTo>
                    <a:pt x="2995200" y="2278200"/>
                  </a:lnTo>
                  <a:lnTo>
                    <a:pt x="2994345" y="2278200"/>
                  </a:lnTo>
                  <a:lnTo>
                    <a:pt x="2993489" y="2278200"/>
                  </a:lnTo>
                  <a:lnTo>
                    <a:pt x="2992634" y="2278200"/>
                  </a:lnTo>
                  <a:lnTo>
                    <a:pt x="2991778" y="2278200"/>
                  </a:lnTo>
                  <a:lnTo>
                    <a:pt x="2990923" y="2278200"/>
                  </a:lnTo>
                  <a:lnTo>
                    <a:pt x="2990067" y="2278200"/>
                  </a:lnTo>
                  <a:lnTo>
                    <a:pt x="2989212" y="2278200"/>
                  </a:lnTo>
                  <a:lnTo>
                    <a:pt x="2988356" y="2278200"/>
                  </a:lnTo>
                  <a:lnTo>
                    <a:pt x="2987500" y="2278200"/>
                  </a:lnTo>
                  <a:lnTo>
                    <a:pt x="2986645" y="2278200"/>
                  </a:lnTo>
                  <a:lnTo>
                    <a:pt x="2985789" y="2278200"/>
                  </a:lnTo>
                  <a:lnTo>
                    <a:pt x="2984934" y="2278200"/>
                  </a:lnTo>
                  <a:lnTo>
                    <a:pt x="2984078" y="2278200"/>
                  </a:lnTo>
                  <a:lnTo>
                    <a:pt x="2983223" y="2278200"/>
                  </a:lnTo>
                  <a:lnTo>
                    <a:pt x="2982367" y="2278200"/>
                  </a:lnTo>
                  <a:lnTo>
                    <a:pt x="2981512" y="2278200"/>
                  </a:lnTo>
                  <a:lnTo>
                    <a:pt x="2980656" y="2278200"/>
                  </a:lnTo>
                  <a:lnTo>
                    <a:pt x="2979801" y="2278200"/>
                  </a:lnTo>
                  <a:lnTo>
                    <a:pt x="2978945" y="2278200"/>
                  </a:lnTo>
                  <a:lnTo>
                    <a:pt x="2978090" y="2278200"/>
                  </a:lnTo>
                  <a:lnTo>
                    <a:pt x="2977234" y="2278200"/>
                  </a:lnTo>
                  <a:lnTo>
                    <a:pt x="2976379" y="2278200"/>
                  </a:lnTo>
                  <a:lnTo>
                    <a:pt x="2975523" y="2278200"/>
                  </a:lnTo>
                  <a:lnTo>
                    <a:pt x="2974668" y="2278200"/>
                  </a:lnTo>
                  <a:lnTo>
                    <a:pt x="2973812" y="2278200"/>
                  </a:lnTo>
                  <a:lnTo>
                    <a:pt x="2972957" y="2278200"/>
                  </a:lnTo>
                  <a:lnTo>
                    <a:pt x="2972101" y="2278200"/>
                  </a:lnTo>
                  <a:lnTo>
                    <a:pt x="2971245" y="2278200"/>
                  </a:lnTo>
                  <a:lnTo>
                    <a:pt x="2970390" y="2278200"/>
                  </a:lnTo>
                  <a:lnTo>
                    <a:pt x="2969534" y="2278200"/>
                  </a:lnTo>
                  <a:lnTo>
                    <a:pt x="2968679" y="2278200"/>
                  </a:lnTo>
                  <a:lnTo>
                    <a:pt x="2967823" y="2278200"/>
                  </a:lnTo>
                  <a:lnTo>
                    <a:pt x="2966968" y="2278200"/>
                  </a:lnTo>
                  <a:lnTo>
                    <a:pt x="2966112" y="2278200"/>
                  </a:lnTo>
                  <a:lnTo>
                    <a:pt x="2965257" y="2278200"/>
                  </a:lnTo>
                  <a:lnTo>
                    <a:pt x="2964401" y="2278200"/>
                  </a:lnTo>
                  <a:lnTo>
                    <a:pt x="2963546" y="2278200"/>
                  </a:lnTo>
                  <a:lnTo>
                    <a:pt x="2962690" y="2278200"/>
                  </a:lnTo>
                  <a:lnTo>
                    <a:pt x="2961835" y="2278200"/>
                  </a:lnTo>
                  <a:lnTo>
                    <a:pt x="2960979" y="2278200"/>
                  </a:lnTo>
                  <a:lnTo>
                    <a:pt x="2960124" y="2278200"/>
                  </a:lnTo>
                  <a:lnTo>
                    <a:pt x="2959268" y="2278200"/>
                  </a:lnTo>
                  <a:lnTo>
                    <a:pt x="2958413" y="2278200"/>
                  </a:lnTo>
                  <a:lnTo>
                    <a:pt x="2957557" y="2278200"/>
                  </a:lnTo>
                  <a:lnTo>
                    <a:pt x="2956702" y="2278200"/>
                  </a:lnTo>
                  <a:lnTo>
                    <a:pt x="2955846" y="2278200"/>
                  </a:lnTo>
                  <a:lnTo>
                    <a:pt x="2954990" y="2278200"/>
                  </a:lnTo>
                  <a:lnTo>
                    <a:pt x="2954135" y="2278200"/>
                  </a:lnTo>
                  <a:lnTo>
                    <a:pt x="2953279" y="2278200"/>
                  </a:lnTo>
                  <a:lnTo>
                    <a:pt x="2952424" y="2278200"/>
                  </a:lnTo>
                  <a:lnTo>
                    <a:pt x="2951568" y="2278200"/>
                  </a:lnTo>
                  <a:lnTo>
                    <a:pt x="2950713" y="2278200"/>
                  </a:lnTo>
                  <a:lnTo>
                    <a:pt x="2949857" y="2278200"/>
                  </a:lnTo>
                  <a:lnTo>
                    <a:pt x="2949002" y="2278200"/>
                  </a:lnTo>
                  <a:lnTo>
                    <a:pt x="2948146" y="2278200"/>
                  </a:lnTo>
                  <a:lnTo>
                    <a:pt x="2947291" y="2278200"/>
                  </a:lnTo>
                  <a:lnTo>
                    <a:pt x="2946435" y="2278200"/>
                  </a:lnTo>
                  <a:lnTo>
                    <a:pt x="2945580" y="2278200"/>
                  </a:lnTo>
                  <a:lnTo>
                    <a:pt x="2944724" y="2278200"/>
                  </a:lnTo>
                  <a:lnTo>
                    <a:pt x="2943869" y="2278200"/>
                  </a:lnTo>
                  <a:lnTo>
                    <a:pt x="2943013" y="2278200"/>
                  </a:lnTo>
                  <a:lnTo>
                    <a:pt x="2942158" y="2278200"/>
                  </a:lnTo>
                  <a:lnTo>
                    <a:pt x="2941302" y="2278200"/>
                  </a:lnTo>
                  <a:lnTo>
                    <a:pt x="2940446" y="2278200"/>
                  </a:lnTo>
                  <a:lnTo>
                    <a:pt x="2939591" y="2278200"/>
                  </a:lnTo>
                  <a:lnTo>
                    <a:pt x="2938735" y="2278200"/>
                  </a:lnTo>
                  <a:lnTo>
                    <a:pt x="2937880" y="2278200"/>
                  </a:lnTo>
                  <a:lnTo>
                    <a:pt x="2937024" y="2278200"/>
                  </a:lnTo>
                  <a:lnTo>
                    <a:pt x="2936169" y="2278200"/>
                  </a:lnTo>
                  <a:lnTo>
                    <a:pt x="2935313" y="2278200"/>
                  </a:lnTo>
                  <a:lnTo>
                    <a:pt x="2934458" y="2278200"/>
                  </a:lnTo>
                  <a:lnTo>
                    <a:pt x="2933602" y="2278200"/>
                  </a:lnTo>
                  <a:lnTo>
                    <a:pt x="2932747" y="2278200"/>
                  </a:lnTo>
                  <a:lnTo>
                    <a:pt x="2931891" y="2278200"/>
                  </a:lnTo>
                  <a:lnTo>
                    <a:pt x="2931036" y="2278200"/>
                  </a:lnTo>
                  <a:lnTo>
                    <a:pt x="2930180" y="2278200"/>
                  </a:lnTo>
                  <a:lnTo>
                    <a:pt x="2929325" y="2278200"/>
                  </a:lnTo>
                  <a:lnTo>
                    <a:pt x="2928469" y="2278200"/>
                  </a:lnTo>
                  <a:lnTo>
                    <a:pt x="2927614" y="2278200"/>
                  </a:lnTo>
                  <a:lnTo>
                    <a:pt x="2926758" y="2278200"/>
                  </a:lnTo>
                  <a:lnTo>
                    <a:pt x="2925903" y="2278200"/>
                  </a:lnTo>
                  <a:lnTo>
                    <a:pt x="2925047" y="2278200"/>
                  </a:lnTo>
                  <a:lnTo>
                    <a:pt x="2924191" y="2278200"/>
                  </a:lnTo>
                  <a:lnTo>
                    <a:pt x="2923336" y="2278200"/>
                  </a:lnTo>
                  <a:lnTo>
                    <a:pt x="2922480" y="2278200"/>
                  </a:lnTo>
                  <a:lnTo>
                    <a:pt x="2921625" y="2278200"/>
                  </a:lnTo>
                  <a:lnTo>
                    <a:pt x="2920769" y="2278200"/>
                  </a:lnTo>
                  <a:lnTo>
                    <a:pt x="2919914" y="2278200"/>
                  </a:lnTo>
                  <a:lnTo>
                    <a:pt x="2919058" y="2278200"/>
                  </a:lnTo>
                  <a:lnTo>
                    <a:pt x="2918203" y="2278200"/>
                  </a:lnTo>
                  <a:lnTo>
                    <a:pt x="2917347" y="2278200"/>
                  </a:lnTo>
                  <a:lnTo>
                    <a:pt x="2916492" y="2278200"/>
                  </a:lnTo>
                  <a:lnTo>
                    <a:pt x="2915636" y="2278200"/>
                  </a:lnTo>
                  <a:lnTo>
                    <a:pt x="2914781" y="2278200"/>
                  </a:lnTo>
                  <a:lnTo>
                    <a:pt x="2913925" y="2278200"/>
                  </a:lnTo>
                  <a:lnTo>
                    <a:pt x="2913070" y="2278200"/>
                  </a:lnTo>
                  <a:lnTo>
                    <a:pt x="2912214" y="2278200"/>
                  </a:lnTo>
                  <a:lnTo>
                    <a:pt x="2911359" y="2278200"/>
                  </a:lnTo>
                  <a:lnTo>
                    <a:pt x="2910503" y="2278200"/>
                  </a:lnTo>
                  <a:lnTo>
                    <a:pt x="2909648" y="2278200"/>
                  </a:lnTo>
                  <a:lnTo>
                    <a:pt x="2908792" y="2278200"/>
                  </a:lnTo>
                  <a:lnTo>
                    <a:pt x="2907936" y="2278200"/>
                  </a:lnTo>
                  <a:lnTo>
                    <a:pt x="2907081" y="2278200"/>
                  </a:lnTo>
                  <a:lnTo>
                    <a:pt x="2906225" y="2278200"/>
                  </a:lnTo>
                  <a:lnTo>
                    <a:pt x="2905370" y="2278200"/>
                  </a:lnTo>
                  <a:lnTo>
                    <a:pt x="2904514" y="2278200"/>
                  </a:lnTo>
                  <a:lnTo>
                    <a:pt x="2903659" y="2278200"/>
                  </a:lnTo>
                  <a:lnTo>
                    <a:pt x="2902803" y="2278200"/>
                  </a:lnTo>
                  <a:lnTo>
                    <a:pt x="2901948" y="2278200"/>
                  </a:lnTo>
                  <a:lnTo>
                    <a:pt x="2901092" y="2278200"/>
                  </a:lnTo>
                  <a:lnTo>
                    <a:pt x="2900237" y="2278200"/>
                  </a:lnTo>
                  <a:lnTo>
                    <a:pt x="2899381" y="2278200"/>
                  </a:lnTo>
                  <a:lnTo>
                    <a:pt x="2898526" y="2278200"/>
                  </a:lnTo>
                  <a:lnTo>
                    <a:pt x="2897670" y="2278200"/>
                  </a:lnTo>
                  <a:lnTo>
                    <a:pt x="2896815" y="2278200"/>
                  </a:lnTo>
                  <a:lnTo>
                    <a:pt x="2895959" y="2278200"/>
                  </a:lnTo>
                  <a:lnTo>
                    <a:pt x="2895104" y="2278200"/>
                  </a:lnTo>
                  <a:lnTo>
                    <a:pt x="2894248" y="2278200"/>
                  </a:lnTo>
                  <a:lnTo>
                    <a:pt x="2893392" y="2278200"/>
                  </a:lnTo>
                  <a:lnTo>
                    <a:pt x="2892537" y="2278200"/>
                  </a:lnTo>
                  <a:lnTo>
                    <a:pt x="2891681" y="2278200"/>
                  </a:lnTo>
                  <a:lnTo>
                    <a:pt x="2890826" y="2278200"/>
                  </a:lnTo>
                  <a:lnTo>
                    <a:pt x="2889970" y="2278200"/>
                  </a:lnTo>
                  <a:lnTo>
                    <a:pt x="2889115" y="2278200"/>
                  </a:lnTo>
                  <a:lnTo>
                    <a:pt x="2888259" y="2278200"/>
                  </a:lnTo>
                  <a:lnTo>
                    <a:pt x="2887404" y="2278200"/>
                  </a:lnTo>
                  <a:lnTo>
                    <a:pt x="2886548" y="2278200"/>
                  </a:lnTo>
                  <a:lnTo>
                    <a:pt x="2885693" y="2278200"/>
                  </a:lnTo>
                  <a:lnTo>
                    <a:pt x="2884837" y="2278200"/>
                  </a:lnTo>
                  <a:lnTo>
                    <a:pt x="2883982" y="2278200"/>
                  </a:lnTo>
                  <a:lnTo>
                    <a:pt x="2883126" y="2278200"/>
                  </a:lnTo>
                  <a:lnTo>
                    <a:pt x="2882271" y="2278200"/>
                  </a:lnTo>
                  <a:lnTo>
                    <a:pt x="2881415" y="2278200"/>
                  </a:lnTo>
                  <a:lnTo>
                    <a:pt x="2880560" y="2278200"/>
                  </a:lnTo>
                  <a:lnTo>
                    <a:pt x="2879704" y="2278200"/>
                  </a:lnTo>
                  <a:lnTo>
                    <a:pt x="2878849" y="2278200"/>
                  </a:lnTo>
                  <a:lnTo>
                    <a:pt x="2877993" y="2278200"/>
                  </a:lnTo>
                  <a:lnTo>
                    <a:pt x="2877137" y="2278200"/>
                  </a:lnTo>
                  <a:lnTo>
                    <a:pt x="2876282" y="2278200"/>
                  </a:lnTo>
                  <a:lnTo>
                    <a:pt x="2875426" y="2278200"/>
                  </a:lnTo>
                  <a:lnTo>
                    <a:pt x="2874571" y="2278200"/>
                  </a:lnTo>
                  <a:lnTo>
                    <a:pt x="2873715" y="2278200"/>
                  </a:lnTo>
                  <a:lnTo>
                    <a:pt x="2872860" y="2278200"/>
                  </a:lnTo>
                  <a:lnTo>
                    <a:pt x="2872004" y="2278200"/>
                  </a:lnTo>
                  <a:lnTo>
                    <a:pt x="2871149" y="2278200"/>
                  </a:lnTo>
                  <a:lnTo>
                    <a:pt x="2870293" y="2278200"/>
                  </a:lnTo>
                  <a:lnTo>
                    <a:pt x="2869438" y="2278200"/>
                  </a:lnTo>
                  <a:lnTo>
                    <a:pt x="2868582" y="2278200"/>
                  </a:lnTo>
                  <a:lnTo>
                    <a:pt x="2867727" y="2278200"/>
                  </a:lnTo>
                  <a:lnTo>
                    <a:pt x="2866871" y="2278200"/>
                  </a:lnTo>
                  <a:lnTo>
                    <a:pt x="2866016" y="2278200"/>
                  </a:lnTo>
                  <a:lnTo>
                    <a:pt x="2865160" y="2278200"/>
                  </a:lnTo>
                  <a:lnTo>
                    <a:pt x="2864305" y="2278200"/>
                  </a:lnTo>
                  <a:lnTo>
                    <a:pt x="2863449" y="2278200"/>
                  </a:lnTo>
                  <a:lnTo>
                    <a:pt x="2862594" y="2278200"/>
                  </a:lnTo>
                  <a:lnTo>
                    <a:pt x="2861738" y="2278200"/>
                  </a:lnTo>
                  <a:lnTo>
                    <a:pt x="2860882" y="2278200"/>
                  </a:lnTo>
                  <a:lnTo>
                    <a:pt x="2860027" y="2278200"/>
                  </a:lnTo>
                  <a:lnTo>
                    <a:pt x="2859171" y="2278200"/>
                  </a:lnTo>
                  <a:lnTo>
                    <a:pt x="2858316" y="2278200"/>
                  </a:lnTo>
                  <a:lnTo>
                    <a:pt x="2857460" y="2278200"/>
                  </a:lnTo>
                  <a:lnTo>
                    <a:pt x="2856605" y="2278200"/>
                  </a:lnTo>
                  <a:lnTo>
                    <a:pt x="2855749" y="2278200"/>
                  </a:lnTo>
                  <a:lnTo>
                    <a:pt x="2854894" y="2278200"/>
                  </a:lnTo>
                  <a:lnTo>
                    <a:pt x="2854038" y="2278200"/>
                  </a:lnTo>
                  <a:lnTo>
                    <a:pt x="2853183" y="2278200"/>
                  </a:lnTo>
                  <a:lnTo>
                    <a:pt x="2852327" y="2278200"/>
                  </a:lnTo>
                  <a:lnTo>
                    <a:pt x="2851472" y="2278200"/>
                  </a:lnTo>
                  <a:lnTo>
                    <a:pt x="2850616" y="2278200"/>
                  </a:lnTo>
                  <a:lnTo>
                    <a:pt x="2849761" y="2278200"/>
                  </a:lnTo>
                  <a:lnTo>
                    <a:pt x="2848905" y="2278200"/>
                  </a:lnTo>
                  <a:lnTo>
                    <a:pt x="2848050" y="2278200"/>
                  </a:lnTo>
                  <a:lnTo>
                    <a:pt x="2847194" y="2278200"/>
                  </a:lnTo>
                  <a:lnTo>
                    <a:pt x="2846339" y="2278200"/>
                  </a:lnTo>
                  <a:lnTo>
                    <a:pt x="2845483" y="2278200"/>
                  </a:lnTo>
                  <a:lnTo>
                    <a:pt x="2844627" y="2278200"/>
                  </a:lnTo>
                  <a:lnTo>
                    <a:pt x="2843772" y="2278200"/>
                  </a:lnTo>
                  <a:lnTo>
                    <a:pt x="2842916" y="2278200"/>
                  </a:lnTo>
                  <a:lnTo>
                    <a:pt x="2842061" y="2278200"/>
                  </a:lnTo>
                  <a:lnTo>
                    <a:pt x="2841205" y="2278200"/>
                  </a:lnTo>
                  <a:lnTo>
                    <a:pt x="2840350" y="2278200"/>
                  </a:lnTo>
                  <a:lnTo>
                    <a:pt x="2839494" y="2278200"/>
                  </a:lnTo>
                  <a:lnTo>
                    <a:pt x="2838639" y="2278200"/>
                  </a:lnTo>
                  <a:lnTo>
                    <a:pt x="2837783" y="2278200"/>
                  </a:lnTo>
                  <a:lnTo>
                    <a:pt x="2836928" y="2278200"/>
                  </a:lnTo>
                  <a:lnTo>
                    <a:pt x="2836072" y="2278200"/>
                  </a:lnTo>
                  <a:lnTo>
                    <a:pt x="2835217" y="2278200"/>
                  </a:lnTo>
                  <a:lnTo>
                    <a:pt x="2834361" y="2278200"/>
                  </a:lnTo>
                  <a:lnTo>
                    <a:pt x="2833506" y="2278200"/>
                  </a:lnTo>
                  <a:lnTo>
                    <a:pt x="2832650" y="2278200"/>
                  </a:lnTo>
                  <a:lnTo>
                    <a:pt x="2831795" y="2278200"/>
                  </a:lnTo>
                  <a:lnTo>
                    <a:pt x="2830939" y="2278200"/>
                  </a:lnTo>
                  <a:lnTo>
                    <a:pt x="2830083" y="2278200"/>
                  </a:lnTo>
                  <a:lnTo>
                    <a:pt x="2829228" y="2278200"/>
                  </a:lnTo>
                  <a:lnTo>
                    <a:pt x="2828372" y="2278200"/>
                  </a:lnTo>
                  <a:lnTo>
                    <a:pt x="2827517" y="2278200"/>
                  </a:lnTo>
                  <a:lnTo>
                    <a:pt x="2826661" y="2278200"/>
                  </a:lnTo>
                  <a:lnTo>
                    <a:pt x="2825806" y="2278200"/>
                  </a:lnTo>
                  <a:lnTo>
                    <a:pt x="2824950" y="2278200"/>
                  </a:lnTo>
                  <a:lnTo>
                    <a:pt x="2824095" y="2278200"/>
                  </a:lnTo>
                  <a:lnTo>
                    <a:pt x="2823239" y="2278200"/>
                  </a:lnTo>
                  <a:lnTo>
                    <a:pt x="2822384" y="2278200"/>
                  </a:lnTo>
                  <a:lnTo>
                    <a:pt x="2821528" y="2278200"/>
                  </a:lnTo>
                  <a:lnTo>
                    <a:pt x="2820673" y="2278200"/>
                  </a:lnTo>
                  <a:lnTo>
                    <a:pt x="2819817" y="2278200"/>
                  </a:lnTo>
                  <a:lnTo>
                    <a:pt x="2818962" y="2278200"/>
                  </a:lnTo>
                  <a:lnTo>
                    <a:pt x="2818106" y="2278200"/>
                  </a:lnTo>
                  <a:lnTo>
                    <a:pt x="2817251" y="2278200"/>
                  </a:lnTo>
                  <a:lnTo>
                    <a:pt x="2816395" y="2278200"/>
                  </a:lnTo>
                  <a:lnTo>
                    <a:pt x="2815540" y="2278200"/>
                  </a:lnTo>
                  <a:lnTo>
                    <a:pt x="2814684" y="2278200"/>
                  </a:lnTo>
                  <a:lnTo>
                    <a:pt x="2813828" y="2278200"/>
                  </a:lnTo>
                  <a:lnTo>
                    <a:pt x="2812973" y="2278200"/>
                  </a:lnTo>
                  <a:lnTo>
                    <a:pt x="2812117" y="2278200"/>
                  </a:lnTo>
                  <a:lnTo>
                    <a:pt x="2811262" y="2278200"/>
                  </a:lnTo>
                  <a:lnTo>
                    <a:pt x="2810406" y="2278200"/>
                  </a:lnTo>
                  <a:lnTo>
                    <a:pt x="2809551" y="2278200"/>
                  </a:lnTo>
                  <a:lnTo>
                    <a:pt x="2808695" y="2278200"/>
                  </a:lnTo>
                  <a:lnTo>
                    <a:pt x="2807840" y="2278200"/>
                  </a:lnTo>
                  <a:lnTo>
                    <a:pt x="2806984" y="2278200"/>
                  </a:lnTo>
                  <a:lnTo>
                    <a:pt x="2806129" y="2278200"/>
                  </a:lnTo>
                  <a:lnTo>
                    <a:pt x="2805273" y="2278200"/>
                  </a:lnTo>
                  <a:lnTo>
                    <a:pt x="2804418" y="2278200"/>
                  </a:lnTo>
                  <a:lnTo>
                    <a:pt x="2803562" y="2278200"/>
                  </a:lnTo>
                  <a:lnTo>
                    <a:pt x="2802707" y="2278200"/>
                  </a:lnTo>
                  <a:lnTo>
                    <a:pt x="2801851" y="2278200"/>
                  </a:lnTo>
                  <a:lnTo>
                    <a:pt x="2800996" y="2278200"/>
                  </a:lnTo>
                  <a:lnTo>
                    <a:pt x="2800140" y="2278200"/>
                  </a:lnTo>
                  <a:lnTo>
                    <a:pt x="2799285" y="2278200"/>
                  </a:lnTo>
                  <a:lnTo>
                    <a:pt x="2798429" y="2278200"/>
                  </a:lnTo>
                  <a:lnTo>
                    <a:pt x="2797573" y="2278200"/>
                  </a:lnTo>
                  <a:lnTo>
                    <a:pt x="2796718" y="2278200"/>
                  </a:lnTo>
                  <a:lnTo>
                    <a:pt x="2795862" y="2278200"/>
                  </a:lnTo>
                  <a:lnTo>
                    <a:pt x="2795007" y="2278200"/>
                  </a:lnTo>
                  <a:lnTo>
                    <a:pt x="2794151" y="2278200"/>
                  </a:lnTo>
                  <a:lnTo>
                    <a:pt x="2793296" y="2278200"/>
                  </a:lnTo>
                  <a:lnTo>
                    <a:pt x="2792440" y="2278200"/>
                  </a:lnTo>
                  <a:lnTo>
                    <a:pt x="2791585" y="2278200"/>
                  </a:lnTo>
                  <a:lnTo>
                    <a:pt x="2790729" y="2278200"/>
                  </a:lnTo>
                  <a:lnTo>
                    <a:pt x="2789874" y="2278200"/>
                  </a:lnTo>
                  <a:lnTo>
                    <a:pt x="2789018" y="2278200"/>
                  </a:lnTo>
                  <a:lnTo>
                    <a:pt x="2788163" y="2278200"/>
                  </a:lnTo>
                  <a:lnTo>
                    <a:pt x="2787307" y="2278200"/>
                  </a:lnTo>
                  <a:lnTo>
                    <a:pt x="2786452" y="2278200"/>
                  </a:lnTo>
                  <a:lnTo>
                    <a:pt x="2785596" y="2278200"/>
                  </a:lnTo>
                  <a:lnTo>
                    <a:pt x="2784741" y="2278200"/>
                  </a:lnTo>
                  <a:lnTo>
                    <a:pt x="2783885" y="2278200"/>
                  </a:lnTo>
                  <a:lnTo>
                    <a:pt x="2783029" y="2278200"/>
                  </a:lnTo>
                  <a:lnTo>
                    <a:pt x="2782174" y="2278200"/>
                  </a:lnTo>
                  <a:lnTo>
                    <a:pt x="2781318" y="2278200"/>
                  </a:lnTo>
                  <a:lnTo>
                    <a:pt x="2780463" y="2278200"/>
                  </a:lnTo>
                  <a:lnTo>
                    <a:pt x="2779607" y="2278200"/>
                  </a:lnTo>
                  <a:lnTo>
                    <a:pt x="2778752" y="2278200"/>
                  </a:lnTo>
                  <a:lnTo>
                    <a:pt x="2777896" y="2278200"/>
                  </a:lnTo>
                  <a:lnTo>
                    <a:pt x="2777041" y="2278200"/>
                  </a:lnTo>
                  <a:lnTo>
                    <a:pt x="2776185" y="2278200"/>
                  </a:lnTo>
                  <a:lnTo>
                    <a:pt x="2775330" y="2278200"/>
                  </a:lnTo>
                  <a:lnTo>
                    <a:pt x="2774474" y="2278200"/>
                  </a:lnTo>
                  <a:lnTo>
                    <a:pt x="2773619" y="2278200"/>
                  </a:lnTo>
                  <a:lnTo>
                    <a:pt x="2772763" y="2278200"/>
                  </a:lnTo>
                  <a:lnTo>
                    <a:pt x="2771908" y="2278200"/>
                  </a:lnTo>
                  <a:lnTo>
                    <a:pt x="2771052" y="2278200"/>
                  </a:lnTo>
                  <a:lnTo>
                    <a:pt x="2770197" y="2278200"/>
                  </a:lnTo>
                  <a:lnTo>
                    <a:pt x="2769341" y="2278200"/>
                  </a:lnTo>
                  <a:lnTo>
                    <a:pt x="2768486" y="2278200"/>
                  </a:lnTo>
                  <a:lnTo>
                    <a:pt x="2767630" y="2278200"/>
                  </a:lnTo>
                  <a:lnTo>
                    <a:pt x="2766774" y="2278200"/>
                  </a:lnTo>
                  <a:lnTo>
                    <a:pt x="2765919" y="2278200"/>
                  </a:lnTo>
                  <a:lnTo>
                    <a:pt x="2765063" y="2278200"/>
                  </a:lnTo>
                  <a:lnTo>
                    <a:pt x="2764208" y="2278200"/>
                  </a:lnTo>
                  <a:lnTo>
                    <a:pt x="2763352" y="2278200"/>
                  </a:lnTo>
                  <a:lnTo>
                    <a:pt x="2762497" y="2278200"/>
                  </a:lnTo>
                  <a:lnTo>
                    <a:pt x="2761641" y="2278200"/>
                  </a:lnTo>
                  <a:lnTo>
                    <a:pt x="2760786" y="2278200"/>
                  </a:lnTo>
                  <a:lnTo>
                    <a:pt x="2759930" y="2278200"/>
                  </a:lnTo>
                  <a:lnTo>
                    <a:pt x="2759075" y="2278200"/>
                  </a:lnTo>
                  <a:lnTo>
                    <a:pt x="2758219" y="2278200"/>
                  </a:lnTo>
                  <a:lnTo>
                    <a:pt x="2757364" y="2278200"/>
                  </a:lnTo>
                  <a:lnTo>
                    <a:pt x="2756508" y="2278200"/>
                  </a:lnTo>
                  <a:lnTo>
                    <a:pt x="2755653" y="2278200"/>
                  </a:lnTo>
                  <a:lnTo>
                    <a:pt x="2754797" y="2278200"/>
                  </a:lnTo>
                  <a:lnTo>
                    <a:pt x="2753942" y="2278200"/>
                  </a:lnTo>
                  <a:lnTo>
                    <a:pt x="2753086" y="2278200"/>
                  </a:lnTo>
                  <a:lnTo>
                    <a:pt x="2752231" y="2278200"/>
                  </a:lnTo>
                  <a:lnTo>
                    <a:pt x="2751375" y="2278200"/>
                  </a:lnTo>
                  <a:lnTo>
                    <a:pt x="2750519" y="2278200"/>
                  </a:lnTo>
                  <a:lnTo>
                    <a:pt x="2749664" y="2278200"/>
                  </a:lnTo>
                  <a:lnTo>
                    <a:pt x="2748808" y="2278200"/>
                  </a:lnTo>
                  <a:lnTo>
                    <a:pt x="2747953" y="2278200"/>
                  </a:lnTo>
                  <a:lnTo>
                    <a:pt x="2747097" y="2278200"/>
                  </a:lnTo>
                  <a:lnTo>
                    <a:pt x="2746242" y="2278200"/>
                  </a:lnTo>
                  <a:lnTo>
                    <a:pt x="2745386" y="2278200"/>
                  </a:lnTo>
                  <a:lnTo>
                    <a:pt x="2744531" y="2278200"/>
                  </a:lnTo>
                  <a:lnTo>
                    <a:pt x="2743675" y="2278200"/>
                  </a:lnTo>
                  <a:lnTo>
                    <a:pt x="2742820" y="2278200"/>
                  </a:lnTo>
                  <a:lnTo>
                    <a:pt x="2741964" y="2278200"/>
                  </a:lnTo>
                  <a:lnTo>
                    <a:pt x="2741109" y="2278200"/>
                  </a:lnTo>
                  <a:lnTo>
                    <a:pt x="2740253" y="2278200"/>
                  </a:lnTo>
                  <a:lnTo>
                    <a:pt x="2739398" y="2278200"/>
                  </a:lnTo>
                  <a:lnTo>
                    <a:pt x="2738542" y="2278200"/>
                  </a:lnTo>
                  <a:lnTo>
                    <a:pt x="2737687" y="2278200"/>
                  </a:lnTo>
                  <a:lnTo>
                    <a:pt x="2736831" y="2278200"/>
                  </a:lnTo>
                  <a:lnTo>
                    <a:pt x="2735975" y="2278200"/>
                  </a:lnTo>
                  <a:lnTo>
                    <a:pt x="2735120" y="2278200"/>
                  </a:lnTo>
                  <a:lnTo>
                    <a:pt x="2734264" y="2278200"/>
                  </a:lnTo>
                  <a:lnTo>
                    <a:pt x="2733409" y="2278200"/>
                  </a:lnTo>
                  <a:lnTo>
                    <a:pt x="2732553" y="2278200"/>
                  </a:lnTo>
                  <a:lnTo>
                    <a:pt x="2731698" y="2278200"/>
                  </a:lnTo>
                  <a:lnTo>
                    <a:pt x="2730842" y="2278200"/>
                  </a:lnTo>
                  <a:lnTo>
                    <a:pt x="2729987" y="2278200"/>
                  </a:lnTo>
                  <a:lnTo>
                    <a:pt x="2729131" y="2278200"/>
                  </a:lnTo>
                  <a:lnTo>
                    <a:pt x="2728276" y="2278200"/>
                  </a:lnTo>
                  <a:lnTo>
                    <a:pt x="2727420" y="2278200"/>
                  </a:lnTo>
                  <a:lnTo>
                    <a:pt x="2726565" y="2278200"/>
                  </a:lnTo>
                  <a:lnTo>
                    <a:pt x="2725709" y="2278200"/>
                  </a:lnTo>
                  <a:lnTo>
                    <a:pt x="2724854" y="2278200"/>
                  </a:lnTo>
                  <a:lnTo>
                    <a:pt x="2723998" y="2278200"/>
                  </a:lnTo>
                  <a:lnTo>
                    <a:pt x="2723143" y="2278200"/>
                  </a:lnTo>
                  <a:lnTo>
                    <a:pt x="2722287" y="2278200"/>
                  </a:lnTo>
                  <a:lnTo>
                    <a:pt x="2721432" y="2278200"/>
                  </a:lnTo>
                  <a:lnTo>
                    <a:pt x="2720576" y="2278200"/>
                  </a:lnTo>
                  <a:lnTo>
                    <a:pt x="2719720" y="2278200"/>
                  </a:lnTo>
                  <a:lnTo>
                    <a:pt x="2718865" y="2278200"/>
                  </a:lnTo>
                  <a:lnTo>
                    <a:pt x="2718009" y="2278200"/>
                  </a:lnTo>
                  <a:lnTo>
                    <a:pt x="2717154" y="2278200"/>
                  </a:lnTo>
                  <a:lnTo>
                    <a:pt x="2716298" y="2278200"/>
                  </a:lnTo>
                  <a:lnTo>
                    <a:pt x="2715443" y="2278200"/>
                  </a:lnTo>
                  <a:lnTo>
                    <a:pt x="2714587" y="2278200"/>
                  </a:lnTo>
                  <a:lnTo>
                    <a:pt x="2713732" y="2278200"/>
                  </a:lnTo>
                  <a:lnTo>
                    <a:pt x="2712876" y="2278200"/>
                  </a:lnTo>
                  <a:lnTo>
                    <a:pt x="2712021" y="2278200"/>
                  </a:lnTo>
                  <a:lnTo>
                    <a:pt x="2711165" y="2278200"/>
                  </a:lnTo>
                  <a:lnTo>
                    <a:pt x="2710310" y="2278200"/>
                  </a:lnTo>
                  <a:lnTo>
                    <a:pt x="2709454" y="2278200"/>
                  </a:lnTo>
                  <a:lnTo>
                    <a:pt x="2708599" y="2278200"/>
                  </a:lnTo>
                  <a:lnTo>
                    <a:pt x="2707743" y="2278200"/>
                  </a:lnTo>
                  <a:lnTo>
                    <a:pt x="2706888" y="2278200"/>
                  </a:lnTo>
                  <a:lnTo>
                    <a:pt x="2706032" y="2278200"/>
                  </a:lnTo>
                  <a:lnTo>
                    <a:pt x="2705177" y="2278200"/>
                  </a:lnTo>
                  <a:lnTo>
                    <a:pt x="2704321" y="2278200"/>
                  </a:lnTo>
                  <a:lnTo>
                    <a:pt x="2703465" y="2278200"/>
                  </a:lnTo>
                  <a:lnTo>
                    <a:pt x="2702610" y="2278200"/>
                  </a:lnTo>
                  <a:lnTo>
                    <a:pt x="2701754" y="2278200"/>
                  </a:lnTo>
                  <a:lnTo>
                    <a:pt x="2700899" y="2278200"/>
                  </a:lnTo>
                  <a:lnTo>
                    <a:pt x="2700043" y="2278200"/>
                  </a:lnTo>
                  <a:lnTo>
                    <a:pt x="2699188" y="2278200"/>
                  </a:lnTo>
                  <a:lnTo>
                    <a:pt x="2698332" y="2278200"/>
                  </a:lnTo>
                  <a:lnTo>
                    <a:pt x="2697477" y="2278200"/>
                  </a:lnTo>
                  <a:lnTo>
                    <a:pt x="2696621" y="2278200"/>
                  </a:lnTo>
                  <a:lnTo>
                    <a:pt x="2695766" y="2278200"/>
                  </a:lnTo>
                  <a:lnTo>
                    <a:pt x="2694910" y="2278200"/>
                  </a:lnTo>
                  <a:lnTo>
                    <a:pt x="2694055" y="2278200"/>
                  </a:lnTo>
                  <a:lnTo>
                    <a:pt x="2693199" y="2278200"/>
                  </a:lnTo>
                  <a:lnTo>
                    <a:pt x="2692344" y="2278200"/>
                  </a:lnTo>
                  <a:lnTo>
                    <a:pt x="2691488" y="2278200"/>
                  </a:lnTo>
                  <a:lnTo>
                    <a:pt x="2690633" y="2278200"/>
                  </a:lnTo>
                  <a:lnTo>
                    <a:pt x="2689777" y="2278200"/>
                  </a:lnTo>
                  <a:lnTo>
                    <a:pt x="2688921" y="2278200"/>
                  </a:lnTo>
                  <a:lnTo>
                    <a:pt x="2688066" y="2278200"/>
                  </a:lnTo>
                  <a:lnTo>
                    <a:pt x="2687210" y="2278200"/>
                  </a:lnTo>
                  <a:lnTo>
                    <a:pt x="2686355" y="2278200"/>
                  </a:lnTo>
                  <a:lnTo>
                    <a:pt x="2685499" y="2278200"/>
                  </a:lnTo>
                  <a:lnTo>
                    <a:pt x="2684644" y="2278200"/>
                  </a:lnTo>
                  <a:lnTo>
                    <a:pt x="2683788" y="2278200"/>
                  </a:lnTo>
                  <a:lnTo>
                    <a:pt x="2682933" y="2278200"/>
                  </a:lnTo>
                  <a:lnTo>
                    <a:pt x="2682077" y="2278200"/>
                  </a:lnTo>
                  <a:lnTo>
                    <a:pt x="2681222" y="2278200"/>
                  </a:lnTo>
                  <a:lnTo>
                    <a:pt x="2680366" y="2278200"/>
                  </a:lnTo>
                  <a:lnTo>
                    <a:pt x="2679511" y="2278200"/>
                  </a:lnTo>
                  <a:lnTo>
                    <a:pt x="2678655" y="2278200"/>
                  </a:lnTo>
                  <a:lnTo>
                    <a:pt x="2677800" y="2278200"/>
                  </a:lnTo>
                  <a:lnTo>
                    <a:pt x="2676944" y="2278200"/>
                  </a:lnTo>
                  <a:lnTo>
                    <a:pt x="2676089" y="2278200"/>
                  </a:lnTo>
                  <a:lnTo>
                    <a:pt x="2675233" y="2278200"/>
                  </a:lnTo>
                  <a:lnTo>
                    <a:pt x="2674378" y="2278200"/>
                  </a:lnTo>
                  <a:lnTo>
                    <a:pt x="2673522" y="2278200"/>
                  </a:lnTo>
                  <a:lnTo>
                    <a:pt x="2672666" y="2278200"/>
                  </a:lnTo>
                  <a:lnTo>
                    <a:pt x="2671811" y="2278200"/>
                  </a:lnTo>
                  <a:lnTo>
                    <a:pt x="2670955" y="2278200"/>
                  </a:lnTo>
                  <a:lnTo>
                    <a:pt x="2670100" y="2278200"/>
                  </a:lnTo>
                  <a:lnTo>
                    <a:pt x="2669244" y="2278200"/>
                  </a:lnTo>
                  <a:lnTo>
                    <a:pt x="2668389" y="2278200"/>
                  </a:lnTo>
                  <a:lnTo>
                    <a:pt x="2667533" y="2278200"/>
                  </a:lnTo>
                  <a:lnTo>
                    <a:pt x="2666678" y="2278200"/>
                  </a:lnTo>
                  <a:lnTo>
                    <a:pt x="2665822" y="2278200"/>
                  </a:lnTo>
                  <a:lnTo>
                    <a:pt x="2664967" y="2278200"/>
                  </a:lnTo>
                  <a:lnTo>
                    <a:pt x="2664111" y="2278200"/>
                  </a:lnTo>
                  <a:lnTo>
                    <a:pt x="2663256" y="2278200"/>
                  </a:lnTo>
                  <a:lnTo>
                    <a:pt x="2662400" y="2278200"/>
                  </a:lnTo>
                  <a:lnTo>
                    <a:pt x="2661545" y="2278200"/>
                  </a:lnTo>
                  <a:lnTo>
                    <a:pt x="2660689" y="2278200"/>
                  </a:lnTo>
                  <a:lnTo>
                    <a:pt x="2659834" y="2278200"/>
                  </a:lnTo>
                  <a:lnTo>
                    <a:pt x="2658978" y="2278200"/>
                  </a:lnTo>
                  <a:lnTo>
                    <a:pt x="2658123" y="2278200"/>
                  </a:lnTo>
                  <a:lnTo>
                    <a:pt x="2657267" y="2278200"/>
                  </a:lnTo>
                  <a:lnTo>
                    <a:pt x="2656411" y="2278200"/>
                  </a:lnTo>
                  <a:lnTo>
                    <a:pt x="2655556" y="2278200"/>
                  </a:lnTo>
                  <a:lnTo>
                    <a:pt x="2654700" y="2278200"/>
                  </a:lnTo>
                  <a:lnTo>
                    <a:pt x="2653845" y="2278200"/>
                  </a:lnTo>
                  <a:lnTo>
                    <a:pt x="2652989" y="2278200"/>
                  </a:lnTo>
                  <a:lnTo>
                    <a:pt x="2652134" y="2278200"/>
                  </a:lnTo>
                  <a:lnTo>
                    <a:pt x="2651278" y="2278200"/>
                  </a:lnTo>
                  <a:lnTo>
                    <a:pt x="2650423" y="2278200"/>
                  </a:lnTo>
                  <a:lnTo>
                    <a:pt x="2649567" y="2278200"/>
                  </a:lnTo>
                  <a:lnTo>
                    <a:pt x="2648712" y="2278200"/>
                  </a:lnTo>
                  <a:lnTo>
                    <a:pt x="2647856" y="2278200"/>
                  </a:lnTo>
                  <a:lnTo>
                    <a:pt x="2647001" y="2278200"/>
                  </a:lnTo>
                  <a:lnTo>
                    <a:pt x="2646145" y="2278200"/>
                  </a:lnTo>
                  <a:lnTo>
                    <a:pt x="2645290" y="2278200"/>
                  </a:lnTo>
                  <a:lnTo>
                    <a:pt x="2644434" y="2278200"/>
                  </a:lnTo>
                  <a:lnTo>
                    <a:pt x="2643579" y="2278200"/>
                  </a:lnTo>
                  <a:lnTo>
                    <a:pt x="2642723" y="2278200"/>
                  </a:lnTo>
                  <a:lnTo>
                    <a:pt x="2641868" y="2278200"/>
                  </a:lnTo>
                  <a:lnTo>
                    <a:pt x="2641012" y="2278200"/>
                  </a:lnTo>
                  <a:lnTo>
                    <a:pt x="2640156" y="2278200"/>
                  </a:lnTo>
                  <a:lnTo>
                    <a:pt x="2639301" y="2278200"/>
                  </a:lnTo>
                  <a:lnTo>
                    <a:pt x="2638445" y="2278200"/>
                  </a:lnTo>
                  <a:lnTo>
                    <a:pt x="2637590" y="2278200"/>
                  </a:lnTo>
                  <a:lnTo>
                    <a:pt x="2636734" y="2278200"/>
                  </a:lnTo>
                  <a:lnTo>
                    <a:pt x="2635879" y="2278200"/>
                  </a:lnTo>
                  <a:lnTo>
                    <a:pt x="2635023" y="2278200"/>
                  </a:lnTo>
                  <a:lnTo>
                    <a:pt x="2634168" y="2278200"/>
                  </a:lnTo>
                  <a:lnTo>
                    <a:pt x="2633312" y="2278200"/>
                  </a:lnTo>
                  <a:lnTo>
                    <a:pt x="2632457" y="2278200"/>
                  </a:lnTo>
                  <a:lnTo>
                    <a:pt x="2631601" y="2278200"/>
                  </a:lnTo>
                  <a:lnTo>
                    <a:pt x="2630746" y="2278200"/>
                  </a:lnTo>
                  <a:lnTo>
                    <a:pt x="2629890" y="2278200"/>
                  </a:lnTo>
                  <a:lnTo>
                    <a:pt x="2629035" y="2278200"/>
                  </a:lnTo>
                  <a:lnTo>
                    <a:pt x="2628179" y="2278200"/>
                  </a:lnTo>
                  <a:lnTo>
                    <a:pt x="2627324" y="2278200"/>
                  </a:lnTo>
                  <a:lnTo>
                    <a:pt x="2626468" y="2278200"/>
                  </a:lnTo>
                  <a:lnTo>
                    <a:pt x="2625612" y="2278200"/>
                  </a:lnTo>
                  <a:lnTo>
                    <a:pt x="2624757" y="2278200"/>
                  </a:lnTo>
                  <a:lnTo>
                    <a:pt x="2623901" y="2278200"/>
                  </a:lnTo>
                  <a:lnTo>
                    <a:pt x="2623046" y="2278200"/>
                  </a:lnTo>
                  <a:lnTo>
                    <a:pt x="2622190" y="2278200"/>
                  </a:lnTo>
                  <a:lnTo>
                    <a:pt x="2621335" y="2278200"/>
                  </a:lnTo>
                  <a:lnTo>
                    <a:pt x="2620479" y="2278200"/>
                  </a:lnTo>
                  <a:lnTo>
                    <a:pt x="2619624" y="2278200"/>
                  </a:lnTo>
                  <a:lnTo>
                    <a:pt x="2618768" y="2278200"/>
                  </a:lnTo>
                  <a:lnTo>
                    <a:pt x="2617913" y="2278200"/>
                  </a:lnTo>
                  <a:lnTo>
                    <a:pt x="2617057" y="2278200"/>
                  </a:lnTo>
                  <a:lnTo>
                    <a:pt x="2616202" y="2278200"/>
                  </a:lnTo>
                  <a:lnTo>
                    <a:pt x="2615346" y="2278200"/>
                  </a:lnTo>
                  <a:lnTo>
                    <a:pt x="2614491" y="2278200"/>
                  </a:lnTo>
                  <a:lnTo>
                    <a:pt x="2613635" y="2278200"/>
                  </a:lnTo>
                  <a:lnTo>
                    <a:pt x="2612780" y="2278200"/>
                  </a:lnTo>
                  <a:lnTo>
                    <a:pt x="2611924" y="2278200"/>
                  </a:lnTo>
                  <a:lnTo>
                    <a:pt x="2611069" y="2278200"/>
                  </a:lnTo>
                  <a:lnTo>
                    <a:pt x="2610213" y="2278200"/>
                  </a:lnTo>
                  <a:lnTo>
                    <a:pt x="2609357" y="2278200"/>
                  </a:lnTo>
                  <a:lnTo>
                    <a:pt x="2608502" y="2278200"/>
                  </a:lnTo>
                  <a:lnTo>
                    <a:pt x="2607646" y="2278200"/>
                  </a:lnTo>
                  <a:lnTo>
                    <a:pt x="2606791" y="2278200"/>
                  </a:lnTo>
                  <a:lnTo>
                    <a:pt x="2605935" y="2278200"/>
                  </a:lnTo>
                  <a:lnTo>
                    <a:pt x="2605080" y="2278200"/>
                  </a:lnTo>
                  <a:lnTo>
                    <a:pt x="2604224" y="2278200"/>
                  </a:lnTo>
                  <a:lnTo>
                    <a:pt x="2603369" y="2278200"/>
                  </a:lnTo>
                  <a:lnTo>
                    <a:pt x="2602513" y="2278200"/>
                  </a:lnTo>
                  <a:lnTo>
                    <a:pt x="2601658" y="2278200"/>
                  </a:lnTo>
                  <a:lnTo>
                    <a:pt x="2600802" y="2278200"/>
                  </a:lnTo>
                  <a:lnTo>
                    <a:pt x="2599947" y="2278200"/>
                  </a:lnTo>
                  <a:lnTo>
                    <a:pt x="2599091" y="2278200"/>
                  </a:lnTo>
                  <a:lnTo>
                    <a:pt x="2598236" y="2278200"/>
                  </a:lnTo>
                  <a:lnTo>
                    <a:pt x="2597380" y="2278200"/>
                  </a:lnTo>
                  <a:lnTo>
                    <a:pt x="2596525" y="2278200"/>
                  </a:lnTo>
                  <a:lnTo>
                    <a:pt x="2595669" y="2278200"/>
                  </a:lnTo>
                  <a:lnTo>
                    <a:pt x="2594814" y="2278200"/>
                  </a:lnTo>
                  <a:lnTo>
                    <a:pt x="2593958" y="2278200"/>
                  </a:lnTo>
                  <a:lnTo>
                    <a:pt x="2593102" y="2278200"/>
                  </a:lnTo>
                  <a:lnTo>
                    <a:pt x="2592247" y="2278200"/>
                  </a:lnTo>
                  <a:lnTo>
                    <a:pt x="2591391" y="2278200"/>
                  </a:lnTo>
                  <a:lnTo>
                    <a:pt x="2590536" y="2278200"/>
                  </a:lnTo>
                  <a:lnTo>
                    <a:pt x="2589680" y="2278200"/>
                  </a:lnTo>
                  <a:lnTo>
                    <a:pt x="2588825" y="2278200"/>
                  </a:lnTo>
                  <a:lnTo>
                    <a:pt x="2587969" y="2278200"/>
                  </a:lnTo>
                  <a:lnTo>
                    <a:pt x="2587114" y="2278200"/>
                  </a:lnTo>
                  <a:lnTo>
                    <a:pt x="2586258" y="2278200"/>
                  </a:lnTo>
                  <a:lnTo>
                    <a:pt x="2585403" y="2278200"/>
                  </a:lnTo>
                  <a:lnTo>
                    <a:pt x="2584547" y="2278200"/>
                  </a:lnTo>
                  <a:lnTo>
                    <a:pt x="2583692" y="2278200"/>
                  </a:lnTo>
                  <a:lnTo>
                    <a:pt x="2582836" y="2278200"/>
                  </a:lnTo>
                  <a:lnTo>
                    <a:pt x="2581981" y="2278200"/>
                  </a:lnTo>
                  <a:lnTo>
                    <a:pt x="2581125" y="2278200"/>
                  </a:lnTo>
                  <a:lnTo>
                    <a:pt x="2580270" y="2278200"/>
                  </a:lnTo>
                  <a:lnTo>
                    <a:pt x="2579414" y="2278200"/>
                  </a:lnTo>
                  <a:lnTo>
                    <a:pt x="2578558" y="2278200"/>
                  </a:lnTo>
                  <a:lnTo>
                    <a:pt x="2577703" y="2278200"/>
                  </a:lnTo>
                  <a:lnTo>
                    <a:pt x="2576847" y="2278200"/>
                  </a:lnTo>
                  <a:lnTo>
                    <a:pt x="2575992" y="2278200"/>
                  </a:lnTo>
                  <a:lnTo>
                    <a:pt x="2575136" y="2278200"/>
                  </a:lnTo>
                  <a:lnTo>
                    <a:pt x="2574281" y="2278200"/>
                  </a:lnTo>
                  <a:lnTo>
                    <a:pt x="2573425" y="2278200"/>
                  </a:lnTo>
                  <a:lnTo>
                    <a:pt x="2572570" y="2278200"/>
                  </a:lnTo>
                  <a:lnTo>
                    <a:pt x="2571714" y="2278200"/>
                  </a:lnTo>
                  <a:lnTo>
                    <a:pt x="2570859" y="2278200"/>
                  </a:lnTo>
                  <a:lnTo>
                    <a:pt x="2570003" y="2278200"/>
                  </a:lnTo>
                  <a:lnTo>
                    <a:pt x="2569148" y="2278200"/>
                  </a:lnTo>
                  <a:lnTo>
                    <a:pt x="2568292" y="2278200"/>
                  </a:lnTo>
                  <a:lnTo>
                    <a:pt x="2567437" y="2278200"/>
                  </a:lnTo>
                  <a:lnTo>
                    <a:pt x="2566581" y="2278200"/>
                  </a:lnTo>
                  <a:lnTo>
                    <a:pt x="2565726" y="2278200"/>
                  </a:lnTo>
                  <a:lnTo>
                    <a:pt x="2564870" y="2278200"/>
                  </a:lnTo>
                  <a:lnTo>
                    <a:pt x="2564015" y="2278200"/>
                  </a:lnTo>
                  <a:lnTo>
                    <a:pt x="2563159" y="2278200"/>
                  </a:lnTo>
                  <a:lnTo>
                    <a:pt x="2562303" y="2278200"/>
                  </a:lnTo>
                  <a:lnTo>
                    <a:pt x="2561448" y="2278200"/>
                  </a:lnTo>
                  <a:lnTo>
                    <a:pt x="2560592" y="2278200"/>
                  </a:lnTo>
                  <a:lnTo>
                    <a:pt x="2559737" y="2278200"/>
                  </a:lnTo>
                  <a:lnTo>
                    <a:pt x="2558881" y="2278200"/>
                  </a:lnTo>
                  <a:lnTo>
                    <a:pt x="2558026" y="2278200"/>
                  </a:lnTo>
                  <a:lnTo>
                    <a:pt x="2557170" y="2278200"/>
                  </a:lnTo>
                  <a:lnTo>
                    <a:pt x="2556315" y="2278200"/>
                  </a:lnTo>
                  <a:lnTo>
                    <a:pt x="2555459" y="2278200"/>
                  </a:lnTo>
                  <a:lnTo>
                    <a:pt x="2554604" y="2278200"/>
                  </a:lnTo>
                  <a:lnTo>
                    <a:pt x="2553748" y="2278200"/>
                  </a:lnTo>
                  <a:lnTo>
                    <a:pt x="2552893" y="2278200"/>
                  </a:lnTo>
                  <a:lnTo>
                    <a:pt x="2552037" y="2278200"/>
                  </a:lnTo>
                  <a:lnTo>
                    <a:pt x="2551182" y="2278200"/>
                  </a:lnTo>
                  <a:lnTo>
                    <a:pt x="2550326" y="2278200"/>
                  </a:lnTo>
                  <a:lnTo>
                    <a:pt x="2549471" y="2278200"/>
                  </a:lnTo>
                  <a:lnTo>
                    <a:pt x="2548615" y="2278200"/>
                  </a:lnTo>
                  <a:lnTo>
                    <a:pt x="2547760" y="2278200"/>
                  </a:lnTo>
                  <a:lnTo>
                    <a:pt x="2546904" y="2278200"/>
                  </a:lnTo>
                  <a:lnTo>
                    <a:pt x="2546048" y="2278200"/>
                  </a:lnTo>
                  <a:lnTo>
                    <a:pt x="2545193" y="2278200"/>
                  </a:lnTo>
                  <a:lnTo>
                    <a:pt x="2544337" y="2278200"/>
                  </a:lnTo>
                  <a:lnTo>
                    <a:pt x="2543482" y="2278200"/>
                  </a:lnTo>
                  <a:lnTo>
                    <a:pt x="2542626" y="2278200"/>
                  </a:lnTo>
                  <a:lnTo>
                    <a:pt x="2541771" y="2278200"/>
                  </a:lnTo>
                  <a:lnTo>
                    <a:pt x="2540915" y="2278200"/>
                  </a:lnTo>
                  <a:lnTo>
                    <a:pt x="2540060" y="2278200"/>
                  </a:lnTo>
                  <a:lnTo>
                    <a:pt x="2539204" y="2278200"/>
                  </a:lnTo>
                  <a:lnTo>
                    <a:pt x="2538349" y="2278200"/>
                  </a:lnTo>
                  <a:lnTo>
                    <a:pt x="2537493" y="2278200"/>
                  </a:lnTo>
                  <a:lnTo>
                    <a:pt x="2536638" y="2278200"/>
                  </a:lnTo>
                  <a:lnTo>
                    <a:pt x="2535782" y="2278200"/>
                  </a:lnTo>
                  <a:lnTo>
                    <a:pt x="2534927" y="2278200"/>
                  </a:lnTo>
                  <a:lnTo>
                    <a:pt x="2534071" y="2278200"/>
                  </a:lnTo>
                  <a:lnTo>
                    <a:pt x="2533216" y="2278200"/>
                  </a:lnTo>
                  <a:lnTo>
                    <a:pt x="2532360" y="2278200"/>
                  </a:lnTo>
                  <a:lnTo>
                    <a:pt x="2531504" y="2278200"/>
                  </a:lnTo>
                  <a:lnTo>
                    <a:pt x="2530649" y="2278200"/>
                  </a:lnTo>
                  <a:lnTo>
                    <a:pt x="2529793" y="2278200"/>
                  </a:lnTo>
                  <a:lnTo>
                    <a:pt x="2528938" y="2278200"/>
                  </a:lnTo>
                  <a:lnTo>
                    <a:pt x="2528082" y="2278200"/>
                  </a:lnTo>
                  <a:lnTo>
                    <a:pt x="2527227" y="2278200"/>
                  </a:lnTo>
                  <a:lnTo>
                    <a:pt x="2526371" y="2278200"/>
                  </a:lnTo>
                  <a:lnTo>
                    <a:pt x="2525516" y="2278200"/>
                  </a:lnTo>
                  <a:lnTo>
                    <a:pt x="2524660" y="2278200"/>
                  </a:lnTo>
                  <a:lnTo>
                    <a:pt x="2523805" y="2278200"/>
                  </a:lnTo>
                  <a:lnTo>
                    <a:pt x="2522949" y="2278200"/>
                  </a:lnTo>
                  <a:lnTo>
                    <a:pt x="2522094" y="2278200"/>
                  </a:lnTo>
                  <a:lnTo>
                    <a:pt x="2521238" y="2278200"/>
                  </a:lnTo>
                  <a:lnTo>
                    <a:pt x="2520383" y="2278200"/>
                  </a:lnTo>
                  <a:lnTo>
                    <a:pt x="2519527" y="2278200"/>
                  </a:lnTo>
                  <a:lnTo>
                    <a:pt x="2518672" y="2278200"/>
                  </a:lnTo>
                  <a:lnTo>
                    <a:pt x="2517816" y="2278200"/>
                  </a:lnTo>
                  <a:lnTo>
                    <a:pt x="2516961" y="2278200"/>
                  </a:lnTo>
                  <a:lnTo>
                    <a:pt x="2516105" y="2278200"/>
                  </a:lnTo>
                  <a:lnTo>
                    <a:pt x="2515249" y="2278200"/>
                  </a:lnTo>
                  <a:lnTo>
                    <a:pt x="2514394" y="2278200"/>
                  </a:lnTo>
                  <a:lnTo>
                    <a:pt x="2513538" y="2278200"/>
                  </a:lnTo>
                  <a:lnTo>
                    <a:pt x="2512683" y="2278200"/>
                  </a:lnTo>
                  <a:lnTo>
                    <a:pt x="2511827" y="2278200"/>
                  </a:lnTo>
                  <a:lnTo>
                    <a:pt x="2510972" y="2278200"/>
                  </a:lnTo>
                  <a:lnTo>
                    <a:pt x="2510116" y="2278200"/>
                  </a:lnTo>
                  <a:lnTo>
                    <a:pt x="2509261" y="2278200"/>
                  </a:lnTo>
                  <a:lnTo>
                    <a:pt x="2508405" y="2278200"/>
                  </a:lnTo>
                  <a:lnTo>
                    <a:pt x="2507550" y="2278200"/>
                  </a:lnTo>
                  <a:lnTo>
                    <a:pt x="2506694" y="2278200"/>
                  </a:lnTo>
                  <a:lnTo>
                    <a:pt x="2505839" y="2278200"/>
                  </a:lnTo>
                  <a:lnTo>
                    <a:pt x="2504983" y="2278200"/>
                  </a:lnTo>
                  <a:lnTo>
                    <a:pt x="2504128" y="2278200"/>
                  </a:lnTo>
                  <a:lnTo>
                    <a:pt x="2503272" y="2278200"/>
                  </a:lnTo>
                  <a:lnTo>
                    <a:pt x="2502417" y="2278200"/>
                  </a:lnTo>
                  <a:lnTo>
                    <a:pt x="2501561" y="2278200"/>
                  </a:lnTo>
                  <a:lnTo>
                    <a:pt x="2500706" y="2278200"/>
                  </a:lnTo>
                  <a:lnTo>
                    <a:pt x="2499850" y="2278200"/>
                  </a:lnTo>
                  <a:lnTo>
                    <a:pt x="2498994" y="2278200"/>
                  </a:lnTo>
                  <a:lnTo>
                    <a:pt x="2498139" y="2278200"/>
                  </a:lnTo>
                  <a:lnTo>
                    <a:pt x="2497283" y="2278200"/>
                  </a:lnTo>
                  <a:lnTo>
                    <a:pt x="2496428" y="2278200"/>
                  </a:lnTo>
                  <a:lnTo>
                    <a:pt x="2495572" y="2278200"/>
                  </a:lnTo>
                  <a:lnTo>
                    <a:pt x="2494717" y="2278200"/>
                  </a:lnTo>
                  <a:lnTo>
                    <a:pt x="2493861" y="2278200"/>
                  </a:lnTo>
                  <a:lnTo>
                    <a:pt x="2493006" y="2278200"/>
                  </a:lnTo>
                  <a:lnTo>
                    <a:pt x="2492150" y="2278200"/>
                  </a:lnTo>
                  <a:lnTo>
                    <a:pt x="2491295" y="2278200"/>
                  </a:lnTo>
                  <a:lnTo>
                    <a:pt x="2490439" y="2278200"/>
                  </a:lnTo>
                  <a:lnTo>
                    <a:pt x="2489584" y="2278200"/>
                  </a:lnTo>
                  <a:lnTo>
                    <a:pt x="2488728" y="2278200"/>
                  </a:lnTo>
                  <a:lnTo>
                    <a:pt x="2487873" y="2278200"/>
                  </a:lnTo>
                  <a:lnTo>
                    <a:pt x="2487017" y="2278200"/>
                  </a:lnTo>
                  <a:lnTo>
                    <a:pt x="2486162" y="2278200"/>
                  </a:lnTo>
                  <a:lnTo>
                    <a:pt x="2485306" y="2278200"/>
                  </a:lnTo>
                  <a:lnTo>
                    <a:pt x="2484450" y="2278200"/>
                  </a:lnTo>
                  <a:lnTo>
                    <a:pt x="2483595" y="2278200"/>
                  </a:lnTo>
                  <a:lnTo>
                    <a:pt x="2482739" y="2278200"/>
                  </a:lnTo>
                  <a:lnTo>
                    <a:pt x="2481884" y="2278200"/>
                  </a:lnTo>
                  <a:lnTo>
                    <a:pt x="2481028" y="2278200"/>
                  </a:lnTo>
                  <a:lnTo>
                    <a:pt x="2480173" y="2278200"/>
                  </a:lnTo>
                  <a:lnTo>
                    <a:pt x="2479317" y="2278200"/>
                  </a:lnTo>
                  <a:lnTo>
                    <a:pt x="2478462" y="2278200"/>
                  </a:lnTo>
                  <a:lnTo>
                    <a:pt x="2477606" y="2278200"/>
                  </a:lnTo>
                  <a:lnTo>
                    <a:pt x="2476751" y="2278200"/>
                  </a:lnTo>
                  <a:lnTo>
                    <a:pt x="2475895" y="2278200"/>
                  </a:lnTo>
                  <a:lnTo>
                    <a:pt x="2475040" y="2278200"/>
                  </a:lnTo>
                  <a:lnTo>
                    <a:pt x="2474184" y="2278200"/>
                  </a:lnTo>
                  <a:lnTo>
                    <a:pt x="2473329" y="2278200"/>
                  </a:lnTo>
                  <a:lnTo>
                    <a:pt x="2472473" y="2278200"/>
                  </a:lnTo>
                  <a:lnTo>
                    <a:pt x="2471618" y="2278200"/>
                  </a:lnTo>
                  <a:lnTo>
                    <a:pt x="2470762" y="2278200"/>
                  </a:lnTo>
                  <a:lnTo>
                    <a:pt x="2469907" y="2278200"/>
                  </a:lnTo>
                  <a:lnTo>
                    <a:pt x="2469051" y="2278200"/>
                  </a:lnTo>
                  <a:lnTo>
                    <a:pt x="2468195" y="2278200"/>
                  </a:lnTo>
                  <a:lnTo>
                    <a:pt x="2467340" y="2278200"/>
                  </a:lnTo>
                  <a:lnTo>
                    <a:pt x="2466484" y="2278200"/>
                  </a:lnTo>
                  <a:lnTo>
                    <a:pt x="2465629" y="2278200"/>
                  </a:lnTo>
                  <a:lnTo>
                    <a:pt x="2464773" y="2278200"/>
                  </a:lnTo>
                  <a:lnTo>
                    <a:pt x="2463918" y="2278200"/>
                  </a:lnTo>
                  <a:lnTo>
                    <a:pt x="2463062" y="2278200"/>
                  </a:lnTo>
                  <a:lnTo>
                    <a:pt x="2462207" y="2278200"/>
                  </a:lnTo>
                  <a:lnTo>
                    <a:pt x="2461351" y="2278200"/>
                  </a:lnTo>
                  <a:lnTo>
                    <a:pt x="2460496" y="2278200"/>
                  </a:lnTo>
                  <a:lnTo>
                    <a:pt x="2459640" y="2278200"/>
                  </a:lnTo>
                  <a:lnTo>
                    <a:pt x="2458785" y="2278200"/>
                  </a:lnTo>
                  <a:lnTo>
                    <a:pt x="2457929" y="2278200"/>
                  </a:lnTo>
                  <a:lnTo>
                    <a:pt x="2457074" y="2278200"/>
                  </a:lnTo>
                  <a:lnTo>
                    <a:pt x="2456218" y="2278200"/>
                  </a:lnTo>
                  <a:lnTo>
                    <a:pt x="2455363" y="2278200"/>
                  </a:lnTo>
                  <a:lnTo>
                    <a:pt x="2454507" y="2278200"/>
                  </a:lnTo>
                  <a:lnTo>
                    <a:pt x="2453652" y="2278200"/>
                  </a:lnTo>
                  <a:lnTo>
                    <a:pt x="2452796" y="2278200"/>
                  </a:lnTo>
                  <a:lnTo>
                    <a:pt x="2451940" y="2278200"/>
                  </a:lnTo>
                  <a:lnTo>
                    <a:pt x="2451085" y="2278200"/>
                  </a:lnTo>
                  <a:lnTo>
                    <a:pt x="2450229" y="2278200"/>
                  </a:lnTo>
                  <a:lnTo>
                    <a:pt x="2449374" y="2278200"/>
                  </a:lnTo>
                  <a:lnTo>
                    <a:pt x="2448518" y="2278200"/>
                  </a:lnTo>
                  <a:lnTo>
                    <a:pt x="2447663" y="2278200"/>
                  </a:lnTo>
                  <a:lnTo>
                    <a:pt x="2446807" y="2278200"/>
                  </a:lnTo>
                  <a:lnTo>
                    <a:pt x="2445952" y="2278200"/>
                  </a:lnTo>
                  <a:lnTo>
                    <a:pt x="2445096" y="2278200"/>
                  </a:lnTo>
                  <a:lnTo>
                    <a:pt x="2444241" y="2278200"/>
                  </a:lnTo>
                  <a:lnTo>
                    <a:pt x="2443385" y="2278200"/>
                  </a:lnTo>
                  <a:lnTo>
                    <a:pt x="2442530" y="2278200"/>
                  </a:lnTo>
                  <a:lnTo>
                    <a:pt x="2441674" y="2278200"/>
                  </a:lnTo>
                  <a:lnTo>
                    <a:pt x="2440819" y="2278200"/>
                  </a:lnTo>
                  <a:lnTo>
                    <a:pt x="2439963" y="2278200"/>
                  </a:lnTo>
                  <a:lnTo>
                    <a:pt x="2439108" y="2278200"/>
                  </a:lnTo>
                  <a:lnTo>
                    <a:pt x="2438252" y="2278200"/>
                  </a:lnTo>
                  <a:lnTo>
                    <a:pt x="2437396" y="2278200"/>
                  </a:lnTo>
                  <a:lnTo>
                    <a:pt x="2436541" y="2278200"/>
                  </a:lnTo>
                  <a:lnTo>
                    <a:pt x="2435685" y="2278200"/>
                  </a:lnTo>
                  <a:lnTo>
                    <a:pt x="2434830" y="2278200"/>
                  </a:lnTo>
                  <a:lnTo>
                    <a:pt x="2433974" y="2278200"/>
                  </a:lnTo>
                  <a:lnTo>
                    <a:pt x="2433119" y="2278200"/>
                  </a:lnTo>
                  <a:lnTo>
                    <a:pt x="2432263" y="2278200"/>
                  </a:lnTo>
                  <a:lnTo>
                    <a:pt x="2431408" y="2278200"/>
                  </a:lnTo>
                  <a:lnTo>
                    <a:pt x="2430552" y="2278200"/>
                  </a:lnTo>
                  <a:lnTo>
                    <a:pt x="2429697" y="2278200"/>
                  </a:lnTo>
                  <a:lnTo>
                    <a:pt x="2428841" y="2278200"/>
                  </a:lnTo>
                  <a:lnTo>
                    <a:pt x="2427986" y="2278200"/>
                  </a:lnTo>
                  <a:lnTo>
                    <a:pt x="2427130" y="2278200"/>
                  </a:lnTo>
                  <a:lnTo>
                    <a:pt x="2426275" y="2278200"/>
                  </a:lnTo>
                  <a:lnTo>
                    <a:pt x="2425419" y="2278200"/>
                  </a:lnTo>
                  <a:lnTo>
                    <a:pt x="2424564" y="2278200"/>
                  </a:lnTo>
                  <a:lnTo>
                    <a:pt x="2423708" y="2278200"/>
                  </a:lnTo>
                  <a:lnTo>
                    <a:pt x="2422853" y="2278200"/>
                  </a:lnTo>
                  <a:lnTo>
                    <a:pt x="2421997" y="2278200"/>
                  </a:lnTo>
                  <a:lnTo>
                    <a:pt x="2421141" y="2278200"/>
                  </a:lnTo>
                  <a:lnTo>
                    <a:pt x="2420286" y="2278200"/>
                  </a:lnTo>
                  <a:lnTo>
                    <a:pt x="2419430" y="2278200"/>
                  </a:lnTo>
                  <a:lnTo>
                    <a:pt x="2418575" y="2278200"/>
                  </a:lnTo>
                  <a:lnTo>
                    <a:pt x="2417719" y="2278200"/>
                  </a:lnTo>
                  <a:lnTo>
                    <a:pt x="2416864" y="2278200"/>
                  </a:lnTo>
                  <a:lnTo>
                    <a:pt x="2416008" y="2278200"/>
                  </a:lnTo>
                  <a:lnTo>
                    <a:pt x="2415153" y="2278200"/>
                  </a:lnTo>
                  <a:lnTo>
                    <a:pt x="2414297" y="2278200"/>
                  </a:lnTo>
                  <a:lnTo>
                    <a:pt x="2413442" y="2278200"/>
                  </a:lnTo>
                  <a:lnTo>
                    <a:pt x="2412586" y="2278200"/>
                  </a:lnTo>
                  <a:lnTo>
                    <a:pt x="2411731" y="2278200"/>
                  </a:lnTo>
                  <a:lnTo>
                    <a:pt x="2410875" y="2278200"/>
                  </a:lnTo>
                  <a:lnTo>
                    <a:pt x="2410020" y="2278200"/>
                  </a:lnTo>
                  <a:lnTo>
                    <a:pt x="2409164" y="2278200"/>
                  </a:lnTo>
                  <a:lnTo>
                    <a:pt x="2408309" y="2278200"/>
                  </a:lnTo>
                  <a:lnTo>
                    <a:pt x="2407453" y="2278200"/>
                  </a:lnTo>
                  <a:lnTo>
                    <a:pt x="2406598" y="2278200"/>
                  </a:lnTo>
                  <a:lnTo>
                    <a:pt x="2405742" y="2278200"/>
                  </a:lnTo>
                  <a:lnTo>
                    <a:pt x="2404886" y="2278200"/>
                  </a:lnTo>
                  <a:lnTo>
                    <a:pt x="2404031" y="2278200"/>
                  </a:lnTo>
                  <a:lnTo>
                    <a:pt x="2403175" y="2278200"/>
                  </a:lnTo>
                  <a:lnTo>
                    <a:pt x="2402320" y="2278200"/>
                  </a:lnTo>
                  <a:lnTo>
                    <a:pt x="2401464" y="2278200"/>
                  </a:lnTo>
                  <a:lnTo>
                    <a:pt x="2400609" y="2278200"/>
                  </a:lnTo>
                  <a:lnTo>
                    <a:pt x="2399753" y="2278200"/>
                  </a:lnTo>
                  <a:lnTo>
                    <a:pt x="2398898" y="2278200"/>
                  </a:lnTo>
                  <a:lnTo>
                    <a:pt x="2398042" y="2278200"/>
                  </a:lnTo>
                  <a:lnTo>
                    <a:pt x="2397187" y="2278200"/>
                  </a:lnTo>
                  <a:lnTo>
                    <a:pt x="2396331" y="2278200"/>
                  </a:lnTo>
                  <a:lnTo>
                    <a:pt x="2395476" y="2278200"/>
                  </a:lnTo>
                  <a:lnTo>
                    <a:pt x="2394620" y="2278200"/>
                  </a:lnTo>
                  <a:lnTo>
                    <a:pt x="2393765" y="2278200"/>
                  </a:lnTo>
                  <a:lnTo>
                    <a:pt x="2392909" y="2278200"/>
                  </a:lnTo>
                  <a:lnTo>
                    <a:pt x="2392054" y="2278200"/>
                  </a:lnTo>
                  <a:lnTo>
                    <a:pt x="2391198" y="2278200"/>
                  </a:lnTo>
                  <a:lnTo>
                    <a:pt x="2390343" y="2278200"/>
                  </a:lnTo>
                  <a:lnTo>
                    <a:pt x="2389487" y="2278200"/>
                  </a:lnTo>
                  <a:lnTo>
                    <a:pt x="2388631" y="2278200"/>
                  </a:lnTo>
                  <a:lnTo>
                    <a:pt x="2387776" y="2278200"/>
                  </a:lnTo>
                  <a:lnTo>
                    <a:pt x="2386920" y="2278200"/>
                  </a:lnTo>
                  <a:lnTo>
                    <a:pt x="2386065" y="2278200"/>
                  </a:lnTo>
                  <a:lnTo>
                    <a:pt x="2385209" y="2278200"/>
                  </a:lnTo>
                  <a:lnTo>
                    <a:pt x="2384354" y="2278200"/>
                  </a:lnTo>
                  <a:lnTo>
                    <a:pt x="2383498" y="2278200"/>
                  </a:lnTo>
                  <a:lnTo>
                    <a:pt x="2382643" y="2278200"/>
                  </a:lnTo>
                  <a:lnTo>
                    <a:pt x="2381787" y="2278200"/>
                  </a:lnTo>
                  <a:lnTo>
                    <a:pt x="2380932" y="2278200"/>
                  </a:lnTo>
                  <a:lnTo>
                    <a:pt x="2380076" y="2278200"/>
                  </a:lnTo>
                  <a:lnTo>
                    <a:pt x="2379221" y="2278200"/>
                  </a:lnTo>
                  <a:lnTo>
                    <a:pt x="2378365" y="2278200"/>
                  </a:lnTo>
                  <a:lnTo>
                    <a:pt x="2377510" y="2278200"/>
                  </a:lnTo>
                  <a:lnTo>
                    <a:pt x="2376654" y="2278200"/>
                  </a:lnTo>
                  <a:lnTo>
                    <a:pt x="2375799" y="2278200"/>
                  </a:lnTo>
                  <a:lnTo>
                    <a:pt x="2374943" y="2278200"/>
                  </a:lnTo>
                  <a:lnTo>
                    <a:pt x="2374087" y="2278200"/>
                  </a:lnTo>
                  <a:lnTo>
                    <a:pt x="2373232" y="2278200"/>
                  </a:lnTo>
                  <a:lnTo>
                    <a:pt x="2372376" y="2278200"/>
                  </a:lnTo>
                  <a:lnTo>
                    <a:pt x="2371521" y="2278200"/>
                  </a:lnTo>
                  <a:lnTo>
                    <a:pt x="2370665" y="2278200"/>
                  </a:lnTo>
                  <a:lnTo>
                    <a:pt x="2369810" y="2278200"/>
                  </a:lnTo>
                  <a:lnTo>
                    <a:pt x="2368954" y="2278200"/>
                  </a:lnTo>
                  <a:lnTo>
                    <a:pt x="2368099" y="2278200"/>
                  </a:lnTo>
                  <a:lnTo>
                    <a:pt x="2367243" y="2278200"/>
                  </a:lnTo>
                  <a:lnTo>
                    <a:pt x="2366388" y="2278200"/>
                  </a:lnTo>
                  <a:lnTo>
                    <a:pt x="2365532" y="2278200"/>
                  </a:lnTo>
                  <a:lnTo>
                    <a:pt x="2364677" y="2278200"/>
                  </a:lnTo>
                  <a:lnTo>
                    <a:pt x="2363821" y="2278200"/>
                  </a:lnTo>
                  <a:lnTo>
                    <a:pt x="2362966" y="2278200"/>
                  </a:lnTo>
                  <a:lnTo>
                    <a:pt x="2362110" y="2278200"/>
                  </a:lnTo>
                  <a:lnTo>
                    <a:pt x="2361255" y="2278200"/>
                  </a:lnTo>
                  <a:lnTo>
                    <a:pt x="2360399" y="2278200"/>
                  </a:lnTo>
                  <a:lnTo>
                    <a:pt x="2359544" y="2278200"/>
                  </a:lnTo>
                  <a:lnTo>
                    <a:pt x="2358688" y="2278200"/>
                  </a:lnTo>
                  <a:lnTo>
                    <a:pt x="2357832" y="2278200"/>
                  </a:lnTo>
                  <a:lnTo>
                    <a:pt x="2356977" y="2278200"/>
                  </a:lnTo>
                  <a:lnTo>
                    <a:pt x="2356121" y="2278200"/>
                  </a:lnTo>
                  <a:lnTo>
                    <a:pt x="2355266" y="2278200"/>
                  </a:lnTo>
                  <a:lnTo>
                    <a:pt x="2354410" y="2278200"/>
                  </a:lnTo>
                  <a:lnTo>
                    <a:pt x="2353555" y="2278200"/>
                  </a:lnTo>
                  <a:lnTo>
                    <a:pt x="2352699" y="2278200"/>
                  </a:lnTo>
                  <a:lnTo>
                    <a:pt x="2351844" y="2278200"/>
                  </a:lnTo>
                  <a:lnTo>
                    <a:pt x="2350988" y="2278200"/>
                  </a:lnTo>
                  <a:lnTo>
                    <a:pt x="2350133" y="2278200"/>
                  </a:lnTo>
                  <a:lnTo>
                    <a:pt x="2349277" y="2278200"/>
                  </a:lnTo>
                  <a:lnTo>
                    <a:pt x="2348422" y="2278200"/>
                  </a:lnTo>
                  <a:lnTo>
                    <a:pt x="2347566" y="2278200"/>
                  </a:lnTo>
                  <a:lnTo>
                    <a:pt x="2346711" y="2278200"/>
                  </a:lnTo>
                  <a:lnTo>
                    <a:pt x="2345855" y="2278200"/>
                  </a:lnTo>
                  <a:lnTo>
                    <a:pt x="2345000" y="2278200"/>
                  </a:lnTo>
                  <a:lnTo>
                    <a:pt x="2344144" y="2278200"/>
                  </a:lnTo>
                  <a:lnTo>
                    <a:pt x="2343289" y="2278200"/>
                  </a:lnTo>
                  <a:lnTo>
                    <a:pt x="2342433" y="2278200"/>
                  </a:lnTo>
                  <a:lnTo>
                    <a:pt x="2341577" y="2278200"/>
                  </a:lnTo>
                  <a:lnTo>
                    <a:pt x="2340722" y="2278200"/>
                  </a:lnTo>
                  <a:lnTo>
                    <a:pt x="2339866" y="2278200"/>
                  </a:lnTo>
                  <a:lnTo>
                    <a:pt x="2339011" y="2278200"/>
                  </a:lnTo>
                  <a:lnTo>
                    <a:pt x="2338155" y="2278200"/>
                  </a:lnTo>
                  <a:lnTo>
                    <a:pt x="2337300" y="2278200"/>
                  </a:lnTo>
                  <a:lnTo>
                    <a:pt x="2336444" y="2278200"/>
                  </a:lnTo>
                  <a:lnTo>
                    <a:pt x="2335589" y="2278200"/>
                  </a:lnTo>
                  <a:lnTo>
                    <a:pt x="2334733" y="2278200"/>
                  </a:lnTo>
                  <a:lnTo>
                    <a:pt x="2333878" y="2278200"/>
                  </a:lnTo>
                  <a:lnTo>
                    <a:pt x="2333022" y="2278200"/>
                  </a:lnTo>
                  <a:lnTo>
                    <a:pt x="2332167" y="2278200"/>
                  </a:lnTo>
                  <a:lnTo>
                    <a:pt x="2331311" y="2278200"/>
                  </a:lnTo>
                  <a:lnTo>
                    <a:pt x="2330456" y="2278200"/>
                  </a:lnTo>
                  <a:lnTo>
                    <a:pt x="2329600" y="2278200"/>
                  </a:lnTo>
                  <a:lnTo>
                    <a:pt x="2328745" y="2278200"/>
                  </a:lnTo>
                  <a:lnTo>
                    <a:pt x="2327889" y="2278200"/>
                  </a:lnTo>
                  <a:lnTo>
                    <a:pt x="2327033" y="2278200"/>
                  </a:lnTo>
                  <a:lnTo>
                    <a:pt x="2326178" y="2278200"/>
                  </a:lnTo>
                  <a:lnTo>
                    <a:pt x="2325322" y="2278200"/>
                  </a:lnTo>
                  <a:lnTo>
                    <a:pt x="2324467" y="2278200"/>
                  </a:lnTo>
                  <a:lnTo>
                    <a:pt x="2323611" y="2278200"/>
                  </a:lnTo>
                  <a:lnTo>
                    <a:pt x="2322756" y="2278200"/>
                  </a:lnTo>
                  <a:lnTo>
                    <a:pt x="2321900" y="2278200"/>
                  </a:lnTo>
                  <a:lnTo>
                    <a:pt x="2321045" y="2278200"/>
                  </a:lnTo>
                  <a:lnTo>
                    <a:pt x="2320189" y="2278200"/>
                  </a:lnTo>
                  <a:lnTo>
                    <a:pt x="2319334" y="2278200"/>
                  </a:lnTo>
                  <a:lnTo>
                    <a:pt x="2318478" y="2278200"/>
                  </a:lnTo>
                  <a:lnTo>
                    <a:pt x="2317623" y="2278200"/>
                  </a:lnTo>
                  <a:lnTo>
                    <a:pt x="2316767" y="2278200"/>
                  </a:lnTo>
                  <a:lnTo>
                    <a:pt x="2315912" y="2278200"/>
                  </a:lnTo>
                  <a:lnTo>
                    <a:pt x="2315056" y="2278200"/>
                  </a:lnTo>
                  <a:lnTo>
                    <a:pt x="2314201" y="2278200"/>
                  </a:lnTo>
                  <a:lnTo>
                    <a:pt x="2313345" y="2278200"/>
                  </a:lnTo>
                  <a:lnTo>
                    <a:pt x="2312490" y="2278200"/>
                  </a:lnTo>
                  <a:lnTo>
                    <a:pt x="2311634" y="2278200"/>
                  </a:lnTo>
                  <a:lnTo>
                    <a:pt x="2310778" y="2278200"/>
                  </a:lnTo>
                  <a:lnTo>
                    <a:pt x="2309923" y="2278200"/>
                  </a:lnTo>
                  <a:lnTo>
                    <a:pt x="2309067" y="2278200"/>
                  </a:lnTo>
                  <a:lnTo>
                    <a:pt x="2308212" y="2278200"/>
                  </a:lnTo>
                  <a:lnTo>
                    <a:pt x="2307356" y="2278200"/>
                  </a:lnTo>
                  <a:lnTo>
                    <a:pt x="2306501" y="2278200"/>
                  </a:lnTo>
                  <a:lnTo>
                    <a:pt x="2305645" y="2278200"/>
                  </a:lnTo>
                  <a:lnTo>
                    <a:pt x="2304790" y="2278200"/>
                  </a:lnTo>
                  <a:lnTo>
                    <a:pt x="2303934" y="2278200"/>
                  </a:lnTo>
                  <a:lnTo>
                    <a:pt x="2303079" y="2278200"/>
                  </a:lnTo>
                  <a:lnTo>
                    <a:pt x="2302223" y="2278200"/>
                  </a:lnTo>
                  <a:lnTo>
                    <a:pt x="2301368" y="2278200"/>
                  </a:lnTo>
                  <a:lnTo>
                    <a:pt x="2300512" y="2278200"/>
                  </a:lnTo>
                  <a:lnTo>
                    <a:pt x="2299657" y="2278200"/>
                  </a:lnTo>
                  <a:lnTo>
                    <a:pt x="2298801" y="2278200"/>
                  </a:lnTo>
                  <a:lnTo>
                    <a:pt x="2297946" y="2278200"/>
                  </a:lnTo>
                  <a:lnTo>
                    <a:pt x="2297090" y="2278200"/>
                  </a:lnTo>
                  <a:lnTo>
                    <a:pt x="2296235" y="2278200"/>
                  </a:lnTo>
                  <a:lnTo>
                    <a:pt x="2295379" y="2278200"/>
                  </a:lnTo>
                  <a:lnTo>
                    <a:pt x="2294523" y="2278200"/>
                  </a:lnTo>
                  <a:lnTo>
                    <a:pt x="2293668" y="2278200"/>
                  </a:lnTo>
                  <a:lnTo>
                    <a:pt x="2292812" y="2278200"/>
                  </a:lnTo>
                  <a:lnTo>
                    <a:pt x="2291957" y="2278200"/>
                  </a:lnTo>
                  <a:lnTo>
                    <a:pt x="2291101" y="2278200"/>
                  </a:lnTo>
                  <a:lnTo>
                    <a:pt x="2290246" y="2278200"/>
                  </a:lnTo>
                  <a:lnTo>
                    <a:pt x="2289390" y="2278200"/>
                  </a:lnTo>
                  <a:lnTo>
                    <a:pt x="2288535" y="2278200"/>
                  </a:lnTo>
                  <a:lnTo>
                    <a:pt x="2287679" y="2278200"/>
                  </a:lnTo>
                  <a:lnTo>
                    <a:pt x="2286824" y="2278200"/>
                  </a:lnTo>
                  <a:lnTo>
                    <a:pt x="2285968" y="2278200"/>
                  </a:lnTo>
                  <a:lnTo>
                    <a:pt x="2285113" y="2278200"/>
                  </a:lnTo>
                  <a:lnTo>
                    <a:pt x="2284257" y="2278200"/>
                  </a:lnTo>
                  <a:lnTo>
                    <a:pt x="2283402" y="2278200"/>
                  </a:lnTo>
                  <a:lnTo>
                    <a:pt x="2282546" y="2278200"/>
                  </a:lnTo>
                  <a:lnTo>
                    <a:pt x="2281691" y="2278200"/>
                  </a:lnTo>
                  <a:lnTo>
                    <a:pt x="2280835" y="2278200"/>
                  </a:lnTo>
                  <a:lnTo>
                    <a:pt x="2279979" y="2278200"/>
                  </a:lnTo>
                  <a:lnTo>
                    <a:pt x="2279124" y="2278200"/>
                  </a:lnTo>
                  <a:lnTo>
                    <a:pt x="2278268" y="2278200"/>
                  </a:lnTo>
                  <a:lnTo>
                    <a:pt x="2277413" y="2278200"/>
                  </a:lnTo>
                  <a:lnTo>
                    <a:pt x="2276557" y="2278200"/>
                  </a:lnTo>
                  <a:lnTo>
                    <a:pt x="2275702" y="2278200"/>
                  </a:lnTo>
                  <a:lnTo>
                    <a:pt x="2274846" y="2278200"/>
                  </a:lnTo>
                  <a:lnTo>
                    <a:pt x="2273991" y="2278200"/>
                  </a:lnTo>
                  <a:lnTo>
                    <a:pt x="2273135" y="2278200"/>
                  </a:lnTo>
                  <a:lnTo>
                    <a:pt x="2272280" y="2278200"/>
                  </a:lnTo>
                  <a:lnTo>
                    <a:pt x="2271424" y="2278200"/>
                  </a:lnTo>
                  <a:lnTo>
                    <a:pt x="2270569" y="2278200"/>
                  </a:lnTo>
                  <a:lnTo>
                    <a:pt x="2269713" y="2278200"/>
                  </a:lnTo>
                  <a:lnTo>
                    <a:pt x="2268858" y="2278200"/>
                  </a:lnTo>
                  <a:lnTo>
                    <a:pt x="2268002" y="2278200"/>
                  </a:lnTo>
                  <a:lnTo>
                    <a:pt x="2267147" y="2278200"/>
                  </a:lnTo>
                  <a:lnTo>
                    <a:pt x="2266291" y="2278200"/>
                  </a:lnTo>
                  <a:lnTo>
                    <a:pt x="2265436" y="2278200"/>
                  </a:lnTo>
                  <a:lnTo>
                    <a:pt x="2264580" y="2278200"/>
                  </a:lnTo>
                  <a:lnTo>
                    <a:pt x="2263724" y="2278200"/>
                  </a:lnTo>
                  <a:lnTo>
                    <a:pt x="2262869" y="2278200"/>
                  </a:lnTo>
                  <a:lnTo>
                    <a:pt x="2262013" y="2278200"/>
                  </a:lnTo>
                  <a:lnTo>
                    <a:pt x="2261158" y="2278200"/>
                  </a:lnTo>
                  <a:lnTo>
                    <a:pt x="2260302" y="2278200"/>
                  </a:lnTo>
                  <a:lnTo>
                    <a:pt x="2259447" y="2278200"/>
                  </a:lnTo>
                  <a:lnTo>
                    <a:pt x="2258591" y="2278200"/>
                  </a:lnTo>
                  <a:lnTo>
                    <a:pt x="2257736" y="2278200"/>
                  </a:lnTo>
                  <a:lnTo>
                    <a:pt x="2256880" y="2278200"/>
                  </a:lnTo>
                  <a:lnTo>
                    <a:pt x="2256025" y="2278200"/>
                  </a:lnTo>
                  <a:lnTo>
                    <a:pt x="2255169" y="2278200"/>
                  </a:lnTo>
                  <a:lnTo>
                    <a:pt x="2254314" y="2278200"/>
                  </a:lnTo>
                  <a:lnTo>
                    <a:pt x="2253458" y="2278200"/>
                  </a:lnTo>
                  <a:lnTo>
                    <a:pt x="2252603" y="2278200"/>
                  </a:lnTo>
                  <a:lnTo>
                    <a:pt x="2251747" y="2278200"/>
                  </a:lnTo>
                  <a:lnTo>
                    <a:pt x="2250892" y="2278200"/>
                  </a:lnTo>
                  <a:lnTo>
                    <a:pt x="2250036" y="2278200"/>
                  </a:lnTo>
                  <a:lnTo>
                    <a:pt x="2249181" y="2278200"/>
                  </a:lnTo>
                  <a:lnTo>
                    <a:pt x="2248325" y="2278200"/>
                  </a:lnTo>
                  <a:lnTo>
                    <a:pt x="2247469" y="2278200"/>
                  </a:lnTo>
                  <a:lnTo>
                    <a:pt x="2246614" y="2278200"/>
                  </a:lnTo>
                  <a:lnTo>
                    <a:pt x="2245758" y="2278200"/>
                  </a:lnTo>
                  <a:lnTo>
                    <a:pt x="2244903" y="2278200"/>
                  </a:lnTo>
                  <a:lnTo>
                    <a:pt x="2244047" y="2278200"/>
                  </a:lnTo>
                  <a:lnTo>
                    <a:pt x="2243192" y="2278200"/>
                  </a:lnTo>
                  <a:lnTo>
                    <a:pt x="2242336" y="2278200"/>
                  </a:lnTo>
                  <a:lnTo>
                    <a:pt x="2241481" y="2278200"/>
                  </a:lnTo>
                  <a:lnTo>
                    <a:pt x="2240625" y="2278200"/>
                  </a:lnTo>
                  <a:lnTo>
                    <a:pt x="2239770" y="2278200"/>
                  </a:lnTo>
                  <a:lnTo>
                    <a:pt x="2238914" y="2278200"/>
                  </a:lnTo>
                  <a:lnTo>
                    <a:pt x="2238059" y="2278200"/>
                  </a:lnTo>
                  <a:lnTo>
                    <a:pt x="2237203" y="2278200"/>
                  </a:lnTo>
                  <a:lnTo>
                    <a:pt x="2236348" y="2278200"/>
                  </a:lnTo>
                  <a:lnTo>
                    <a:pt x="2235492" y="2278200"/>
                  </a:lnTo>
                  <a:lnTo>
                    <a:pt x="2234637" y="2278200"/>
                  </a:lnTo>
                  <a:lnTo>
                    <a:pt x="2233781" y="2278200"/>
                  </a:lnTo>
                  <a:lnTo>
                    <a:pt x="2232925" y="2278200"/>
                  </a:lnTo>
                  <a:lnTo>
                    <a:pt x="2232070" y="2278200"/>
                  </a:lnTo>
                  <a:lnTo>
                    <a:pt x="2231214" y="2278200"/>
                  </a:lnTo>
                  <a:lnTo>
                    <a:pt x="2230359" y="2278200"/>
                  </a:lnTo>
                  <a:lnTo>
                    <a:pt x="2229503" y="2278200"/>
                  </a:lnTo>
                  <a:lnTo>
                    <a:pt x="2228648" y="2278200"/>
                  </a:lnTo>
                  <a:lnTo>
                    <a:pt x="2227792" y="2278200"/>
                  </a:lnTo>
                  <a:lnTo>
                    <a:pt x="2226937" y="2278200"/>
                  </a:lnTo>
                  <a:lnTo>
                    <a:pt x="2226081" y="2278200"/>
                  </a:lnTo>
                  <a:lnTo>
                    <a:pt x="2225226" y="2278200"/>
                  </a:lnTo>
                  <a:lnTo>
                    <a:pt x="2224370" y="2278200"/>
                  </a:lnTo>
                  <a:lnTo>
                    <a:pt x="2223515" y="2278200"/>
                  </a:lnTo>
                  <a:lnTo>
                    <a:pt x="2222659" y="2278200"/>
                  </a:lnTo>
                  <a:lnTo>
                    <a:pt x="2221804" y="2278200"/>
                  </a:lnTo>
                  <a:lnTo>
                    <a:pt x="2220948" y="2278200"/>
                  </a:lnTo>
                  <a:lnTo>
                    <a:pt x="2220093" y="2278200"/>
                  </a:lnTo>
                  <a:lnTo>
                    <a:pt x="2219237" y="2278200"/>
                  </a:lnTo>
                  <a:lnTo>
                    <a:pt x="2218382" y="2278200"/>
                  </a:lnTo>
                  <a:lnTo>
                    <a:pt x="2217526" y="2278200"/>
                  </a:lnTo>
                  <a:lnTo>
                    <a:pt x="2216670" y="2278200"/>
                  </a:lnTo>
                  <a:lnTo>
                    <a:pt x="2215815" y="2278200"/>
                  </a:lnTo>
                  <a:lnTo>
                    <a:pt x="2214959" y="2278200"/>
                  </a:lnTo>
                  <a:lnTo>
                    <a:pt x="2214104" y="2278200"/>
                  </a:lnTo>
                  <a:lnTo>
                    <a:pt x="2213248" y="2278200"/>
                  </a:lnTo>
                  <a:lnTo>
                    <a:pt x="2212393" y="2278200"/>
                  </a:lnTo>
                  <a:lnTo>
                    <a:pt x="2211537" y="2278200"/>
                  </a:lnTo>
                  <a:lnTo>
                    <a:pt x="2210682" y="2278200"/>
                  </a:lnTo>
                  <a:lnTo>
                    <a:pt x="2209826" y="2278200"/>
                  </a:lnTo>
                  <a:lnTo>
                    <a:pt x="2208971" y="2278200"/>
                  </a:lnTo>
                  <a:lnTo>
                    <a:pt x="2208115" y="2278200"/>
                  </a:lnTo>
                  <a:lnTo>
                    <a:pt x="2207260" y="2278200"/>
                  </a:lnTo>
                  <a:lnTo>
                    <a:pt x="2206404" y="2278200"/>
                  </a:lnTo>
                  <a:lnTo>
                    <a:pt x="2205549" y="2278200"/>
                  </a:lnTo>
                  <a:lnTo>
                    <a:pt x="2204693" y="2278200"/>
                  </a:lnTo>
                  <a:lnTo>
                    <a:pt x="2203838" y="2278200"/>
                  </a:lnTo>
                  <a:lnTo>
                    <a:pt x="2202982" y="2278200"/>
                  </a:lnTo>
                  <a:lnTo>
                    <a:pt x="2202127" y="2278200"/>
                  </a:lnTo>
                  <a:lnTo>
                    <a:pt x="2201271" y="2278200"/>
                  </a:lnTo>
                  <a:lnTo>
                    <a:pt x="2200415" y="2278200"/>
                  </a:lnTo>
                  <a:lnTo>
                    <a:pt x="2199560" y="2278200"/>
                  </a:lnTo>
                  <a:lnTo>
                    <a:pt x="2198704" y="2278200"/>
                  </a:lnTo>
                  <a:lnTo>
                    <a:pt x="2197849" y="2278200"/>
                  </a:lnTo>
                  <a:lnTo>
                    <a:pt x="2196993" y="2278200"/>
                  </a:lnTo>
                  <a:lnTo>
                    <a:pt x="2196138" y="2278200"/>
                  </a:lnTo>
                  <a:lnTo>
                    <a:pt x="2195282" y="2278200"/>
                  </a:lnTo>
                  <a:lnTo>
                    <a:pt x="2194427" y="2278200"/>
                  </a:lnTo>
                  <a:lnTo>
                    <a:pt x="2193571" y="2278200"/>
                  </a:lnTo>
                  <a:lnTo>
                    <a:pt x="2192716" y="2278200"/>
                  </a:lnTo>
                  <a:lnTo>
                    <a:pt x="2191860" y="2278200"/>
                  </a:lnTo>
                  <a:lnTo>
                    <a:pt x="2191005" y="2278200"/>
                  </a:lnTo>
                  <a:lnTo>
                    <a:pt x="2190149" y="2278200"/>
                  </a:lnTo>
                  <a:lnTo>
                    <a:pt x="2189294" y="2278200"/>
                  </a:lnTo>
                  <a:lnTo>
                    <a:pt x="2188438" y="2278200"/>
                  </a:lnTo>
                  <a:lnTo>
                    <a:pt x="2187583" y="2278200"/>
                  </a:lnTo>
                  <a:lnTo>
                    <a:pt x="2186727" y="2278200"/>
                  </a:lnTo>
                  <a:lnTo>
                    <a:pt x="2185872" y="2278200"/>
                  </a:lnTo>
                  <a:lnTo>
                    <a:pt x="2185016" y="2278200"/>
                  </a:lnTo>
                  <a:lnTo>
                    <a:pt x="2184160" y="2278200"/>
                  </a:lnTo>
                  <a:lnTo>
                    <a:pt x="2183305" y="2278200"/>
                  </a:lnTo>
                  <a:lnTo>
                    <a:pt x="2182449" y="2278200"/>
                  </a:lnTo>
                  <a:lnTo>
                    <a:pt x="2181594" y="2278200"/>
                  </a:lnTo>
                  <a:lnTo>
                    <a:pt x="2180738" y="2278200"/>
                  </a:lnTo>
                  <a:lnTo>
                    <a:pt x="2179883" y="2278200"/>
                  </a:lnTo>
                  <a:lnTo>
                    <a:pt x="2179027" y="2278200"/>
                  </a:lnTo>
                  <a:lnTo>
                    <a:pt x="2178172" y="2278200"/>
                  </a:lnTo>
                  <a:lnTo>
                    <a:pt x="2177316" y="2278200"/>
                  </a:lnTo>
                  <a:lnTo>
                    <a:pt x="2176461" y="2278200"/>
                  </a:lnTo>
                  <a:lnTo>
                    <a:pt x="2175605" y="2278200"/>
                  </a:lnTo>
                  <a:lnTo>
                    <a:pt x="2174750" y="2278200"/>
                  </a:lnTo>
                  <a:lnTo>
                    <a:pt x="2173894" y="2278200"/>
                  </a:lnTo>
                  <a:lnTo>
                    <a:pt x="2173039" y="2278200"/>
                  </a:lnTo>
                  <a:lnTo>
                    <a:pt x="2172183" y="2278200"/>
                  </a:lnTo>
                  <a:lnTo>
                    <a:pt x="2171328" y="2278200"/>
                  </a:lnTo>
                  <a:lnTo>
                    <a:pt x="2170472" y="2278200"/>
                  </a:lnTo>
                  <a:lnTo>
                    <a:pt x="2169616" y="2278200"/>
                  </a:lnTo>
                  <a:lnTo>
                    <a:pt x="2168761" y="2278200"/>
                  </a:lnTo>
                  <a:lnTo>
                    <a:pt x="2167905" y="2278200"/>
                  </a:lnTo>
                  <a:lnTo>
                    <a:pt x="2167050" y="2278200"/>
                  </a:lnTo>
                  <a:lnTo>
                    <a:pt x="2166194" y="2278200"/>
                  </a:lnTo>
                  <a:lnTo>
                    <a:pt x="2165339" y="2278200"/>
                  </a:lnTo>
                  <a:lnTo>
                    <a:pt x="2164483" y="2278200"/>
                  </a:lnTo>
                  <a:lnTo>
                    <a:pt x="2163628" y="2278200"/>
                  </a:lnTo>
                  <a:lnTo>
                    <a:pt x="2162772" y="2278200"/>
                  </a:lnTo>
                  <a:lnTo>
                    <a:pt x="2161917" y="2278200"/>
                  </a:lnTo>
                  <a:lnTo>
                    <a:pt x="2161061" y="2278200"/>
                  </a:lnTo>
                  <a:lnTo>
                    <a:pt x="2160206" y="2278200"/>
                  </a:lnTo>
                  <a:lnTo>
                    <a:pt x="2159350" y="2278200"/>
                  </a:lnTo>
                  <a:lnTo>
                    <a:pt x="2158495" y="2278200"/>
                  </a:lnTo>
                  <a:lnTo>
                    <a:pt x="2157639" y="2278200"/>
                  </a:lnTo>
                  <a:lnTo>
                    <a:pt x="2156784" y="2278200"/>
                  </a:lnTo>
                  <a:lnTo>
                    <a:pt x="2155928" y="2278200"/>
                  </a:lnTo>
                  <a:lnTo>
                    <a:pt x="2155073" y="2278200"/>
                  </a:lnTo>
                  <a:lnTo>
                    <a:pt x="2154217" y="2278200"/>
                  </a:lnTo>
                  <a:lnTo>
                    <a:pt x="2153361" y="2278200"/>
                  </a:lnTo>
                  <a:lnTo>
                    <a:pt x="2152506" y="2278200"/>
                  </a:lnTo>
                  <a:lnTo>
                    <a:pt x="2151650" y="2278200"/>
                  </a:lnTo>
                  <a:lnTo>
                    <a:pt x="2150795" y="2278200"/>
                  </a:lnTo>
                  <a:lnTo>
                    <a:pt x="2149939" y="2278200"/>
                  </a:lnTo>
                  <a:lnTo>
                    <a:pt x="2149084" y="2278200"/>
                  </a:lnTo>
                  <a:lnTo>
                    <a:pt x="2148228" y="2278200"/>
                  </a:lnTo>
                  <a:lnTo>
                    <a:pt x="2147373" y="2278200"/>
                  </a:lnTo>
                  <a:lnTo>
                    <a:pt x="2146517" y="2278200"/>
                  </a:lnTo>
                  <a:lnTo>
                    <a:pt x="2145662" y="2278200"/>
                  </a:lnTo>
                  <a:lnTo>
                    <a:pt x="2144806" y="2278200"/>
                  </a:lnTo>
                  <a:lnTo>
                    <a:pt x="2143951" y="2278200"/>
                  </a:lnTo>
                  <a:lnTo>
                    <a:pt x="2143095" y="2278200"/>
                  </a:lnTo>
                  <a:lnTo>
                    <a:pt x="2142240" y="2278200"/>
                  </a:lnTo>
                  <a:lnTo>
                    <a:pt x="2141384" y="2278200"/>
                  </a:lnTo>
                  <a:lnTo>
                    <a:pt x="2140529" y="2278200"/>
                  </a:lnTo>
                  <a:lnTo>
                    <a:pt x="2139673" y="2278200"/>
                  </a:lnTo>
                  <a:lnTo>
                    <a:pt x="2138818" y="2278200"/>
                  </a:lnTo>
                  <a:lnTo>
                    <a:pt x="2137962" y="2278200"/>
                  </a:lnTo>
                  <a:lnTo>
                    <a:pt x="2137106" y="2278200"/>
                  </a:lnTo>
                  <a:lnTo>
                    <a:pt x="2136251" y="2278200"/>
                  </a:lnTo>
                  <a:lnTo>
                    <a:pt x="2135395" y="2278200"/>
                  </a:lnTo>
                  <a:lnTo>
                    <a:pt x="2134540" y="2278200"/>
                  </a:lnTo>
                  <a:lnTo>
                    <a:pt x="2133684" y="2278200"/>
                  </a:lnTo>
                  <a:lnTo>
                    <a:pt x="2132829" y="2278200"/>
                  </a:lnTo>
                  <a:lnTo>
                    <a:pt x="2131973" y="2278200"/>
                  </a:lnTo>
                  <a:lnTo>
                    <a:pt x="2131118" y="2278200"/>
                  </a:lnTo>
                  <a:lnTo>
                    <a:pt x="2130262" y="2278200"/>
                  </a:lnTo>
                  <a:lnTo>
                    <a:pt x="2129407" y="2278200"/>
                  </a:lnTo>
                  <a:lnTo>
                    <a:pt x="2128551" y="2278200"/>
                  </a:lnTo>
                  <a:lnTo>
                    <a:pt x="2127696" y="2278200"/>
                  </a:lnTo>
                  <a:lnTo>
                    <a:pt x="2126840" y="2278200"/>
                  </a:lnTo>
                  <a:lnTo>
                    <a:pt x="2125985" y="2278200"/>
                  </a:lnTo>
                  <a:lnTo>
                    <a:pt x="2125129" y="2278200"/>
                  </a:lnTo>
                  <a:lnTo>
                    <a:pt x="2124274" y="2278200"/>
                  </a:lnTo>
                  <a:lnTo>
                    <a:pt x="2123418" y="2278200"/>
                  </a:lnTo>
                  <a:lnTo>
                    <a:pt x="2122562" y="2278200"/>
                  </a:lnTo>
                  <a:lnTo>
                    <a:pt x="2121707" y="2278200"/>
                  </a:lnTo>
                  <a:lnTo>
                    <a:pt x="2120851" y="2278200"/>
                  </a:lnTo>
                  <a:lnTo>
                    <a:pt x="2119996" y="2278200"/>
                  </a:lnTo>
                  <a:lnTo>
                    <a:pt x="2119140" y="2278200"/>
                  </a:lnTo>
                  <a:lnTo>
                    <a:pt x="2118285" y="2278200"/>
                  </a:lnTo>
                  <a:lnTo>
                    <a:pt x="2117429" y="2278200"/>
                  </a:lnTo>
                  <a:lnTo>
                    <a:pt x="2116574" y="2278200"/>
                  </a:lnTo>
                  <a:lnTo>
                    <a:pt x="2115718" y="2278200"/>
                  </a:lnTo>
                  <a:lnTo>
                    <a:pt x="2114863" y="2278200"/>
                  </a:lnTo>
                  <a:lnTo>
                    <a:pt x="2114007" y="2278200"/>
                  </a:lnTo>
                  <a:lnTo>
                    <a:pt x="2113152" y="2278200"/>
                  </a:lnTo>
                  <a:lnTo>
                    <a:pt x="2112296" y="2278200"/>
                  </a:lnTo>
                  <a:lnTo>
                    <a:pt x="2111441" y="2278200"/>
                  </a:lnTo>
                  <a:lnTo>
                    <a:pt x="2110585" y="2278200"/>
                  </a:lnTo>
                  <a:lnTo>
                    <a:pt x="2109730" y="2278200"/>
                  </a:lnTo>
                  <a:lnTo>
                    <a:pt x="2108874" y="2278200"/>
                  </a:lnTo>
                  <a:lnTo>
                    <a:pt x="2108019" y="2278200"/>
                  </a:lnTo>
                  <a:lnTo>
                    <a:pt x="2107163" y="2278200"/>
                  </a:lnTo>
                  <a:lnTo>
                    <a:pt x="2106307" y="2278200"/>
                  </a:lnTo>
                  <a:lnTo>
                    <a:pt x="2105452" y="2278200"/>
                  </a:lnTo>
                  <a:lnTo>
                    <a:pt x="2104596" y="2278200"/>
                  </a:lnTo>
                  <a:lnTo>
                    <a:pt x="2103741" y="2278200"/>
                  </a:lnTo>
                  <a:lnTo>
                    <a:pt x="2102885" y="2278200"/>
                  </a:lnTo>
                  <a:lnTo>
                    <a:pt x="2102030" y="2278200"/>
                  </a:lnTo>
                  <a:lnTo>
                    <a:pt x="2101174" y="2278200"/>
                  </a:lnTo>
                  <a:lnTo>
                    <a:pt x="2100319" y="2278200"/>
                  </a:lnTo>
                  <a:lnTo>
                    <a:pt x="2099463" y="2278200"/>
                  </a:lnTo>
                  <a:lnTo>
                    <a:pt x="2098608" y="2278200"/>
                  </a:lnTo>
                  <a:lnTo>
                    <a:pt x="2097752" y="2278200"/>
                  </a:lnTo>
                  <a:lnTo>
                    <a:pt x="2096897" y="2278200"/>
                  </a:lnTo>
                  <a:lnTo>
                    <a:pt x="2096041" y="2278200"/>
                  </a:lnTo>
                  <a:lnTo>
                    <a:pt x="2095186" y="2278200"/>
                  </a:lnTo>
                  <a:lnTo>
                    <a:pt x="2094330" y="2278200"/>
                  </a:lnTo>
                  <a:lnTo>
                    <a:pt x="2093475" y="2278200"/>
                  </a:lnTo>
                  <a:lnTo>
                    <a:pt x="2092619" y="2278200"/>
                  </a:lnTo>
                  <a:lnTo>
                    <a:pt x="2091764" y="2278200"/>
                  </a:lnTo>
                  <a:lnTo>
                    <a:pt x="2090908" y="2278200"/>
                  </a:lnTo>
                  <a:lnTo>
                    <a:pt x="2090052" y="2278200"/>
                  </a:lnTo>
                  <a:lnTo>
                    <a:pt x="2089197" y="2278200"/>
                  </a:lnTo>
                  <a:lnTo>
                    <a:pt x="2088341" y="2278200"/>
                  </a:lnTo>
                  <a:lnTo>
                    <a:pt x="2087486" y="2278200"/>
                  </a:lnTo>
                  <a:lnTo>
                    <a:pt x="2086630" y="2278200"/>
                  </a:lnTo>
                  <a:lnTo>
                    <a:pt x="2085775" y="2278200"/>
                  </a:lnTo>
                  <a:lnTo>
                    <a:pt x="2084919" y="2278200"/>
                  </a:lnTo>
                  <a:lnTo>
                    <a:pt x="2084064" y="2278200"/>
                  </a:lnTo>
                  <a:lnTo>
                    <a:pt x="2083208" y="2278200"/>
                  </a:lnTo>
                  <a:lnTo>
                    <a:pt x="2082353" y="2278200"/>
                  </a:lnTo>
                  <a:lnTo>
                    <a:pt x="2081497" y="2278200"/>
                  </a:lnTo>
                  <a:lnTo>
                    <a:pt x="2080642" y="2278200"/>
                  </a:lnTo>
                  <a:lnTo>
                    <a:pt x="2079786" y="2278200"/>
                  </a:lnTo>
                  <a:lnTo>
                    <a:pt x="2078931" y="2278200"/>
                  </a:lnTo>
                  <a:lnTo>
                    <a:pt x="2078075" y="2278200"/>
                  </a:lnTo>
                  <a:lnTo>
                    <a:pt x="2077220" y="2278200"/>
                  </a:lnTo>
                  <a:lnTo>
                    <a:pt x="2076364" y="2278200"/>
                  </a:lnTo>
                  <a:lnTo>
                    <a:pt x="2075508" y="2278200"/>
                  </a:lnTo>
                  <a:lnTo>
                    <a:pt x="2074653" y="2278200"/>
                  </a:lnTo>
                  <a:lnTo>
                    <a:pt x="2073797" y="2278200"/>
                  </a:lnTo>
                  <a:lnTo>
                    <a:pt x="2072942" y="2278200"/>
                  </a:lnTo>
                  <a:lnTo>
                    <a:pt x="2072086" y="2278200"/>
                  </a:lnTo>
                  <a:lnTo>
                    <a:pt x="2071231" y="2278200"/>
                  </a:lnTo>
                  <a:lnTo>
                    <a:pt x="2070375" y="2278200"/>
                  </a:lnTo>
                  <a:lnTo>
                    <a:pt x="2069520" y="2278200"/>
                  </a:lnTo>
                  <a:lnTo>
                    <a:pt x="2068664" y="2278200"/>
                  </a:lnTo>
                  <a:lnTo>
                    <a:pt x="2067809" y="2278200"/>
                  </a:lnTo>
                  <a:lnTo>
                    <a:pt x="2066953" y="2278200"/>
                  </a:lnTo>
                  <a:lnTo>
                    <a:pt x="2066098" y="2278200"/>
                  </a:lnTo>
                  <a:lnTo>
                    <a:pt x="2065242" y="2278200"/>
                  </a:lnTo>
                  <a:lnTo>
                    <a:pt x="2064387" y="2278200"/>
                  </a:lnTo>
                  <a:lnTo>
                    <a:pt x="2063531" y="2278200"/>
                  </a:lnTo>
                  <a:lnTo>
                    <a:pt x="2062676" y="2278200"/>
                  </a:lnTo>
                  <a:lnTo>
                    <a:pt x="2061820" y="2278200"/>
                  </a:lnTo>
                  <a:lnTo>
                    <a:pt x="2060965" y="2278200"/>
                  </a:lnTo>
                  <a:lnTo>
                    <a:pt x="2060109" y="2278200"/>
                  </a:lnTo>
                  <a:lnTo>
                    <a:pt x="2059253" y="2278200"/>
                  </a:lnTo>
                  <a:lnTo>
                    <a:pt x="2058398" y="2278200"/>
                  </a:lnTo>
                  <a:lnTo>
                    <a:pt x="2057542" y="2278200"/>
                  </a:lnTo>
                  <a:lnTo>
                    <a:pt x="2056687" y="2278200"/>
                  </a:lnTo>
                  <a:lnTo>
                    <a:pt x="2055831" y="2278200"/>
                  </a:lnTo>
                  <a:lnTo>
                    <a:pt x="2054976" y="2278200"/>
                  </a:lnTo>
                  <a:lnTo>
                    <a:pt x="2054120" y="2278200"/>
                  </a:lnTo>
                  <a:lnTo>
                    <a:pt x="2053265" y="2278200"/>
                  </a:lnTo>
                  <a:lnTo>
                    <a:pt x="2052409" y="2278200"/>
                  </a:lnTo>
                  <a:lnTo>
                    <a:pt x="2051554" y="2278200"/>
                  </a:lnTo>
                  <a:lnTo>
                    <a:pt x="2050698" y="2278200"/>
                  </a:lnTo>
                  <a:lnTo>
                    <a:pt x="2049843" y="2278200"/>
                  </a:lnTo>
                  <a:lnTo>
                    <a:pt x="2048987" y="2278200"/>
                  </a:lnTo>
                  <a:lnTo>
                    <a:pt x="2048132" y="2278200"/>
                  </a:lnTo>
                  <a:lnTo>
                    <a:pt x="2047276" y="2278200"/>
                  </a:lnTo>
                  <a:lnTo>
                    <a:pt x="2046421" y="2278200"/>
                  </a:lnTo>
                  <a:lnTo>
                    <a:pt x="2045565" y="2278200"/>
                  </a:lnTo>
                  <a:lnTo>
                    <a:pt x="2044710" y="2278200"/>
                  </a:lnTo>
                  <a:lnTo>
                    <a:pt x="2043854" y="2278200"/>
                  </a:lnTo>
                  <a:lnTo>
                    <a:pt x="2042998" y="2278200"/>
                  </a:lnTo>
                  <a:lnTo>
                    <a:pt x="2042143" y="2278200"/>
                  </a:lnTo>
                  <a:lnTo>
                    <a:pt x="2041287" y="2278200"/>
                  </a:lnTo>
                  <a:lnTo>
                    <a:pt x="2040432" y="2278200"/>
                  </a:lnTo>
                  <a:lnTo>
                    <a:pt x="2039576" y="2278200"/>
                  </a:lnTo>
                  <a:lnTo>
                    <a:pt x="2038721" y="2278200"/>
                  </a:lnTo>
                  <a:lnTo>
                    <a:pt x="2037865" y="2278200"/>
                  </a:lnTo>
                  <a:lnTo>
                    <a:pt x="2037010" y="2278200"/>
                  </a:lnTo>
                  <a:lnTo>
                    <a:pt x="2036154" y="2278200"/>
                  </a:lnTo>
                  <a:lnTo>
                    <a:pt x="2035299" y="2278200"/>
                  </a:lnTo>
                  <a:lnTo>
                    <a:pt x="2034443" y="2278200"/>
                  </a:lnTo>
                  <a:lnTo>
                    <a:pt x="2033588" y="2278200"/>
                  </a:lnTo>
                  <a:lnTo>
                    <a:pt x="2032732" y="2278200"/>
                  </a:lnTo>
                  <a:lnTo>
                    <a:pt x="2031877" y="2278200"/>
                  </a:lnTo>
                  <a:lnTo>
                    <a:pt x="2031021" y="2278200"/>
                  </a:lnTo>
                  <a:lnTo>
                    <a:pt x="2030166" y="2278200"/>
                  </a:lnTo>
                  <a:lnTo>
                    <a:pt x="2029310" y="2278200"/>
                  </a:lnTo>
                  <a:lnTo>
                    <a:pt x="2028454" y="2278200"/>
                  </a:lnTo>
                  <a:lnTo>
                    <a:pt x="2027599" y="2278200"/>
                  </a:lnTo>
                  <a:lnTo>
                    <a:pt x="2026743" y="2278200"/>
                  </a:lnTo>
                  <a:lnTo>
                    <a:pt x="2025888" y="2278200"/>
                  </a:lnTo>
                  <a:lnTo>
                    <a:pt x="2025032" y="2278200"/>
                  </a:lnTo>
                  <a:lnTo>
                    <a:pt x="2024177" y="2278200"/>
                  </a:lnTo>
                  <a:lnTo>
                    <a:pt x="2023321" y="2278200"/>
                  </a:lnTo>
                  <a:lnTo>
                    <a:pt x="2022466" y="2278200"/>
                  </a:lnTo>
                  <a:lnTo>
                    <a:pt x="2021610" y="2278200"/>
                  </a:lnTo>
                  <a:lnTo>
                    <a:pt x="2020755" y="2278200"/>
                  </a:lnTo>
                  <a:lnTo>
                    <a:pt x="2019899" y="2278200"/>
                  </a:lnTo>
                  <a:lnTo>
                    <a:pt x="2019044" y="2278200"/>
                  </a:lnTo>
                  <a:lnTo>
                    <a:pt x="2018188" y="2278200"/>
                  </a:lnTo>
                  <a:lnTo>
                    <a:pt x="2017333" y="2278200"/>
                  </a:lnTo>
                  <a:lnTo>
                    <a:pt x="2016477" y="2278200"/>
                  </a:lnTo>
                  <a:lnTo>
                    <a:pt x="2015622" y="2278200"/>
                  </a:lnTo>
                  <a:lnTo>
                    <a:pt x="2014766" y="2278200"/>
                  </a:lnTo>
                  <a:lnTo>
                    <a:pt x="2013911" y="2278200"/>
                  </a:lnTo>
                  <a:lnTo>
                    <a:pt x="2013055" y="2278200"/>
                  </a:lnTo>
                  <a:lnTo>
                    <a:pt x="2012199" y="2278200"/>
                  </a:lnTo>
                  <a:lnTo>
                    <a:pt x="2011344" y="2278200"/>
                  </a:lnTo>
                  <a:lnTo>
                    <a:pt x="2010488" y="2278200"/>
                  </a:lnTo>
                  <a:lnTo>
                    <a:pt x="2009633" y="2278200"/>
                  </a:lnTo>
                  <a:lnTo>
                    <a:pt x="2008777" y="2278200"/>
                  </a:lnTo>
                  <a:lnTo>
                    <a:pt x="2007922" y="2278200"/>
                  </a:lnTo>
                  <a:lnTo>
                    <a:pt x="2007066" y="2278200"/>
                  </a:lnTo>
                  <a:lnTo>
                    <a:pt x="2006211" y="2278200"/>
                  </a:lnTo>
                  <a:lnTo>
                    <a:pt x="2005355" y="2278200"/>
                  </a:lnTo>
                  <a:lnTo>
                    <a:pt x="2004500" y="2278200"/>
                  </a:lnTo>
                  <a:lnTo>
                    <a:pt x="2003644" y="2278200"/>
                  </a:lnTo>
                  <a:lnTo>
                    <a:pt x="2002789" y="2278200"/>
                  </a:lnTo>
                  <a:lnTo>
                    <a:pt x="2001933" y="2278200"/>
                  </a:lnTo>
                  <a:lnTo>
                    <a:pt x="2001078" y="2278200"/>
                  </a:lnTo>
                  <a:lnTo>
                    <a:pt x="2000222" y="2278200"/>
                  </a:lnTo>
                  <a:lnTo>
                    <a:pt x="1999367" y="2278200"/>
                  </a:lnTo>
                  <a:lnTo>
                    <a:pt x="1998511" y="2278200"/>
                  </a:lnTo>
                  <a:lnTo>
                    <a:pt x="1997656" y="2278200"/>
                  </a:lnTo>
                  <a:lnTo>
                    <a:pt x="1996800" y="2278200"/>
                  </a:lnTo>
                  <a:lnTo>
                    <a:pt x="1995944" y="2278200"/>
                  </a:lnTo>
                  <a:lnTo>
                    <a:pt x="1995089" y="2278200"/>
                  </a:lnTo>
                  <a:lnTo>
                    <a:pt x="1994233" y="2278200"/>
                  </a:lnTo>
                  <a:lnTo>
                    <a:pt x="1993378" y="2278200"/>
                  </a:lnTo>
                  <a:lnTo>
                    <a:pt x="1992522" y="2278200"/>
                  </a:lnTo>
                  <a:lnTo>
                    <a:pt x="1991667" y="2278200"/>
                  </a:lnTo>
                  <a:lnTo>
                    <a:pt x="1990811" y="2278200"/>
                  </a:lnTo>
                  <a:lnTo>
                    <a:pt x="1989956" y="2278200"/>
                  </a:lnTo>
                  <a:lnTo>
                    <a:pt x="1989100" y="2278200"/>
                  </a:lnTo>
                  <a:lnTo>
                    <a:pt x="1988245" y="2278200"/>
                  </a:lnTo>
                  <a:lnTo>
                    <a:pt x="1987389" y="2278200"/>
                  </a:lnTo>
                  <a:lnTo>
                    <a:pt x="1986534" y="2278200"/>
                  </a:lnTo>
                  <a:lnTo>
                    <a:pt x="1985678" y="2278200"/>
                  </a:lnTo>
                  <a:lnTo>
                    <a:pt x="1984823" y="2278200"/>
                  </a:lnTo>
                  <a:lnTo>
                    <a:pt x="1983967" y="2278200"/>
                  </a:lnTo>
                  <a:lnTo>
                    <a:pt x="1983112" y="2278200"/>
                  </a:lnTo>
                  <a:lnTo>
                    <a:pt x="1982256" y="2278200"/>
                  </a:lnTo>
                  <a:lnTo>
                    <a:pt x="1981401" y="2278200"/>
                  </a:lnTo>
                  <a:lnTo>
                    <a:pt x="1980545" y="2278200"/>
                  </a:lnTo>
                  <a:lnTo>
                    <a:pt x="1979689" y="2278200"/>
                  </a:lnTo>
                  <a:lnTo>
                    <a:pt x="1978834" y="2278200"/>
                  </a:lnTo>
                  <a:lnTo>
                    <a:pt x="1977978" y="2278200"/>
                  </a:lnTo>
                  <a:lnTo>
                    <a:pt x="1977123" y="2278200"/>
                  </a:lnTo>
                  <a:lnTo>
                    <a:pt x="1976267" y="2278200"/>
                  </a:lnTo>
                  <a:lnTo>
                    <a:pt x="1975412" y="2278200"/>
                  </a:lnTo>
                  <a:lnTo>
                    <a:pt x="1974556" y="2278200"/>
                  </a:lnTo>
                  <a:lnTo>
                    <a:pt x="1973701" y="2278200"/>
                  </a:lnTo>
                  <a:lnTo>
                    <a:pt x="1972845" y="2278200"/>
                  </a:lnTo>
                  <a:lnTo>
                    <a:pt x="1971990" y="2278200"/>
                  </a:lnTo>
                  <a:lnTo>
                    <a:pt x="1971134" y="2278200"/>
                  </a:lnTo>
                  <a:lnTo>
                    <a:pt x="1970279" y="2278200"/>
                  </a:lnTo>
                  <a:lnTo>
                    <a:pt x="1969423" y="2278200"/>
                  </a:lnTo>
                  <a:lnTo>
                    <a:pt x="1968568" y="2278200"/>
                  </a:lnTo>
                  <a:lnTo>
                    <a:pt x="1967712" y="2278200"/>
                  </a:lnTo>
                  <a:lnTo>
                    <a:pt x="1966857" y="2278200"/>
                  </a:lnTo>
                  <a:lnTo>
                    <a:pt x="1966001" y="2278200"/>
                  </a:lnTo>
                  <a:lnTo>
                    <a:pt x="1965145" y="2278200"/>
                  </a:lnTo>
                  <a:lnTo>
                    <a:pt x="1964290" y="2278200"/>
                  </a:lnTo>
                  <a:lnTo>
                    <a:pt x="1963434" y="2278200"/>
                  </a:lnTo>
                  <a:lnTo>
                    <a:pt x="1962579" y="2278200"/>
                  </a:lnTo>
                  <a:lnTo>
                    <a:pt x="1961723" y="2278200"/>
                  </a:lnTo>
                  <a:lnTo>
                    <a:pt x="1960868" y="2278200"/>
                  </a:lnTo>
                  <a:lnTo>
                    <a:pt x="1960012" y="2278200"/>
                  </a:lnTo>
                  <a:lnTo>
                    <a:pt x="1959157" y="2278200"/>
                  </a:lnTo>
                  <a:lnTo>
                    <a:pt x="1958301" y="2278200"/>
                  </a:lnTo>
                  <a:lnTo>
                    <a:pt x="1957446" y="2278200"/>
                  </a:lnTo>
                  <a:lnTo>
                    <a:pt x="1956590" y="2278200"/>
                  </a:lnTo>
                  <a:lnTo>
                    <a:pt x="1955735" y="2278200"/>
                  </a:lnTo>
                  <a:lnTo>
                    <a:pt x="1954879" y="2278200"/>
                  </a:lnTo>
                  <a:lnTo>
                    <a:pt x="1954024" y="2278200"/>
                  </a:lnTo>
                  <a:lnTo>
                    <a:pt x="1953168" y="2278200"/>
                  </a:lnTo>
                  <a:lnTo>
                    <a:pt x="1952313" y="2278200"/>
                  </a:lnTo>
                  <a:lnTo>
                    <a:pt x="1951457" y="2278200"/>
                  </a:lnTo>
                  <a:lnTo>
                    <a:pt x="1950602" y="2278200"/>
                  </a:lnTo>
                  <a:lnTo>
                    <a:pt x="1949746" y="2278200"/>
                  </a:lnTo>
                  <a:lnTo>
                    <a:pt x="1948890" y="2278200"/>
                  </a:lnTo>
                  <a:lnTo>
                    <a:pt x="1948035" y="2278200"/>
                  </a:lnTo>
                  <a:lnTo>
                    <a:pt x="1947179" y="2278200"/>
                  </a:lnTo>
                  <a:lnTo>
                    <a:pt x="1946324" y="2278200"/>
                  </a:lnTo>
                  <a:lnTo>
                    <a:pt x="1945468" y="2278200"/>
                  </a:lnTo>
                  <a:lnTo>
                    <a:pt x="1944613" y="2278200"/>
                  </a:lnTo>
                  <a:lnTo>
                    <a:pt x="1943757" y="2278200"/>
                  </a:lnTo>
                  <a:lnTo>
                    <a:pt x="1942902" y="2278200"/>
                  </a:lnTo>
                  <a:lnTo>
                    <a:pt x="1942046" y="2278200"/>
                  </a:lnTo>
                  <a:lnTo>
                    <a:pt x="1941191" y="2278200"/>
                  </a:lnTo>
                  <a:lnTo>
                    <a:pt x="1940335" y="2278200"/>
                  </a:lnTo>
                  <a:lnTo>
                    <a:pt x="1939480" y="2278200"/>
                  </a:lnTo>
                  <a:lnTo>
                    <a:pt x="1938624" y="2278200"/>
                  </a:lnTo>
                  <a:lnTo>
                    <a:pt x="1937769" y="2278200"/>
                  </a:lnTo>
                  <a:lnTo>
                    <a:pt x="1936913" y="2278200"/>
                  </a:lnTo>
                  <a:lnTo>
                    <a:pt x="1936058" y="2278200"/>
                  </a:lnTo>
                  <a:lnTo>
                    <a:pt x="1935202" y="2278200"/>
                  </a:lnTo>
                  <a:lnTo>
                    <a:pt x="1934347" y="2278200"/>
                  </a:lnTo>
                  <a:lnTo>
                    <a:pt x="1933491" y="2278200"/>
                  </a:lnTo>
                  <a:lnTo>
                    <a:pt x="1932635" y="2278200"/>
                  </a:lnTo>
                  <a:lnTo>
                    <a:pt x="1931780" y="2278200"/>
                  </a:lnTo>
                  <a:lnTo>
                    <a:pt x="1930924" y="2278200"/>
                  </a:lnTo>
                  <a:lnTo>
                    <a:pt x="1930069" y="2278200"/>
                  </a:lnTo>
                  <a:lnTo>
                    <a:pt x="1929213" y="2278200"/>
                  </a:lnTo>
                  <a:lnTo>
                    <a:pt x="1928358" y="2278200"/>
                  </a:lnTo>
                  <a:lnTo>
                    <a:pt x="1927502" y="2278200"/>
                  </a:lnTo>
                  <a:lnTo>
                    <a:pt x="1926647" y="2278200"/>
                  </a:lnTo>
                  <a:lnTo>
                    <a:pt x="1925791" y="2278200"/>
                  </a:lnTo>
                  <a:lnTo>
                    <a:pt x="1924936" y="2278200"/>
                  </a:lnTo>
                  <a:lnTo>
                    <a:pt x="1924080" y="2278200"/>
                  </a:lnTo>
                  <a:lnTo>
                    <a:pt x="1923225" y="2278200"/>
                  </a:lnTo>
                  <a:lnTo>
                    <a:pt x="1922369" y="2278200"/>
                  </a:lnTo>
                  <a:lnTo>
                    <a:pt x="1921514" y="2278200"/>
                  </a:lnTo>
                  <a:lnTo>
                    <a:pt x="1920658" y="2278200"/>
                  </a:lnTo>
                  <a:lnTo>
                    <a:pt x="1919803" y="2278200"/>
                  </a:lnTo>
                  <a:lnTo>
                    <a:pt x="1918947" y="2278200"/>
                  </a:lnTo>
                  <a:lnTo>
                    <a:pt x="1918091" y="2278200"/>
                  </a:lnTo>
                  <a:lnTo>
                    <a:pt x="1917236" y="2278200"/>
                  </a:lnTo>
                  <a:lnTo>
                    <a:pt x="1916380" y="2278200"/>
                  </a:lnTo>
                  <a:lnTo>
                    <a:pt x="1915525" y="2278200"/>
                  </a:lnTo>
                  <a:lnTo>
                    <a:pt x="1914669" y="2278200"/>
                  </a:lnTo>
                  <a:lnTo>
                    <a:pt x="1913814" y="2278200"/>
                  </a:lnTo>
                  <a:lnTo>
                    <a:pt x="1912958" y="2278200"/>
                  </a:lnTo>
                  <a:lnTo>
                    <a:pt x="1912103" y="2278200"/>
                  </a:lnTo>
                  <a:lnTo>
                    <a:pt x="1911247" y="2278200"/>
                  </a:lnTo>
                  <a:lnTo>
                    <a:pt x="1910392" y="2278200"/>
                  </a:lnTo>
                  <a:lnTo>
                    <a:pt x="1909536" y="2278200"/>
                  </a:lnTo>
                  <a:lnTo>
                    <a:pt x="1908681" y="2278200"/>
                  </a:lnTo>
                  <a:lnTo>
                    <a:pt x="1907825" y="2278200"/>
                  </a:lnTo>
                  <a:lnTo>
                    <a:pt x="1906970" y="2278200"/>
                  </a:lnTo>
                  <a:lnTo>
                    <a:pt x="1906114" y="2278200"/>
                  </a:lnTo>
                  <a:lnTo>
                    <a:pt x="1905259" y="2278200"/>
                  </a:lnTo>
                  <a:lnTo>
                    <a:pt x="1904403" y="2278200"/>
                  </a:lnTo>
                  <a:lnTo>
                    <a:pt x="1903548" y="2278200"/>
                  </a:lnTo>
                  <a:lnTo>
                    <a:pt x="1902692" y="2278200"/>
                  </a:lnTo>
                  <a:lnTo>
                    <a:pt x="1901836" y="2278200"/>
                  </a:lnTo>
                  <a:lnTo>
                    <a:pt x="1900981" y="2278200"/>
                  </a:lnTo>
                  <a:lnTo>
                    <a:pt x="1900125" y="2278200"/>
                  </a:lnTo>
                  <a:lnTo>
                    <a:pt x="1899270" y="2278200"/>
                  </a:lnTo>
                  <a:lnTo>
                    <a:pt x="1898414" y="2278200"/>
                  </a:lnTo>
                  <a:lnTo>
                    <a:pt x="1897559" y="2278200"/>
                  </a:lnTo>
                  <a:lnTo>
                    <a:pt x="1896703" y="2278200"/>
                  </a:lnTo>
                  <a:lnTo>
                    <a:pt x="1895848" y="2278200"/>
                  </a:lnTo>
                  <a:lnTo>
                    <a:pt x="1894992" y="2278200"/>
                  </a:lnTo>
                  <a:lnTo>
                    <a:pt x="1894137" y="2278200"/>
                  </a:lnTo>
                  <a:lnTo>
                    <a:pt x="1893281" y="2278200"/>
                  </a:lnTo>
                  <a:lnTo>
                    <a:pt x="1892426" y="2278200"/>
                  </a:lnTo>
                  <a:lnTo>
                    <a:pt x="1891570" y="2278200"/>
                  </a:lnTo>
                  <a:lnTo>
                    <a:pt x="1890715" y="2278200"/>
                  </a:lnTo>
                  <a:lnTo>
                    <a:pt x="1889859" y="2278200"/>
                  </a:lnTo>
                  <a:lnTo>
                    <a:pt x="1889004" y="2278200"/>
                  </a:lnTo>
                  <a:lnTo>
                    <a:pt x="1888148" y="2278200"/>
                  </a:lnTo>
                  <a:lnTo>
                    <a:pt x="1887293" y="2278200"/>
                  </a:lnTo>
                  <a:lnTo>
                    <a:pt x="1886437" y="2278200"/>
                  </a:lnTo>
                  <a:lnTo>
                    <a:pt x="1885581" y="2278200"/>
                  </a:lnTo>
                  <a:lnTo>
                    <a:pt x="1884726" y="2278200"/>
                  </a:lnTo>
                  <a:lnTo>
                    <a:pt x="1883870" y="2278200"/>
                  </a:lnTo>
                  <a:lnTo>
                    <a:pt x="1883015" y="2278200"/>
                  </a:lnTo>
                  <a:lnTo>
                    <a:pt x="1882159" y="2278200"/>
                  </a:lnTo>
                  <a:lnTo>
                    <a:pt x="1881304" y="2278200"/>
                  </a:lnTo>
                  <a:lnTo>
                    <a:pt x="1880448" y="2278200"/>
                  </a:lnTo>
                  <a:lnTo>
                    <a:pt x="1879593" y="2278200"/>
                  </a:lnTo>
                  <a:lnTo>
                    <a:pt x="1878737" y="2278200"/>
                  </a:lnTo>
                  <a:lnTo>
                    <a:pt x="1877882" y="2278200"/>
                  </a:lnTo>
                  <a:lnTo>
                    <a:pt x="1877026" y="2278200"/>
                  </a:lnTo>
                  <a:lnTo>
                    <a:pt x="1876171" y="2278200"/>
                  </a:lnTo>
                  <a:lnTo>
                    <a:pt x="1875315" y="2278200"/>
                  </a:lnTo>
                  <a:lnTo>
                    <a:pt x="1874460" y="2278200"/>
                  </a:lnTo>
                  <a:lnTo>
                    <a:pt x="1873604" y="2278200"/>
                  </a:lnTo>
                  <a:lnTo>
                    <a:pt x="1872749" y="2278200"/>
                  </a:lnTo>
                  <a:lnTo>
                    <a:pt x="1871893" y="2278200"/>
                  </a:lnTo>
                  <a:lnTo>
                    <a:pt x="1871037" y="2278200"/>
                  </a:lnTo>
                  <a:lnTo>
                    <a:pt x="1870182" y="2278200"/>
                  </a:lnTo>
                  <a:lnTo>
                    <a:pt x="1869326" y="2278200"/>
                  </a:lnTo>
                  <a:lnTo>
                    <a:pt x="1868471" y="2278200"/>
                  </a:lnTo>
                  <a:lnTo>
                    <a:pt x="1867615" y="2278200"/>
                  </a:lnTo>
                  <a:lnTo>
                    <a:pt x="1866760" y="2278200"/>
                  </a:lnTo>
                  <a:lnTo>
                    <a:pt x="1865904" y="2278200"/>
                  </a:lnTo>
                  <a:lnTo>
                    <a:pt x="1865049" y="2278200"/>
                  </a:lnTo>
                  <a:lnTo>
                    <a:pt x="1864193" y="2278200"/>
                  </a:lnTo>
                  <a:lnTo>
                    <a:pt x="1863338" y="2278200"/>
                  </a:lnTo>
                  <a:lnTo>
                    <a:pt x="1862482" y="2278200"/>
                  </a:lnTo>
                  <a:lnTo>
                    <a:pt x="1861627" y="2278200"/>
                  </a:lnTo>
                  <a:lnTo>
                    <a:pt x="1860771" y="2278200"/>
                  </a:lnTo>
                  <a:lnTo>
                    <a:pt x="1859916" y="2278200"/>
                  </a:lnTo>
                  <a:lnTo>
                    <a:pt x="1859060" y="2278200"/>
                  </a:lnTo>
                  <a:lnTo>
                    <a:pt x="1858205" y="2278200"/>
                  </a:lnTo>
                  <a:lnTo>
                    <a:pt x="1857349" y="2278200"/>
                  </a:lnTo>
                  <a:lnTo>
                    <a:pt x="1856494" y="2278200"/>
                  </a:lnTo>
                  <a:lnTo>
                    <a:pt x="1855638" y="2278200"/>
                  </a:lnTo>
                  <a:lnTo>
                    <a:pt x="1854782" y="2278200"/>
                  </a:lnTo>
                  <a:lnTo>
                    <a:pt x="1853927" y="2278200"/>
                  </a:lnTo>
                  <a:lnTo>
                    <a:pt x="1853071" y="2278200"/>
                  </a:lnTo>
                  <a:lnTo>
                    <a:pt x="1852216" y="2278200"/>
                  </a:lnTo>
                  <a:lnTo>
                    <a:pt x="1851360" y="2278200"/>
                  </a:lnTo>
                  <a:lnTo>
                    <a:pt x="1850505" y="2278200"/>
                  </a:lnTo>
                  <a:lnTo>
                    <a:pt x="1849649" y="2278200"/>
                  </a:lnTo>
                  <a:lnTo>
                    <a:pt x="1848794" y="2278200"/>
                  </a:lnTo>
                  <a:lnTo>
                    <a:pt x="1847938" y="2278200"/>
                  </a:lnTo>
                  <a:lnTo>
                    <a:pt x="1847083" y="2278200"/>
                  </a:lnTo>
                  <a:lnTo>
                    <a:pt x="1846227" y="2278200"/>
                  </a:lnTo>
                  <a:lnTo>
                    <a:pt x="1845372" y="2278200"/>
                  </a:lnTo>
                  <a:lnTo>
                    <a:pt x="1844516" y="2278200"/>
                  </a:lnTo>
                  <a:lnTo>
                    <a:pt x="1843661" y="2278200"/>
                  </a:lnTo>
                  <a:lnTo>
                    <a:pt x="1842805" y="2278200"/>
                  </a:lnTo>
                  <a:lnTo>
                    <a:pt x="1841950" y="2278200"/>
                  </a:lnTo>
                  <a:lnTo>
                    <a:pt x="1841094" y="2278200"/>
                  </a:lnTo>
                  <a:lnTo>
                    <a:pt x="1840239" y="2278200"/>
                  </a:lnTo>
                  <a:lnTo>
                    <a:pt x="1839383" y="2278200"/>
                  </a:lnTo>
                  <a:lnTo>
                    <a:pt x="1838527" y="2278200"/>
                  </a:lnTo>
                  <a:lnTo>
                    <a:pt x="1837672" y="2278200"/>
                  </a:lnTo>
                  <a:lnTo>
                    <a:pt x="1836816" y="2278200"/>
                  </a:lnTo>
                  <a:lnTo>
                    <a:pt x="1835961" y="2278200"/>
                  </a:lnTo>
                  <a:lnTo>
                    <a:pt x="1835105" y="2278200"/>
                  </a:lnTo>
                  <a:lnTo>
                    <a:pt x="1834250" y="2278200"/>
                  </a:lnTo>
                  <a:lnTo>
                    <a:pt x="1833394" y="2278200"/>
                  </a:lnTo>
                  <a:lnTo>
                    <a:pt x="1832539" y="2278200"/>
                  </a:lnTo>
                  <a:lnTo>
                    <a:pt x="1831683" y="2278200"/>
                  </a:lnTo>
                  <a:lnTo>
                    <a:pt x="1830828" y="2278200"/>
                  </a:lnTo>
                  <a:lnTo>
                    <a:pt x="1829972" y="2278200"/>
                  </a:lnTo>
                  <a:lnTo>
                    <a:pt x="1829117" y="2278200"/>
                  </a:lnTo>
                  <a:lnTo>
                    <a:pt x="1828261" y="2278200"/>
                  </a:lnTo>
                  <a:lnTo>
                    <a:pt x="1827406" y="2278200"/>
                  </a:lnTo>
                  <a:lnTo>
                    <a:pt x="1826550" y="2278200"/>
                  </a:lnTo>
                  <a:lnTo>
                    <a:pt x="1825695" y="2278200"/>
                  </a:lnTo>
                  <a:lnTo>
                    <a:pt x="1824839" y="2278200"/>
                  </a:lnTo>
                  <a:lnTo>
                    <a:pt x="1823983" y="2278200"/>
                  </a:lnTo>
                  <a:lnTo>
                    <a:pt x="1823128" y="2278200"/>
                  </a:lnTo>
                  <a:lnTo>
                    <a:pt x="1822272" y="2278200"/>
                  </a:lnTo>
                  <a:lnTo>
                    <a:pt x="1821417" y="2278200"/>
                  </a:lnTo>
                  <a:lnTo>
                    <a:pt x="1820561" y="2278200"/>
                  </a:lnTo>
                  <a:lnTo>
                    <a:pt x="1819706" y="2278200"/>
                  </a:lnTo>
                  <a:lnTo>
                    <a:pt x="1818850" y="2278200"/>
                  </a:lnTo>
                  <a:lnTo>
                    <a:pt x="1817995" y="2278200"/>
                  </a:lnTo>
                  <a:lnTo>
                    <a:pt x="1817139" y="2278200"/>
                  </a:lnTo>
                  <a:lnTo>
                    <a:pt x="1816284" y="2278200"/>
                  </a:lnTo>
                  <a:lnTo>
                    <a:pt x="1815428" y="2278200"/>
                  </a:lnTo>
                  <a:lnTo>
                    <a:pt x="1814573" y="2278200"/>
                  </a:lnTo>
                  <a:lnTo>
                    <a:pt x="1813717" y="2278200"/>
                  </a:lnTo>
                  <a:lnTo>
                    <a:pt x="1812862" y="2278200"/>
                  </a:lnTo>
                  <a:lnTo>
                    <a:pt x="1812006" y="2278200"/>
                  </a:lnTo>
                  <a:lnTo>
                    <a:pt x="1811151" y="2278200"/>
                  </a:lnTo>
                  <a:lnTo>
                    <a:pt x="1810295" y="2278200"/>
                  </a:lnTo>
                  <a:lnTo>
                    <a:pt x="1809440" y="2278200"/>
                  </a:lnTo>
                  <a:lnTo>
                    <a:pt x="1808584" y="2278200"/>
                  </a:lnTo>
                  <a:lnTo>
                    <a:pt x="1807728" y="2278200"/>
                  </a:lnTo>
                  <a:lnTo>
                    <a:pt x="1806873" y="2278200"/>
                  </a:lnTo>
                  <a:lnTo>
                    <a:pt x="1806017" y="2278200"/>
                  </a:lnTo>
                  <a:lnTo>
                    <a:pt x="1805162" y="2278200"/>
                  </a:lnTo>
                  <a:lnTo>
                    <a:pt x="1804306" y="2278200"/>
                  </a:lnTo>
                  <a:lnTo>
                    <a:pt x="1803451" y="2278200"/>
                  </a:lnTo>
                  <a:lnTo>
                    <a:pt x="1802595" y="2278200"/>
                  </a:lnTo>
                  <a:lnTo>
                    <a:pt x="1801740" y="2278200"/>
                  </a:lnTo>
                  <a:lnTo>
                    <a:pt x="1800884" y="2278200"/>
                  </a:lnTo>
                  <a:lnTo>
                    <a:pt x="1800029" y="2278200"/>
                  </a:lnTo>
                  <a:lnTo>
                    <a:pt x="1799173" y="2278200"/>
                  </a:lnTo>
                  <a:lnTo>
                    <a:pt x="1798318" y="2278200"/>
                  </a:lnTo>
                  <a:lnTo>
                    <a:pt x="1797462" y="2278200"/>
                  </a:lnTo>
                  <a:lnTo>
                    <a:pt x="1796607" y="2278200"/>
                  </a:lnTo>
                  <a:lnTo>
                    <a:pt x="1795751" y="2278200"/>
                  </a:lnTo>
                  <a:lnTo>
                    <a:pt x="1794896" y="2278200"/>
                  </a:lnTo>
                  <a:lnTo>
                    <a:pt x="1794040" y="2278200"/>
                  </a:lnTo>
                  <a:lnTo>
                    <a:pt x="1793185" y="2278200"/>
                  </a:lnTo>
                  <a:lnTo>
                    <a:pt x="1792329" y="2278200"/>
                  </a:lnTo>
                  <a:lnTo>
                    <a:pt x="1791473" y="2278200"/>
                  </a:lnTo>
                  <a:lnTo>
                    <a:pt x="1790618" y="2278200"/>
                  </a:lnTo>
                  <a:lnTo>
                    <a:pt x="1789762" y="2278200"/>
                  </a:lnTo>
                  <a:lnTo>
                    <a:pt x="1788907" y="2278200"/>
                  </a:lnTo>
                  <a:lnTo>
                    <a:pt x="1788051" y="2278200"/>
                  </a:lnTo>
                  <a:lnTo>
                    <a:pt x="1787196" y="2278200"/>
                  </a:lnTo>
                  <a:lnTo>
                    <a:pt x="1786340" y="2278200"/>
                  </a:lnTo>
                  <a:lnTo>
                    <a:pt x="1785485" y="2278200"/>
                  </a:lnTo>
                  <a:lnTo>
                    <a:pt x="1784629" y="2278200"/>
                  </a:lnTo>
                  <a:lnTo>
                    <a:pt x="1783774" y="2278200"/>
                  </a:lnTo>
                  <a:lnTo>
                    <a:pt x="1782918" y="2278200"/>
                  </a:lnTo>
                  <a:lnTo>
                    <a:pt x="1782063" y="2278200"/>
                  </a:lnTo>
                  <a:lnTo>
                    <a:pt x="1781207" y="2278200"/>
                  </a:lnTo>
                  <a:lnTo>
                    <a:pt x="1780352" y="2278200"/>
                  </a:lnTo>
                  <a:lnTo>
                    <a:pt x="1779496" y="2278200"/>
                  </a:lnTo>
                  <a:lnTo>
                    <a:pt x="1778641" y="2278200"/>
                  </a:lnTo>
                  <a:lnTo>
                    <a:pt x="1777785" y="2278200"/>
                  </a:lnTo>
                  <a:lnTo>
                    <a:pt x="1776929" y="2278200"/>
                  </a:lnTo>
                  <a:lnTo>
                    <a:pt x="1776074" y="2278200"/>
                  </a:lnTo>
                  <a:lnTo>
                    <a:pt x="1775218" y="2278200"/>
                  </a:lnTo>
                  <a:lnTo>
                    <a:pt x="1774363" y="2278200"/>
                  </a:lnTo>
                  <a:lnTo>
                    <a:pt x="1773507" y="2278200"/>
                  </a:lnTo>
                  <a:lnTo>
                    <a:pt x="1772652" y="2278200"/>
                  </a:lnTo>
                  <a:lnTo>
                    <a:pt x="1771796" y="2278200"/>
                  </a:lnTo>
                  <a:lnTo>
                    <a:pt x="1770941" y="2278200"/>
                  </a:lnTo>
                  <a:lnTo>
                    <a:pt x="1770085" y="2278200"/>
                  </a:lnTo>
                  <a:lnTo>
                    <a:pt x="1769230" y="2278200"/>
                  </a:lnTo>
                  <a:lnTo>
                    <a:pt x="1768374" y="2278200"/>
                  </a:lnTo>
                  <a:lnTo>
                    <a:pt x="1767519" y="2278200"/>
                  </a:lnTo>
                  <a:lnTo>
                    <a:pt x="1766663" y="2278200"/>
                  </a:lnTo>
                  <a:lnTo>
                    <a:pt x="1765808" y="2278200"/>
                  </a:lnTo>
                  <a:lnTo>
                    <a:pt x="1764952" y="2278200"/>
                  </a:lnTo>
                  <a:lnTo>
                    <a:pt x="1764097" y="2278200"/>
                  </a:lnTo>
                  <a:lnTo>
                    <a:pt x="1763241" y="2278200"/>
                  </a:lnTo>
                  <a:lnTo>
                    <a:pt x="1762386" y="2278200"/>
                  </a:lnTo>
                  <a:lnTo>
                    <a:pt x="1761530" y="2278200"/>
                  </a:lnTo>
                  <a:lnTo>
                    <a:pt x="1760674" y="2278200"/>
                  </a:lnTo>
                  <a:lnTo>
                    <a:pt x="1759819" y="2278200"/>
                  </a:lnTo>
                  <a:lnTo>
                    <a:pt x="1758963" y="2278200"/>
                  </a:lnTo>
                  <a:lnTo>
                    <a:pt x="1758108" y="2278200"/>
                  </a:lnTo>
                  <a:lnTo>
                    <a:pt x="1757252" y="2278200"/>
                  </a:lnTo>
                  <a:lnTo>
                    <a:pt x="1756397" y="2278200"/>
                  </a:lnTo>
                  <a:lnTo>
                    <a:pt x="1755541" y="2278200"/>
                  </a:lnTo>
                  <a:lnTo>
                    <a:pt x="1754686" y="2278200"/>
                  </a:lnTo>
                  <a:lnTo>
                    <a:pt x="1753830" y="2278200"/>
                  </a:lnTo>
                  <a:lnTo>
                    <a:pt x="1752975" y="2278200"/>
                  </a:lnTo>
                  <a:lnTo>
                    <a:pt x="1752119" y="2278200"/>
                  </a:lnTo>
                  <a:lnTo>
                    <a:pt x="1751264" y="2278200"/>
                  </a:lnTo>
                  <a:lnTo>
                    <a:pt x="1750408" y="2278200"/>
                  </a:lnTo>
                  <a:lnTo>
                    <a:pt x="1749553" y="2278200"/>
                  </a:lnTo>
                  <a:lnTo>
                    <a:pt x="1748697" y="2278200"/>
                  </a:lnTo>
                  <a:lnTo>
                    <a:pt x="1747842" y="2278200"/>
                  </a:lnTo>
                  <a:lnTo>
                    <a:pt x="1746986" y="2278200"/>
                  </a:lnTo>
                  <a:lnTo>
                    <a:pt x="1746131" y="2278200"/>
                  </a:lnTo>
                  <a:lnTo>
                    <a:pt x="1745275" y="2278200"/>
                  </a:lnTo>
                  <a:lnTo>
                    <a:pt x="1744419" y="2278200"/>
                  </a:lnTo>
                  <a:lnTo>
                    <a:pt x="1743564" y="2278200"/>
                  </a:lnTo>
                  <a:lnTo>
                    <a:pt x="1742708" y="2278200"/>
                  </a:lnTo>
                  <a:lnTo>
                    <a:pt x="1741853" y="2278200"/>
                  </a:lnTo>
                  <a:lnTo>
                    <a:pt x="1740997" y="2278200"/>
                  </a:lnTo>
                  <a:lnTo>
                    <a:pt x="1740142" y="2278200"/>
                  </a:lnTo>
                  <a:lnTo>
                    <a:pt x="1739286" y="2278200"/>
                  </a:lnTo>
                  <a:lnTo>
                    <a:pt x="1738431" y="2278200"/>
                  </a:lnTo>
                  <a:lnTo>
                    <a:pt x="1737575" y="2278200"/>
                  </a:lnTo>
                  <a:lnTo>
                    <a:pt x="1736720" y="2278200"/>
                  </a:lnTo>
                  <a:lnTo>
                    <a:pt x="1735864" y="2278200"/>
                  </a:lnTo>
                  <a:lnTo>
                    <a:pt x="1735009" y="2278200"/>
                  </a:lnTo>
                  <a:lnTo>
                    <a:pt x="1734153" y="2278200"/>
                  </a:lnTo>
                  <a:lnTo>
                    <a:pt x="1733298" y="2278200"/>
                  </a:lnTo>
                  <a:lnTo>
                    <a:pt x="1732442" y="2278200"/>
                  </a:lnTo>
                  <a:lnTo>
                    <a:pt x="1731587" y="2278200"/>
                  </a:lnTo>
                  <a:lnTo>
                    <a:pt x="1730731" y="2278200"/>
                  </a:lnTo>
                  <a:lnTo>
                    <a:pt x="1729876" y="2278200"/>
                  </a:lnTo>
                  <a:lnTo>
                    <a:pt x="1729020" y="2278200"/>
                  </a:lnTo>
                  <a:lnTo>
                    <a:pt x="1728164" y="2278200"/>
                  </a:lnTo>
                  <a:lnTo>
                    <a:pt x="1727309" y="2278200"/>
                  </a:lnTo>
                  <a:lnTo>
                    <a:pt x="1726453" y="2278200"/>
                  </a:lnTo>
                  <a:lnTo>
                    <a:pt x="1725598" y="2278200"/>
                  </a:lnTo>
                  <a:lnTo>
                    <a:pt x="1724742" y="2278200"/>
                  </a:lnTo>
                  <a:lnTo>
                    <a:pt x="1723887" y="2278200"/>
                  </a:lnTo>
                  <a:lnTo>
                    <a:pt x="1723031" y="2278200"/>
                  </a:lnTo>
                  <a:lnTo>
                    <a:pt x="1722176" y="2278200"/>
                  </a:lnTo>
                  <a:lnTo>
                    <a:pt x="1721320" y="2278200"/>
                  </a:lnTo>
                  <a:lnTo>
                    <a:pt x="1720465" y="2278200"/>
                  </a:lnTo>
                  <a:lnTo>
                    <a:pt x="1719609" y="2278200"/>
                  </a:lnTo>
                  <a:lnTo>
                    <a:pt x="1718754" y="2278200"/>
                  </a:lnTo>
                  <a:lnTo>
                    <a:pt x="1717898" y="2278200"/>
                  </a:lnTo>
                  <a:lnTo>
                    <a:pt x="1717043" y="2278200"/>
                  </a:lnTo>
                  <a:lnTo>
                    <a:pt x="1716187" y="2278200"/>
                  </a:lnTo>
                  <a:lnTo>
                    <a:pt x="1715332" y="2278200"/>
                  </a:lnTo>
                  <a:lnTo>
                    <a:pt x="1714476" y="2278200"/>
                  </a:lnTo>
                  <a:lnTo>
                    <a:pt x="1713620" y="2278200"/>
                  </a:lnTo>
                  <a:lnTo>
                    <a:pt x="1712765" y="2278200"/>
                  </a:lnTo>
                  <a:lnTo>
                    <a:pt x="1711909" y="2278200"/>
                  </a:lnTo>
                  <a:lnTo>
                    <a:pt x="1711054" y="2278200"/>
                  </a:lnTo>
                  <a:lnTo>
                    <a:pt x="1710198" y="2278200"/>
                  </a:lnTo>
                  <a:lnTo>
                    <a:pt x="1709343" y="2278200"/>
                  </a:lnTo>
                  <a:lnTo>
                    <a:pt x="1708487" y="2278200"/>
                  </a:lnTo>
                  <a:lnTo>
                    <a:pt x="1707632" y="2278200"/>
                  </a:lnTo>
                  <a:lnTo>
                    <a:pt x="1706776" y="2278200"/>
                  </a:lnTo>
                  <a:lnTo>
                    <a:pt x="1705921" y="2278200"/>
                  </a:lnTo>
                  <a:lnTo>
                    <a:pt x="1705065" y="2278200"/>
                  </a:lnTo>
                  <a:lnTo>
                    <a:pt x="1704210" y="2278200"/>
                  </a:lnTo>
                  <a:lnTo>
                    <a:pt x="1703354" y="2278200"/>
                  </a:lnTo>
                  <a:lnTo>
                    <a:pt x="1702499" y="2278200"/>
                  </a:lnTo>
                  <a:lnTo>
                    <a:pt x="1701643" y="2278200"/>
                  </a:lnTo>
                  <a:lnTo>
                    <a:pt x="1700788" y="2278200"/>
                  </a:lnTo>
                  <a:lnTo>
                    <a:pt x="1699932" y="2278200"/>
                  </a:lnTo>
                  <a:lnTo>
                    <a:pt x="1699077" y="2278200"/>
                  </a:lnTo>
                  <a:lnTo>
                    <a:pt x="1698221" y="2278200"/>
                  </a:lnTo>
                  <a:lnTo>
                    <a:pt x="1697365" y="2278200"/>
                  </a:lnTo>
                  <a:lnTo>
                    <a:pt x="1696510" y="2278200"/>
                  </a:lnTo>
                  <a:lnTo>
                    <a:pt x="1695654" y="2278200"/>
                  </a:lnTo>
                  <a:lnTo>
                    <a:pt x="1694799" y="2278200"/>
                  </a:lnTo>
                  <a:lnTo>
                    <a:pt x="1693943" y="2278200"/>
                  </a:lnTo>
                  <a:lnTo>
                    <a:pt x="1693088" y="2278200"/>
                  </a:lnTo>
                  <a:lnTo>
                    <a:pt x="1692232" y="2278200"/>
                  </a:lnTo>
                  <a:lnTo>
                    <a:pt x="1691377" y="2278200"/>
                  </a:lnTo>
                  <a:lnTo>
                    <a:pt x="1690521" y="2278200"/>
                  </a:lnTo>
                  <a:lnTo>
                    <a:pt x="1689666" y="2278200"/>
                  </a:lnTo>
                  <a:lnTo>
                    <a:pt x="1688810" y="2278200"/>
                  </a:lnTo>
                  <a:lnTo>
                    <a:pt x="1687955" y="2278200"/>
                  </a:lnTo>
                  <a:lnTo>
                    <a:pt x="1687099" y="2278200"/>
                  </a:lnTo>
                  <a:lnTo>
                    <a:pt x="1686244" y="2278200"/>
                  </a:lnTo>
                  <a:lnTo>
                    <a:pt x="1685388" y="2278200"/>
                  </a:lnTo>
                  <a:lnTo>
                    <a:pt x="1684533" y="2278200"/>
                  </a:lnTo>
                  <a:lnTo>
                    <a:pt x="1683677" y="2278200"/>
                  </a:lnTo>
                  <a:lnTo>
                    <a:pt x="1682822" y="2278200"/>
                  </a:lnTo>
                  <a:lnTo>
                    <a:pt x="1681966" y="2278200"/>
                  </a:lnTo>
                  <a:lnTo>
                    <a:pt x="1681110" y="2278200"/>
                  </a:lnTo>
                  <a:lnTo>
                    <a:pt x="1680255" y="2278200"/>
                  </a:lnTo>
                  <a:lnTo>
                    <a:pt x="1679399" y="2278200"/>
                  </a:lnTo>
                  <a:lnTo>
                    <a:pt x="1678544" y="2278200"/>
                  </a:lnTo>
                  <a:lnTo>
                    <a:pt x="1677688" y="2278200"/>
                  </a:lnTo>
                  <a:lnTo>
                    <a:pt x="1676833" y="2278200"/>
                  </a:lnTo>
                  <a:lnTo>
                    <a:pt x="1675977" y="2278200"/>
                  </a:lnTo>
                  <a:lnTo>
                    <a:pt x="1675122" y="2278200"/>
                  </a:lnTo>
                  <a:lnTo>
                    <a:pt x="1674266" y="2278200"/>
                  </a:lnTo>
                  <a:lnTo>
                    <a:pt x="1673411" y="2278200"/>
                  </a:lnTo>
                  <a:lnTo>
                    <a:pt x="1672555" y="2278200"/>
                  </a:lnTo>
                  <a:lnTo>
                    <a:pt x="1671700" y="2278200"/>
                  </a:lnTo>
                  <a:lnTo>
                    <a:pt x="1670844" y="2278200"/>
                  </a:lnTo>
                  <a:lnTo>
                    <a:pt x="1669989" y="2278200"/>
                  </a:lnTo>
                  <a:lnTo>
                    <a:pt x="1669133" y="2278200"/>
                  </a:lnTo>
                  <a:lnTo>
                    <a:pt x="1668278" y="2278200"/>
                  </a:lnTo>
                  <a:lnTo>
                    <a:pt x="1667422" y="2278200"/>
                  </a:lnTo>
                  <a:lnTo>
                    <a:pt x="1666566" y="2278200"/>
                  </a:lnTo>
                  <a:lnTo>
                    <a:pt x="1665711" y="2278200"/>
                  </a:lnTo>
                  <a:lnTo>
                    <a:pt x="1664855" y="2278200"/>
                  </a:lnTo>
                  <a:lnTo>
                    <a:pt x="1664000" y="2278200"/>
                  </a:lnTo>
                  <a:lnTo>
                    <a:pt x="1663144" y="2278200"/>
                  </a:lnTo>
                  <a:lnTo>
                    <a:pt x="1662289" y="2278200"/>
                  </a:lnTo>
                  <a:lnTo>
                    <a:pt x="1661433" y="2278200"/>
                  </a:lnTo>
                  <a:lnTo>
                    <a:pt x="1660578" y="2278200"/>
                  </a:lnTo>
                  <a:lnTo>
                    <a:pt x="1659722" y="2278200"/>
                  </a:lnTo>
                  <a:lnTo>
                    <a:pt x="1658867" y="2278200"/>
                  </a:lnTo>
                  <a:lnTo>
                    <a:pt x="1658011" y="2278200"/>
                  </a:lnTo>
                  <a:lnTo>
                    <a:pt x="1657156" y="2278200"/>
                  </a:lnTo>
                  <a:lnTo>
                    <a:pt x="1656300" y="2278200"/>
                  </a:lnTo>
                  <a:lnTo>
                    <a:pt x="1655445" y="2278200"/>
                  </a:lnTo>
                  <a:lnTo>
                    <a:pt x="1654589" y="2278200"/>
                  </a:lnTo>
                  <a:lnTo>
                    <a:pt x="1653734" y="2278200"/>
                  </a:lnTo>
                  <a:lnTo>
                    <a:pt x="1652878" y="2278200"/>
                  </a:lnTo>
                  <a:lnTo>
                    <a:pt x="1652023" y="2278200"/>
                  </a:lnTo>
                  <a:lnTo>
                    <a:pt x="1651167" y="2278200"/>
                  </a:lnTo>
                  <a:lnTo>
                    <a:pt x="1650311" y="2278200"/>
                  </a:lnTo>
                  <a:lnTo>
                    <a:pt x="1649456" y="2278200"/>
                  </a:lnTo>
                  <a:lnTo>
                    <a:pt x="1648600" y="2278200"/>
                  </a:lnTo>
                  <a:lnTo>
                    <a:pt x="1647745" y="2278200"/>
                  </a:lnTo>
                  <a:lnTo>
                    <a:pt x="1646889" y="2278200"/>
                  </a:lnTo>
                  <a:lnTo>
                    <a:pt x="1646034" y="2278200"/>
                  </a:lnTo>
                  <a:lnTo>
                    <a:pt x="1645178" y="2278200"/>
                  </a:lnTo>
                  <a:lnTo>
                    <a:pt x="1644323" y="2278200"/>
                  </a:lnTo>
                  <a:lnTo>
                    <a:pt x="1643467" y="2278200"/>
                  </a:lnTo>
                  <a:lnTo>
                    <a:pt x="1642612" y="2278200"/>
                  </a:lnTo>
                  <a:lnTo>
                    <a:pt x="1641756" y="2278200"/>
                  </a:lnTo>
                  <a:lnTo>
                    <a:pt x="1640901" y="2278200"/>
                  </a:lnTo>
                  <a:lnTo>
                    <a:pt x="1640045" y="2278200"/>
                  </a:lnTo>
                  <a:lnTo>
                    <a:pt x="1639190" y="2278200"/>
                  </a:lnTo>
                  <a:lnTo>
                    <a:pt x="1638334" y="2278200"/>
                  </a:lnTo>
                  <a:lnTo>
                    <a:pt x="1637479" y="2278200"/>
                  </a:lnTo>
                  <a:lnTo>
                    <a:pt x="1636623" y="2278200"/>
                  </a:lnTo>
                  <a:lnTo>
                    <a:pt x="1635768" y="2278200"/>
                  </a:lnTo>
                  <a:lnTo>
                    <a:pt x="1634912" y="2278200"/>
                  </a:lnTo>
                  <a:lnTo>
                    <a:pt x="1634056" y="2278200"/>
                  </a:lnTo>
                  <a:lnTo>
                    <a:pt x="1633201" y="2278200"/>
                  </a:lnTo>
                  <a:lnTo>
                    <a:pt x="1632345" y="2278200"/>
                  </a:lnTo>
                  <a:lnTo>
                    <a:pt x="1631490" y="2278200"/>
                  </a:lnTo>
                  <a:lnTo>
                    <a:pt x="1630634" y="2278200"/>
                  </a:lnTo>
                  <a:lnTo>
                    <a:pt x="1629779" y="2278200"/>
                  </a:lnTo>
                  <a:lnTo>
                    <a:pt x="1628923" y="2278200"/>
                  </a:lnTo>
                  <a:lnTo>
                    <a:pt x="1628068" y="2278200"/>
                  </a:lnTo>
                  <a:lnTo>
                    <a:pt x="1627212" y="2278200"/>
                  </a:lnTo>
                  <a:lnTo>
                    <a:pt x="1626357" y="2278200"/>
                  </a:lnTo>
                  <a:lnTo>
                    <a:pt x="1625501" y="2278200"/>
                  </a:lnTo>
                  <a:lnTo>
                    <a:pt x="1624646" y="2278200"/>
                  </a:lnTo>
                  <a:lnTo>
                    <a:pt x="1623790" y="2278200"/>
                  </a:lnTo>
                  <a:lnTo>
                    <a:pt x="1622935" y="2278200"/>
                  </a:lnTo>
                  <a:lnTo>
                    <a:pt x="1622079" y="2278200"/>
                  </a:lnTo>
                  <a:lnTo>
                    <a:pt x="1621224" y="2278200"/>
                  </a:lnTo>
                  <a:lnTo>
                    <a:pt x="1620368" y="2278200"/>
                  </a:lnTo>
                  <a:lnTo>
                    <a:pt x="1619512" y="2278200"/>
                  </a:lnTo>
                  <a:lnTo>
                    <a:pt x="1618657" y="2278200"/>
                  </a:lnTo>
                  <a:lnTo>
                    <a:pt x="1617801" y="2278200"/>
                  </a:lnTo>
                  <a:lnTo>
                    <a:pt x="1616946" y="2278200"/>
                  </a:lnTo>
                  <a:lnTo>
                    <a:pt x="1616090" y="2278200"/>
                  </a:lnTo>
                  <a:lnTo>
                    <a:pt x="1615235" y="2278200"/>
                  </a:lnTo>
                  <a:lnTo>
                    <a:pt x="1614379" y="2278200"/>
                  </a:lnTo>
                  <a:lnTo>
                    <a:pt x="1613524" y="2278200"/>
                  </a:lnTo>
                  <a:lnTo>
                    <a:pt x="1612668" y="2278200"/>
                  </a:lnTo>
                  <a:lnTo>
                    <a:pt x="1611813" y="2278200"/>
                  </a:lnTo>
                  <a:lnTo>
                    <a:pt x="1610957" y="2278200"/>
                  </a:lnTo>
                  <a:lnTo>
                    <a:pt x="1610102" y="2278200"/>
                  </a:lnTo>
                  <a:lnTo>
                    <a:pt x="1609246" y="2278200"/>
                  </a:lnTo>
                  <a:lnTo>
                    <a:pt x="1608391" y="2278200"/>
                  </a:lnTo>
                  <a:lnTo>
                    <a:pt x="1607535" y="2278200"/>
                  </a:lnTo>
                  <a:lnTo>
                    <a:pt x="1606680" y="2278200"/>
                  </a:lnTo>
                  <a:lnTo>
                    <a:pt x="1605824" y="2278200"/>
                  </a:lnTo>
                  <a:lnTo>
                    <a:pt x="1604969" y="2278200"/>
                  </a:lnTo>
                  <a:lnTo>
                    <a:pt x="1604113" y="2278200"/>
                  </a:lnTo>
                  <a:lnTo>
                    <a:pt x="1603257" y="2278200"/>
                  </a:lnTo>
                  <a:lnTo>
                    <a:pt x="1602402" y="2278200"/>
                  </a:lnTo>
                  <a:lnTo>
                    <a:pt x="1601546" y="2278200"/>
                  </a:lnTo>
                  <a:lnTo>
                    <a:pt x="1600691" y="2278200"/>
                  </a:lnTo>
                  <a:lnTo>
                    <a:pt x="1599835" y="2278200"/>
                  </a:lnTo>
                  <a:lnTo>
                    <a:pt x="1598980" y="2278200"/>
                  </a:lnTo>
                  <a:lnTo>
                    <a:pt x="1598124" y="2278200"/>
                  </a:lnTo>
                  <a:lnTo>
                    <a:pt x="1597269" y="2278200"/>
                  </a:lnTo>
                  <a:lnTo>
                    <a:pt x="1596413" y="2278200"/>
                  </a:lnTo>
                  <a:lnTo>
                    <a:pt x="1595558" y="2278200"/>
                  </a:lnTo>
                  <a:lnTo>
                    <a:pt x="1594702" y="2278200"/>
                  </a:lnTo>
                  <a:lnTo>
                    <a:pt x="1593847" y="2278200"/>
                  </a:lnTo>
                  <a:lnTo>
                    <a:pt x="1592991" y="2278200"/>
                  </a:lnTo>
                  <a:lnTo>
                    <a:pt x="1592136" y="2278200"/>
                  </a:lnTo>
                  <a:lnTo>
                    <a:pt x="1591280" y="2278200"/>
                  </a:lnTo>
                  <a:lnTo>
                    <a:pt x="1590425" y="2278200"/>
                  </a:lnTo>
                  <a:lnTo>
                    <a:pt x="1589569" y="2278200"/>
                  </a:lnTo>
                  <a:lnTo>
                    <a:pt x="1588714" y="2278200"/>
                  </a:lnTo>
                  <a:lnTo>
                    <a:pt x="1587858" y="2278200"/>
                  </a:lnTo>
                  <a:lnTo>
                    <a:pt x="1587002" y="2278200"/>
                  </a:lnTo>
                  <a:lnTo>
                    <a:pt x="1586147" y="2278200"/>
                  </a:lnTo>
                  <a:lnTo>
                    <a:pt x="1585291" y="2278200"/>
                  </a:lnTo>
                  <a:lnTo>
                    <a:pt x="1584436" y="2278200"/>
                  </a:lnTo>
                  <a:lnTo>
                    <a:pt x="1583580" y="2278200"/>
                  </a:lnTo>
                  <a:lnTo>
                    <a:pt x="1582725" y="2278200"/>
                  </a:lnTo>
                  <a:lnTo>
                    <a:pt x="1581869" y="2278200"/>
                  </a:lnTo>
                  <a:lnTo>
                    <a:pt x="1581014" y="2278200"/>
                  </a:lnTo>
                  <a:lnTo>
                    <a:pt x="1580158" y="2278200"/>
                  </a:lnTo>
                  <a:lnTo>
                    <a:pt x="1579303" y="2278200"/>
                  </a:lnTo>
                  <a:lnTo>
                    <a:pt x="1578447" y="2278200"/>
                  </a:lnTo>
                  <a:lnTo>
                    <a:pt x="1577592" y="2278200"/>
                  </a:lnTo>
                  <a:lnTo>
                    <a:pt x="1576736" y="2278200"/>
                  </a:lnTo>
                  <a:lnTo>
                    <a:pt x="1575881" y="2278200"/>
                  </a:lnTo>
                  <a:lnTo>
                    <a:pt x="1575025" y="2278200"/>
                  </a:lnTo>
                  <a:lnTo>
                    <a:pt x="1574170" y="2278200"/>
                  </a:lnTo>
                  <a:lnTo>
                    <a:pt x="1573314" y="2278200"/>
                  </a:lnTo>
                  <a:lnTo>
                    <a:pt x="1572458" y="2278200"/>
                  </a:lnTo>
                  <a:lnTo>
                    <a:pt x="1571603" y="2278200"/>
                  </a:lnTo>
                  <a:lnTo>
                    <a:pt x="1570747" y="2278200"/>
                  </a:lnTo>
                  <a:lnTo>
                    <a:pt x="1569892" y="2278200"/>
                  </a:lnTo>
                  <a:lnTo>
                    <a:pt x="1569036" y="2278200"/>
                  </a:lnTo>
                  <a:lnTo>
                    <a:pt x="1568181" y="2278200"/>
                  </a:lnTo>
                  <a:lnTo>
                    <a:pt x="1567325" y="2278200"/>
                  </a:lnTo>
                  <a:lnTo>
                    <a:pt x="1566470" y="2278200"/>
                  </a:lnTo>
                  <a:lnTo>
                    <a:pt x="1565614" y="2278200"/>
                  </a:lnTo>
                  <a:lnTo>
                    <a:pt x="1564759" y="2278200"/>
                  </a:lnTo>
                  <a:lnTo>
                    <a:pt x="1563903" y="2278200"/>
                  </a:lnTo>
                  <a:lnTo>
                    <a:pt x="1563048" y="2278200"/>
                  </a:lnTo>
                  <a:lnTo>
                    <a:pt x="1562192" y="2278200"/>
                  </a:lnTo>
                  <a:lnTo>
                    <a:pt x="1561337" y="2278200"/>
                  </a:lnTo>
                  <a:lnTo>
                    <a:pt x="1560481" y="2278200"/>
                  </a:lnTo>
                  <a:lnTo>
                    <a:pt x="1559626" y="2278200"/>
                  </a:lnTo>
                  <a:lnTo>
                    <a:pt x="1558770" y="2278200"/>
                  </a:lnTo>
                  <a:lnTo>
                    <a:pt x="1557915" y="2278200"/>
                  </a:lnTo>
                  <a:lnTo>
                    <a:pt x="1557059" y="2278200"/>
                  </a:lnTo>
                  <a:lnTo>
                    <a:pt x="1556203" y="2278200"/>
                  </a:lnTo>
                  <a:lnTo>
                    <a:pt x="1555348" y="2278200"/>
                  </a:lnTo>
                  <a:lnTo>
                    <a:pt x="1554492" y="2278200"/>
                  </a:lnTo>
                  <a:lnTo>
                    <a:pt x="1553637" y="2278200"/>
                  </a:lnTo>
                  <a:lnTo>
                    <a:pt x="1552781" y="2278200"/>
                  </a:lnTo>
                  <a:lnTo>
                    <a:pt x="1551926" y="2278200"/>
                  </a:lnTo>
                  <a:lnTo>
                    <a:pt x="1551070" y="2278200"/>
                  </a:lnTo>
                  <a:lnTo>
                    <a:pt x="1550215" y="2278200"/>
                  </a:lnTo>
                  <a:lnTo>
                    <a:pt x="1549359" y="2278200"/>
                  </a:lnTo>
                  <a:lnTo>
                    <a:pt x="1548504" y="2278200"/>
                  </a:lnTo>
                  <a:lnTo>
                    <a:pt x="1547648" y="2278200"/>
                  </a:lnTo>
                  <a:lnTo>
                    <a:pt x="1546793" y="2278200"/>
                  </a:lnTo>
                  <a:lnTo>
                    <a:pt x="1545937" y="2278200"/>
                  </a:lnTo>
                  <a:lnTo>
                    <a:pt x="1545082" y="2278200"/>
                  </a:lnTo>
                  <a:lnTo>
                    <a:pt x="1544226" y="2278200"/>
                  </a:lnTo>
                  <a:lnTo>
                    <a:pt x="1543371" y="2278200"/>
                  </a:lnTo>
                  <a:lnTo>
                    <a:pt x="1542515" y="2278200"/>
                  </a:lnTo>
                  <a:lnTo>
                    <a:pt x="1541660" y="2278200"/>
                  </a:lnTo>
                  <a:lnTo>
                    <a:pt x="1540804" y="2278200"/>
                  </a:lnTo>
                  <a:lnTo>
                    <a:pt x="1539948" y="2278200"/>
                  </a:lnTo>
                  <a:lnTo>
                    <a:pt x="1539093" y="2278200"/>
                  </a:lnTo>
                  <a:lnTo>
                    <a:pt x="1538237" y="2278200"/>
                  </a:lnTo>
                  <a:lnTo>
                    <a:pt x="1537382" y="2278200"/>
                  </a:lnTo>
                  <a:lnTo>
                    <a:pt x="1536526" y="2278200"/>
                  </a:lnTo>
                  <a:lnTo>
                    <a:pt x="1535671" y="2278200"/>
                  </a:lnTo>
                  <a:lnTo>
                    <a:pt x="1534815" y="2278200"/>
                  </a:lnTo>
                  <a:lnTo>
                    <a:pt x="1533960" y="2278200"/>
                  </a:lnTo>
                  <a:lnTo>
                    <a:pt x="1533104" y="2278200"/>
                  </a:lnTo>
                  <a:lnTo>
                    <a:pt x="1532249" y="2278200"/>
                  </a:lnTo>
                  <a:lnTo>
                    <a:pt x="1531393" y="2278200"/>
                  </a:lnTo>
                  <a:lnTo>
                    <a:pt x="1530538" y="2278200"/>
                  </a:lnTo>
                  <a:lnTo>
                    <a:pt x="1529682" y="2278200"/>
                  </a:lnTo>
                  <a:lnTo>
                    <a:pt x="1528827" y="2278200"/>
                  </a:lnTo>
                  <a:lnTo>
                    <a:pt x="1527971" y="2278200"/>
                  </a:lnTo>
                  <a:lnTo>
                    <a:pt x="1527116" y="2278200"/>
                  </a:lnTo>
                  <a:lnTo>
                    <a:pt x="1526260" y="2278200"/>
                  </a:lnTo>
                  <a:lnTo>
                    <a:pt x="1525405" y="2278200"/>
                  </a:lnTo>
                  <a:lnTo>
                    <a:pt x="1524549" y="2278200"/>
                  </a:lnTo>
                  <a:lnTo>
                    <a:pt x="1523693" y="2278200"/>
                  </a:lnTo>
                  <a:lnTo>
                    <a:pt x="1522838" y="2278200"/>
                  </a:lnTo>
                  <a:lnTo>
                    <a:pt x="1521982" y="2278200"/>
                  </a:lnTo>
                  <a:lnTo>
                    <a:pt x="1521127" y="2278200"/>
                  </a:lnTo>
                  <a:lnTo>
                    <a:pt x="1520271" y="2278200"/>
                  </a:lnTo>
                  <a:lnTo>
                    <a:pt x="1519416" y="2278200"/>
                  </a:lnTo>
                  <a:lnTo>
                    <a:pt x="1518560" y="2278200"/>
                  </a:lnTo>
                  <a:lnTo>
                    <a:pt x="1517705" y="2278200"/>
                  </a:lnTo>
                  <a:lnTo>
                    <a:pt x="1516849" y="2278200"/>
                  </a:lnTo>
                  <a:lnTo>
                    <a:pt x="1515994" y="2278200"/>
                  </a:lnTo>
                  <a:lnTo>
                    <a:pt x="1515138" y="2278200"/>
                  </a:lnTo>
                  <a:lnTo>
                    <a:pt x="1514283" y="2278200"/>
                  </a:lnTo>
                  <a:lnTo>
                    <a:pt x="1513427" y="2278200"/>
                  </a:lnTo>
                  <a:lnTo>
                    <a:pt x="1512572" y="2278200"/>
                  </a:lnTo>
                  <a:lnTo>
                    <a:pt x="1511716" y="2278200"/>
                  </a:lnTo>
                  <a:lnTo>
                    <a:pt x="1510861" y="2278200"/>
                  </a:lnTo>
                  <a:lnTo>
                    <a:pt x="1510005" y="2278200"/>
                  </a:lnTo>
                  <a:lnTo>
                    <a:pt x="1509149" y="2278200"/>
                  </a:lnTo>
                  <a:lnTo>
                    <a:pt x="1508294" y="2278200"/>
                  </a:lnTo>
                  <a:lnTo>
                    <a:pt x="1507438" y="2278200"/>
                  </a:lnTo>
                  <a:lnTo>
                    <a:pt x="1506583" y="2278200"/>
                  </a:lnTo>
                  <a:lnTo>
                    <a:pt x="1505727" y="2278200"/>
                  </a:lnTo>
                  <a:lnTo>
                    <a:pt x="1504872" y="2278200"/>
                  </a:lnTo>
                  <a:lnTo>
                    <a:pt x="1504016" y="2278200"/>
                  </a:lnTo>
                  <a:lnTo>
                    <a:pt x="1503161" y="2278200"/>
                  </a:lnTo>
                  <a:lnTo>
                    <a:pt x="1502305" y="2278200"/>
                  </a:lnTo>
                  <a:lnTo>
                    <a:pt x="1501450" y="2278200"/>
                  </a:lnTo>
                  <a:lnTo>
                    <a:pt x="1500594" y="2278200"/>
                  </a:lnTo>
                  <a:lnTo>
                    <a:pt x="1499739" y="2278200"/>
                  </a:lnTo>
                  <a:lnTo>
                    <a:pt x="1498883" y="2278200"/>
                  </a:lnTo>
                  <a:lnTo>
                    <a:pt x="1498028" y="2278200"/>
                  </a:lnTo>
                  <a:lnTo>
                    <a:pt x="1497172" y="2278200"/>
                  </a:lnTo>
                  <a:lnTo>
                    <a:pt x="1496317" y="2278200"/>
                  </a:lnTo>
                  <a:lnTo>
                    <a:pt x="1495461" y="2278200"/>
                  </a:lnTo>
                  <a:lnTo>
                    <a:pt x="1494606" y="2278200"/>
                  </a:lnTo>
                  <a:lnTo>
                    <a:pt x="1493750" y="2278200"/>
                  </a:lnTo>
                  <a:lnTo>
                    <a:pt x="1492894" y="2278200"/>
                  </a:lnTo>
                  <a:lnTo>
                    <a:pt x="1492039" y="2278200"/>
                  </a:lnTo>
                  <a:lnTo>
                    <a:pt x="1491183" y="2278200"/>
                  </a:lnTo>
                  <a:lnTo>
                    <a:pt x="1490328" y="2278200"/>
                  </a:lnTo>
                  <a:lnTo>
                    <a:pt x="1489472" y="2278200"/>
                  </a:lnTo>
                  <a:lnTo>
                    <a:pt x="1488617" y="2278200"/>
                  </a:lnTo>
                  <a:lnTo>
                    <a:pt x="1487761" y="2278200"/>
                  </a:lnTo>
                  <a:lnTo>
                    <a:pt x="1486906" y="2278200"/>
                  </a:lnTo>
                  <a:lnTo>
                    <a:pt x="1486050" y="2278200"/>
                  </a:lnTo>
                  <a:lnTo>
                    <a:pt x="1485195" y="2278200"/>
                  </a:lnTo>
                  <a:lnTo>
                    <a:pt x="1484339" y="2278200"/>
                  </a:lnTo>
                  <a:lnTo>
                    <a:pt x="1483484" y="2278200"/>
                  </a:lnTo>
                  <a:lnTo>
                    <a:pt x="1482628" y="2278200"/>
                  </a:lnTo>
                  <a:lnTo>
                    <a:pt x="1481773" y="2278200"/>
                  </a:lnTo>
                  <a:lnTo>
                    <a:pt x="1480917" y="2278200"/>
                  </a:lnTo>
                  <a:lnTo>
                    <a:pt x="1480062" y="2278200"/>
                  </a:lnTo>
                  <a:lnTo>
                    <a:pt x="1479206" y="2278200"/>
                  </a:lnTo>
                  <a:lnTo>
                    <a:pt x="1478351" y="2278200"/>
                  </a:lnTo>
                  <a:lnTo>
                    <a:pt x="1477495" y="2278200"/>
                  </a:lnTo>
                  <a:lnTo>
                    <a:pt x="1476639" y="2278200"/>
                  </a:lnTo>
                  <a:lnTo>
                    <a:pt x="1475784" y="2278200"/>
                  </a:lnTo>
                  <a:lnTo>
                    <a:pt x="1474928" y="2278200"/>
                  </a:lnTo>
                  <a:lnTo>
                    <a:pt x="1474073" y="2278200"/>
                  </a:lnTo>
                  <a:lnTo>
                    <a:pt x="1473217" y="2278200"/>
                  </a:lnTo>
                  <a:lnTo>
                    <a:pt x="1472362" y="2278200"/>
                  </a:lnTo>
                  <a:lnTo>
                    <a:pt x="1471506" y="2278200"/>
                  </a:lnTo>
                  <a:lnTo>
                    <a:pt x="1470651" y="2278200"/>
                  </a:lnTo>
                  <a:lnTo>
                    <a:pt x="1469795" y="2278200"/>
                  </a:lnTo>
                  <a:lnTo>
                    <a:pt x="1468940" y="2278200"/>
                  </a:lnTo>
                  <a:lnTo>
                    <a:pt x="1468084" y="2278200"/>
                  </a:lnTo>
                  <a:lnTo>
                    <a:pt x="1467229" y="2278200"/>
                  </a:lnTo>
                  <a:lnTo>
                    <a:pt x="1466373" y="2278200"/>
                  </a:lnTo>
                  <a:lnTo>
                    <a:pt x="1465518" y="2278200"/>
                  </a:lnTo>
                  <a:lnTo>
                    <a:pt x="1464662" y="2278200"/>
                  </a:lnTo>
                  <a:lnTo>
                    <a:pt x="1463807" y="2278200"/>
                  </a:lnTo>
                  <a:lnTo>
                    <a:pt x="1462951" y="2278200"/>
                  </a:lnTo>
                  <a:lnTo>
                    <a:pt x="1462095" y="2278200"/>
                  </a:lnTo>
                  <a:lnTo>
                    <a:pt x="1461240" y="2278200"/>
                  </a:lnTo>
                  <a:lnTo>
                    <a:pt x="1460384" y="2278200"/>
                  </a:lnTo>
                  <a:lnTo>
                    <a:pt x="1459529" y="2278200"/>
                  </a:lnTo>
                  <a:lnTo>
                    <a:pt x="1458673" y="2278200"/>
                  </a:lnTo>
                  <a:lnTo>
                    <a:pt x="1457818" y="2278200"/>
                  </a:lnTo>
                  <a:lnTo>
                    <a:pt x="1456962" y="2278200"/>
                  </a:lnTo>
                  <a:lnTo>
                    <a:pt x="1456107" y="2278200"/>
                  </a:lnTo>
                  <a:lnTo>
                    <a:pt x="1455251" y="2278200"/>
                  </a:lnTo>
                  <a:lnTo>
                    <a:pt x="1454396" y="2278200"/>
                  </a:lnTo>
                  <a:lnTo>
                    <a:pt x="1453540" y="2278200"/>
                  </a:lnTo>
                  <a:lnTo>
                    <a:pt x="1452685" y="2278200"/>
                  </a:lnTo>
                  <a:lnTo>
                    <a:pt x="1451829" y="2278200"/>
                  </a:lnTo>
                  <a:lnTo>
                    <a:pt x="1450974" y="2278200"/>
                  </a:lnTo>
                  <a:lnTo>
                    <a:pt x="1450118" y="2278200"/>
                  </a:lnTo>
                  <a:lnTo>
                    <a:pt x="1449263" y="2278200"/>
                  </a:lnTo>
                  <a:lnTo>
                    <a:pt x="1448407" y="2278200"/>
                  </a:lnTo>
                  <a:lnTo>
                    <a:pt x="1447552" y="2278200"/>
                  </a:lnTo>
                  <a:lnTo>
                    <a:pt x="1446696" y="2278200"/>
                  </a:lnTo>
                  <a:lnTo>
                    <a:pt x="1445840" y="2278200"/>
                  </a:lnTo>
                  <a:lnTo>
                    <a:pt x="1444985" y="2278200"/>
                  </a:lnTo>
                  <a:lnTo>
                    <a:pt x="1444129" y="2278200"/>
                  </a:lnTo>
                  <a:lnTo>
                    <a:pt x="1443274" y="2278200"/>
                  </a:lnTo>
                  <a:lnTo>
                    <a:pt x="1442418" y="2278200"/>
                  </a:lnTo>
                  <a:lnTo>
                    <a:pt x="1441563" y="2278200"/>
                  </a:lnTo>
                  <a:lnTo>
                    <a:pt x="1440707" y="2278200"/>
                  </a:lnTo>
                  <a:lnTo>
                    <a:pt x="1439852" y="2278200"/>
                  </a:lnTo>
                  <a:lnTo>
                    <a:pt x="1438996" y="2278200"/>
                  </a:lnTo>
                  <a:lnTo>
                    <a:pt x="1438141" y="2278200"/>
                  </a:lnTo>
                  <a:lnTo>
                    <a:pt x="1437285" y="2278200"/>
                  </a:lnTo>
                  <a:lnTo>
                    <a:pt x="1436430" y="2278200"/>
                  </a:lnTo>
                  <a:lnTo>
                    <a:pt x="1435574" y="2278200"/>
                  </a:lnTo>
                  <a:lnTo>
                    <a:pt x="1434719" y="2278200"/>
                  </a:lnTo>
                  <a:lnTo>
                    <a:pt x="1433863" y="2278200"/>
                  </a:lnTo>
                  <a:lnTo>
                    <a:pt x="1433008" y="2278200"/>
                  </a:lnTo>
                  <a:lnTo>
                    <a:pt x="1432152" y="2278200"/>
                  </a:lnTo>
                  <a:lnTo>
                    <a:pt x="1431297" y="2278200"/>
                  </a:lnTo>
                  <a:lnTo>
                    <a:pt x="1430441" y="2278200"/>
                  </a:lnTo>
                  <a:lnTo>
                    <a:pt x="1429585" y="2278200"/>
                  </a:lnTo>
                  <a:lnTo>
                    <a:pt x="1428730" y="2278200"/>
                  </a:lnTo>
                  <a:lnTo>
                    <a:pt x="1427874" y="2278200"/>
                  </a:lnTo>
                  <a:lnTo>
                    <a:pt x="1427019" y="2278200"/>
                  </a:lnTo>
                  <a:lnTo>
                    <a:pt x="1426163" y="2278200"/>
                  </a:lnTo>
                  <a:lnTo>
                    <a:pt x="1425308" y="2278200"/>
                  </a:lnTo>
                  <a:lnTo>
                    <a:pt x="1424452" y="2278200"/>
                  </a:lnTo>
                  <a:lnTo>
                    <a:pt x="1423597" y="2278200"/>
                  </a:lnTo>
                  <a:lnTo>
                    <a:pt x="1422741" y="2278200"/>
                  </a:lnTo>
                  <a:lnTo>
                    <a:pt x="1421886" y="2278200"/>
                  </a:lnTo>
                  <a:lnTo>
                    <a:pt x="1421030" y="2278200"/>
                  </a:lnTo>
                  <a:lnTo>
                    <a:pt x="1420175" y="2278200"/>
                  </a:lnTo>
                  <a:lnTo>
                    <a:pt x="1419319" y="2278200"/>
                  </a:lnTo>
                  <a:lnTo>
                    <a:pt x="1418464" y="2278200"/>
                  </a:lnTo>
                  <a:lnTo>
                    <a:pt x="1417608" y="2278200"/>
                  </a:lnTo>
                  <a:lnTo>
                    <a:pt x="1416753" y="2278200"/>
                  </a:lnTo>
                  <a:lnTo>
                    <a:pt x="1415897" y="2278200"/>
                  </a:lnTo>
                  <a:lnTo>
                    <a:pt x="1415041" y="2278200"/>
                  </a:lnTo>
                  <a:lnTo>
                    <a:pt x="1414186" y="2278200"/>
                  </a:lnTo>
                  <a:lnTo>
                    <a:pt x="1413330" y="2278200"/>
                  </a:lnTo>
                  <a:lnTo>
                    <a:pt x="1412475" y="2278200"/>
                  </a:lnTo>
                  <a:lnTo>
                    <a:pt x="1411619" y="2278200"/>
                  </a:lnTo>
                  <a:lnTo>
                    <a:pt x="1410764" y="2278200"/>
                  </a:lnTo>
                  <a:lnTo>
                    <a:pt x="1409908" y="2278200"/>
                  </a:lnTo>
                  <a:lnTo>
                    <a:pt x="1409053" y="2278200"/>
                  </a:lnTo>
                  <a:lnTo>
                    <a:pt x="1408197" y="2278200"/>
                  </a:lnTo>
                  <a:lnTo>
                    <a:pt x="1407342" y="2278200"/>
                  </a:lnTo>
                  <a:lnTo>
                    <a:pt x="1406486" y="2278200"/>
                  </a:lnTo>
                  <a:lnTo>
                    <a:pt x="1405631" y="2278200"/>
                  </a:lnTo>
                  <a:lnTo>
                    <a:pt x="1404775" y="2278200"/>
                  </a:lnTo>
                  <a:lnTo>
                    <a:pt x="1403920" y="2278200"/>
                  </a:lnTo>
                  <a:lnTo>
                    <a:pt x="1403064" y="2278200"/>
                  </a:lnTo>
                  <a:lnTo>
                    <a:pt x="1402209" y="2278200"/>
                  </a:lnTo>
                  <a:lnTo>
                    <a:pt x="1401353" y="2278200"/>
                  </a:lnTo>
                  <a:lnTo>
                    <a:pt x="1400498" y="2278200"/>
                  </a:lnTo>
                  <a:lnTo>
                    <a:pt x="1399642" y="2278200"/>
                  </a:lnTo>
                  <a:lnTo>
                    <a:pt x="1398786" y="2278200"/>
                  </a:lnTo>
                  <a:lnTo>
                    <a:pt x="1397931" y="2278200"/>
                  </a:lnTo>
                  <a:lnTo>
                    <a:pt x="1397075" y="2278200"/>
                  </a:lnTo>
                  <a:lnTo>
                    <a:pt x="1396220" y="2278200"/>
                  </a:lnTo>
                  <a:lnTo>
                    <a:pt x="1395364" y="2278200"/>
                  </a:lnTo>
                  <a:lnTo>
                    <a:pt x="1394509" y="2278200"/>
                  </a:lnTo>
                  <a:lnTo>
                    <a:pt x="1393653" y="2278200"/>
                  </a:lnTo>
                  <a:lnTo>
                    <a:pt x="1392798" y="2278200"/>
                  </a:lnTo>
                  <a:lnTo>
                    <a:pt x="1391942" y="2278200"/>
                  </a:lnTo>
                  <a:lnTo>
                    <a:pt x="1391087" y="2278200"/>
                  </a:lnTo>
                  <a:lnTo>
                    <a:pt x="1390231" y="2278200"/>
                  </a:lnTo>
                  <a:lnTo>
                    <a:pt x="1389376" y="2278200"/>
                  </a:lnTo>
                  <a:lnTo>
                    <a:pt x="1388520" y="2278200"/>
                  </a:lnTo>
                  <a:lnTo>
                    <a:pt x="1387665" y="2278200"/>
                  </a:lnTo>
                  <a:lnTo>
                    <a:pt x="1386809" y="2278200"/>
                  </a:lnTo>
                  <a:lnTo>
                    <a:pt x="1385954" y="2278200"/>
                  </a:lnTo>
                  <a:lnTo>
                    <a:pt x="1385098" y="2278200"/>
                  </a:lnTo>
                  <a:lnTo>
                    <a:pt x="1384243" y="2278200"/>
                  </a:lnTo>
                  <a:lnTo>
                    <a:pt x="1383387" y="2278200"/>
                  </a:lnTo>
                  <a:lnTo>
                    <a:pt x="1382531" y="2278200"/>
                  </a:lnTo>
                  <a:lnTo>
                    <a:pt x="1381676" y="2278200"/>
                  </a:lnTo>
                  <a:lnTo>
                    <a:pt x="1380820" y="2278200"/>
                  </a:lnTo>
                  <a:lnTo>
                    <a:pt x="1379965" y="2278200"/>
                  </a:lnTo>
                  <a:lnTo>
                    <a:pt x="1379109" y="2278200"/>
                  </a:lnTo>
                  <a:lnTo>
                    <a:pt x="1378254" y="2278200"/>
                  </a:lnTo>
                  <a:lnTo>
                    <a:pt x="1377398" y="2278200"/>
                  </a:lnTo>
                  <a:lnTo>
                    <a:pt x="1376543" y="2278200"/>
                  </a:lnTo>
                  <a:lnTo>
                    <a:pt x="1375687" y="2278200"/>
                  </a:lnTo>
                  <a:lnTo>
                    <a:pt x="1374832" y="2278200"/>
                  </a:lnTo>
                  <a:lnTo>
                    <a:pt x="1373976" y="2278200"/>
                  </a:lnTo>
                  <a:lnTo>
                    <a:pt x="1373121" y="2278200"/>
                  </a:lnTo>
                  <a:lnTo>
                    <a:pt x="1372265" y="2278200"/>
                  </a:lnTo>
                  <a:lnTo>
                    <a:pt x="1371410" y="2278200"/>
                  </a:lnTo>
                  <a:lnTo>
                    <a:pt x="1370554" y="2278200"/>
                  </a:lnTo>
                  <a:lnTo>
                    <a:pt x="1369699" y="2278200"/>
                  </a:lnTo>
                  <a:lnTo>
                    <a:pt x="1368843" y="2278200"/>
                  </a:lnTo>
                  <a:lnTo>
                    <a:pt x="1367987" y="2278200"/>
                  </a:lnTo>
                  <a:lnTo>
                    <a:pt x="1367132" y="2278200"/>
                  </a:lnTo>
                  <a:lnTo>
                    <a:pt x="1366276" y="2278200"/>
                  </a:lnTo>
                  <a:lnTo>
                    <a:pt x="1365421" y="2278200"/>
                  </a:lnTo>
                  <a:lnTo>
                    <a:pt x="1364565" y="2278200"/>
                  </a:lnTo>
                  <a:lnTo>
                    <a:pt x="1363710" y="2278200"/>
                  </a:lnTo>
                  <a:lnTo>
                    <a:pt x="1362854" y="2278200"/>
                  </a:lnTo>
                  <a:lnTo>
                    <a:pt x="1361999" y="2278200"/>
                  </a:lnTo>
                  <a:lnTo>
                    <a:pt x="1361143" y="2278200"/>
                  </a:lnTo>
                  <a:lnTo>
                    <a:pt x="1360288" y="2278200"/>
                  </a:lnTo>
                  <a:lnTo>
                    <a:pt x="1359432" y="2278200"/>
                  </a:lnTo>
                  <a:lnTo>
                    <a:pt x="1358577" y="2278200"/>
                  </a:lnTo>
                  <a:lnTo>
                    <a:pt x="1357721" y="2278200"/>
                  </a:lnTo>
                  <a:lnTo>
                    <a:pt x="1356866" y="2278200"/>
                  </a:lnTo>
                  <a:lnTo>
                    <a:pt x="1356010" y="2278200"/>
                  </a:lnTo>
                  <a:lnTo>
                    <a:pt x="1355155" y="2278200"/>
                  </a:lnTo>
                  <a:lnTo>
                    <a:pt x="1354299" y="2278200"/>
                  </a:lnTo>
                  <a:lnTo>
                    <a:pt x="1353444" y="2278200"/>
                  </a:lnTo>
                  <a:lnTo>
                    <a:pt x="1352588" y="2278200"/>
                  </a:lnTo>
                  <a:lnTo>
                    <a:pt x="1351732" y="2278200"/>
                  </a:lnTo>
                  <a:lnTo>
                    <a:pt x="1350877" y="2278200"/>
                  </a:lnTo>
                  <a:lnTo>
                    <a:pt x="1350021" y="2278200"/>
                  </a:lnTo>
                  <a:lnTo>
                    <a:pt x="1349166" y="2278200"/>
                  </a:lnTo>
                  <a:lnTo>
                    <a:pt x="1348310" y="2278200"/>
                  </a:lnTo>
                  <a:lnTo>
                    <a:pt x="1347455" y="2278200"/>
                  </a:lnTo>
                  <a:lnTo>
                    <a:pt x="1346599" y="2278200"/>
                  </a:lnTo>
                  <a:lnTo>
                    <a:pt x="1345744" y="2278200"/>
                  </a:lnTo>
                  <a:lnTo>
                    <a:pt x="1344888" y="2278200"/>
                  </a:lnTo>
                  <a:lnTo>
                    <a:pt x="1344033" y="2278200"/>
                  </a:lnTo>
                  <a:lnTo>
                    <a:pt x="1343177" y="2278200"/>
                  </a:lnTo>
                  <a:lnTo>
                    <a:pt x="1342322" y="2278200"/>
                  </a:lnTo>
                  <a:lnTo>
                    <a:pt x="1341466" y="2278200"/>
                  </a:lnTo>
                  <a:lnTo>
                    <a:pt x="1340611" y="2278200"/>
                  </a:lnTo>
                  <a:lnTo>
                    <a:pt x="1339755" y="2278200"/>
                  </a:lnTo>
                  <a:lnTo>
                    <a:pt x="1338900" y="2278200"/>
                  </a:lnTo>
                  <a:lnTo>
                    <a:pt x="1338044" y="2278200"/>
                  </a:lnTo>
                  <a:lnTo>
                    <a:pt x="1337189" y="2278200"/>
                  </a:lnTo>
                  <a:lnTo>
                    <a:pt x="1336333" y="2278200"/>
                  </a:lnTo>
                  <a:lnTo>
                    <a:pt x="1335477" y="2278200"/>
                  </a:lnTo>
                  <a:lnTo>
                    <a:pt x="1334622" y="2278200"/>
                  </a:lnTo>
                  <a:lnTo>
                    <a:pt x="1333766" y="2278200"/>
                  </a:lnTo>
                  <a:lnTo>
                    <a:pt x="1332911" y="2278200"/>
                  </a:lnTo>
                  <a:lnTo>
                    <a:pt x="1332055" y="2278200"/>
                  </a:lnTo>
                  <a:lnTo>
                    <a:pt x="1331200" y="2278200"/>
                  </a:lnTo>
                  <a:lnTo>
                    <a:pt x="1330344" y="2278200"/>
                  </a:lnTo>
                  <a:lnTo>
                    <a:pt x="1329489" y="2278200"/>
                  </a:lnTo>
                  <a:lnTo>
                    <a:pt x="1328633" y="2278200"/>
                  </a:lnTo>
                  <a:lnTo>
                    <a:pt x="1327778" y="2278200"/>
                  </a:lnTo>
                  <a:lnTo>
                    <a:pt x="1326922" y="2278200"/>
                  </a:lnTo>
                  <a:lnTo>
                    <a:pt x="1326067" y="2278200"/>
                  </a:lnTo>
                  <a:lnTo>
                    <a:pt x="1325211" y="2278200"/>
                  </a:lnTo>
                  <a:lnTo>
                    <a:pt x="1324356" y="2278200"/>
                  </a:lnTo>
                  <a:lnTo>
                    <a:pt x="1323500" y="2278200"/>
                  </a:lnTo>
                  <a:lnTo>
                    <a:pt x="1322645" y="2278200"/>
                  </a:lnTo>
                  <a:lnTo>
                    <a:pt x="1321789" y="2278200"/>
                  </a:lnTo>
                  <a:lnTo>
                    <a:pt x="1320934" y="2278200"/>
                  </a:lnTo>
                  <a:lnTo>
                    <a:pt x="1320078" y="2278200"/>
                  </a:lnTo>
                  <a:lnTo>
                    <a:pt x="1319222" y="2278200"/>
                  </a:lnTo>
                  <a:lnTo>
                    <a:pt x="1318367" y="2278200"/>
                  </a:lnTo>
                  <a:lnTo>
                    <a:pt x="1317511" y="2278200"/>
                  </a:lnTo>
                  <a:lnTo>
                    <a:pt x="1316656" y="2278200"/>
                  </a:lnTo>
                  <a:lnTo>
                    <a:pt x="1315800" y="2278200"/>
                  </a:lnTo>
                  <a:lnTo>
                    <a:pt x="1314945" y="2278200"/>
                  </a:lnTo>
                  <a:lnTo>
                    <a:pt x="1314089" y="2278200"/>
                  </a:lnTo>
                  <a:lnTo>
                    <a:pt x="1313234" y="2278200"/>
                  </a:lnTo>
                  <a:lnTo>
                    <a:pt x="1312378" y="2278200"/>
                  </a:lnTo>
                  <a:lnTo>
                    <a:pt x="1311523" y="2278200"/>
                  </a:lnTo>
                  <a:lnTo>
                    <a:pt x="1310667" y="2278200"/>
                  </a:lnTo>
                  <a:lnTo>
                    <a:pt x="1309812" y="2278200"/>
                  </a:lnTo>
                  <a:lnTo>
                    <a:pt x="1308956" y="2278200"/>
                  </a:lnTo>
                  <a:lnTo>
                    <a:pt x="1308101" y="2278200"/>
                  </a:lnTo>
                  <a:lnTo>
                    <a:pt x="1307245" y="2278200"/>
                  </a:lnTo>
                  <a:lnTo>
                    <a:pt x="1306390" y="2278200"/>
                  </a:lnTo>
                  <a:lnTo>
                    <a:pt x="1305534" y="2278200"/>
                  </a:lnTo>
                  <a:lnTo>
                    <a:pt x="1304678" y="2278200"/>
                  </a:lnTo>
                  <a:lnTo>
                    <a:pt x="1303823" y="2278200"/>
                  </a:lnTo>
                  <a:lnTo>
                    <a:pt x="1302967" y="2278200"/>
                  </a:lnTo>
                  <a:lnTo>
                    <a:pt x="1302112" y="2278200"/>
                  </a:lnTo>
                  <a:lnTo>
                    <a:pt x="1301256" y="2278200"/>
                  </a:lnTo>
                  <a:lnTo>
                    <a:pt x="1300401" y="2278200"/>
                  </a:lnTo>
                  <a:lnTo>
                    <a:pt x="1299545" y="2278200"/>
                  </a:lnTo>
                  <a:lnTo>
                    <a:pt x="1298690" y="2278200"/>
                  </a:lnTo>
                  <a:lnTo>
                    <a:pt x="1297834" y="2278200"/>
                  </a:lnTo>
                  <a:lnTo>
                    <a:pt x="1296979" y="2278200"/>
                  </a:lnTo>
                  <a:lnTo>
                    <a:pt x="1296123" y="2278200"/>
                  </a:lnTo>
                  <a:lnTo>
                    <a:pt x="1295268" y="2278200"/>
                  </a:lnTo>
                  <a:lnTo>
                    <a:pt x="1294412" y="2278200"/>
                  </a:lnTo>
                  <a:lnTo>
                    <a:pt x="1293557" y="2278200"/>
                  </a:lnTo>
                  <a:lnTo>
                    <a:pt x="1292701" y="2278200"/>
                  </a:lnTo>
                  <a:lnTo>
                    <a:pt x="1291846" y="2278200"/>
                  </a:lnTo>
                  <a:lnTo>
                    <a:pt x="1290990" y="2278200"/>
                  </a:lnTo>
                  <a:lnTo>
                    <a:pt x="1290135" y="2278200"/>
                  </a:lnTo>
                  <a:lnTo>
                    <a:pt x="1289279" y="2278200"/>
                  </a:lnTo>
                  <a:lnTo>
                    <a:pt x="1288423" y="2278200"/>
                  </a:lnTo>
                  <a:lnTo>
                    <a:pt x="1287568" y="2278200"/>
                  </a:lnTo>
                  <a:lnTo>
                    <a:pt x="1286712" y="2278200"/>
                  </a:lnTo>
                  <a:lnTo>
                    <a:pt x="1285857" y="2278200"/>
                  </a:lnTo>
                  <a:lnTo>
                    <a:pt x="1285001" y="2278200"/>
                  </a:lnTo>
                  <a:lnTo>
                    <a:pt x="1284146" y="2278200"/>
                  </a:lnTo>
                  <a:lnTo>
                    <a:pt x="1283290" y="2278200"/>
                  </a:lnTo>
                  <a:lnTo>
                    <a:pt x="1282435" y="2278200"/>
                  </a:lnTo>
                  <a:lnTo>
                    <a:pt x="1281579" y="2278200"/>
                  </a:lnTo>
                  <a:lnTo>
                    <a:pt x="1280724" y="2278200"/>
                  </a:lnTo>
                  <a:lnTo>
                    <a:pt x="1279868" y="2278200"/>
                  </a:lnTo>
                  <a:lnTo>
                    <a:pt x="1279013" y="2278200"/>
                  </a:lnTo>
                  <a:lnTo>
                    <a:pt x="1278157" y="2278200"/>
                  </a:lnTo>
                  <a:lnTo>
                    <a:pt x="1277302" y="2278200"/>
                  </a:lnTo>
                  <a:lnTo>
                    <a:pt x="1276446" y="2278200"/>
                  </a:lnTo>
                  <a:lnTo>
                    <a:pt x="1275591" y="2278200"/>
                  </a:lnTo>
                  <a:lnTo>
                    <a:pt x="1274735" y="2278200"/>
                  </a:lnTo>
                  <a:lnTo>
                    <a:pt x="1273880" y="2278200"/>
                  </a:lnTo>
                  <a:lnTo>
                    <a:pt x="1273024" y="2278200"/>
                  </a:lnTo>
                  <a:lnTo>
                    <a:pt x="1272168" y="2278200"/>
                  </a:lnTo>
                  <a:lnTo>
                    <a:pt x="1271313" y="2278200"/>
                  </a:lnTo>
                  <a:lnTo>
                    <a:pt x="1270457" y="2278200"/>
                  </a:lnTo>
                  <a:lnTo>
                    <a:pt x="1269602" y="2278200"/>
                  </a:lnTo>
                  <a:lnTo>
                    <a:pt x="1268746" y="2278200"/>
                  </a:lnTo>
                  <a:lnTo>
                    <a:pt x="1267891" y="2278200"/>
                  </a:lnTo>
                  <a:lnTo>
                    <a:pt x="1267035" y="2278200"/>
                  </a:lnTo>
                  <a:lnTo>
                    <a:pt x="1266180" y="2278200"/>
                  </a:lnTo>
                  <a:lnTo>
                    <a:pt x="1265324" y="2278200"/>
                  </a:lnTo>
                  <a:lnTo>
                    <a:pt x="1264469" y="2278200"/>
                  </a:lnTo>
                  <a:lnTo>
                    <a:pt x="1263613" y="2278200"/>
                  </a:lnTo>
                  <a:lnTo>
                    <a:pt x="1262758" y="2278200"/>
                  </a:lnTo>
                  <a:lnTo>
                    <a:pt x="1261902" y="2278200"/>
                  </a:lnTo>
                  <a:lnTo>
                    <a:pt x="1261047" y="2278200"/>
                  </a:lnTo>
                  <a:lnTo>
                    <a:pt x="1260191" y="2278200"/>
                  </a:lnTo>
                  <a:lnTo>
                    <a:pt x="1259336" y="2278200"/>
                  </a:lnTo>
                  <a:lnTo>
                    <a:pt x="1258480" y="2278200"/>
                  </a:lnTo>
                  <a:lnTo>
                    <a:pt x="1257624" y="2278200"/>
                  </a:lnTo>
                  <a:lnTo>
                    <a:pt x="1256769" y="2278200"/>
                  </a:lnTo>
                  <a:lnTo>
                    <a:pt x="1255913" y="2278200"/>
                  </a:lnTo>
                  <a:lnTo>
                    <a:pt x="1255058" y="2278200"/>
                  </a:lnTo>
                  <a:lnTo>
                    <a:pt x="1254202" y="2278200"/>
                  </a:lnTo>
                  <a:lnTo>
                    <a:pt x="1253347" y="2278200"/>
                  </a:lnTo>
                  <a:lnTo>
                    <a:pt x="1252491" y="2278200"/>
                  </a:lnTo>
                  <a:lnTo>
                    <a:pt x="1251636" y="2278200"/>
                  </a:lnTo>
                  <a:lnTo>
                    <a:pt x="1250780" y="2278200"/>
                  </a:lnTo>
                  <a:lnTo>
                    <a:pt x="1249925" y="2278200"/>
                  </a:lnTo>
                  <a:lnTo>
                    <a:pt x="1249069" y="2278200"/>
                  </a:lnTo>
                  <a:lnTo>
                    <a:pt x="1248214" y="2278200"/>
                  </a:lnTo>
                  <a:lnTo>
                    <a:pt x="1247358" y="2278200"/>
                  </a:lnTo>
                  <a:lnTo>
                    <a:pt x="1246503" y="2278200"/>
                  </a:lnTo>
                  <a:lnTo>
                    <a:pt x="1245647" y="2278200"/>
                  </a:lnTo>
                  <a:lnTo>
                    <a:pt x="1244792" y="2278200"/>
                  </a:lnTo>
                  <a:lnTo>
                    <a:pt x="1243936" y="2278200"/>
                  </a:lnTo>
                  <a:lnTo>
                    <a:pt x="1243081" y="2278200"/>
                  </a:lnTo>
                  <a:lnTo>
                    <a:pt x="1242225" y="2278200"/>
                  </a:lnTo>
                  <a:lnTo>
                    <a:pt x="1241369" y="2278200"/>
                  </a:lnTo>
                  <a:lnTo>
                    <a:pt x="1240514" y="2278200"/>
                  </a:lnTo>
                  <a:lnTo>
                    <a:pt x="1239658" y="2278200"/>
                  </a:lnTo>
                  <a:lnTo>
                    <a:pt x="1238803" y="2278200"/>
                  </a:lnTo>
                  <a:lnTo>
                    <a:pt x="1237947" y="2278200"/>
                  </a:lnTo>
                  <a:lnTo>
                    <a:pt x="1237092" y="2278200"/>
                  </a:lnTo>
                  <a:lnTo>
                    <a:pt x="1236236" y="2278200"/>
                  </a:lnTo>
                  <a:lnTo>
                    <a:pt x="1235381" y="2278200"/>
                  </a:lnTo>
                  <a:lnTo>
                    <a:pt x="1234525" y="2278200"/>
                  </a:lnTo>
                  <a:lnTo>
                    <a:pt x="1233670" y="2278200"/>
                  </a:lnTo>
                  <a:lnTo>
                    <a:pt x="1232814" y="2278200"/>
                  </a:lnTo>
                  <a:lnTo>
                    <a:pt x="1231959" y="2278200"/>
                  </a:lnTo>
                  <a:lnTo>
                    <a:pt x="1231103" y="2278200"/>
                  </a:lnTo>
                  <a:lnTo>
                    <a:pt x="1230248" y="2278200"/>
                  </a:lnTo>
                  <a:lnTo>
                    <a:pt x="1229392" y="2278200"/>
                  </a:lnTo>
                  <a:lnTo>
                    <a:pt x="1228537" y="2278200"/>
                  </a:lnTo>
                  <a:lnTo>
                    <a:pt x="1227681" y="2278200"/>
                  </a:lnTo>
                  <a:lnTo>
                    <a:pt x="1226826" y="2278200"/>
                  </a:lnTo>
                  <a:lnTo>
                    <a:pt x="1225970" y="2278200"/>
                  </a:lnTo>
                  <a:lnTo>
                    <a:pt x="1225114" y="2278200"/>
                  </a:lnTo>
                  <a:lnTo>
                    <a:pt x="1224259" y="2278200"/>
                  </a:lnTo>
                  <a:lnTo>
                    <a:pt x="1223403" y="2278200"/>
                  </a:lnTo>
                  <a:lnTo>
                    <a:pt x="1222548" y="2278200"/>
                  </a:lnTo>
                  <a:lnTo>
                    <a:pt x="1221692" y="2278200"/>
                  </a:lnTo>
                  <a:lnTo>
                    <a:pt x="1220837" y="2278200"/>
                  </a:lnTo>
                  <a:lnTo>
                    <a:pt x="1219981" y="2278200"/>
                  </a:lnTo>
                  <a:lnTo>
                    <a:pt x="1219126" y="2278200"/>
                  </a:lnTo>
                  <a:lnTo>
                    <a:pt x="1218270" y="2278200"/>
                  </a:lnTo>
                  <a:lnTo>
                    <a:pt x="1217415" y="2278200"/>
                  </a:lnTo>
                  <a:lnTo>
                    <a:pt x="1216559" y="2278200"/>
                  </a:lnTo>
                  <a:lnTo>
                    <a:pt x="1215704" y="2278200"/>
                  </a:lnTo>
                  <a:lnTo>
                    <a:pt x="1214848" y="2278200"/>
                  </a:lnTo>
                  <a:lnTo>
                    <a:pt x="1213993" y="2278200"/>
                  </a:lnTo>
                  <a:lnTo>
                    <a:pt x="1213137" y="2278200"/>
                  </a:lnTo>
                  <a:lnTo>
                    <a:pt x="1212282" y="2278200"/>
                  </a:lnTo>
                  <a:lnTo>
                    <a:pt x="1211426" y="2278200"/>
                  </a:lnTo>
                  <a:lnTo>
                    <a:pt x="1210570" y="2278200"/>
                  </a:lnTo>
                  <a:lnTo>
                    <a:pt x="1209715" y="2278200"/>
                  </a:lnTo>
                  <a:lnTo>
                    <a:pt x="1208859" y="2278200"/>
                  </a:lnTo>
                  <a:lnTo>
                    <a:pt x="1208004" y="2278200"/>
                  </a:lnTo>
                  <a:lnTo>
                    <a:pt x="1207148" y="2278200"/>
                  </a:lnTo>
                  <a:lnTo>
                    <a:pt x="1206293" y="2278200"/>
                  </a:lnTo>
                  <a:lnTo>
                    <a:pt x="1205437" y="2278200"/>
                  </a:lnTo>
                  <a:lnTo>
                    <a:pt x="1204582" y="2278200"/>
                  </a:lnTo>
                  <a:lnTo>
                    <a:pt x="1203726" y="2278200"/>
                  </a:lnTo>
                  <a:lnTo>
                    <a:pt x="1202871" y="2278200"/>
                  </a:lnTo>
                  <a:lnTo>
                    <a:pt x="1202015" y="2278200"/>
                  </a:lnTo>
                  <a:lnTo>
                    <a:pt x="1201160" y="2278200"/>
                  </a:lnTo>
                  <a:lnTo>
                    <a:pt x="1200304" y="2278200"/>
                  </a:lnTo>
                  <a:lnTo>
                    <a:pt x="1199449" y="2278200"/>
                  </a:lnTo>
                  <a:lnTo>
                    <a:pt x="1198593" y="2278200"/>
                  </a:lnTo>
                  <a:lnTo>
                    <a:pt x="1197738" y="2278200"/>
                  </a:lnTo>
                  <a:lnTo>
                    <a:pt x="1196882" y="2278200"/>
                  </a:lnTo>
                  <a:lnTo>
                    <a:pt x="1196027" y="2278200"/>
                  </a:lnTo>
                  <a:lnTo>
                    <a:pt x="1195171" y="2278200"/>
                  </a:lnTo>
                  <a:lnTo>
                    <a:pt x="1194315" y="2278200"/>
                  </a:lnTo>
                  <a:lnTo>
                    <a:pt x="1193460" y="2278200"/>
                  </a:lnTo>
                  <a:lnTo>
                    <a:pt x="1192604" y="2278200"/>
                  </a:lnTo>
                  <a:lnTo>
                    <a:pt x="1191749" y="2278200"/>
                  </a:lnTo>
                  <a:lnTo>
                    <a:pt x="1190893" y="2278200"/>
                  </a:lnTo>
                  <a:lnTo>
                    <a:pt x="1190038" y="2278200"/>
                  </a:lnTo>
                  <a:lnTo>
                    <a:pt x="1189182" y="2278200"/>
                  </a:lnTo>
                  <a:lnTo>
                    <a:pt x="1188327" y="2278200"/>
                  </a:lnTo>
                  <a:lnTo>
                    <a:pt x="1187471" y="2278200"/>
                  </a:lnTo>
                  <a:lnTo>
                    <a:pt x="1186616" y="2278200"/>
                  </a:lnTo>
                  <a:lnTo>
                    <a:pt x="1185760" y="2278200"/>
                  </a:lnTo>
                  <a:lnTo>
                    <a:pt x="1184905" y="2278200"/>
                  </a:lnTo>
                  <a:lnTo>
                    <a:pt x="1184049" y="2278200"/>
                  </a:lnTo>
                  <a:lnTo>
                    <a:pt x="1183194" y="2278200"/>
                  </a:lnTo>
                  <a:lnTo>
                    <a:pt x="1182338" y="2278200"/>
                  </a:lnTo>
                  <a:lnTo>
                    <a:pt x="1181483" y="2278200"/>
                  </a:lnTo>
                  <a:lnTo>
                    <a:pt x="1180627" y="2278200"/>
                  </a:lnTo>
                  <a:lnTo>
                    <a:pt x="1179772" y="2278200"/>
                  </a:lnTo>
                  <a:lnTo>
                    <a:pt x="1178916" y="2278200"/>
                  </a:lnTo>
                  <a:lnTo>
                    <a:pt x="1178060" y="2278200"/>
                  </a:lnTo>
                  <a:lnTo>
                    <a:pt x="1177205" y="2278200"/>
                  </a:lnTo>
                  <a:lnTo>
                    <a:pt x="1176349" y="2278200"/>
                  </a:lnTo>
                  <a:lnTo>
                    <a:pt x="1175494" y="2278200"/>
                  </a:lnTo>
                  <a:lnTo>
                    <a:pt x="1174638" y="2278200"/>
                  </a:lnTo>
                  <a:lnTo>
                    <a:pt x="1173783" y="2278200"/>
                  </a:lnTo>
                  <a:lnTo>
                    <a:pt x="1172927" y="2278200"/>
                  </a:lnTo>
                  <a:lnTo>
                    <a:pt x="1172072" y="2278200"/>
                  </a:lnTo>
                  <a:lnTo>
                    <a:pt x="1171216" y="2278200"/>
                  </a:lnTo>
                  <a:lnTo>
                    <a:pt x="1170361" y="2278200"/>
                  </a:lnTo>
                  <a:lnTo>
                    <a:pt x="1169505" y="2278200"/>
                  </a:lnTo>
                  <a:lnTo>
                    <a:pt x="1168650" y="2278200"/>
                  </a:lnTo>
                  <a:lnTo>
                    <a:pt x="1167794" y="2278200"/>
                  </a:lnTo>
                  <a:lnTo>
                    <a:pt x="1166939" y="2278200"/>
                  </a:lnTo>
                  <a:lnTo>
                    <a:pt x="1166083" y="2278200"/>
                  </a:lnTo>
                  <a:lnTo>
                    <a:pt x="1165228" y="2278200"/>
                  </a:lnTo>
                  <a:lnTo>
                    <a:pt x="1164372" y="2278200"/>
                  </a:lnTo>
                  <a:lnTo>
                    <a:pt x="1163516" y="2278200"/>
                  </a:lnTo>
                  <a:lnTo>
                    <a:pt x="1162661" y="2278200"/>
                  </a:lnTo>
                  <a:lnTo>
                    <a:pt x="1161805" y="2278200"/>
                  </a:lnTo>
                  <a:lnTo>
                    <a:pt x="1160950" y="2278200"/>
                  </a:lnTo>
                  <a:lnTo>
                    <a:pt x="1160094" y="2278200"/>
                  </a:lnTo>
                  <a:lnTo>
                    <a:pt x="1159239" y="2278200"/>
                  </a:lnTo>
                  <a:lnTo>
                    <a:pt x="1158383" y="2278200"/>
                  </a:lnTo>
                  <a:lnTo>
                    <a:pt x="1157528" y="2278200"/>
                  </a:lnTo>
                  <a:lnTo>
                    <a:pt x="1156672" y="2278200"/>
                  </a:lnTo>
                  <a:lnTo>
                    <a:pt x="1155817" y="2278200"/>
                  </a:lnTo>
                  <a:lnTo>
                    <a:pt x="1154961" y="2278200"/>
                  </a:lnTo>
                  <a:lnTo>
                    <a:pt x="1154106" y="2278200"/>
                  </a:lnTo>
                  <a:lnTo>
                    <a:pt x="1153250" y="2278200"/>
                  </a:lnTo>
                  <a:lnTo>
                    <a:pt x="1152395" y="2278200"/>
                  </a:lnTo>
                  <a:lnTo>
                    <a:pt x="1151539" y="2278200"/>
                  </a:lnTo>
                  <a:lnTo>
                    <a:pt x="1150684" y="2278200"/>
                  </a:lnTo>
                  <a:lnTo>
                    <a:pt x="1149828" y="2278200"/>
                  </a:lnTo>
                  <a:lnTo>
                    <a:pt x="1148973" y="2278200"/>
                  </a:lnTo>
                  <a:lnTo>
                    <a:pt x="1148117" y="2278200"/>
                  </a:lnTo>
                  <a:lnTo>
                    <a:pt x="1147261" y="2278200"/>
                  </a:lnTo>
                  <a:lnTo>
                    <a:pt x="1146406" y="2278200"/>
                  </a:lnTo>
                  <a:lnTo>
                    <a:pt x="1145550" y="2278200"/>
                  </a:lnTo>
                  <a:lnTo>
                    <a:pt x="1144695" y="2278200"/>
                  </a:lnTo>
                  <a:lnTo>
                    <a:pt x="1143839" y="2278200"/>
                  </a:lnTo>
                  <a:lnTo>
                    <a:pt x="1142984" y="2278200"/>
                  </a:lnTo>
                  <a:lnTo>
                    <a:pt x="1142128" y="2278200"/>
                  </a:lnTo>
                  <a:lnTo>
                    <a:pt x="1141273" y="2278200"/>
                  </a:lnTo>
                  <a:lnTo>
                    <a:pt x="1140417" y="2278200"/>
                  </a:lnTo>
                  <a:lnTo>
                    <a:pt x="1139562" y="2278200"/>
                  </a:lnTo>
                  <a:lnTo>
                    <a:pt x="1138706" y="2278200"/>
                  </a:lnTo>
                  <a:lnTo>
                    <a:pt x="1137851" y="2278200"/>
                  </a:lnTo>
                  <a:lnTo>
                    <a:pt x="1136995" y="2278200"/>
                  </a:lnTo>
                  <a:lnTo>
                    <a:pt x="1136140" y="2278200"/>
                  </a:lnTo>
                  <a:lnTo>
                    <a:pt x="1135284" y="2278200"/>
                  </a:lnTo>
                  <a:lnTo>
                    <a:pt x="1134429" y="2278200"/>
                  </a:lnTo>
                  <a:lnTo>
                    <a:pt x="1133573" y="2278200"/>
                  </a:lnTo>
                  <a:lnTo>
                    <a:pt x="1132718" y="2278200"/>
                  </a:lnTo>
                  <a:lnTo>
                    <a:pt x="1131862" y="2278200"/>
                  </a:lnTo>
                  <a:lnTo>
                    <a:pt x="1131006" y="2278200"/>
                  </a:lnTo>
                  <a:lnTo>
                    <a:pt x="1130151" y="2278200"/>
                  </a:lnTo>
                  <a:lnTo>
                    <a:pt x="1129295" y="2278200"/>
                  </a:lnTo>
                  <a:lnTo>
                    <a:pt x="1128440" y="2278200"/>
                  </a:lnTo>
                  <a:lnTo>
                    <a:pt x="1127584" y="2278200"/>
                  </a:lnTo>
                  <a:lnTo>
                    <a:pt x="1126729" y="2278200"/>
                  </a:lnTo>
                  <a:lnTo>
                    <a:pt x="1125873" y="2278200"/>
                  </a:lnTo>
                  <a:lnTo>
                    <a:pt x="1125018" y="2278200"/>
                  </a:lnTo>
                  <a:lnTo>
                    <a:pt x="1124162" y="2278200"/>
                  </a:lnTo>
                  <a:lnTo>
                    <a:pt x="1123307" y="2278200"/>
                  </a:lnTo>
                  <a:lnTo>
                    <a:pt x="1122451" y="2278200"/>
                  </a:lnTo>
                  <a:lnTo>
                    <a:pt x="1121596" y="2278200"/>
                  </a:lnTo>
                  <a:lnTo>
                    <a:pt x="1120740" y="2278200"/>
                  </a:lnTo>
                  <a:lnTo>
                    <a:pt x="1119885" y="2278200"/>
                  </a:lnTo>
                  <a:lnTo>
                    <a:pt x="1119029" y="2278200"/>
                  </a:lnTo>
                  <a:lnTo>
                    <a:pt x="1118174" y="2278200"/>
                  </a:lnTo>
                  <a:lnTo>
                    <a:pt x="1117318" y="2278200"/>
                  </a:lnTo>
                  <a:lnTo>
                    <a:pt x="1116462" y="2278200"/>
                  </a:lnTo>
                  <a:lnTo>
                    <a:pt x="1115607" y="2278200"/>
                  </a:lnTo>
                  <a:lnTo>
                    <a:pt x="1114751" y="2278200"/>
                  </a:lnTo>
                  <a:lnTo>
                    <a:pt x="1113896" y="2278200"/>
                  </a:lnTo>
                  <a:lnTo>
                    <a:pt x="1113040" y="2278200"/>
                  </a:lnTo>
                  <a:lnTo>
                    <a:pt x="1112185" y="2278200"/>
                  </a:lnTo>
                  <a:lnTo>
                    <a:pt x="1111329" y="2278200"/>
                  </a:lnTo>
                  <a:lnTo>
                    <a:pt x="1110474" y="2278200"/>
                  </a:lnTo>
                  <a:lnTo>
                    <a:pt x="1109618" y="2278200"/>
                  </a:lnTo>
                  <a:lnTo>
                    <a:pt x="1108763" y="2278200"/>
                  </a:lnTo>
                  <a:lnTo>
                    <a:pt x="1107907" y="2278200"/>
                  </a:lnTo>
                  <a:lnTo>
                    <a:pt x="1107052" y="2278200"/>
                  </a:lnTo>
                  <a:lnTo>
                    <a:pt x="1106196" y="2278200"/>
                  </a:lnTo>
                  <a:lnTo>
                    <a:pt x="1105341" y="2278200"/>
                  </a:lnTo>
                  <a:lnTo>
                    <a:pt x="1104485" y="2278200"/>
                  </a:lnTo>
                  <a:lnTo>
                    <a:pt x="1103630" y="2278200"/>
                  </a:lnTo>
                  <a:lnTo>
                    <a:pt x="1102774" y="2278200"/>
                  </a:lnTo>
                  <a:lnTo>
                    <a:pt x="1101919" y="2278200"/>
                  </a:lnTo>
                  <a:lnTo>
                    <a:pt x="1101063" y="2278200"/>
                  </a:lnTo>
                  <a:lnTo>
                    <a:pt x="1100207" y="2278200"/>
                  </a:lnTo>
                  <a:lnTo>
                    <a:pt x="1099352" y="2278200"/>
                  </a:lnTo>
                  <a:lnTo>
                    <a:pt x="1098496" y="2278200"/>
                  </a:lnTo>
                  <a:lnTo>
                    <a:pt x="1097641" y="2278200"/>
                  </a:lnTo>
                  <a:lnTo>
                    <a:pt x="1096785" y="2278200"/>
                  </a:lnTo>
                  <a:lnTo>
                    <a:pt x="1095930" y="2278200"/>
                  </a:lnTo>
                  <a:lnTo>
                    <a:pt x="1095074" y="2278200"/>
                  </a:lnTo>
                  <a:lnTo>
                    <a:pt x="1094219" y="2278200"/>
                  </a:lnTo>
                  <a:lnTo>
                    <a:pt x="1093363" y="2278200"/>
                  </a:lnTo>
                  <a:lnTo>
                    <a:pt x="1092508" y="2278200"/>
                  </a:lnTo>
                  <a:lnTo>
                    <a:pt x="1091652" y="2278200"/>
                  </a:lnTo>
                  <a:lnTo>
                    <a:pt x="1090797" y="2278200"/>
                  </a:lnTo>
                  <a:lnTo>
                    <a:pt x="1089941" y="2278200"/>
                  </a:lnTo>
                  <a:lnTo>
                    <a:pt x="1089086" y="2278200"/>
                  </a:lnTo>
                  <a:lnTo>
                    <a:pt x="1088230" y="2278200"/>
                  </a:lnTo>
                  <a:lnTo>
                    <a:pt x="1087375" y="2278200"/>
                  </a:lnTo>
                  <a:lnTo>
                    <a:pt x="1086519" y="2278200"/>
                  </a:lnTo>
                  <a:lnTo>
                    <a:pt x="1085664" y="2278200"/>
                  </a:lnTo>
                  <a:lnTo>
                    <a:pt x="1084808" y="2278200"/>
                  </a:lnTo>
                  <a:lnTo>
                    <a:pt x="1083952" y="2278200"/>
                  </a:lnTo>
                  <a:lnTo>
                    <a:pt x="1083097" y="2278200"/>
                  </a:lnTo>
                  <a:lnTo>
                    <a:pt x="1082241" y="2278200"/>
                  </a:lnTo>
                  <a:lnTo>
                    <a:pt x="1081386" y="2278200"/>
                  </a:lnTo>
                  <a:lnTo>
                    <a:pt x="1080530" y="2278200"/>
                  </a:lnTo>
                  <a:lnTo>
                    <a:pt x="1079675" y="2278200"/>
                  </a:lnTo>
                  <a:lnTo>
                    <a:pt x="1078819" y="2278200"/>
                  </a:lnTo>
                  <a:lnTo>
                    <a:pt x="1077964" y="2278200"/>
                  </a:lnTo>
                  <a:lnTo>
                    <a:pt x="1077108" y="2278200"/>
                  </a:lnTo>
                  <a:lnTo>
                    <a:pt x="1076253" y="2278200"/>
                  </a:lnTo>
                  <a:lnTo>
                    <a:pt x="1075397" y="2278200"/>
                  </a:lnTo>
                  <a:lnTo>
                    <a:pt x="1074542" y="2278200"/>
                  </a:lnTo>
                  <a:lnTo>
                    <a:pt x="1073686" y="2278200"/>
                  </a:lnTo>
                  <a:lnTo>
                    <a:pt x="1072831" y="2278200"/>
                  </a:lnTo>
                  <a:lnTo>
                    <a:pt x="1071975" y="2278200"/>
                  </a:lnTo>
                  <a:lnTo>
                    <a:pt x="1071120" y="2278200"/>
                  </a:lnTo>
                  <a:lnTo>
                    <a:pt x="1070264" y="2278200"/>
                  </a:lnTo>
                  <a:lnTo>
                    <a:pt x="1069409" y="2278200"/>
                  </a:lnTo>
                  <a:lnTo>
                    <a:pt x="1068553" y="2278200"/>
                  </a:lnTo>
                  <a:lnTo>
                    <a:pt x="1067697" y="2278200"/>
                  </a:lnTo>
                  <a:lnTo>
                    <a:pt x="1066842" y="2278200"/>
                  </a:lnTo>
                  <a:lnTo>
                    <a:pt x="1065986" y="2278200"/>
                  </a:lnTo>
                  <a:lnTo>
                    <a:pt x="1065131" y="2278200"/>
                  </a:lnTo>
                  <a:lnTo>
                    <a:pt x="1064275" y="2278200"/>
                  </a:lnTo>
                  <a:lnTo>
                    <a:pt x="1063420" y="2278200"/>
                  </a:lnTo>
                  <a:lnTo>
                    <a:pt x="1062564" y="2278200"/>
                  </a:lnTo>
                  <a:lnTo>
                    <a:pt x="1061709" y="2278200"/>
                  </a:lnTo>
                  <a:lnTo>
                    <a:pt x="1060853" y="2278200"/>
                  </a:lnTo>
                  <a:lnTo>
                    <a:pt x="1059998" y="2278200"/>
                  </a:lnTo>
                  <a:lnTo>
                    <a:pt x="1059142" y="2278200"/>
                  </a:lnTo>
                  <a:lnTo>
                    <a:pt x="1058287" y="2278200"/>
                  </a:lnTo>
                  <a:lnTo>
                    <a:pt x="1057431" y="2278200"/>
                  </a:lnTo>
                  <a:lnTo>
                    <a:pt x="1056576" y="2278200"/>
                  </a:lnTo>
                  <a:lnTo>
                    <a:pt x="1055720" y="2278200"/>
                  </a:lnTo>
                  <a:lnTo>
                    <a:pt x="1054865" y="2278200"/>
                  </a:lnTo>
                  <a:lnTo>
                    <a:pt x="1054009" y="2278200"/>
                  </a:lnTo>
                  <a:lnTo>
                    <a:pt x="1053153" y="2278200"/>
                  </a:lnTo>
                  <a:lnTo>
                    <a:pt x="1052298" y="2278200"/>
                  </a:lnTo>
                  <a:lnTo>
                    <a:pt x="1051442" y="2278200"/>
                  </a:lnTo>
                  <a:lnTo>
                    <a:pt x="1050587" y="2278200"/>
                  </a:lnTo>
                  <a:lnTo>
                    <a:pt x="1049731" y="2278200"/>
                  </a:lnTo>
                  <a:lnTo>
                    <a:pt x="1048876" y="2278200"/>
                  </a:lnTo>
                  <a:lnTo>
                    <a:pt x="1048020" y="2278200"/>
                  </a:lnTo>
                  <a:lnTo>
                    <a:pt x="1047165" y="2278200"/>
                  </a:lnTo>
                  <a:lnTo>
                    <a:pt x="1046309" y="2278200"/>
                  </a:lnTo>
                  <a:lnTo>
                    <a:pt x="1045454" y="2278200"/>
                  </a:lnTo>
                  <a:lnTo>
                    <a:pt x="1044598" y="2278200"/>
                  </a:lnTo>
                  <a:lnTo>
                    <a:pt x="1043743" y="2278200"/>
                  </a:lnTo>
                  <a:lnTo>
                    <a:pt x="1042887" y="2278200"/>
                  </a:lnTo>
                  <a:lnTo>
                    <a:pt x="1042032" y="2278200"/>
                  </a:lnTo>
                  <a:lnTo>
                    <a:pt x="1041176" y="2278200"/>
                  </a:lnTo>
                  <a:lnTo>
                    <a:pt x="1040321" y="2278200"/>
                  </a:lnTo>
                  <a:lnTo>
                    <a:pt x="1039465" y="2278200"/>
                  </a:lnTo>
                  <a:lnTo>
                    <a:pt x="1038610" y="2278200"/>
                  </a:lnTo>
                  <a:lnTo>
                    <a:pt x="1037754" y="2278200"/>
                  </a:lnTo>
                  <a:lnTo>
                    <a:pt x="1036898" y="2278200"/>
                  </a:lnTo>
                  <a:lnTo>
                    <a:pt x="1036043" y="2278200"/>
                  </a:lnTo>
                  <a:lnTo>
                    <a:pt x="1035187" y="2278200"/>
                  </a:lnTo>
                  <a:lnTo>
                    <a:pt x="1034332" y="2278200"/>
                  </a:lnTo>
                  <a:lnTo>
                    <a:pt x="1033476" y="2278200"/>
                  </a:lnTo>
                  <a:lnTo>
                    <a:pt x="1032621" y="2278200"/>
                  </a:lnTo>
                  <a:lnTo>
                    <a:pt x="1031765" y="2278200"/>
                  </a:lnTo>
                  <a:lnTo>
                    <a:pt x="1030910" y="2278200"/>
                  </a:lnTo>
                  <a:lnTo>
                    <a:pt x="1030054" y="2278200"/>
                  </a:lnTo>
                  <a:lnTo>
                    <a:pt x="1029199" y="2278200"/>
                  </a:lnTo>
                  <a:lnTo>
                    <a:pt x="1028343" y="2278200"/>
                  </a:lnTo>
                  <a:lnTo>
                    <a:pt x="1027488" y="2278200"/>
                  </a:lnTo>
                  <a:lnTo>
                    <a:pt x="1026632" y="2278200"/>
                  </a:lnTo>
                  <a:lnTo>
                    <a:pt x="1025777" y="2278200"/>
                  </a:lnTo>
                  <a:lnTo>
                    <a:pt x="1024921" y="2278200"/>
                  </a:lnTo>
                  <a:lnTo>
                    <a:pt x="1024066" y="2278200"/>
                  </a:lnTo>
                  <a:lnTo>
                    <a:pt x="1023210" y="2278200"/>
                  </a:lnTo>
                  <a:lnTo>
                    <a:pt x="1022355" y="2278200"/>
                  </a:lnTo>
                  <a:lnTo>
                    <a:pt x="1021499" y="2278200"/>
                  </a:lnTo>
                  <a:lnTo>
                    <a:pt x="1020643" y="2278200"/>
                  </a:lnTo>
                  <a:lnTo>
                    <a:pt x="1019788" y="2278200"/>
                  </a:lnTo>
                  <a:lnTo>
                    <a:pt x="1018932" y="2278200"/>
                  </a:lnTo>
                  <a:lnTo>
                    <a:pt x="1018077" y="2278200"/>
                  </a:lnTo>
                  <a:lnTo>
                    <a:pt x="1017221" y="2278200"/>
                  </a:lnTo>
                  <a:lnTo>
                    <a:pt x="1016366" y="2278200"/>
                  </a:lnTo>
                  <a:lnTo>
                    <a:pt x="1015510" y="2278200"/>
                  </a:lnTo>
                  <a:lnTo>
                    <a:pt x="1014655" y="2278200"/>
                  </a:lnTo>
                  <a:lnTo>
                    <a:pt x="1013799" y="2278200"/>
                  </a:lnTo>
                  <a:lnTo>
                    <a:pt x="1012944" y="2278200"/>
                  </a:lnTo>
                  <a:lnTo>
                    <a:pt x="1012088" y="2278200"/>
                  </a:lnTo>
                  <a:lnTo>
                    <a:pt x="1011233" y="2278200"/>
                  </a:lnTo>
                  <a:lnTo>
                    <a:pt x="1010377" y="2278200"/>
                  </a:lnTo>
                  <a:lnTo>
                    <a:pt x="1009522" y="2278200"/>
                  </a:lnTo>
                  <a:lnTo>
                    <a:pt x="1008666" y="2278200"/>
                  </a:lnTo>
                  <a:lnTo>
                    <a:pt x="1007811" y="2278200"/>
                  </a:lnTo>
                  <a:lnTo>
                    <a:pt x="1006955" y="2278200"/>
                  </a:lnTo>
                  <a:lnTo>
                    <a:pt x="1006099" y="2278200"/>
                  </a:lnTo>
                  <a:lnTo>
                    <a:pt x="1005244" y="2278200"/>
                  </a:lnTo>
                  <a:lnTo>
                    <a:pt x="1004388" y="2278200"/>
                  </a:lnTo>
                  <a:lnTo>
                    <a:pt x="1003533" y="2278200"/>
                  </a:lnTo>
                  <a:lnTo>
                    <a:pt x="1002677" y="2278200"/>
                  </a:lnTo>
                  <a:lnTo>
                    <a:pt x="1001822" y="2278200"/>
                  </a:lnTo>
                  <a:lnTo>
                    <a:pt x="1000966" y="2278200"/>
                  </a:lnTo>
                  <a:lnTo>
                    <a:pt x="1000111" y="2278200"/>
                  </a:lnTo>
                  <a:lnTo>
                    <a:pt x="999255" y="2278200"/>
                  </a:lnTo>
                  <a:lnTo>
                    <a:pt x="998400" y="2278200"/>
                  </a:lnTo>
                  <a:lnTo>
                    <a:pt x="997544" y="2278200"/>
                  </a:lnTo>
                  <a:lnTo>
                    <a:pt x="996689" y="2278200"/>
                  </a:lnTo>
                  <a:lnTo>
                    <a:pt x="995833" y="2278200"/>
                  </a:lnTo>
                  <a:lnTo>
                    <a:pt x="994978" y="2278200"/>
                  </a:lnTo>
                  <a:lnTo>
                    <a:pt x="994122" y="2278200"/>
                  </a:lnTo>
                  <a:lnTo>
                    <a:pt x="993267" y="2278200"/>
                  </a:lnTo>
                  <a:lnTo>
                    <a:pt x="992411" y="2278200"/>
                  </a:lnTo>
                  <a:lnTo>
                    <a:pt x="991556" y="2278200"/>
                  </a:lnTo>
                  <a:lnTo>
                    <a:pt x="990700" y="2278200"/>
                  </a:lnTo>
                  <a:lnTo>
                    <a:pt x="989844" y="2278200"/>
                  </a:lnTo>
                  <a:lnTo>
                    <a:pt x="988989" y="2278200"/>
                  </a:lnTo>
                  <a:lnTo>
                    <a:pt x="988133" y="2278200"/>
                  </a:lnTo>
                  <a:lnTo>
                    <a:pt x="987278" y="2278200"/>
                  </a:lnTo>
                  <a:lnTo>
                    <a:pt x="986422" y="2278200"/>
                  </a:lnTo>
                  <a:lnTo>
                    <a:pt x="985567" y="2278200"/>
                  </a:lnTo>
                  <a:lnTo>
                    <a:pt x="984711" y="2278200"/>
                  </a:lnTo>
                  <a:lnTo>
                    <a:pt x="983856" y="2278200"/>
                  </a:lnTo>
                  <a:lnTo>
                    <a:pt x="983000" y="2278200"/>
                  </a:lnTo>
                  <a:lnTo>
                    <a:pt x="982145" y="2278200"/>
                  </a:lnTo>
                  <a:lnTo>
                    <a:pt x="981289" y="2278200"/>
                  </a:lnTo>
                  <a:lnTo>
                    <a:pt x="980434" y="2278200"/>
                  </a:lnTo>
                  <a:lnTo>
                    <a:pt x="979578" y="2278200"/>
                  </a:lnTo>
                  <a:lnTo>
                    <a:pt x="978723" y="2278200"/>
                  </a:lnTo>
                  <a:lnTo>
                    <a:pt x="977867" y="2278200"/>
                  </a:lnTo>
                  <a:lnTo>
                    <a:pt x="977012" y="2278200"/>
                  </a:lnTo>
                  <a:lnTo>
                    <a:pt x="976156" y="2278200"/>
                  </a:lnTo>
                  <a:lnTo>
                    <a:pt x="975301" y="2278200"/>
                  </a:lnTo>
                  <a:lnTo>
                    <a:pt x="974445" y="2278200"/>
                  </a:lnTo>
                  <a:lnTo>
                    <a:pt x="973589" y="2278200"/>
                  </a:lnTo>
                  <a:lnTo>
                    <a:pt x="972734" y="2278200"/>
                  </a:lnTo>
                  <a:lnTo>
                    <a:pt x="971878" y="2278200"/>
                  </a:lnTo>
                  <a:lnTo>
                    <a:pt x="971023" y="2278200"/>
                  </a:lnTo>
                  <a:lnTo>
                    <a:pt x="970167" y="2278200"/>
                  </a:lnTo>
                  <a:lnTo>
                    <a:pt x="969312" y="2278200"/>
                  </a:lnTo>
                  <a:lnTo>
                    <a:pt x="968456" y="2278200"/>
                  </a:lnTo>
                  <a:lnTo>
                    <a:pt x="967601" y="2278200"/>
                  </a:lnTo>
                  <a:lnTo>
                    <a:pt x="966745" y="2278200"/>
                  </a:lnTo>
                  <a:lnTo>
                    <a:pt x="965890" y="2278200"/>
                  </a:lnTo>
                  <a:lnTo>
                    <a:pt x="965034" y="2278200"/>
                  </a:lnTo>
                  <a:lnTo>
                    <a:pt x="964179" y="2278200"/>
                  </a:lnTo>
                  <a:lnTo>
                    <a:pt x="963323" y="2278200"/>
                  </a:lnTo>
                  <a:lnTo>
                    <a:pt x="962468" y="2278200"/>
                  </a:lnTo>
                  <a:lnTo>
                    <a:pt x="961612" y="2278200"/>
                  </a:lnTo>
                  <a:lnTo>
                    <a:pt x="960757" y="2278200"/>
                  </a:lnTo>
                  <a:lnTo>
                    <a:pt x="959901" y="2278200"/>
                  </a:lnTo>
                  <a:lnTo>
                    <a:pt x="959045" y="2278200"/>
                  </a:lnTo>
                  <a:lnTo>
                    <a:pt x="958190" y="2278200"/>
                  </a:lnTo>
                  <a:lnTo>
                    <a:pt x="957334" y="2278200"/>
                  </a:lnTo>
                  <a:lnTo>
                    <a:pt x="956479" y="2278200"/>
                  </a:lnTo>
                  <a:lnTo>
                    <a:pt x="955623" y="2278200"/>
                  </a:lnTo>
                  <a:lnTo>
                    <a:pt x="954768" y="2278200"/>
                  </a:lnTo>
                  <a:lnTo>
                    <a:pt x="953912" y="2278200"/>
                  </a:lnTo>
                  <a:lnTo>
                    <a:pt x="953057" y="2278200"/>
                  </a:lnTo>
                  <a:lnTo>
                    <a:pt x="952201" y="2278200"/>
                  </a:lnTo>
                  <a:lnTo>
                    <a:pt x="951346" y="2278200"/>
                  </a:lnTo>
                  <a:lnTo>
                    <a:pt x="950490" y="2278200"/>
                  </a:lnTo>
                  <a:lnTo>
                    <a:pt x="949635" y="2278200"/>
                  </a:lnTo>
                  <a:lnTo>
                    <a:pt x="948779" y="2278200"/>
                  </a:lnTo>
                  <a:lnTo>
                    <a:pt x="947924" y="2278200"/>
                  </a:lnTo>
                  <a:lnTo>
                    <a:pt x="947068" y="2278200"/>
                  </a:lnTo>
                  <a:lnTo>
                    <a:pt x="946213" y="2278200"/>
                  </a:lnTo>
                  <a:lnTo>
                    <a:pt x="945357" y="2278200"/>
                  </a:lnTo>
                  <a:lnTo>
                    <a:pt x="944502" y="2278200"/>
                  </a:lnTo>
                  <a:lnTo>
                    <a:pt x="943646" y="2278200"/>
                  </a:lnTo>
                  <a:lnTo>
                    <a:pt x="942790" y="2278200"/>
                  </a:lnTo>
                  <a:lnTo>
                    <a:pt x="941935" y="2278200"/>
                  </a:lnTo>
                  <a:lnTo>
                    <a:pt x="941079" y="2278200"/>
                  </a:lnTo>
                  <a:lnTo>
                    <a:pt x="940224" y="2278200"/>
                  </a:lnTo>
                  <a:lnTo>
                    <a:pt x="939368" y="2278200"/>
                  </a:lnTo>
                  <a:lnTo>
                    <a:pt x="938513" y="2278200"/>
                  </a:lnTo>
                  <a:lnTo>
                    <a:pt x="937657" y="2278200"/>
                  </a:lnTo>
                  <a:lnTo>
                    <a:pt x="936802" y="2278200"/>
                  </a:lnTo>
                  <a:lnTo>
                    <a:pt x="935946" y="2278200"/>
                  </a:lnTo>
                  <a:lnTo>
                    <a:pt x="935091" y="2278200"/>
                  </a:lnTo>
                  <a:lnTo>
                    <a:pt x="934235" y="2278200"/>
                  </a:lnTo>
                  <a:lnTo>
                    <a:pt x="933380" y="2278200"/>
                  </a:lnTo>
                  <a:lnTo>
                    <a:pt x="932524" y="2278200"/>
                  </a:lnTo>
                  <a:lnTo>
                    <a:pt x="931669" y="2278200"/>
                  </a:lnTo>
                  <a:lnTo>
                    <a:pt x="930813" y="2278200"/>
                  </a:lnTo>
                  <a:lnTo>
                    <a:pt x="929958" y="2278200"/>
                  </a:lnTo>
                  <a:lnTo>
                    <a:pt x="929102" y="2278200"/>
                  </a:lnTo>
                  <a:lnTo>
                    <a:pt x="928247" y="2278200"/>
                  </a:lnTo>
                  <a:lnTo>
                    <a:pt x="927391" y="2278200"/>
                  </a:lnTo>
                  <a:lnTo>
                    <a:pt x="926535" y="2278200"/>
                  </a:lnTo>
                  <a:lnTo>
                    <a:pt x="925680" y="2278200"/>
                  </a:lnTo>
                  <a:lnTo>
                    <a:pt x="924824" y="2278200"/>
                  </a:lnTo>
                  <a:lnTo>
                    <a:pt x="923969" y="2278200"/>
                  </a:lnTo>
                  <a:lnTo>
                    <a:pt x="923113" y="2278200"/>
                  </a:lnTo>
                  <a:lnTo>
                    <a:pt x="922258" y="2278200"/>
                  </a:lnTo>
                  <a:lnTo>
                    <a:pt x="921402" y="2278200"/>
                  </a:lnTo>
                  <a:lnTo>
                    <a:pt x="920547" y="2278200"/>
                  </a:lnTo>
                  <a:lnTo>
                    <a:pt x="919691" y="2278200"/>
                  </a:lnTo>
                  <a:lnTo>
                    <a:pt x="918836" y="2278200"/>
                  </a:lnTo>
                  <a:lnTo>
                    <a:pt x="917980" y="2278200"/>
                  </a:lnTo>
                  <a:lnTo>
                    <a:pt x="917125" y="2278200"/>
                  </a:lnTo>
                  <a:lnTo>
                    <a:pt x="916269" y="2278200"/>
                  </a:lnTo>
                  <a:lnTo>
                    <a:pt x="915414" y="2278200"/>
                  </a:lnTo>
                  <a:lnTo>
                    <a:pt x="914558" y="2278200"/>
                  </a:lnTo>
                  <a:lnTo>
                    <a:pt x="913703" y="2278200"/>
                  </a:lnTo>
                  <a:lnTo>
                    <a:pt x="912847" y="2278200"/>
                  </a:lnTo>
                  <a:lnTo>
                    <a:pt x="911991" y="2278200"/>
                  </a:lnTo>
                  <a:lnTo>
                    <a:pt x="911136" y="2278200"/>
                  </a:lnTo>
                  <a:lnTo>
                    <a:pt x="910280" y="2278200"/>
                  </a:lnTo>
                  <a:lnTo>
                    <a:pt x="909425" y="2278200"/>
                  </a:lnTo>
                  <a:lnTo>
                    <a:pt x="908569" y="2278200"/>
                  </a:lnTo>
                  <a:lnTo>
                    <a:pt x="907714" y="2278200"/>
                  </a:lnTo>
                  <a:lnTo>
                    <a:pt x="906858" y="2278200"/>
                  </a:lnTo>
                  <a:lnTo>
                    <a:pt x="906003" y="2278200"/>
                  </a:lnTo>
                  <a:lnTo>
                    <a:pt x="905147" y="2278200"/>
                  </a:lnTo>
                  <a:lnTo>
                    <a:pt x="904292" y="2278200"/>
                  </a:lnTo>
                  <a:lnTo>
                    <a:pt x="903436" y="2278200"/>
                  </a:lnTo>
                  <a:lnTo>
                    <a:pt x="902581" y="2278200"/>
                  </a:lnTo>
                  <a:lnTo>
                    <a:pt x="901725" y="2278200"/>
                  </a:lnTo>
                  <a:lnTo>
                    <a:pt x="900870" y="2278200"/>
                  </a:lnTo>
                  <a:lnTo>
                    <a:pt x="900014" y="2278200"/>
                  </a:lnTo>
                  <a:lnTo>
                    <a:pt x="899159" y="2278200"/>
                  </a:lnTo>
                  <a:lnTo>
                    <a:pt x="898303" y="2278200"/>
                  </a:lnTo>
                  <a:lnTo>
                    <a:pt x="897448" y="2278200"/>
                  </a:lnTo>
                  <a:lnTo>
                    <a:pt x="896592" y="2278200"/>
                  </a:lnTo>
                  <a:lnTo>
                    <a:pt x="895736" y="2278200"/>
                  </a:lnTo>
                  <a:lnTo>
                    <a:pt x="894881" y="2278200"/>
                  </a:lnTo>
                  <a:lnTo>
                    <a:pt x="894025" y="2278200"/>
                  </a:lnTo>
                  <a:lnTo>
                    <a:pt x="893170" y="2278200"/>
                  </a:lnTo>
                  <a:lnTo>
                    <a:pt x="892314" y="2278200"/>
                  </a:lnTo>
                  <a:lnTo>
                    <a:pt x="891459" y="2278200"/>
                  </a:lnTo>
                  <a:lnTo>
                    <a:pt x="890603" y="2278200"/>
                  </a:lnTo>
                  <a:lnTo>
                    <a:pt x="889748" y="2278200"/>
                  </a:lnTo>
                  <a:lnTo>
                    <a:pt x="888892" y="2278200"/>
                  </a:lnTo>
                  <a:lnTo>
                    <a:pt x="888037" y="2278200"/>
                  </a:lnTo>
                  <a:lnTo>
                    <a:pt x="887181" y="2278200"/>
                  </a:lnTo>
                  <a:lnTo>
                    <a:pt x="886326" y="2278200"/>
                  </a:lnTo>
                  <a:lnTo>
                    <a:pt x="885470" y="2278200"/>
                  </a:lnTo>
                  <a:lnTo>
                    <a:pt x="884615" y="2278200"/>
                  </a:lnTo>
                  <a:lnTo>
                    <a:pt x="883759" y="2278200"/>
                  </a:lnTo>
                  <a:lnTo>
                    <a:pt x="882904" y="2278200"/>
                  </a:lnTo>
                  <a:lnTo>
                    <a:pt x="882048" y="2278200"/>
                  </a:lnTo>
                  <a:lnTo>
                    <a:pt x="881193" y="2278200"/>
                  </a:lnTo>
                  <a:lnTo>
                    <a:pt x="880337" y="2278200"/>
                  </a:lnTo>
                  <a:lnTo>
                    <a:pt x="879481" y="2278200"/>
                  </a:lnTo>
                  <a:lnTo>
                    <a:pt x="878626" y="2278200"/>
                  </a:lnTo>
                  <a:lnTo>
                    <a:pt x="877770" y="2278200"/>
                  </a:lnTo>
                  <a:lnTo>
                    <a:pt x="876915" y="2278200"/>
                  </a:lnTo>
                  <a:lnTo>
                    <a:pt x="876059" y="2278200"/>
                  </a:lnTo>
                  <a:lnTo>
                    <a:pt x="875204" y="2278200"/>
                  </a:lnTo>
                  <a:lnTo>
                    <a:pt x="874348" y="2278200"/>
                  </a:lnTo>
                  <a:lnTo>
                    <a:pt x="873493" y="2278200"/>
                  </a:lnTo>
                  <a:lnTo>
                    <a:pt x="872637" y="2278200"/>
                  </a:lnTo>
                  <a:lnTo>
                    <a:pt x="871782" y="2278200"/>
                  </a:lnTo>
                  <a:lnTo>
                    <a:pt x="870926" y="2278200"/>
                  </a:lnTo>
                  <a:lnTo>
                    <a:pt x="870071" y="2278200"/>
                  </a:lnTo>
                  <a:lnTo>
                    <a:pt x="869215" y="2278200"/>
                  </a:lnTo>
                  <a:lnTo>
                    <a:pt x="868360" y="2278200"/>
                  </a:lnTo>
                  <a:lnTo>
                    <a:pt x="867504" y="2278200"/>
                  </a:lnTo>
                  <a:lnTo>
                    <a:pt x="866649" y="2278200"/>
                  </a:lnTo>
                  <a:lnTo>
                    <a:pt x="865793" y="2278200"/>
                  </a:lnTo>
                  <a:lnTo>
                    <a:pt x="864938" y="2278200"/>
                  </a:lnTo>
                  <a:lnTo>
                    <a:pt x="864082" y="2278200"/>
                  </a:lnTo>
                  <a:lnTo>
                    <a:pt x="863226" y="2278200"/>
                  </a:lnTo>
                  <a:lnTo>
                    <a:pt x="862371" y="2278200"/>
                  </a:lnTo>
                  <a:lnTo>
                    <a:pt x="861515" y="2278200"/>
                  </a:lnTo>
                  <a:lnTo>
                    <a:pt x="860660" y="2278200"/>
                  </a:lnTo>
                  <a:lnTo>
                    <a:pt x="859804" y="2278200"/>
                  </a:lnTo>
                  <a:lnTo>
                    <a:pt x="858949" y="2278200"/>
                  </a:lnTo>
                  <a:lnTo>
                    <a:pt x="858093" y="2278200"/>
                  </a:lnTo>
                  <a:lnTo>
                    <a:pt x="857238" y="2278200"/>
                  </a:lnTo>
                  <a:lnTo>
                    <a:pt x="856382" y="2278200"/>
                  </a:lnTo>
                  <a:lnTo>
                    <a:pt x="855527" y="2278200"/>
                  </a:lnTo>
                  <a:lnTo>
                    <a:pt x="854671" y="2278200"/>
                  </a:lnTo>
                  <a:lnTo>
                    <a:pt x="853816" y="2278200"/>
                  </a:lnTo>
                  <a:lnTo>
                    <a:pt x="852960" y="2278200"/>
                  </a:lnTo>
                  <a:lnTo>
                    <a:pt x="852105" y="2278200"/>
                  </a:lnTo>
                  <a:lnTo>
                    <a:pt x="851249" y="2278200"/>
                  </a:lnTo>
                  <a:lnTo>
                    <a:pt x="850394" y="2278200"/>
                  </a:lnTo>
                  <a:lnTo>
                    <a:pt x="849538" y="2278200"/>
                  </a:lnTo>
                  <a:lnTo>
                    <a:pt x="848682" y="2278200"/>
                  </a:lnTo>
                  <a:lnTo>
                    <a:pt x="847827" y="2278200"/>
                  </a:lnTo>
                  <a:lnTo>
                    <a:pt x="846971" y="2278200"/>
                  </a:lnTo>
                  <a:lnTo>
                    <a:pt x="846116" y="2278200"/>
                  </a:lnTo>
                  <a:lnTo>
                    <a:pt x="845260" y="2278200"/>
                  </a:lnTo>
                  <a:lnTo>
                    <a:pt x="844405" y="2278200"/>
                  </a:lnTo>
                  <a:lnTo>
                    <a:pt x="843549" y="2278200"/>
                  </a:lnTo>
                  <a:lnTo>
                    <a:pt x="842694" y="2278200"/>
                  </a:lnTo>
                  <a:lnTo>
                    <a:pt x="841838" y="2278200"/>
                  </a:lnTo>
                  <a:lnTo>
                    <a:pt x="840983" y="2278200"/>
                  </a:lnTo>
                  <a:lnTo>
                    <a:pt x="840127" y="2278200"/>
                  </a:lnTo>
                  <a:lnTo>
                    <a:pt x="839272" y="2278200"/>
                  </a:lnTo>
                  <a:lnTo>
                    <a:pt x="838416" y="2278200"/>
                  </a:lnTo>
                  <a:lnTo>
                    <a:pt x="837561" y="2278200"/>
                  </a:lnTo>
                  <a:lnTo>
                    <a:pt x="836705" y="2278200"/>
                  </a:lnTo>
                  <a:lnTo>
                    <a:pt x="835850" y="2278200"/>
                  </a:lnTo>
                  <a:lnTo>
                    <a:pt x="834994" y="2278200"/>
                  </a:lnTo>
                  <a:lnTo>
                    <a:pt x="834139" y="2278200"/>
                  </a:lnTo>
                  <a:lnTo>
                    <a:pt x="833283" y="2278200"/>
                  </a:lnTo>
                  <a:lnTo>
                    <a:pt x="832427" y="2278200"/>
                  </a:lnTo>
                  <a:lnTo>
                    <a:pt x="831572" y="2278200"/>
                  </a:lnTo>
                  <a:lnTo>
                    <a:pt x="830716" y="2278200"/>
                  </a:lnTo>
                  <a:lnTo>
                    <a:pt x="829861" y="2278200"/>
                  </a:lnTo>
                  <a:lnTo>
                    <a:pt x="829005" y="2278200"/>
                  </a:lnTo>
                  <a:lnTo>
                    <a:pt x="828150" y="2278200"/>
                  </a:lnTo>
                  <a:lnTo>
                    <a:pt x="827294" y="2278200"/>
                  </a:lnTo>
                  <a:lnTo>
                    <a:pt x="826439" y="2278200"/>
                  </a:lnTo>
                  <a:lnTo>
                    <a:pt x="825583" y="2278200"/>
                  </a:lnTo>
                  <a:lnTo>
                    <a:pt x="824728" y="2278200"/>
                  </a:lnTo>
                  <a:lnTo>
                    <a:pt x="823872" y="2278200"/>
                  </a:lnTo>
                  <a:lnTo>
                    <a:pt x="823017" y="2278200"/>
                  </a:lnTo>
                  <a:lnTo>
                    <a:pt x="822161" y="2278200"/>
                  </a:lnTo>
                  <a:lnTo>
                    <a:pt x="821306" y="2278200"/>
                  </a:lnTo>
                  <a:lnTo>
                    <a:pt x="820450" y="2278200"/>
                  </a:lnTo>
                  <a:lnTo>
                    <a:pt x="819595" y="2278200"/>
                  </a:lnTo>
                  <a:lnTo>
                    <a:pt x="818739" y="2278200"/>
                  </a:lnTo>
                  <a:lnTo>
                    <a:pt x="817884" y="2278200"/>
                  </a:lnTo>
                  <a:lnTo>
                    <a:pt x="817028" y="2278200"/>
                  </a:lnTo>
                  <a:lnTo>
                    <a:pt x="816172" y="2278200"/>
                  </a:lnTo>
                  <a:lnTo>
                    <a:pt x="815317" y="2278200"/>
                  </a:lnTo>
                  <a:lnTo>
                    <a:pt x="814461" y="2278200"/>
                  </a:lnTo>
                  <a:lnTo>
                    <a:pt x="813606" y="2278200"/>
                  </a:lnTo>
                  <a:lnTo>
                    <a:pt x="812750" y="2278200"/>
                  </a:lnTo>
                  <a:lnTo>
                    <a:pt x="811895" y="2278200"/>
                  </a:lnTo>
                  <a:lnTo>
                    <a:pt x="811039" y="2278200"/>
                  </a:lnTo>
                  <a:lnTo>
                    <a:pt x="810184" y="2278200"/>
                  </a:lnTo>
                  <a:lnTo>
                    <a:pt x="809328" y="2278200"/>
                  </a:lnTo>
                  <a:lnTo>
                    <a:pt x="808473" y="2278200"/>
                  </a:lnTo>
                  <a:lnTo>
                    <a:pt x="807617" y="2278200"/>
                  </a:lnTo>
                  <a:lnTo>
                    <a:pt x="806762" y="2278200"/>
                  </a:lnTo>
                  <a:lnTo>
                    <a:pt x="805906" y="2278200"/>
                  </a:lnTo>
                  <a:lnTo>
                    <a:pt x="805051" y="2278200"/>
                  </a:lnTo>
                  <a:lnTo>
                    <a:pt x="804195" y="2278200"/>
                  </a:lnTo>
                  <a:lnTo>
                    <a:pt x="803340" y="2278200"/>
                  </a:lnTo>
                  <a:lnTo>
                    <a:pt x="802484" y="2278200"/>
                  </a:lnTo>
                  <a:lnTo>
                    <a:pt x="801628" y="2278200"/>
                  </a:lnTo>
                  <a:lnTo>
                    <a:pt x="800773" y="2278200"/>
                  </a:lnTo>
                  <a:lnTo>
                    <a:pt x="799917" y="2278200"/>
                  </a:lnTo>
                  <a:lnTo>
                    <a:pt x="799062" y="2278200"/>
                  </a:lnTo>
                  <a:lnTo>
                    <a:pt x="798206" y="2278200"/>
                  </a:lnTo>
                  <a:lnTo>
                    <a:pt x="797351" y="2278200"/>
                  </a:lnTo>
                  <a:lnTo>
                    <a:pt x="796495" y="2278200"/>
                  </a:lnTo>
                  <a:lnTo>
                    <a:pt x="795640" y="2278200"/>
                  </a:lnTo>
                  <a:lnTo>
                    <a:pt x="794784" y="2278200"/>
                  </a:lnTo>
                  <a:lnTo>
                    <a:pt x="793929" y="2278200"/>
                  </a:lnTo>
                  <a:lnTo>
                    <a:pt x="793073" y="2278200"/>
                  </a:lnTo>
                  <a:lnTo>
                    <a:pt x="792218" y="2278200"/>
                  </a:lnTo>
                  <a:lnTo>
                    <a:pt x="791362" y="2278200"/>
                  </a:lnTo>
                  <a:lnTo>
                    <a:pt x="790507" y="2278200"/>
                  </a:lnTo>
                  <a:lnTo>
                    <a:pt x="789651" y="2278200"/>
                  </a:lnTo>
                  <a:lnTo>
                    <a:pt x="788796" y="2278200"/>
                  </a:lnTo>
                  <a:lnTo>
                    <a:pt x="787940" y="2278200"/>
                  </a:lnTo>
                  <a:lnTo>
                    <a:pt x="787085" y="2278200"/>
                  </a:lnTo>
                  <a:lnTo>
                    <a:pt x="786229" y="2278200"/>
                  </a:lnTo>
                  <a:lnTo>
                    <a:pt x="785373" y="2278200"/>
                  </a:lnTo>
                  <a:lnTo>
                    <a:pt x="784518" y="2278200"/>
                  </a:lnTo>
                  <a:lnTo>
                    <a:pt x="783662" y="2278200"/>
                  </a:lnTo>
                  <a:lnTo>
                    <a:pt x="782807" y="2278200"/>
                  </a:lnTo>
                  <a:lnTo>
                    <a:pt x="781951" y="2278200"/>
                  </a:lnTo>
                  <a:lnTo>
                    <a:pt x="781096" y="2278200"/>
                  </a:lnTo>
                  <a:lnTo>
                    <a:pt x="780240" y="2278200"/>
                  </a:lnTo>
                  <a:lnTo>
                    <a:pt x="779385" y="2278200"/>
                  </a:lnTo>
                  <a:lnTo>
                    <a:pt x="778529" y="2278200"/>
                  </a:lnTo>
                  <a:lnTo>
                    <a:pt x="777674" y="2278200"/>
                  </a:lnTo>
                  <a:lnTo>
                    <a:pt x="776818" y="2278200"/>
                  </a:lnTo>
                  <a:lnTo>
                    <a:pt x="775963" y="2278200"/>
                  </a:lnTo>
                  <a:lnTo>
                    <a:pt x="775107" y="2278200"/>
                  </a:lnTo>
                  <a:lnTo>
                    <a:pt x="774252" y="2278200"/>
                  </a:lnTo>
                  <a:lnTo>
                    <a:pt x="773396" y="2278200"/>
                  </a:lnTo>
                  <a:lnTo>
                    <a:pt x="772541" y="2278200"/>
                  </a:lnTo>
                  <a:lnTo>
                    <a:pt x="771685" y="2278200"/>
                  </a:lnTo>
                  <a:lnTo>
                    <a:pt x="770830" y="2278200"/>
                  </a:lnTo>
                  <a:lnTo>
                    <a:pt x="769974" y="2278200"/>
                  </a:lnTo>
                  <a:lnTo>
                    <a:pt x="769118" y="2278200"/>
                  </a:lnTo>
                  <a:lnTo>
                    <a:pt x="768263" y="2278200"/>
                  </a:lnTo>
                  <a:lnTo>
                    <a:pt x="767407" y="2278200"/>
                  </a:lnTo>
                  <a:lnTo>
                    <a:pt x="766552" y="2278200"/>
                  </a:lnTo>
                  <a:lnTo>
                    <a:pt x="765696" y="2278200"/>
                  </a:lnTo>
                  <a:lnTo>
                    <a:pt x="764841" y="2278200"/>
                  </a:lnTo>
                  <a:lnTo>
                    <a:pt x="763985" y="2278200"/>
                  </a:lnTo>
                  <a:lnTo>
                    <a:pt x="763130" y="2278200"/>
                  </a:lnTo>
                  <a:lnTo>
                    <a:pt x="762274" y="2278200"/>
                  </a:lnTo>
                  <a:lnTo>
                    <a:pt x="761419" y="2278200"/>
                  </a:lnTo>
                  <a:lnTo>
                    <a:pt x="760563" y="2278200"/>
                  </a:lnTo>
                  <a:lnTo>
                    <a:pt x="759708" y="2278200"/>
                  </a:lnTo>
                  <a:lnTo>
                    <a:pt x="758852" y="2278200"/>
                  </a:lnTo>
                  <a:lnTo>
                    <a:pt x="757997" y="2278200"/>
                  </a:lnTo>
                  <a:lnTo>
                    <a:pt x="757141" y="2278200"/>
                  </a:lnTo>
                  <a:lnTo>
                    <a:pt x="756286" y="2278200"/>
                  </a:lnTo>
                  <a:lnTo>
                    <a:pt x="755430" y="2278200"/>
                  </a:lnTo>
                  <a:lnTo>
                    <a:pt x="754574" y="2278200"/>
                  </a:lnTo>
                  <a:lnTo>
                    <a:pt x="753719" y="2278200"/>
                  </a:lnTo>
                  <a:lnTo>
                    <a:pt x="752863" y="2278200"/>
                  </a:lnTo>
                  <a:lnTo>
                    <a:pt x="752008" y="2278200"/>
                  </a:lnTo>
                  <a:lnTo>
                    <a:pt x="751152" y="2278200"/>
                  </a:lnTo>
                  <a:lnTo>
                    <a:pt x="750297" y="2278200"/>
                  </a:lnTo>
                  <a:lnTo>
                    <a:pt x="749441" y="2278200"/>
                  </a:lnTo>
                  <a:lnTo>
                    <a:pt x="748586" y="2278200"/>
                  </a:lnTo>
                  <a:lnTo>
                    <a:pt x="747730" y="2278200"/>
                  </a:lnTo>
                  <a:lnTo>
                    <a:pt x="746875" y="2278200"/>
                  </a:lnTo>
                  <a:lnTo>
                    <a:pt x="746019" y="2278200"/>
                  </a:lnTo>
                  <a:lnTo>
                    <a:pt x="745164" y="2278200"/>
                  </a:lnTo>
                  <a:lnTo>
                    <a:pt x="744308" y="2278200"/>
                  </a:lnTo>
                  <a:lnTo>
                    <a:pt x="743453" y="2278200"/>
                  </a:lnTo>
                  <a:lnTo>
                    <a:pt x="742597" y="2278200"/>
                  </a:lnTo>
                  <a:lnTo>
                    <a:pt x="741742" y="2278200"/>
                  </a:lnTo>
                  <a:lnTo>
                    <a:pt x="740886" y="2278200"/>
                  </a:lnTo>
                  <a:lnTo>
                    <a:pt x="740031" y="2278200"/>
                  </a:lnTo>
                  <a:lnTo>
                    <a:pt x="739175" y="2278200"/>
                  </a:lnTo>
                  <a:lnTo>
                    <a:pt x="738319" y="2278200"/>
                  </a:lnTo>
                  <a:lnTo>
                    <a:pt x="737464" y="2278200"/>
                  </a:lnTo>
                  <a:lnTo>
                    <a:pt x="736608" y="2278200"/>
                  </a:lnTo>
                  <a:lnTo>
                    <a:pt x="735753" y="2278200"/>
                  </a:lnTo>
                  <a:lnTo>
                    <a:pt x="734897" y="2278200"/>
                  </a:lnTo>
                  <a:lnTo>
                    <a:pt x="734042" y="2278200"/>
                  </a:lnTo>
                  <a:lnTo>
                    <a:pt x="733186" y="2278200"/>
                  </a:lnTo>
                  <a:lnTo>
                    <a:pt x="732331" y="2278200"/>
                  </a:lnTo>
                  <a:lnTo>
                    <a:pt x="731475" y="2278200"/>
                  </a:lnTo>
                  <a:lnTo>
                    <a:pt x="730620" y="2278200"/>
                  </a:lnTo>
                  <a:lnTo>
                    <a:pt x="729764" y="2278200"/>
                  </a:lnTo>
                  <a:lnTo>
                    <a:pt x="728909" y="2278200"/>
                  </a:lnTo>
                  <a:lnTo>
                    <a:pt x="728053" y="2278200"/>
                  </a:lnTo>
                  <a:lnTo>
                    <a:pt x="727198" y="2278200"/>
                  </a:lnTo>
                  <a:lnTo>
                    <a:pt x="726342" y="2278200"/>
                  </a:lnTo>
                  <a:lnTo>
                    <a:pt x="725487" y="2278200"/>
                  </a:lnTo>
                  <a:lnTo>
                    <a:pt x="724631" y="2278200"/>
                  </a:lnTo>
                  <a:lnTo>
                    <a:pt x="723776" y="2278200"/>
                  </a:lnTo>
                  <a:lnTo>
                    <a:pt x="722920" y="2278200"/>
                  </a:lnTo>
                  <a:lnTo>
                    <a:pt x="722064" y="2278200"/>
                  </a:lnTo>
                  <a:lnTo>
                    <a:pt x="721209" y="2278200"/>
                  </a:lnTo>
                  <a:lnTo>
                    <a:pt x="720353" y="2278200"/>
                  </a:lnTo>
                  <a:lnTo>
                    <a:pt x="719498" y="2278200"/>
                  </a:lnTo>
                  <a:lnTo>
                    <a:pt x="718642" y="2278200"/>
                  </a:lnTo>
                  <a:lnTo>
                    <a:pt x="717787" y="2278200"/>
                  </a:lnTo>
                  <a:lnTo>
                    <a:pt x="716931" y="2278200"/>
                  </a:lnTo>
                  <a:lnTo>
                    <a:pt x="716076" y="2278200"/>
                  </a:lnTo>
                  <a:lnTo>
                    <a:pt x="715220" y="2278200"/>
                  </a:lnTo>
                  <a:lnTo>
                    <a:pt x="714365" y="2278200"/>
                  </a:lnTo>
                  <a:lnTo>
                    <a:pt x="713509" y="2278200"/>
                  </a:lnTo>
                  <a:lnTo>
                    <a:pt x="712654" y="2278200"/>
                  </a:lnTo>
                  <a:lnTo>
                    <a:pt x="711798" y="2278200"/>
                  </a:lnTo>
                  <a:lnTo>
                    <a:pt x="710943" y="2278200"/>
                  </a:lnTo>
                  <a:lnTo>
                    <a:pt x="710087" y="2278200"/>
                  </a:lnTo>
                  <a:lnTo>
                    <a:pt x="709232" y="2278200"/>
                  </a:lnTo>
                  <a:lnTo>
                    <a:pt x="708376" y="2278200"/>
                  </a:lnTo>
                  <a:lnTo>
                    <a:pt x="707520" y="2278200"/>
                  </a:lnTo>
                  <a:lnTo>
                    <a:pt x="706665" y="2278200"/>
                  </a:lnTo>
                  <a:lnTo>
                    <a:pt x="705809" y="2278200"/>
                  </a:lnTo>
                  <a:lnTo>
                    <a:pt x="704954" y="2278200"/>
                  </a:lnTo>
                  <a:lnTo>
                    <a:pt x="704098" y="2278200"/>
                  </a:lnTo>
                  <a:lnTo>
                    <a:pt x="703243" y="2278200"/>
                  </a:lnTo>
                  <a:lnTo>
                    <a:pt x="702387" y="2278200"/>
                  </a:lnTo>
                  <a:lnTo>
                    <a:pt x="701532" y="2278200"/>
                  </a:lnTo>
                  <a:lnTo>
                    <a:pt x="700676" y="2278200"/>
                  </a:lnTo>
                  <a:lnTo>
                    <a:pt x="699821" y="2278200"/>
                  </a:lnTo>
                  <a:lnTo>
                    <a:pt x="698965" y="2278200"/>
                  </a:lnTo>
                  <a:lnTo>
                    <a:pt x="698110" y="2278200"/>
                  </a:lnTo>
                  <a:lnTo>
                    <a:pt x="697254" y="2278200"/>
                  </a:lnTo>
                  <a:lnTo>
                    <a:pt x="696399" y="2278200"/>
                  </a:lnTo>
                  <a:lnTo>
                    <a:pt x="695543" y="2278200"/>
                  </a:lnTo>
                  <a:lnTo>
                    <a:pt x="694688" y="2278200"/>
                  </a:lnTo>
                  <a:lnTo>
                    <a:pt x="693832" y="2278200"/>
                  </a:lnTo>
                  <a:lnTo>
                    <a:pt x="692977" y="2278200"/>
                  </a:lnTo>
                  <a:lnTo>
                    <a:pt x="692121" y="2278200"/>
                  </a:lnTo>
                  <a:lnTo>
                    <a:pt x="691265" y="2278200"/>
                  </a:lnTo>
                  <a:lnTo>
                    <a:pt x="690410" y="2278200"/>
                  </a:lnTo>
                  <a:lnTo>
                    <a:pt x="689554" y="2278200"/>
                  </a:lnTo>
                  <a:lnTo>
                    <a:pt x="688699" y="2278200"/>
                  </a:lnTo>
                  <a:lnTo>
                    <a:pt x="687843" y="2278200"/>
                  </a:lnTo>
                  <a:lnTo>
                    <a:pt x="686988" y="2278200"/>
                  </a:lnTo>
                  <a:lnTo>
                    <a:pt x="686132" y="2278200"/>
                  </a:lnTo>
                  <a:lnTo>
                    <a:pt x="685277" y="2278200"/>
                  </a:lnTo>
                  <a:lnTo>
                    <a:pt x="684421" y="2278200"/>
                  </a:lnTo>
                  <a:lnTo>
                    <a:pt x="683566" y="2278200"/>
                  </a:lnTo>
                  <a:lnTo>
                    <a:pt x="682710" y="2278200"/>
                  </a:lnTo>
                  <a:lnTo>
                    <a:pt x="681855" y="2278200"/>
                  </a:lnTo>
                  <a:lnTo>
                    <a:pt x="680999" y="2278200"/>
                  </a:lnTo>
                  <a:lnTo>
                    <a:pt x="680144" y="2278200"/>
                  </a:lnTo>
                  <a:lnTo>
                    <a:pt x="679288" y="2278200"/>
                  </a:lnTo>
                  <a:lnTo>
                    <a:pt x="678433" y="2278200"/>
                  </a:lnTo>
                  <a:lnTo>
                    <a:pt x="677577" y="2278200"/>
                  </a:lnTo>
                  <a:lnTo>
                    <a:pt x="676722" y="2278200"/>
                  </a:lnTo>
                  <a:lnTo>
                    <a:pt x="675866" y="2278200"/>
                  </a:lnTo>
                  <a:lnTo>
                    <a:pt x="675010" y="2278200"/>
                  </a:lnTo>
                  <a:lnTo>
                    <a:pt x="674155" y="2278200"/>
                  </a:lnTo>
                  <a:lnTo>
                    <a:pt x="673299" y="2278200"/>
                  </a:lnTo>
                  <a:lnTo>
                    <a:pt x="672444" y="2278200"/>
                  </a:lnTo>
                  <a:lnTo>
                    <a:pt x="671588" y="2278200"/>
                  </a:lnTo>
                  <a:lnTo>
                    <a:pt x="670733" y="2278200"/>
                  </a:lnTo>
                  <a:lnTo>
                    <a:pt x="669877" y="2278200"/>
                  </a:lnTo>
                  <a:lnTo>
                    <a:pt x="669022" y="2278200"/>
                  </a:lnTo>
                  <a:lnTo>
                    <a:pt x="668166" y="2278200"/>
                  </a:lnTo>
                  <a:lnTo>
                    <a:pt x="667311" y="2278200"/>
                  </a:lnTo>
                  <a:lnTo>
                    <a:pt x="666455" y="2278200"/>
                  </a:lnTo>
                  <a:lnTo>
                    <a:pt x="665600" y="2278200"/>
                  </a:lnTo>
                  <a:lnTo>
                    <a:pt x="664744" y="2278200"/>
                  </a:lnTo>
                  <a:lnTo>
                    <a:pt x="663889" y="2278200"/>
                  </a:lnTo>
                  <a:lnTo>
                    <a:pt x="663033" y="2278200"/>
                  </a:lnTo>
                  <a:lnTo>
                    <a:pt x="662178" y="2278200"/>
                  </a:lnTo>
                  <a:lnTo>
                    <a:pt x="661322" y="2278200"/>
                  </a:lnTo>
                  <a:lnTo>
                    <a:pt x="660467" y="2278200"/>
                  </a:lnTo>
                  <a:lnTo>
                    <a:pt x="659611" y="2278200"/>
                  </a:lnTo>
                  <a:lnTo>
                    <a:pt x="658755" y="2278200"/>
                  </a:lnTo>
                  <a:lnTo>
                    <a:pt x="657900" y="2278200"/>
                  </a:lnTo>
                  <a:lnTo>
                    <a:pt x="657044" y="2278200"/>
                  </a:lnTo>
                  <a:lnTo>
                    <a:pt x="656189" y="2278200"/>
                  </a:lnTo>
                  <a:lnTo>
                    <a:pt x="655333" y="2278200"/>
                  </a:lnTo>
                  <a:lnTo>
                    <a:pt x="654478" y="2278200"/>
                  </a:lnTo>
                  <a:lnTo>
                    <a:pt x="653622" y="2278200"/>
                  </a:lnTo>
                  <a:lnTo>
                    <a:pt x="652767" y="2278200"/>
                  </a:lnTo>
                  <a:lnTo>
                    <a:pt x="651911" y="2278200"/>
                  </a:lnTo>
                  <a:lnTo>
                    <a:pt x="651056" y="2278200"/>
                  </a:lnTo>
                  <a:lnTo>
                    <a:pt x="650200" y="2278200"/>
                  </a:lnTo>
                  <a:lnTo>
                    <a:pt x="649345" y="2278200"/>
                  </a:lnTo>
                  <a:lnTo>
                    <a:pt x="648489" y="2278200"/>
                  </a:lnTo>
                  <a:lnTo>
                    <a:pt x="647634" y="2278200"/>
                  </a:lnTo>
                  <a:lnTo>
                    <a:pt x="646778" y="2278200"/>
                  </a:lnTo>
                  <a:lnTo>
                    <a:pt x="645923" y="2278200"/>
                  </a:lnTo>
                  <a:lnTo>
                    <a:pt x="645067" y="2278200"/>
                  </a:lnTo>
                  <a:lnTo>
                    <a:pt x="644211" y="2278200"/>
                  </a:lnTo>
                  <a:lnTo>
                    <a:pt x="643356" y="2278200"/>
                  </a:lnTo>
                  <a:lnTo>
                    <a:pt x="642500" y="2278200"/>
                  </a:lnTo>
                  <a:lnTo>
                    <a:pt x="641645" y="2278200"/>
                  </a:lnTo>
                  <a:lnTo>
                    <a:pt x="640789" y="2278200"/>
                  </a:lnTo>
                  <a:lnTo>
                    <a:pt x="639934" y="2278200"/>
                  </a:lnTo>
                  <a:lnTo>
                    <a:pt x="639078" y="2278200"/>
                  </a:lnTo>
                  <a:lnTo>
                    <a:pt x="638223" y="2278200"/>
                  </a:lnTo>
                  <a:lnTo>
                    <a:pt x="637367" y="2278200"/>
                  </a:lnTo>
                  <a:lnTo>
                    <a:pt x="636512" y="2278200"/>
                  </a:lnTo>
                  <a:lnTo>
                    <a:pt x="635656" y="2278200"/>
                  </a:lnTo>
                  <a:lnTo>
                    <a:pt x="634801" y="2278200"/>
                  </a:lnTo>
                  <a:lnTo>
                    <a:pt x="633945" y="2278200"/>
                  </a:lnTo>
                  <a:lnTo>
                    <a:pt x="633090" y="2278200"/>
                  </a:lnTo>
                  <a:lnTo>
                    <a:pt x="632234" y="2278200"/>
                  </a:lnTo>
                  <a:lnTo>
                    <a:pt x="631379" y="2278200"/>
                  </a:lnTo>
                  <a:lnTo>
                    <a:pt x="630523" y="2278200"/>
                  </a:lnTo>
                  <a:lnTo>
                    <a:pt x="629668" y="2278200"/>
                  </a:lnTo>
                  <a:lnTo>
                    <a:pt x="628812" y="2278200"/>
                  </a:lnTo>
                  <a:lnTo>
                    <a:pt x="627956" y="2278200"/>
                  </a:lnTo>
                  <a:lnTo>
                    <a:pt x="627101" y="2278200"/>
                  </a:lnTo>
                  <a:lnTo>
                    <a:pt x="626245" y="2278200"/>
                  </a:lnTo>
                  <a:lnTo>
                    <a:pt x="625390" y="2278200"/>
                  </a:lnTo>
                  <a:lnTo>
                    <a:pt x="624534" y="2278200"/>
                  </a:lnTo>
                  <a:lnTo>
                    <a:pt x="623679" y="2278200"/>
                  </a:lnTo>
                  <a:lnTo>
                    <a:pt x="622823" y="2278200"/>
                  </a:lnTo>
                  <a:lnTo>
                    <a:pt x="621968" y="2278200"/>
                  </a:lnTo>
                  <a:lnTo>
                    <a:pt x="621112" y="2278200"/>
                  </a:lnTo>
                  <a:lnTo>
                    <a:pt x="620257" y="2278200"/>
                  </a:lnTo>
                  <a:lnTo>
                    <a:pt x="619401" y="2278200"/>
                  </a:lnTo>
                  <a:lnTo>
                    <a:pt x="618546" y="2278200"/>
                  </a:lnTo>
                  <a:lnTo>
                    <a:pt x="617690" y="2278200"/>
                  </a:lnTo>
                  <a:lnTo>
                    <a:pt x="616835" y="2278200"/>
                  </a:lnTo>
                  <a:lnTo>
                    <a:pt x="615979" y="2278200"/>
                  </a:lnTo>
                  <a:lnTo>
                    <a:pt x="615124" y="2278200"/>
                  </a:lnTo>
                  <a:lnTo>
                    <a:pt x="614268" y="2278200"/>
                  </a:lnTo>
                  <a:lnTo>
                    <a:pt x="613413" y="2278200"/>
                  </a:lnTo>
                  <a:lnTo>
                    <a:pt x="612557" y="2278200"/>
                  </a:lnTo>
                  <a:lnTo>
                    <a:pt x="611701" y="2278200"/>
                  </a:lnTo>
                  <a:lnTo>
                    <a:pt x="610846" y="2278200"/>
                  </a:lnTo>
                  <a:lnTo>
                    <a:pt x="609990" y="2278200"/>
                  </a:lnTo>
                  <a:lnTo>
                    <a:pt x="609135" y="2278200"/>
                  </a:lnTo>
                  <a:lnTo>
                    <a:pt x="608279" y="2278200"/>
                  </a:lnTo>
                  <a:lnTo>
                    <a:pt x="607424" y="2278200"/>
                  </a:lnTo>
                  <a:lnTo>
                    <a:pt x="606568" y="2278200"/>
                  </a:lnTo>
                  <a:lnTo>
                    <a:pt x="605713" y="2278200"/>
                  </a:lnTo>
                  <a:lnTo>
                    <a:pt x="604857" y="2278200"/>
                  </a:lnTo>
                  <a:lnTo>
                    <a:pt x="604002" y="2278200"/>
                  </a:lnTo>
                  <a:lnTo>
                    <a:pt x="603146" y="2278200"/>
                  </a:lnTo>
                  <a:lnTo>
                    <a:pt x="602291" y="2278200"/>
                  </a:lnTo>
                  <a:lnTo>
                    <a:pt x="601435" y="2278200"/>
                  </a:lnTo>
                  <a:lnTo>
                    <a:pt x="600580" y="2278200"/>
                  </a:lnTo>
                  <a:lnTo>
                    <a:pt x="599724" y="2278200"/>
                  </a:lnTo>
                  <a:lnTo>
                    <a:pt x="598869" y="2278200"/>
                  </a:lnTo>
                  <a:lnTo>
                    <a:pt x="598013" y="2278200"/>
                  </a:lnTo>
                  <a:lnTo>
                    <a:pt x="597157" y="2278200"/>
                  </a:lnTo>
                  <a:lnTo>
                    <a:pt x="596302" y="2278200"/>
                  </a:lnTo>
                  <a:lnTo>
                    <a:pt x="595446" y="2278200"/>
                  </a:lnTo>
                  <a:lnTo>
                    <a:pt x="594591" y="2278200"/>
                  </a:lnTo>
                  <a:lnTo>
                    <a:pt x="593735" y="2278200"/>
                  </a:lnTo>
                  <a:lnTo>
                    <a:pt x="592880" y="2278200"/>
                  </a:lnTo>
                  <a:lnTo>
                    <a:pt x="592024" y="2278200"/>
                  </a:lnTo>
                  <a:lnTo>
                    <a:pt x="591169" y="2278200"/>
                  </a:lnTo>
                  <a:lnTo>
                    <a:pt x="590313" y="2278200"/>
                  </a:lnTo>
                  <a:lnTo>
                    <a:pt x="589458" y="2278200"/>
                  </a:lnTo>
                  <a:lnTo>
                    <a:pt x="588602" y="2278200"/>
                  </a:lnTo>
                  <a:lnTo>
                    <a:pt x="587747" y="2278200"/>
                  </a:lnTo>
                  <a:lnTo>
                    <a:pt x="586891" y="2278200"/>
                  </a:lnTo>
                  <a:lnTo>
                    <a:pt x="586036" y="2278200"/>
                  </a:lnTo>
                  <a:lnTo>
                    <a:pt x="585180" y="2278200"/>
                  </a:lnTo>
                  <a:lnTo>
                    <a:pt x="584325" y="2278200"/>
                  </a:lnTo>
                  <a:lnTo>
                    <a:pt x="583469" y="2278200"/>
                  </a:lnTo>
                  <a:lnTo>
                    <a:pt x="582614" y="2278200"/>
                  </a:lnTo>
                  <a:lnTo>
                    <a:pt x="581758" y="2278200"/>
                  </a:lnTo>
                  <a:lnTo>
                    <a:pt x="580902" y="2278200"/>
                  </a:lnTo>
                  <a:lnTo>
                    <a:pt x="580047" y="2278200"/>
                  </a:lnTo>
                  <a:lnTo>
                    <a:pt x="579191" y="2278200"/>
                  </a:lnTo>
                  <a:lnTo>
                    <a:pt x="578336" y="2278200"/>
                  </a:lnTo>
                  <a:lnTo>
                    <a:pt x="577480" y="2278200"/>
                  </a:lnTo>
                  <a:lnTo>
                    <a:pt x="576625" y="2278200"/>
                  </a:lnTo>
                  <a:lnTo>
                    <a:pt x="575769" y="2278200"/>
                  </a:lnTo>
                  <a:lnTo>
                    <a:pt x="574914" y="2278200"/>
                  </a:lnTo>
                  <a:lnTo>
                    <a:pt x="574058" y="2278200"/>
                  </a:lnTo>
                  <a:lnTo>
                    <a:pt x="573203" y="2278200"/>
                  </a:lnTo>
                  <a:lnTo>
                    <a:pt x="572347" y="2278200"/>
                  </a:lnTo>
                  <a:lnTo>
                    <a:pt x="571492" y="2278200"/>
                  </a:lnTo>
                  <a:lnTo>
                    <a:pt x="570636" y="2278200"/>
                  </a:lnTo>
                  <a:lnTo>
                    <a:pt x="569781" y="2278200"/>
                  </a:lnTo>
                  <a:lnTo>
                    <a:pt x="568925" y="2278200"/>
                  </a:lnTo>
                  <a:lnTo>
                    <a:pt x="568070" y="2278200"/>
                  </a:lnTo>
                  <a:lnTo>
                    <a:pt x="567214" y="2278200"/>
                  </a:lnTo>
                  <a:lnTo>
                    <a:pt x="566359" y="2278200"/>
                  </a:lnTo>
                  <a:lnTo>
                    <a:pt x="565503" y="2278200"/>
                  </a:lnTo>
                  <a:lnTo>
                    <a:pt x="564647" y="2278200"/>
                  </a:lnTo>
                  <a:lnTo>
                    <a:pt x="563792" y="2278200"/>
                  </a:lnTo>
                  <a:lnTo>
                    <a:pt x="562936" y="2278200"/>
                  </a:lnTo>
                  <a:lnTo>
                    <a:pt x="562081" y="2278200"/>
                  </a:lnTo>
                  <a:lnTo>
                    <a:pt x="561225" y="2278200"/>
                  </a:lnTo>
                  <a:lnTo>
                    <a:pt x="560370" y="2278200"/>
                  </a:lnTo>
                  <a:lnTo>
                    <a:pt x="559514" y="2278200"/>
                  </a:lnTo>
                  <a:lnTo>
                    <a:pt x="558659" y="2278200"/>
                  </a:lnTo>
                  <a:lnTo>
                    <a:pt x="557803" y="2278200"/>
                  </a:lnTo>
                  <a:lnTo>
                    <a:pt x="556948" y="2278200"/>
                  </a:lnTo>
                  <a:lnTo>
                    <a:pt x="556092" y="2278200"/>
                  </a:lnTo>
                  <a:lnTo>
                    <a:pt x="555237" y="2278200"/>
                  </a:lnTo>
                  <a:lnTo>
                    <a:pt x="554381" y="2278200"/>
                  </a:lnTo>
                  <a:lnTo>
                    <a:pt x="553526" y="2278200"/>
                  </a:lnTo>
                  <a:lnTo>
                    <a:pt x="552670" y="2278200"/>
                  </a:lnTo>
                  <a:lnTo>
                    <a:pt x="551815" y="2278200"/>
                  </a:lnTo>
                  <a:lnTo>
                    <a:pt x="550959" y="2278200"/>
                  </a:lnTo>
                  <a:lnTo>
                    <a:pt x="550103" y="2278200"/>
                  </a:lnTo>
                  <a:lnTo>
                    <a:pt x="549248" y="2278200"/>
                  </a:lnTo>
                  <a:lnTo>
                    <a:pt x="548392" y="2278200"/>
                  </a:lnTo>
                  <a:lnTo>
                    <a:pt x="547537" y="2278200"/>
                  </a:lnTo>
                  <a:lnTo>
                    <a:pt x="546681" y="2278200"/>
                  </a:lnTo>
                  <a:lnTo>
                    <a:pt x="545826" y="2278200"/>
                  </a:lnTo>
                  <a:lnTo>
                    <a:pt x="544970" y="2278200"/>
                  </a:lnTo>
                  <a:lnTo>
                    <a:pt x="544115" y="2278200"/>
                  </a:lnTo>
                  <a:lnTo>
                    <a:pt x="543259" y="2278200"/>
                  </a:lnTo>
                  <a:lnTo>
                    <a:pt x="542404" y="2278200"/>
                  </a:lnTo>
                  <a:lnTo>
                    <a:pt x="541548" y="2278200"/>
                  </a:lnTo>
                  <a:lnTo>
                    <a:pt x="540693" y="2278200"/>
                  </a:lnTo>
                  <a:lnTo>
                    <a:pt x="539837" y="2278200"/>
                  </a:lnTo>
                  <a:lnTo>
                    <a:pt x="538982" y="2278200"/>
                  </a:lnTo>
                  <a:lnTo>
                    <a:pt x="538126" y="2278200"/>
                  </a:lnTo>
                  <a:lnTo>
                    <a:pt x="537271" y="2278200"/>
                  </a:lnTo>
                  <a:lnTo>
                    <a:pt x="536415" y="2278200"/>
                  </a:lnTo>
                  <a:lnTo>
                    <a:pt x="535560" y="2278200"/>
                  </a:lnTo>
                  <a:lnTo>
                    <a:pt x="534704" y="2278200"/>
                  </a:lnTo>
                  <a:lnTo>
                    <a:pt x="533848" y="2278200"/>
                  </a:lnTo>
                  <a:lnTo>
                    <a:pt x="532993" y="2278200"/>
                  </a:lnTo>
                  <a:lnTo>
                    <a:pt x="532137" y="2278200"/>
                  </a:lnTo>
                  <a:lnTo>
                    <a:pt x="531282" y="2278200"/>
                  </a:lnTo>
                  <a:lnTo>
                    <a:pt x="530426" y="2278200"/>
                  </a:lnTo>
                  <a:lnTo>
                    <a:pt x="529571" y="2278200"/>
                  </a:lnTo>
                  <a:lnTo>
                    <a:pt x="528715" y="2278200"/>
                  </a:lnTo>
                  <a:lnTo>
                    <a:pt x="527860" y="2278200"/>
                  </a:lnTo>
                  <a:lnTo>
                    <a:pt x="527004" y="2278200"/>
                  </a:lnTo>
                  <a:lnTo>
                    <a:pt x="526149" y="2278200"/>
                  </a:lnTo>
                  <a:lnTo>
                    <a:pt x="525293" y="2278200"/>
                  </a:lnTo>
                  <a:lnTo>
                    <a:pt x="524438" y="2278200"/>
                  </a:lnTo>
                  <a:lnTo>
                    <a:pt x="523582" y="2278200"/>
                  </a:lnTo>
                  <a:lnTo>
                    <a:pt x="522727" y="2278200"/>
                  </a:lnTo>
                  <a:lnTo>
                    <a:pt x="521871" y="2278200"/>
                  </a:lnTo>
                  <a:lnTo>
                    <a:pt x="521016" y="2278200"/>
                  </a:lnTo>
                  <a:lnTo>
                    <a:pt x="520160" y="2278200"/>
                  </a:lnTo>
                  <a:lnTo>
                    <a:pt x="519305" y="2278200"/>
                  </a:lnTo>
                  <a:lnTo>
                    <a:pt x="518449" y="2278200"/>
                  </a:lnTo>
                  <a:lnTo>
                    <a:pt x="517593" y="2278200"/>
                  </a:lnTo>
                  <a:lnTo>
                    <a:pt x="516738" y="2278200"/>
                  </a:lnTo>
                  <a:lnTo>
                    <a:pt x="515882" y="2278200"/>
                  </a:lnTo>
                  <a:lnTo>
                    <a:pt x="515027" y="2278200"/>
                  </a:lnTo>
                  <a:lnTo>
                    <a:pt x="514171" y="2278200"/>
                  </a:lnTo>
                  <a:lnTo>
                    <a:pt x="513316" y="2278200"/>
                  </a:lnTo>
                  <a:lnTo>
                    <a:pt x="512460" y="2278200"/>
                  </a:lnTo>
                  <a:lnTo>
                    <a:pt x="511605" y="2278200"/>
                  </a:lnTo>
                  <a:lnTo>
                    <a:pt x="510749" y="2278200"/>
                  </a:lnTo>
                  <a:lnTo>
                    <a:pt x="509894" y="2278200"/>
                  </a:lnTo>
                  <a:lnTo>
                    <a:pt x="509038" y="2278200"/>
                  </a:lnTo>
                  <a:lnTo>
                    <a:pt x="508183" y="2278200"/>
                  </a:lnTo>
                  <a:lnTo>
                    <a:pt x="507327" y="2278200"/>
                  </a:lnTo>
                  <a:lnTo>
                    <a:pt x="506472" y="2278200"/>
                  </a:lnTo>
                  <a:lnTo>
                    <a:pt x="505616" y="2278200"/>
                  </a:lnTo>
                  <a:lnTo>
                    <a:pt x="504761" y="2278200"/>
                  </a:lnTo>
                  <a:lnTo>
                    <a:pt x="503905" y="2278200"/>
                  </a:lnTo>
                  <a:lnTo>
                    <a:pt x="503049" y="2278200"/>
                  </a:lnTo>
                  <a:lnTo>
                    <a:pt x="502194" y="2278200"/>
                  </a:lnTo>
                  <a:lnTo>
                    <a:pt x="501338" y="2278200"/>
                  </a:lnTo>
                  <a:lnTo>
                    <a:pt x="500483" y="2278200"/>
                  </a:lnTo>
                  <a:lnTo>
                    <a:pt x="499627" y="2278200"/>
                  </a:lnTo>
                  <a:lnTo>
                    <a:pt x="498772" y="2278200"/>
                  </a:lnTo>
                  <a:lnTo>
                    <a:pt x="497916" y="2278200"/>
                  </a:lnTo>
                  <a:lnTo>
                    <a:pt x="497061" y="2278200"/>
                  </a:lnTo>
                  <a:lnTo>
                    <a:pt x="496205" y="2278200"/>
                  </a:lnTo>
                  <a:lnTo>
                    <a:pt x="495350" y="2278200"/>
                  </a:lnTo>
                  <a:lnTo>
                    <a:pt x="494494" y="2278200"/>
                  </a:lnTo>
                  <a:lnTo>
                    <a:pt x="493639" y="2278200"/>
                  </a:lnTo>
                  <a:lnTo>
                    <a:pt x="492783" y="2278200"/>
                  </a:lnTo>
                  <a:lnTo>
                    <a:pt x="491928" y="2278200"/>
                  </a:lnTo>
                  <a:lnTo>
                    <a:pt x="491072" y="2278200"/>
                  </a:lnTo>
                  <a:lnTo>
                    <a:pt x="490217" y="2278200"/>
                  </a:lnTo>
                  <a:lnTo>
                    <a:pt x="489361" y="2278200"/>
                  </a:lnTo>
                  <a:lnTo>
                    <a:pt x="488506" y="2278200"/>
                  </a:lnTo>
                  <a:lnTo>
                    <a:pt x="487650" y="2278200"/>
                  </a:lnTo>
                  <a:lnTo>
                    <a:pt x="486794" y="2278200"/>
                  </a:lnTo>
                  <a:lnTo>
                    <a:pt x="485939" y="2278200"/>
                  </a:lnTo>
                  <a:lnTo>
                    <a:pt x="485083" y="2278200"/>
                  </a:lnTo>
                  <a:lnTo>
                    <a:pt x="484228" y="2278200"/>
                  </a:lnTo>
                  <a:lnTo>
                    <a:pt x="483372" y="2278200"/>
                  </a:lnTo>
                  <a:lnTo>
                    <a:pt x="482517" y="2278200"/>
                  </a:lnTo>
                  <a:lnTo>
                    <a:pt x="481661" y="2278200"/>
                  </a:lnTo>
                  <a:lnTo>
                    <a:pt x="480806" y="2278200"/>
                  </a:lnTo>
                  <a:lnTo>
                    <a:pt x="479950" y="2278200"/>
                  </a:lnTo>
                  <a:lnTo>
                    <a:pt x="479095" y="2278200"/>
                  </a:lnTo>
                  <a:lnTo>
                    <a:pt x="478239" y="2278200"/>
                  </a:lnTo>
                  <a:lnTo>
                    <a:pt x="477384" y="2278200"/>
                  </a:lnTo>
                  <a:lnTo>
                    <a:pt x="476528" y="2278200"/>
                  </a:lnTo>
                  <a:lnTo>
                    <a:pt x="475673" y="2278200"/>
                  </a:lnTo>
                  <a:lnTo>
                    <a:pt x="474817" y="2278200"/>
                  </a:lnTo>
                  <a:lnTo>
                    <a:pt x="473962" y="2278200"/>
                  </a:lnTo>
                  <a:lnTo>
                    <a:pt x="473106" y="2278200"/>
                  </a:lnTo>
                  <a:lnTo>
                    <a:pt x="472251" y="2278200"/>
                  </a:lnTo>
                  <a:lnTo>
                    <a:pt x="471395" y="2278200"/>
                  </a:lnTo>
                  <a:lnTo>
                    <a:pt x="470539" y="2278200"/>
                  </a:lnTo>
                  <a:lnTo>
                    <a:pt x="469684" y="2278200"/>
                  </a:lnTo>
                  <a:lnTo>
                    <a:pt x="468828" y="2278200"/>
                  </a:lnTo>
                  <a:lnTo>
                    <a:pt x="467973" y="2278200"/>
                  </a:lnTo>
                  <a:lnTo>
                    <a:pt x="467117" y="2278200"/>
                  </a:lnTo>
                  <a:lnTo>
                    <a:pt x="466262" y="2278200"/>
                  </a:lnTo>
                  <a:lnTo>
                    <a:pt x="465406" y="2278200"/>
                  </a:lnTo>
                  <a:lnTo>
                    <a:pt x="464551" y="2278200"/>
                  </a:lnTo>
                  <a:lnTo>
                    <a:pt x="463695" y="2278200"/>
                  </a:lnTo>
                  <a:lnTo>
                    <a:pt x="462840" y="2278200"/>
                  </a:lnTo>
                  <a:lnTo>
                    <a:pt x="461984" y="2278200"/>
                  </a:lnTo>
                  <a:lnTo>
                    <a:pt x="461129" y="2278200"/>
                  </a:lnTo>
                  <a:lnTo>
                    <a:pt x="460273" y="2278200"/>
                  </a:lnTo>
                  <a:lnTo>
                    <a:pt x="459418" y="2278200"/>
                  </a:lnTo>
                  <a:lnTo>
                    <a:pt x="458562" y="2278200"/>
                  </a:lnTo>
                  <a:lnTo>
                    <a:pt x="457707" y="2278200"/>
                  </a:lnTo>
                  <a:lnTo>
                    <a:pt x="456851" y="2278200"/>
                  </a:lnTo>
                  <a:lnTo>
                    <a:pt x="455995" y="2278200"/>
                  </a:lnTo>
                  <a:lnTo>
                    <a:pt x="455140" y="2278200"/>
                  </a:lnTo>
                  <a:lnTo>
                    <a:pt x="454284" y="2278200"/>
                  </a:lnTo>
                  <a:lnTo>
                    <a:pt x="453429" y="2278200"/>
                  </a:lnTo>
                  <a:lnTo>
                    <a:pt x="452573" y="2278200"/>
                  </a:lnTo>
                  <a:lnTo>
                    <a:pt x="451718" y="2278200"/>
                  </a:lnTo>
                  <a:lnTo>
                    <a:pt x="450862" y="2278200"/>
                  </a:lnTo>
                  <a:lnTo>
                    <a:pt x="450007" y="2278200"/>
                  </a:lnTo>
                  <a:lnTo>
                    <a:pt x="449151" y="2278200"/>
                  </a:lnTo>
                  <a:lnTo>
                    <a:pt x="448296" y="2278200"/>
                  </a:lnTo>
                  <a:lnTo>
                    <a:pt x="447440" y="2278200"/>
                  </a:lnTo>
                  <a:lnTo>
                    <a:pt x="446585" y="2278200"/>
                  </a:lnTo>
                  <a:lnTo>
                    <a:pt x="445729" y="2278200"/>
                  </a:lnTo>
                  <a:lnTo>
                    <a:pt x="444874" y="2278200"/>
                  </a:lnTo>
                  <a:lnTo>
                    <a:pt x="444018" y="2278200"/>
                  </a:lnTo>
                  <a:lnTo>
                    <a:pt x="443163" y="2278200"/>
                  </a:lnTo>
                  <a:lnTo>
                    <a:pt x="442307" y="2278200"/>
                  </a:lnTo>
                  <a:lnTo>
                    <a:pt x="441452" y="2278200"/>
                  </a:lnTo>
                  <a:lnTo>
                    <a:pt x="440596" y="2278200"/>
                  </a:lnTo>
                  <a:lnTo>
                    <a:pt x="439740" y="2278200"/>
                  </a:lnTo>
                  <a:lnTo>
                    <a:pt x="438885" y="2278200"/>
                  </a:lnTo>
                  <a:lnTo>
                    <a:pt x="438029" y="2278200"/>
                  </a:lnTo>
                  <a:lnTo>
                    <a:pt x="437174" y="2278200"/>
                  </a:lnTo>
                  <a:lnTo>
                    <a:pt x="436318" y="2278200"/>
                  </a:lnTo>
                  <a:lnTo>
                    <a:pt x="435463" y="2278200"/>
                  </a:lnTo>
                  <a:lnTo>
                    <a:pt x="434607" y="2278200"/>
                  </a:lnTo>
                  <a:lnTo>
                    <a:pt x="433752" y="2278200"/>
                  </a:lnTo>
                  <a:lnTo>
                    <a:pt x="432896" y="2278200"/>
                  </a:lnTo>
                  <a:lnTo>
                    <a:pt x="432041" y="2278200"/>
                  </a:lnTo>
                  <a:lnTo>
                    <a:pt x="431185" y="2278200"/>
                  </a:lnTo>
                  <a:lnTo>
                    <a:pt x="430330" y="2278200"/>
                  </a:lnTo>
                  <a:lnTo>
                    <a:pt x="429474" y="2278200"/>
                  </a:lnTo>
                  <a:lnTo>
                    <a:pt x="428619" y="2278200"/>
                  </a:lnTo>
                  <a:lnTo>
                    <a:pt x="427763" y="2278200"/>
                  </a:lnTo>
                  <a:lnTo>
                    <a:pt x="426908" y="2278200"/>
                  </a:lnTo>
                  <a:lnTo>
                    <a:pt x="426052" y="2278200"/>
                  </a:lnTo>
                  <a:lnTo>
                    <a:pt x="425197" y="2278200"/>
                  </a:lnTo>
                  <a:lnTo>
                    <a:pt x="424341" y="2278200"/>
                  </a:lnTo>
                  <a:lnTo>
                    <a:pt x="423485" y="2278200"/>
                  </a:lnTo>
                  <a:lnTo>
                    <a:pt x="422630" y="2278200"/>
                  </a:lnTo>
                  <a:lnTo>
                    <a:pt x="421774" y="2278200"/>
                  </a:lnTo>
                  <a:lnTo>
                    <a:pt x="420919" y="2278200"/>
                  </a:lnTo>
                  <a:lnTo>
                    <a:pt x="420063" y="2278200"/>
                  </a:lnTo>
                  <a:lnTo>
                    <a:pt x="419208" y="2278200"/>
                  </a:lnTo>
                  <a:lnTo>
                    <a:pt x="418352" y="2278200"/>
                  </a:lnTo>
                  <a:lnTo>
                    <a:pt x="417497" y="2278200"/>
                  </a:lnTo>
                  <a:lnTo>
                    <a:pt x="416641" y="2278200"/>
                  </a:lnTo>
                  <a:lnTo>
                    <a:pt x="415786" y="2278200"/>
                  </a:lnTo>
                  <a:lnTo>
                    <a:pt x="414930" y="2278200"/>
                  </a:lnTo>
                  <a:lnTo>
                    <a:pt x="414075" y="2278200"/>
                  </a:lnTo>
                  <a:lnTo>
                    <a:pt x="413219" y="2278200"/>
                  </a:lnTo>
                  <a:lnTo>
                    <a:pt x="412364" y="2278200"/>
                  </a:lnTo>
                  <a:lnTo>
                    <a:pt x="411508" y="2278200"/>
                  </a:lnTo>
                  <a:lnTo>
                    <a:pt x="410653" y="2278200"/>
                  </a:lnTo>
                  <a:lnTo>
                    <a:pt x="409797" y="2278200"/>
                  </a:lnTo>
                  <a:lnTo>
                    <a:pt x="408942" y="2278200"/>
                  </a:lnTo>
                  <a:lnTo>
                    <a:pt x="408086" y="2278200"/>
                  </a:lnTo>
                  <a:lnTo>
                    <a:pt x="407230" y="2278200"/>
                  </a:lnTo>
                  <a:lnTo>
                    <a:pt x="406375" y="2278200"/>
                  </a:lnTo>
                  <a:lnTo>
                    <a:pt x="405519" y="2278200"/>
                  </a:lnTo>
                  <a:lnTo>
                    <a:pt x="404664" y="2278200"/>
                  </a:lnTo>
                  <a:lnTo>
                    <a:pt x="403808" y="2278200"/>
                  </a:lnTo>
                  <a:lnTo>
                    <a:pt x="402953" y="2278200"/>
                  </a:lnTo>
                  <a:lnTo>
                    <a:pt x="402097" y="2278200"/>
                  </a:lnTo>
                  <a:lnTo>
                    <a:pt x="401242" y="2278200"/>
                  </a:lnTo>
                  <a:lnTo>
                    <a:pt x="400386" y="2278200"/>
                  </a:lnTo>
                  <a:lnTo>
                    <a:pt x="399531" y="2278200"/>
                  </a:lnTo>
                  <a:lnTo>
                    <a:pt x="398675" y="2278200"/>
                  </a:lnTo>
                  <a:lnTo>
                    <a:pt x="397820" y="2278200"/>
                  </a:lnTo>
                  <a:lnTo>
                    <a:pt x="396964" y="2278200"/>
                  </a:lnTo>
                  <a:lnTo>
                    <a:pt x="396109" y="2278200"/>
                  </a:lnTo>
                  <a:lnTo>
                    <a:pt x="395253" y="2278200"/>
                  </a:lnTo>
                  <a:lnTo>
                    <a:pt x="394398" y="2278200"/>
                  </a:lnTo>
                  <a:lnTo>
                    <a:pt x="393542" y="2278200"/>
                  </a:lnTo>
                  <a:lnTo>
                    <a:pt x="392686" y="2278200"/>
                  </a:lnTo>
                  <a:lnTo>
                    <a:pt x="391831" y="2278200"/>
                  </a:lnTo>
                  <a:lnTo>
                    <a:pt x="390975" y="2278200"/>
                  </a:lnTo>
                  <a:lnTo>
                    <a:pt x="390120" y="2278200"/>
                  </a:lnTo>
                  <a:lnTo>
                    <a:pt x="389264" y="2278200"/>
                  </a:lnTo>
                  <a:lnTo>
                    <a:pt x="388409" y="2278200"/>
                  </a:lnTo>
                  <a:lnTo>
                    <a:pt x="387553" y="2278200"/>
                  </a:lnTo>
                  <a:lnTo>
                    <a:pt x="386698" y="2278200"/>
                  </a:lnTo>
                  <a:lnTo>
                    <a:pt x="385842" y="2278200"/>
                  </a:lnTo>
                  <a:lnTo>
                    <a:pt x="384987" y="2278200"/>
                  </a:lnTo>
                  <a:lnTo>
                    <a:pt x="384131" y="2278200"/>
                  </a:lnTo>
                  <a:lnTo>
                    <a:pt x="383276" y="2278200"/>
                  </a:lnTo>
                  <a:lnTo>
                    <a:pt x="382420" y="2278200"/>
                  </a:lnTo>
                  <a:lnTo>
                    <a:pt x="381565" y="2278200"/>
                  </a:lnTo>
                  <a:lnTo>
                    <a:pt x="380709" y="2278200"/>
                  </a:lnTo>
                  <a:lnTo>
                    <a:pt x="379854" y="2278200"/>
                  </a:lnTo>
                  <a:lnTo>
                    <a:pt x="378998" y="2278200"/>
                  </a:lnTo>
                  <a:lnTo>
                    <a:pt x="378143" y="2278200"/>
                  </a:lnTo>
                  <a:lnTo>
                    <a:pt x="377287" y="2278200"/>
                  </a:lnTo>
                  <a:lnTo>
                    <a:pt x="376431" y="2278200"/>
                  </a:lnTo>
                  <a:lnTo>
                    <a:pt x="375576" y="2278200"/>
                  </a:lnTo>
                  <a:lnTo>
                    <a:pt x="374720" y="2278200"/>
                  </a:lnTo>
                  <a:lnTo>
                    <a:pt x="373865" y="2278200"/>
                  </a:lnTo>
                  <a:lnTo>
                    <a:pt x="373009" y="2278200"/>
                  </a:lnTo>
                  <a:lnTo>
                    <a:pt x="372154" y="2278200"/>
                  </a:lnTo>
                  <a:lnTo>
                    <a:pt x="371298" y="2278200"/>
                  </a:lnTo>
                  <a:lnTo>
                    <a:pt x="370443" y="2278200"/>
                  </a:lnTo>
                  <a:lnTo>
                    <a:pt x="369587" y="2278200"/>
                  </a:lnTo>
                  <a:lnTo>
                    <a:pt x="368732" y="2278200"/>
                  </a:lnTo>
                  <a:lnTo>
                    <a:pt x="367876" y="2278200"/>
                  </a:lnTo>
                  <a:lnTo>
                    <a:pt x="367021" y="2278200"/>
                  </a:lnTo>
                  <a:lnTo>
                    <a:pt x="366165" y="2278200"/>
                  </a:lnTo>
                  <a:lnTo>
                    <a:pt x="365310" y="2278200"/>
                  </a:lnTo>
                  <a:lnTo>
                    <a:pt x="364454" y="2278200"/>
                  </a:lnTo>
                  <a:lnTo>
                    <a:pt x="363599" y="2278200"/>
                  </a:lnTo>
                  <a:lnTo>
                    <a:pt x="362743" y="2278200"/>
                  </a:lnTo>
                  <a:lnTo>
                    <a:pt x="361888" y="2278200"/>
                  </a:lnTo>
                  <a:lnTo>
                    <a:pt x="361032" y="2278200"/>
                  </a:lnTo>
                  <a:lnTo>
                    <a:pt x="360176" y="2278200"/>
                  </a:lnTo>
                  <a:lnTo>
                    <a:pt x="359321" y="2278200"/>
                  </a:lnTo>
                  <a:lnTo>
                    <a:pt x="358465" y="2278200"/>
                  </a:lnTo>
                  <a:lnTo>
                    <a:pt x="357610" y="2278200"/>
                  </a:lnTo>
                  <a:lnTo>
                    <a:pt x="356754" y="2278200"/>
                  </a:lnTo>
                  <a:lnTo>
                    <a:pt x="355899" y="2278200"/>
                  </a:lnTo>
                  <a:lnTo>
                    <a:pt x="355043" y="2278200"/>
                  </a:lnTo>
                  <a:lnTo>
                    <a:pt x="354188" y="2278200"/>
                  </a:lnTo>
                  <a:lnTo>
                    <a:pt x="353332" y="2278200"/>
                  </a:lnTo>
                  <a:lnTo>
                    <a:pt x="352477" y="2278200"/>
                  </a:lnTo>
                  <a:lnTo>
                    <a:pt x="351621" y="2278200"/>
                  </a:lnTo>
                  <a:lnTo>
                    <a:pt x="350766" y="2278200"/>
                  </a:lnTo>
                  <a:lnTo>
                    <a:pt x="349910" y="2278200"/>
                  </a:lnTo>
                  <a:lnTo>
                    <a:pt x="349055" y="2278200"/>
                  </a:lnTo>
                  <a:lnTo>
                    <a:pt x="348199" y="2278200"/>
                  </a:lnTo>
                  <a:lnTo>
                    <a:pt x="347344" y="2278200"/>
                  </a:lnTo>
                  <a:lnTo>
                    <a:pt x="346488" y="2278200"/>
                  </a:lnTo>
                  <a:lnTo>
                    <a:pt x="345632" y="2278200"/>
                  </a:lnTo>
                  <a:lnTo>
                    <a:pt x="344777" y="2278200"/>
                  </a:lnTo>
                  <a:lnTo>
                    <a:pt x="343921" y="2278200"/>
                  </a:lnTo>
                  <a:lnTo>
                    <a:pt x="343066" y="2278200"/>
                  </a:lnTo>
                  <a:lnTo>
                    <a:pt x="342210" y="2278200"/>
                  </a:lnTo>
                  <a:lnTo>
                    <a:pt x="341355" y="2278200"/>
                  </a:lnTo>
                  <a:lnTo>
                    <a:pt x="340499" y="2278200"/>
                  </a:lnTo>
                  <a:lnTo>
                    <a:pt x="339644" y="2278200"/>
                  </a:lnTo>
                  <a:lnTo>
                    <a:pt x="338788" y="2278200"/>
                  </a:lnTo>
                  <a:lnTo>
                    <a:pt x="337933" y="2278200"/>
                  </a:lnTo>
                  <a:lnTo>
                    <a:pt x="337077" y="2278200"/>
                  </a:lnTo>
                  <a:lnTo>
                    <a:pt x="336222" y="2278200"/>
                  </a:lnTo>
                  <a:lnTo>
                    <a:pt x="335366" y="2278200"/>
                  </a:lnTo>
                  <a:lnTo>
                    <a:pt x="334511" y="2278200"/>
                  </a:lnTo>
                  <a:lnTo>
                    <a:pt x="333655" y="2278200"/>
                  </a:lnTo>
                  <a:lnTo>
                    <a:pt x="332800" y="2278200"/>
                  </a:lnTo>
                  <a:lnTo>
                    <a:pt x="331944" y="2278200"/>
                  </a:lnTo>
                  <a:lnTo>
                    <a:pt x="331089" y="2278200"/>
                  </a:lnTo>
                  <a:lnTo>
                    <a:pt x="330233" y="2278200"/>
                  </a:lnTo>
                  <a:lnTo>
                    <a:pt x="329377" y="2278200"/>
                  </a:lnTo>
                  <a:lnTo>
                    <a:pt x="328522" y="2278200"/>
                  </a:lnTo>
                  <a:lnTo>
                    <a:pt x="327666" y="2278200"/>
                  </a:lnTo>
                  <a:lnTo>
                    <a:pt x="326811" y="2278200"/>
                  </a:lnTo>
                  <a:lnTo>
                    <a:pt x="325955" y="2278200"/>
                  </a:lnTo>
                  <a:lnTo>
                    <a:pt x="325100" y="2278200"/>
                  </a:lnTo>
                  <a:lnTo>
                    <a:pt x="324244" y="2278200"/>
                  </a:lnTo>
                  <a:lnTo>
                    <a:pt x="323389" y="2278200"/>
                  </a:lnTo>
                  <a:lnTo>
                    <a:pt x="322533" y="2278200"/>
                  </a:lnTo>
                  <a:lnTo>
                    <a:pt x="321678" y="2278200"/>
                  </a:lnTo>
                  <a:lnTo>
                    <a:pt x="320822" y="2278200"/>
                  </a:lnTo>
                  <a:lnTo>
                    <a:pt x="319967" y="2278200"/>
                  </a:lnTo>
                  <a:lnTo>
                    <a:pt x="319111" y="2278200"/>
                  </a:lnTo>
                  <a:lnTo>
                    <a:pt x="318256" y="2278200"/>
                  </a:lnTo>
                  <a:lnTo>
                    <a:pt x="317400" y="2278200"/>
                  </a:lnTo>
                  <a:lnTo>
                    <a:pt x="316545" y="2278200"/>
                  </a:lnTo>
                  <a:lnTo>
                    <a:pt x="315689" y="2278200"/>
                  </a:lnTo>
                  <a:lnTo>
                    <a:pt x="314834" y="2278200"/>
                  </a:lnTo>
                  <a:lnTo>
                    <a:pt x="313978" y="2278200"/>
                  </a:lnTo>
                  <a:lnTo>
                    <a:pt x="313122" y="2278200"/>
                  </a:lnTo>
                  <a:lnTo>
                    <a:pt x="312267" y="2278200"/>
                  </a:lnTo>
                  <a:lnTo>
                    <a:pt x="311411" y="2278200"/>
                  </a:lnTo>
                  <a:lnTo>
                    <a:pt x="310556" y="2278200"/>
                  </a:lnTo>
                  <a:lnTo>
                    <a:pt x="309700" y="2278200"/>
                  </a:lnTo>
                  <a:lnTo>
                    <a:pt x="308845" y="2278200"/>
                  </a:lnTo>
                  <a:lnTo>
                    <a:pt x="307989" y="2278200"/>
                  </a:lnTo>
                  <a:lnTo>
                    <a:pt x="307134" y="2278200"/>
                  </a:lnTo>
                  <a:lnTo>
                    <a:pt x="306278" y="2278200"/>
                  </a:lnTo>
                  <a:lnTo>
                    <a:pt x="305423" y="2278200"/>
                  </a:lnTo>
                  <a:lnTo>
                    <a:pt x="304567" y="2278200"/>
                  </a:lnTo>
                  <a:lnTo>
                    <a:pt x="303712" y="2278200"/>
                  </a:lnTo>
                  <a:lnTo>
                    <a:pt x="302856" y="2278200"/>
                  </a:lnTo>
                  <a:lnTo>
                    <a:pt x="302001" y="2278200"/>
                  </a:lnTo>
                  <a:lnTo>
                    <a:pt x="301145" y="2278200"/>
                  </a:lnTo>
                  <a:lnTo>
                    <a:pt x="300290" y="2278200"/>
                  </a:lnTo>
                  <a:lnTo>
                    <a:pt x="299434" y="2278200"/>
                  </a:lnTo>
                  <a:lnTo>
                    <a:pt x="298578" y="2278200"/>
                  </a:lnTo>
                  <a:lnTo>
                    <a:pt x="297723" y="2278200"/>
                  </a:lnTo>
                  <a:lnTo>
                    <a:pt x="296867" y="2278200"/>
                  </a:lnTo>
                  <a:lnTo>
                    <a:pt x="296012" y="2278200"/>
                  </a:lnTo>
                  <a:lnTo>
                    <a:pt x="295156" y="2278200"/>
                  </a:lnTo>
                  <a:lnTo>
                    <a:pt x="294301" y="2278200"/>
                  </a:lnTo>
                  <a:lnTo>
                    <a:pt x="293445" y="2278200"/>
                  </a:lnTo>
                  <a:lnTo>
                    <a:pt x="292590" y="2278200"/>
                  </a:lnTo>
                  <a:lnTo>
                    <a:pt x="291734" y="2278200"/>
                  </a:lnTo>
                  <a:lnTo>
                    <a:pt x="290879" y="2278200"/>
                  </a:lnTo>
                  <a:lnTo>
                    <a:pt x="290023" y="2278200"/>
                  </a:lnTo>
                  <a:lnTo>
                    <a:pt x="289168" y="2278200"/>
                  </a:lnTo>
                  <a:lnTo>
                    <a:pt x="288312" y="2278200"/>
                  </a:lnTo>
                  <a:lnTo>
                    <a:pt x="287457" y="2278200"/>
                  </a:lnTo>
                  <a:lnTo>
                    <a:pt x="286601" y="2278200"/>
                  </a:lnTo>
                  <a:lnTo>
                    <a:pt x="285746" y="2278200"/>
                  </a:lnTo>
                  <a:lnTo>
                    <a:pt x="284890" y="2278200"/>
                  </a:lnTo>
                  <a:lnTo>
                    <a:pt x="284035" y="2278200"/>
                  </a:lnTo>
                  <a:lnTo>
                    <a:pt x="283179" y="2278200"/>
                  </a:lnTo>
                  <a:lnTo>
                    <a:pt x="282323" y="2278200"/>
                  </a:lnTo>
                  <a:lnTo>
                    <a:pt x="281468" y="2278200"/>
                  </a:lnTo>
                  <a:lnTo>
                    <a:pt x="280612" y="2278200"/>
                  </a:lnTo>
                  <a:lnTo>
                    <a:pt x="279757" y="2278200"/>
                  </a:lnTo>
                  <a:lnTo>
                    <a:pt x="278901" y="2278200"/>
                  </a:lnTo>
                  <a:lnTo>
                    <a:pt x="278046" y="2278200"/>
                  </a:lnTo>
                  <a:lnTo>
                    <a:pt x="277190" y="2278200"/>
                  </a:lnTo>
                  <a:lnTo>
                    <a:pt x="276335" y="2278200"/>
                  </a:lnTo>
                  <a:lnTo>
                    <a:pt x="275479" y="2278200"/>
                  </a:lnTo>
                  <a:lnTo>
                    <a:pt x="274624" y="2278200"/>
                  </a:lnTo>
                  <a:lnTo>
                    <a:pt x="273768" y="2278200"/>
                  </a:lnTo>
                  <a:lnTo>
                    <a:pt x="272913" y="2278200"/>
                  </a:lnTo>
                  <a:lnTo>
                    <a:pt x="272057" y="2278200"/>
                  </a:lnTo>
                  <a:lnTo>
                    <a:pt x="271202" y="2278200"/>
                  </a:lnTo>
                  <a:lnTo>
                    <a:pt x="270346" y="2278200"/>
                  </a:lnTo>
                  <a:lnTo>
                    <a:pt x="269491" y="2278200"/>
                  </a:lnTo>
                  <a:lnTo>
                    <a:pt x="268635" y="2278200"/>
                  </a:lnTo>
                  <a:lnTo>
                    <a:pt x="267780" y="2278200"/>
                  </a:lnTo>
                  <a:lnTo>
                    <a:pt x="266924" y="2278200"/>
                  </a:lnTo>
                  <a:lnTo>
                    <a:pt x="266068" y="2278200"/>
                  </a:lnTo>
                  <a:lnTo>
                    <a:pt x="265213" y="2278200"/>
                  </a:lnTo>
                  <a:lnTo>
                    <a:pt x="264357" y="2278200"/>
                  </a:lnTo>
                  <a:lnTo>
                    <a:pt x="263502" y="2278200"/>
                  </a:lnTo>
                  <a:lnTo>
                    <a:pt x="262646" y="2278200"/>
                  </a:lnTo>
                  <a:lnTo>
                    <a:pt x="261791" y="2278200"/>
                  </a:lnTo>
                  <a:lnTo>
                    <a:pt x="260935" y="2278200"/>
                  </a:lnTo>
                  <a:lnTo>
                    <a:pt x="260080" y="2278200"/>
                  </a:lnTo>
                  <a:lnTo>
                    <a:pt x="259224" y="2278200"/>
                  </a:lnTo>
                  <a:lnTo>
                    <a:pt x="258369" y="2278200"/>
                  </a:lnTo>
                  <a:lnTo>
                    <a:pt x="257513" y="2278200"/>
                  </a:lnTo>
                  <a:lnTo>
                    <a:pt x="256658" y="2278200"/>
                  </a:lnTo>
                  <a:lnTo>
                    <a:pt x="255802" y="2278200"/>
                  </a:lnTo>
                  <a:lnTo>
                    <a:pt x="254947" y="2278200"/>
                  </a:lnTo>
                  <a:lnTo>
                    <a:pt x="254091" y="2278200"/>
                  </a:lnTo>
                  <a:lnTo>
                    <a:pt x="253236" y="2278200"/>
                  </a:lnTo>
                  <a:lnTo>
                    <a:pt x="252380" y="2278200"/>
                  </a:lnTo>
                  <a:lnTo>
                    <a:pt x="251524" y="2278200"/>
                  </a:lnTo>
                  <a:lnTo>
                    <a:pt x="250669" y="2278200"/>
                  </a:lnTo>
                  <a:lnTo>
                    <a:pt x="249813" y="2278200"/>
                  </a:lnTo>
                  <a:lnTo>
                    <a:pt x="248958" y="2278200"/>
                  </a:lnTo>
                  <a:lnTo>
                    <a:pt x="248102" y="2278200"/>
                  </a:lnTo>
                  <a:lnTo>
                    <a:pt x="247247" y="2278200"/>
                  </a:lnTo>
                  <a:lnTo>
                    <a:pt x="246391" y="2278200"/>
                  </a:lnTo>
                  <a:lnTo>
                    <a:pt x="245536" y="2278200"/>
                  </a:lnTo>
                  <a:lnTo>
                    <a:pt x="244680" y="2278200"/>
                  </a:lnTo>
                  <a:lnTo>
                    <a:pt x="243825" y="2278200"/>
                  </a:lnTo>
                  <a:lnTo>
                    <a:pt x="242969" y="2278200"/>
                  </a:lnTo>
                  <a:lnTo>
                    <a:pt x="242114" y="2278200"/>
                  </a:lnTo>
                  <a:lnTo>
                    <a:pt x="241258" y="2278200"/>
                  </a:lnTo>
                  <a:lnTo>
                    <a:pt x="240403" y="2278200"/>
                  </a:lnTo>
                  <a:lnTo>
                    <a:pt x="239547" y="2278200"/>
                  </a:lnTo>
                  <a:lnTo>
                    <a:pt x="238692" y="2278200"/>
                  </a:lnTo>
                  <a:lnTo>
                    <a:pt x="237836" y="2278200"/>
                  </a:lnTo>
                  <a:lnTo>
                    <a:pt x="236981" y="2278200"/>
                  </a:lnTo>
                  <a:lnTo>
                    <a:pt x="236125" y="2278200"/>
                  </a:lnTo>
                  <a:lnTo>
                    <a:pt x="235269" y="2278200"/>
                  </a:lnTo>
                  <a:lnTo>
                    <a:pt x="234414" y="2278200"/>
                  </a:lnTo>
                  <a:lnTo>
                    <a:pt x="233558" y="2278200"/>
                  </a:lnTo>
                  <a:lnTo>
                    <a:pt x="232703" y="2278200"/>
                  </a:lnTo>
                  <a:lnTo>
                    <a:pt x="231847" y="2278200"/>
                  </a:lnTo>
                  <a:lnTo>
                    <a:pt x="230992" y="2278200"/>
                  </a:lnTo>
                  <a:lnTo>
                    <a:pt x="230136" y="2278200"/>
                  </a:lnTo>
                  <a:lnTo>
                    <a:pt x="229281" y="2278200"/>
                  </a:lnTo>
                  <a:lnTo>
                    <a:pt x="228425" y="2278200"/>
                  </a:lnTo>
                  <a:lnTo>
                    <a:pt x="227570" y="2278200"/>
                  </a:lnTo>
                  <a:lnTo>
                    <a:pt x="226714" y="2278200"/>
                  </a:lnTo>
                  <a:lnTo>
                    <a:pt x="225859" y="2278200"/>
                  </a:lnTo>
                  <a:lnTo>
                    <a:pt x="225003" y="2278200"/>
                  </a:lnTo>
                  <a:lnTo>
                    <a:pt x="224148" y="2278200"/>
                  </a:lnTo>
                  <a:lnTo>
                    <a:pt x="223292" y="2278200"/>
                  </a:lnTo>
                  <a:lnTo>
                    <a:pt x="222437" y="2278200"/>
                  </a:lnTo>
                  <a:lnTo>
                    <a:pt x="221581" y="2278200"/>
                  </a:lnTo>
                  <a:lnTo>
                    <a:pt x="220726" y="2278200"/>
                  </a:lnTo>
                  <a:lnTo>
                    <a:pt x="219870" y="2278200"/>
                  </a:lnTo>
                  <a:lnTo>
                    <a:pt x="219014" y="2278200"/>
                  </a:lnTo>
                  <a:lnTo>
                    <a:pt x="218159" y="2278200"/>
                  </a:lnTo>
                  <a:lnTo>
                    <a:pt x="217303" y="2278200"/>
                  </a:lnTo>
                  <a:lnTo>
                    <a:pt x="216448" y="2278200"/>
                  </a:lnTo>
                  <a:lnTo>
                    <a:pt x="215592" y="2278200"/>
                  </a:lnTo>
                  <a:lnTo>
                    <a:pt x="214737" y="2278200"/>
                  </a:lnTo>
                  <a:lnTo>
                    <a:pt x="213881" y="2278200"/>
                  </a:lnTo>
                  <a:lnTo>
                    <a:pt x="213026" y="2278200"/>
                  </a:lnTo>
                  <a:lnTo>
                    <a:pt x="212170" y="2278200"/>
                  </a:lnTo>
                  <a:lnTo>
                    <a:pt x="211315" y="2278200"/>
                  </a:lnTo>
                  <a:lnTo>
                    <a:pt x="210459" y="2278200"/>
                  </a:lnTo>
                  <a:lnTo>
                    <a:pt x="209604" y="2278200"/>
                  </a:lnTo>
                  <a:lnTo>
                    <a:pt x="208748" y="2278200"/>
                  </a:lnTo>
                  <a:lnTo>
                    <a:pt x="207893" y="2278200"/>
                  </a:lnTo>
                  <a:lnTo>
                    <a:pt x="207037" y="2278200"/>
                  </a:lnTo>
                  <a:lnTo>
                    <a:pt x="206182" y="2278200"/>
                  </a:lnTo>
                  <a:lnTo>
                    <a:pt x="205326" y="2278200"/>
                  </a:lnTo>
                  <a:lnTo>
                    <a:pt x="204471" y="2278200"/>
                  </a:lnTo>
                  <a:lnTo>
                    <a:pt x="203615" y="2278200"/>
                  </a:lnTo>
                  <a:lnTo>
                    <a:pt x="202759" y="2278200"/>
                  </a:lnTo>
                  <a:lnTo>
                    <a:pt x="201904" y="2278200"/>
                  </a:lnTo>
                  <a:lnTo>
                    <a:pt x="201048" y="2278200"/>
                  </a:lnTo>
                  <a:lnTo>
                    <a:pt x="200193" y="2278200"/>
                  </a:lnTo>
                  <a:lnTo>
                    <a:pt x="199337" y="2278200"/>
                  </a:lnTo>
                  <a:lnTo>
                    <a:pt x="198482" y="2278200"/>
                  </a:lnTo>
                  <a:lnTo>
                    <a:pt x="197626" y="2278200"/>
                  </a:lnTo>
                  <a:lnTo>
                    <a:pt x="196771" y="2278200"/>
                  </a:lnTo>
                  <a:lnTo>
                    <a:pt x="195915" y="2278200"/>
                  </a:lnTo>
                  <a:lnTo>
                    <a:pt x="195060" y="2278200"/>
                  </a:lnTo>
                  <a:lnTo>
                    <a:pt x="194204" y="2278200"/>
                  </a:lnTo>
                  <a:lnTo>
                    <a:pt x="193349" y="2278200"/>
                  </a:lnTo>
                  <a:lnTo>
                    <a:pt x="192493" y="2278200"/>
                  </a:lnTo>
                  <a:lnTo>
                    <a:pt x="191638" y="2278200"/>
                  </a:lnTo>
                  <a:lnTo>
                    <a:pt x="190782" y="2278200"/>
                  </a:lnTo>
                  <a:lnTo>
                    <a:pt x="189927" y="2278200"/>
                  </a:lnTo>
                  <a:lnTo>
                    <a:pt x="189071" y="2278200"/>
                  </a:lnTo>
                  <a:lnTo>
                    <a:pt x="188215" y="2278200"/>
                  </a:lnTo>
                  <a:lnTo>
                    <a:pt x="187360" y="2278200"/>
                  </a:lnTo>
                  <a:lnTo>
                    <a:pt x="186504" y="2278200"/>
                  </a:lnTo>
                  <a:lnTo>
                    <a:pt x="185649" y="2278200"/>
                  </a:lnTo>
                  <a:lnTo>
                    <a:pt x="184793" y="2278200"/>
                  </a:lnTo>
                  <a:lnTo>
                    <a:pt x="183938" y="2278200"/>
                  </a:lnTo>
                  <a:lnTo>
                    <a:pt x="183082" y="2278200"/>
                  </a:lnTo>
                  <a:lnTo>
                    <a:pt x="182227" y="2278200"/>
                  </a:lnTo>
                  <a:lnTo>
                    <a:pt x="181371" y="2278200"/>
                  </a:lnTo>
                  <a:lnTo>
                    <a:pt x="180516" y="2278200"/>
                  </a:lnTo>
                  <a:lnTo>
                    <a:pt x="179660" y="2278200"/>
                  </a:lnTo>
                  <a:lnTo>
                    <a:pt x="178805" y="2278200"/>
                  </a:lnTo>
                  <a:lnTo>
                    <a:pt x="177949" y="2278200"/>
                  </a:lnTo>
                  <a:lnTo>
                    <a:pt x="177094" y="2278200"/>
                  </a:lnTo>
                  <a:lnTo>
                    <a:pt x="176238" y="2278200"/>
                  </a:lnTo>
                  <a:lnTo>
                    <a:pt x="175383" y="2278200"/>
                  </a:lnTo>
                  <a:lnTo>
                    <a:pt x="174527" y="2278200"/>
                  </a:lnTo>
                  <a:lnTo>
                    <a:pt x="173672" y="2278200"/>
                  </a:lnTo>
                  <a:lnTo>
                    <a:pt x="172816" y="2278200"/>
                  </a:lnTo>
                  <a:lnTo>
                    <a:pt x="171960" y="2278200"/>
                  </a:lnTo>
                  <a:lnTo>
                    <a:pt x="171105" y="2278200"/>
                  </a:lnTo>
                  <a:lnTo>
                    <a:pt x="170249" y="2278200"/>
                  </a:lnTo>
                  <a:lnTo>
                    <a:pt x="169394" y="2278200"/>
                  </a:lnTo>
                  <a:lnTo>
                    <a:pt x="168538" y="2278200"/>
                  </a:lnTo>
                  <a:lnTo>
                    <a:pt x="167683" y="2278200"/>
                  </a:lnTo>
                  <a:lnTo>
                    <a:pt x="166827" y="2278200"/>
                  </a:lnTo>
                  <a:lnTo>
                    <a:pt x="165972" y="2278200"/>
                  </a:lnTo>
                  <a:lnTo>
                    <a:pt x="165116" y="2278200"/>
                  </a:lnTo>
                  <a:lnTo>
                    <a:pt x="164261" y="2278200"/>
                  </a:lnTo>
                  <a:lnTo>
                    <a:pt x="163405" y="2278200"/>
                  </a:lnTo>
                  <a:lnTo>
                    <a:pt x="162550" y="2278200"/>
                  </a:lnTo>
                  <a:lnTo>
                    <a:pt x="161694" y="2278200"/>
                  </a:lnTo>
                  <a:lnTo>
                    <a:pt x="160839" y="2278200"/>
                  </a:lnTo>
                  <a:lnTo>
                    <a:pt x="159983" y="2278200"/>
                  </a:lnTo>
                  <a:lnTo>
                    <a:pt x="159128" y="2278200"/>
                  </a:lnTo>
                  <a:lnTo>
                    <a:pt x="158272" y="2278200"/>
                  </a:lnTo>
                  <a:lnTo>
                    <a:pt x="157417" y="2278200"/>
                  </a:lnTo>
                  <a:lnTo>
                    <a:pt x="156561" y="2278200"/>
                  </a:lnTo>
                  <a:lnTo>
                    <a:pt x="155705" y="2278200"/>
                  </a:lnTo>
                  <a:lnTo>
                    <a:pt x="154850" y="2278200"/>
                  </a:lnTo>
                  <a:lnTo>
                    <a:pt x="153994" y="2278200"/>
                  </a:lnTo>
                  <a:lnTo>
                    <a:pt x="153139" y="2278200"/>
                  </a:lnTo>
                  <a:lnTo>
                    <a:pt x="152283" y="2278200"/>
                  </a:lnTo>
                  <a:lnTo>
                    <a:pt x="151428" y="2278200"/>
                  </a:lnTo>
                  <a:lnTo>
                    <a:pt x="150572" y="2278200"/>
                  </a:lnTo>
                  <a:lnTo>
                    <a:pt x="149717" y="2278200"/>
                  </a:lnTo>
                  <a:lnTo>
                    <a:pt x="148861" y="2278200"/>
                  </a:lnTo>
                  <a:lnTo>
                    <a:pt x="148006" y="2278200"/>
                  </a:lnTo>
                  <a:lnTo>
                    <a:pt x="147150" y="2278200"/>
                  </a:lnTo>
                  <a:lnTo>
                    <a:pt x="146295" y="2278200"/>
                  </a:lnTo>
                  <a:lnTo>
                    <a:pt x="145439" y="2278200"/>
                  </a:lnTo>
                  <a:lnTo>
                    <a:pt x="144584" y="2278200"/>
                  </a:lnTo>
                  <a:lnTo>
                    <a:pt x="143728" y="2278200"/>
                  </a:lnTo>
                  <a:lnTo>
                    <a:pt x="142873" y="2278200"/>
                  </a:lnTo>
                  <a:lnTo>
                    <a:pt x="142017" y="2278200"/>
                  </a:lnTo>
                  <a:lnTo>
                    <a:pt x="141161" y="2278200"/>
                  </a:lnTo>
                  <a:lnTo>
                    <a:pt x="140306" y="2278200"/>
                  </a:lnTo>
                  <a:lnTo>
                    <a:pt x="139450" y="2278200"/>
                  </a:lnTo>
                  <a:lnTo>
                    <a:pt x="138595" y="2278200"/>
                  </a:lnTo>
                  <a:lnTo>
                    <a:pt x="137739" y="2278200"/>
                  </a:lnTo>
                  <a:lnTo>
                    <a:pt x="136884" y="2278200"/>
                  </a:lnTo>
                  <a:lnTo>
                    <a:pt x="136028" y="2278200"/>
                  </a:lnTo>
                  <a:lnTo>
                    <a:pt x="135173" y="2278200"/>
                  </a:lnTo>
                  <a:lnTo>
                    <a:pt x="134317" y="2278200"/>
                  </a:lnTo>
                  <a:lnTo>
                    <a:pt x="133462" y="2278200"/>
                  </a:lnTo>
                  <a:lnTo>
                    <a:pt x="132606" y="2278200"/>
                  </a:lnTo>
                  <a:lnTo>
                    <a:pt x="131751" y="2278200"/>
                  </a:lnTo>
                  <a:lnTo>
                    <a:pt x="130895" y="2278200"/>
                  </a:lnTo>
                  <a:lnTo>
                    <a:pt x="130040" y="2278200"/>
                  </a:lnTo>
                  <a:lnTo>
                    <a:pt x="129184" y="2278200"/>
                  </a:lnTo>
                  <a:lnTo>
                    <a:pt x="128329" y="2278200"/>
                  </a:lnTo>
                  <a:lnTo>
                    <a:pt x="127473" y="2278200"/>
                  </a:lnTo>
                  <a:lnTo>
                    <a:pt x="126618" y="2278200"/>
                  </a:lnTo>
                  <a:lnTo>
                    <a:pt x="125762" y="2278200"/>
                  </a:lnTo>
                  <a:lnTo>
                    <a:pt x="124906" y="2278200"/>
                  </a:lnTo>
                  <a:lnTo>
                    <a:pt x="124051" y="2278200"/>
                  </a:lnTo>
                  <a:lnTo>
                    <a:pt x="123195" y="2278200"/>
                  </a:lnTo>
                  <a:lnTo>
                    <a:pt x="122340" y="2278200"/>
                  </a:lnTo>
                  <a:lnTo>
                    <a:pt x="121484" y="2278200"/>
                  </a:lnTo>
                  <a:lnTo>
                    <a:pt x="120629" y="2278200"/>
                  </a:lnTo>
                  <a:lnTo>
                    <a:pt x="119773" y="2278200"/>
                  </a:lnTo>
                  <a:lnTo>
                    <a:pt x="118918" y="2278200"/>
                  </a:lnTo>
                  <a:lnTo>
                    <a:pt x="118062" y="2278200"/>
                  </a:lnTo>
                  <a:lnTo>
                    <a:pt x="117207" y="2278200"/>
                  </a:lnTo>
                  <a:lnTo>
                    <a:pt x="116351" y="2278200"/>
                  </a:lnTo>
                  <a:lnTo>
                    <a:pt x="115496" y="2278200"/>
                  </a:lnTo>
                  <a:lnTo>
                    <a:pt x="114640" y="2278200"/>
                  </a:lnTo>
                  <a:lnTo>
                    <a:pt x="113785" y="2278200"/>
                  </a:lnTo>
                  <a:lnTo>
                    <a:pt x="112929" y="2278200"/>
                  </a:lnTo>
                  <a:lnTo>
                    <a:pt x="112074" y="2278200"/>
                  </a:lnTo>
                  <a:lnTo>
                    <a:pt x="111218" y="2278200"/>
                  </a:lnTo>
                  <a:lnTo>
                    <a:pt x="110363" y="2278200"/>
                  </a:lnTo>
                  <a:lnTo>
                    <a:pt x="109507" y="2278200"/>
                  </a:lnTo>
                  <a:lnTo>
                    <a:pt x="108651" y="2278200"/>
                  </a:lnTo>
                  <a:lnTo>
                    <a:pt x="107796" y="2278200"/>
                  </a:lnTo>
                  <a:lnTo>
                    <a:pt x="106940" y="2278200"/>
                  </a:lnTo>
                  <a:lnTo>
                    <a:pt x="106085" y="2278200"/>
                  </a:lnTo>
                  <a:lnTo>
                    <a:pt x="105229" y="2278200"/>
                  </a:lnTo>
                  <a:lnTo>
                    <a:pt x="104374" y="2278200"/>
                  </a:lnTo>
                  <a:lnTo>
                    <a:pt x="103518" y="2278200"/>
                  </a:lnTo>
                  <a:lnTo>
                    <a:pt x="102663" y="2278200"/>
                  </a:lnTo>
                  <a:lnTo>
                    <a:pt x="101807" y="2278200"/>
                  </a:lnTo>
                  <a:lnTo>
                    <a:pt x="100952" y="2278200"/>
                  </a:lnTo>
                  <a:lnTo>
                    <a:pt x="100096" y="2278200"/>
                  </a:lnTo>
                  <a:lnTo>
                    <a:pt x="99241" y="2278200"/>
                  </a:lnTo>
                  <a:lnTo>
                    <a:pt x="98385" y="2278200"/>
                  </a:lnTo>
                  <a:lnTo>
                    <a:pt x="97530" y="2278200"/>
                  </a:lnTo>
                  <a:lnTo>
                    <a:pt x="96674" y="2278200"/>
                  </a:lnTo>
                  <a:lnTo>
                    <a:pt x="95819" y="2278200"/>
                  </a:lnTo>
                  <a:lnTo>
                    <a:pt x="94963" y="2278200"/>
                  </a:lnTo>
                  <a:lnTo>
                    <a:pt x="94107" y="2278200"/>
                  </a:lnTo>
                  <a:lnTo>
                    <a:pt x="93252" y="2278200"/>
                  </a:lnTo>
                  <a:lnTo>
                    <a:pt x="92396" y="2278200"/>
                  </a:lnTo>
                  <a:lnTo>
                    <a:pt x="91541" y="2278200"/>
                  </a:lnTo>
                  <a:lnTo>
                    <a:pt x="90685" y="2278200"/>
                  </a:lnTo>
                  <a:lnTo>
                    <a:pt x="89830" y="2278200"/>
                  </a:lnTo>
                  <a:lnTo>
                    <a:pt x="88974" y="2278200"/>
                  </a:lnTo>
                  <a:lnTo>
                    <a:pt x="88119" y="2278200"/>
                  </a:lnTo>
                  <a:lnTo>
                    <a:pt x="87263" y="2278200"/>
                  </a:lnTo>
                  <a:lnTo>
                    <a:pt x="86408" y="2278200"/>
                  </a:lnTo>
                  <a:lnTo>
                    <a:pt x="85552" y="2278200"/>
                  </a:lnTo>
                  <a:lnTo>
                    <a:pt x="84697" y="2278200"/>
                  </a:lnTo>
                  <a:lnTo>
                    <a:pt x="83841" y="2278200"/>
                  </a:lnTo>
                  <a:lnTo>
                    <a:pt x="82986" y="2278200"/>
                  </a:lnTo>
                  <a:lnTo>
                    <a:pt x="82130" y="2278200"/>
                  </a:lnTo>
                  <a:lnTo>
                    <a:pt x="81275" y="2278200"/>
                  </a:lnTo>
                  <a:lnTo>
                    <a:pt x="80419" y="2278200"/>
                  </a:lnTo>
                  <a:lnTo>
                    <a:pt x="79564" y="2278200"/>
                  </a:lnTo>
                  <a:lnTo>
                    <a:pt x="78708" y="2278200"/>
                  </a:lnTo>
                  <a:lnTo>
                    <a:pt x="77852" y="2278200"/>
                  </a:lnTo>
                  <a:lnTo>
                    <a:pt x="76997" y="2278200"/>
                  </a:lnTo>
                  <a:lnTo>
                    <a:pt x="76141" y="2278200"/>
                  </a:lnTo>
                  <a:lnTo>
                    <a:pt x="75286" y="2278200"/>
                  </a:lnTo>
                  <a:lnTo>
                    <a:pt x="74430" y="2278200"/>
                  </a:lnTo>
                  <a:lnTo>
                    <a:pt x="73575" y="2278200"/>
                  </a:lnTo>
                  <a:lnTo>
                    <a:pt x="72719" y="2278200"/>
                  </a:lnTo>
                  <a:lnTo>
                    <a:pt x="71864" y="2278200"/>
                  </a:lnTo>
                  <a:lnTo>
                    <a:pt x="71008" y="2278200"/>
                  </a:lnTo>
                  <a:lnTo>
                    <a:pt x="70153" y="2278200"/>
                  </a:lnTo>
                  <a:lnTo>
                    <a:pt x="69297" y="2278200"/>
                  </a:lnTo>
                  <a:lnTo>
                    <a:pt x="68442" y="2278200"/>
                  </a:lnTo>
                  <a:lnTo>
                    <a:pt x="67586" y="2278200"/>
                  </a:lnTo>
                  <a:lnTo>
                    <a:pt x="66731" y="2278200"/>
                  </a:lnTo>
                  <a:lnTo>
                    <a:pt x="65875" y="2278200"/>
                  </a:lnTo>
                  <a:lnTo>
                    <a:pt x="65020" y="2278200"/>
                  </a:lnTo>
                  <a:lnTo>
                    <a:pt x="64164" y="2278200"/>
                  </a:lnTo>
                  <a:lnTo>
                    <a:pt x="63309" y="2278200"/>
                  </a:lnTo>
                  <a:lnTo>
                    <a:pt x="62453" y="2278200"/>
                  </a:lnTo>
                  <a:lnTo>
                    <a:pt x="61597" y="2278200"/>
                  </a:lnTo>
                  <a:lnTo>
                    <a:pt x="60742" y="2278200"/>
                  </a:lnTo>
                  <a:lnTo>
                    <a:pt x="59886" y="2278200"/>
                  </a:lnTo>
                  <a:lnTo>
                    <a:pt x="59031" y="2278200"/>
                  </a:lnTo>
                  <a:lnTo>
                    <a:pt x="58175" y="2278200"/>
                  </a:lnTo>
                  <a:lnTo>
                    <a:pt x="57320" y="2278200"/>
                  </a:lnTo>
                  <a:lnTo>
                    <a:pt x="56464" y="2278200"/>
                  </a:lnTo>
                  <a:lnTo>
                    <a:pt x="55609" y="2278200"/>
                  </a:lnTo>
                  <a:lnTo>
                    <a:pt x="54753" y="2278200"/>
                  </a:lnTo>
                  <a:lnTo>
                    <a:pt x="53898" y="2278200"/>
                  </a:lnTo>
                  <a:lnTo>
                    <a:pt x="53042" y="2278200"/>
                  </a:lnTo>
                  <a:lnTo>
                    <a:pt x="52187" y="2278200"/>
                  </a:lnTo>
                  <a:lnTo>
                    <a:pt x="51331" y="2278200"/>
                  </a:lnTo>
                  <a:lnTo>
                    <a:pt x="50476" y="2278200"/>
                  </a:lnTo>
                  <a:lnTo>
                    <a:pt x="49620" y="2278200"/>
                  </a:lnTo>
                  <a:lnTo>
                    <a:pt x="48765" y="2278200"/>
                  </a:lnTo>
                  <a:lnTo>
                    <a:pt x="47909" y="2278200"/>
                  </a:lnTo>
                  <a:lnTo>
                    <a:pt x="47053" y="2278200"/>
                  </a:lnTo>
                  <a:lnTo>
                    <a:pt x="46198" y="2278200"/>
                  </a:lnTo>
                  <a:lnTo>
                    <a:pt x="45342" y="2278200"/>
                  </a:lnTo>
                  <a:lnTo>
                    <a:pt x="44487" y="2278200"/>
                  </a:lnTo>
                  <a:lnTo>
                    <a:pt x="43631" y="2278200"/>
                  </a:lnTo>
                  <a:lnTo>
                    <a:pt x="42776" y="2278200"/>
                  </a:lnTo>
                  <a:lnTo>
                    <a:pt x="41920" y="2278200"/>
                  </a:lnTo>
                  <a:lnTo>
                    <a:pt x="41065" y="2278200"/>
                  </a:lnTo>
                  <a:lnTo>
                    <a:pt x="40209" y="2278200"/>
                  </a:lnTo>
                  <a:lnTo>
                    <a:pt x="39354" y="2278200"/>
                  </a:lnTo>
                  <a:lnTo>
                    <a:pt x="38498" y="2278200"/>
                  </a:lnTo>
                  <a:lnTo>
                    <a:pt x="37643" y="2278200"/>
                  </a:lnTo>
                  <a:lnTo>
                    <a:pt x="36787" y="2278200"/>
                  </a:lnTo>
                  <a:lnTo>
                    <a:pt x="35932" y="2278200"/>
                  </a:lnTo>
                  <a:lnTo>
                    <a:pt x="35076" y="2278200"/>
                  </a:lnTo>
                  <a:lnTo>
                    <a:pt x="34221" y="2278200"/>
                  </a:lnTo>
                  <a:lnTo>
                    <a:pt x="33365" y="2278200"/>
                  </a:lnTo>
                  <a:lnTo>
                    <a:pt x="32510" y="2278200"/>
                  </a:lnTo>
                  <a:lnTo>
                    <a:pt x="31654" y="2278200"/>
                  </a:lnTo>
                  <a:lnTo>
                    <a:pt x="30798" y="2278200"/>
                  </a:lnTo>
                  <a:lnTo>
                    <a:pt x="29943" y="2278200"/>
                  </a:lnTo>
                  <a:lnTo>
                    <a:pt x="29087" y="2278200"/>
                  </a:lnTo>
                  <a:lnTo>
                    <a:pt x="28232" y="2278200"/>
                  </a:lnTo>
                  <a:lnTo>
                    <a:pt x="27376" y="2278200"/>
                  </a:lnTo>
                  <a:lnTo>
                    <a:pt x="26521" y="2278200"/>
                  </a:lnTo>
                  <a:lnTo>
                    <a:pt x="25665" y="2278200"/>
                  </a:lnTo>
                  <a:lnTo>
                    <a:pt x="24810" y="2278200"/>
                  </a:lnTo>
                  <a:lnTo>
                    <a:pt x="23954" y="2278200"/>
                  </a:lnTo>
                  <a:lnTo>
                    <a:pt x="23099" y="2278200"/>
                  </a:lnTo>
                  <a:lnTo>
                    <a:pt x="22243" y="2278200"/>
                  </a:lnTo>
                  <a:lnTo>
                    <a:pt x="21388" y="2278200"/>
                  </a:lnTo>
                  <a:lnTo>
                    <a:pt x="20532" y="2278200"/>
                  </a:lnTo>
                  <a:lnTo>
                    <a:pt x="19677" y="2278200"/>
                  </a:lnTo>
                  <a:lnTo>
                    <a:pt x="18821" y="2278200"/>
                  </a:lnTo>
                  <a:lnTo>
                    <a:pt x="17966" y="2278200"/>
                  </a:lnTo>
                  <a:lnTo>
                    <a:pt x="17110" y="2278200"/>
                  </a:lnTo>
                  <a:lnTo>
                    <a:pt x="16255" y="2278200"/>
                  </a:lnTo>
                  <a:lnTo>
                    <a:pt x="15399" y="2278200"/>
                  </a:lnTo>
                  <a:lnTo>
                    <a:pt x="14543" y="2278200"/>
                  </a:lnTo>
                  <a:lnTo>
                    <a:pt x="13688" y="2278200"/>
                  </a:lnTo>
                  <a:lnTo>
                    <a:pt x="12832" y="2278200"/>
                  </a:lnTo>
                  <a:lnTo>
                    <a:pt x="11977" y="2278200"/>
                  </a:lnTo>
                  <a:lnTo>
                    <a:pt x="11121" y="2278200"/>
                  </a:lnTo>
                  <a:lnTo>
                    <a:pt x="10266" y="2278200"/>
                  </a:lnTo>
                  <a:lnTo>
                    <a:pt x="9410" y="2278200"/>
                  </a:lnTo>
                  <a:lnTo>
                    <a:pt x="8555" y="2278200"/>
                  </a:lnTo>
                  <a:lnTo>
                    <a:pt x="7699" y="2278200"/>
                  </a:lnTo>
                  <a:lnTo>
                    <a:pt x="6844" y="2278200"/>
                  </a:lnTo>
                  <a:lnTo>
                    <a:pt x="5988" y="2278200"/>
                  </a:lnTo>
                  <a:lnTo>
                    <a:pt x="5133" y="2278200"/>
                  </a:lnTo>
                  <a:lnTo>
                    <a:pt x="4277" y="2278200"/>
                  </a:lnTo>
                  <a:lnTo>
                    <a:pt x="3422" y="2278200"/>
                  </a:lnTo>
                  <a:lnTo>
                    <a:pt x="2566" y="2278200"/>
                  </a:lnTo>
                  <a:lnTo>
                    <a:pt x="1711" y="2278200"/>
                  </a:lnTo>
                  <a:lnTo>
                    <a:pt x="855" y="2278200"/>
                  </a:lnTo>
                  <a:lnTo>
                    <a:pt x="0" y="227820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444934" y="4101249"/>
              <a:ext cx="8553560" cy="2278200"/>
            </a:xfrm>
            <a:custGeom>
              <a:avLst/>
              <a:pathLst>
                <a:path w="8553560" h="2278200">
                  <a:moveTo>
                    <a:pt x="0" y="2113016"/>
                  </a:moveTo>
                  <a:lnTo>
                    <a:pt x="855" y="2150190"/>
                  </a:lnTo>
                  <a:lnTo>
                    <a:pt x="1711" y="2142671"/>
                  </a:lnTo>
                  <a:lnTo>
                    <a:pt x="2566" y="2183963"/>
                  </a:lnTo>
                  <a:lnTo>
                    <a:pt x="3422" y="2178447"/>
                  </a:lnTo>
                  <a:lnTo>
                    <a:pt x="4277" y="2148666"/>
                  </a:lnTo>
                  <a:lnTo>
                    <a:pt x="5133" y="2146867"/>
                  </a:lnTo>
                  <a:lnTo>
                    <a:pt x="5988" y="2114550"/>
                  </a:lnTo>
                  <a:lnTo>
                    <a:pt x="6844" y="2076911"/>
                  </a:lnTo>
                  <a:lnTo>
                    <a:pt x="7699" y="2040974"/>
                  </a:lnTo>
                  <a:lnTo>
                    <a:pt x="8555" y="2012703"/>
                  </a:lnTo>
                  <a:lnTo>
                    <a:pt x="9410" y="2056912"/>
                  </a:lnTo>
                  <a:lnTo>
                    <a:pt x="10266" y="2055448"/>
                  </a:lnTo>
                  <a:lnTo>
                    <a:pt x="11121" y="2062683"/>
                  </a:lnTo>
                  <a:lnTo>
                    <a:pt x="11977" y="2088885"/>
                  </a:lnTo>
                  <a:lnTo>
                    <a:pt x="12832" y="2069296"/>
                  </a:lnTo>
                  <a:lnTo>
                    <a:pt x="13688" y="2063404"/>
                  </a:lnTo>
                  <a:lnTo>
                    <a:pt x="14543" y="2040548"/>
                  </a:lnTo>
                  <a:lnTo>
                    <a:pt x="15399" y="2070958"/>
                  </a:lnTo>
                  <a:lnTo>
                    <a:pt x="16255" y="2092583"/>
                  </a:lnTo>
                  <a:lnTo>
                    <a:pt x="17110" y="2116076"/>
                  </a:lnTo>
                  <a:lnTo>
                    <a:pt x="17966" y="2145786"/>
                  </a:lnTo>
                  <a:lnTo>
                    <a:pt x="18821" y="2141696"/>
                  </a:lnTo>
                  <a:lnTo>
                    <a:pt x="19677" y="2148954"/>
                  </a:lnTo>
                  <a:lnTo>
                    <a:pt x="20532" y="2188866"/>
                  </a:lnTo>
                  <a:lnTo>
                    <a:pt x="21388" y="2205623"/>
                  </a:lnTo>
                  <a:lnTo>
                    <a:pt x="22243" y="2228259"/>
                  </a:lnTo>
                  <a:lnTo>
                    <a:pt x="23099" y="2237023"/>
                  </a:lnTo>
                  <a:lnTo>
                    <a:pt x="23954" y="2220523"/>
                  </a:lnTo>
                  <a:lnTo>
                    <a:pt x="24810" y="2267157"/>
                  </a:lnTo>
                  <a:lnTo>
                    <a:pt x="25665" y="2265821"/>
                  </a:lnTo>
                  <a:lnTo>
                    <a:pt x="26521" y="2253558"/>
                  </a:lnTo>
                  <a:lnTo>
                    <a:pt x="27376" y="2239061"/>
                  </a:lnTo>
                  <a:lnTo>
                    <a:pt x="28232" y="2225843"/>
                  </a:lnTo>
                  <a:lnTo>
                    <a:pt x="29087" y="2231707"/>
                  </a:lnTo>
                  <a:lnTo>
                    <a:pt x="29943" y="2217235"/>
                  </a:lnTo>
                  <a:lnTo>
                    <a:pt x="30798" y="2224084"/>
                  </a:lnTo>
                  <a:lnTo>
                    <a:pt x="31654" y="2201520"/>
                  </a:lnTo>
                  <a:lnTo>
                    <a:pt x="32510" y="2197492"/>
                  </a:lnTo>
                  <a:lnTo>
                    <a:pt x="33365" y="2196050"/>
                  </a:lnTo>
                  <a:lnTo>
                    <a:pt x="34221" y="2189039"/>
                  </a:lnTo>
                  <a:lnTo>
                    <a:pt x="35076" y="2193832"/>
                  </a:lnTo>
                  <a:lnTo>
                    <a:pt x="35932" y="2207827"/>
                  </a:lnTo>
                  <a:lnTo>
                    <a:pt x="36787" y="2179586"/>
                  </a:lnTo>
                  <a:lnTo>
                    <a:pt x="37643" y="2193358"/>
                  </a:lnTo>
                  <a:lnTo>
                    <a:pt x="38498" y="2177507"/>
                  </a:lnTo>
                  <a:lnTo>
                    <a:pt x="39354" y="2137264"/>
                  </a:lnTo>
                  <a:lnTo>
                    <a:pt x="40209" y="2129535"/>
                  </a:lnTo>
                  <a:lnTo>
                    <a:pt x="41065" y="2127648"/>
                  </a:lnTo>
                  <a:lnTo>
                    <a:pt x="41920" y="2174768"/>
                  </a:lnTo>
                  <a:lnTo>
                    <a:pt x="42776" y="2191226"/>
                  </a:lnTo>
                  <a:lnTo>
                    <a:pt x="43631" y="2183811"/>
                  </a:lnTo>
                  <a:lnTo>
                    <a:pt x="44487" y="2196860"/>
                  </a:lnTo>
                  <a:lnTo>
                    <a:pt x="45342" y="2171956"/>
                  </a:lnTo>
                  <a:lnTo>
                    <a:pt x="46198" y="2156196"/>
                  </a:lnTo>
                  <a:lnTo>
                    <a:pt x="47053" y="2137267"/>
                  </a:lnTo>
                  <a:lnTo>
                    <a:pt x="47909" y="2145972"/>
                  </a:lnTo>
                  <a:lnTo>
                    <a:pt x="48765" y="2127828"/>
                  </a:lnTo>
                  <a:lnTo>
                    <a:pt x="49620" y="2107484"/>
                  </a:lnTo>
                  <a:lnTo>
                    <a:pt x="50476" y="2083809"/>
                  </a:lnTo>
                  <a:lnTo>
                    <a:pt x="51331" y="2126621"/>
                  </a:lnTo>
                  <a:lnTo>
                    <a:pt x="52187" y="2134363"/>
                  </a:lnTo>
                  <a:lnTo>
                    <a:pt x="53042" y="2112372"/>
                  </a:lnTo>
                  <a:lnTo>
                    <a:pt x="53898" y="2072745"/>
                  </a:lnTo>
                  <a:lnTo>
                    <a:pt x="54753" y="1995620"/>
                  </a:lnTo>
                  <a:lnTo>
                    <a:pt x="55609" y="2033722"/>
                  </a:lnTo>
                  <a:lnTo>
                    <a:pt x="56464" y="2073345"/>
                  </a:lnTo>
                  <a:lnTo>
                    <a:pt x="57320" y="2001271"/>
                  </a:lnTo>
                  <a:lnTo>
                    <a:pt x="58175" y="2032122"/>
                  </a:lnTo>
                  <a:lnTo>
                    <a:pt x="59031" y="2126473"/>
                  </a:lnTo>
                  <a:lnTo>
                    <a:pt x="59886" y="2150664"/>
                  </a:lnTo>
                  <a:lnTo>
                    <a:pt x="60742" y="2167431"/>
                  </a:lnTo>
                  <a:lnTo>
                    <a:pt x="61597" y="2101117"/>
                  </a:lnTo>
                  <a:lnTo>
                    <a:pt x="62453" y="2059974"/>
                  </a:lnTo>
                  <a:lnTo>
                    <a:pt x="63309" y="2065612"/>
                  </a:lnTo>
                  <a:lnTo>
                    <a:pt x="64164" y="2089657"/>
                  </a:lnTo>
                  <a:lnTo>
                    <a:pt x="65020" y="2122103"/>
                  </a:lnTo>
                  <a:lnTo>
                    <a:pt x="65875" y="2082969"/>
                  </a:lnTo>
                  <a:lnTo>
                    <a:pt x="66731" y="2093240"/>
                  </a:lnTo>
                  <a:lnTo>
                    <a:pt x="67586" y="2086022"/>
                  </a:lnTo>
                  <a:lnTo>
                    <a:pt x="68442" y="2096107"/>
                  </a:lnTo>
                  <a:lnTo>
                    <a:pt x="69297" y="2150481"/>
                  </a:lnTo>
                  <a:lnTo>
                    <a:pt x="70153" y="2124901"/>
                  </a:lnTo>
                  <a:lnTo>
                    <a:pt x="71008" y="2105553"/>
                  </a:lnTo>
                  <a:lnTo>
                    <a:pt x="71864" y="2094187"/>
                  </a:lnTo>
                  <a:lnTo>
                    <a:pt x="72719" y="2102405"/>
                  </a:lnTo>
                  <a:lnTo>
                    <a:pt x="73575" y="2147325"/>
                  </a:lnTo>
                  <a:lnTo>
                    <a:pt x="74430" y="2140789"/>
                  </a:lnTo>
                  <a:lnTo>
                    <a:pt x="75286" y="2143365"/>
                  </a:lnTo>
                  <a:lnTo>
                    <a:pt x="76141" y="2162436"/>
                  </a:lnTo>
                  <a:lnTo>
                    <a:pt x="76997" y="2107625"/>
                  </a:lnTo>
                  <a:lnTo>
                    <a:pt x="77852" y="2055798"/>
                  </a:lnTo>
                  <a:lnTo>
                    <a:pt x="78708" y="1968971"/>
                  </a:lnTo>
                  <a:lnTo>
                    <a:pt x="79564" y="1985407"/>
                  </a:lnTo>
                  <a:lnTo>
                    <a:pt x="80419" y="2073773"/>
                  </a:lnTo>
                  <a:lnTo>
                    <a:pt x="81275" y="2093211"/>
                  </a:lnTo>
                  <a:lnTo>
                    <a:pt x="82130" y="2110735"/>
                  </a:lnTo>
                  <a:lnTo>
                    <a:pt x="82986" y="2097654"/>
                  </a:lnTo>
                  <a:lnTo>
                    <a:pt x="83841" y="2117775"/>
                  </a:lnTo>
                  <a:lnTo>
                    <a:pt x="84697" y="2113698"/>
                  </a:lnTo>
                  <a:lnTo>
                    <a:pt x="85552" y="2113074"/>
                  </a:lnTo>
                  <a:lnTo>
                    <a:pt x="86408" y="2096972"/>
                  </a:lnTo>
                  <a:lnTo>
                    <a:pt x="87263" y="2112186"/>
                  </a:lnTo>
                  <a:lnTo>
                    <a:pt x="88119" y="2137013"/>
                  </a:lnTo>
                  <a:lnTo>
                    <a:pt x="88974" y="2119616"/>
                  </a:lnTo>
                  <a:lnTo>
                    <a:pt x="89830" y="2128966"/>
                  </a:lnTo>
                  <a:lnTo>
                    <a:pt x="90685" y="2127374"/>
                  </a:lnTo>
                  <a:lnTo>
                    <a:pt x="91541" y="2158964"/>
                  </a:lnTo>
                  <a:lnTo>
                    <a:pt x="92396" y="2161213"/>
                  </a:lnTo>
                  <a:lnTo>
                    <a:pt x="93252" y="2142386"/>
                  </a:lnTo>
                  <a:lnTo>
                    <a:pt x="94107" y="2077852"/>
                  </a:lnTo>
                  <a:lnTo>
                    <a:pt x="94963" y="2157978"/>
                  </a:lnTo>
                  <a:lnTo>
                    <a:pt x="95819" y="2219549"/>
                  </a:lnTo>
                  <a:lnTo>
                    <a:pt x="96674" y="2234271"/>
                  </a:lnTo>
                  <a:lnTo>
                    <a:pt x="97530" y="2228179"/>
                  </a:lnTo>
                  <a:lnTo>
                    <a:pt x="98385" y="2238836"/>
                  </a:lnTo>
                  <a:lnTo>
                    <a:pt x="99241" y="2225838"/>
                  </a:lnTo>
                  <a:lnTo>
                    <a:pt x="100096" y="2226152"/>
                  </a:lnTo>
                  <a:lnTo>
                    <a:pt x="100952" y="2212523"/>
                  </a:lnTo>
                  <a:lnTo>
                    <a:pt x="101807" y="2186963"/>
                  </a:lnTo>
                  <a:lnTo>
                    <a:pt x="102663" y="2180661"/>
                  </a:lnTo>
                  <a:lnTo>
                    <a:pt x="103518" y="2167149"/>
                  </a:lnTo>
                  <a:lnTo>
                    <a:pt x="104374" y="2150315"/>
                  </a:lnTo>
                  <a:lnTo>
                    <a:pt x="105229" y="2113572"/>
                  </a:lnTo>
                  <a:lnTo>
                    <a:pt x="106085" y="2083567"/>
                  </a:lnTo>
                  <a:lnTo>
                    <a:pt x="106940" y="2046526"/>
                  </a:lnTo>
                  <a:lnTo>
                    <a:pt x="107796" y="2075941"/>
                  </a:lnTo>
                  <a:lnTo>
                    <a:pt x="108651" y="2060911"/>
                  </a:lnTo>
                  <a:lnTo>
                    <a:pt x="109507" y="2041844"/>
                  </a:lnTo>
                  <a:lnTo>
                    <a:pt x="110363" y="2039768"/>
                  </a:lnTo>
                  <a:lnTo>
                    <a:pt x="111218" y="2017762"/>
                  </a:lnTo>
                  <a:lnTo>
                    <a:pt x="112074" y="1988732"/>
                  </a:lnTo>
                  <a:lnTo>
                    <a:pt x="112929" y="1924879"/>
                  </a:lnTo>
                  <a:lnTo>
                    <a:pt x="113785" y="1879904"/>
                  </a:lnTo>
                  <a:lnTo>
                    <a:pt x="114640" y="1907377"/>
                  </a:lnTo>
                  <a:lnTo>
                    <a:pt x="115496" y="1946470"/>
                  </a:lnTo>
                  <a:lnTo>
                    <a:pt x="116351" y="2007465"/>
                  </a:lnTo>
                  <a:lnTo>
                    <a:pt x="117207" y="1996579"/>
                  </a:lnTo>
                  <a:lnTo>
                    <a:pt x="118062" y="1957488"/>
                  </a:lnTo>
                  <a:lnTo>
                    <a:pt x="118918" y="1917321"/>
                  </a:lnTo>
                  <a:lnTo>
                    <a:pt x="119773" y="1964912"/>
                  </a:lnTo>
                  <a:lnTo>
                    <a:pt x="120629" y="1963656"/>
                  </a:lnTo>
                  <a:lnTo>
                    <a:pt x="121484" y="1995319"/>
                  </a:lnTo>
                  <a:lnTo>
                    <a:pt x="122340" y="2039823"/>
                  </a:lnTo>
                  <a:lnTo>
                    <a:pt x="123195" y="1998144"/>
                  </a:lnTo>
                  <a:lnTo>
                    <a:pt x="124051" y="1954772"/>
                  </a:lnTo>
                  <a:lnTo>
                    <a:pt x="124906" y="1997004"/>
                  </a:lnTo>
                  <a:lnTo>
                    <a:pt x="125762" y="2090649"/>
                  </a:lnTo>
                  <a:lnTo>
                    <a:pt x="126618" y="2022212"/>
                  </a:lnTo>
                  <a:lnTo>
                    <a:pt x="127473" y="2029255"/>
                  </a:lnTo>
                  <a:lnTo>
                    <a:pt x="128329" y="2057729"/>
                  </a:lnTo>
                  <a:lnTo>
                    <a:pt x="129184" y="2152953"/>
                  </a:lnTo>
                  <a:lnTo>
                    <a:pt x="130040" y="2177199"/>
                  </a:lnTo>
                  <a:lnTo>
                    <a:pt x="130895" y="2161064"/>
                  </a:lnTo>
                  <a:lnTo>
                    <a:pt x="131751" y="2165836"/>
                  </a:lnTo>
                  <a:lnTo>
                    <a:pt x="132606" y="2185322"/>
                  </a:lnTo>
                  <a:lnTo>
                    <a:pt x="133462" y="2195455"/>
                  </a:lnTo>
                  <a:lnTo>
                    <a:pt x="134317" y="2172932"/>
                  </a:lnTo>
                  <a:lnTo>
                    <a:pt x="135173" y="2123001"/>
                  </a:lnTo>
                  <a:lnTo>
                    <a:pt x="136028" y="2127686"/>
                  </a:lnTo>
                  <a:lnTo>
                    <a:pt x="136884" y="2049056"/>
                  </a:lnTo>
                  <a:lnTo>
                    <a:pt x="137739" y="2022476"/>
                  </a:lnTo>
                  <a:lnTo>
                    <a:pt x="138595" y="2034541"/>
                  </a:lnTo>
                  <a:lnTo>
                    <a:pt x="139450" y="2132367"/>
                  </a:lnTo>
                  <a:lnTo>
                    <a:pt x="140306" y="2131376"/>
                  </a:lnTo>
                  <a:lnTo>
                    <a:pt x="141161" y="2109196"/>
                  </a:lnTo>
                  <a:lnTo>
                    <a:pt x="142017" y="2127942"/>
                  </a:lnTo>
                  <a:lnTo>
                    <a:pt x="142873" y="2137920"/>
                  </a:lnTo>
                  <a:lnTo>
                    <a:pt x="143728" y="2163800"/>
                  </a:lnTo>
                  <a:lnTo>
                    <a:pt x="144584" y="2155540"/>
                  </a:lnTo>
                  <a:lnTo>
                    <a:pt x="145439" y="2148315"/>
                  </a:lnTo>
                  <a:lnTo>
                    <a:pt x="146295" y="2136522"/>
                  </a:lnTo>
                  <a:lnTo>
                    <a:pt x="147150" y="2121879"/>
                  </a:lnTo>
                  <a:lnTo>
                    <a:pt x="148006" y="2025130"/>
                  </a:lnTo>
                  <a:lnTo>
                    <a:pt x="148861" y="1987573"/>
                  </a:lnTo>
                  <a:lnTo>
                    <a:pt x="149717" y="2045187"/>
                  </a:lnTo>
                  <a:lnTo>
                    <a:pt x="150572" y="2108209"/>
                  </a:lnTo>
                  <a:lnTo>
                    <a:pt x="151428" y="2135547"/>
                  </a:lnTo>
                  <a:lnTo>
                    <a:pt x="152283" y="2148155"/>
                  </a:lnTo>
                  <a:lnTo>
                    <a:pt x="153139" y="2160281"/>
                  </a:lnTo>
                  <a:lnTo>
                    <a:pt x="153994" y="2168859"/>
                  </a:lnTo>
                  <a:lnTo>
                    <a:pt x="154850" y="2175938"/>
                  </a:lnTo>
                  <a:lnTo>
                    <a:pt x="155705" y="2183454"/>
                  </a:lnTo>
                  <a:lnTo>
                    <a:pt x="156561" y="2180771"/>
                  </a:lnTo>
                  <a:lnTo>
                    <a:pt x="157417" y="2179451"/>
                  </a:lnTo>
                  <a:lnTo>
                    <a:pt x="158272" y="2177390"/>
                  </a:lnTo>
                  <a:lnTo>
                    <a:pt x="159128" y="2177339"/>
                  </a:lnTo>
                  <a:lnTo>
                    <a:pt x="159983" y="2146586"/>
                  </a:lnTo>
                  <a:lnTo>
                    <a:pt x="160839" y="2129339"/>
                  </a:lnTo>
                  <a:lnTo>
                    <a:pt x="161694" y="2139040"/>
                  </a:lnTo>
                  <a:lnTo>
                    <a:pt x="162550" y="2161351"/>
                  </a:lnTo>
                  <a:lnTo>
                    <a:pt x="163405" y="2169797"/>
                  </a:lnTo>
                  <a:lnTo>
                    <a:pt x="164261" y="2188421"/>
                  </a:lnTo>
                  <a:lnTo>
                    <a:pt x="165116" y="2177269"/>
                  </a:lnTo>
                  <a:lnTo>
                    <a:pt x="165972" y="2166500"/>
                  </a:lnTo>
                  <a:lnTo>
                    <a:pt x="166827" y="2179959"/>
                  </a:lnTo>
                  <a:lnTo>
                    <a:pt x="167683" y="2115732"/>
                  </a:lnTo>
                  <a:lnTo>
                    <a:pt x="168538" y="2024493"/>
                  </a:lnTo>
                  <a:lnTo>
                    <a:pt x="169394" y="2023914"/>
                  </a:lnTo>
                  <a:lnTo>
                    <a:pt x="170249" y="2054363"/>
                  </a:lnTo>
                  <a:lnTo>
                    <a:pt x="171105" y="2012995"/>
                  </a:lnTo>
                  <a:lnTo>
                    <a:pt x="171960" y="2020375"/>
                  </a:lnTo>
                  <a:lnTo>
                    <a:pt x="172816" y="2055511"/>
                  </a:lnTo>
                  <a:lnTo>
                    <a:pt x="173672" y="2055305"/>
                  </a:lnTo>
                  <a:lnTo>
                    <a:pt x="174527" y="1997343"/>
                  </a:lnTo>
                  <a:lnTo>
                    <a:pt x="175383" y="1980775"/>
                  </a:lnTo>
                  <a:lnTo>
                    <a:pt x="176238" y="1962896"/>
                  </a:lnTo>
                  <a:lnTo>
                    <a:pt x="177094" y="2001823"/>
                  </a:lnTo>
                  <a:lnTo>
                    <a:pt x="177949" y="2036715"/>
                  </a:lnTo>
                  <a:lnTo>
                    <a:pt x="178805" y="2065931"/>
                  </a:lnTo>
                  <a:lnTo>
                    <a:pt x="179660" y="1970268"/>
                  </a:lnTo>
                  <a:lnTo>
                    <a:pt x="180516" y="2030111"/>
                  </a:lnTo>
                  <a:lnTo>
                    <a:pt x="181371" y="2055321"/>
                  </a:lnTo>
                  <a:lnTo>
                    <a:pt x="182227" y="2085326"/>
                  </a:lnTo>
                  <a:lnTo>
                    <a:pt x="183082" y="2064120"/>
                  </a:lnTo>
                  <a:lnTo>
                    <a:pt x="183938" y="2024323"/>
                  </a:lnTo>
                  <a:lnTo>
                    <a:pt x="184793" y="2038466"/>
                  </a:lnTo>
                  <a:lnTo>
                    <a:pt x="185649" y="2078196"/>
                  </a:lnTo>
                  <a:lnTo>
                    <a:pt x="186504" y="2098520"/>
                  </a:lnTo>
                  <a:lnTo>
                    <a:pt x="187360" y="2064885"/>
                  </a:lnTo>
                  <a:lnTo>
                    <a:pt x="188215" y="2024623"/>
                  </a:lnTo>
                  <a:lnTo>
                    <a:pt x="189071" y="2028894"/>
                  </a:lnTo>
                  <a:lnTo>
                    <a:pt x="189927" y="2139597"/>
                  </a:lnTo>
                  <a:lnTo>
                    <a:pt x="190782" y="2099463"/>
                  </a:lnTo>
                  <a:lnTo>
                    <a:pt x="191638" y="2056203"/>
                  </a:lnTo>
                  <a:lnTo>
                    <a:pt x="192493" y="2110938"/>
                  </a:lnTo>
                  <a:lnTo>
                    <a:pt x="193349" y="2078081"/>
                  </a:lnTo>
                  <a:lnTo>
                    <a:pt x="194204" y="2121451"/>
                  </a:lnTo>
                  <a:lnTo>
                    <a:pt x="195060" y="2097698"/>
                  </a:lnTo>
                  <a:lnTo>
                    <a:pt x="195915" y="2090691"/>
                  </a:lnTo>
                  <a:lnTo>
                    <a:pt x="196771" y="2104323"/>
                  </a:lnTo>
                  <a:lnTo>
                    <a:pt x="197626" y="2061498"/>
                  </a:lnTo>
                  <a:lnTo>
                    <a:pt x="198482" y="1942048"/>
                  </a:lnTo>
                  <a:lnTo>
                    <a:pt x="199337" y="1877071"/>
                  </a:lnTo>
                  <a:lnTo>
                    <a:pt x="200193" y="1859624"/>
                  </a:lnTo>
                  <a:lnTo>
                    <a:pt x="201048" y="1899868"/>
                  </a:lnTo>
                  <a:lnTo>
                    <a:pt x="201904" y="1868609"/>
                  </a:lnTo>
                  <a:lnTo>
                    <a:pt x="202759" y="1899008"/>
                  </a:lnTo>
                  <a:lnTo>
                    <a:pt x="203615" y="1871798"/>
                  </a:lnTo>
                  <a:lnTo>
                    <a:pt x="204471" y="1900024"/>
                  </a:lnTo>
                  <a:lnTo>
                    <a:pt x="205326" y="1924644"/>
                  </a:lnTo>
                  <a:lnTo>
                    <a:pt x="206182" y="1932266"/>
                  </a:lnTo>
                  <a:lnTo>
                    <a:pt x="207037" y="2061173"/>
                  </a:lnTo>
                  <a:lnTo>
                    <a:pt x="207893" y="2075313"/>
                  </a:lnTo>
                  <a:lnTo>
                    <a:pt x="208748" y="2088818"/>
                  </a:lnTo>
                  <a:lnTo>
                    <a:pt x="209604" y="2145540"/>
                  </a:lnTo>
                  <a:lnTo>
                    <a:pt x="210459" y="2181502"/>
                  </a:lnTo>
                  <a:lnTo>
                    <a:pt x="211315" y="2175913"/>
                  </a:lnTo>
                  <a:lnTo>
                    <a:pt x="212170" y="2116828"/>
                  </a:lnTo>
                  <a:lnTo>
                    <a:pt x="213026" y="2123669"/>
                  </a:lnTo>
                  <a:lnTo>
                    <a:pt x="213881" y="2160877"/>
                  </a:lnTo>
                  <a:lnTo>
                    <a:pt x="214737" y="2139299"/>
                  </a:lnTo>
                  <a:lnTo>
                    <a:pt x="215592" y="2077627"/>
                  </a:lnTo>
                  <a:lnTo>
                    <a:pt x="216448" y="2009955"/>
                  </a:lnTo>
                  <a:lnTo>
                    <a:pt x="217303" y="2112388"/>
                  </a:lnTo>
                  <a:lnTo>
                    <a:pt x="218159" y="2104665"/>
                  </a:lnTo>
                  <a:lnTo>
                    <a:pt x="219014" y="2078156"/>
                  </a:lnTo>
                  <a:lnTo>
                    <a:pt x="219870" y="2008752"/>
                  </a:lnTo>
                  <a:lnTo>
                    <a:pt x="220726" y="2024484"/>
                  </a:lnTo>
                  <a:lnTo>
                    <a:pt x="221581" y="2048286"/>
                  </a:lnTo>
                  <a:lnTo>
                    <a:pt x="222437" y="2083496"/>
                  </a:lnTo>
                  <a:lnTo>
                    <a:pt x="223292" y="2098204"/>
                  </a:lnTo>
                  <a:lnTo>
                    <a:pt x="224148" y="2086818"/>
                  </a:lnTo>
                  <a:lnTo>
                    <a:pt x="225003" y="2067347"/>
                  </a:lnTo>
                  <a:lnTo>
                    <a:pt x="225859" y="2109159"/>
                  </a:lnTo>
                  <a:lnTo>
                    <a:pt x="226714" y="2142977"/>
                  </a:lnTo>
                  <a:lnTo>
                    <a:pt x="227570" y="2175040"/>
                  </a:lnTo>
                  <a:lnTo>
                    <a:pt x="228425" y="2175529"/>
                  </a:lnTo>
                  <a:lnTo>
                    <a:pt x="229281" y="2187754"/>
                  </a:lnTo>
                  <a:lnTo>
                    <a:pt x="230136" y="2180029"/>
                  </a:lnTo>
                  <a:lnTo>
                    <a:pt x="230992" y="2165666"/>
                  </a:lnTo>
                  <a:lnTo>
                    <a:pt x="231847" y="2149928"/>
                  </a:lnTo>
                  <a:lnTo>
                    <a:pt x="232703" y="2142799"/>
                  </a:lnTo>
                  <a:lnTo>
                    <a:pt x="233558" y="2094255"/>
                  </a:lnTo>
                  <a:lnTo>
                    <a:pt x="234414" y="2072120"/>
                  </a:lnTo>
                  <a:lnTo>
                    <a:pt x="235269" y="2089321"/>
                  </a:lnTo>
                  <a:lnTo>
                    <a:pt x="236125" y="2136448"/>
                  </a:lnTo>
                  <a:lnTo>
                    <a:pt x="236981" y="2112143"/>
                  </a:lnTo>
                  <a:lnTo>
                    <a:pt x="237836" y="2130925"/>
                  </a:lnTo>
                  <a:lnTo>
                    <a:pt x="238692" y="2091659"/>
                  </a:lnTo>
                  <a:lnTo>
                    <a:pt x="239547" y="2098082"/>
                  </a:lnTo>
                  <a:lnTo>
                    <a:pt x="240403" y="2081986"/>
                  </a:lnTo>
                  <a:lnTo>
                    <a:pt x="241258" y="2087794"/>
                  </a:lnTo>
                  <a:lnTo>
                    <a:pt x="242114" y="2100482"/>
                  </a:lnTo>
                  <a:lnTo>
                    <a:pt x="242969" y="2062877"/>
                  </a:lnTo>
                  <a:lnTo>
                    <a:pt x="243825" y="1992292"/>
                  </a:lnTo>
                  <a:lnTo>
                    <a:pt x="244680" y="2003728"/>
                  </a:lnTo>
                  <a:lnTo>
                    <a:pt x="245536" y="1998512"/>
                  </a:lnTo>
                  <a:lnTo>
                    <a:pt x="246391" y="2049345"/>
                  </a:lnTo>
                  <a:lnTo>
                    <a:pt x="247247" y="2036676"/>
                  </a:lnTo>
                  <a:lnTo>
                    <a:pt x="248102" y="2083248"/>
                  </a:lnTo>
                  <a:lnTo>
                    <a:pt x="248958" y="2077741"/>
                  </a:lnTo>
                  <a:lnTo>
                    <a:pt x="249813" y="2007912"/>
                  </a:lnTo>
                  <a:lnTo>
                    <a:pt x="250669" y="1860123"/>
                  </a:lnTo>
                  <a:lnTo>
                    <a:pt x="251524" y="1766947"/>
                  </a:lnTo>
                  <a:lnTo>
                    <a:pt x="252380" y="1792196"/>
                  </a:lnTo>
                  <a:lnTo>
                    <a:pt x="253236" y="1827496"/>
                  </a:lnTo>
                  <a:lnTo>
                    <a:pt x="254091" y="1811735"/>
                  </a:lnTo>
                  <a:lnTo>
                    <a:pt x="254947" y="1836496"/>
                  </a:lnTo>
                  <a:lnTo>
                    <a:pt x="255802" y="1844988"/>
                  </a:lnTo>
                  <a:lnTo>
                    <a:pt x="256658" y="1838254"/>
                  </a:lnTo>
                  <a:lnTo>
                    <a:pt x="257513" y="1846052"/>
                  </a:lnTo>
                  <a:lnTo>
                    <a:pt x="258369" y="1899651"/>
                  </a:lnTo>
                  <a:lnTo>
                    <a:pt x="259224" y="1901646"/>
                  </a:lnTo>
                  <a:lnTo>
                    <a:pt x="260080" y="1973258"/>
                  </a:lnTo>
                  <a:lnTo>
                    <a:pt x="260935" y="2012688"/>
                  </a:lnTo>
                  <a:lnTo>
                    <a:pt x="261791" y="2105608"/>
                  </a:lnTo>
                  <a:lnTo>
                    <a:pt x="262646" y="2071849"/>
                  </a:lnTo>
                  <a:lnTo>
                    <a:pt x="263502" y="2036457"/>
                  </a:lnTo>
                  <a:lnTo>
                    <a:pt x="264357" y="1917406"/>
                  </a:lnTo>
                  <a:lnTo>
                    <a:pt x="265213" y="1848011"/>
                  </a:lnTo>
                  <a:lnTo>
                    <a:pt x="266068" y="1910401"/>
                  </a:lnTo>
                  <a:lnTo>
                    <a:pt x="266924" y="2045963"/>
                  </a:lnTo>
                  <a:lnTo>
                    <a:pt x="267780" y="2075702"/>
                  </a:lnTo>
                  <a:lnTo>
                    <a:pt x="268635" y="2079960"/>
                  </a:lnTo>
                  <a:lnTo>
                    <a:pt x="269491" y="2088822"/>
                  </a:lnTo>
                  <a:lnTo>
                    <a:pt x="270346" y="1985184"/>
                  </a:lnTo>
                  <a:lnTo>
                    <a:pt x="271202" y="1992557"/>
                  </a:lnTo>
                  <a:lnTo>
                    <a:pt x="272057" y="1907313"/>
                  </a:lnTo>
                  <a:lnTo>
                    <a:pt x="272913" y="1940616"/>
                  </a:lnTo>
                  <a:lnTo>
                    <a:pt x="273768" y="1906323"/>
                  </a:lnTo>
                  <a:lnTo>
                    <a:pt x="274624" y="1834152"/>
                  </a:lnTo>
                  <a:lnTo>
                    <a:pt x="275479" y="1836939"/>
                  </a:lnTo>
                  <a:lnTo>
                    <a:pt x="276335" y="1740928"/>
                  </a:lnTo>
                  <a:lnTo>
                    <a:pt x="277190" y="1755170"/>
                  </a:lnTo>
                  <a:lnTo>
                    <a:pt x="278046" y="1734069"/>
                  </a:lnTo>
                  <a:lnTo>
                    <a:pt x="278901" y="1721283"/>
                  </a:lnTo>
                  <a:lnTo>
                    <a:pt x="279757" y="1788992"/>
                  </a:lnTo>
                  <a:lnTo>
                    <a:pt x="280612" y="1792397"/>
                  </a:lnTo>
                  <a:lnTo>
                    <a:pt x="281468" y="1805823"/>
                  </a:lnTo>
                  <a:lnTo>
                    <a:pt x="282323" y="1819722"/>
                  </a:lnTo>
                  <a:lnTo>
                    <a:pt x="283179" y="1766938"/>
                  </a:lnTo>
                  <a:lnTo>
                    <a:pt x="284035" y="1838185"/>
                  </a:lnTo>
                  <a:lnTo>
                    <a:pt x="284890" y="1835422"/>
                  </a:lnTo>
                  <a:lnTo>
                    <a:pt x="285746" y="1931070"/>
                  </a:lnTo>
                  <a:lnTo>
                    <a:pt x="286601" y="1896543"/>
                  </a:lnTo>
                  <a:lnTo>
                    <a:pt x="287457" y="1828593"/>
                  </a:lnTo>
                  <a:lnTo>
                    <a:pt x="288312" y="1851169"/>
                  </a:lnTo>
                  <a:lnTo>
                    <a:pt x="289168" y="1908247"/>
                  </a:lnTo>
                  <a:lnTo>
                    <a:pt x="290023" y="1985013"/>
                  </a:lnTo>
                  <a:lnTo>
                    <a:pt x="290879" y="1902860"/>
                  </a:lnTo>
                  <a:lnTo>
                    <a:pt x="291734" y="1819365"/>
                  </a:lnTo>
                  <a:lnTo>
                    <a:pt x="292590" y="1818238"/>
                  </a:lnTo>
                  <a:lnTo>
                    <a:pt x="293445" y="1723544"/>
                  </a:lnTo>
                  <a:lnTo>
                    <a:pt x="294301" y="1776571"/>
                  </a:lnTo>
                  <a:lnTo>
                    <a:pt x="295156" y="1826461"/>
                  </a:lnTo>
                  <a:lnTo>
                    <a:pt x="296012" y="1929486"/>
                  </a:lnTo>
                  <a:lnTo>
                    <a:pt x="296867" y="1980595"/>
                  </a:lnTo>
                  <a:lnTo>
                    <a:pt x="297723" y="1912210"/>
                  </a:lnTo>
                  <a:lnTo>
                    <a:pt x="298578" y="1944352"/>
                  </a:lnTo>
                  <a:lnTo>
                    <a:pt x="299434" y="2101538"/>
                  </a:lnTo>
                  <a:lnTo>
                    <a:pt x="300290" y="2100973"/>
                  </a:lnTo>
                  <a:lnTo>
                    <a:pt x="301145" y="2115143"/>
                  </a:lnTo>
                  <a:lnTo>
                    <a:pt x="302001" y="2139403"/>
                  </a:lnTo>
                  <a:lnTo>
                    <a:pt x="302856" y="2122896"/>
                  </a:lnTo>
                  <a:lnTo>
                    <a:pt x="303712" y="2135868"/>
                  </a:lnTo>
                  <a:lnTo>
                    <a:pt x="304567" y="2152981"/>
                  </a:lnTo>
                  <a:lnTo>
                    <a:pt x="305423" y="2143862"/>
                  </a:lnTo>
                  <a:lnTo>
                    <a:pt x="306278" y="2149567"/>
                  </a:lnTo>
                  <a:lnTo>
                    <a:pt x="307134" y="2158591"/>
                  </a:lnTo>
                  <a:lnTo>
                    <a:pt x="307989" y="2152927"/>
                  </a:lnTo>
                  <a:lnTo>
                    <a:pt x="308845" y="2085724"/>
                  </a:lnTo>
                  <a:lnTo>
                    <a:pt x="309700" y="2012013"/>
                  </a:lnTo>
                  <a:lnTo>
                    <a:pt x="310556" y="1965274"/>
                  </a:lnTo>
                  <a:lnTo>
                    <a:pt x="311411" y="2047175"/>
                  </a:lnTo>
                  <a:lnTo>
                    <a:pt x="312267" y="2155236"/>
                  </a:lnTo>
                  <a:lnTo>
                    <a:pt x="313122" y="2083648"/>
                  </a:lnTo>
                  <a:lnTo>
                    <a:pt x="313978" y="2060408"/>
                  </a:lnTo>
                  <a:lnTo>
                    <a:pt x="314834" y="2119408"/>
                  </a:lnTo>
                  <a:lnTo>
                    <a:pt x="315689" y="2125175"/>
                  </a:lnTo>
                  <a:lnTo>
                    <a:pt x="316545" y="1984864"/>
                  </a:lnTo>
                  <a:lnTo>
                    <a:pt x="317400" y="1974917"/>
                  </a:lnTo>
                  <a:lnTo>
                    <a:pt x="318256" y="2052047"/>
                  </a:lnTo>
                  <a:lnTo>
                    <a:pt x="319111" y="2040613"/>
                  </a:lnTo>
                  <a:lnTo>
                    <a:pt x="319967" y="1947951"/>
                  </a:lnTo>
                  <a:lnTo>
                    <a:pt x="320822" y="1853495"/>
                  </a:lnTo>
                  <a:lnTo>
                    <a:pt x="321678" y="1834421"/>
                  </a:lnTo>
                  <a:lnTo>
                    <a:pt x="322533" y="1802539"/>
                  </a:lnTo>
                  <a:lnTo>
                    <a:pt x="323389" y="1719699"/>
                  </a:lnTo>
                  <a:lnTo>
                    <a:pt x="324244" y="1890588"/>
                  </a:lnTo>
                  <a:lnTo>
                    <a:pt x="325100" y="1988768"/>
                  </a:lnTo>
                  <a:lnTo>
                    <a:pt x="325955" y="2021025"/>
                  </a:lnTo>
                  <a:lnTo>
                    <a:pt x="326811" y="2000409"/>
                  </a:lnTo>
                  <a:lnTo>
                    <a:pt x="327666" y="1915750"/>
                  </a:lnTo>
                  <a:lnTo>
                    <a:pt x="328522" y="1845866"/>
                  </a:lnTo>
                  <a:lnTo>
                    <a:pt x="329377" y="1787529"/>
                  </a:lnTo>
                  <a:lnTo>
                    <a:pt x="330233" y="1756155"/>
                  </a:lnTo>
                  <a:lnTo>
                    <a:pt x="331089" y="1727772"/>
                  </a:lnTo>
                  <a:lnTo>
                    <a:pt x="331944" y="1758487"/>
                  </a:lnTo>
                  <a:lnTo>
                    <a:pt x="332800" y="1762968"/>
                  </a:lnTo>
                  <a:lnTo>
                    <a:pt x="333655" y="1768774"/>
                  </a:lnTo>
                  <a:lnTo>
                    <a:pt x="334511" y="1856668"/>
                  </a:lnTo>
                  <a:lnTo>
                    <a:pt x="335366" y="1967139"/>
                  </a:lnTo>
                  <a:lnTo>
                    <a:pt x="336222" y="1986725"/>
                  </a:lnTo>
                  <a:lnTo>
                    <a:pt x="337077" y="2056837"/>
                  </a:lnTo>
                  <a:lnTo>
                    <a:pt x="337933" y="2065308"/>
                  </a:lnTo>
                  <a:lnTo>
                    <a:pt x="338788" y="2097790"/>
                  </a:lnTo>
                  <a:lnTo>
                    <a:pt x="339644" y="2132902"/>
                  </a:lnTo>
                  <a:lnTo>
                    <a:pt x="340499" y="2136701"/>
                  </a:lnTo>
                  <a:lnTo>
                    <a:pt x="341355" y="2171142"/>
                  </a:lnTo>
                  <a:lnTo>
                    <a:pt x="342210" y="2200672"/>
                  </a:lnTo>
                  <a:lnTo>
                    <a:pt x="343066" y="2209266"/>
                  </a:lnTo>
                  <a:lnTo>
                    <a:pt x="343921" y="2197925"/>
                  </a:lnTo>
                  <a:lnTo>
                    <a:pt x="344777" y="2159529"/>
                  </a:lnTo>
                  <a:lnTo>
                    <a:pt x="345632" y="2144029"/>
                  </a:lnTo>
                  <a:lnTo>
                    <a:pt x="346488" y="2116516"/>
                  </a:lnTo>
                  <a:lnTo>
                    <a:pt x="347344" y="2146848"/>
                  </a:lnTo>
                  <a:lnTo>
                    <a:pt x="348199" y="2151942"/>
                  </a:lnTo>
                  <a:lnTo>
                    <a:pt x="349055" y="2186940"/>
                  </a:lnTo>
                  <a:lnTo>
                    <a:pt x="349910" y="2148576"/>
                  </a:lnTo>
                  <a:lnTo>
                    <a:pt x="350766" y="2091851"/>
                  </a:lnTo>
                  <a:lnTo>
                    <a:pt x="351621" y="2009693"/>
                  </a:lnTo>
                  <a:lnTo>
                    <a:pt x="352477" y="1960525"/>
                  </a:lnTo>
                  <a:lnTo>
                    <a:pt x="353332" y="2002760"/>
                  </a:lnTo>
                  <a:lnTo>
                    <a:pt x="354188" y="2012087"/>
                  </a:lnTo>
                  <a:lnTo>
                    <a:pt x="355043" y="2100234"/>
                  </a:lnTo>
                  <a:lnTo>
                    <a:pt x="355899" y="2180209"/>
                  </a:lnTo>
                  <a:lnTo>
                    <a:pt x="356754" y="2180867"/>
                  </a:lnTo>
                  <a:lnTo>
                    <a:pt x="357610" y="2207802"/>
                  </a:lnTo>
                  <a:lnTo>
                    <a:pt x="358465" y="2209872"/>
                  </a:lnTo>
                  <a:lnTo>
                    <a:pt x="359321" y="2214592"/>
                  </a:lnTo>
                  <a:lnTo>
                    <a:pt x="360176" y="2223334"/>
                  </a:lnTo>
                  <a:lnTo>
                    <a:pt x="361032" y="2259105"/>
                  </a:lnTo>
                  <a:lnTo>
                    <a:pt x="361888" y="2247965"/>
                  </a:lnTo>
                  <a:lnTo>
                    <a:pt x="362743" y="2248235"/>
                  </a:lnTo>
                  <a:lnTo>
                    <a:pt x="363599" y="2242125"/>
                  </a:lnTo>
                  <a:lnTo>
                    <a:pt x="364454" y="2227925"/>
                  </a:lnTo>
                  <a:lnTo>
                    <a:pt x="365310" y="2201555"/>
                  </a:lnTo>
                  <a:lnTo>
                    <a:pt x="366165" y="2185168"/>
                  </a:lnTo>
                  <a:lnTo>
                    <a:pt x="367021" y="2213163"/>
                  </a:lnTo>
                  <a:lnTo>
                    <a:pt x="367876" y="2223070"/>
                  </a:lnTo>
                  <a:lnTo>
                    <a:pt x="368732" y="2212443"/>
                  </a:lnTo>
                  <a:lnTo>
                    <a:pt x="369587" y="2193638"/>
                  </a:lnTo>
                  <a:lnTo>
                    <a:pt x="370443" y="2204266"/>
                  </a:lnTo>
                  <a:lnTo>
                    <a:pt x="371298" y="2218610"/>
                  </a:lnTo>
                  <a:lnTo>
                    <a:pt x="372154" y="2212488"/>
                  </a:lnTo>
                  <a:lnTo>
                    <a:pt x="373009" y="2194569"/>
                  </a:lnTo>
                  <a:lnTo>
                    <a:pt x="373865" y="2186199"/>
                  </a:lnTo>
                  <a:lnTo>
                    <a:pt x="374720" y="2205927"/>
                  </a:lnTo>
                  <a:lnTo>
                    <a:pt x="375576" y="2244139"/>
                  </a:lnTo>
                  <a:lnTo>
                    <a:pt x="376431" y="2229030"/>
                  </a:lnTo>
                  <a:lnTo>
                    <a:pt x="377287" y="2252236"/>
                  </a:lnTo>
                  <a:lnTo>
                    <a:pt x="378143" y="2278200"/>
                  </a:lnTo>
                  <a:lnTo>
                    <a:pt x="378143" y="2278200"/>
                  </a:lnTo>
                  <a:lnTo>
                    <a:pt x="378998" y="2278200"/>
                  </a:lnTo>
                  <a:lnTo>
                    <a:pt x="379854" y="2278200"/>
                  </a:lnTo>
                  <a:lnTo>
                    <a:pt x="380709" y="2239707"/>
                  </a:lnTo>
                  <a:lnTo>
                    <a:pt x="381565" y="2196409"/>
                  </a:lnTo>
                  <a:lnTo>
                    <a:pt x="382420" y="2222716"/>
                  </a:lnTo>
                  <a:lnTo>
                    <a:pt x="383276" y="2209205"/>
                  </a:lnTo>
                  <a:lnTo>
                    <a:pt x="384131" y="2243600"/>
                  </a:lnTo>
                  <a:lnTo>
                    <a:pt x="384987" y="2206886"/>
                  </a:lnTo>
                  <a:lnTo>
                    <a:pt x="385842" y="2181653"/>
                  </a:lnTo>
                  <a:lnTo>
                    <a:pt x="386698" y="2188192"/>
                  </a:lnTo>
                  <a:lnTo>
                    <a:pt x="387553" y="2155956"/>
                  </a:lnTo>
                  <a:lnTo>
                    <a:pt x="388409" y="2145774"/>
                  </a:lnTo>
                  <a:lnTo>
                    <a:pt x="389264" y="2146450"/>
                  </a:lnTo>
                  <a:lnTo>
                    <a:pt x="390120" y="2157873"/>
                  </a:lnTo>
                  <a:lnTo>
                    <a:pt x="390975" y="2154686"/>
                  </a:lnTo>
                  <a:lnTo>
                    <a:pt x="391831" y="2102335"/>
                  </a:lnTo>
                  <a:lnTo>
                    <a:pt x="392686" y="2081712"/>
                  </a:lnTo>
                  <a:lnTo>
                    <a:pt x="393542" y="1989255"/>
                  </a:lnTo>
                  <a:lnTo>
                    <a:pt x="394398" y="2009773"/>
                  </a:lnTo>
                  <a:lnTo>
                    <a:pt x="395253" y="1962139"/>
                  </a:lnTo>
                  <a:lnTo>
                    <a:pt x="396109" y="1962864"/>
                  </a:lnTo>
                  <a:lnTo>
                    <a:pt x="396964" y="2022717"/>
                  </a:lnTo>
                  <a:lnTo>
                    <a:pt x="397820" y="2102303"/>
                  </a:lnTo>
                  <a:lnTo>
                    <a:pt x="398675" y="2114561"/>
                  </a:lnTo>
                  <a:lnTo>
                    <a:pt x="399531" y="2128978"/>
                  </a:lnTo>
                  <a:lnTo>
                    <a:pt x="400386" y="2111421"/>
                  </a:lnTo>
                  <a:lnTo>
                    <a:pt x="401242" y="2130562"/>
                  </a:lnTo>
                  <a:lnTo>
                    <a:pt x="402097" y="2153737"/>
                  </a:lnTo>
                  <a:lnTo>
                    <a:pt x="402953" y="2128784"/>
                  </a:lnTo>
                  <a:lnTo>
                    <a:pt x="403808" y="2058984"/>
                  </a:lnTo>
                  <a:lnTo>
                    <a:pt x="404664" y="1996423"/>
                  </a:lnTo>
                  <a:lnTo>
                    <a:pt x="405519" y="2057403"/>
                  </a:lnTo>
                  <a:lnTo>
                    <a:pt x="406375" y="2089091"/>
                  </a:lnTo>
                  <a:lnTo>
                    <a:pt x="407230" y="1933653"/>
                  </a:lnTo>
                  <a:lnTo>
                    <a:pt x="408086" y="1944487"/>
                  </a:lnTo>
                  <a:lnTo>
                    <a:pt x="408942" y="1912493"/>
                  </a:lnTo>
                  <a:lnTo>
                    <a:pt x="409797" y="1989326"/>
                  </a:lnTo>
                  <a:lnTo>
                    <a:pt x="410653" y="2058258"/>
                  </a:lnTo>
                  <a:lnTo>
                    <a:pt x="411508" y="2035234"/>
                  </a:lnTo>
                  <a:lnTo>
                    <a:pt x="412364" y="2115091"/>
                  </a:lnTo>
                  <a:lnTo>
                    <a:pt x="413219" y="2137126"/>
                  </a:lnTo>
                  <a:lnTo>
                    <a:pt x="414075" y="2163682"/>
                  </a:lnTo>
                  <a:lnTo>
                    <a:pt x="414930" y="2147286"/>
                  </a:lnTo>
                  <a:lnTo>
                    <a:pt x="415786" y="2116265"/>
                  </a:lnTo>
                  <a:lnTo>
                    <a:pt x="416641" y="2101793"/>
                  </a:lnTo>
                  <a:lnTo>
                    <a:pt x="417497" y="2059948"/>
                  </a:lnTo>
                  <a:lnTo>
                    <a:pt x="418352" y="2038219"/>
                  </a:lnTo>
                  <a:lnTo>
                    <a:pt x="419208" y="2050060"/>
                  </a:lnTo>
                  <a:lnTo>
                    <a:pt x="420063" y="2082518"/>
                  </a:lnTo>
                  <a:lnTo>
                    <a:pt x="420919" y="2103306"/>
                  </a:lnTo>
                  <a:lnTo>
                    <a:pt x="421774" y="2061315"/>
                  </a:lnTo>
                  <a:lnTo>
                    <a:pt x="422630" y="2105281"/>
                  </a:lnTo>
                  <a:lnTo>
                    <a:pt x="423485" y="2195059"/>
                  </a:lnTo>
                  <a:lnTo>
                    <a:pt x="424341" y="2182350"/>
                  </a:lnTo>
                  <a:lnTo>
                    <a:pt x="425197" y="2169187"/>
                  </a:lnTo>
                  <a:lnTo>
                    <a:pt x="426052" y="2102499"/>
                  </a:lnTo>
                  <a:lnTo>
                    <a:pt x="426908" y="2073722"/>
                  </a:lnTo>
                  <a:lnTo>
                    <a:pt x="427763" y="2135017"/>
                  </a:lnTo>
                  <a:lnTo>
                    <a:pt x="428619" y="2162963"/>
                  </a:lnTo>
                  <a:lnTo>
                    <a:pt x="429474" y="2194584"/>
                  </a:lnTo>
                  <a:lnTo>
                    <a:pt x="430330" y="2154535"/>
                  </a:lnTo>
                  <a:lnTo>
                    <a:pt x="431185" y="2247754"/>
                  </a:lnTo>
                  <a:lnTo>
                    <a:pt x="432041" y="2193310"/>
                  </a:lnTo>
                  <a:lnTo>
                    <a:pt x="432896" y="2140385"/>
                  </a:lnTo>
                  <a:lnTo>
                    <a:pt x="433752" y="2078979"/>
                  </a:lnTo>
                  <a:lnTo>
                    <a:pt x="434607" y="2147514"/>
                  </a:lnTo>
                  <a:lnTo>
                    <a:pt x="435463" y="2209562"/>
                  </a:lnTo>
                  <a:lnTo>
                    <a:pt x="436318" y="2177658"/>
                  </a:lnTo>
                  <a:lnTo>
                    <a:pt x="437174" y="2202586"/>
                  </a:lnTo>
                  <a:lnTo>
                    <a:pt x="438029" y="2195894"/>
                  </a:lnTo>
                  <a:lnTo>
                    <a:pt x="438885" y="2131713"/>
                  </a:lnTo>
                  <a:lnTo>
                    <a:pt x="439740" y="2080986"/>
                  </a:lnTo>
                  <a:lnTo>
                    <a:pt x="440596" y="2038063"/>
                  </a:lnTo>
                  <a:lnTo>
                    <a:pt x="441452" y="2107434"/>
                  </a:lnTo>
                  <a:lnTo>
                    <a:pt x="442307" y="2106614"/>
                  </a:lnTo>
                  <a:lnTo>
                    <a:pt x="443163" y="2124378"/>
                  </a:lnTo>
                  <a:lnTo>
                    <a:pt x="444018" y="2161439"/>
                  </a:lnTo>
                  <a:lnTo>
                    <a:pt x="444874" y="2160952"/>
                  </a:lnTo>
                  <a:lnTo>
                    <a:pt x="445729" y="2042208"/>
                  </a:lnTo>
                  <a:lnTo>
                    <a:pt x="446585" y="1998386"/>
                  </a:lnTo>
                  <a:lnTo>
                    <a:pt x="447440" y="1991024"/>
                  </a:lnTo>
                  <a:lnTo>
                    <a:pt x="448296" y="2013818"/>
                  </a:lnTo>
                  <a:lnTo>
                    <a:pt x="449151" y="2092145"/>
                  </a:lnTo>
                  <a:lnTo>
                    <a:pt x="450007" y="2091242"/>
                  </a:lnTo>
                  <a:lnTo>
                    <a:pt x="450862" y="2072183"/>
                  </a:lnTo>
                  <a:lnTo>
                    <a:pt x="451718" y="2052943"/>
                  </a:lnTo>
                  <a:lnTo>
                    <a:pt x="452573" y="2087429"/>
                  </a:lnTo>
                  <a:lnTo>
                    <a:pt x="453429" y="2098707"/>
                  </a:lnTo>
                  <a:lnTo>
                    <a:pt x="454284" y="2091684"/>
                  </a:lnTo>
                  <a:lnTo>
                    <a:pt x="455140" y="2075308"/>
                  </a:lnTo>
                  <a:lnTo>
                    <a:pt x="455995" y="2114601"/>
                  </a:lnTo>
                  <a:lnTo>
                    <a:pt x="456851" y="2139970"/>
                  </a:lnTo>
                  <a:lnTo>
                    <a:pt x="457707" y="2104490"/>
                  </a:lnTo>
                  <a:lnTo>
                    <a:pt x="458562" y="2140032"/>
                  </a:lnTo>
                  <a:lnTo>
                    <a:pt x="459418" y="2114187"/>
                  </a:lnTo>
                  <a:lnTo>
                    <a:pt x="460273" y="2102577"/>
                  </a:lnTo>
                  <a:lnTo>
                    <a:pt x="461129" y="2127659"/>
                  </a:lnTo>
                  <a:lnTo>
                    <a:pt x="461984" y="2121155"/>
                  </a:lnTo>
                  <a:lnTo>
                    <a:pt x="462840" y="2135962"/>
                  </a:lnTo>
                  <a:lnTo>
                    <a:pt x="463695" y="2102062"/>
                  </a:lnTo>
                  <a:lnTo>
                    <a:pt x="464551" y="2043570"/>
                  </a:lnTo>
                  <a:lnTo>
                    <a:pt x="465406" y="2029954"/>
                  </a:lnTo>
                  <a:lnTo>
                    <a:pt x="466262" y="2033957"/>
                  </a:lnTo>
                  <a:lnTo>
                    <a:pt x="467117" y="2034964"/>
                  </a:lnTo>
                  <a:lnTo>
                    <a:pt x="467973" y="1967744"/>
                  </a:lnTo>
                  <a:lnTo>
                    <a:pt x="468828" y="1921004"/>
                  </a:lnTo>
                  <a:lnTo>
                    <a:pt x="469684" y="2073823"/>
                  </a:lnTo>
                  <a:lnTo>
                    <a:pt x="470539" y="2087351"/>
                  </a:lnTo>
                  <a:lnTo>
                    <a:pt x="471395" y="2095783"/>
                  </a:lnTo>
                  <a:lnTo>
                    <a:pt x="472251" y="2079243"/>
                  </a:lnTo>
                  <a:lnTo>
                    <a:pt x="473106" y="2082041"/>
                  </a:lnTo>
                  <a:lnTo>
                    <a:pt x="473962" y="2082190"/>
                  </a:lnTo>
                  <a:lnTo>
                    <a:pt x="474817" y="2079866"/>
                  </a:lnTo>
                  <a:lnTo>
                    <a:pt x="475673" y="2115584"/>
                  </a:lnTo>
                  <a:lnTo>
                    <a:pt x="476528" y="2088962"/>
                  </a:lnTo>
                  <a:lnTo>
                    <a:pt x="477384" y="2129869"/>
                  </a:lnTo>
                  <a:lnTo>
                    <a:pt x="478239" y="2151353"/>
                  </a:lnTo>
                  <a:lnTo>
                    <a:pt x="479095" y="2124541"/>
                  </a:lnTo>
                  <a:lnTo>
                    <a:pt x="479950" y="2113488"/>
                  </a:lnTo>
                  <a:lnTo>
                    <a:pt x="480806" y="2093823"/>
                  </a:lnTo>
                  <a:lnTo>
                    <a:pt x="481661" y="2132239"/>
                  </a:lnTo>
                  <a:lnTo>
                    <a:pt x="482517" y="2099717"/>
                  </a:lnTo>
                  <a:lnTo>
                    <a:pt x="483372" y="2123912"/>
                  </a:lnTo>
                  <a:lnTo>
                    <a:pt x="484228" y="2068355"/>
                  </a:lnTo>
                  <a:lnTo>
                    <a:pt x="485083" y="2039829"/>
                  </a:lnTo>
                  <a:lnTo>
                    <a:pt x="485939" y="1982055"/>
                  </a:lnTo>
                  <a:lnTo>
                    <a:pt x="486794" y="2022456"/>
                  </a:lnTo>
                  <a:lnTo>
                    <a:pt x="487650" y="2082101"/>
                  </a:lnTo>
                  <a:lnTo>
                    <a:pt x="488506" y="2065596"/>
                  </a:lnTo>
                  <a:lnTo>
                    <a:pt x="489361" y="2016567"/>
                  </a:lnTo>
                  <a:lnTo>
                    <a:pt x="490217" y="1978466"/>
                  </a:lnTo>
                  <a:lnTo>
                    <a:pt x="491072" y="2005175"/>
                  </a:lnTo>
                  <a:lnTo>
                    <a:pt x="491928" y="1972689"/>
                  </a:lnTo>
                  <a:lnTo>
                    <a:pt x="492783" y="1952032"/>
                  </a:lnTo>
                  <a:lnTo>
                    <a:pt x="493639" y="2027688"/>
                  </a:lnTo>
                  <a:lnTo>
                    <a:pt x="494494" y="2015908"/>
                  </a:lnTo>
                  <a:lnTo>
                    <a:pt x="495350" y="2039286"/>
                  </a:lnTo>
                  <a:lnTo>
                    <a:pt x="496205" y="2028916"/>
                  </a:lnTo>
                  <a:lnTo>
                    <a:pt x="497061" y="2009943"/>
                  </a:lnTo>
                  <a:lnTo>
                    <a:pt x="497916" y="1986915"/>
                  </a:lnTo>
                  <a:lnTo>
                    <a:pt x="498772" y="1950711"/>
                  </a:lnTo>
                  <a:lnTo>
                    <a:pt x="499627" y="2082901"/>
                  </a:lnTo>
                  <a:lnTo>
                    <a:pt x="500483" y="2092535"/>
                  </a:lnTo>
                  <a:lnTo>
                    <a:pt x="501338" y="2067610"/>
                  </a:lnTo>
                  <a:lnTo>
                    <a:pt x="502194" y="2006018"/>
                  </a:lnTo>
                  <a:lnTo>
                    <a:pt x="503049" y="2056538"/>
                  </a:lnTo>
                  <a:lnTo>
                    <a:pt x="503905" y="2067066"/>
                  </a:lnTo>
                  <a:lnTo>
                    <a:pt x="504761" y="2118039"/>
                  </a:lnTo>
                  <a:lnTo>
                    <a:pt x="505616" y="2033489"/>
                  </a:lnTo>
                  <a:lnTo>
                    <a:pt x="506472" y="2048634"/>
                  </a:lnTo>
                  <a:lnTo>
                    <a:pt x="507327" y="2111543"/>
                  </a:lnTo>
                  <a:lnTo>
                    <a:pt x="508183" y="2129693"/>
                  </a:lnTo>
                  <a:lnTo>
                    <a:pt x="509038" y="2154267"/>
                  </a:lnTo>
                  <a:lnTo>
                    <a:pt x="509894" y="2118383"/>
                  </a:lnTo>
                  <a:lnTo>
                    <a:pt x="510749" y="2163009"/>
                  </a:lnTo>
                  <a:lnTo>
                    <a:pt x="511605" y="2198111"/>
                  </a:lnTo>
                  <a:lnTo>
                    <a:pt x="512460" y="2228047"/>
                  </a:lnTo>
                  <a:lnTo>
                    <a:pt x="513316" y="2248902"/>
                  </a:lnTo>
                  <a:lnTo>
                    <a:pt x="514171" y="2222667"/>
                  </a:lnTo>
                  <a:lnTo>
                    <a:pt x="515027" y="2241588"/>
                  </a:lnTo>
                  <a:lnTo>
                    <a:pt x="515882" y="2222286"/>
                  </a:lnTo>
                  <a:lnTo>
                    <a:pt x="516738" y="2209027"/>
                  </a:lnTo>
                  <a:lnTo>
                    <a:pt x="517593" y="2241918"/>
                  </a:lnTo>
                  <a:lnTo>
                    <a:pt x="518449" y="2250793"/>
                  </a:lnTo>
                  <a:lnTo>
                    <a:pt x="519305" y="2277222"/>
                  </a:lnTo>
                  <a:lnTo>
                    <a:pt x="520160" y="2276736"/>
                  </a:lnTo>
                  <a:lnTo>
                    <a:pt x="521016" y="2250635"/>
                  </a:lnTo>
                  <a:lnTo>
                    <a:pt x="521871" y="2268749"/>
                  </a:lnTo>
                  <a:lnTo>
                    <a:pt x="522727" y="2255860"/>
                  </a:lnTo>
                  <a:lnTo>
                    <a:pt x="523582" y="2259363"/>
                  </a:lnTo>
                  <a:lnTo>
                    <a:pt x="524438" y="2249447"/>
                  </a:lnTo>
                  <a:lnTo>
                    <a:pt x="525293" y="2239779"/>
                  </a:lnTo>
                  <a:lnTo>
                    <a:pt x="526149" y="2229188"/>
                  </a:lnTo>
                  <a:lnTo>
                    <a:pt x="527004" y="2230133"/>
                  </a:lnTo>
                  <a:lnTo>
                    <a:pt x="527860" y="2234806"/>
                  </a:lnTo>
                  <a:lnTo>
                    <a:pt x="528715" y="2200843"/>
                  </a:lnTo>
                  <a:lnTo>
                    <a:pt x="529571" y="2129890"/>
                  </a:lnTo>
                  <a:lnTo>
                    <a:pt x="530426" y="2169905"/>
                  </a:lnTo>
                  <a:lnTo>
                    <a:pt x="531282" y="2191189"/>
                  </a:lnTo>
                  <a:lnTo>
                    <a:pt x="532137" y="2144644"/>
                  </a:lnTo>
                  <a:lnTo>
                    <a:pt x="532993" y="2135566"/>
                  </a:lnTo>
                  <a:lnTo>
                    <a:pt x="533848" y="2142437"/>
                  </a:lnTo>
                  <a:lnTo>
                    <a:pt x="534704" y="2176564"/>
                  </a:lnTo>
                  <a:lnTo>
                    <a:pt x="535560" y="2164349"/>
                  </a:lnTo>
                  <a:lnTo>
                    <a:pt x="536415" y="2164612"/>
                  </a:lnTo>
                  <a:lnTo>
                    <a:pt x="537271" y="2166807"/>
                  </a:lnTo>
                  <a:lnTo>
                    <a:pt x="538126" y="2234071"/>
                  </a:lnTo>
                  <a:lnTo>
                    <a:pt x="538982" y="2249742"/>
                  </a:lnTo>
                  <a:lnTo>
                    <a:pt x="539837" y="2196635"/>
                  </a:lnTo>
                  <a:lnTo>
                    <a:pt x="540693" y="2170374"/>
                  </a:lnTo>
                  <a:lnTo>
                    <a:pt x="541548" y="2103498"/>
                  </a:lnTo>
                  <a:lnTo>
                    <a:pt x="542404" y="1996598"/>
                  </a:lnTo>
                  <a:lnTo>
                    <a:pt x="543259" y="1971390"/>
                  </a:lnTo>
                  <a:lnTo>
                    <a:pt x="544115" y="1928818"/>
                  </a:lnTo>
                  <a:lnTo>
                    <a:pt x="544970" y="1960507"/>
                  </a:lnTo>
                  <a:lnTo>
                    <a:pt x="545826" y="1997144"/>
                  </a:lnTo>
                  <a:lnTo>
                    <a:pt x="546681" y="2044999"/>
                  </a:lnTo>
                  <a:lnTo>
                    <a:pt x="547537" y="2038535"/>
                  </a:lnTo>
                  <a:lnTo>
                    <a:pt x="548392" y="1891754"/>
                  </a:lnTo>
                  <a:lnTo>
                    <a:pt x="549248" y="1956019"/>
                  </a:lnTo>
                  <a:lnTo>
                    <a:pt x="550103" y="1973383"/>
                  </a:lnTo>
                  <a:lnTo>
                    <a:pt x="550959" y="2068046"/>
                  </a:lnTo>
                  <a:lnTo>
                    <a:pt x="551815" y="2069196"/>
                  </a:lnTo>
                  <a:lnTo>
                    <a:pt x="552670" y="2043457"/>
                  </a:lnTo>
                  <a:lnTo>
                    <a:pt x="553526" y="2104594"/>
                  </a:lnTo>
                  <a:lnTo>
                    <a:pt x="554381" y="2117971"/>
                  </a:lnTo>
                  <a:lnTo>
                    <a:pt x="555237" y="2120136"/>
                  </a:lnTo>
                  <a:lnTo>
                    <a:pt x="556092" y="2125614"/>
                  </a:lnTo>
                  <a:lnTo>
                    <a:pt x="556948" y="2061725"/>
                  </a:lnTo>
                  <a:lnTo>
                    <a:pt x="557803" y="2078527"/>
                  </a:lnTo>
                  <a:lnTo>
                    <a:pt x="558659" y="2008610"/>
                  </a:lnTo>
                  <a:lnTo>
                    <a:pt x="559514" y="1919109"/>
                  </a:lnTo>
                  <a:lnTo>
                    <a:pt x="560370" y="1860793"/>
                  </a:lnTo>
                  <a:lnTo>
                    <a:pt x="561225" y="1914211"/>
                  </a:lnTo>
                  <a:lnTo>
                    <a:pt x="562081" y="1914871"/>
                  </a:lnTo>
                  <a:lnTo>
                    <a:pt x="562936" y="1934324"/>
                  </a:lnTo>
                  <a:lnTo>
                    <a:pt x="563792" y="1896788"/>
                  </a:lnTo>
                  <a:lnTo>
                    <a:pt x="564647" y="1882812"/>
                  </a:lnTo>
                  <a:lnTo>
                    <a:pt x="565503" y="1930702"/>
                  </a:lnTo>
                  <a:lnTo>
                    <a:pt x="566359" y="2005636"/>
                  </a:lnTo>
                  <a:lnTo>
                    <a:pt x="567214" y="2007343"/>
                  </a:lnTo>
                  <a:lnTo>
                    <a:pt x="568070" y="2012961"/>
                  </a:lnTo>
                  <a:lnTo>
                    <a:pt x="568925" y="2068092"/>
                  </a:lnTo>
                  <a:lnTo>
                    <a:pt x="569781" y="2141578"/>
                  </a:lnTo>
                  <a:lnTo>
                    <a:pt x="570636" y="2161184"/>
                  </a:lnTo>
                  <a:lnTo>
                    <a:pt x="571492" y="2148980"/>
                  </a:lnTo>
                  <a:lnTo>
                    <a:pt x="572347" y="2169373"/>
                  </a:lnTo>
                  <a:lnTo>
                    <a:pt x="573203" y="2154113"/>
                  </a:lnTo>
                  <a:lnTo>
                    <a:pt x="574058" y="2160892"/>
                  </a:lnTo>
                  <a:lnTo>
                    <a:pt x="574914" y="2198689"/>
                  </a:lnTo>
                  <a:lnTo>
                    <a:pt x="575769" y="2202462"/>
                  </a:lnTo>
                  <a:lnTo>
                    <a:pt x="576625" y="2215035"/>
                  </a:lnTo>
                  <a:lnTo>
                    <a:pt x="577480" y="2237605"/>
                  </a:lnTo>
                  <a:lnTo>
                    <a:pt x="578336" y="2175071"/>
                  </a:lnTo>
                  <a:lnTo>
                    <a:pt x="579191" y="2171991"/>
                  </a:lnTo>
                  <a:lnTo>
                    <a:pt x="580047" y="2132127"/>
                  </a:lnTo>
                  <a:lnTo>
                    <a:pt x="580902" y="2007058"/>
                  </a:lnTo>
                  <a:lnTo>
                    <a:pt x="581758" y="2004650"/>
                  </a:lnTo>
                  <a:lnTo>
                    <a:pt x="582614" y="2124761"/>
                  </a:lnTo>
                  <a:lnTo>
                    <a:pt x="583469" y="2154187"/>
                  </a:lnTo>
                  <a:lnTo>
                    <a:pt x="584325" y="2140370"/>
                  </a:lnTo>
                  <a:lnTo>
                    <a:pt x="585180" y="2178345"/>
                  </a:lnTo>
                  <a:lnTo>
                    <a:pt x="586036" y="2166677"/>
                  </a:lnTo>
                  <a:lnTo>
                    <a:pt x="586891" y="2187148"/>
                  </a:lnTo>
                  <a:lnTo>
                    <a:pt x="587747" y="2163146"/>
                  </a:lnTo>
                  <a:lnTo>
                    <a:pt x="588602" y="2108837"/>
                  </a:lnTo>
                  <a:lnTo>
                    <a:pt x="589458" y="2027023"/>
                  </a:lnTo>
                  <a:lnTo>
                    <a:pt x="590313" y="2095463"/>
                  </a:lnTo>
                  <a:lnTo>
                    <a:pt x="591169" y="2123891"/>
                  </a:lnTo>
                  <a:lnTo>
                    <a:pt x="592024" y="2117164"/>
                  </a:lnTo>
                  <a:lnTo>
                    <a:pt x="592880" y="2122936"/>
                  </a:lnTo>
                  <a:lnTo>
                    <a:pt x="593735" y="2150550"/>
                  </a:lnTo>
                  <a:lnTo>
                    <a:pt x="594591" y="2119811"/>
                  </a:lnTo>
                  <a:lnTo>
                    <a:pt x="595446" y="2095905"/>
                  </a:lnTo>
                  <a:lnTo>
                    <a:pt x="596302" y="2133033"/>
                  </a:lnTo>
                  <a:lnTo>
                    <a:pt x="597157" y="2168383"/>
                  </a:lnTo>
                  <a:lnTo>
                    <a:pt x="598013" y="2133741"/>
                  </a:lnTo>
                  <a:lnTo>
                    <a:pt x="598869" y="2075493"/>
                  </a:lnTo>
                  <a:lnTo>
                    <a:pt x="599724" y="1996754"/>
                  </a:lnTo>
                  <a:lnTo>
                    <a:pt x="600580" y="2012366"/>
                  </a:lnTo>
                  <a:lnTo>
                    <a:pt x="601435" y="2012173"/>
                  </a:lnTo>
                  <a:lnTo>
                    <a:pt x="602291" y="1965062"/>
                  </a:lnTo>
                  <a:lnTo>
                    <a:pt x="603146" y="2070767"/>
                  </a:lnTo>
                  <a:lnTo>
                    <a:pt x="604002" y="2137523"/>
                  </a:lnTo>
                  <a:lnTo>
                    <a:pt x="604857" y="2071848"/>
                  </a:lnTo>
                  <a:lnTo>
                    <a:pt x="605713" y="2092884"/>
                  </a:lnTo>
                  <a:lnTo>
                    <a:pt x="606568" y="2069240"/>
                  </a:lnTo>
                  <a:lnTo>
                    <a:pt x="607424" y="2064082"/>
                  </a:lnTo>
                  <a:lnTo>
                    <a:pt x="608279" y="2103329"/>
                  </a:lnTo>
                  <a:lnTo>
                    <a:pt x="609135" y="2082657"/>
                  </a:lnTo>
                  <a:lnTo>
                    <a:pt x="609990" y="2147215"/>
                  </a:lnTo>
                  <a:lnTo>
                    <a:pt x="610846" y="2115809"/>
                  </a:lnTo>
                  <a:lnTo>
                    <a:pt x="611701" y="2116860"/>
                  </a:lnTo>
                  <a:lnTo>
                    <a:pt x="612557" y="1996177"/>
                  </a:lnTo>
                  <a:lnTo>
                    <a:pt x="613413" y="2057169"/>
                  </a:lnTo>
                  <a:lnTo>
                    <a:pt x="614268" y="2088329"/>
                  </a:lnTo>
                  <a:lnTo>
                    <a:pt x="615124" y="2047710"/>
                  </a:lnTo>
                  <a:lnTo>
                    <a:pt x="615979" y="2044452"/>
                  </a:lnTo>
                  <a:lnTo>
                    <a:pt x="616835" y="2055210"/>
                  </a:lnTo>
                  <a:lnTo>
                    <a:pt x="617690" y="1992862"/>
                  </a:lnTo>
                  <a:lnTo>
                    <a:pt x="618546" y="1965128"/>
                  </a:lnTo>
                  <a:lnTo>
                    <a:pt x="619401" y="2053419"/>
                  </a:lnTo>
                  <a:lnTo>
                    <a:pt x="620257" y="2099526"/>
                  </a:lnTo>
                  <a:lnTo>
                    <a:pt x="621112" y="2076414"/>
                  </a:lnTo>
                  <a:lnTo>
                    <a:pt x="621968" y="2071676"/>
                  </a:lnTo>
                  <a:lnTo>
                    <a:pt x="622823" y="2085487"/>
                  </a:lnTo>
                  <a:lnTo>
                    <a:pt x="623679" y="2015372"/>
                  </a:lnTo>
                  <a:lnTo>
                    <a:pt x="624534" y="2009878"/>
                  </a:lnTo>
                  <a:lnTo>
                    <a:pt x="625390" y="2002726"/>
                  </a:lnTo>
                  <a:lnTo>
                    <a:pt x="626245" y="1926524"/>
                  </a:lnTo>
                  <a:lnTo>
                    <a:pt x="627101" y="1887243"/>
                  </a:lnTo>
                  <a:lnTo>
                    <a:pt x="627956" y="1807836"/>
                  </a:lnTo>
                  <a:lnTo>
                    <a:pt x="628812" y="1822129"/>
                  </a:lnTo>
                  <a:lnTo>
                    <a:pt x="629668" y="1840740"/>
                  </a:lnTo>
                  <a:lnTo>
                    <a:pt x="630523" y="1860840"/>
                  </a:lnTo>
                  <a:lnTo>
                    <a:pt x="631379" y="1953149"/>
                  </a:lnTo>
                  <a:lnTo>
                    <a:pt x="632234" y="1865809"/>
                  </a:lnTo>
                  <a:lnTo>
                    <a:pt x="633090" y="1866625"/>
                  </a:lnTo>
                  <a:lnTo>
                    <a:pt x="633945" y="1884022"/>
                  </a:lnTo>
                  <a:lnTo>
                    <a:pt x="634801" y="1943196"/>
                  </a:lnTo>
                  <a:lnTo>
                    <a:pt x="635656" y="1970683"/>
                  </a:lnTo>
                  <a:lnTo>
                    <a:pt x="636512" y="1845769"/>
                  </a:lnTo>
                  <a:lnTo>
                    <a:pt x="637367" y="1772109"/>
                  </a:lnTo>
                  <a:lnTo>
                    <a:pt x="638223" y="1673323"/>
                  </a:lnTo>
                  <a:lnTo>
                    <a:pt x="639078" y="1690350"/>
                  </a:lnTo>
                  <a:lnTo>
                    <a:pt x="639934" y="1691564"/>
                  </a:lnTo>
                  <a:lnTo>
                    <a:pt x="640789" y="1560594"/>
                  </a:lnTo>
                  <a:lnTo>
                    <a:pt x="641645" y="1597183"/>
                  </a:lnTo>
                  <a:lnTo>
                    <a:pt x="642500" y="1600421"/>
                  </a:lnTo>
                  <a:lnTo>
                    <a:pt x="643356" y="1613972"/>
                  </a:lnTo>
                  <a:lnTo>
                    <a:pt x="644211" y="1671672"/>
                  </a:lnTo>
                  <a:lnTo>
                    <a:pt x="645067" y="1557599"/>
                  </a:lnTo>
                  <a:lnTo>
                    <a:pt x="645923" y="1510275"/>
                  </a:lnTo>
                  <a:lnTo>
                    <a:pt x="646778" y="1553564"/>
                  </a:lnTo>
                  <a:lnTo>
                    <a:pt x="647634" y="1455525"/>
                  </a:lnTo>
                  <a:lnTo>
                    <a:pt x="648489" y="1485722"/>
                  </a:lnTo>
                  <a:lnTo>
                    <a:pt x="649345" y="1504616"/>
                  </a:lnTo>
                  <a:lnTo>
                    <a:pt x="650200" y="1593094"/>
                  </a:lnTo>
                  <a:lnTo>
                    <a:pt x="651056" y="1639334"/>
                  </a:lnTo>
                  <a:lnTo>
                    <a:pt x="651911" y="1353685"/>
                  </a:lnTo>
                  <a:lnTo>
                    <a:pt x="652767" y="1302184"/>
                  </a:lnTo>
                  <a:lnTo>
                    <a:pt x="653622" y="1295676"/>
                  </a:lnTo>
                  <a:lnTo>
                    <a:pt x="654478" y="1300207"/>
                  </a:lnTo>
                  <a:lnTo>
                    <a:pt x="655333" y="1220207"/>
                  </a:lnTo>
                  <a:lnTo>
                    <a:pt x="656189" y="1235091"/>
                  </a:lnTo>
                  <a:lnTo>
                    <a:pt x="657044" y="1305557"/>
                  </a:lnTo>
                  <a:lnTo>
                    <a:pt x="657900" y="1283726"/>
                  </a:lnTo>
                  <a:lnTo>
                    <a:pt x="658755" y="1072364"/>
                  </a:lnTo>
                  <a:lnTo>
                    <a:pt x="659611" y="1152369"/>
                  </a:lnTo>
                  <a:lnTo>
                    <a:pt x="660467" y="1172309"/>
                  </a:lnTo>
                  <a:lnTo>
                    <a:pt x="661322" y="1117172"/>
                  </a:lnTo>
                  <a:lnTo>
                    <a:pt x="662178" y="916232"/>
                  </a:lnTo>
                  <a:lnTo>
                    <a:pt x="663033" y="989351"/>
                  </a:lnTo>
                  <a:lnTo>
                    <a:pt x="663889" y="1064956"/>
                  </a:lnTo>
                  <a:lnTo>
                    <a:pt x="664744" y="1073284"/>
                  </a:lnTo>
                  <a:lnTo>
                    <a:pt x="665600" y="1051198"/>
                  </a:lnTo>
                  <a:lnTo>
                    <a:pt x="666455" y="1008444"/>
                  </a:lnTo>
                  <a:lnTo>
                    <a:pt x="667311" y="1064054"/>
                  </a:lnTo>
                  <a:lnTo>
                    <a:pt x="668166" y="1032375"/>
                  </a:lnTo>
                  <a:lnTo>
                    <a:pt x="669022" y="1025299"/>
                  </a:lnTo>
                  <a:lnTo>
                    <a:pt x="669877" y="946953"/>
                  </a:lnTo>
                  <a:lnTo>
                    <a:pt x="670733" y="840860"/>
                  </a:lnTo>
                  <a:lnTo>
                    <a:pt x="671588" y="850590"/>
                  </a:lnTo>
                  <a:lnTo>
                    <a:pt x="672444" y="809422"/>
                  </a:lnTo>
                  <a:lnTo>
                    <a:pt x="673299" y="817303"/>
                  </a:lnTo>
                  <a:lnTo>
                    <a:pt x="674155" y="822757"/>
                  </a:lnTo>
                  <a:lnTo>
                    <a:pt x="675010" y="922517"/>
                  </a:lnTo>
                  <a:lnTo>
                    <a:pt x="675866" y="1031891"/>
                  </a:lnTo>
                  <a:lnTo>
                    <a:pt x="676722" y="1208256"/>
                  </a:lnTo>
                  <a:lnTo>
                    <a:pt x="677577" y="1097233"/>
                  </a:lnTo>
                  <a:lnTo>
                    <a:pt x="678433" y="1252398"/>
                  </a:lnTo>
                  <a:lnTo>
                    <a:pt x="679288" y="1353589"/>
                  </a:lnTo>
                  <a:lnTo>
                    <a:pt x="680144" y="1287328"/>
                  </a:lnTo>
                  <a:lnTo>
                    <a:pt x="680999" y="1390096"/>
                  </a:lnTo>
                  <a:lnTo>
                    <a:pt x="681855" y="1484846"/>
                  </a:lnTo>
                  <a:lnTo>
                    <a:pt x="682710" y="1639583"/>
                  </a:lnTo>
                  <a:lnTo>
                    <a:pt x="683566" y="1693895"/>
                  </a:lnTo>
                  <a:lnTo>
                    <a:pt x="684421" y="1704078"/>
                  </a:lnTo>
                  <a:lnTo>
                    <a:pt x="685277" y="1721886"/>
                  </a:lnTo>
                  <a:lnTo>
                    <a:pt x="686132" y="1661437"/>
                  </a:lnTo>
                  <a:lnTo>
                    <a:pt x="686988" y="1624564"/>
                  </a:lnTo>
                  <a:lnTo>
                    <a:pt x="687843" y="1678402"/>
                  </a:lnTo>
                  <a:lnTo>
                    <a:pt x="688699" y="1681243"/>
                  </a:lnTo>
                  <a:lnTo>
                    <a:pt x="689554" y="1666830"/>
                  </a:lnTo>
                  <a:lnTo>
                    <a:pt x="690410" y="1710535"/>
                  </a:lnTo>
                  <a:lnTo>
                    <a:pt x="691265" y="1741710"/>
                  </a:lnTo>
                  <a:lnTo>
                    <a:pt x="692121" y="1717744"/>
                  </a:lnTo>
                  <a:lnTo>
                    <a:pt x="692977" y="1771245"/>
                  </a:lnTo>
                  <a:lnTo>
                    <a:pt x="693832" y="1720666"/>
                  </a:lnTo>
                  <a:lnTo>
                    <a:pt x="694688" y="1745451"/>
                  </a:lnTo>
                  <a:lnTo>
                    <a:pt x="695543" y="1771626"/>
                  </a:lnTo>
                  <a:lnTo>
                    <a:pt x="696399" y="1932171"/>
                  </a:lnTo>
                  <a:lnTo>
                    <a:pt x="697254" y="1978420"/>
                  </a:lnTo>
                  <a:lnTo>
                    <a:pt x="698110" y="2000444"/>
                  </a:lnTo>
                  <a:lnTo>
                    <a:pt x="698965" y="2050160"/>
                  </a:lnTo>
                  <a:lnTo>
                    <a:pt x="699821" y="2054303"/>
                  </a:lnTo>
                  <a:lnTo>
                    <a:pt x="700676" y="2068838"/>
                  </a:lnTo>
                  <a:lnTo>
                    <a:pt x="701532" y="1978238"/>
                  </a:lnTo>
                  <a:lnTo>
                    <a:pt x="702387" y="1939913"/>
                  </a:lnTo>
                  <a:lnTo>
                    <a:pt x="703243" y="1995094"/>
                  </a:lnTo>
                  <a:lnTo>
                    <a:pt x="704098" y="2036863"/>
                  </a:lnTo>
                  <a:lnTo>
                    <a:pt x="704954" y="2061287"/>
                  </a:lnTo>
                  <a:lnTo>
                    <a:pt x="705809" y="2019481"/>
                  </a:lnTo>
                  <a:lnTo>
                    <a:pt x="706665" y="1955343"/>
                  </a:lnTo>
                  <a:lnTo>
                    <a:pt x="707520" y="1919438"/>
                  </a:lnTo>
                  <a:lnTo>
                    <a:pt x="708376" y="1931878"/>
                  </a:lnTo>
                  <a:lnTo>
                    <a:pt x="709232" y="1992848"/>
                  </a:lnTo>
                  <a:lnTo>
                    <a:pt x="710087" y="1994484"/>
                  </a:lnTo>
                  <a:lnTo>
                    <a:pt x="710943" y="2110480"/>
                  </a:lnTo>
                  <a:lnTo>
                    <a:pt x="711798" y="2154422"/>
                  </a:lnTo>
                  <a:lnTo>
                    <a:pt x="712654" y="2171734"/>
                  </a:lnTo>
                  <a:lnTo>
                    <a:pt x="713509" y="2183180"/>
                  </a:lnTo>
                  <a:lnTo>
                    <a:pt x="714365" y="2155591"/>
                  </a:lnTo>
                  <a:lnTo>
                    <a:pt x="715220" y="2172051"/>
                  </a:lnTo>
                  <a:lnTo>
                    <a:pt x="716076" y="2145278"/>
                  </a:lnTo>
                  <a:lnTo>
                    <a:pt x="716931" y="2124858"/>
                  </a:lnTo>
                  <a:lnTo>
                    <a:pt x="717787" y="2117715"/>
                  </a:lnTo>
                  <a:lnTo>
                    <a:pt x="718642" y="2066314"/>
                  </a:lnTo>
                  <a:lnTo>
                    <a:pt x="719498" y="2078121"/>
                  </a:lnTo>
                  <a:lnTo>
                    <a:pt x="720353" y="2075429"/>
                  </a:lnTo>
                  <a:lnTo>
                    <a:pt x="721209" y="2029900"/>
                  </a:lnTo>
                  <a:lnTo>
                    <a:pt x="722064" y="1959293"/>
                  </a:lnTo>
                  <a:lnTo>
                    <a:pt x="722920" y="2049759"/>
                  </a:lnTo>
                  <a:lnTo>
                    <a:pt x="723776" y="2143924"/>
                  </a:lnTo>
                  <a:lnTo>
                    <a:pt x="724631" y="2160893"/>
                  </a:lnTo>
                  <a:lnTo>
                    <a:pt x="725487" y="2185351"/>
                  </a:lnTo>
                  <a:lnTo>
                    <a:pt x="726342" y="2184405"/>
                  </a:lnTo>
                  <a:lnTo>
                    <a:pt x="727198" y="2163228"/>
                  </a:lnTo>
                  <a:lnTo>
                    <a:pt x="728053" y="2154899"/>
                  </a:lnTo>
                  <a:lnTo>
                    <a:pt x="728909" y="2118382"/>
                  </a:lnTo>
                  <a:lnTo>
                    <a:pt x="729764" y="2121647"/>
                  </a:lnTo>
                  <a:lnTo>
                    <a:pt x="730620" y="2135147"/>
                  </a:lnTo>
                  <a:lnTo>
                    <a:pt x="731475" y="2163242"/>
                  </a:lnTo>
                  <a:lnTo>
                    <a:pt x="732331" y="2174961"/>
                  </a:lnTo>
                  <a:lnTo>
                    <a:pt x="733186" y="2212456"/>
                  </a:lnTo>
                  <a:lnTo>
                    <a:pt x="734042" y="2235307"/>
                  </a:lnTo>
                  <a:lnTo>
                    <a:pt x="734897" y="2237904"/>
                  </a:lnTo>
                  <a:lnTo>
                    <a:pt x="735753" y="2236723"/>
                  </a:lnTo>
                  <a:lnTo>
                    <a:pt x="736608" y="2245416"/>
                  </a:lnTo>
                  <a:lnTo>
                    <a:pt x="737464" y="2263773"/>
                  </a:lnTo>
                  <a:lnTo>
                    <a:pt x="738319" y="2259834"/>
                  </a:lnTo>
                  <a:lnTo>
                    <a:pt x="739175" y="2257640"/>
                  </a:lnTo>
                  <a:lnTo>
                    <a:pt x="740031" y="2245049"/>
                  </a:lnTo>
                  <a:lnTo>
                    <a:pt x="740886" y="2239026"/>
                  </a:lnTo>
                  <a:lnTo>
                    <a:pt x="741742" y="2234477"/>
                  </a:lnTo>
                  <a:lnTo>
                    <a:pt x="742597" y="2183146"/>
                  </a:lnTo>
                  <a:lnTo>
                    <a:pt x="743453" y="2191402"/>
                  </a:lnTo>
                  <a:lnTo>
                    <a:pt x="744308" y="2185231"/>
                  </a:lnTo>
                  <a:lnTo>
                    <a:pt x="745164" y="2167714"/>
                  </a:lnTo>
                  <a:lnTo>
                    <a:pt x="746019" y="2149582"/>
                  </a:lnTo>
                  <a:lnTo>
                    <a:pt x="746875" y="2124368"/>
                  </a:lnTo>
                  <a:lnTo>
                    <a:pt x="747730" y="2133010"/>
                  </a:lnTo>
                  <a:lnTo>
                    <a:pt x="748586" y="2083260"/>
                  </a:lnTo>
                  <a:lnTo>
                    <a:pt x="749441" y="2047082"/>
                  </a:lnTo>
                  <a:lnTo>
                    <a:pt x="750297" y="1920111"/>
                  </a:lnTo>
                  <a:lnTo>
                    <a:pt x="751152" y="1801930"/>
                  </a:lnTo>
                  <a:lnTo>
                    <a:pt x="752008" y="1820601"/>
                  </a:lnTo>
                  <a:lnTo>
                    <a:pt x="752863" y="1854241"/>
                  </a:lnTo>
                  <a:lnTo>
                    <a:pt x="753719" y="1869967"/>
                  </a:lnTo>
                  <a:lnTo>
                    <a:pt x="754574" y="2044430"/>
                  </a:lnTo>
                  <a:lnTo>
                    <a:pt x="755430" y="2076891"/>
                  </a:lnTo>
                  <a:lnTo>
                    <a:pt x="756286" y="2152471"/>
                  </a:lnTo>
                  <a:lnTo>
                    <a:pt x="757141" y="2142696"/>
                  </a:lnTo>
                  <a:lnTo>
                    <a:pt x="757997" y="2170404"/>
                  </a:lnTo>
                  <a:lnTo>
                    <a:pt x="758852" y="2183202"/>
                  </a:lnTo>
                  <a:lnTo>
                    <a:pt x="759708" y="2203709"/>
                  </a:lnTo>
                  <a:lnTo>
                    <a:pt x="760563" y="2216809"/>
                  </a:lnTo>
                  <a:lnTo>
                    <a:pt x="761419" y="2196229"/>
                  </a:lnTo>
                  <a:lnTo>
                    <a:pt x="762274" y="2224169"/>
                  </a:lnTo>
                  <a:lnTo>
                    <a:pt x="763130" y="2215713"/>
                  </a:lnTo>
                  <a:lnTo>
                    <a:pt x="763985" y="2121861"/>
                  </a:lnTo>
                  <a:lnTo>
                    <a:pt x="764841" y="2059026"/>
                  </a:lnTo>
                  <a:lnTo>
                    <a:pt x="765696" y="2125384"/>
                  </a:lnTo>
                  <a:lnTo>
                    <a:pt x="766552" y="2167474"/>
                  </a:lnTo>
                  <a:lnTo>
                    <a:pt x="767407" y="2171938"/>
                  </a:lnTo>
                  <a:lnTo>
                    <a:pt x="768263" y="2177361"/>
                  </a:lnTo>
                  <a:lnTo>
                    <a:pt x="769118" y="2203639"/>
                  </a:lnTo>
                  <a:lnTo>
                    <a:pt x="769974" y="2184882"/>
                  </a:lnTo>
                  <a:lnTo>
                    <a:pt x="770830" y="2160203"/>
                  </a:lnTo>
                  <a:lnTo>
                    <a:pt x="771685" y="2120823"/>
                  </a:lnTo>
                  <a:lnTo>
                    <a:pt x="772541" y="2073350"/>
                  </a:lnTo>
                  <a:lnTo>
                    <a:pt x="773396" y="2123438"/>
                  </a:lnTo>
                  <a:lnTo>
                    <a:pt x="774252" y="2136945"/>
                  </a:lnTo>
                  <a:lnTo>
                    <a:pt x="775107" y="2105085"/>
                  </a:lnTo>
                  <a:lnTo>
                    <a:pt x="775963" y="2109928"/>
                  </a:lnTo>
                  <a:lnTo>
                    <a:pt x="776818" y="2165634"/>
                  </a:lnTo>
                  <a:lnTo>
                    <a:pt x="777674" y="2202092"/>
                  </a:lnTo>
                  <a:lnTo>
                    <a:pt x="778529" y="2237492"/>
                  </a:lnTo>
                  <a:lnTo>
                    <a:pt x="779385" y="2233283"/>
                  </a:lnTo>
                  <a:lnTo>
                    <a:pt x="780240" y="2234174"/>
                  </a:lnTo>
                  <a:lnTo>
                    <a:pt x="781096" y="2248146"/>
                  </a:lnTo>
                  <a:lnTo>
                    <a:pt x="781951" y="2240117"/>
                  </a:lnTo>
                  <a:lnTo>
                    <a:pt x="782807" y="2238999"/>
                  </a:lnTo>
                  <a:lnTo>
                    <a:pt x="783662" y="2227620"/>
                  </a:lnTo>
                  <a:lnTo>
                    <a:pt x="784518" y="2233481"/>
                  </a:lnTo>
                  <a:lnTo>
                    <a:pt x="785373" y="2263564"/>
                  </a:lnTo>
                  <a:lnTo>
                    <a:pt x="786229" y="2224775"/>
                  </a:lnTo>
                  <a:lnTo>
                    <a:pt x="787085" y="2151907"/>
                  </a:lnTo>
                  <a:lnTo>
                    <a:pt x="787940" y="2200921"/>
                  </a:lnTo>
                  <a:lnTo>
                    <a:pt x="788796" y="2278200"/>
                  </a:lnTo>
                  <a:lnTo>
                    <a:pt x="788796" y="2278200"/>
                  </a:lnTo>
                  <a:lnTo>
                    <a:pt x="789651" y="2278200"/>
                  </a:lnTo>
                  <a:lnTo>
                    <a:pt x="790507" y="2243922"/>
                  </a:lnTo>
                  <a:lnTo>
                    <a:pt x="791362" y="2262133"/>
                  </a:lnTo>
                  <a:lnTo>
                    <a:pt x="792218" y="2248794"/>
                  </a:lnTo>
                  <a:lnTo>
                    <a:pt x="793073" y="2169671"/>
                  </a:lnTo>
                  <a:lnTo>
                    <a:pt x="793929" y="2150145"/>
                  </a:lnTo>
                  <a:lnTo>
                    <a:pt x="794784" y="2131551"/>
                  </a:lnTo>
                  <a:lnTo>
                    <a:pt x="795640" y="2117794"/>
                  </a:lnTo>
                  <a:lnTo>
                    <a:pt x="796495" y="2156939"/>
                  </a:lnTo>
                  <a:lnTo>
                    <a:pt x="797351" y="2149206"/>
                  </a:lnTo>
                  <a:lnTo>
                    <a:pt x="798206" y="2158268"/>
                  </a:lnTo>
                  <a:lnTo>
                    <a:pt x="799062" y="2072731"/>
                  </a:lnTo>
                  <a:lnTo>
                    <a:pt x="799917" y="2029041"/>
                  </a:lnTo>
                  <a:lnTo>
                    <a:pt x="800773" y="2023430"/>
                  </a:lnTo>
                  <a:lnTo>
                    <a:pt x="801628" y="2025984"/>
                  </a:lnTo>
                  <a:lnTo>
                    <a:pt x="802484" y="2065326"/>
                  </a:lnTo>
                  <a:lnTo>
                    <a:pt x="803340" y="2068239"/>
                  </a:lnTo>
                  <a:lnTo>
                    <a:pt x="804195" y="2161931"/>
                  </a:lnTo>
                  <a:lnTo>
                    <a:pt x="805051" y="2191782"/>
                  </a:lnTo>
                  <a:lnTo>
                    <a:pt x="805906" y="2189749"/>
                  </a:lnTo>
                  <a:lnTo>
                    <a:pt x="806762" y="2214405"/>
                  </a:lnTo>
                  <a:lnTo>
                    <a:pt x="807617" y="2224873"/>
                  </a:lnTo>
                  <a:lnTo>
                    <a:pt x="808473" y="2231819"/>
                  </a:lnTo>
                  <a:lnTo>
                    <a:pt x="809328" y="2244762"/>
                  </a:lnTo>
                  <a:lnTo>
                    <a:pt x="810184" y="2242880"/>
                  </a:lnTo>
                  <a:lnTo>
                    <a:pt x="811039" y="2262867"/>
                  </a:lnTo>
                  <a:lnTo>
                    <a:pt x="811895" y="2270825"/>
                  </a:lnTo>
                  <a:lnTo>
                    <a:pt x="812750" y="2275924"/>
                  </a:lnTo>
                  <a:lnTo>
                    <a:pt x="813606" y="2273215"/>
                  </a:lnTo>
                  <a:lnTo>
                    <a:pt x="814461" y="2276613"/>
                  </a:lnTo>
                  <a:lnTo>
                    <a:pt x="815317" y="2278200"/>
                  </a:lnTo>
                  <a:lnTo>
                    <a:pt x="815317" y="2278200"/>
                  </a:lnTo>
                  <a:lnTo>
                    <a:pt x="816172" y="2276180"/>
                  </a:lnTo>
                  <a:lnTo>
                    <a:pt x="817028" y="2278200"/>
                  </a:lnTo>
                  <a:lnTo>
                    <a:pt x="817028" y="2278200"/>
                  </a:lnTo>
                  <a:lnTo>
                    <a:pt x="817884" y="2275671"/>
                  </a:lnTo>
                  <a:lnTo>
                    <a:pt x="818739" y="2275724"/>
                  </a:lnTo>
                  <a:lnTo>
                    <a:pt x="819595" y="2266758"/>
                  </a:lnTo>
                  <a:lnTo>
                    <a:pt x="820450" y="2243727"/>
                  </a:lnTo>
                  <a:lnTo>
                    <a:pt x="821306" y="2235921"/>
                  </a:lnTo>
                  <a:lnTo>
                    <a:pt x="822161" y="2273274"/>
                  </a:lnTo>
                  <a:lnTo>
                    <a:pt x="823017" y="2270404"/>
                  </a:lnTo>
                  <a:lnTo>
                    <a:pt x="823872" y="2261845"/>
                  </a:lnTo>
                  <a:lnTo>
                    <a:pt x="824728" y="2193762"/>
                  </a:lnTo>
                  <a:lnTo>
                    <a:pt x="825583" y="2189059"/>
                  </a:lnTo>
                  <a:lnTo>
                    <a:pt x="826439" y="2195904"/>
                  </a:lnTo>
                  <a:lnTo>
                    <a:pt x="827294" y="2190686"/>
                  </a:lnTo>
                  <a:lnTo>
                    <a:pt x="828150" y="2204294"/>
                  </a:lnTo>
                  <a:lnTo>
                    <a:pt x="829005" y="2247876"/>
                  </a:lnTo>
                  <a:lnTo>
                    <a:pt x="829861" y="2245742"/>
                  </a:lnTo>
                  <a:lnTo>
                    <a:pt x="830716" y="2257430"/>
                  </a:lnTo>
                  <a:lnTo>
                    <a:pt x="831572" y="2253063"/>
                  </a:lnTo>
                  <a:lnTo>
                    <a:pt x="832427" y="2267219"/>
                  </a:lnTo>
                  <a:lnTo>
                    <a:pt x="833283" y="2275875"/>
                  </a:lnTo>
                  <a:lnTo>
                    <a:pt x="834139" y="2257981"/>
                  </a:lnTo>
                  <a:lnTo>
                    <a:pt x="834994" y="2267677"/>
                  </a:lnTo>
                  <a:lnTo>
                    <a:pt x="835850" y="2271114"/>
                  </a:lnTo>
                  <a:lnTo>
                    <a:pt x="836705" y="2273846"/>
                  </a:lnTo>
                  <a:lnTo>
                    <a:pt x="837561" y="2276654"/>
                  </a:lnTo>
                  <a:lnTo>
                    <a:pt x="838416" y="2272182"/>
                  </a:lnTo>
                  <a:lnTo>
                    <a:pt x="839272" y="2252844"/>
                  </a:lnTo>
                  <a:lnTo>
                    <a:pt x="840127" y="2252047"/>
                  </a:lnTo>
                  <a:lnTo>
                    <a:pt x="840983" y="2264022"/>
                  </a:lnTo>
                  <a:lnTo>
                    <a:pt x="841838" y="2255210"/>
                  </a:lnTo>
                  <a:lnTo>
                    <a:pt x="842694" y="2241135"/>
                  </a:lnTo>
                  <a:lnTo>
                    <a:pt x="843549" y="2229712"/>
                  </a:lnTo>
                  <a:lnTo>
                    <a:pt x="844405" y="2207480"/>
                  </a:lnTo>
                  <a:lnTo>
                    <a:pt x="845260" y="2224286"/>
                  </a:lnTo>
                  <a:lnTo>
                    <a:pt x="846116" y="2092228"/>
                  </a:lnTo>
                  <a:lnTo>
                    <a:pt x="846971" y="2094099"/>
                  </a:lnTo>
                  <a:lnTo>
                    <a:pt x="847827" y="2118553"/>
                  </a:lnTo>
                  <a:lnTo>
                    <a:pt x="848682" y="2123175"/>
                  </a:lnTo>
                  <a:lnTo>
                    <a:pt x="849538" y="2138130"/>
                  </a:lnTo>
                  <a:lnTo>
                    <a:pt x="850394" y="2157419"/>
                  </a:lnTo>
                  <a:lnTo>
                    <a:pt x="851249" y="2184258"/>
                  </a:lnTo>
                  <a:lnTo>
                    <a:pt x="852105" y="2242090"/>
                  </a:lnTo>
                  <a:lnTo>
                    <a:pt x="852960" y="2198804"/>
                  </a:lnTo>
                  <a:lnTo>
                    <a:pt x="853816" y="2222837"/>
                  </a:lnTo>
                  <a:lnTo>
                    <a:pt x="854671" y="2221168"/>
                  </a:lnTo>
                  <a:lnTo>
                    <a:pt x="855527" y="2225498"/>
                  </a:lnTo>
                  <a:lnTo>
                    <a:pt x="856382" y="2264003"/>
                  </a:lnTo>
                  <a:lnTo>
                    <a:pt x="857238" y="2226778"/>
                  </a:lnTo>
                  <a:lnTo>
                    <a:pt x="858093" y="2243182"/>
                  </a:lnTo>
                  <a:lnTo>
                    <a:pt x="858949" y="2204354"/>
                  </a:lnTo>
                  <a:lnTo>
                    <a:pt x="859804" y="2148506"/>
                  </a:lnTo>
                  <a:lnTo>
                    <a:pt x="860660" y="2148301"/>
                  </a:lnTo>
                  <a:lnTo>
                    <a:pt x="861515" y="2179929"/>
                  </a:lnTo>
                  <a:lnTo>
                    <a:pt x="862371" y="2259256"/>
                  </a:lnTo>
                  <a:lnTo>
                    <a:pt x="863226" y="2209726"/>
                  </a:lnTo>
                  <a:lnTo>
                    <a:pt x="864082" y="2220001"/>
                  </a:lnTo>
                  <a:lnTo>
                    <a:pt x="864938" y="2278200"/>
                  </a:lnTo>
                  <a:lnTo>
                    <a:pt x="864938" y="2278200"/>
                  </a:lnTo>
                  <a:lnTo>
                    <a:pt x="865793" y="2273251"/>
                  </a:lnTo>
                  <a:lnTo>
                    <a:pt x="866649" y="2267883"/>
                  </a:lnTo>
                  <a:lnTo>
                    <a:pt x="867504" y="2242529"/>
                  </a:lnTo>
                  <a:lnTo>
                    <a:pt x="868360" y="2241239"/>
                  </a:lnTo>
                  <a:lnTo>
                    <a:pt x="869215" y="2278200"/>
                  </a:lnTo>
                  <a:lnTo>
                    <a:pt x="869215" y="2278200"/>
                  </a:lnTo>
                  <a:lnTo>
                    <a:pt x="870071" y="2265007"/>
                  </a:lnTo>
                  <a:lnTo>
                    <a:pt x="870926" y="2264931"/>
                  </a:lnTo>
                  <a:lnTo>
                    <a:pt x="871782" y="2214297"/>
                  </a:lnTo>
                  <a:lnTo>
                    <a:pt x="872637" y="2240740"/>
                  </a:lnTo>
                  <a:lnTo>
                    <a:pt x="873493" y="2239400"/>
                  </a:lnTo>
                  <a:lnTo>
                    <a:pt x="874348" y="2234404"/>
                  </a:lnTo>
                  <a:lnTo>
                    <a:pt x="875204" y="2237862"/>
                  </a:lnTo>
                  <a:lnTo>
                    <a:pt x="876059" y="2224972"/>
                  </a:lnTo>
                  <a:lnTo>
                    <a:pt x="876915" y="2232038"/>
                  </a:lnTo>
                  <a:lnTo>
                    <a:pt x="877770" y="2214495"/>
                  </a:lnTo>
                  <a:lnTo>
                    <a:pt x="878626" y="2147346"/>
                  </a:lnTo>
                  <a:lnTo>
                    <a:pt x="879481" y="2121843"/>
                  </a:lnTo>
                  <a:lnTo>
                    <a:pt x="880337" y="2058745"/>
                  </a:lnTo>
                  <a:lnTo>
                    <a:pt x="881193" y="2039647"/>
                  </a:lnTo>
                  <a:lnTo>
                    <a:pt x="882048" y="2028263"/>
                  </a:lnTo>
                  <a:lnTo>
                    <a:pt x="882904" y="2058583"/>
                  </a:lnTo>
                  <a:lnTo>
                    <a:pt x="883759" y="2168718"/>
                  </a:lnTo>
                  <a:lnTo>
                    <a:pt x="884615" y="1983230"/>
                  </a:lnTo>
                  <a:lnTo>
                    <a:pt x="885470" y="1950582"/>
                  </a:lnTo>
                  <a:lnTo>
                    <a:pt x="886326" y="2023988"/>
                  </a:lnTo>
                  <a:lnTo>
                    <a:pt x="887181" y="2143159"/>
                  </a:lnTo>
                  <a:lnTo>
                    <a:pt x="888037" y="2184313"/>
                  </a:lnTo>
                  <a:lnTo>
                    <a:pt x="888892" y="2119243"/>
                  </a:lnTo>
                  <a:lnTo>
                    <a:pt x="889748" y="2132647"/>
                  </a:lnTo>
                  <a:lnTo>
                    <a:pt x="890603" y="2175767"/>
                  </a:lnTo>
                  <a:lnTo>
                    <a:pt x="891459" y="2193859"/>
                  </a:lnTo>
                  <a:lnTo>
                    <a:pt x="892314" y="2189394"/>
                  </a:lnTo>
                  <a:lnTo>
                    <a:pt x="893170" y="2199498"/>
                  </a:lnTo>
                  <a:lnTo>
                    <a:pt x="894025" y="2195388"/>
                  </a:lnTo>
                  <a:lnTo>
                    <a:pt x="894881" y="2197073"/>
                  </a:lnTo>
                  <a:lnTo>
                    <a:pt x="895736" y="2158177"/>
                  </a:lnTo>
                  <a:lnTo>
                    <a:pt x="896592" y="2128754"/>
                  </a:lnTo>
                  <a:lnTo>
                    <a:pt x="897448" y="2151611"/>
                  </a:lnTo>
                  <a:lnTo>
                    <a:pt x="898303" y="2105063"/>
                  </a:lnTo>
                  <a:lnTo>
                    <a:pt x="899159" y="2086539"/>
                  </a:lnTo>
                  <a:lnTo>
                    <a:pt x="900014" y="1997221"/>
                  </a:lnTo>
                  <a:lnTo>
                    <a:pt x="900870" y="1978859"/>
                  </a:lnTo>
                  <a:lnTo>
                    <a:pt x="901725" y="2074561"/>
                  </a:lnTo>
                  <a:lnTo>
                    <a:pt x="902581" y="2002658"/>
                  </a:lnTo>
                  <a:lnTo>
                    <a:pt x="903436" y="1967760"/>
                  </a:lnTo>
                  <a:lnTo>
                    <a:pt x="904292" y="1990455"/>
                  </a:lnTo>
                  <a:lnTo>
                    <a:pt x="905147" y="1938312"/>
                  </a:lnTo>
                  <a:lnTo>
                    <a:pt x="906003" y="2068595"/>
                  </a:lnTo>
                  <a:lnTo>
                    <a:pt x="906858" y="2070091"/>
                  </a:lnTo>
                  <a:lnTo>
                    <a:pt x="907714" y="2044527"/>
                  </a:lnTo>
                  <a:lnTo>
                    <a:pt x="908569" y="1932810"/>
                  </a:lnTo>
                  <a:lnTo>
                    <a:pt x="909425" y="1911849"/>
                  </a:lnTo>
                  <a:lnTo>
                    <a:pt x="910280" y="1987470"/>
                  </a:lnTo>
                  <a:lnTo>
                    <a:pt x="911136" y="1969359"/>
                  </a:lnTo>
                  <a:lnTo>
                    <a:pt x="911991" y="1939412"/>
                  </a:lnTo>
                  <a:lnTo>
                    <a:pt x="912847" y="2039809"/>
                  </a:lnTo>
                  <a:lnTo>
                    <a:pt x="913703" y="2151614"/>
                  </a:lnTo>
                  <a:lnTo>
                    <a:pt x="914558" y="2147112"/>
                  </a:lnTo>
                  <a:lnTo>
                    <a:pt x="915414" y="2150404"/>
                  </a:lnTo>
                  <a:lnTo>
                    <a:pt x="916269" y="2104245"/>
                  </a:lnTo>
                  <a:lnTo>
                    <a:pt x="917125" y="2110294"/>
                  </a:lnTo>
                  <a:lnTo>
                    <a:pt x="917980" y="2082261"/>
                  </a:lnTo>
                  <a:lnTo>
                    <a:pt x="918836" y="2039800"/>
                  </a:lnTo>
                  <a:lnTo>
                    <a:pt x="919691" y="2010548"/>
                  </a:lnTo>
                  <a:lnTo>
                    <a:pt x="920547" y="2097071"/>
                  </a:lnTo>
                  <a:lnTo>
                    <a:pt x="921402" y="2118957"/>
                  </a:lnTo>
                  <a:lnTo>
                    <a:pt x="922258" y="2134535"/>
                  </a:lnTo>
                  <a:lnTo>
                    <a:pt x="923113" y="2098185"/>
                  </a:lnTo>
                  <a:lnTo>
                    <a:pt x="923969" y="2082193"/>
                  </a:lnTo>
                  <a:lnTo>
                    <a:pt x="924824" y="2035186"/>
                  </a:lnTo>
                  <a:lnTo>
                    <a:pt x="925680" y="1918851"/>
                  </a:lnTo>
                  <a:lnTo>
                    <a:pt x="926535" y="1981655"/>
                  </a:lnTo>
                  <a:lnTo>
                    <a:pt x="927391" y="1964101"/>
                  </a:lnTo>
                  <a:lnTo>
                    <a:pt x="928247" y="1892583"/>
                  </a:lnTo>
                  <a:lnTo>
                    <a:pt x="929102" y="1992726"/>
                  </a:lnTo>
                  <a:lnTo>
                    <a:pt x="929958" y="2051902"/>
                  </a:lnTo>
                  <a:lnTo>
                    <a:pt x="930813" y="2158275"/>
                  </a:lnTo>
                  <a:lnTo>
                    <a:pt x="931669" y="2038194"/>
                  </a:lnTo>
                  <a:lnTo>
                    <a:pt x="932524" y="2021439"/>
                  </a:lnTo>
                  <a:lnTo>
                    <a:pt x="933380" y="2055201"/>
                  </a:lnTo>
                  <a:lnTo>
                    <a:pt x="934235" y="2075681"/>
                  </a:lnTo>
                  <a:lnTo>
                    <a:pt x="935091" y="2183941"/>
                  </a:lnTo>
                  <a:lnTo>
                    <a:pt x="935946" y="2185267"/>
                  </a:lnTo>
                  <a:lnTo>
                    <a:pt x="936802" y="2190545"/>
                  </a:lnTo>
                  <a:lnTo>
                    <a:pt x="937657" y="2203814"/>
                  </a:lnTo>
                  <a:lnTo>
                    <a:pt x="938513" y="2166387"/>
                  </a:lnTo>
                  <a:lnTo>
                    <a:pt x="939368" y="2205161"/>
                  </a:lnTo>
                  <a:lnTo>
                    <a:pt x="940224" y="2207930"/>
                  </a:lnTo>
                  <a:lnTo>
                    <a:pt x="941079" y="2191195"/>
                  </a:lnTo>
                  <a:lnTo>
                    <a:pt x="941935" y="2133198"/>
                  </a:lnTo>
                  <a:lnTo>
                    <a:pt x="942790" y="2135391"/>
                  </a:lnTo>
                  <a:lnTo>
                    <a:pt x="943646" y="2203574"/>
                  </a:lnTo>
                  <a:lnTo>
                    <a:pt x="944502" y="2202823"/>
                  </a:lnTo>
                  <a:lnTo>
                    <a:pt x="945357" y="2221356"/>
                  </a:lnTo>
                  <a:lnTo>
                    <a:pt x="946213" y="2213102"/>
                  </a:lnTo>
                  <a:lnTo>
                    <a:pt x="947068" y="2234952"/>
                  </a:lnTo>
                  <a:lnTo>
                    <a:pt x="947924" y="2215890"/>
                  </a:lnTo>
                  <a:lnTo>
                    <a:pt x="948779" y="2241045"/>
                  </a:lnTo>
                  <a:lnTo>
                    <a:pt x="949635" y="2227625"/>
                  </a:lnTo>
                  <a:lnTo>
                    <a:pt x="950490" y="2213281"/>
                  </a:lnTo>
                  <a:lnTo>
                    <a:pt x="951346" y="2239337"/>
                  </a:lnTo>
                  <a:lnTo>
                    <a:pt x="952201" y="2233074"/>
                  </a:lnTo>
                  <a:lnTo>
                    <a:pt x="953057" y="2233933"/>
                  </a:lnTo>
                  <a:lnTo>
                    <a:pt x="953912" y="2229287"/>
                  </a:lnTo>
                  <a:lnTo>
                    <a:pt x="954768" y="2211312"/>
                  </a:lnTo>
                  <a:lnTo>
                    <a:pt x="955623" y="2215377"/>
                  </a:lnTo>
                  <a:lnTo>
                    <a:pt x="956479" y="2182864"/>
                  </a:lnTo>
                  <a:lnTo>
                    <a:pt x="957334" y="2170705"/>
                  </a:lnTo>
                  <a:lnTo>
                    <a:pt x="958190" y="2137545"/>
                  </a:lnTo>
                  <a:lnTo>
                    <a:pt x="959045" y="2111438"/>
                  </a:lnTo>
                  <a:lnTo>
                    <a:pt x="959901" y="2069856"/>
                  </a:lnTo>
                  <a:lnTo>
                    <a:pt x="960757" y="1964801"/>
                  </a:lnTo>
                  <a:lnTo>
                    <a:pt x="961612" y="1941096"/>
                  </a:lnTo>
                  <a:lnTo>
                    <a:pt x="962468" y="1949213"/>
                  </a:lnTo>
                  <a:lnTo>
                    <a:pt x="963323" y="2034913"/>
                  </a:lnTo>
                  <a:lnTo>
                    <a:pt x="964179" y="2019877"/>
                  </a:lnTo>
                  <a:lnTo>
                    <a:pt x="965034" y="1984514"/>
                  </a:lnTo>
                  <a:lnTo>
                    <a:pt x="965890" y="1984547"/>
                  </a:lnTo>
                  <a:lnTo>
                    <a:pt x="966745" y="2063228"/>
                  </a:lnTo>
                  <a:lnTo>
                    <a:pt x="967601" y="2089869"/>
                  </a:lnTo>
                  <a:lnTo>
                    <a:pt x="968456" y="2078210"/>
                  </a:lnTo>
                  <a:lnTo>
                    <a:pt x="969312" y="2045009"/>
                  </a:lnTo>
                  <a:lnTo>
                    <a:pt x="970167" y="2090099"/>
                  </a:lnTo>
                  <a:lnTo>
                    <a:pt x="971023" y="2152848"/>
                  </a:lnTo>
                  <a:lnTo>
                    <a:pt x="971878" y="2125100"/>
                  </a:lnTo>
                  <a:lnTo>
                    <a:pt x="972734" y="2120804"/>
                  </a:lnTo>
                  <a:lnTo>
                    <a:pt x="973589" y="2051431"/>
                  </a:lnTo>
                  <a:lnTo>
                    <a:pt x="974445" y="2053169"/>
                  </a:lnTo>
                  <a:lnTo>
                    <a:pt x="975301" y="2058420"/>
                  </a:lnTo>
                  <a:lnTo>
                    <a:pt x="976156" y="2050986"/>
                  </a:lnTo>
                  <a:lnTo>
                    <a:pt x="977012" y="2021809"/>
                  </a:lnTo>
                  <a:lnTo>
                    <a:pt x="977867" y="1986124"/>
                  </a:lnTo>
                  <a:lnTo>
                    <a:pt x="978723" y="1985053"/>
                  </a:lnTo>
                  <a:lnTo>
                    <a:pt x="979578" y="1993854"/>
                  </a:lnTo>
                  <a:lnTo>
                    <a:pt x="980434" y="1902388"/>
                  </a:lnTo>
                  <a:lnTo>
                    <a:pt x="981289" y="1968543"/>
                  </a:lnTo>
                  <a:lnTo>
                    <a:pt x="982145" y="2105306"/>
                  </a:lnTo>
                  <a:lnTo>
                    <a:pt x="983000" y="2082036"/>
                  </a:lnTo>
                  <a:lnTo>
                    <a:pt x="983856" y="2122130"/>
                  </a:lnTo>
                  <a:lnTo>
                    <a:pt x="984711" y="2114187"/>
                  </a:lnTo>
                  <a:lnTo>
                    <a:pt x="985567" y="2136466"/>
                  </a:lnTo>
                  <a:lnTo>
                    <a:pt x="986422" y="2149113"/>
                  </a:lnTo>
                  <a:lnTo>
                    <a:pt x="987278" y="2130813"/>
                  </a:lnTo>
                  <a:lnTo>
                    <a:pt x="988133" y="1987979"/>
                  </a:lnTo>
                  <a:lnTo>
                    <a:pt x="988989" y="2006884"/>
                  </a:lnTo>
                  <a:lnTo>
                    <a:pt x="989844" y="2160048"/>
                  </a:lnTo>
                  <a:lnTo>
                    <a:pt x="990700" y="2137161"/>
                  </a:lnTo>
                  <a:lnTo>
                    <a:pt x="991556" y="2079260"/>
                  </a:lnTo>
                  <a:lnTo>
                    <a:pt x="992411" y="2075955"/>
                  </a:lnTo>
                  <a:lnTo>
                    <a:pt x="993267" y="2109972"/>
                  </a:lnTo>
                  <a:lnTo>
                    <a:pt x="994122" y="2130335"/>
                  </a:lnTo>
                  <a:lnTo>
                    <a:pt x="994978" y="2104645"/>
                  </a:lnTo>
                  <a:lnTo>
                    <a:pt x="995833" y="2012167"/>
                  </a:lnTo>
                  <a:lnTo>
                    <a:pt x="996689" y="1972579"/>
                  </a:lnTo>
                  <a:lnTo>
                    <a:pt x="997544" y="2022418"/>
                  </a:lnTo>
                  <a:lnTo>
                    <a:pt x="998400" y="2010103"/>
                  </a:lnTo>
                  <a:lnTo>
                    <a:pt x="999255" y="1901641"/>
                  </a:lnTo>
                  <a:lnTo>
                    <a:pt x="1000111" y="1901808"/>
                  </a:lnTo>
                  <a:lnTo>
                    <a:pt x="1000966" y="1911269"/>
                  </a:lnTo>
                  <a:lnTo>
                    <a:pt x="1001822" y="1943129"/>
                  </a:lnTo>
                  <a:lnTo>
                    <a:pt x="1002677" y="1838568"/>
                  </a:lnTo>
                  <a:lnTo>
                    <a:pt x="1003533" y="1787845"/>
                  </a:lnTo>
                  <a:lnTo>
                    <a:pt x="1004388" y="1883439"/>
                  </a:lnTo>
                  <a:lnTo>
                    <a:pt x="1005244" y="1971901"/>
                  </a:lnTo>
                  <a:lnTo>
                    <a:pt x="1006099" y="2023246"/>
                  </a:lnTo>
                  <a:lnTo>
                    <a:pt x="1006955" y="2039585"/>
                  </a:lnTo>
                  <a:lnTo>
                    <a:pt x="1007811" y="1990188"/>
                  </a:lnTo>
                  <a:lnTo>
                    <a:pt x="1008666" y="1940637"/>
                  </a:lnTo>
                  <a:lnTo>
                    <a:pt x="1009522" y="1911050"/>
                  </a:lnTo>
                  <a:lnTo>
                    <a:pt x="1010377" y="1951882"/>
                  </a:lnTo>
                  <a:lnTo>
                    <a:pt x="1011233" y="1901009"/>
                  </a:lnTo>
                  <a:lnTo>
                    <a:pt x="1012088" y="1934341"/>
                  </a:lnTo>
                  <a:lnTo>
                    <a:pt x="1012944" y="1977787"/>
                  </a:lnTo>
                  <a:lnTo>
                    <a:pt x="1013799" y="2023241"/>
                  </a:lnTo>
                  <a:lnTo>
                    <a:pt x="1014655" y="2088678"/>
                  </a:lnTo>
                  <a:lnTo>
                    <a:pt x="1015510" y="2129792"/>
                  </a:lnTo>
                  <a:lnTo>
                    <a:pt x="1016366" y="2132612"/>
                  </a:lnTo>
                  <a:lnTo>
                    <a:pt x="1017221" y="2155808"/>
                  </a:lnTo>
                  <a:lnTo>
                    <a:pt x="1018077" y="2157846"/>
                  </a:lnTo>
                  <a:lnTo>
                    <a:pt x="1018932" y="2099294"/>
                  </a:lnTo>
                  <a:lnTo>
                    <a:pt x="1019788" y="2085291"/>
                  </a:lnTo>
                  <a:lnTo>
                    <a:pt x="1020643" y="2089464"/>
                  </a:lnTo>
                  <a:lnTo>
                    <a:pt x="1021499" y="2135742"/>
                  </a:lnTo>
                  <a:lnTo>
                    <a:pt x="1022355" y="2133270"/>
                  </a:lnTo>
                  <a:lnTo>
                    <a:pt x="1023210" y="2074939"/>
                  </a:lnTo>
                  <a:lnTo>
                    <a:pt x="1024066" y="2127743"/>
                  </a:lnTo>
                  <a:lnTo>
                    <a:pt x="1024921" y="2034925"/>
                  </a:lnTo>
                  <a:lnTo>
                    <a:pt x="1025777" y="1970462"/>
                  </a:lnTo>
                  <a:lnTo>
                    <a:pt x="1026632" y="1940490"/>
                  </a:lnTo>
                  <a:lnTo>
                    <a:pt x="1027488" y="1954496"/>
                  </a:lnTo>
                  <a:lnTo>
                    <a:pt x="1028343" y="2040225"/>
                  </a:lnTo>
                  <a:lnTo>
                    <a:pt x="1029199" y="2133811"/>
                  </a:lnTo>
                  <a:lnTo>
                    <a:pt x="1030054" y="2119499"/>
                  </a:lnTo>
                  <a:lnTo>
                    <a:pt x="1030910" y="2135019"/>
                  </a:lnTo>
                  <a:lnTo>
                    <a:pt x="1031765" y="2118978"/>
                  </a:lnTo>
                  <a:lnTo>
                    <a:pt x="1032621" y="2108396"/>
                  </a:lnTo>
                  <a:lnTo>
                    <a:pt x="1033476" y="2107686"/>
                  </a:lnTo>
                  <a:lnTo>
                    <a:pt x="1034332" y="2118068"/>
                  </a:lnTo>
                  <a:lnTo>
                    <a:pt x="1035187" y="2122082"/>
                  </a:lnTo>
                  <a:lnTo>
                    <a:pt x="1036043" y="2097347"/>
                  </a:lnTo>
                  <a:lnTo>
                    <a:pt x="1036898" y="2107590"/>
                  </a:lnTo>
                  <a:lnTo>
                    <a:pt x="1037754" y="2033780"/>
                  </a:lnTo>
                  <a:lnTo>
                    <a:pt x="1038610" y="1933079"/>
                  </a:lnTo>
                  <a:lnTo>
                    <a:pt x="1039465" y="1895010"/>
                  </a:lnTo>
                  <a:lnTo>
                    <a:pt x="1040321" y="1816533"/>
                  </a:lnTo>
                  <a:lnTo>
                    <a:pt x="1041176" y="1856666"/>
                  </a:lnTo>
                  <a:lnTo>
                    <a:pt x="1042032" y="1900186"/>
                  </a:lnTo>
                  <a:lnTo>
                    <a:pt x="1042887" y="1909714"/>
                  </a:lnTo>
                  <a:lnTo>
                    <a:pt x="1043743" y="1943580"/>
                  </a:lnTo>
                  <a:lnTo>
                    <a:pt x="1044598" y="1904193"/>
                  </a:lnTo>
                  <a:lnTo>
                    <a:pt x="1045454" y="2071757"/>
                  </a:lnTo>
                  <a:lnTo>
                    <a:pt x="1046309" y="2019418"/>
                  </a:lnTo>
                  <a:lnTo>
                    <a:pt x="1047165" y="1964715"/>
                  </a:lnTo>
                  <a:lnTo>
                    <a:pt x="1048020" y="1985265"/>
                  </a:lnTo>
                  <a:lnTo>
                    <a:pt x="1048876" y="2036158"/>
                  </a:lnTo>
                  <a:lnTo>
                    <a:pt x="1049731" y="2078675"/>
                  </a:lnTo>
                  <a:lnTo>
                    <a:pt x="1050587" y="2090108"/>
                  </a:lnTo>
                  <a:lnTo>
                    <a:pt x="1051442" y="2082974"/>
                  </a:lnTo>
                  <a:lnTo>
                    <a:pt x="1052298" y="2083907"/>
                  </a:lnTo>
                  <a:lnTo>
                    <a:pt x="1053153" y="2050630"/>
                  </a:lnTo>
                  <a:lnTo>
                    <a:pt x="1054009" y="2103768"/>
                  </a:lnTo>
                  <a:lnTo>
                    <a:pt x="1054865" y="2122063"/>
                  </a:lnTo>
                  <a:lnTo>
                    <a:pt x="1055720" y="2140074"/>
                  </a:lnTo>
                  <a:lnTo>
                    <a:pt x="1056576" y="2146551"/>
                  </a:lnTo>
                  <a:lnTo>
                    <a:pt x="1057431" y="2094636"/>
                  </a:lnTo>
                  <a:lnTo>
                    <a:pt x="1058287" y="2069846"/>
                  </a:lnTo>
                  <a:lnTo>
                    <a:pt x="1059142" y="2102497"/>
                  </a:lnTo>
                  <a:lnTo>
                    <a:pt x="1059998" y="2096272"/>
                  </a:lnTo>
                  <a:lnTo>
                    <a:pt x="1060853" y="2001677"/>
                  </a:lnTo>
                  <a:lnTo>
                    <a:pt x="1061709" y="1982736"/>
                  </a:lnTo>
                  <a:lnTo>
                    <a:pt x="1062564" y="1958732"/>
                  </a:lnTo>
                  <a:lnTo>
                    <a:pt x="1063420" y="2067754"/>
                  </a:lnTo>
                  <a:lnTo>
                    <a:pt x="1064275" y="1956782"/>
                  </a:lnTo>
                  <a:lnTo>
                    <a:pt x="1065131" y="1896271"/>
                  </a:lnTo>
                  <a:lnTo>
                    <a:pt x="1065986" y="1805676"/>
                  </a:lnTo>
                  <a:lnTo>
                    <a:pt x="1066842" y="1853939"/>
                  </a:lnTo>
                  <a:lnTo>
                    <a:pt x="1067697" y="1887182"/>
                  </a:lnTo>
                  <a:lnTo>
                    <a:pt x="1068553" y="1812595"/>
                  </a:lnTo>
                  <a:lnTo>
                    <a:pt x="1069409" y="1913658"/>
                  </a:lnTo>
                  <a:lnTo>
                    <a:pt x="1070264" y="1976556"/>
                  </a:lnTo>
                  <a:lnTo>
                    <a:pt x="1071120" y="2038731"/>
                  </a:lnTo>
                  <a:lnTo>
                    <a:pt x="1071975" y="2095917"/>
                  </a:lnTo>
                  <a:lnTo>
                    <a:pt x="1072831" y="2060537"/>
                  </a:lnTo>
                  <a:lnTo>
                    <a:pt x="1073686" y="2078030"/>
                  </a:lnTo>
                  <a:lnTo>
                    <a:pt x="1074542" y="2080233"/>
                  </a:lnTo>
                  <a:lnTo>
                    <a:pt x="1075397" y="2115682"/>
                  </a:lnTo>
                  <a:lnTo>
                    <a:pt x="1076253" y="2084413"/>
                  </a:lnTo>
                  <a:lnTo>
                    <a:pt x="1077108" y="2015098"/>
                  </a:lnTo>
                  <a:lnTo>
                    <a:pt x="1077964" y="1959111"/>
                  </a:lnTo>
                  <a:lnTo>
                    <a:pt x="1078819" y="2091418"/>
                  </a:lnTo>
                  <a:lnTo>
                    <a:pt x="1079675" y="2109812"/>
                  </a:lnTo>
                  <a:lnTo>
                    <a:pt x="1080530" y="2086218"/>
                  </a:lnTo>
                  <a:lnTo>
                    <a:pt x="1081386" y="2008471"/>
                  </a:lnTo>
                  <a:lnTo>
                    <a:pt x="1082241" y="2040697"/>
                  </a:lnTo>
                  <a:lnTo>
                    <a:pt x="1083097" y="1969903"/>
                  </a:lnTo>
                  <a:lnTo>
                    <a:pt x="1083952" y="1928768"/>
                  </a:lnTo>
                  <a:lnTo>
                    <a:pt x="1084808" y="1905240"/>
                  </a:lnTo>
                  <a:lnTo>
                    <a:pt x="1085664" y="2013810"/>
                  </a:lnTo>
                  <a:lnTo>
                    <a:pt x="1086519" y="2064133"/>
                  </a:lnTo>
                  <a:lnTo>
                    <a:pt x="1087375" y="2073690"/>
                  </a:lnTo>
                  <a:lnTo>
                    <a:pt x="1088230" y="2106695"/>
                  </a:lnTo>
                  <a:lnTo>
                    <a:pt x="1089086" y="2055090"/>
                  </a:lnTo>
                  <a:lnTo>
                    <a:pt x="1089941" y="2068000"/>
                  </a:lnTo>
                  <a:lnTo>
                    <a:pt x="1090797" y="2078615"/>
                  </a:lnTo>
                  <a:lnTo>
                    <a:pt x="1091652" y="2090029"/>
                  </a:lnTo>
                  <a:lnTo>
                    <a:pt x="1092508" y="2046451"/>
                  </a:lnTo>
                  <a:lnTo>
                    <a:pt x="1093363" y="2128896"/>
                  </a:lnTo>
                  <a:lnTo>
                    <a:pt x="1094219" y="2146770"/>
                  </a:lnTo>
                  <a:lnTo>
                    <a:pt x="1095074" y="2157193"/>
                  </a:lnTo>
                  <a:lnTo>
                    <a:pt x="1095930" y="2184276"/>
                  </a:lnTo>
                  <a:lnTo>
                    <a:pt x="1096785" y="2173363"/>
                  </a:lnTo>
                  <a:lnTo>
                    <a:pt x="1097641" y="2039432"/>
                  </a:lnTo>
                  <a:lnTo>
                    <a:pt x="1098496" y="2082858"/>
                  </a:lnTo>
                  <a:lnTo>
                    <a:pt x="1099352" y="2171563"/>
                  </a:lnTo>
                  <a:lnTo>
                    <a:pt x="1100207" y="2211714"/>
                  </a:lnTo>
                  <a:lnTo>
                    <a:pt x="1101063" y="2176006"/>
                  </a:lnTo>
                  <a:lnTo>
                    <a:pt x="1101919" y="2190801"/>
                  </a:lnTo>
                  <a:lnTo>
                    <a:pt x="1102774" y="2211404"/>
                  </a:lnTo>
                  <a:lnTo>
                    <a:pt x="1103630" y="2195058"/>
                  </a:lnTo>
                  <a:lnTo>
                    <a:pt x="1104485" y="2207511"/>
                  </a:lnTo>
                  <a:lnTo>
                    <a:pt x="1105341" y="2145163"/>
                  </a:lnTo>
                  <a:lnTo>
                    <a:pt x="1106196" y="2166404"/>
                  </a:lnTo>
                  <a:lnTo>
                    <a:pt x="1107052" y="2211541"/>
                  </a:lnTo>
                  <a:lnTo>
                    <a:pt x="1107907" y="2217763"/>
                  </a:lnTo>
                  <a:lnTo>
                    <a:pt x="1108763" y="2229129"/>
                  </a:lnTo>
                  <a:lnTo>
                    <a:pt x="1109618" y="2241047"/>
                  </a:lnTo>
                  <a:lnTo>
                    <a:pt x="1110474" y="2237889"/>
                  </a:lnTo>
                  <a:lnTo>
                    <a:pt x="1111329" y="2243146"/>
                  </a:lnTo>
                  <a:lnTo>
                    <a:pt x="1112185" y="2224859"/>
                  </a:lnTo>
                  <a:lnTo>
                    <a:pt x="1113040" y="2217554"/>
                  </a:lnTo>
                  <a:lnTo>
                    <a:pt x="1113896" y="2243019"/>
                  </a:lnTo>
                  <a:lnTo>
                    <a:pt x="1114751" y="2257663"/>
                  </a:lnTo>
                  <a:lnTo>
                    <a:pt x="1115607" y="2219477"/>
                  </a:lnTo>
                  <a:lnTo>
                    <a:pt x="1116462" y="2219261"/>
                  </a:lnTo>
                  <a:lnTo>
                    <a:pt x="1117318" y="2225579"/>
                  </a:lnTo>
                  <a:lnTo>
                    <a:pt x="1118174" y="2207830"/>
                  </a:lnTo>
                  <a:lnTo>
                    <a:pt x="1119029" y="2207637"/>
                  </a:lnTo>
                  <a:lnTo>
                    <a:pt x="1119885" y="2185032"/>
                  </a:lnTo>
                  <a:lnTo>
                    <a:pt x="1120740" y="2158325"/>
                  </a:lnTo>
                  <a:lnTo>
                    <a:pt x="1121596" y="2153455"/>
                  </a:lnTo>
                  <a:lnTo>
                    <a:pt x="1122451" y="2159891"/>
                  </a:lnTo>
                  <a:lnTo>
                    <a:pt x="1123307" y="2140116"/>
                  </a:lnTo>
                  <a:lnTo>
                    <a:pt x="1124162" y="2137900"/>
                  </a:lnTo>
                  <a:lnTo>
                    <a:pt x="1125018" y="2133306"/>
                  </a:lnTo>
                  <a:lnTo>
                    <a:pt x="1125873" y="2105201"/>
                  </a:lnTo>
                  <a:lnTo>
                    <a:pt x="1126729" y="2092505"/>
                  </a:lnTo>
                  <a:lnTo>
                    <a:pt x="1127584" y="2080998"/>
                  </a:lnTo>
                  <a:lnTo>
                    <a:pt x="1128440" y="2120196"/>
                  </a:lnTo>
                  <a:lnTo>
                    <a:pt x="1129295" y="2099219"/>
                  </a:lnTo>
                  <a:lnTo>
                    <a:pt x="1130151" y="2054862"/>
                  </a:lnTo>
                  <a:lnTo>
                    <a:pt x="1131006" y="2053018"/>
                  </a:lnTo>
                  <a:lnTo>
                    <a:pt x="1131862" y="2062271"/>
                  </a:lnTo>
                  <a:lnTo>
                    <a:pt x="1132718" y="2108172"/>
                  </a:lnTo>
                  <a:lnTo>
                    <a:pt x="1133573" y="2091007"/>
                  </a:lnTo>
                  <a:lnTo>
                    <a:pt x="1134429" y="2103506"/>
                  </a:lnTo>
                  <a:lnTo>
                    <a:pt x="1135284" y="2142721"/>
                  </a:lnTo>
                  <a:lnTo>
                    <a:pt x="1136140" y="2195049"/>
                  </a:lnTo>
                  <a:lnTo>
                    <a:pt x="1136995" y="2196428"/>
                  </a:lnTo>
                  <a:lnTo>
                    <a:pt x="1137851" y="2183202"/>
                  </a:lnTo>
                  <a:lnTo>
                    <a:pt x="1138706" y="2215031"/>
                  </a:lnTo>
                  <a:lnTo>
                    <a:pt x="1139562" y="2229694"/>
                  </a:lnTo>
                  <a:lnTo>
                    <a:pt x="1140417" y="2239564"/>
                  </a:lnTo>
                  <a:lnTo>
                    <a:pt x="1141273" y="2240069"/>
                  </a:lnTo>
                  <a:lnTo>
                    <a:pt x="1142128" y="2240338"/>
                  </a:lnTo>
                  <a:lnTo>
                    <a:pt x="1142984" y="2227092"/>
                  </a:lnTo>
                  <a:lnTo>
                    <a:pt x="1143839" y="2203047"/>
                  </a:lnTo>
                  <a:lnTo>
                    <a:pt x="1144695" y="2183704"/>
                  </a:lnTo>
                  <a:lnTo>
                    <a:pt x="1145550" y="2174724"/>
                  </a:lnTo>
                  <a:lnTo>
                    <a:pt x="1146406" y="2152608"/>
                  </a:lnTo>
                  <a:lnTo>
                    <a:pt x="1147261" y="2128978"/>
                  </a:lnTo>
                  <a:lnTo>
                    <a:pt x="1148117" y="2119385"/>
                  </a:lnTo>
                  <a:lnTo>
                    <a:pt x="1148973" y="2100551"/>
                  </a:lnTo>
                  <a:lnTo>
                    <a:pt x="1149828" y="2065404"/>
                  </a:lnTo>
                  <a:lnTo>
                    <a:pt x="1150684" y="2043518"/>
                  </a:lnTo>
                  <a:lnTo>
                    <a:pt x="1151539" y="2021623"/>
                  </a:lnTo>
                  <a:lnTo>
                    <a:pt x="1152395" y="1990177"/>
                  </a:lnTo>
                  <a:lnTo>
                    <a:pt x="1153250" y="1988195"/>
                  </a:lnTo>
                  <a:lnTo>
                    <a:pt x="1154106" y="2049990"/>
                  </a:lnTo>
                  <a:lnTo>
                    <a:pt x="1154961" y="2030858"/>
                  </a:lnTo>
                  <a:lnTo>
                    <a:pt x="1155817" y="2026505"/>
                  </a:lnTo>
                  <a:lnTo>
                    <a:pt x="1156672" y="2048463"/>
                  </a:lnTo>
                  <a:lnTo>
                    <a:pt x="1157528" y="2093674"/>
                  </a:lnTo>
                  <a:lnTo>
                    <a:pt x="1158383" y="2136227"/>
                  </a:lnTo>
                  <a:lnTo>
                    <a:pt x="1159239" y="2153934"/>
                  </a:lnTo>
                  <a:lnTo>
                    <a:pt x="1160094" y="2152671"/>
                  </a:lnTo>
                  <a:lnTo>
                    <a:pt x="1160950" y="2177200"/>
                  </a:lnTo>
                  <a:lnTo>
                    <a:pt x="1161805" y="2207038"/>
                  </a:lnTo>
                  <a:lnTo>
                    <a:pt x="1162661" y="2203112"/>
                  </a:lnTo>
                  <a:lnTo>
                    <a:pt x="1163516" y="2195470"/>
                  </a:lnTo>
                  <a:lnTo>
                    <a:pt x="1164372" y="2180511"/>
                  </a:lnTo>
                  <a:lnTo>
                    <a:pt x="1165228" y="2136166"/>
                  </a:lnTo>
                  <a:lnTo>
                    <a:pt x="1166083" y="2130655"/>
                  </a:lnTo>
                  <a:lnTo>
                    <a:pt x="1166939" y="2085763"/>
                  </a:lnTo>
                  <a:lnTo>
                    <a:pt x="1167794" y="2113346"/>
                  </a:lnTo>
                  <a:lnTo>
                    <a:pt x="1168650" y="2133323"/>
                  </a:lnTo>
                  <a:lnTo>
                    <a:pt x="1169505" y="2053499"/>
                  </a:lnTo>
                  <a:lnTo>
                    <a:pt x="1170361" y="2057278"/>
                  </a:lnTo>
                  <a:lnTo>
                    <a:pt x="1171216" y="2005717"/>
                  </a:lnTo>
                  <a:lnTo>
                    <a:pt x="1172072" y="1993531"/>
                  </a:lnTo>
                  <a:lnTo>
                    <a:pt x="1172927" y="2028600"/>
                  </a:lnTo>
                  <a:lnTo>
                    <a:pt x="1173783" y="1890483"/>
                  </a:lnTo>
                  <a:lnTo>
                    <a:pt x="1174638" y="1909741"/>
                  </a:lnTo>
                  <a:lnTo>
                    <a:pt x="1175494" y="1863545"/>
                  </a:lnTo>
                  <a:lnTo>
                    <a:pt x="1176349" y="1827894"/>
                  </a:lnTo>
                  <a:lnTo>
                    <a:pt x="1177205" y="1871031"/>
                  </a:lnTo>
                  <a:lnTo>
                    <a:pt x="1178060" y="1839831"/>
                  </a:lnTo>
                  <a:lnTo>
                    <a:pt x="1178916" y="1850659"/>
                  </a:lnTo>
                  <a:lnTo>
                    <a:pt x="1179772" y="1872628"/>
                  </a:lnTo>
                  <a:lnTo>
                    <a:pt x="1180627" y="1857102"/>
                  </a:lnTo>
                  <a:lnTo>
                    <a:pt x="1181483" y="1874025"/>
                  </a:lnTo>
                  <a:lnTo>
                    <a:pt x="1182338" y="1867457"/>
                  </a:lnTo>
                  <a:lnTo>
                    <a:pt x="1183194" y="1859687"/>
                  </a:lnTo>
                  <a:lnTo>
                    <a:pt x="1184049" y="1844508"/>
                  </a:lnTo>
                  <a:lnTo>
                    <a:pt x="1184905" y="1839894"/>
                  </a:lnTo>
                  <a:lnTo>
                    <a:pt x="1185760" y="1819515"/>
                  </a:lnTo>
                  <a:lnTo>
                    <a:pt x="1186616" y="1852590"/>
                  </a:lnTo>
                  <a:lnTo>
                    <a:pt x="1187471" y="1881111"/>
                  </a:lnTo>
                  <a:lnTo>
                    <a:pt x="1188327" y="1919834"/>
                  </a:lnTo>
                  <a:lnTo>
                    <a:pt x="1189182" y="1931577"/>
                  </a:lnTo>
                  <a:lnTo>
                    <a:pt x="1190038" y="1909616"/>
                  </a:lnTo>
                  <a:lnTo>
                    <a:pt x="1190893" y="1873533"/>
                  </a:lnTo>
                  <a:lnTo>
                    <a:pt x="1191749" y="1929358"/>
                  </a:lnTo>
                  <a:lnTo>
                    <a:pt x="1192604" y="1907335"/>
                  </a:lnTo>
                  <a:lnTo>
                    <a:pt x="1193460" y="1914387"/>
                  </a:lnTo>
                  <a:lnTo>
                    <a:pt x="1194315" y="1936933"/>
                  </a:lnTo>
                  <a:lnTo>
                    <a:pt x="1195171" y="1897116"/>
                  </a:lnTo>
                  <a:lnTo>
                    <a:pt x="1196027" y="1959728"/>
                  </a:lnTo>
                  <a:lnTo>
                    <a:pt x="1196882" y="1957280"/>
                  </a:lnTo>
                  <a:lnTo>
                    <a:pt x="1197738" y="1928340"/>
                  </a:lnTo>
                  <a:lnTo>
                    <a:pt x="1198593" y="1950687"/>
                  </a:lnTo>
                  <a:lnTo>
                    <a:pt x="1199449" y="1977245"/>
                  </a:lnTo>
                  <a:lnTo>
                    <a:pt x="1200304" y="1966572"/>
                  </a:lnTo>
                  <a:lnTo>
                    <a:pt x="1201160" y="1931098"/>
                  </a:lnTo>
                  <a:lnTo>
                    <a:pt x="1202015" y="1865613"/>
                  </a:lnTo>
                  <a:lnTo>
                    <a:pt x="1202871" y="1931639"/>
                  </a:lnTo>
                  <a:lnTo>
                    <a:pt x="1203726" y="1932065"/>
                  </a:lnTo>
                  <a:lnTo>
                    <a:pt x="1204582" y="1973375"/>
                  </a:lnTo>
                  <a:lnTo>
                    <a:pt x="1205437" y="2032078"/>
                  </a:lnTo>
                  <a:lnTo>
                    <a:pt x="1206293" y="2034932"/>
                  </a:lnTo>
                  <a:lnTo>
                    <a:pt x="1207148" y="2128238"/>
                  </a:lnTo>
                  <a:lnTo>
                    <a:pt x="1208004" y="2092782"/>
                  </a:lnTo>
                  <a:lnTo>
                    <a:pt x="1208859" y="2089480"/>
                  </a:lnTo>
                  <a:lnTo>
                    <a:pt x="1209715" y="2073001"/>
                  </a:lnTo>
                  <a:lnTo>
                    <a:pt x="1210570" y="2099641"/>
                  </a:lnTo>
                  <a:lnTo>
                    <a:pt x="1211426" y="2110760"/>
                  </a:lnTo>
                  <a:lnTo>
                    <a:pt x="1212282" y="2067268"/>
                  </a:lnTo>
                  <a:lnTo>
                    <a:pt x="1213137" y="2011214"/>
                  </a:lnTo>
                  <a:lnTo>
                    <a:pt x="1213993" y="2010674"/>
                  </a:lnTo>
                  <a:lnTo>
                    <a:pt x="1214848" y="2017053"/>
                  </a:lnTo>
                  <a:lnTo>
                    <a:pt x="1215704" y="1978649"/>
                  </a:lnTo>
                  <a:lnTo>
                    <a:pt x="1216559" y="1992723"/>
                  </a:lnTo>
                  <a:lnTo>
                    <a:pt x="1217415" y="1886173"/>
                  </a:lnTo>
                  <a:lnTo>
                    <a:pt x="1218270" y="1889293"/>
                  </a:lnTo>
                  <a:lnTo>
                    <a:pt x="1219126" y="1883001"/>
                  </a:lnTo>
                  <a:lnTo>
                    <a:pt x="1219981" y="1897812"/>
                  </a:lnTo>
                  <a:lnTo>
                    <a:pt x="1220837" y="1935204"/>
                  </a:lnTo>
                  <a:lnTo>
                    <a:pt x="1221692" y="1922217"/>
                  </a:lnTo>
                  <a:lnTo>
                    <a:pt x="1222548" y="2044595"/>
                  </a:lnTo>
                  <a:lnTo>
                    <a:pt x="1223403" y="2119329"/>
                  </a:lnTo>
                  <a:lnTo>
                    <a:pt x="1224259" y="2155618"/>
                  </a:lnTo>
                  <a:lnTo>
                    <a:pt x="1225114" y="2156579"/>
                  </a:lnTo>
                  <a:lnTo>
                    <a:pt x="1225970" y="2148962"/>
                  </a:lnTo>
                  <a:lnTo>
                    <a:pt x="1226826" y="2190439"/>
                  </a:lnTo>
                  <a:lnTo>
                    <a:pt x="1227681" y="2197225"/>
                  </a:lnTo>
                  <a:lnTo>
                    <a:pt x="1228537" y="2263521"/>
                  </a:lnTo>
                  <a:lnTo>
                    <a:pt x="1229392" y="2246495"/>
                  </a:lnTo>
                  <a:lnTo>
                    <a:pt x="1230248" y="2224189"/>
                  </a:lnTo>
                  <a:lnTo>
                    <a:pt x="1231103" y="2215218"/>
                  </a:lnTo>
                  <a:lnTo>
                    <a:pt x="1231959" y="2204429"/>
                  </a:lnTo>
                  <a:lnTo>
                    <a:pt x="1232814" y="2177359"/>
                  </a:lnTo>
                  <a:lnTo>
                    <a:pt x="1233670" y="2136208"/>
                  </a:lnTo>
                  <a:lnTo>
                    <a:pt x="1234525" y="2123126"/>
                  </a:lnTo>
                  <a:lnTo>
                    <a:pt x="1235381" y="2143105"/>
                  </a:lnTo>
                  <a:lnTo>
                    <a:pt x="1236236" y="2098635"/>
                  </a:lnTo>
                  <a:lnTo>
                    <a:pt x="1237092" y="2103005"/>
                  </a:lnTo>
                  <a:lnTo>
                    <a:pt x="1237947" y="2098990"/>
                  </a:lnTo>
                  <a:lnTo>
                    <a:pt x="1238803" y="2126933"/>
                  </a:lnTo>
                  <a:lnTo>
                    <a:pt x="1239658" y="2140186"/>
                  </a:lnTo>
                  <a:lnTo>
                    <a:pt x="1240514" y="2134198"/>
                  </a:lnTo>
                  <a:lnTo>
                    <a:pt x="1241369" y="2137304"/>
                  </a:lnTo>
                  <a:lnTo>
                    <a:pt x="1242225" y="2131979"/>
                  </a:lnTo>
                  <a:lnTo>
                    <a:pt x="1243081" y="2136006"/>
                  </a:lnTo>
                  <a:lnTo>
                    <a:pt x="1243936" y="2167036"/>
                  </a:lnTo>
                  <a:lnTo>
                    <a:pt x="1244792" y="2158531"/>
                  </a:lnTo>
                  <a:lnTo>
                    <a:pt x="1245647" y="2138841"/>
                  </a:lnTo>
                  <a:lnTo>
                    <a:pt x="1246503" y="2164441"/>
                  </a:lnTo>
                  <a:lnTo>
                    <a:pt x="1247358" y="2160418"/>
                  </a:lnTo>
                  <a:lnTo>
                    <a:pt x="1248214" y="2167349"/>
                  </a:lnTo>
                  <a:lnTo>
                    <a:pt x="1249069" y="2178461"/>
                  </a:lnTo>
                  <a:lnTo>
                    <a:pt x="1249925" y="2185960"/>
                  </a:lnTo>
                  <a:lnTo>
                    <a:pt x="1250780" y="2194485"/>
                  </a:lnTo>
                  <a:lnTo>
                    <a:pt x="1251636" y="2191001"/>
                  </a:lnTo>
                  <a:lnTo>
                    <a:pt x="1252491" y="2228649"/>
                  </a:lnTo>
                  <a:lnTo>
                    <a:pt x="1253347" y="2208331"/>
                  </a:lnTo>
                  <a:lnTo>
                    <a:pt x="1254202" y="2211961"/>
                  </a:lnTo>
                  <a:lnTo>
                    <a:pt x="1255058" y="2203024"/>
                  </a:lnTo>
                  <a:lnTo>
                    <a:pt x="1255913" y="2233210"/>
                  </a:lnTo>
                  <a:lnTo>
                    <a:pt x="1256769" y="2219256"/>
                  </a:lnTo>
                  <a:lnTo>
                    <a:pt x="1257624" y="2220149"/>
                  </a:lnTo>
                  <a:lnTo>
                    <a:pt x="1258480" y="2206152"/>
                  </a:lnTo>
                  <a:lnTo>
                    <a:pt x="1259336" y="2206610"/>
                  </a:lnTo>
                  <a:lnTo>
                    <a:pt x="1260191" y="2225370"/>
                  </a:lnTo>
                  <a:lnTo>
                    <a:pt x="1261047" y="2246144"/>
                  </a:lnTo>
                  <a:lnTo>
                    <a:pt x="1261902" y="2249765"/>
                  </a:lnTo>
                  <a:lnTo>
                    <a:pt x="1262758" y="2246422"/>
                  </a:lnTo>
                  <a:lnTo>
                    <a:pt x="1263613" y="2256524"/>
                  </a:lnTo>
                  <a:lnTo>
                    <a:pt x="1264469" y="2272141"/>
                  </a:lnTo>
                  <a:lnTo>
                    <a:pt x="1265324" y="2255192"/>
                  </a:lnTo>
                  <a:lnTo>
                    <a:pt x="1266180" y="2278200"/>
                  </a:lnTo>
                  <a:lnTo>
                    <a:pt x="1266180" y="2278200"/>
                  </a:lnTo>
                  <a:lnTo>
                    <a:pt x="1267035" y="2269152"/>
                  </a:lnTo>
                  <a:lnTo>
                    <a:pt x="1267891" y="2278200"/>
                  </a:lnTo>
                  <a:lnTo>
                    <a:pt x="1267891" y="2278200"/>
                  </a:lnTo>
                  <a:lnTo>
                    <a:pt x="1268746" y="2278200"/>
                  </a:lnTo>
                  <a:lnTo>
                    <a:pt x="1269602" y="2278200"/>
                  </a:lnTo>
                  <a:lnTo>
                    <a:pt x="1270457" y="2278200"/>
                  </a:lnTo>
                  <a:lnTo>
                    <a:pt x="1271313" y="2278200"/>
                  </a:lnTo>
                  <a:lnTo>
                    <a:pt x="1272168" y="2278200"/>
                  </a:lnTo>
                  <a:lnTo>
                    <a:pt x="1273024" y="2278200"/>
                  </a:lnTo>
                  <a:lnTo>
                    <a:pt x="1273880" y="2278200"/>
                  </a:lnTo>
                  <a:lnTo>
                    <a:pt x="1274735" y="2268019"/>
                  </a:lnTo>
                  <a:lnTo>
                    <a:pt x="1275591" y="2257450"/>
                  </a:lnTo>
                  <a:lnTo>
                    <a:pt x="1276446" y="2278200"/>
                  </a:lnTo>
                  <a:lnTo>
                    <a:pt x="1276446" y="2278200"/>
                  </a:lnTo>
                  <a:lnTo>
                    <a:pt x="1277302" y="2265145"/>
                  </a:lnTo>
                  <a:lnTo>
                    <a:pt x="1278157" y="2272089"/>
                  </a:lnTo>
                  <a:lnTo>
                    <a:pt x="1279013" y="2278200"/>
                  </a:lnTo>
                  <a:lnTo>
                    <a:pt x="1279013" y="2278200"/>
                  </a:lnTo>
                  <a:lnTo>
                    <a:pt x="1279868" y="2278200"/>
                  </a:lnTo>
                  <a:lnTo>
                    <a:pt x="1280724" y="2278200"/>
                  </a:lnTo>
                  <a:lnTo>
                    <a:pt x="1281579" y="2278200"/>
                  </a:lnTo>
                  <a:lnTo>
                    <a:pt x="1282435" y="2278200"/>
                  </a:lnTo>
                  <a:lnTo>
                    <a:pt x="1283290" y="2278200"/>
                  </a:lnTo>
                  <a:lnTo>
                    <a:pt x="1284146" y="2250988"/>
                  </a:lnTo>
                  <a:lnTo>
                    <a:pt x="1285001" y="2229903"/>
                  </a:lnTo>
                  <a:lnTo>
                    <a:pt x="1285857" y="2225773"/>
                  </a:lnTo>
                  <a:lnTo>
                    <a:pt x="1286712" y="2242690"/>
                  </a:lnTo>
                  <a:lnTo>
                    <a:pt x="1287568" y="2266692"/>
                  </a:lnTo>
                  <a:lnTo>
                    <a:pt x="1288423" y="2278200"/>
                  </a:lnTo>
                  <a:lnTo>
                    <a:pt x="1288423" y="2278200"/>
                  </a:lnTo>
                  <a:lnTo>
                    <a:pt x="1289279" y="2273284"/>
                  </a:lnTo>
                  <a:lnTo>
                    <a:pt x="1290135" y="2272884"/>
                  </a:lnTo>
                  <a:lnTo>
                    <a:pt x="1290990" y="2247499"/>
                  </a:lnTo>
                  <a:lnTo>
                    <a:pt x="1291846" y="2250715"/>
                  </a:lnTo>
                  <a:lnTo>
                    <a:pt x="1292701" y="2250939"/>
                  </a:lnTo>
                  <a:lnTo>
                    <a:pt x="1293557" y="2251894"/>
                  </a:lnTo>
                  <a:lnTo>
                    <a:pt x="1294412" y="2272809"/>
                  </a:lnTo>
                  <a:lnTo>
                    <a:pt x="1295268" y="2278200"/>
                  </a:lnTo>
                  <a:lnTo>
                    <a:pt x="1295268" y="2278200"/>
                  </a:lnTo>
                  <a:lnTo>
                    <a:pt x="1296123" y="2248526"/>
                  </a:lnTo>
                  <a:lnTo>
                    <a:pt x="1296979" y="2255645"/>
                  </a:lnTo>
                  <a:lnTo>
                    <a:pt x="1297834" y="2241852"/>
                  </a:lnTo>
                  <a:lnTo>
                    <a:pt x="1298690" y="2225951"/>
                  </a:lnTo>
                  <a:lnTo>
                    <a:pt x="1299545" y="2219818"/>
                  </a:lnTo>
                  <a:lnTo>
                    <a:pt x="1300401" y="2234282"/>
                  </a:lnTo>
                  <a:lnTo>
                    <a:pt x="1301256" y="2257253"/>
                  </a:lnTo>
                  <a:lnTo>
                    <a:pt x="1302112" y="2254297"/>
                  </a:lnTo>
                  <a:lnTo>
                    <a:pt x="1302967" y="2230409"/>
                  </a:lnTo>
                  <a:lnTo>
                    <a:pt x="1303823" y="2249967"/>
                  </a:lnTo>
                  <a:lnTo>
                    <a:pt x="1304678" y="2266285"/>
                  </a:lnTo>
                  <a:lnTo>
                    <a:pt x="1305534" y="2278200"/>
                  </a:lnTo>
                  <a:lnTo>
                    <a:pt x="1305534" y="2278200"/>
                  </a:lnTo>
                  <a:lnTo>
                    <a:pt x="1306390" y="2278059"/>
                  </a:lnTo>
                  <a:lnTo>
                    <a:pt x="1307245" y="2278200"/>
                  </a:lnTo>
                  <a:lnTo>
                    <a:pt x="1307245" y="2278200"/>
                  </a:lnTo>
                  <a:lnTo>
                    <a:pt x="1308101" y="2278200"/>
                  </a:lnTo>
                  <a:lnTo>
                    <a:pt x="1308956" y="2278200"/>
                  </a:lnTo>
                  <a:lnTo>
                    <a:pt x="1309812" y="2278200"/>
                  </a:lnTo>
                  <a:lnTo>
                    <a:pt x="1310667" y="2278200"/>
                  </a:lnTo>
                  <a:lnTo>
                    <a:pt x="1311523" y="2278200"/>
                  </a:lnTo>
                  <a:lnTo>
                    <a:pt x="1312378" y="2278200"/>
                  </a:lnTo>
                  <a:lnTo>
                    <a:pt x="1313234" y="2278200"/>
                  </a:lnTo>
                  <a:lnTo>
                    <a:pt x="1314089" y="2278200"/>
                  </a:lnTo>
                  <a:lnTo>
                    <a:pt x="1314945" y="2278200"/>
                  </a:lnTo>
                  <a:lnTo>
                    <a:pt x="1315800" y="2278200"/>
                  </a:lnTo>
                  <a:lnTo>
                    <a:pt x="1316656" y="2278200"/>
                  </a:lnTo>
                  <a:lnTo>
                    <a:pt x="1317511" y="2278200"/>
                  </a:lnTo>
                  <a:lnTo>
                    <a:pt x="1318367" y="2278200"/>
                  </a:lnTo>
                  <a:lnTo>
                    <a:pt x="1319222" y="2278200"/>
                  </a:lnTo>
                  <a:lnTo>
                    <a:pt x="1320078" y="2278200"/>
                  </a:lnTo>
                  <a:lnTo>
                    <a:pt x="1320934" y="2278200"/>
                  </a:lnTo>
                  <a:lnTo>
                    <a:pt x="1321789" y="2278200"/>
                  </a:lnTo>
                  <a:lnTo>
                    <a:pt x="1322645" y="2278200"/>
                  </a:lnTo>
                  <a:lnTo>
                    <a:pt x="1323500" y="2278200"/>
                  </a:lnTo>
                  <a:lnTo>
                    <a:pt x="1324356" y="2278200"/>
                  </a:lnTo>
                  <a:lnTo>
                    <a:pt x="1325211" y="2278200"/>
                  </a:lnTo>
                  <a:lnTo>
                    <a:pt x="1326067" y="2278200"/>
                  </a:lnTo>
                  <a:lnTo>
                    <a:pt x="1326922" y="2278200"/>
                  </a:lnTo>
                  <a:lnTo>
                    <a:pt x="1327778" y="2278200"/>
                  </a:lnTo>
                  <a:lnTo>
                    <a:pt x="1328633" y="2278200"/>
                  </a:lnTo>
                  <a:lnTo>
                    <a:pt x="1329489" y="2248122"/>
                  </a:lnTo>
                  <a:lnTo>
                    <a:pt x="1330344" y="2278200"/>
                  </a:lnTo>
                  <a:lnTo>
                    <a:pt x="1330344" y="2278200"/>
                  </a:lnTo>
                  <a:lnTo>
                    <a:pt x="1331200" y="2278200"/>
                  </a:lnTo>
                  <a:lnTo>
                    <a:pt x="1332055" y="2275759"/>
                  </a:lnTo>
                  <a:lnTo>
                    <a:pt x="1332911" y="2278200"/>
                  </a:lnTo>
                  <a:lnTo>
                    <a:pt x="1332911" y="2278200"/>
                  </a:lnTo>
                  <a:lnTo>
                    <a:pt x="1333766" y="2278200"/>
                  </a:lnTo>
                  <a:lnTo>
                    <a:pt x="1334622" y="2269853"/>
                  </a:lnTo>
                  <a:lnTo>
                    <a:pt x="1335477" y="2278200"/>
                  </a:lnTo>
                  <a:lnTo>
                    <a:pt x="1335477" y="2278200"/>
                  </a:lnTo>
                  <a:lnTo>
                    <a:pt x="1336333" y="2278200"/>
                  </a:lnTo>
                  <a:lnTo>
                    <a:pt x="1337189" y="2278200"/>
                  </a:lnTo>
                  <a:lnTo>
                    <a:pt x="1338044" y="2277606"/>
                  </a:lnTo>
                  <a:lnTo>
                    <a:pt x="1338900" y="2278200"/>
                  </a:lnTo>
                  <a:lnTo>
                    <a:pt x="1338900" y="2278200"/>
                  </a:lnTo>
                  <a:lnTo>
                    <a:pt x="1339755" y="2278200"/>
                  </a:lnTo>
                  <a:lnTo>
                    <a:pt x="1340611" y="2278200"/>
                  </a:lnTo>
                  <a:lnTo>
                    <a:pt x="1341466" y="2278200"/>
                  </a:lnTo>
                  <a:lnTo>
                    <a:pt x="1342322" y="2278200"/>
                  </a:lnTo>
                  <a:lnTo>
                    <a:pt x="1343177" y="2278200"/>
                  </a:lnTo>
                  <a:lnTo>
                    <a:pt x="1344033" y="2278200"/>
                  </a:lnTo>
                  <a:lnTo>
                    <a:pt x="1344888" y="2278200"/>
                  </a:lnTo>
                  <a:lnTo>
                    <a:pt x="1345744" y="2278200"/>
                  </a:lnTo>
                  <a:lnTo>
                    <a:pt x="1346599" y="2278200"/>
                  </a:lnTo>
                  <a:lnTo>
                    <a:pt x="1347455" y="2278200"/>
                  </a:lnTo>
                  <a:lnTo>
                    <a:pt x="1348310" y="2278200"/>
                  </a:lnTo>
                  <a:lnTo>
                    <a:pt x="1349166" y="2278200"/>
                  </a:lnTo>
                  <a:lnTo>
                    <a:pt x="1350021" y="2251577"/>
                  </a:lnTo>
                  <a:lnTo>
                    <a:pt x="1350877" y="2278200"/>
                  </a:lnTo>
                  <a:lnTo>
                    <a:pt x="1350877" y="2278200"/>
                  </a:lnTo>
                  <a:lnTo>
                    <a:pt x="1351732" y="2278200"/>
                  </a:lnTo>
                  <a:lnTo>
                    <a:pt x="1352588" y="2278200"/>
                  </a:lnTo>
                  <a:lnTo>
                    <a:pt x="1353444" y="2278200"/>
                  </a:lnTo>
                  <a:lnTo>
                    <a:pt x="1354299" y="2278200"/>
                  </a:lnTo>
                  <a:lnTo>
                    <a:pt x="1355155" y="2278200"/>
                  </a:lnTo>
                  <a:lnTo>
                    <a:pt x="1356010" y="2268288"/>
                  </a:lnTo>
                  <a:lnTo>
                    <a:pt x="1356866" y="2278200"/>
                  </a:lnTo>
                  <a:lnTo>
                    <a:pt x="1356866" y="2278200"/>
                  </a:lnTo>
                  <a:lnTo>
                    <a:pt x="1357721" y="2278200"/>
                  </a:lnTo>
                  <a:lnTo>
                    <a:pt x="1358577" y="2278200"/>
                  </a:lnTo>
                  <a:lnTo>
                    <a:pt x="1359432" y="2278200"/>
                  </a:lnTo>
                  <a:lnTo>
                    <a:pt x="1360288" y="2278200"/>
                  </a:lnTo>
                  <a:lnTo>
                    <a:pt x="1361143" y="2278200"/>
                  </a:lnTo>
                  <a:lnTo>
                    <a:pt x="1361999" y="2278200"/>
                  </a:lnTo>
                  <a:lnTo>
                    <a:pt x="1362854" y="2278200"/>
                  </a:lnTo>
                  <a:lnTo>
                    <a:pt x="1363710" y="2278200"/>
                  </a:lnTo>
                  <a:lnTo>
                    <a:pt x="1364565" y="2278200"/>
                  </a:lnTo>
                  <a:lnTo>
                    <a:pt x="1365421" y="2265600"/>
                  </a:lnTo>
                  <a:lnTo>
                    <a:pt x="1366276" y="2278200"/>
                  </a:lnTo>
                  <a:lnTo>
                    <a:pt x="1366276" y="2278200"/>
                  </a:lnTo>
                  <a:lnTo>
                    <a:pt x="1367132" y="2278200"/>
                  </a:lnTo>
                  <a:lnTo>
                    <a:pt x="1367987" y="2278200"/>
                  </a:lnTo>
                  <a:lnTo>
                    <a:pt x="1368843" y="2278200"/>
                  </a:lnTo>
                  <a:lnTo>
                    <a:pt x="1369699" y="2278200"/>
                  </a:lnTo>
                  <a:lnTo>
                    <a:pt x="1370554" y="2278200"/>
                  </a:lnTo>
                  <a:lnTo>
                    <a:pt x="1371410" y="2278200"/>
                  </a:lnTo>
                  <a:lnTo>
                    <a:pt x="1372265" y="2278200"/>
                  </a:lnTo>
                  <a:lnTo>
                    <a:pt x="1373121" y="2278200"/>
                  </a:lnTo>
                  <a:lnTo>
                    <a:pt x="1373976" y="2278200"/>
                  </a:lnTo>
                  <a:lnTo>
                    <a:pt x="1374832" y="2278200"/>
                  </a:lnTo>
                  <a:lnTo>
                    <a:pt x="1375687" y="2278200"/>
                  </a:lnTo>
                  <a:lnTo>
                    <a:pt x="1376543" y="2278200"/>
                  </a:lnTo>
                  <a:lnTo>
                    <a:pt x="1377398" y="2278200"/>
                  </a:lnTo>
                  <a:lnTo>
                    <a:pt x="1378254" y="2278200"/>
                  </a:lnTo>
                  <a:lnTo>
                    <a:pt x="1379109" y="2278200"/>
                  </a:lnTo>
                  <a:lnTo>
                    <a:pt x="1379965" y="2278200"/>
                  </a:lnTo>
                  <a:lnTo>
                    <a:pt x="1380820" y="2278200"/>
                  </a:lnTo>
                  <a:lnTo>
                    <a:pt x="1381676" y="2278200"/>
                  </a:lnTo>
                  <a:lnTo>
                    <a:pt x="1382531" y="2278200"/>
                  </a:lnTo>
                  <a:lnTo>
                    <a:pt x="1383387" y="2278200"/>
                  </a:lnTo>
                  <a:lnTo>
                    <a:pt x="1384243" y="2278200"/>
                  </a:lnTo>
                  <a:lnTo>
                    <a:pt x="1385098" y="2278200"/>
                  </a:lnTo>
                  <a:lnTo>
                    <a:pt x="1385954" y="2278200"/>
                  </a:lnTo>
                  <a:lnTo>
                    <a:pt x="1386809" y="2278200"/>
                  </a:lnTo>
                  <a:lnTo>
                    <a:pt x="1387665" y="2278200"/>
                  </a:lnTo>
                  <a:lnTo>
                    <a:pt x="1388520" y="2278200"/>
                  </a:lnTo>
                  <a:lnTo>
                    <a:pt x="1389376" y="2278200"/>
                  </a:lnTo>
                  <a:lnTo>
                    <a:pt x="1390231" y="2278200"/>
                  </a:lnTo>
                  <a:lnTo>
                    <a:pt x="1391087" y="2278200"/>
                  </a:lnTo>
                  <a:lnTo>
                    <a:pt x="1391942" y="2278200"/>
                  </a:lnTo>
                  <a:lnTo>
                    <a:pt x="1392798" y="2278200"/>
                  </a:lnTo>
                  <a:lnTo>
                    <a:pt x="1393653" y="2278200"/>
                  </a:lnTo>
                  <a:lnTo>
                    <a:pt x="1394509" y="2278200"/>
                  </a:lnTo>
                  <a:lnTo>
                    <a:pt x="1395364" y="2278200"/>
                  </a:lnTo>
                  <a:lnTo>
                    <a:pt x="1396220" y="2278200"/>
                  </a:lnTo>
                  <a:lnTo>
                    <a:pt x="1397075" y="2278200"/>
                  </a:lnTo>
                  <a:lnTo>
                    <a:pt x="1397931" y="2278200"/>
                  </a:lnTo>
                  <a:lnTo>
                    <a:pt x="1398786" y="2278200"/>
                  </a:lnTo>
                  <a:lnTo>
                    <a:pt x="1399642" y="2278200"/>
                  </a:lnTo>
                  <a:lnTo>
                    <a:pt x="1400498" y="2278200"/>
                  </a:lnTo>
                  <a:lnTo>
                    <a:pt x="1401353" y="2278200"/>
                  </a:lnTo>
                  <a:lnTo>
                    <a:pt x="1402209" y="2278200"/>
                  </a:lnTo>
                  <a:lnTo>
                    <a:pt x="1403064" y="2278200"/>
                  </a:lnTo>
                  <a:lnTo>
                    <a:pt x="1403920" y="2278200"/>
                  </a:lnTo>
                  <a:lnTo>
                    <a:pt x="1404775" y="2278200"/>
                  </a:lnTo>
                  <a:lnTo>
                    <a:pt x="1405631" y="2278200"/>
                  </a:lnTo>
                  <a:lnTo>
                    <a:pt x="1406486" y="2278200"/>
                  </a:lnTo>
                  <a:lnTo>
                    <a:pt x="1407342" y="2278200"/>
                  </a:lnTo>
                  <a:lnTo>
                    <a:pt x="1408197" y="2278200"/>
                  </a:lnTo>
                  <a:lnTo>
                    <a:pt x="1409053" y="2278200"/>
                  </a:lnTo>
                  <a:lnTo>
                    <a:pt x="1409908" y="2278200"/>
                  </a:lnTo>
                  <a:lnTo>
                    <a:pt x="1410764" y="2278200"/>
                  </a:lnTo>
                  <a:lnTo>
                    <a:pt x="1411619" y="2278200"/>
                  </a:lnTo>
                  <a:lnTo>
                    <a:pt x="1412475" y="2278200"/>
                  </a:lnTo>
                  <a:lnTo>
                    <a:pt x="1413330" y="2278200"/>
                  </a:lnTo>
                  <a:lnTo>
                    <a:pt x="1414186" y="2278200"/>
                  </a:lnTo>
                  <a:lnTo>
                    <a:pt x="1415041" y="2278200"/>
                  </a:lnTo>
                  <a:lnTo>
                    <a:pt x="1415897" y="2278200"/>
                  </a:lnTo>
                  <a:lnTo>
                    <a:pt x="1416753" y="2278200"/>
                  </a:lnTo>
                  <a:lnTo>
                    <a:pt x="1417608" y="2278200"/>
                  </a:lnTo>
                  <a:lnTo>
                    <a:pt x="1418464" y="2278200"/>
                  </a:lnTo>
                  <a:lnTo>
                    <a:pt x="1419319" y="2278200"/>
                  </a:lnTo>
                  <a:lnTo>
                    <a:pt x="1420175" y="2278200"/>
                  </a:lnTo>
                  <a:lnTo>
                    <a:pt x="1421030" y="2278200"/>
                  </a:lnTo>
                  <a:lnTo>
                    <a:pt x="1421886" y="2278200"/>
                  </a:lnTo>
                  <a:lnTo>
                    <a:pt x="1422741" y="2278200"/>
                  </a:lnTo>
                  <a:lnTo>
                    <a:pt x="1423597" y="2278200"/>
                  </a:lnTo>
                  <a:lnTo>
                    <a:pt x="1424452" y="2278200"/>
                  </a:lnTo>
                  <a:lnTo>
                    <a:pt x="1425308" y="2278200"/>
                  </a:lnTo>
                  <a:lnTo>
                    <a:pt x="1426163" y="2278200"/>
                  </a:lnTo>
                  <a:lnTo>
                    <a:pt x="1427019" y="2278200"/>
                  </a:lnTo>
                  <a:lnTo>
                    <a:pt x="1427874" y="2278200"/>
                  </a:lnTo>
                  <a:lnTo>
                    <a:pt x="1428730" y="2278200"/>
                  </a:lnTo>
                  <a:lnTo>
                    <a:pt x="1429585" y="2278200"/>
                  </a:lnTo>
                  <a:lnTo>
                    <a:pt x="1430441" y="2270211"/>
                  </a:lnTo>
                  <a:lnTo>
                    <a:pt x="1431297" y="2265917"/>
                  </a:lnTo>
                  <a:lnTo>
                    <a:pt x="1432152" y="2278200"/>
                  </a:lnTo>
                  <a:lnTo>
                    <a:pt x="1432152" y="2278200"/>
                  </a:lnTo>
                  <a:lnTo>
                    <a:pt x="1433008" y="2278200"/>
                  </a:lnTo>
                  <a:lnTo>
                    <a:pt x="1433863" y="2278200"/>
                  </a:lnTo>
                  <a:lnTo>
                    <a:pt x="1434719" y="2278200"/>
                  </a:lnTo>
                  <a:lnTo>
                    <a:pt x="1435574" y="2278200"/>
                  </a:lnTo>
                  <a:lnTo>
                    <a:pt x="1436430" y="2278200"/>
                  </a:lnTo>
                  <a:lnTo>
                    <a:pt x="1437285" y="2278200"/>
                  </a:lnTo>
                  <a:lnTo>
                    <a:pt x="1438141" y="2278200"/>
                  </a:lnTo>
                  <a:lnTo>
                    <a:pt x="1438996" y="2278200"/>
                  </a:lnTo>
                  <a:lnTo>
                    <a:pt x="1439852" y="2278200"/>
                  </a:lnTo>
                  <a:lnTo>
                    <a:pt x="1440707" y="2278200"/>
                  </a:lnTo>
                  <a:lnTo>
                    <a:pt x="1441563" y="2278200"/>
                  </a:lnTo>
                  <a:lnTo>
                    <a:pt x="1442418" y="2278200"/>
                  </a:lnTo>
                  <a:lnTo>
                    <a:pt x="1443274" y="2278200"/>
                  </a:lnTo>
                  <a:lnTo>
                    <a:pt x="1444129" y="2278200"/>
                  </a:lnTo>
                  <a:lnTo>
                    <a:pt x="1444985" y="2278200"/>
                  </a:lnTo>
                  <a:lnTo>
                    <a:pt x="1445840" y="2278200"/>
                  </a:lnTo>
                  <a:lnTo>
                    <a:pt x="1446696" y="2278200"/>
                  </a:lnTo>
                  <a:lnTo>
                    <a:pt x="1447552" y="2278200"/>
                  </a:lnTo>
                  <a:lnTo>
                    <a:pt x="1448407" y="2278200"/>
                  </a:lnTo>
                  <a:lnTo>
                    <a:pt x="1449263" y="2278200"/>
                  </a:lnTo>
                  <a:lnTo>
                    <a:pt x="1450118" y="2278200"/>
                  </a:lnTo>
                  <a:lnTo>
                    <a:pt x="1450974" y="2278200"/>
                  </a:lnTo>
                  <a:lnTo>
                    <a:pt x="1451829" y="2278200"/>
                  </a:lnTo>
                  <a:lnTo>
                    <a:pt x="1452685" y="2278200"/>
                  </a:lnTo>
                  <a:lnTo>
                    <a:pt x="1453540" y="2278200"/>
                  </a:lnTo>
                  <a:lnTo>
                    <a:pt x="1454396" y="2278200"/>
                  </a:lnTo>
                  <a:lnTo>
                    <a:pt x="1455251" y="2278200"/>
                  </a:lnTo>
                  <a:lnTo>
                    <a:pt x="1456107" y="2278200"/>
                  </a:lnTo>
                  <a:lnTo>
                    <a:pt x="1456962" y="2278200"/>
                  </a:lnTo>
                  <a:lnTo>
                    <a:pt x="1457818" y="2278200"/>
                  </a:lnTo>
                  <a:lnTo>
                    <a:pt x="1458673" y="2278200"/>
                  </a:lnTo>
                  <a:lnTo>
                    <a:pt x="1459529" y="2278200"/>
                  </a:lnTo>
                  <a:lnTo>
                    <a:pt x="1460384" y="2278200"/>
                  </a:lnTo>
                  <a:lnTo>
                    <a:pt x="1461240" y="2278200"/>
                  </a:lnTo>
                  <a:lnTo>
                    <a:pt x="1462095" y="2278200"/>
                  </a:lnTo>
                  <a:lnTo>
                    <a:pt x="1462951" y="2278200"/>
                  </a:lnTo>
                  <a:lnTo>
                    <a:pt x="1463807" y="2278200"/>
                  </a:lnTo>
                  <a:lnTo>
                    <a:pt x="1464662" y="2278200"/>
                  </a:lnTo>
                  <a:lnTo>
                    <a:pt x="1465518" y="2278200"/>
                  </a:lnTo>
                  <a:lnTo>
                    <a:pt x="1466373" y="2278200"/>
                  </a:lnTo>
                  <a:lnTo>
                    <a:pt x="1467229" y="2278200"/>
                  </a:lnTo>
                  <a:lnTo>
                    <a:pt x="1468084" y="2278200"/>
                  </a:lnTo>
                  <a:lnTo>
                    <a:pt x="1468940" y="2278200"/>
                  </a:lnTo>
                  <a:lnTo>
                    <a:pt x="1469795" y="2278200"/>
                  </a:lnTo>
                  <a:lnTo>
                    <a:pt x="1470651" y="2278200"/>
                  </a:lnTo>
                  <a:lnTo>
                    <a:pt x="1471506" y="2278200"/>
                  </a:lnTo>
                  <a:lnTo>
                    <a:pt x="1472362" y="2278200"/>
                  </a:lnTo>
                  <a:lnTo>
                    <a:pt x="1473217" y="2278200"/>
                  </a:lnTo>
                  <a:lnTo>
                    <a:pt x="1474073" y="2278200"/>
                  </a:lnTo>
                  <a:lnTo>
                    <a:pt x="1474928" y="2278200"/>
                  </a:lnTo>
                  <a:lnTo>
                    <a:pt x="1475784" y="2278200"/>
                  </a:lnTo>
                  <a:lnTo>
                    <a:pt x="1476639" y="2278200"/>
                  </a:lnTo>
                  <a:lnTo>
                    <a:pt x="1477495" y="2278200"/>
                  </a:lnTo>
                  <a:lnTo>
                    <a:pt x="1478351" y="2277112"/>
                  </a:lnTo>
                  <a:lnTo>
                    <a:pt x="1479206" y="2278200"/>
                  </a:lnTo>
                  <a:lnTo>
                    <a:pt x="1479206" y="2278200"/>
                  </a:lnTo>
                  <a:lnTo>
                    <a:pt x="1480062" y="2261995"/>
                  </a:lnTo>
                  <a:lnTo>
                    <a:pt x="1480917" y="2278200"/>
                  </a:lnTo>
                  <a:lnTo>
                    <a:pt x="1480917" y="2278200"/>
                  </a:lnTo>
                  <a:lnTo>
                    <a:pt x="1481773" y="2278200"/>
                  </a:lnTo>
                  <a:lnTo>
                    <a:pt x="1482628" y="2278200"/>
                  </a:lnTo>
                  <a:lnTo>
                    <a:pt x="1483484" y="2278200"/>
                  </a:lnTo>
                  <a:lnTo>
                    <a:pt x="1484339" y="2278200"/>
                  </a:lnTo>
                  <a:lnTo>
                    <a:pt x="1485195" y="2278200"/>
                  </a:lnTo>
                  <a:lnTo>
                    <a:pt x="1486050" y="2278200"/>
                  </a:lnTo>
                  <a:lnTo>
                    <a:pt x="1486906" y="2278200"/>
                  </a:lnTo>
                  <a:lnTo>
                    <a:pt x="1487761" y="2278200"/>
                  </a:lnTo>
                  <a:lnTo>
                    <a:pt x="1488617" y="2278200"/>
                  </a:lnTo>
                  <a:lnTo>
                    <a:pt x="1489472" y="2278200"/>
                  </a:lnTo>
                  <a:lnTo>
                    <a:pt x="1490328" y="2278200"/>
                  </a:lnTo>
                  <a:lnTo>
                    <a:pt x="1491183" y="2278200"/>
                  </a:lnTo>
                  <a:lnTo>
                    <a:pt x="1492039" y="2270844"/>
                  </a:lnTo>
                  <a:lnTo>
                    <a:pt x="1492894" y="2260910"/>
                  </a:lnTo>
                  <a:lnTo>
                    <a:pt x="1493750" y="2278200"/>
                  </a:lnTo>
                  <a:lnTo>
                    <a:pt x="1493750" y="2278200"/>
                  </a:lnTo>
                  <a:lnTo>
                    <a:pt x="1494606" y="2278200"/>
                  </a:lnTo>
                  <a:lnTo>
                    <a:pt x="1495461" y="2278200"/>
                  </a:lnTo>
                  <a:lnTo>
                    <a:pt x="1496317" y="2278200"/>
                  </a:lnTo>
                  <a:lnTo>
                    <a:pt x="1497172" y="2278200"/>
                  </a:lnTo>
                  <a:lnTo>
                    <a:pt x="1498028" y="2278200"/>
                  </a:lnTo>
                  <a:lnTo>
                    <a:pt x="1498883" y="2278200"/>
                  </a:lnTo>
                  <a:lnTo>
                    <a:pt x="1499739" y="2278200"/>
                  </a:lnTo>
                  <a:lnTo>
                    <a:pt x="1500594" y="2278200"/>
                  </a:lnTo>
                  <a:lnTo>
                    <a:pt x="1501450" y="2278200"/>
                  </a:lnTo>
                  <a:lnTo>
                    <a:pt x="1502305" y="2278200"/>
                  </a:lnTo>
                  <a:lnTo>
                    <a:pt x="1503161" y="2278200"/>
                  </a:lnTo>
                  <a:lnTo>
                    <a:pt x="1504016" y="2278200"/>
                  </a:lnTo>
                  <a:lnTo>
                    <a:pt x="1504872" y="2278200"/>
                  </a:lnTo>
                  <a:lnTo>
                    <a:pt x="1505727" y="2278200"/>
                  </a:lnTo>
                  <a:lnTo>
                    <a:pt x="1506583" y="2278200"/>
                  </a:lnTo>
                  <a:lnTo>
                    <a:pt x="1507438" y="2278200"/>
                  </a:lnTo>
                  <a:lnTo>
                    <a:pt x="1508294" y="2278200"/>
                  </a:lnTo>
                  <a:lnTo>
                    <a:pt x="1509149" y="2278200"/>
                  </a:lnTo>
                  <a:lnTo>
                    <a:pt x="1510005" y="2278200"/>
                  </a:lnTo>
                  <a:lnTo>
                    <a:pt x="1510861" y="2278200"/>
                  </a:lnTo>
                  <a:lnTo>
                    <a:pt x="1511716" y="2278200"/>
                  </a:lnTo>
                  <a:lnTo>
                    <a:pt x="1512572" y="2278200"/>
                  </a:lnTo>
                  <a:lnTo>
                    <a:pt x="1513427" y="2278200"/>
                  </a:lnTo>
                  <a:lnTo>
                    <a:pt x="1514283" y="2278200"/>
                  </a:lnTo>
                  <a:lnTo>
                    <a:pt x="1515138" y="2278200"/>
                  </a:lnTo>
                  <a:lnTo>
                    <a:pt x="1515994" y="2278200"/>
                  </a:lnTo>
                  <a:lnTo>
                    <a:pt x="1516849" y="2278200"/>
                  </a:lnTo>
                  <a:lnTo>
                    <a:pt x="1517705" y="2278200"/>
                  </a:lnTo>
                  <a:lnTo>
                    <a:pt x="1518560" y="2278200"/>
                  </a:lnTo>
                  <a:lnTo>
                    <a:pt x="1519416" y="2278200"/>
                  </a:lnTo>
                  <a:lnTo>
                    <a:pt x="1520271" y="2278200"/>
                  </a:lnTo>
                  <a:lnTo>
                    <a:pt x="1521127" y="2278200"/>
                  </a:lnTo>
                  <a:lnTo>
                    <a:pt x="1521982" y="2278200"/>
                  </a:lnTo>
                  <a:lnTo>
                    <a:pt x="1522838" y="2278200"/>
                  </a:lnTo>
                  <a:lnTo>
                    <a:pt x="1523693" y="2278200"/>
                  </a:lnTo>
                  <a:lnTo>
                    <a:pt x="1524549" y="2278200"/>
                  </a:lnTo>
                  <a:lnTo>
                    <a:pt x="1525405" y="2278200"/>
                  </a:lnTo>
                  <a:lnTo>
                    <a:pt x="1526260" y="2278200"/>
                  </a:lnTo>
                  <a:lnTo>
                    <a:pt x="1527116" y="2278200"/>
                  </a:lnTo>
                  <a:lnTo>
                    <a:pt x="1527971" y="2278200"/>
                  </a:lnTo>
                  <a:lnTo>
                    <a:pt x="1528827" y="2278200"/>
                  </a:lnTo>
                  <a:lnTo>
                    <a:pt x="1529682" y="2278200"/>
                  </a:lnTo>
                  <a:lnTo>
                    <a:pt x="1530538" y="2278200"/>
                  </a:lnTo>
                  <a:lnTo>
                    <a:pt x="1531393" y="2278200"/>
                  </a:lnTo>
                  <a:lnTo>
                    <a:pt x="1532249" y="2278200"/>
                  </a:lnTo>
                  <a:lnTo>
                    <a:pt x="1533104" y="2278200"/>
                  </a:lnTo>
                  <a:lnTo>
                    <a:pt x="1533960" y="2278200"/>
                  </a:lnTo>
                  <a:lnTo>
                    <a:pt x="1534815" y="2278200"/>
                  </a:lnTo>
                  <a:lnTo>
                    <a:pt x="1535671" y="2278200"/>
                  </a:lnTo>
                  <a:lnTo>
                    <a:pt x="1536526" y="2278200"/>
                  </a:lnTo>
                  <a:lnTo>
                    <a:pt x="1537382" y="2278200"/>
                  </a:lnTo>
                  <a:lnTo>
                    <a:pt x="1538237" y="2278200"/>
                  </a:lnTo>
                  <a:lnTo>
                    <a:pt x="1539093" y="2278200"/>
                  </a:lnTo>
                  <a:lnTo>
                    <a:pt x="1539948" y="2278200"/>
                  </a:lnTo>
                  <a:lnTo>
                    <a:pt x="1540804" y="2278200"/>
                  </a:lnTo>
                  <a:lnTo>
                    <a:pt x="1541660" y="2278200"/>
                  </a:lnTo>
                  <a:lnTo>
                    <a:pt x="1542515" y="2278200"/>
                  </a:lnTo>
                  <a:lnTo>
                    <a:pt x="1543371" y="2278200"/>
                  </a:lnTo>
                  <a:lnTo>
                    <a:pt x="1544226" y="2278200"/>
                  </a:lnTo>
                  <a:lnTo>
                    <a:pt x="1545082" y="2278200"/>
                  </a:lnTo>
                  <a:lnTo>
                    <a:pt x="1545937" y="2278200"/>
                  </a:lnTo>
                  <a:lnTo>
                    <a:pt x="1546793" y="2278200"/>
                  </a:lnTo>
                  <a:lnTo>
                    <a:pt x="1547648" y="2278200"/>
                  </a:lnTo>
                  <a:lnTo>
                    <a:pt x="1548504" y="2278200"/>
                  </a:lnTo>
                  <a:lnTo>
                    <a:pt x="1549359" y="2278200"/>
                  </a:lnTo>
                  <a:lnTo>
                    <a:pt x="1550215" y="2278200"/>
                  </a:lnTo>
                  <a:lnTo>
                    <a:pt x="1551070" y="2278200"/>
                  </a:lnTo>
                  <a:lnTo>
                    <a:pt x="1551926" y="2249394"/>
                  </a:lnTo>
                  <a:lnTo>
                    <a:pt x="1552781" y="2275900"/>
                  </a:lnTo>
                  <a:lnTo>
                    <a:pt x="1553637" y="2278200"/>
                  </a:lnTo>
                  <a:lnTo>
                    <a:pt x="1553637" y="2278200"/>
                  </a:lnTo>
                  <a:lnTo>
                    <a:pt x="1554492" y="2278200"/>
                  </a:lnTo>
                  <a:lnTo>
                    <a:pt x="1555348" y="2278200"/>
                  </a:lnTo>
                  <a:lnTo>
                    <a:pt x="1556203" y="2278200"/>
                  </a:lnTo>
                  <a:lnTo>
                    <a:pt x="1557059" y="2275435"/>
                  </a:lnTo>
                  <a:lnTo>
                    <a:pt x="1557915" y="2278200"/>
                  </a:lnTo>
                  <a:lnTo>
                    <a:pt x="1557915" y="2278200"/>
                  </a:lnTo>
                  <a:lnTo>
                    <a:pt x="1558770" y="2278200"/>
                  </a:lnTo>
                  <a:lnTo>
                    <a:pt x="1559626" y="2278200"/>
                  </a:lnTo>
                  <a:lnTo>
                    <a:pt x="1560481" y="2278200"/>
                  </a:lnTo>
                  <a:lnTo>
                    <a:pt x="1561337" y="2278200"/>
                  </a:lnTo>
                  <a:lnTo>
                    <a:pt x="1562192" y="2278200"/>
                  </a:lnTo>
                  <a:lnTo>
                    <a:pt x="1563048" y="2278200"/>
                  </a:lnTo>
                  <a:lnTo>
                    <a:pt x="1563903" y="2278200"/>
                  </a:lnTo>
                  <a:lnTo>
                    <a:pt x="1564759" y="2278200"/>
                  </a:lnTo>
                  <a:lnTo>
                    <a:pt x="1565614" y="2278200"/>
                  </a:lnTo>
                  <a:lnTo>
                    <a:pt x="1566470" y="2278200"/>
                  </a:lnTo>
                  <a:lnTo>
                    <a:pt x="1567325" y="2278200"/>
                  </a:lnTo>
                  <a:lnTo>
                    <a:pt x="1568181" y="2278200"/>
                  </a:lnTo>
                  <a:lnTo>
                    <a:pt x="1569036" y="2278200"/>
                  </a:lnTo>
                  <a:lnTo>
                    <a:pt x="1569892" y="2278200"/>
                  </a:lnTo>
                  <a:lnTo>
                    <a:pt x="1570747" y="2278200"/>
                  </a:lnTo>
                  <a:lnTo>
                    <a:pt x="1571603" y="2278200"/>
                  </a:lnTo>
                  <a:lnTo>
                    <a:pt x="1572458" y="2278200"/>
                  </a:lnTo>
                  <a:lnTo>
                    <a:pt x="1573314" y="2278200"/>
                  </a:lnTo>
                  <a:lnTo>
                    <a:pt x="1574170" y="2278200"/>
                  </a:lnTo>
                  <a:lnTo>
                    <a:pt x="1575025" y="2278200"/>
                  </a:lnTo>
                  <a:lnTo>
                    <a:pt x="1575881" y="2278200"/>
                  </a:lnTo>
                  <a:lnTo>
                    <a:pt x="1576736" y="2278200"/>
                  </a:lnTo>
                  <a:lnTo>
                    <a:pt x="1577592" y="2278200"/>
                  </a:lnTo>
                  <a:lnTo>
                    <a:pt x="1578447" y="2278200"/>
                  </a:lnTo>
                  <a:lnTo>
                    <a:pt x="1579303" y="2278200"/>
                  </a:lnTo>
                  <a:lnTo>
                    <a:pt x="1580158" y="2278200"/>
                  </a:lnTo>
                  <a:lnTo>
                    <a:pt x="1581014" y="2278200"/>
                  </a:lnTo>
                  <a:lnTo>
                    <a:pt x="1581869" y="2278200"/>
                  </a:lnTo>
                  <a:lnTo>
                    <a:pt x="1582725" y="2278200"/>
                  </a:lnTo>
                  <a:lnTo>
                    <a:pt x="1583580" y="2278200"/>
                  </a:lnTo>
                  <a:lnTo>
                    <a:pt x="1584436" y="2278200"/>
                  </a:lnTo>
                  <a:lnTo>
                    <a:pt x="1585291" y="2278200"/>
                  </a:lnTo>
                  <a:lnTo>
                    <a:pt x="1586147" y="2278200"/>
                  </a:lnTo>
                  <a:lnTo>
                    <a:pt x="1587002" y="2278200"/>
                  </a:lnTo>
                  <a:lnTo>
                    <a:pt x="1587858" y="2278200"/>
                  </a:lnTo>
                  <a:lnTo>
                    <a:pt x="1588714" y="2278200"/>
                  </a:lnTo>
                  <a:lnTo>
                    <a:pt x="1589569" y="2278200"/>
                  </a:lnTo>
                  <a:lnTo>
                    <a:pt x="1590425" y="2278200"/>
                  </a:lnTo>
                  <a:lnTo>
                    <a:pt x="1591280" y="2262147"/>
                  </a:lnTo>
                  <a:lnTo>
                    <a:pt x="1592136" y="2278200"/>
                  </a:lnTo>
                  <a:lnTo>
                    <a:pt x="1592136" y="2278200"/>
                  </a:lnTo>
                  <a:lnTo>
                    <a:pt x="1592991" y="2278200"/>
                  </a:lnTo>
                  <a:lnTo>
                    <a:pt x="1593847" y="2278200"/>
                  </a:lnTo>
                  <a:lnTo>
                    <a:pt x="1594702" y="2278200"/>
                  </a:lnTo>
                  <a:lnTo>
                    <a:pt x="1595558" y="2278200"/>
                  </a:lnTo>
                  <a:lnTo>
                    <a:pt x="1596413" y="2278200"/>
                  </a:lnTo>
                  <a:lnTo>
                    <a:pt x="1597269" y="2278200"/>
                  </a:lnTo>
                  <a:lnTo>
                    <a:pt x="1598124" y="2278200"/>
                  </a:lnTo>
                  <a:lnTo>
                    <a:pt x="1598980" y="2248629"/>
                  </a:lnTo>
                  <a:lnTo>
                    <a:pt x="1599835" y="2235751"/>
                  </a:lnTo>
                  <a:lnTo>
                    <a:pt x="1600691" y="2278200"/>
                  </a:lnTo>
                  <a:lnTo>
                    <a:pt x="1600691" y="2278200"/>
                  </a:lnTo>
                  <a:lnTo>
                    <a:pt x="1601546" y="2254990"/>
                  </a:lnTo>
                  <a:lnTo>
                    <a:pt x="1602402" y="2278200"/>
                  </a:lnTo>
                  <a:lnTo>
                    <a:pt x="1602402" y="2278200"/>
                  </a:lnTo>
                  <a:lnTo>
                    <a:pt x="1603257" y="2278200"/>
                  </a:lnTo>
                  <a:lnTo>
                    <a:pt x="1604113" y="2273876"/>
                  </a:lnTo>
                  <a:lnTo>
                    <a:pt x="1604969" y="2250217"/>
                  </a:lnTo>
                  <a:lnTo>
                    <a:pt x="1605824" y="2180496"/>
                  </a:lnTo>
                  <a:lnTo>
                    <a:pt x="1606680" y="2196925"/>
                  </a:lnTo>
                  <a:lnTo>
                    <a:pt x="1607535" y="2204984"/>
                  </a:lnTo>
                  <a:lnTo>
                    <a:pt x="1608391" y="2176228"/>
                  </a:lnTo>
                  <a:lnTo>
                    <a:pt x="1609246" y="2205553"/>
                  </a:lnTo>
                  <a:lnTo>
                    <a:pt x="1610102" y="2217248"/>
                  </a:lnTo>
                  <a:lnTo>
                    <a:pt x="1610957" y="2183371"/>
                  </a:lnTo>
                  <a:lnTo>
                    <a:pt x="1611813" y="2209190"/>
                  </a:lnTo>
                  <a:lnTo>
                    <a:pt x="1612668" y="2184236"/>
                  </a:lnTo>
                  <a:lnTo>
                    <a:pt x="1613524" y="2217635"/>
                  </a:lnTo>
                  <a:lnTo>
                    <a:pt x="1614379" y="2263327"/>
                  </a:lnTo>
                  <a:lnTo>
                    <a:pt x="1615235" y="2246998"/>
                  </a:lnTo>
                  <a:lnTo>
                    <a:pt x="1616090" y="2258983"/>
                  </a:lnTo>
                  <a:lnTo>
                    <a:pt x="1616946" y="2262974"/>
                  </a:lnTo>
                  <a:lnTo>
                    <a:pt x="1617801" y="2219412"/>
                  </a:lnTo>
                  <a:lnTo>
                    <a:pt x="1618657" y="2199151"/>
                  </a:lnTo>
                  <a:lnTo>
                    <a:pt x="1619512" y="2178305"/>
                  </a:lnTo>
                  <a:lnTo>
                    <a:pt x="1620368" y="2215146"/>
                  </a:lnTo>
                  <a:lnTo>
                    <a:pt x="1621224" y="2200765"/>
                  </a:lnTo>
                  <a:lnTo>
                    <a:pt x="1622079" y="2170639"/>
                  </a:lnTo>
                  <a:lnTo>
                    <a:pt x="1622935" y="2182380"/>
                  </a:lnTo>
                  <a:lnTo>
                    <a:pt x="1623790" y="2193157"/>
                  </a:lnTo>
                  <a:lnTo>
                    <a:pt x="1624646" y="2198107"/>
                  </a:lnTo>
                  <a:lnTo>
                    <a:pt x="1625501" y="2172532"/>
                  </a:lnTo>
                  <a:lnTo>
                    <a:pt x="1626357" y="2217040"/>
                  </a:lnTo>
                  <a:lnTo>
                    <a:pt x="1627212" y="2278200"/>
                  </a:lnTo>
                  <a:lnTo>
                    <a:pt x="1627212" y="2278200"/>
                  </a:lnTo>
                  <a:lnTo>
                    <a:pt x="1628068" y="2278200"/>
                  </a:lnTo>
                  <a:lnTo>
                    <a:pt x="1628923" y="2258127"/>
                  </a:lnTo>
                  <a:lnTo>
                    <a:pt x="1629779" y="2248167"/>
                  </a:lnTo>
                  <a:lnTo>
                    <a:pt x="1630634" y="2272073"/>
                  </a:lnTo>
                  <a:lnTo>
                    <a:pt x="1631490" y="2278200"/>
                  </a:lnTo>
                  <a:lnTo>
                    <a:pt x="1631490" y="2278200"/>
                  </a:lnTo>
                  <a:lnTo>
                    <a:pt x="1632345" y="2250798"/>
                  </a:lnTo>
                  <a:lnTo>
                    <a:pt x="1633201" y="2278200"/>
                  </a:lnTo>
                  <a:lnTo>
                    <a:pt x="1633201" y="2278200"/>
                  </a:lnTo>
                  <a:lnTo>
                    <a:pt x="1634056" y="2238461"/>
                  </a:lnTo>
                  <a:lnTo>
                    <a:pt x="1634912" y="2275423"/>
                  </a:lnTo>
                  <a:lnTo>
                    <a:pt x="1635768" y="2278200"/>
                  </a:lnTo>
                  <a:lnTo>
                    <a:pt x="1635768" y="2278200"/>
                  </a:lnTo>
                  <a:lnTo>
                    <a:pt x="1636623" y="2254582"/>
                  </a:lnTo>
                  <a:lnTo>
                    <a:pt x="1637479" y="2254101"/>
                  </a:lnTo>
                  <a:lnTo>
                    <a:pt x="1638334" y="2261852"/>
                  </a:lnTo>
                  <a:lnTo>
                    <a:pt x="1639190" y="2278200"/>
                  </a:lnTo>
                  <a:lnTo>
                    <a:pt x="1639190" y="2278200"/>
                  </a:lnTo>
                  <a:lnTo>
                    <a:pt x="1640045" y="2278200"/>
                  </a:lnTo>
                  <a:lnTo>
                    <a:pt x="1640901" y="2278200"/>
                  </a:lnTo>
                  <a:lnTo>
                    <a:pt x="1641756" y="2278200"/>
                  </a:lnTo>
                  <a:lnTo>
                    <a:pt x="1642612" y="2278200"/>
                  </a:lnTo>
                  <a:lnTo>
                    <a:pt x="1643467" y="2278200"/>
                  </a:lnTo>
                  <a:lnTo>
                    <a:pt x="1644323" y="2278200"/>
                  </a:lnTo>
                  <a:lnTo>
                    <a:pt x="1645178" y="2278200"/>
                  </a:lnTo>
                  <a:lnTo>
                    <a:pt x="1646034" y="2278200"/>
                  </a:lnTo>
                  <a:lnTo>
                    <a:pt x="1646889" y="2278200"/>
                  </a:lnTo>
                  <a:lnTo>
                    <a:pt x="1647745" y="2278200"/>
                  </a:lnTo>
                  <a:lnTo>
                    <a:pt x="1648600" y="2278200"/>
                  </a:lnTo>
                  <a:lnTo>
                    <a:pt x="1649456" y="2278200"/>
                  </a:lnTo>
                  <a:lnTo>
                    <a:pt x="1650311" y="2278200"/>
                  </a:lnTo>
                  <a:lnTo>
                    <a:pt x="1651167" y="2258165"/>
                  </a:lnTo>
                  <a:lnTo>
                    <a:pt x="1652023" y="2258081"/>
                  </a:lnTo>
                  <a:lnTo>
                    <a:pt x="1652878" y="2218825"/>
                  </a:lnTo>
                  <a:lnTo>
                    <a:pt x="1653734" y="2267129"/>
                  </a:lnTo>
                  <a:lnTo>
                    <a:pt x="1654589" y="2259166"/>
                  </a:lnTo>
                  <a:lnTo>
                    <a:pt x="1655445" y="2233250"/>
                  </a:lnTo>
                  <a:lnTo>
                    <a:pt x="1656300" y="2236864"/>
                  </a:lnTo>
                  <a:lnTo>
                    <a:pt x="1657156" y="2216188"/>
                  </a:lnTo>
                  <a:lnTo>
                    <a:pt x="1658011" y="2199801"/>
                  </a:lnTo>
                  <a:lnTo>
                    <a:pt x="1658867" y="2222998"/>
                  </a:lnTo>
                  <a:lnTo>
                    <a:pt x="1659722" y="2274847"/>
                  </a:lnTo>
                  <a:lnTo>
                    <a:pt x="1660578" y="2271158"/>
                  </a:lnTo>
                  <a:lnTo>
                    <a:pt x="1661433" y="2264399"/>
                  </a:lnTo>
                  <a:lnTo>
                    <a:pt x="1662289" y="2227125"/>
                  </a:lnTo>
                  <a:lnTo>
                    <a:pt x="1663144" y="2226978"/>
                  </a:lnTo>
                  <a:lnTo>
                    <a:pt x="1664000" y="2257743"/>
                  </a:lnTo>
                  <a:lnTo>
                    <a:pt x="1664855" y="2251094"/>
                  </a:lnTo>
                  <a:lnTo>
                    <a:pt x="1665711" y="2243094"/>
                  </a:lnTo>
                  <a:lnTo>
                    <a:pt x="1666566" y="2236698"/>
                  </a:lnTo>
                  <a:lnTo>
                    <a:pt x="1667422" y="2243684"/>
                  </a:lnTo>
                  <a:lnTo>
                    <a:pt x="1668278" y="2248427"/>
                  </a:lnTo>
                  <a:lnTo>
                    <a:pt x="1669133" y="2230606"/>
                  </a:lnTo>
                  <a:lnTo>
                    <a:pt x="1669989" y="2230240"/>
                  </a:lnTo>
                  <a:lnTo>
                    <a:pt x="1670844" y="2232255"/>
                  </a:lnTo>
                  <a:lnTo>
                    <a:pt x="1671700" y="2278200"/>
                  </a:lnTo>
                  <a:lnTo>
                    <a:pt x="1671700" y="2278200"/>
                  </a:lnTo>
                  <a:lnTo>
                    <a:pt x="1672555" y="2278200"/>
                  </a:lnTo>
                  <a:lnTo>
                    <a:pt x="1673411" y="2278200"/>
                  </a:lnTo>
                  <a:lnTo>
                    <a:pt x="1674266" y="2246895"/>
                  </a:lnTo>
                  <a:lnTo>
                    <a:pt x="1675122" y="2254995"/>
                  </a:lnTo>
                  <a:lnTo>
                    <a:pt x="1675977" y="2270187"/>
                  </a:lnTo>
                  <a:lnTo>
                    <a:pt x="1676833" y="2260438"/>
                  </a:lnTo>
                  <a:lnTo>
                    <a:pt x="1677688" y="2278200"/>
                  </a:lnTo>
                  <a:lnTo>
                    <a:pt x="1677688" y="2278200"/>
                  </a:lnTo>
                  <a:lnTo>
                    <a:pt x="1678544" y="2270176"/>
                  </a:lnTo>
                  <a:lnTo>
                    <a:pt x="1679399" y="2250673"/>
                  </a:lnTo>
                  <a:lnTo>
                    <a:pt x="1680255" y="2256822"/>
                  </a:lnTo>
                  <a:lnTo>
                    <a:pt x="1681110" y="2246641"/>
                  </a:lnTo>
                  <a:lnTo>
                    <a:pt x="1681966" y="2247713"/>
                  </a:lnTo>
                  <a:lnTo>
                    <a:pt x="1682822" y="2265317"/>
                  </a:lnTo>
                  <a:lnTo>
                    <a:pt x="1683677" y="2246693"/>
                  </a:lnTo>
                  <a:lnTo>
                    <a:pt x="1684533" y="2267473"/>
                  </a:lnTo>
                  <a:lnTo>
                    <a:pt x="1685388" y="2249842"/>
                  </a:lnTo>
                  <a:lnTo>
                    <a:pt x="1686244" y="2275388"/>
                  </a:lnTo>
                  <a:lnTo>
                    <a:pt x="1687099" y="2229041"/>
                  </a:lnTo>
                  <a:lnTo>
                    <a:pt x="1687955" y="2247453"/>
                  </a:lnTo>
                  <a:lnTo>
                    <a:pt x="1688810" y="2186565"/>
                  </a:lnTo>
                  <a:lnTo>
                    <a:pt x="1689666" y="2222800"/>
                  </a:lnTo>
                  <a:lnTo>
                    <a:pt x="1690521" y="2247284"/>
                  </a:lnTo>
                  <a:lnTo>
                    <a:pt x="1691377" y="2268072"/>
                  </a:lnTo>
                  <a:lnTo>
                    <a:pt x="1692232" y="2265948"/>
                  </a:lnTo>
                  <a:lnTo>
                    <a:pt x="1693088" y="2258075"/>
                  </a:lnTo>
                  <a:lnTo>
                    <a:pt x="1693943" y="2278200"/>
                  </a:lnTo>
                  <a:lnTo>
                    <a:pt x="1693943" y="2278200"/>
                  </a:lnTo>
                  <a:lnTo>
                    <a:pt x="1694799" y="2278200"/>
                  </a:lnTo>
                  <a:lnTo>
                    <a:pt x="1695654" y="2278200"/>
                  </a:lnTo>
                  <a:lnTo>
                    <a:pt x="1696510" y="2273854"/>
                  </a:lnTo>
                  <a:lnTo>
                    <a:pt x="1697365" y="2264542"/>
                  </a:lnTo>
                  <a:lnTo>
                    <a:pt x="1698221" y="2248310"/>
                  </a:lnTo>
                  <a:lnTo>
                    <a:pt x="1699077" y="2254399"/>
                  </a:lnTo>
                  <a:lnTo>
                    <a:pt x="1699932" y="2277119"/>
                  </a:lnTo>
                  <a:lnTo>
                    <a:pt x="1700788" y="2278200"/>
                  </a:lnTo>
                  <a:lnTo>
                    <a:pt x="1700788" y="2278200"/>
                  </a:lnTo>
                  <a:lnTo>
                    <a:pt x="1701643" y="2275544"/>
                  </a:lnTo>
                  <a:lnTo>
                    <a:pt x="1702499" y="2278200"/>
                  </a:lnTo>
                  <a:lnTo>
                    <a:pt x="1702499" y="2278200"/>
                  </a:lnTo>
                  <a:lnTo>
                    <a:pt x="1703354" y="2278200"/>
                  </a:lnTo>
                  <a:lnTo>
                    <a:pt x="1704210" y="2278200"/>
                  </a:lnTo>
                  <a:lnTo>
                    <a:pt x="1705065" y="2278200"/>
                  </a:lnTo>
                  <a:lnTo>
                    <a:pt x="1705921" y="2278200"/>
                  </a:lnTo>
                  <a:lnTo>
                    <a:pt x="1706776" y="2278200"/>
                  </a:lnTo>
                  <a:lnTo>
                    <a:pt x="1707632" y="2278200"/>
                  </a:lnTo>
                  <a:lnTo>
                    <a:pt x="1708487" y="2278200"/>
                  </a:lnTo>
                  <a:lnTo>
                    <a:pt x="1709343" y="2278200"/>
                  </a:lnTo>
                  <a:lnTo>
                    <a:pt x="1710198" y="2278200"/>
                  </a:lnTo>
                  <a:lnTo>
                    <a:pt x="1711054" y="2278200"/>
                  </a:lnTo>
                  <a:lnTo>
                    <a:pt x="1711909" y="2278200"/>
                  </a:lnTo>
                  <a:lnTo>
                    <a:pt x="1712765" y="2278200"/>
                  </a:lnTo>
                  <a:lnTo>
                    <a:pt x="1713620" y="2278200"/>
                  </a:lnTo>
                  <a:lnTo>
                    <a:pt x="1714476" y="2266838"/>
                  </a:lnTo>
                  <a:lnTo>
                    <a:pt x="1715332" y="2257126"/>
                  </a:lnTo>
                  <a:lnTo>
                    <a:pt x="1716187" y="2270599"/>
                  </a:lnTo>
                  <a:lnTo>
                    <a:pt x="1717043" y="2252522"/>
                  </a:lnTo>
                  <a:lnTo>
                    <a:pt x="1717898" y="2200490"/>
                  </a:lnTo>
                  <a:lnTo>
                    <a:pt x="1718754" y="2177644"/>
                  </a:lnTo>
                  <a:lnTo>
                    <a:pt x="1719609" y="2201531"/>
                  </a:lnTo>
                  <a:lnTo>
                    <a:pt x="1720465" y="2236980"/>
                  </a:lnTo>
                  <a:lnTo>
                    <a:pt x="1721320" y="2205931"/>
                  </a:lnTo>
                  <a:lnTo>
                    <a:pt x="1722176" y="2245238"/>
                  </a:lnTo>
                  <a:lnTo>
                    <a:pt x="1723031" y="2215008"/>
                  </a:lnTo>
                  <a:lnTo>
                    <a:pt x="1723887" y="2259938"/>
                  </a:lnTo>
                  <a:lnTo>
                    <a:pt x="1724742" y="2237605"/>
                  </a:lnTo>
                  <a:lnTo>
                    <a:pt x="1725598" y="2246486"/>
                  </a:lnTo>
                  <a:lnTo>
                    <a:pt x="1726453" y="2256220"/>
                  </a:lnTo>
                  <a:lnTo>
                    <a:pt x="1727309" y="2278200"/>
                  </a:lnTo>
                  <a:lnTo>
                    <a:pt x="1727309" y="2278200"/>
                  </a:lnTo>
                  <a:lnTo>
                    <a:pt x="1728164" y="2278200"/>
                  </a:lnTo>
                  <a:lnTo>
                    <a:pt x="1729020" y="2254918"/>
                  </a:lnTo>
                  <a:lnTo>
                    <a:pt x="1729876" y="2209526"/>
                  </a:lnTo>
                  <a:lnTo>
                    <a:pt x="1730731" y="2234496"/>
                  </a:lnTo>
                  <a:lnTo>
                    <a:pt x="1731587" y="2265614"/>
                  </a:lnTo>
                  <a:lnTo>
                    <a:pt x="1732442" y="2263346"/>
                  </a:lnTo>
                  <a:lnTo>
                    <a:pt x="1733298" y="2227038"/>
                  </a:lnTo>
                  <a:lnTo>
                    <a:pt x="1734153" y="2209367"/>
                  </a:lnTo>
                  <a:lnTo>
                    <a:pt x="1735009" y="2246645"/>
                  </a:lnTo>
                  <a:lnTo>
                    <a:pt x="1735864" y="2234821"/>
                  </a:lnTo>
                  <a:lnTo>
                    <a:pt x="1736720" y="2223153"/>
                  </a:lnTo>
                  <a:lnTo>
                    <a:pt x="1737575" y="2223552"/>
                  </a:lnTo>
                  <a:lnTo>
                    <a:pt x="1738431" y="2222279"/>
                  </a:lnTo>
                  <a:lnTo>
                    <a:pt x="1739286" y="2232551"/>
                  </a:lnTo>
                  <a:lnTo>
                    <a:pt x="1740142" y="2244291"/>
                  </a:lnTo>
                  <a:lnTo>
                    <a:pt x="1740997" y="2262106"/>
                  </a:lnTo>
                  <a:lnTo>
                    <a:pt x="1741853" y="2278200"/>
                  </a:lnTo>
                  <a:lnTo>
                    <a:pt x="1741853" y="2278200"/>
                  </a:lnTo>
                  <a:lnTo>
                    <a:pt x="1742708" y="2275649"/>
                  </a:lnTo>
                  <a:lnTo>
                    <a:pt x="1743564" y="2269383"/>
                  </a:lnTo>
                  <a:lnTo>
                    <a:pt x="1744419" y="2273123"/>
                  </a:lnTo>
                  <a:lnTo>
                    <a:pt x="1745275" y="2270752"/>
                  </a:lnTo>
                  <a:lnTo>
                    <a:pt x="1746131" y="2278200"/>
                  </a:lnTo>
                  <a:lnTo>
                    <a:pt x="1746131" y="2278200"/>
                  </a:lnTo>
                  <a:lnTo>
                    <a:pt x="1746986" y="2257694"/>
                  </a:lnTo>
                  <a:lnTo>
                    <a:pt x="1747842" y="2248858"/>
                  </a:lnTo>
                  <a:lnTo>
                    <a:pt x="1748697" y="2236878"/>
                  </a:lnTo>
                  <a:lnTo>
                    <a:pt x="1749553" y="2237826"/>
                  </a:lnTo>
                  <a:lnTo>
                    <a:pt x="1750408" y="2267727"/>
                  </a:lnTo>
                  <a:lnTo>
                    <a:pt x="1751264" y="2226022"/>
                  </a:lnTo>
                  <a:lnTo>
                    <a:pt x="1752119" y="2260464"/>
                  </a:lnTo>
                  <a:lnTo>
                    <a:pt x="1752975" y="2249826"/>
                  </a:lnTo>
                  <a:lnTo>
                    <a:pt x="1753830" y="2236250"/>
                  </a:lnTo>
                  <a:lnTo>
                    <a:pt x="1754686" y="2261554"/>
                  </a:lnTo>
                  <a:lnTo>
                    <a:pt x="1755541" y="2196413"/>
                  </a:lnTo>
                  <a:lnTo>
                    <a:pt x="1756397" y="2178955"/>
                  </a:lnTo>
                  <a:lnTo>
                    <a:pt x="1757252" y="2156401"/>
                  </a:lnTo>
                  <a:lnTo>
                    <a:pt x="1758108" y="2182319"/>
                  </a:lnTo>
                  <a:lnTo>
                    <a:pt x="1758963" y="2226200"/>
                  </a:lnTo>
                  <a:lnTo>
                    <a:pt x="1759819" y="2146454"/>
                  </a:lnTo>
                  <a:lnTo>
                    <a:pt x="1760674" y="2147752"/>
                  </a:lnTo>
                  <a:lnTo>
                    <a:pt x="1761530" y="2175768"/>
                  </a:lnTo>
                  <a:lnTo>
                    <a:pt x="1762386" y="2174456"/>
                  </a:lnTo>
                  <a:lnTo>
                    <a:pt x="1763241" y="2227004"/>
                  </a:lnTo>
                  <a:lnTo>
                    <a:pt x="1764097" y="2202983"/>
                  </a:lnTo>
                  <a:lnTo>
                    <a:pt x="1764952" y="2199050"/>
                  </a:lnTo>
                  <a:lnTo>
                    <a:pt x="1765808" y="2218994"/>
                  </a:lnTo>
                  <a:lnTo>
                    <a:pt x="1766663" y="2200051"/>
                  </a:lnTo>
                  <a:lnTo>
                    <a:pt x="1767519" y="2188197"/>
                  </a:lnTo>
                  <a:lnTo>
                    <a:pt x="1768374" y="2217947"/>
                  </a:lnTo>
                  <a:lnTo>
                    <a:pt x="1769230" y="2242848"/>
                  </a:lnTo>
                  <a:lnTo>
                    <a:pt x="1770085" y="2241046"/>
                  </a:lnTo>
                  <a:lnTo>
                    <a:pt x="1770941" y="2238362"/>
                  </a:lnTo>
                  <a:lnTo>
                    <a:pt x="1771796" y="2272004"/>
                  </a:lnTo>
                  <a:lnTo>
                    <a:pt x="1772652" y="2250727"/>
                  </a:lnTo>
                  <a:lnTo>
                    <a:pt x="1773507" y="2225734"/>
                  </a:lnTo>
                  <a:lnTo>
                    <a:pt x="1774363" y="2237711"/>
                  </a:lnTo>
                  <a:lnTo>
                    <a:pt x="1775218" y="2266180"/>
                  </a:lnTo>
                  <a:lnTo>
                    <a:pt x="1776074" y="2260168"/>
                  </a:lnTo>
                  <a:lnTo>
                    <a:pt x="1776929" y="2253492"/>
                  </a:lnTo>
                  <a:lnTo>
                    <a:pt x="1777785" y="2271191"/>
                  </a:lnTo>
                  <a:lnTo>
                    <a:pt x="1778641" y="2278200"/>
                  </a:lnTo>
                  <a:lnTo>
                    <a:pt x="1778641" y="2278200"/>
                  </a:lnTo>
                  <a:lnTo>
                    <a:pt x="1779496" y="2278200"/>
                  </a:lnTo>
                  <a:lnTo>
                    <a:pt x="1780352" y="2243166"/>
                  </a:lnTo>
                  <a:lnTo>
                    <a:pt x="1781207" y="2264153"/>
                  </a:lnTo>
                  <a:lnTo>
                    <a:pt x="1782063" y="2217816"/>
                  </a:lnTo>
                  <a:lnTo>
                    <a:pt x="1782918" y="2278200"/>
                  </a:lnTo>
                  <a:lnTo>
                    <a:pt x="1782918" y="2278200"/>
                  </a:lnTo>
                  <a:lnTo>
                    <a:pt x="1783774" y="2226394"/>
                  </a:lnTo>
                  <a:lnTo>
                    <a:pt x="1784629" y="2163215"/>
                  </a:lnTo>
                  <a:lnTo>
                    <a:pt x="1785485" y="2142861"/>
                  </a:lnTo>
                  <a:lnTo>
                    <a:pt x="1786340" y="2145677"/>
                  </a:lnTo>
                  <a:lnTo>
                    <a:pt x="1787196" y="2198815"/>
                  </a:lnTo>
                  <a:lnTo>
                    <a:pt x="1788051" y="2181961"/>
                  </a:lnTo>
                  <a:lnTo>
                    <a:pt x="1788907" y="2199486"/>
                  </a:lnTo>
                  <a:lnTo>
                    <a:pt x="1789762" y="2163006"/>
                  </a:lnTo>
                  <a:lnTo>
                    <a:pt x="1790618" y="2248334"/>
                  </a:lnTo>
                  <a:lnTo>
                    <a:pt x="1791473" y="2247794"/>
                  </a:lnTo>
                  <a:lnTo>
                    <a:pt x="1792329" y="2262428"/>
                  </a:lnTo>
                  <a:lnTo>
                    <a:pt x="1793185" y="2218956"/>
                  </a:lnTo>
                  <a:lnTo>
                    <a:pt x="1794040" y="2217976"/>
                  </a:lnTo>
                  <a:lnTo>
                    <a:pt x="1794896" y="2273964"/>
                  </a:lnTo>
                  <a:lnTo>
                    <a:pt x="1795751" y="2182187"/>
                  </a:lnTo>
                  <a:lnTo>
                    <a:pt x="1796607" y="2175578"/>
                  </a:lnTo>
                  <a:lnTo>
                    <a:pt x="1797462" y="2147111"/>
                  </a:lnTo>
                  <a:lnTo>
                    <a:pt x="1798318" y="2129331"/>
                  </a:lnTo>
                  <a:lnTo>
                    <a:pt x="1799173" y="2192505"/>
                  </a:lnTo>
                  <a:lnTo>
                    <a:pt x="1800029" y="2126577"/>
                  </a:lnTo>
                  <a:lnTo>
                    <a:pt x="1800884" y="2135874"/>
                  </a:lnTo>
                  <a:lnTo>
                    <a:pt x="1801740" y="2120985"/>
                  </a:lnTo>
                  <a:lnTo>
                    <a:pt x="1802595" y="2154142"/>
                  </a:lnTo>
                  <a:lnTo>
                    <a:pt x="1803451" y="2200337"/>
                  </a:lnTo>
                  <a:lnTo>
                    <a:pt x="1804306" y="2146749"/>
                  </a:lnTo>
                  <a:lnTo>
                    <a:pt x="1805162" y="2172863"/>
                  </a:lnTo>
                  <a:lnTo>
                    <a:pt x="1806017" y="2140517"/>
                  </a:lnTo>
                  <a:lnTo>
                    <a:pt x="1806873" y="2091277"/>
                  </a:lnTo>
                  <a:lnTo>
                    <a:pt x="1807728" y="2048228"/>
                  </a:lnTo>
                  <a:lnTo>
                    <a:pt x="1808584" y="2052009"/>
                  </a:lnTo>
                  <a:lnTo>
                    <a:pt x="1809440" y="2108290"/>
                  </a:lnTo>
                  <a:lnTo>
                    <a:pt x="1810295" y="2174808"/>
                  </a:lnTo>
                  <a:lnTo>
                    <a:pt x="1811151" y="2120799"/>
                  </a:lnTo>
                  <a:lnTo>
                    <a:pt x="1812006" y="2130835"/>
                  </a:lnTo>
                  <a:lnTo>
                    <a:pt x="1812862" y="2108681"/>
                  </a:lnTo>
                  <a:lnTo>
                    <a:pt x="1813717" y="2173137"/>
                  </a:lnTo>
                  <a:lnTo>
                    <a:pt x="1814573" y="2135099"/>
                  </a:lnTo>
                  <a:lnTo>
                    <a:pt x="1815428" y="2075643"/>
                  </a:lnTo>
                  <a:lnTo>
                    <a:pt x="1816284" y="2015916"/>
                  </a:lnTo>
                  <a:lnTo>
                    <a:pt x="1817139" y="2106463"/>
                  </a:lnTo>
                  <a:lnTo>
                    <a:pt x="1817995" y="2187356"/>
                  </a:lnTo>
                  <a:lnTo>
                    <a:pt x="1818850" y="2181801"/>
                  </a:lnTo>
                  <a:lnTo>
                    <a:pt x="1819706" y="2187915"/>
                  </a:lnTo>
                  <a:lnTo>
                    <a:pt x="1820561" y="2162402"/>
                  </a:lnTo>
                  <a:lnTo>
                    <a:pt x="1821417" y="2254255"/>
                  </a:lnTo>
                  <a:lnTo>
                    <a:pt x="1822272" y="2267582"/>
                  </a:lnTo>
                  <a:lnTo>
                    <a:pt x="1823128" y="2185739"/>
                  </a:lnTo>
                  <a:lnTo>
                    <a:pt x="1823983" y="2182045"/>
                  </a:lnTo>
                  <a:lnTo>
                    <a:pt x="1824839" y="2203535"/>
                  </a:lnTo>
                  <a:lnTo>
                    <a:pt x="1825695" y="2260730"/>
                  </a:lnTo>
                  <a:lnTo>
                    <a:pt x="1826550" y="2200862"/>
                  </a:lnTo>
                  <a:lnTo>
                    <a:pt x="1827406" y="2150313"/>
                  </a:lnTo>
                  <a:lnTo>
                    <a:pt x="1828261" y="2161091"/>
                  </a:lnTo>
                  <a:lnTo>
                    <a:pt x="1829117" y="2169175"/>
                  </a:lnTo>
                  <a:lnTo>
                    <a:pt x="1829972" y="2170617"/>
                  </a:lnTo>
                  <a:lnTo>
                    <a:pt x="1830828" y="2132711"/>
                  </a:lnTo>
                  <a:lnTo>
                    <a:pt x="1831683" y="2178338"/>
                  </a:lnTo>
                  <a:lnTo>
                    <a:pt x="1832539" y="2215616"/>
                  </a:lnTo>
                  <a:lnTo>
                    <a:pt x="1833394" y="2219018"/>
                  </a:lnTo>
                  <a:lnTo>
                    <a:pt x="1834250" y="2173035"/>
                  </a:lnTo>
                  <a:lnTo>
                    <a:pt x="1835105" y="2161504"/>
                  </a:lnTo>
                  <a:lnTo>
                    <a:pt x="1835961" y="2161360"/>
                  </a:lnTo>
                  <a:lnTo>
                    <a:pt x="1836816" y="2159178"/>
                  </a:lnTo>
                  <a:lnTo>
                    <a:pt x="1837672" y="2167366"/>
                  </a:lnTo>
                  <a:lnTo>
                    <a:pt x="1838527" y="2198421"/>
                  </a:lnTo>
                  <a:lnTo>
                    <a:pt x="1839383" y="2204329"/>
                  </a:lnTo>
                  <a:lnTo>
                    <a:pt x="1840239" y="2198486"/>
                  </a:lnTo>
                  <a:lnTo>
                    <a:pt x="1841094" y="2223324"/>
                  </a:lnTo>
                  <a:lnTo>
                    <a:pt x="1841950" y="2271614"/>
                  </a:lnTo>
                  <a:lnTo>
                    <a:pt x="1842805" y="2253885"/>
                  </a:lnTo>
                  <a:lnTo>
                    <a:pt x="1843661" y="2219452"/>
                  </a:lnTo>
                  <a:lnTo>
                    <a:pt x="1844516" y="2183993"/>
                  </a:lnTo>
                  <a:lnTo>
                    <a:pt x="1845372" y="2157396"/>
                  </a:lnTo>
                  <a:lnTo>
                    <a:pt x="1846227" y="2199664"/>
                  </a:lnTo>
                  <a:lnTo>
                    <a:pt x="1847083" y="2215532"/>
                  </a:lnTo>
                  <a:lnTo>
                    <a:pt x="1847938" y="2228528"/>
                  </a:lnTo>
                  <a:lnTo>
                    <a:pt x="1848794" y="2243062"/>
                  </a:lnTo>
                  <a:lnTo>
                    <a:pt x="1849649" y="2218003"/>
                  </a:lnTo>
                  <a:lnTo>
                    <a:pt x="1850505" y="2197142"/>
                  </a:lnTo>
                  <a:lnTo>
                    <a:pt x="1851360" y="2253553"/>
                  </a:lnTo>
                  <a:lnTo>
                    <a:pt x="1852216" y="2238040"/>
                  </a:lnTo>
                  <a:lnTo>
                    <a:pt x="1853071" y="2220356"/>
                  </a:lnTo>
                  <a:lnTo>
                    <a:pt x="1853927" y="2200107"/>
                  </a:lnTo>
                  <a:lnTo>
                    <a:pt x="1854782" y="2196658"/>
                  </a:lnTo>
                  <a:lnTo>
                    <a:pt x="1855638" y="2196087"/>
                  </a:lnTo>
                  <a:lnTo>
                    <a:pt x="1856494" y="2210566"/>
                  </a:lnTo>
                  <a:lnTo>
                    <a:pt x="1857349" y="2226824"/>
                  </a:lnTo>
                  <a:lnTo>
                    <a:pt x="1858205" y="2239772"/>
                  </a:lnTo>
                  <a:lnTo>
                    <a:pt x="1859060" y="2230405"/>
                  </a:lnTo>
                  <a:lnTo>
                    <a:pt x="1859916" y="2278200"/>
                  </a:lnTo>
                  <a:lnTo>
                    <a:pt x="1859916" y="2278200"/>
                  </a:lnTo>
                  <a:lnTo>
                    <a:pt x="1860771" y="2278200"/>
                  </a:lnTo>
                  <a:lnTo>
                    <a:pt x="1861627" y="2278200"/>
                  </a:lnTo>
                  <a:lnTo>
                    <a:pt x="1862482" y="2278200"/>
                  </a:lnTo>
                  <a:lnTo>
                    <a:pt x="1863338" y="2278200"/>
                  </a:lnTo>
                  <a:lnTo>
                    <a:pt x="1864193" y="2278200"/>
                  </a:lnTo>
                  <a:lnTo>
                    <a:pt x="1865049" y="2278200"/>
                  </a:lnTo>
                  <a:lnTo>
                    <a:pt x="1865904" y="2278200"/>
                  </a:lnTo>
                  <a:lnTo>
                    <a:pt x="1866760" y="2278200"/>
                  </a:lnTo>
                  <a:lnTo>
                    <a:pt x="1867615" y="2278200"/>
                  </a:lnTo>
                  <a:lnTo>
                    <a:pt x="1868471" y="2264787"/>
                  </a:lnTo>
                  <a:lnTo>
                    <a:pt x="1869326" y="2265793"/>
                  </a:lnTo>
                  <a:lnTo>
                    <a:pt x="1870182" y="2261901"/>
                  </a:lnTo>
                  <a:lnTo>
                    <a:pt x="1871037" y="2265382"/>
                  </a:lnTo>
                  <a:lnTo>
                    <a:pt x="1871893" y="2221672"/>
                  </a:lnTo>
                  <a:lnTo>
                    <a:pt x="1872749" y="2196401"/>
                  </a:lnTo>
                  <a:lnTo>
                    <a:pt x="1873604" y="2203554"/>
                  </a:lnTo>
                  <a:lnTo>
                    <a:pt x="1874460" y="2201519"/>
                  </a:lnTo>
                  <a:lnTo>
                    <a:pt x="1875315" y="2206243"/>
                  </a:lnTo>
                  <a:lnTo>
                    <a:pt x="1876171" y="2233527"/>
                  </a:lnTo>
                  <a:lnTo>
                    <a:pt x="1877026" y="2278200"/>
                  </a:lnTo>
                  <a:lnTo>
                    <a:pt x="1877026" y="2278200"/>
                  </a:lnTo>
                  <a:lnTo>
                    <a:pt x="1877882" y="2278200"/>
                  </a:lnTo>
                  <a:lnTo>
                    <a:pt x="1878737" y="2278200"/>
                  </a:lnTo>
                  <a:lnTo>
                    <a:pt x="1879593" y="2267189"/>
                  </a:lnTo>
                  <a:lnTo>
                    <a:pt x="1880448" y="2242254"/>
                  </a:lnTo>
                  <a:lnTo>
                    <a:pt x="1881304" y="2222942"/>
                  </a:lnTo>
                  <a:lnTo>
                    <a:pt x="1882159" y="2240454"/>
                  </a:lnTo>
                  <a:lnTo>
                    <a:pt x="1883015" y="2205237"/>
                  </a:lnTo>
                  <a:lnTo>
                    <a:pt x="1883870" y="2229951"/>
                  </a:lnTo>
                  <a:lnTo>
                    <a:pt x="1884726" y="2240491"/>
                  </a:lnTo>
                  <a:lnTo>
                    <a:pt x="1885581" y="2278200"/>
                  </a:lnTo>
                  <a:lnTo>
                    <a:pt x="1885581" y="2278200"/>
                  </a:lnTo>
                  <a:lnTo>
                    <a:pt x="1886437" y="2278200"/>
                  </a:lnTo>
                  <a:lnTo>
                    <a:pt x="1887293" y="2278200"/>
                  </a:lnTo>
                  <a:lnTo>
                    <a:pt x="1888148" y="2270338"/>
                  </a:lnTo>
                  <a:lnTo>
                    <a:pt x="1889004" y="2257382"/>
                  </a:lnTo>
                  <a:lnTo>
                    <a:pt x="1889859" y="2278200"/>
                  </a:lnTo>
                  <a:lnTo>
                    <a:pt x="1889859" y="2278200"/>
                  </a:lnTo>
                  <a:lnTo>
                    <a:pt x="1890715" y="2278200"/>
                  </a:lnTo>
                  <a:lnTo>
                    <a:pt x="1891570" y="2278200"/>
                  </a:lnTo>
                  <a:lnTo>
                    <a:pt x="1892426" y="2278200"/>
                  </a:lnTo>
                  <a:lnTo>
                    <a:pt x="1893281" y="2278200"/>
                  </a:lnTo>
                  <a:lnTo>
                    <a:pt x="1894137" y="2206110"/>
                  </a:lnTo>
                  <a:lnTo>
                    <a:pt x="1894992" y="2179493"/>
                  </a:lnTo>
                  <a:lnTo>
                    <a:pt x="1895848" y="2175129"/>
                  </a:lnTo>
                  <a:lnTo>
                    <a:pt x="1896703" y="2174226"/>
                  </a:lnTo>
                  <a:lnTo>
                    <a:pt x="1897559" y="2151339"/>
                  </a:lnTo>
                  <a:lnTo>
                    <a:pt x="1898414" y="2166965"/>
                  </a:lnTo>
                  <a:lnTo>
                    <a:pt x="1899270" y="2129882"/>
                  </a:lnTo>
                  <a:lnTo>
                    <a:pt x="1900125" y="2167538"/>
                  </a:lnTo>
                  <a:lnTo>
                    <a:pt x="1900981" y="2158256"/>
                  </a:lnTo>
                  <a:lnTo>
                    <a:pt x="1901836" y="2100628"/>
                  </a:lnTo>
                  <a:lnTo>
                    <a:pt x="1902692" y="2103561"/>
                  </a:lnTo>
                  <a:lnTo>
                    <a:pt x="1903548" y="2142077"/>
                  </a:lnTo>
                  <a:lnTo>
                    <a:pt x="1904403" y="2147731"/>
                  </a:lnTo>
                  <a:lnTo>
                    <a:pt x="1905259" y="2130643"/>
                  </a:lnTo>
                  <a:lnTo>
                    <a:pt x="1906114" y="2087963"/>
                  </a:lnTo>
                  <a:lnTo>
                    <a:pt x="1906970" y="2107101"/>
                  </a:lnTo>
                  <a:lnTo>
                    <a:pt x="1907825" y="2101061"/>
                  </a:lnTo>
                  <a:lnTo>
                    <a:pt x="1908681" y="2091678"/>
                  </a:lnTo>
                  <a:lnTo>
                    <a:pt x="1909536" y="2088425"/>
                  </a:lnTo>
                  <a:lnTo>
                    <a:pt x="1910392" y="2067001"/>
                  </a:lnTo>
                  <a:lnTo>
                    <a:pt x="1911247" y="2117123"/>
                  </a:lnTo>
                  <a:lnTo>
                    <a:pt x="1912103" y="2123808"/>
                  </a:lnTo>
                  <a:lnTo>
                    <a:pt x="1912958" y="2151546"/>
                  </a:lnTo>
                  <a:lnTo>
                    <a:pt x="1913814" y="2183124"/>
                  </a:lnTo>
                  <a:lnTo>
                    <a:pt x="1914669" y="2216280"/>
                  </a:lnTo>
                  <a:lnTo>
                    <a:pt x="1915525" y="2200158"/>
                  </a:lnTo>
                  <a:lnTo>
                    <a:pt x="1916380" y="2189717"/>
                  </a:lnTo>
                  <a:lnTo>
                    <a:pt x="1917236" y="2128089"/>
                  </a:lnTo>
                  <a:lnTo>
                    <a:pt x="1918091" y="2093343"/>
                  </a:lnTo>
                  <a:lnTo>
                    <a:pt x="1918947" y="2095141"/>
                  </a:lnTo>
                  <a:lnTo>
                    <a:pt x="1919803" y="2094520"/>
                  </a:lnTo>
                  <a:lnTo>
                    <a:pt x="1920658" y="2123159"/>
                  </a:lnTo>
                  <a:lnTo>
                    <a:pt x="1921514" y="2103448"/>
                  </a:lnTo>
                  <a:lnTo>
                    <a:pt x="1922369" y="2145353"/>
                  </a:lnTo>
                  <a:lnTo>
                    <a:pt x="1923225" y="2134580"/>
                  </a:lnTo>
                  <a:lnTo>
                    <a:pt x="1924080" y="2189660"/>
                  </a:lnTo>
                  <a:lnTo>
                    <a:pt x="1924936" y="2106990"/>
                  </a:lnTo>
                  <a:lnTo>
                    <a:pt x="1925791" y="2044530"/>
                  </a:lnTo>
                  <a:lnTo>
                    <a:pt x="1926647" y="2056237"/>
                  </a:lnTo>
                  <a:lnTo>
                    <a:pt x="1927502" y="2100834"/>
                  </a:lnTo>
                  <a:lnTo>
                    <a:pt x="1928358" y="2098812"/>
                  </a:lnTo>
                  <a:lnTo>
                    <a:pt x="1929213" y="2086452"/>
                  </a:lnTo>
                  <a:lnTo>
                    <a:pt x="1930069" y="2020809"/>
                  </a:lnTo>
                  <a:lnTo>
                    <a:pt x="1930924" y="2013411"/>
                  </a:lnTo>
                  <a:lnTo>
                    <a:pt x="1931780" y="1959894"/>
                  </a:lnTo>
                  <a:lnTo>
                    <a:pt x="1932635" y="1983153"/>
                  </a:lnTo>
                  <a:lnTo>
                    <a:pt x="1933491" y="1943418"/>
                  </a:lnTo>
                  <a:lnTo>
                    <a:pt x="1934347" y="1965767"/>
                  </a:lnTo>
                  <a:lnTo>
                    <a:pt x="1935202" y="1989459"/>
                  </a:lnTo>
                  <a:lnTo>
                    <a:pt x="1936058" y="2034210"/>
                  </a:lnTo>
                  <a:lnTo>
                    <a:pt x="1936913" y="2055630"/>
                  </a:lnTo>
                  <a:lnTo>
                    <a:pt x="1937769" y="2098082"/>
                  </a:lnTo>
                  <a:lnTo>
                    <a:pt x="1938624" y="2197953"/>
                  </a:lnTo>
                  <a:lnTo>
                    <a:pt x="1939480" y="2170492"/>
                  </a:lnTo>
                  <a:lnTo>
                    <a:pt x="1940335" y="2235119"/>
                  </a:lnTo>
                  <a:lnTo>
                    <a:pt x="1941191" y="2262153"/>
                  </a:lnTo>
                  <a:lnTo>
                    <a:pt x="1942046" y="2229336"/>
                  </a:lnTo>
                  <a:lnTo>
                    <a:pt x="1942902" y="2171832"/>
                  </a:lnTo>
                  <a:lnTo>
                    <a:pt x="1943757" y="2101314"/>
                  </a:lnTo>
                  <a:lnTo>
                    <a:pt x="1944613" y="2155030"/>
                  </a:lnTo>
                  <a:lnTo>
                    <a:pt x="1945468" y="2111231"/>
                  </a:lnTo>
                  <a:lnTo>
                    <a:pt x="1946324" y="2060265"/>
                  </a:lnTo>
                  <a:lnTo>
                    <a:pt x="1947179" y="2081904"/>
                  </a:lnTo>
                  <a:lnTo>
                    <a:pt x="1948035" y="2111088"/>
                  </a:lnTo>
                  <a:lnTo>
                    <a:pt x="1948890" y="2141463"/>
                  </a:lnTo>
                  <a:lnTo>
                    <a:pt x="1949746" y="2173721"/>
                  </a:lnTo>
                  <a:lnTo>
                    <a:pt x="1950602" y="2148721"/>
                  </a:lnTo>
                  <a:lnTo>
                    <a:pt x="1951457" y="2170241"/>
                  </a:lnTo>
                  <a:lnTo>
                    <a:pt x="1952313" y="2163837"/>
                  </a:lnTo>
                  <a:lnTo>
                    <a:pt x="1953168" y="2175599"/>
                  </a:lnTo>
                  <a:lnTo>
                    <a:pt x="1954024" y="2133326"/>
                  </a:lnTo>
                  <a:lnTo>
                    <a:pt x="1954879" y="2100190"/>
                  </a:lnTo>
                  <a:lnTo>
                    <a:pt x="1955735" y="2096581"/>
                  </a:lnTo>
                  <a:lnTo>
                    <a:pt x="1956590" y="2116744"/>
                  </a:lnTo>
                  <a:lnTo>
                    <a:pt x="1957446" y="2112256"/>
                  </a:lnTo>
                  <a:lnTo>
                    <a:pt x="1958301" y="2080568"/>
                  </a:lnTo>
                  <a:lnTo>
                    <a:pt x="1959157" y="2139441"/>
                  </a:lnTo>
                  <a:lnTo>
                    <a:pt x="1960012" y="2135723"/>
                  </a:lnTo>
                  <a:lnTo>
                    <a:pt x="1960868" y="2136880"/>
                  </a:lnTo>
                  <a:lnTo>
                    <a:pt x="1961723" y="2141397"/>
                  </a:lnTo>
                  <a:lnTo>
                    <a:pt x="1962579" y="2172153"/>
                  </a:lnTo>
                  <a:lnTo>
                    <a:pt x="1963434" y="2182256"/>
                  </a:lnTo>
                  <a:lnTo>
                    <a:pt x="1964290" y="2159018"/>
                  </a:lnTo>
                  <a:lnTo>
                    <a:pt x="1965145" y="2178895"/>
                  </a:lnTo>
                  <a:lnTo>
                    <a:pt x="1966001" y="2204279"/>
                  </a:lnTo>
                  <a:lnTo>
                    <a:pt x="1966857" y="2194543"/>
                  </a:lnTo>
                  <a:lnTo>
                    <a:pt x="1967712" y="2152149"/>
                  </a:lnTo>
                  <a:lnTo>
                    <a:pt x="1968568" y="2144250"/>
                  </a:lnTo>
                  <a:lnTo>
                    <a:pt x="1969423" y="2089739"/>
                  </a:lnTo>
                  <a:lnTo>
                    <a:pt x="1970279" y="2088810"/>
                  </a:lnTo>
                  <a:lnTo>
                    <a:pt x="1971134" y="2030470"/>
                  </a:lnTo>
                  <a:lnTo>
                    <a:pt x="1971990" y="1966464"/>
                  </a:lnTo>
                  <a:lnTo>
                    <a:pt x="1972845" y="2026917"/>
                  </a:lnTo>
                  <a:lnTo>
                    <a:pt x="1973701" y="1984440"/>
                  </a:lnTo>
                  <a:lnTo>
                    <a:pt x="1974556" y="2009799"/>
                  </a:lnTo>
                  <a:lnTo>
                    <a:pt x="1975412" y="2004107"/>
                  </a:lnTo>
                  <a:lnTo>
                    <a:pt x="1976267" y="2048803"/>
                  </a:lnTo>
                  <a:lnTo>
                    <a:pt x="1977123" y="2056960"/>
                  </a:lnTo>
                  <a:lnTo>
                    <a:pt x="1977978" y="2001772"/>
                  </a:lnTo>
                  <a:lnTo>
                    <a:pt x="1978834" y="2020188"/>
                  </a:lnTo>
                  <a:lnTo>
                    <a:pt x="1979689" y="2086621"/>
                  </a:lnTo>
                  <a:lnTo>
                    <a:pt x="1980545" y="2130782"/>
                  </a:lnTo>
                  <a:lnTo>
                    <a:pt x="1981401" y="2146638"/>
                  </a:lnTo>
                  <a:lnTo>
                    <a:pt x="1982256" y="2123935"/>
                  </a:lnTo>
                  <a:lnTo>
                    <a:pt x="1983112" y="2145849"/>
                  </a:lnTo>
                  <a:lnTo>
                    <a:pt x="1983967" y="2183192"/>
                  </a:lnTo>
                  <a:lnTo>
                    <a:pt x="1984823" y="2242032"/>
                  </a:lnTo>
                  <a:lnTo>
                    <a:pt x="1985678" y="2238402"/>
                  </a:lnTo>
                  <a:lnTo>
                    <a:pt x="1986534" y="2222277"/>
                  </a:lnTo>
                  <a:lnTo>
                    <a:pt x="1987389" y="2233205"/>
                  </a:lnTo>
                  <a:lnTo>
                    <a:pt x="1988245" y="2230786"/>
                  </a:lnTo>
                  <a:lnTo>
                    <a:pt x="1989100" y="2209906"/>
                  </a:lnTo>
                  <a:lnTo>
                    <a:pt x="1989956" y="2221803"/>
                  </a:lnTo>
                  <a:lnTo>
                    <a:pt x="1990811" y="2172301"/>
                  </a:lnTo>
                  <a:lnTo>
                    <a:pt x="1991667" y="2116431"/>
                  </a:lnTo>
                  <a:lnTo>
                    <a:pt x="1992522" y="2133247"/>
                  </a:lnTo>
                  <a:lnTo>
                    <a:pt x="1993378" y="2147684"/>
                  </a:lnTo>
                  <a:lnTo>
                    <a:pt x="1994233" y="2164066"/>
                  </a:lnTo>
                  <a:lnTo>
                    <a:pt x="1995089" y="2103167"/>
                  </a:lnTo>
                  <a:lnTo>
                    <a:pt x="1995944" y="2085084"/>
                  </a:lnTo>
                  <a:lnTo>
                    <a:pt x="1996800" y="2046267"/>
                  </a:lnTo>
                  <a:lnTo>
                    <a:pt x="1997656" y="2101502"/>
                  </a:lnTo>
                  <a:lnTo>
                    <a:pt x="1998511" y="2154724"/>
                  </a:lnTo>
                  <a:lnTo>
                    <a:pt x="1999367" y="2109760"/>
                  </a:lnTo>
                  <a:lnTo>
                    <a:pt x="2000222" y="2140643"/>
                  </a:lnTo>
                  <a:lnTo>
                    <a:pt x="2001078" y="2146394"/>
                  </a:lnTo>
                  <a:lnTo>
                    <a:pt x="2001933" y="2084315"/>
                  </a:lnTo>
                  <a:lnTo>
                    <a:pt x="2002789" y="2110511"/>
                  </a:lnTo>
                  <a:lnTo>
                    <a:pt x="2003644" y="2080284"/>
                  </a:lnTo>
                  <a:lnTo>
                    <a:pt x="2004500" y="2079815"/>
                  </a:lnTo>
                  <a:lnTo>
                    <a:pt x="2005355" y="2088474"/>
                  </a:lnTo>
                  <a:lnTo>
                    <a:pt x="2006211" y="2164123"/>
                  </a:lnTo>
                  <a:lnTo>
                    <a:pt x="2007066" y="2176628"/>
                  </a:lnTo>
                  <a:lnTo>
                    <a:pt x="2007922" y="2094884"/>
                  </a:lnTo>
                  <a:lnTo>
                    <a:pt x="2008777" y="2114911"/>
                  </a:lnTo>
                  <a:lnTo>
                    <a:pt x="2009633" y="2092022"/>
                  </a:lnTo>
                  <a:lnTo>
                    <a:pt x="2010488" y="2084417"/>
                  </a:lnTo>
                  <a:lnTo>
                    <a:pt x="2011344" y="2047927"/>
                  </a:lnTo>
                  <a:lnTo>
                    <a:pt x="2012199" y="2020746"/>
                  </a:lnTo>
                  <a:lnTo>
                    <a:pt x="2013055" y="2089634"/>
                  </a:lnTo>
                  <a:lnTo>
                    <a:pt x="2013911" y="2122608"/>
                  </a:lnTo>
                  <a:lnTo>
                    <a:pt x="2014766" y="2083921"/>
                  </a:lnTo>
                  <a:lnTo>
                    <a:pt x="2015622" y="2092423"/>
                  </a:lnTo>
                  <a:lnTo>
                    <a:pt x="2016477" y="2196414"/>
                  </a:lnTo>
                  <a:lnTo>
                    <a:pt x="2017333" y="2227161"/>
                  </a:lnTo>
                  <a:lnTo>
                    <a:pt x="2018188" y="2219661"/>
                  </a:lnTo>
                  <a:lnTo>
                    <a:pt x="2019044" y="2207406"/>
                  </a:lnTo>
                  <a:lnTo>
                    <a:pt x="2019899" y="2255907"/>
                  </a:lnTo>
                  <a:lnTo>
                    <a:pt x="2020755" y="2278200"/>
                  </a:lnTo>
                  <a:lnTo>
                    <a:pt x="2020755" y="2278200"/>
                  </a:lnTo>
                  <a:lnTo>
                    <a:pt x="2021610" y="2278200"/>
                  </a:lnTo>
                  <a:lnTo>
                    <a:pt x="2022466" y="2266758"/>
                  </a:lnTo>
                  <a:lnTo>
                    <a:pt x="2023321" y="2259564"/>
                  </a:lnTo>
                  <a:lnTo>
                    <a:pt x="2024177" y="2278200"/>
                  </a:lnTo>
                  <a:lnTo>
                    <a:pt x="2024177" y="2278200"/>
                  </a:lnTo>
                  <a:lnTo>
                    <a:pt x="2025032" y="2278200"/>
                  </a:lnTo>
                  <a:lnTo>
                    <a:pt x="2025888" y="2250548"/>
                  </a:lnTo>
                  <a:lnTo>
                    <a:pt x="2026743" y="2238727"/>
                  </a:lnTo>
                  <a:lnTo>
                    <a:pt x="2027599" y="2248736"/>
                  </a:lnTo>
                  <a:lnTo>
                    <a:pt x="2028454" y="2267453"/>
                  </a:lnTo>
                  <a:lnTo>
                    <a:pt x="2029310" y="2264044"/>
                  </a:lnTo>
                  <a:lnTo>
                    <a:pt x="2030166" y="2271647"/>
                  </a:lnTo>
                  <a:lnTo>
                    <a:pt x="2031021" y="2272329"/>
                  </a:lnTo>
                  <a:lnTo>
                    <a:pt x="2031877" y="2278200"/>
                  </a:lnTo>
                  <a:lnTo>
                    <a:pt x="2031877" y="2278200"/>
                  </a:lnTo>
                  <a:lnTo>
                    <a:pt x="2032732" y="2239581"/>
                  </a:lnTo>
                  <a:lnTo>
                    <a:pt x="2033588" y="2212291"/>
                  </a:lnTo>
                  <a:lnTo>
                    <a:pt x="2034443" y="2224869"/>
                  </a:lnTo>
                  <a:lnTo>
                    <a:pt x="2035299" y="2257356"/>
                  </a:lnTo>
                  <a:lnTo>
                    <a:pt x="2036154" y="2268608"/>
                  </a:lnTo>
                  <a:lnTo>
                    <a:pt x="2037010" y="2251344"/>
                  </a:lnTo>
                  <a:lnTo>
                    <a:pt x="2037865" y="2278200"/>
                  </a:lnTo>
                  <a:lnTo>
                    <a:pt x="2037865" y="2278200"/>
                  </a:lnTo>
                  <a:lnTo>
                    <a:pt x="2038721" y="2278200"/>
                  </a:lnTo>
                  <a:lnTo>
                    <a:pt x="2039576" y="2278200"/>
                  </a:lnTo>
                  <a:lnTo>
                    <a:pt x="2040432" y="2278200"/>
                  </a:lnTo>
                  <a:lnTo>
                    <a:pt x="2041287" y="2272912"/>
                  </a:lnTo>
                  <a:lnTo>
                    <a:pt x="2042143" y="2217863"/>
                  </a:lnTo>
                  <a:lnTo>
                    <a:pt x="2042998" y="2235366"/>
                  </a:lnTo>
                  <a:lnTo>
                    <a:pt x="2043854" y="2238147"/>
                  </a:lnTo>
                  <a:lnTo>
                    <a:pt x="2044710" y="2204716"/>
                  </a:lnTo>
                  <a:lnTo>
                    <a:pt x="2045565" y="2185147"/>
                  </a:lnTo>
                  <a:lnTo>
                    <a:pt x="2046421" y="2200616"/>
                  </a:lnTo>
                  <a:lnTo>
                    <a:pt x="2047276" y="2212231"/>
                  </a:lnTo>
                  <a:lnTo>
                    <a:pt x="2048132" y="2187897"/>
                  </a:lnTo>
                  <a:lnTo>
                    <a:pt x="2048987" y="2145946"/>
                  </a:lnTo>
                  <a:lnTo>
                    <a:pt x="2049843" y="2101194"/>
                  </a:lnTo>
                  <a:lnTo>
                    <a:pt x="2050698" y="2117260"/>
                  </a:lnTo>
                  <a:lnTo>
                    <a:pt x="2051554" y="2132561"/>
                  </a:lnTo>
                  <a:lnTo>
                    <a:pt x="2052409" y="2110916"/>
                  </a:lnTo>
                  <a:lnTo>
                    <a:pt x="2053265" y="2061555"/>
                  </a:lnTo>
                  <a:lnTo>
                    <a:pt x="2054120" y="2073462"/>
                  </a:lnTo>
                  <a:lnTo>
                    <a:pt x="2054976" y="2133552"/>
                  </a:lnTo>
                  <a:lnTo>
                    <a:pt x="2055831" y="2118145"/>
                  </a:lnTo>
                  <a:lnTo>
                    <a:pt x="2056687" y="2102591"/>
                  </a:lnTo>
                  <a:lnTo>
                    <a:pt x="2057542" y="2077808"/>
                  </a:lnTo>
                  <a:lnTo>
                    <a:pt x="2058398" y="2115913"/>
                  </a:lnTo>
                  <a:lnTo>
                    <a:pt x="2059253" y="2144756"/>
                  </a:lnTo>
                  <a:lnTo>
                    <a:pt x="2060109" y="2090087"/>
                  </a:lnTo>
                  <a:lnTo>
                    <a:pt x="2060965" y="2046367"/>
                  </a:lnTo>
                  <a:lnTo>
                    <a:pt x="2061820" y="2033925"/>
                  </a:lnTo>
                  <a:lnTo>
                    <a:pt x="2062676" y="2060155"/>
                  </a:lnTo>
                  <a:lnTo>
                    <a:pt x="2063531" y="2066509"/>
                  </a:lnTo>
                  <a:lnTo>
                    <a:pt x="2064387" y="2063149"/>
                  </a:lnTo>
                  <a:lnTo>
                    <a:pt x="2065242" y="2067391"/>
                  </a:lnTo>
                  <a:lnTo>
                    <a:pt x="2066098" y="2014126"/>
                  </a:lnTo>
                  <a:lnTo>
                    <a:pt x="2066953" y="2081545"/>
                  </a:lnTo>
                  <a:lnTo>
                    <a:pt x="2067809" y="2041038"/>
                  </a:lnTo>
                  <a:lnTo>
                    <a:pt x="2068664" y="2038475"/>
                  </a:lnTo>
                  <a:lnTo>
                    <a:pt x="2069520" y="2063164"/>
                  </a:lnTo>
                  <a:lnTo>
                    <a:pt x="2070375" y="2066439"/>
                  </a:lnTo>
                  <a:lnTo>
                    <a:pt x="2071231" y="2123375"/>
                  </a:lnTo>
                  <a:lnTo>
                    <a:pt x="2072086" y="2111962"/>
                  </a:lnTo>
                  <a:lnTo>
                    <a:pt x="2072942" y="2107475"/>
                  </a:lnTo>
                  <a:lnTo>
                    <a:pt x="2073797" y="2179349"/>
                  </a:lnTo>
                  <a:lnTo>
                    <a:pt x="2074653" y="2167129"/>
                  </a:lnTo>
                  <a:lnTo>
                    <a:pt x="2075508" y="2125132"/>
                  </a:lnTo>
                  <a:lnTo>
                    <a:pt x="2076364" y="2142296"/>
                  </a:lnTo>
                  <a:lnTo>
                    <a:pt x="2077220" y="2151444"/>
                  </a:lnTo>
                  <a:lnTo>
                    <a:pt x="2078075" y="2214313"/>
                  </a:lnTo>
                  <a:lnTo>
                    <a:pt x="2078931" y="2200946"/>
                  </a:lnTo>
                  <a:lnTo>
                    <a:pt x="2079786" y="2126829"/>
                  </a:lnTo>
                  <a:lnTo>
                    <a:pt x="2080642" y="2168839"/>
                  </a:lnTo>
                  <a:lnTo>
                    <a:pt x="2081497" y="2200429"/>
                  </a:lnTo>
                  <a:lnTo>
                    <a:pt x="2082353" y="2189824"/>
                  </a:lnTo>
                  <a:lnTo>
                    <a:pt x="2083208" y="2210634"/>
                  </a:lnTo>
                  <a:lnTo>
                    <a:pt x="2084064" y="2200468"/>
                  </a:lnTo>
                  <a:lnTo>
                    <a:pt x="2084919" y="2231302"/>
                  </a:lnTo>
                  <a:lnTo>
                    <a:pt x="2085775" y="2231574"/>
                  </a:lnTo>
                  <a:lnTo>
                    <a:pt x="2086630" y="2244616"/>
                  </a:lnTo>
                  <a:lnTo>
                    <a:pt x="2087486" y="2261111"/>
                  </a:lnTo>
                  <a:lnTo>
                    <a:pt x="2088341" y="2263126"/>
                  </a:lnTo>
                  <a:lnTo>
                    <a:pt x="2089197" y="2261094"/>
                  </a:lnTo>
                  <a:lnTo>
                    <a:pt x="2090052" y="2248067"/>
                  </a:lnTo>
                  <a:lnTo>
                    <a:pt x="2090908" y="2242690"/>
                  </a:lnTo>
                  <a:lnTo>
                    <a:pt x="2091764" y="2261222"/>
                  </a:lnTo>
                  <a:lnTo>
                    <a:pt x="2092619" y="2251945"/>
                  </a:lnTo>
                  <a:lnTo>
                    <a:pt x="2093475" y="2234187"/>
                  </a:lnTo>
                  <a:lnTo>
                    <a:pt x="2094330" y="2242738"/>
                  </a:lnTo>
                  <a:lnTo>
                    <a:pt x="2095186" y="2228921"/>
                  </a:lnTo>
                  <a:lnTo>
                    <a:pt x="2096041" y="2235043"/>
                  </a:lnTo>
                  <a:lnTo>
                    <a:pt x="2096897" y="2262611"/>
                  </a:lnTo>
                  <a:lnTo>
                    <a:pt x="2097752" y="2234453"/>
                  </a:lnTo>
                  <a:lnTo>
                    <a:pt x="2098608" y="2219710"/>
                  </a:lnTo>
                  <a:lnTo>
                    <a:pt x="2099463" y="2200255"/>
                  </a:lnTo>
                  <a:lnTo>
                    <a:pt x="2100319" y="2203762"/>
                  </a:lnTo>
                  <a:lnTo>
                    <a:pt x="2101174" y="2180165"/>
                  </a:lnTo>
                  <a:lnTo>
                    <a:pt x="2102030" y="2175204"/>
                  </a:lnTo>
                  <a:lnTo>
                    <a:pt x="2102885" y="2165921"/>
                  </a:lnTo>
                  <a:lnTo>
                    <a:pt x="2103741" y="2150548"/>
                  </a:lnTo>
                  <a:lnTo>
                    <a:pt x="2104596" y="2159693"/>
                  </a:lnTo>
                  <a:lnTo>
                    <a:pt x="2105452" y="2181360"/>
                  </a:lnTo>
                  <a:lnTo>
                    <a:pt x="2106307" y="2226631"/>
                  </a:lnTo>
                  <a:lnTo>
                    <a:pt x="2107163" y="2243004"/>
                  </a:lnTo>
                  <a:lnTo>
                    <a:pt x="2108019" y="2187711"/>
                  </a:lnTo>
                  <a:lnTo>
                    <a:pt x="2108874" y="2181380"/>
                  </a:lnTo>
                  <a:lnTo>
                    <a:pt x="2109730" y="2194959"/>
                  </a:lnTo>
                  <a:lnTo>
                    <a:pt x="2110585" y="2208174"/>
                  </a:lnTo>
                  <a:lnTo>
                    <a:pt x="2111441" y="2241341"/>
                  </a:lnTo>
                  <a:lnTo>
                    <a:pt x="2112296" y="2278200"/>
                  </a:lnTo>
                  <a:lnTo>
                    <a:pt x="2112296" y="2278200"/>
                  </a:lnTo>
                  <a:lnTo>
                    <a:pt x="2113152" y="2254450"/>
                  </a:lnTo>
                  <a:lnTo>
                    <a:pt x="2114007" y="2260301"/>
                  </a:lnTo>
                  <a:lnTo>
                    <a:pt x="2114863" y="2253312"/>
                  </a:lnTo>
                  <a:lnTo>
                    <a:pt x="2115718" y="2199899"/>
                  </a:lnTo>
                  <a:lnTo>
                    <a:pt x="2116574" y="2238736"/>
                  </a:lnTo>
                  <a:lnTo>
                    <a:pt x="2117429" y="2235433"/>
                  </a:lnTo>
                  <a:lnTo>
                    <a:pt x="2118285" y="2222468"/>
                  </a:lnTo>
                  <a:lnTo>
                    <a:pt x="2119140" y="2202842"/>
                  </a:lnTo>
                  <a:lnTo>
                    <a:pt x="2119996" y="2192033"/>
                  </a:lnTo>
                  <a:lnTo>
                    <a:pt x="2120851" y="2195724"/>
                  </a:lnTo>
                  <a:lnTo>
                    <a:pt x="2121707" y="2175560"/>
                  </a:lnTo>
                  <a:lnTo>
                    <a:pt x="2122562" y="2129045"/>
                  </a:lnTo>
                  <a:lnTo>
                    <a:pt x="2123418" y="2142324"/>
                  </a:lnTo>
                  <a:lnTo>
                    <a:pt x="2124274" y="2128824"/>
                  </a:lnTo>
                  <a:lnTo>
                    <a:pt x="2125129" y="2099474"/>
                  </a:lnTo>
                  <a:lnTo>
                    <a:pt x="2125985" y="2056553"/>
                  </a:lnTo>
                  <a:lnTo>
                    <a:pt x="2126840" y="2058410"/>
                  </a:lnTo>
                  <a:lnTo>
                    <a:pt x="2127696" y="2098957"/>
                  </a:lnTo>
                  <a:lnTo>
                    <a:pt x="2128551" y="2085269"/>
                  </a:lnTo>
                  <a:lnTo>
                    <a:pt x="2129407" y="2025238"/>
                  </a:lnTo>
                  <a:lnTo>
                    <a:pt x="2130262" y="2026753"/>
                  </a:lnTo>
                  <a:lnTo>
                    <a:pt x="2131118" y="2008819"/>
                  </a:lnTo>
                  <a:lnTo>
                    <a:pt x="2131973" y="2053843"/>
                  </a:lnTo>
                  <a:lnTo>
                    <a:pt x="2132829" y="2042779"/>
                  </a:lnTo>
                  <a:lnTo>
                    <a:pt x="2133684" y="2030619"/>
                  </a:lnTo>
                  <a:lnTo>
                    <a:pt x="2134540" y="2056613"/>
                  </a:lnTo>
                  <a:lnTo>
                    <a:pt x="2135395" y="2121267"/>
                  </a:lnTo>
                  <a:lnTo>
                    <a:pt x="2136251" y="2122040"/>
                  </a:lnTo>
                  <a:lnTo>
                    <a:pt x="2137106" y="2139678"/>
                  </a:lnTo>
                  <a:lnTo>
                    <a:pt x="2137962" y="2116114"/>
                  </a:lnTo>
                  <a:lnTo>
                    <a:pt x="2138818" y="2138194"/>
                  </a:lnTo>
                  <a:lnTo>
                    <a:pt x="2139673" y="2196309"/>
                  </a:lnTo>
                  <a:lnTo>
                    <a:pt x="2140529" y="2140837"/>
                  </a:lnTo>
                  <a:lnTo>
                    <a:pt x="2141384" y="2140843"/>
                  </a:lnTo>
                  <a:lnTo>
                    <a:pt x="2142240" y="2091315"/>
                  </a:lnTo>
                  <a:lnTo>
                    <a:pt x="2143095" y="2125776"/>
                  </a:lnTo>
                  <a:lnTo>
                    <a:pt x="2143951" y="2108483"/>
                  </a:lnTo>
                  <a:lnTo>
                    <a:pt x="2144806" y="2077323"/>
                  </a:lnTo>
                  <a:lnTo>
                    <a:pt x="2145662" y="2111965"/>
                  </a:lnTo>
                  <a:lnTo>
                    <a:pt x="2146517" y="2173893"/>
                  </a:lnTo>
                  <a:lnTo>
                    <a:pt x="2147373" y="2189315"/>
                  </a:lnTo>
                  <a:lnTo>
                    <a:pt x="2148228" y="2163360"/>
                  </a:lnTo>
                  <a:lnTo>
                    <a:pt x="2149084" y="2153768"/>
                  </a:lnTo>
                  <a:lnTo>
                    <a:pt x="2149939" y="2127634"/>
                  </a:lnTo>
                  <a:lnTo>
                    <a:pt x="2150795" y="2155869"/>
                  </a:lnTo>
                  <a:lnTo>
                    <a:pt x="2151650" y="2145443"/>
                  </a:lnTo>
                  <a:lnTo>
                    <a:pt x="2152506" y="2178865"/>
                  </a:lnTo>
                  <a:lnTo>
                    <a:pt x="2153361" y="2169729"/>
                  </a:lnTo>
                  <a:lnTo>
                    <a:pt x="2154217" y="2171251"/>
                  </a:lnTo>
                  <a:lnTo>
                    <a:pt x="2155073" y="2187127"/>
                  </a:lnTo>
                  <a:lnTo>
                    <a:pt x="2155928" y="2252361"/>
                  </a:lnTo>
                  <a:lnTo>
                    <a:pt x="2156784" y="2244554"/>
                  </a:lnTo>
                  <a:lnTo>
                    <a:pt x="2157639" y="2223310"/>
                  </a:lnTo>
                  <a:lnTo>
                    <a:pt x="2158495" y="2242268"/>
                  </a:lnTo>
                  <a:lnTo>
                    <a:pt x="2159350" y="2185375"/>
                  </a:lnTo>
                  <a:lnTo>
                    <a:pt x="2160206" y="2193275"/>
                  </a:lnTo>
                  <a:lnTo>
                    <a:pt x="2161061" y="2160180"/>
                  </a:lnTo>
                  <a:lnTo>
                    <a:pt x="2161917" y="2149596"/>
                  </a:lnTo>
                  <a:lnTo>
                    <a:pt x="2162772" y="2117192"/>
                  </a:lnTo>
                  <a:lnTo>
                    <a:pt x="2163628" y="2126302"/>
                  </a:lnTo>
                  <a:lnTo>
                    <a:pt x="2164483" y="2113611"/>
                  </a:lnTo>
                  <a:lnTo>
                    <a:pt x="2165339" y="2139647"/>
                  </a:lnTo>
                  <a:lnTo>
                    <a:pt x="2166194" y="2088795"/>
                  </a:lnTo>
                  <a:lnTo>
                    <a:pt x="2167050" y="2048095"/>
                  </a:lnTo>
                  <a:lnTo>
                    <a:pt x="2167905" y="2019715"/>
                  </a:lnTo>
                  <a:lnTo>
                    <a:pt x="2168761" y="2087622"/>
                  </a:lnTo>
                  <a:lnTo>
                    <a:pt x="2169616" y="2075436"/>
                  </a:lnTo>
                  <a:lnTo>
                    <a:pt x="2170472" y="2103904"/>
                  </a:lnTo>
                  <a:lnTo>
                    <a:pt x="2171328" y="2153869"/>
                  </a:lnTo>
                  <a:lnTo>
                    <a:pt x="2172183" y="2118848"/>
                  </a:lnTo>
                  <a:lnTo>
                    <a:pt x="2173039" y="2103649"/>
                  </a:lnTo>
                  <a:lnTo>
                    <a:pt x="2173894" y="2094949"/>
                  </a:lnTo>
                  <a:lnTo>
                    <a:pt x="2174750" y="2139953"/>
                  </a:lnTo>
                  <a:lnTo>
                    <a:pt x="2175605" y="2204452"/>
                  </a:lnTo>
                  <a:lnTo>
                    <a:pt x="2176461" y="2193320"/>
                  </a:lnTo>
                  <a:lnTo>
                    <a:pt x="2177316" y="2180794"/>
                  </a:lnTo>
                  <a:lnTo>
                    <a:pt x="2178172" y="2193273"/>
                  </a:lnTo>
                  <a:lnTo>
                    <a:pt x="2179027" y="2188718"/>
                  </a:lnTo>
                  <a:lnTo>
                    <a:pt x="2179883" y="2233721"/>
                  </a:lnTo>
                  <a:lnTo>
                    <a:pt x="2180738" y="2203233"/>
                  </a:lnTo>
                  <a:lnTo>
                    <a:pt x="2181594" y="2231410"/>
                  </a:lnTo>
                  <a:lnTo>
                    <a:pt x="2182449" y="2240263"/>
                  </a:lnTo>
                  <a:lnTo>
                    <a:pt x="2183305" y="2221613"/>
                  </a:lnTo>
                  <a:lnTo>
                    <a:pt x="2184160" y="2230467"/>
                  </a:lnTo>
                  <a:lnTo>
                    <a:pt x="2185016" y="2235914"/>
                  </a:lnTo>
                  <a:lnTo>
                    <a:pt x="2185872" y="2254663"/>
                  </a:lnTo>
                  <a:lnTo>
                    <a:pt x="2186727" y="2231338"/>
                  </a:lnTo>
                  <a:lnTo>
                    <a:pt x="2187583" y="2243087"/>
                  </a:lnTo>
                  <a:lnTo>
                    <a:pt x="2188438" y="2278200"/>
                  </a:lnTo>
                  <a:lnTo>
                    <a:pt x="2188438" y="2278200"/>
                  </a:lnTo>
                  <a:lnTo>
                    <a:pt x="2189294" y="2253003"/>
                  </a:lnTo>
                  <a:lnTo>
                    <a:pt x="2190149" y="2258989"/>
                  </a:lnTo>
                  <a:lnTo>
                    <a:pt x="2191005" y="2223348"/>
                  </a:lnTo>
                  <a:lnTo>
                    <a:pt x="2191860" y="2214579"/>
                  </a:lnTo>
                  <a:lnTo>
                    <a:pt x="2192716" y="2219698"/>
                  </a:lnTo>
                  <a:lnTo>
                    <a:pt x="2193571" y="2247889"/>
                  </a:lnTo>
                  <a:lnTo>
                    <a:pt x="2194427" y="2274368"/>
                  </a:lnTo>
                  <a:lnTo>
                    <a:pt x="2195282" y="2224160"/>
                  </a:lnTo>
                  <a:lnTo>
                    <a:pt x="2196138" y="2206700"/>
                  </a:lnTo>
                  <a:lnTo>
                    <a:pt x="2196993" y="2189441"/>
                  </a:lnTo>
                  <a:lnTo>
                    <a:pt x="2197849" y="2196304"/>
                  </a:lnTo>
                  <a:lnTo>
                    <a:pt x="2198704" y="2188370"/>
                  </a:lnTo>
                  <a:lnTo>
                    <a:pt x="2199560" y="2186446"/>
                  </a:lnTo>
                  <a:lnTo>
                    <a:pt x="2200415" y="2204128"/>
                  </a:lnTo>
                  <a:lnTo>
                    <a:pt x="2201271" y="2204479"/>
                  </a:lnTo>
                  <a:lnTo>
                    <a:pt x="2202127" y="2272265"/>
                  </a:lnTo>
                  <a:lnTo>
                    <a:pt x="2202982" y="2278200"/>
                  </a:lnTo>
                  <a:lnTo>
                    <a:pt x="2202982" y="2278200"/>
                  </a:lnTo>
                  <a:lnTo>
                    <a:pt x="2203838" y="2272420"/>
                  </a:lnTo>
                  <a:lnTo>
                    <a:pt x="2204693" y="2208280"/>
                  </a:lnTo>
                  <a:lnTo>
                    <a:pt x="2205549" y="2193306"/>
                  </a:lnTo>
                  <a:lnTo>
                    <a:pt x="2206404" y="2212615"/>
                  </a:lnTo>
                  <a:lnTo>
                    <a:pt x="2207260" y="2187639"/>
                  </a:lnTo>
                  <a:lnTo>
                    <a:pt x="2208115" y="2133262"/>
                  </a:lnTo>
                  <a:lnTo>
                    <a:pt x="2208971" y="2116768"/>
                  </a:lnTo>
                  <a:lnTo>
                    <a:pt x="2209826" y="2160333"/>
                  </a:lnTo>
                  <a:lnTo>
                    <a:pt x="2210682" y="2142256"/>
                  </a:lnTo>
                  <a:lnTo>
                    <a:pt x="2211537" y="2140076"/>
                  </a:lnTo>
                  <a:lnTo>
                    <a:pt x="2212393" y="2119091"/>
                  </a:lnTo>
                  <a:lnTo>
                    <a:pt x="2213248" y="2146582"/>
                  </a:lnTo>
                  <a:lnTo>
                    <a:pt x="2214104" y="2162531"/>
                  </a:lnTo>
                  <a:lnTo>
                    <a:pt x="2214959" y="2159443"/>
                  </a:lnTo>
                  <a:lnTo>
                    <a:pt x="2215815" y="2162875"/>
                  </a:lnTo>
                  <a:lnTo>
                    <a:pt x="2216670" y="2171626"/>
                  </a:lnTo>
                  <a:lnTo>
                    <a:pt x="2217526" y="2156546"/>
                  </a:lnTo>
                  <a:lnTo>
                    <a:pt x="2218382" y="2130678"/>
                  </a:lnTo>
                  <a:lnTo>
                    <a:pt x="2219237" y="2053689"/>
                  </a:lnTo>
                  <a:lnTo>
                    <a:pt x="2220093" y="2046592"/>
                  </a:lnTo>
                  <a:lnTo>
                    <a:pt x="2220948" y="2038796"/>
                  </a:lnTo>
                  <a:lnTo>
                    <a:pt x="2221804" y="1984258"/>
                  </a:lnTo>
                  <a:lnTo>
                    <a:pt x="2222659" y="1994426"/>
                  </a:lnTo>
                  <a:lnTo>
                    <a:pt x="2223515" y="1949329"/>
                  </a:lnTo>
                  <a:lnTo>
                    <a:pt x="2224370" y="1959108"/>
                  </a:lnTo>
                  <a:lnTo>
                    <a:pt x="2225226" y="1983184"/>
                  </a:lnTo>
                  <a:lnTo>
                    <a:pt x="2226081" y="2003541"/>
                  </a:lnTo>
                  <a:lnTo>
                    <a:pt x="2226937" y="2008975"/>
                  </a:lnTo>
                  <a:lnTo>
                    <a:pt x="2227792" y="1950067"/>
                  </a:lnTo>
                  <a:lnTo>
                    <a:pt x="2228648" y="1978111"/>
                  </a:lnTo>
                  <a:lnTo>
                    <a:pt x="2229503" y="1938793"/>
                  </a:lnTo>
                  <a:lnTo>
                    <a:pt x="2230359" y="1933924"/>
                  </a:lnTo>
                  <a:lnTo>
                    <a:pt x="2231214" y="1963505"/>
                  </a:lnTo>
                  <a:lnTo>
                    <a:pt x="2232070" y="1970076"/>
                  </a:lnTo>
                  <a:lnTo>
                    <a:pt x="2232925" y="1962470"/>
                  </a:lnTo>
                  <a:lnTo>
                    <a:pt x="2233781" y="1957452"/>
                  </a:lnTo>
                  <a:lnTo>
                    <a:pt x="2234637" y="1986073"/>
                  </a:lnTo>
                  <a:lnTo>
                    <a:pt x="2235492" y="1960673"/>
                  </a:lnTo>
                  <a:lnTo>
                    <a:pt x="2236348" y="1890129"/>
                  </a:lnTo>
                  <a:lnTo>
                    <a:pt x="2237203" y="1834807"/>
                  </a:lnTo>
                  <a:lnTo>
                    <a:pt x="2238059" y="1872808"/>
                  </a:lnTo>
                  <a:lnTo>
                    <a:pt x="2238914" y="1847228"/>
                  </a:lnTo>
                  <a:lnTo>
                    <a:pt x="2239770" y="1832329"/>
                  </a:lnTo>
                  <a:lnTo>
                    <a:pt x="2240625" y="1789208"/>
                  </a:lnTo>
                  <a:lnTo>
                    <a:pt x="2241481" y="1658132"/>
                  </a:lnTo>
                  <a:lnTo>
                    <a:pt x="2242336" y="1661377"/>
                  </a:lnTo>
                  <a:lnTo>
                    <a:pt x="2243192" y="1680313"/>
                  </a:lnTo>
                  <a:lnTo>
                    <a:pt x="2244047" y="1679541"/>
                  </a:lnTo>
                  <a:lnTo>
                    <a:pt x="2244903" y="1682438"/>
                  </a:lnTo>
                  <a:lnTo>
                    <a:pt x="2245758" y="1657847"/>
                  </a:lnTo>
                  <a:lnTo>
                    <a:pt x="2246614" y="1661323"/>
                  </a:lnTo>
                  <a:lnTo>
                    <a:pt x="2247469" y="1638172"/>
                  </a:lnTo>
                  <a:lnTo>
                    <a:pt x="2248325" y="1576586"/>
                  </a:lnTo>
                  <a:lnTo>
                    <a:pt x="2249181" y="1597253"/>
                  </a:lnTo>
                  <a:lnTo>
                    <a:pt x="2250036" y="1566505"/>
                  </a:lnTo>
                  <a:lnTo>
                    <a:pt x="2250892" y="1593111"/>
                  </a:lnTo>
                  <a:lnTo>
                    <a:pt x="2251747" y="1601214"/>
                  </a:lnTo>
                  <a:lnTo>
                    <a:pt x="2252603" y="1604154"/>
                  </a:lnTo>
                  <a:lnTo>
                    <a:pt x="2253458" y="1683768"/>
                  </a:lnTo>
                  <a:lnTo>
                    <a:pt x="2254314" y="1629698"/>
                  </a:lnTo>
                  <a:lnTo>
                    <a:pt x="2255169" y="1701386"/>
                  </a:lnTo>
                  <a:lnTo>
                    <a:pt x="2256025" y="1633259"/>
                  </a:lnTo>
                  <a:lnTo>
                    <a:pt x="2256880" y="1648395"/>
                  </a:lnTo>
                  <a:lnTo>
                    <a:pt x="2257736" y="1576340"/>
                  </a:lnTo>
                  <a:lnTo>
                    <a:pt x="2258591" y="1533086"/>
                  </a:lnTo>
                  <a:lnTo>
                    <a:pt x="2259447" y="1472015"/>
                  </a:lnTo>
                  <a:lnTo>
                    <a:pt x="2260302" y="1371892"/>
                  </a:lnTo>
                  <a:lnTo>
                    <a:pt x="2261158" y="1427228"/>
                  </a:lnTo>
                  <a:lnTo>
                    <a:pt x="2262013" y="1421815"/>
                  </a:lnTo>
                  <a:lnTo>
                    <a:pt x="2262869" y="1476276"/>
                  </a:lnTo>
                  <a:lnTo>
                    <a:pt x="2263724" y="1500526"/>
                  </a:lnTo>
                  <a:lnTo>
                    <a:pt x="2264580" y="1556214"/>
                  </a:lnTo>
                  <a:lnTo>
                    <a:pt x="2265436" y="1557455"/>
                  </a:lnTo>
                  <a:lnTo>
                    <a:pt x="2266291" y="1584688"/>
                  </a:lnTo>
                  <a:lnTo>
                    <a:pt x="2267147" y="1604978"/>
                  </a:lnTo>
                  <a:lnTo>
                    <a:pt x="2268002" y="1659296"/>
                  </a:lnTo>
                  <a:lnTo>
                    <a:pt x="2268858" y="1703439"/>
                  </a:lnTo>
                  <a:lnTo>
                    <a:pt x="2269713" y="1795123"/>
                  </a:lnTo>
                  <a:lnTo>
                    <a:pt x="2270569" y="1845278"/>
                  </a:lnTo>
                  <a:lnTo>
                    <a:pt x="2271424" y="1953741"/>
                  </a:lnTo>
                  <a:lnTo>
                    <a:pt x="2272280" y="1953669"/>
                  </a:lnTo>
                  <a:lnTo>
                    <a:pt x="2273135" y="1990481"/>
                  </a:lnTo>
                  <a:lnTo>
                    <a:pt x="2273991" y="1993888"/>
                  </a:lnTo>
                  <a:lnTo>
                    <a:pt x="2274846" y="2037571"/>
                  </a:lnTo>
                  <a:lnTo>
                    <a:pt x="2275702" y="2031284"/>
                  </a:lnTo>
                  <a:lnTo>
                    <a:pt x="2276557" y="1988030"/>
                  </a:lnTo>
                  <a:lnTo>
                    <a:pt x="2277413" y="2023178"/>
                  </a:lnTo>
                  <a:lnTo>
                    <a:pt x="2278268" y="1964398"/>
                  </a:lnTo>
                  <a:lnTo>
                    <a:pt x="2279124" y="1900505"/>
                  </a:lnTo>
                  <a:lnTo>
                    <a:pt x="2279979" y="1928721"/>
                  </a:lnTo>
                  <a:lnTo>
                    <a:pt x="2280835" y="1918747"/>
                  </a:lnTo>
                  <a:lnTo>
                    <a:pt x="2281691" y="1949568"/>
                  </a:lnTo>
                  <a:lnTo>
                    <a:pt x="2282546" y="1910087"/>
                  </a:lnTo>
                  <a:lnTo>
                    <a:pt x="2283402" y="1889908"/>
                  </a:lnTo>
                  <a:lnTo>
                    <a:pt x="2284257" y="1937061"/>
                  </a:lnTo>
                  <a:lnTo>
                    <a:pt x="2285113" y="1978654"/>
                  </a:lnTo>
                  <a:lnTo>
                    <a:pt x="2285968" y="1938933"/>
                  </a:lnTo>
                  <a:lnTo>
                    <a:pt x="2286824" y="1931924"/>
                  </a:lnTo>
                  <a:lnTo>
                    <a:pt x="2287679" y="1947855"/>
                  </a:lnTo>
                  <a:lnTo>
                    <a:pt x="2288535" y="2008774"/>
                  </a:lnTo>
                  <a:lnTo>
                    <a:pt x="2289390" y="2054895"/>
                  </a:lnTo>
                  <a:lnTo>
                    <a:pt x="2290246" y="2020337"/>
                  </a:lnTo>
                  <a:lnTo>
                    <a:pt x="2291101" y="2004819"/>
                  </a:lnTo>
                  <a:lnTo>
                    <a:pt x="2291957" y="2036210"/>
                  </a:lnTo>
                  <a:lnTo>
                    <a:pt x="2292812" y="1961151"/>
                  </a:lnTo>
                  <a:lnTo>
                    <a:pt x="2293668" y="1927744"/>
                  </a:lnTo>
                  <a:lnTo>
                    <a:pt x="2294523" y="1899059"/>
                  </a:lnTo>
                  <a:lnTo>
                    <a:pt x="2295379" y="1850977"/>
                  </a:lnTo>
                  <a:lnTo>
                    <a:pt x="2296235" y="1985372"/>
                  </a:lnTo>
                  <a:lnTo>
                    <a:pt x="2297090" y="2064976"/>
                  </a:lnTo>
                  <a:lnTo>
                    <a:pt x="2297946" y="2142083"/>
                  </a:lnTo>
                  <a:lnTo>
                    <a:pt x="2298801" y="2160839"/>
                  </a:lnTo>
                  <a:lnTo>
                    <a:pt x="2299657" y="2181731"/>
                  </a:lnTo>
                  <a:lnTo>
                    <a:pt x="2300512" y="2223622"/>
                  </a:lnTo>
                  <a:lnTo>
                    <a:pt x="2301368" y="2202891"/>
                  </a:lnTo>
                  <a:lnTo>
                    <a:pt x="2302223" y="2183421"/>
                  </a:lnTo>
                  <a:lnTo>
                    <a:pt x="2303079" y="2172849"/>
                  </a:lnTo>
                  <a:lnTo>
                    <a:pt x="2303934" y="2141148"/>
                  </a:lnTo>
                  <a:lnTo>
                    <a:pt x="2304790" y="2144258"/>
                  </a:lnTo>
                  <a:lnTo>
                    <a:pt x="2305645" y="2072043"/>
                  </a:lnTo>
                  <a:lnTo>
                    <a:pt x="2306501" y="2069629"/>
                  </a:lnTo>
                  <a:lnTo>
                    <a:pt x="2307356" y="2122121"/>
                  </a:lnTo>
                  <a:lnTo>
                    <a:pt x="2308212" y="2158201"/>
                  </a:lnTo>
                  <a:lnTo>
                    <a:pt x="2309067" y="2207108"/>
                  </a:lnTo>
                  <a:lnTo>
                    <a:pt x="2309923" y="2200354"/>
                  </a:lnTo>
                  <a:lnTo>
                    <a:pt x="2310778" y="2231456"/>
                  </a:lnTo>
                  <a:lnTo>
                    <a:pt x="2311634" y="2274507"/>
                  </a:lnTo>
                  <a:lnTo>
                    <a:pt x="2312490" y="2271068"/>
                  </a:lnTo>
                  <a:lnTo>
                    <a:pt x="2313345" y="2269503"/>
                  </a:lnTo>
                  <a:lnTo>
                    <a:pt x="2314201" y="2262696"/>
                  </a:lnTo>
                  <a:lnTo>
                    <a:pt x="2315056" y="2237033"/>
                  </a:lnTo>
                  <a:lnTo>
                    <a:pt x="2315912" y="2233996"/>
                  </a:lnTo>
                  <a:lnTo>
                    <a:pt x="2316767" y="2228237"/>
                  </a:lnTo>
                  <a:lnTo>
                    <a:pt x="2317623" y="2199958"/>
                  </a:lnTo>
                  <a:lnTo>
                    <a:pt x="2318478" y="2203454"/>
                  </a:lnTo>
                  <a:lnTo>
                    <a:pt x="2319334" y="2223412"/>
                  </a:lnTo>
                  <a:lnTo>
                    <a:pt x="2320189" y="2235838"/>
                  </a:lnTo>
                  <a:lnTo>
                    <a:pt x="2321045" y="2239264"/>
                  </a:lnTo>
                  <a:lnTo>
                    <a:pt x="2321900" y="2206440"/>
                  </a:lnTo>
                  <a:lnTo>
                    <a:pt x="2322756" y="2216260"/>
                  </a:lnTo>
                  <a:lnTo>
                    <a:pt x="2323611" y="2235895"/>
                  </a:lnTo>
                  <a:lnTo>
                    <a:pt x="2324467" y="2231115"/>
                  </a:lnTo>
                  <a:lnTo>
                    <a:pt x="2325322" y="2239188"/>
                  </a:lnTo>
                  <a:lnTo>
                    <a:pt x="2326178" y="2236805"/>
                  </a:lnTo>
                  <a:lnTo>
                    <a:pt x="2327033" y="2209671"/>
                  </a:lnTo>
                  <a:lnTo>
                    <a:pt x="2327889" y="2221176"/>
                  </a:lnTo>
                  <a:lnTo>
                    <a:pt x="2328745" y="2245683"/>
                  </a:lnTo>
                  <a:lnTo>
                    <a:pt x="2329600" y="2242807"/>
                  </a:lnTo>
                  <a:lnTo>
                    <a:pt x="2330456" y="2234812"/>
                  </a:lnTo>
                  <a:lnTo>
                    <a:pt x="2331311" y="2190301"/>
                  </a:lnTo>
                  <a:lnTo>
                    <a:pt x="2332167" y="2246187"/>
                  </a:lnTo>
                  <a:lnTo>
                    <a:pt x="2333022" y="2267759"/>
                  </a:lnTo>
                  <a:lnTo>
                    <a:pt x="2333878" y="2246420"/>
                  </a:lnTo>
                  <a:lnTo>
                    <a:pt x="2334733" y="2201841"/>
                  </a:lnTo>
                  <a:lnTo>
                    <a:pt x="2335589" y="2197921"/>
                  </a:lnTo>
                  <a:lnTo>
                    <a:pt x="2336444" y="2207564"/>
                  </a:lnTo>
                  <a:lnTo>
                    <a:pt x="2337300" y="2222047"/>
                  </a:lnTo>
                  <a:lnTo>
                    <a:pt x="2338155" y="2223268"/>
                  </a:lnTo>
                  <a:lnTo>
                    <a:pt x="2339011" y="2225969"/>
                  </a:lnTo>
                  <a:lnTo>
                    <a:pt x="2339866" y="2206397"/>
                  </a:lnTo>
                  <a:lnTo>
                    <a:pt x="2340722" y="2229289"/>
                  </a:lnTo>
                  <a:lnTo>
                    <a:pt x="2341577" y="2247935"/>
                  </a:lnTo>
                  <a:lnTo>
                    <a:pt x="2342433" y="2227234"/>
                  </a:lnTo>
                  <a:lnTo>
                    <a:pt x="2343289" y="2209803"/>
                  </a:lnTo>
                  <a:lnTo>
                    <a:pt x="2344144" y="2202301"/>
                  </a:lnTo>
                  <a:lnTo>
                    <a:pt x="2345000" y="2256050"/>
                  </a:lnTo>
                  <a:lnTo>
                    <a:pt x="2345855" y="2258101"/>
                  </a:lnTo>
                  <a:lnTo>
                    <a:pt x="2346711" y="2219742"/>
                  </a:lnTo>
                  <a:lnTo>
                    <a:pt x="2347566" y="2227354"/>
                  </a:lnTo>
                  <a:lnTo>
                    <a:pt x="2348422" y="2189590"/>
                  </a:lnTo>
                  <a:lnTo>
                    <a:pt x="2349277" y="2189062"/>
                  </a:lnTo>
                  <a:lnTo>
                    <a:pt x="2350133" y="2168680"/>
                  </a:lnTo>
                  <a:lnTo>
                    <a:pt x="2350988" y="2118781"/>
                  </a:lnTo>
                  <a:lnTo>
                    <a:pt x="2351844" y="2118364"/>
                  </a:lnTo>
                  <a:lnTo>
                    <a:pt x="2352699" y="2140544"/>
                  </a:lnTo>
                  <a:lnTo>
                    <a:pt x="2353555" y="2192854"/>
                  </a:lnTo>
                  <a:lnTo>
                    <a:pt x="2354410" y="2205983"/>
                  </a:lnTo>
                  <a:lnTo>
                    <a:pt x="2355266" y="2164098"/>
                  </a:lnTo>
                  <a:lnTo>
                    <a:pt x="2356121" y="2191618"/>
                  </a:lnTo>
                  <a:lnTo>
                    <a:pt x="2356977" y="2172358"/>
                  </a:lnTo>
                  <a:lnTo>
                    <a:pt x="2357832" y="2163879"/>
                  </a:lnTo>
                  <a:lnTo>
                    <a:pt x="2358688" y="2180787"/>
                  </a:lnTo>
                  <a:lnTo>
                    <a:pt x="2359544" y="2188607"/>
                  </a:lnTo>
                  <a:lnTo>
                    <a:pt x="2360399" y="2195541"/>
                  </a:lnTo>
                  <a:lnTo>
                    <a:pt x="2361255" y="2232262"/>
                  </a:lnTo>
                  <a:lnTo>
                    <a:pt x="2362110" y="2209462"/>
                  </a:lnTo>
                  <a:lnTo>
                    <a:pt x="2362966" y="2215798"/>
                  </a:lnTo>
                  <a:lnTo>
                    <a:pt x="2363821" y="2192580"/>
                  </a:lnTo>
                  <a:lnTo>
                    <a:pt x="2364677" y="2278200"/>
                  </a:lnTo>
                  <a:lnTo>
                    <a:pt x="2364677" y="2278200"/>
                  </a:lnTo>
                  <a:lnTo>
                    <a:pt x="2365532" y="2278200"/>
                  </a:lnTo>
                  <a:lnTo>
                    <a:pt x="2366388" y="2278200"/>
                  </a:lnTo>
                  <a:lnTo>
                    <a:pt x="2367243" y="2278200"/>
                  </a:lnTo>
                  <a:lnTo>
                    <a:pt x="2368099" y="2273662"/>
                  </a:lnTo>
                  <a:lnTo>
                    <a:pt x="2368954" y="2212725"/>
                  </a:lnTo>
                  <a:lnTo>
                    <a:pt x="2369810" y="2222143"/>
                  </a:lnTo>
                  <a:lnTo>
                    <a:pt x="2370665" y="2238971"/>
                  </a:lnTo>
                  <a:lnTo>
                    <a:pt x="2371521" y="2240507"/>
                  </a:lnTo>
                  <a:lnTo>
                    <a:pt x="2372376" y="2241103"/>
                  </a:lnTo>
                  <a:lnTo>
                    <a:pt x="2373232" y="2248714"/>
                  </a:lnTo>
                  <a:lnTo>
                    <a:pt x="2374087" y="2278200"/>
                  </a:lnTo>
                  <a:lnTo>
                    <a:pt x="2374087" y="2278200"/>
                  </a:lnTo>
                  <a:lnTo>
                    <a:pt x="2374943" y="2278200"/>
                  </a:lnTo>
                  <a:lnTo>
                    <a:pt x="2375799" y="2278200"/>
                  </a:lnTo>
                  <a:lnTo>
                    <a:pt x="2376654" y="2278200"/>
                  </a:lnTo>
                  <a:lnTo>
                    <a:pt x="2377510" y="2278200"/>
                  </a:lnTo>
                  <a:lnTo>
                    <a:pt x="2378365" y="2278200"/>
                  </a:lnTo>
                  <a:lnTo>
                    <a:pt x="2379221" y="2256686"/>
                  </a:lnTo>
                  <a:lnTo>
                    <a:pt x="2380076" y="2228449"/>
                  </a:lnTo>
                  <a:lnTo>
                    <a:pt x="2380932" y="2245049"/>
                  </a:lnTo>
                  <a:lnTo>
                    <a:pt x="2381787" y="2184643"/>
                  </a:lnTo>
                  <a:lnTo>
                    <a:pt x="2382643" y="2172240"/>
                  </a:lnTo>
                  <a:lnTo>
                    <a:pt x="2383498" y="2189415"/>
                  </a:lnTo>
                  <a:lnTo>
                    <a:pt x="2384354" y="2183189"/>
                  </a:lnTo>
                  <a:lnTo>
                    <a:pt x="2385209" y="2167767"/>
                  </a:lnTo>
                  <a:lnTo>
                    <a:pt x="2386065" y="2102456"/>
                  </a:lnTo>
                  <a:lnTo>
                    <a:pt x="2386920" y="2098639"/>
                  </a:lnTo>
                  <a:lnTo>
                    <a:pt x="2387776" y="2122735"/>
                  </a:lnTo>
                  <a:lnTo>
                    <a:pt x="2388631" y="2133531"/>
                  </a:lnTo>
                  <a:lnTo>
                    <a:pt x="2389487" y="2159202"/>
                  </a:lnTo>
                  <a:lnTo>
                    <a:pt x="2390343" y="2194027"/>
                  </a:lnTo>
                  <a:lnTo>
                    <a:pt x="2391198" y="2205141"/>
                  </a:lnTo>
                  <a:lnTo>
                    <a:pt x="2392054" y="2183090"/>
                  </a:lnTo>
                  <a:lnTo>
                    <a:pt x="2392909" y="2176727"/>
                  </a:lnTo>
                  <a:lnTo>
                    <a:pt x="2393765" y="2140065"/>
                  </a:lnTo>
                  <a:lnTo>
                    <a:pt x="2394620" y="2144137"/>
                  </a:lnTo>
                  <a:lnTo>
                    <a:pt x="2395476" y="2135876"/>
                  </a:lnTo>
                  <a:lnTo>
                    <a:pt x="2396331" y="2070530"/>
                  </a:lnTo>
                  <a:lnTo>
                    <a:pt x="2397187" y="2030646"/>
                  </a:lnTo>
                  <a:lnTo>
                    <a:pt x="2398042" y="2079321"/>
                  </a:lnTo>
                  <a:lnTo>
                    <a:pt x="2398898" y="2114671"/>
                  </a:lnTo>
                  <a:lnTo>
                    <a:pt x="2399753" y="2086780"/>
                  </a:lnTo>
                  <a:lnTo>
                    <a:pt x="2400609" y="2026435"/>
                  </a:lnTo>
                  <a:lnTo>
                    <a:pt x="2401464" y="2089152"/>
                  </a:lnTo>
                  <a:lnTo>
                    <a:pt x="2402320" y="2119074"/>
                  </a:lnTo>
                  <a:lnTo>
                    <a:pt x="2403175" y="2138862"/>
                  </a:lnTo>
                  <a:lnTo>
                    <a:pt x="2404031" y="2193257"/>
                  </a:lnTo>
                  <a:lnTo>
                    <a:pt x="2404886" y="2185939"/>
                  </a:lnTo>
                  <a:lnTo>
                    <a:pt x="2405742" y="2236649"/>
                  </a:lnTo>
                  <a:lnTo>
                    <a:pt x="2406598" y="2246259"/>
                  </a:lnTo>
                  <a:lnTo>
                    <a:pt x="2407453" y="2240986"/>
                  </a:lnTo>
                  <a:lnTo>
                    <a:pt x="2408309" y="2250675"/>
                  </a:lnTo>
                  <a:lnTo>
                    <a:pt x="2409164" y="2249446"/>
                  </a:lnTo>
                  <a:lnTo>
                    <a:pt x="2410020" y="2265353"/>
                  </a:lnTo>
                  <a:lnTo>
                    <a:pt x="2410875" y="2260118"/>
                  </a:lnTo>
                  <a:lnTo>
                    <a:pt x="2411731" y="2268452"/>
                  </a:lnTo>
                  <a:lnTo>
                    <a:pt x="2412586" y="2272458"/>
                  </a:lnTo>
                  <a:lnTo>
                    <a:pt x="2413442" y="2271496"/>
                  </a:lnTo>
                  <a:lnTo>
                    <a:pt x="2414297" y="2272266"/>
                  </a:lnTo>
                  <a:lnTo>
                    <a:pt x="2415153" y="2267710"/>
                  </a:lnTo>
                  <a:lnTo>
                    <a:pt x="2416008" y="2269550"/>
                  </a:lnTo>
                  <a:lnTo>
                    <a:pt x="2416864" y="2266957"/>
                  </a:lnTo>
                  <a:lnTo>
                    <a:pt x="2417719" y="2248967"/>
                  </a:lnTo>
                  <a:lnTo>
                    <a:pt x="2418575" y="2248726"/>
                  </a:lnTo>
                  <a:lnTo>
                    <a:pt x="2419430" y="2237394"/>
                  </a:lnTo>
                  <a:lnTo>
                    <a:pt x="2420286" y="2239924"/>
                  </a:lnTo>
                  <a:lnTo>
                    <a:pt x="2421141" y="2220810"/>
                  </a:lnTo>
                  <a:lnTo>
                    <a:pt x="2421997" y="2227912"/>
                  </a:lnTo>
                  <a:lnTo>
                    <a:pt x="2422853" y="2230896"/>
                  </a:lnTo>
                  <a:lnTo>
                    <a:pt x="2423708" y="2220632"/>
                  </a:lnTo>
                  <a:lnTo>
                    <a:pt x="2424564" y="2215784"/>
                  </a:lnTo>
                  <a:lnTo>
                    <a:pt x="2425419" y="2186757"/>
                  </a:lnTo>
                  <a:lnTo>
                    <a:pt x="2426275" y="2193431"/>
                  </a:lnTo>
                  <a:lnTo>
                    <a:pt x="2427130" y="2225078"/>
                  </a:lnTo>
                  <a:lnTo>
                    <a:pt x="2427986" y="2214574"/>
                  </a:lnTo>
                  <a:lnTo>
                    <a:pt x="2428841" y="2184227"/>
                  </a:lnTo>
                  <a:lnTo>
                    <a:pt x="2429697" y="2164148"/>
                  </a:lnTo>
                  <a:lnTo>
                    <a:pt x="2430552" y="2151912"/>
                  </a:lnTo>
                  <a:lnTo>
                    <a:pt x="2431408" y="2227792"/>
                  </a:lnTo>
                  <a:lnTo>
                    <a:pt x="2432263" y="2246805"/>
                  </a:lnTo>
                  <a:lnTo>
                    <a:pt x="2433119" y="2226154"/>
                  </a:lnTo>
                  <a:lnTo>
                    <a:pt x="2433974" y="2217493"/>
                  </a:lnTo>
                  <a:lnTo>
                    <a:pt x="2434830" y="2194498"/>
                  </a:lnTo>
                  <a:lnTo>
                    <a:pt x="2435685" y="2166160"/>
                  </a:lnTo>
                  <a:lnTo>
                    <a:pt x="2436541" y="2157348"/>
                  </a:lnTo>
                  <a:lnTo>
                    <a:pt x="2437396" y="2167015"/>
                  </a:lnTo>
                  <a:lnTo>
                    <a:pt x="2438252" y="2154680"/>
                  </a:lnTo>
                  <a:lnTo>
                    <a:pt x="2439108" y="2188208"/>
                  </a:lnTo>
                  <a:lnTo>
                    <a:pt x="2439963" y="2181847"/>
                  </a:lnTo>
                  <a:lnTo>
                    <a:pt x="2440819" y="2185988"/>
                  </a:lnTo>
                  <a:lnTo>
                    <a:pt x="2441674" y="2202226"/>
                  </a:lnTo>
                  <a:lnTo>
                    <a:pt x="2442530" y="2181837"/>
                  </a:lnTo>
                  <a:lnTo>
                    <a:pt x="2443385" y="2112978"/>
                  </a:lnTo>
                  <a:lnTo>
                    <a:pt x="2444241" y="2117327"/>
                  </a:lnTo>
                  <a:lnTo>
                    <a:pt x="2445096" y="2166656"/>
                  </a:lnTo>
                  <a:lnTo>
                    <a:pt x="2445952" y="2163344"/>
                  </a:lnTo>
                  <a:lnTo>
                    <a:pt x="2446807" y="2161092"/>
                  </a:lnTo>
                  <a:lnTo>
                    <a:pt x="2447663" y="2212471"/>
                  </a:lnTo>
                  <a:lnTo>
                    <a:pt x="2448518" y="2196408"/>
                  </a:lnTo>
                  <a:lnTo>
                    <a:pt x="2449374" y="2211819"/>
                  </a:lnTo>
                  <a:lnTo>
                    <a:pt x="2450229" y="2255035"/>
                  </a:lnTo>
                  <a:lnTo>
                    <a:pt x="2451085" y="2278200"/>
                  </a:lnTo>
                  <a:lnTo>
                    <a:pt x="2451085" y="2278200"/>
                  </a:lnTo>
                  <a:lnTo>
                    <a:pt x="2451940" y="2238811"/>
                  </a:lnTo>
                  <a:lnTo>
                    <a:pt x="2452796" y="2157788"/>
                  </a:lnTo>
                  <a:lnTo>
                    <a:pt x="2453652" y="2184974"/>
                  </a:lnTo>
                  <a:lnTo>
                    <a:pt x="2454507" y="2205808"/>
                  </a:lnTo>
                  <a:lnTo>
                    <a:pt x="2455363" y="2233270"/>
                  </a:lnTo>
                  <a:lnTo>
                    <a:pt x="2456218" y="2214801"/>
                  </a:lnTo>
                  <a:lnTo>
                    <a:pt x="2457074" y="2226895"/>
                  </a:lnTo>
                  <a:lnTo>
                    <a:pt x="2457929" y="2229982"/>
                  </a:lnTo>
                  <a:lnTo>
                    <a:pt x="2458785" y="2227727"/>
                  </a:lnTo>
                  <a:lnTo>
                    <a:pt x="2459640" y="2228756"/>
                  </a:lnTo>
                  <a:lnTo>
                    <a:pt x="2460496" y="2216685"/>
                  </a:lnTo>
                  <a:lnTo>
                    <a:pt x="2461351" y="2216487"/>
                  </a:lnTo>
                  <a:lnTo>
                    <a:pt x="2462207" y="2213953"/>
                  </a:lnTo>
                  <a:lnTo>
                    <a:pt x="2463062" y="2149167"/>
                  </a:lnTo>
                  <a:lnTo>
                    <a:pt x="2463918" y="2161408"/>
                  </a:lnTo>
                  <a:lnTo>
                    <a:pt x="2464773" y="2131582"/>
                  </a:lnTo>
                  <a:lnTo>
                    <a:pt x="2465629" y="2161865"/>
                  </a:lnTo>
                  <a:lnTo>
                    <a:pt x="2466484" y="2243216"/>
                  </a:lnTo>
                  <a:lnTo>
                    <a:pt x="2467340" y="2223494"/>
                  </a:lnTo>
                  <a:lnTo>
                    <a:pt x="2468195" y="2230052"/>
                  </a:lnTo>
                  <a:lnTo>
                    <a:pt x="2469051" y="2247848"/>
                  </a:lnTo>
                  <a:lnTo>
                    <a:pt x="2469907" y="2244246"/>
                  </a:lnTo>
                  <a:lnTo>
                    <a:pt x="2470762" y="2278200"/>
                  </a:lnTo>
                  <a:lnTo>
                    <a:pt x="2470762" y="2278200"/>
                  </a:lnTo>
                  <a:lnTo>
                    <a:pt x="2471618" y="2246312"/>
                  </a:lnTo>
                  <a:lnTo>
                    <a:pt x="2472473" y="2238210"/>
                  </a:lnTo>
                  <a:lnTo>
                    <a:pt x="2473329" y="2199083"/>
                  </a:lnTo>
                  <a:lnTo>
                    <a:pt x="2474184" y="2208677"/>
                  </a:lnTo>
                  <a:lnTo>
                    <a:pt x="2475040" y="2244499"/>
                  </a:lnTo>
                  <a:lnTo>
                    <a:pt x="2475895" y="2233436"/>
                  </a:lnTo>
                  <a:lnTo>
                    <a:pt x="2476751" y="2258341"/>
                  </a:lnTo>
                  <a:lnTo>
                    <a:pt x="2477606" y="2250207"/>
                  </a:lnTo>
                  <a:lnTo>
                    <a:pt x="2478462" y="2247441"/>
                  </a:lnTo>
                  <a:lnTo>
                    <a:pt x="2479317" y="2272696"/>
                  </a:lnTo>
                  <a:lnTo>
                    <a:pt x="2480173" y="2257420"/>
                  </a:lnTo>
                  <a:lnTo>
                    <a:pt x="2481028" y="2271463"/>
                  </a:lnTo>
                  <a:lnTo>
                    <a:pt x="2481884" y="2266248"/>
                  </a:lnTo>
                  <a:lnTo>
                    <a:pt x="2482739" y="2268684"/>
                  </a:lnTo>
                  <a:lnTo>
                    <a:pt x="2483595" y="2265326"/>
                  </a:lnTo>
                  <a:lnTo>
                    <a:pt x="2484450" y="2241317"/>
                  </a:lnTo>
                  <a:lnTo>
                    <a:pt x="2485306" y="2212494"/>
                  </a:lnTo>
                  <a:lnTo>
                    <a:pt x="2486162" y="2181475"/>
                  </a:lnTo>
                  <a:lnTo>
                    <a:pt x="2487017" y="2183986"/>
                  </a:lnTo>
                  <a:lnTo>
                    <a:pt x="2487873" y="2181600"/>
                  </a:lnTo>
                  <a:lnTo>
                    <a:pt x="2488728" y="2170760"/>
                  </a:lnTo>
                  <a:lnTo>
                    <a:pt x="2489584" y="2166154"/>
                  </a:lnTo>
                  <a:lnTo>
                    <a:pt x="2490439" y="2164797"/>
                  </a:lnTo>
                  <a:lnTo>
                    <a:pt x="2491295" y="2181976"/>
                  </a:lnTo>
                  <a:lnTo>
                    <a:pt x="2492150" y="2181267"/>
                  </a:lnTo>
                  <a:lnTo>
                    <a:pt x="2493006" y="2209360"/>
                  </a:lnTo>
                  <a:lnTo>
                    <a:pt x="2493861" y="2209077"/>
                  </a:lnTo>
                  <a:lnTo>
                    <a:pt x="2494717" y="2239903"/>
                  </a:lnTo>
                  <a:lnTo>
                    <a:pt x="2495572" y="2265335"/>
                  </a:lnTo>
                  <a:lnTo>
                    <a:pt x="2496428" y="2249245"/>
                  </a:lnTo>
                  <a:lnTo>
                    <a:pt x="2497283" y="2255955"/>
                  </a:lnTo>
                  <a:lnTo>
                    <a:pt x="2498139" y="2241626"/>
                  </a:lnTo>
                  <a:lnTo>
                    <a:pt x="2498994" y="2220757"/>
                  </a:lnTo>
                  <a:lnTo>
                    <a:pt x="2499850" y="2221249"/>
                  </a:lnTo>
                  <a:lnTo>
                    <a:pt x="2500706" y="2226925"/>
                  </a:lnTo>
                  <a:lnTo>
                    <a:pt x="2501561" y="2232153"/>
                  </a:lnTo>
                  <a:lnTo>
                    <a:pt x="2502417" y="2193797"/>
                  </a:lnTo>
                  <a:lnTo>
                    <a:pt x="2503272" y="2222371"/>
                  </a:lnTo>
                  <a:lnTo>
                    <a:pt x="2504128" y="2227992"/>
                  </a:lnTo>
                  <a:lnTo>
                    <a:pt x="2504983" y="2250236"/>
                  </a:lnTo>
                  <a:lnTo>
                    <a:pt x="2505839" y="2275011"/>
                  </a:lnTo>
                  <a:lnTo>
                    <a:pt x="2506694" y="2275727"/>
                  </a:lnTo>
                  <a:lnTo>
                    <a:pt x="2507550" y="2278200"/>
                  </a:lnTo>
                  <a:lnTo>
                    <a:pt x="2507550" y="2278200"/>
                  </a:lnTo>
                  <a:lnTo>
                    <a:pt x="2508405" y="2264986"/>
                  </a:lnTo>
                  <a:lnTo>
                    <a:pt x="2509261" y="2254966"/>
                  </a:lnTo>
                  <a:lnTo>
                    <a:pt x="2510116" y="2258349"/>
                  </a:lnTo>
                  <a:lnTo>
                    <a:pt x="2510972" y="2243058"/>
                  </a:lnTo>
                  <a:lnTo>
                    <a:pt x="2511827" y="2245090"/>
                  </a:lnTo>
                  <a:lnTo>
                    <a:pt x="2512683" y="2278200"/>
                  </a:lnTo>
                  <a:lnTo>
                    <a:pt x="2512683" y="2278200"/>
                  </a:lnTo>
                  <a:lnTo>
                    <a:pt x="2513538" y="2263804"/>
                  </a:lnTo>
                  <a:lnTo>
                    <a:pt x="2514394" y="2273545"/>
                  </a:lnTo>
                  <a:lnTo>
                    <a:pt x="2515249" y="2249335"/>
                  </a:lnTo>
                  <a:lnTo>
                    <a:pt x="2516105" y="2252362"/>
                  </a:lnTo>
                  <a:lnTo>
                    <a:pt x="2516961" y="2266078"/>
                  </a:lnTo>
                  <a:lnTo>
                    <a:pt x="2517816" y="2240101"/>
                  </a:lnTo>
                  <a:lnTo>
                    <a:pt x="2518672" y="2278200"/>
                  </a:lnTo>
                  <a:lnTo>
                    <a:pt x="2518672" y="2278200"/>
                  </a:lnTo>
                  <a:lnTo>
                    <a:pt x="2519527" y="2268065"/>
                  </a:lnTo>
                  <a:lnTo>
                    <a:pt x="2520383" y="2266887"/>
                  </a:lnTo>
                  <a:lnTo>
                    <a:pt x="2521238" y="2278200"/>
                  </a:lnTo>
                  <a:lnTo>
                    <a:pt x="2521238" y="2278200"/>
                  </a:lnTo>
                  <a:lnTo>
                    <a:pt x="2522094" y="2278200"/>
                  </a:lnTo>
                  <a:lnTo>
                    <a:pt x="2522949" y="2278200"/>
                  </a:lnTo>
                  <a:lnTo>
                    <a:pt x="2523805" y="2278200"/>
                  </a:lnTo>
                  <a:lnTo>
                    <a:pt x="2524660" y="2278200"/>
                  </a:lnTo>
                  <a:lnTo>
                    <a:pt x="2525516" y="2278200"/>
                  </a:lnTo>
                  <a:lnTo>
                    <a:pt x="2526371" y="2252594"/>
                  </a:lnTo>
                  <a:lnTo>
                    <a:pt x="2527227" y="2266479"/>
                  </a:lnTo>
                  <a:lnTo>
                    <a:pt x="2528082" y="2269655"/>
                  </a:lnTo>
                  <a:lnTo>
                    <a:pt x="2528938" y="2274469"/>
                  </a:lnTo>
                  <a:lnTo>
                    <a:pt x="2529793" y="2278200"/>
                  </a:lnTo>
                  <a:lnTo>
                    <a:pt x="2529793" y="2278200"/>
                  </a:lnTo>
                  <a:lnTo>
                    <a:pt x="2530649" y="2261365"/>
                  </a:lnTo>
                  <a:lnTo>
                    <a:pt x="2531504" y="2276270"/>
                  </a:lnTo>
                  <a:lnTo>
                    <a:pt x="2532360" y="2261601"/>
                  </a:lnTo>
                  <a:lnTo>
                    <a:pt x="2533216" y="2263242"/>
                  </a:lnTo>
                  <a:lnTo>
                    <a:pt x="2534071" y="2278200"/>
                  </a:lnTo>
                  <a:lnTo>
                    <a:pt x="2534071" y="2278200"/>
                  </a:lnTo>
                  <a:lnTo>
                    <a:pt x="2534927" y="2278200"/>
                  </a:lnTo>
                  <a:lnTo>
                    <a:pt x="2535782" y="2278200"/>
                  </a:lnTo>
                  <a:lnTo>
                    <a:pt x="2536638" y="2278200"/>
                  </a:lnTo>
                  <a:lnTo>
                    <a:pt x="2537493" y="2278200"/>
                  </a:lnTo>
                  <a:lnTo>
                    <a:pt x="2538349" y="2272920"/>
                  </a:lnTo>
                  <a:lnTo>
                    <a:pt x="2539204" y="2265402"/>
                  </a:lnTo>
                  <a:lnTo>
                    <a:pt x="2540060" y="2254967"/>
                  </a:lnTo>
                  <a:lnTo>
                    <a:pt x="2540915" y="2237479"/>
                  </a:lnTo>
                  <a:lnTo>
                    <a:pt x="2541771" y="2211767"/>
                  </a:lnTo>
                  <a:lnTo>
                    <a:pt x="2542626" y="2202445"/>
                  </a:lnTo>
                  <a:lnTo>
                    <a:pt x="2543482" y="2220050"/>
                  </a:lnTo>
                  <a:lnTo>
                    <a:pt x="2544337" y="2238019"/>
                  </a:lnTo>
                  <a:lnTo>
                    <a:pt x="2545193" y="2205601"/>
                  </a:lnTo>
                  <a:lnTo>
                    <a:pt x="2546048" y="2154239"/>
                  </a:lnTo>
                  <a:lnTo>
                    <a:pt x="2546904" y="2158491"/>
                  </a:lnTo>
                  <a:lnTo>
                    <a:pt x="2547760" y="2196320"/>
                  </a:lnTo>
                  <a:lnTo>
                    <a:pt x="2548615" y="2197344"/>
                  </a:lnTo>
                  <a:lnTo>
                    <a:pt x="2549471" y="2232665"/>
                  </a:lnTo>
                  <a:lnTo>
                    <a:pt x="2550326" y="2262299"/>
                  </a:lnTo>
                  <a:lnTo>
                    <a:pt x="2551182" y="2269725"/>
                  </a:lnTo>
                  <a:lnTo>
                    <a:pt x="2552037" y="2265872"/>
                  </a:lnTo>
                  <a:lnTo>
                    <a:pt x="2552893" y="2211538"/>
                  </a:lnTo>
                  <a:lnTo>
                    <a:pt x="2553748" y="2227314"/>
                  </a:lnTo>
                  <a:lnTo>
                    <a:pt x="2554604" y="2261256"/>
                  </a:lnTo>
                  <a:lnTo>
                    <a:pt x="2555459" y="2261682"/>
                  </a:lnTo>
                  <a:lnTo>
                    <a:pt x="2556315" y="2249436"/>
                  </a:lnTo>
                  <a:lnTo>
                    <a:pt x="2557170" y="2232047"/>
                  </a:lnTo>
                  <a:lnTo>
                    <a:pt x="2558026" y="2254290"/>
                  </a:lnTo>
                  <a:lnTo>
                    <a:pt x="2558881" y="2278200"/>
                  </a:lnTo>
                  <a:lnTo>
                    <a:pt x="2558881" y="2278200"/>
                  </a:lnTo>
                  <a:lnTo>
                    <a:pt x="2559737" y="2233856"/>
                  </a:lnTo>
                  <a:lnTo>
                    <a:pt x="2560592" y="2196193"/>
                  </a:lnTo>
                  <a:lnTo>
                    <a:pt x="2561448" y="2262676"/>
                  </a:lnTo>
                  <a:lnTo>
                    <a:pt x="2562303" y="2278200"/>
                  </a:lnTo>
                  <a:lnTo>
                    <a:pt x="2562303" y="2278200"/>
                  </a:lnTo>
                  <a:lnTo>
                    <a:pt x="2563159" y="2278200"/>
                  </a:lnTo>
                  <a:lnTo>
                    <a:pt x="2564015" y="2242276"/>
                  </a:lnTo>
                  <a:lnTo>
                    <a:pt x="2564870" y="2246853"/>
                  </a:lnTo>
                  <a:lnTo>
                    <a:pt x="2565726" y="2246433"/>
                  </a:lnTo>
                  <a:lnTo>
                    <a:pt x="2566581" y="2219222"/>
                  </a:lnTo>
                  <a:lnTo>
                    <a:pt x="2567437" y="2234367"/>
                  </a:lnTo>
                  <a:lnTo>
                    <a:pt x="2568292" y="2252639"/>
                  </a:lnTo>
                  <a:lnTo>
                    <a:pt x="2569148" y="2240106"/>
                  </a:lnTo>
                  <a:lnTo>
                    <a:pt x="2570003" y="2234500"/>
                  </a:lnTo>
                  <a:lnTo>
                    <a:pt x="2570859" y="2248117"/>
                  </a:lnTo>
                  <a:lnTo>
                    <a:pt x="2571714" y="2243694"/>
                  </a:lnTo>
                  <a:lnTo>
                    <a:pt x="2572570" y="2243753"/>
                  </a:lnTo>
                  <a:lnTo>
                    <a:pt x="2573425" y="2213810"/>
                  </a:lnTo>
                  <a:lnTo>
                    <a:pt x="2574281" y="2221339"/>
                  </a:lnTo>
                  <a:lnTo>
                    <a:pt x="2575136" y="2202243"/>
                  </a:lnTo>
                  <a:lnTo>
                    <a:pt x="2575992" y="2209965"/>
                  </a:lnTo>
                  <a:lnTo>
                    <a:pt x="2576847" y="2220385"/>
                  </a:lnTo>
                  <a:lnTo>
                    <a:pt x="2577703" y="2174572"/>
                  </a:lnTo>
                  <a:lnTo>
                    <a:pt x="2578558" y="2192181"/>
                  </a:lnTo>
                  <a:lnTo>
                    <a:pt x="2579414" y="2154024"/>
                  </a:lnTo>
                  <a:lnTo>
                    <a:pt x="2580270" y="2162524"/>
                  </a:lnTo>
                  <a:lnTo>
                    <a:pt x="2581125" y="2162328"/>
                  </a:lnTo>
                  <a:lnTo>
                    <a:pt x="2581981" y="2158499"/>
                  </a:lnTo>
                  <a:lnTo>
                    <a:pt x="2582836" y="2171833"/>
                  </a:lnTo>
                  <a:lnTo>
                    <a:pt x="2583692" y="2128739"/>
                  </a:lnTo>
                  <a:lnTo>
                    <a:pt x="2584547" y="2142561"/>
                  </a:lnTo>
                  <a:lnTo>
                    <a:pt x="2585403" y="2109317"/>
                  </a:lnTo>
                  <a:lnTo>
                    <a:pt x="2586258" y="2126719"/>
                  </a:lnTo>
                  <a:lnTo>
                    <a:pt x="2587114" y="2101906"/>
                  </a:lnTo>
                  <a:lnTo>
                    <a:pt x="2587969" y="2139834"/>
                  </a:lnTo>
                  <a:lnTo>
                    <a:pt x="2588825" y="2162923"/>
                  </a:lnTo>
                  <a:lnTo>
                    <a:pt x="2589680" y="2153574"/>
                  </a:lnTo>
                  <a:lnTo>
                    <a:pt x="2590536" y="2152657"/>
                  </a:lnTo>
                  <a:lnTo>
                    <a:pt x="2591391" y="2157837"/>
                  </a:lnTo>
                  <a:lnTo>
                    <a:pt x="2592247" y="2117443"/>
                  </a:lnTo>
                  <a:lnTo>
                    <a:pt x="2593102" y="2150873"/>
                  </a:lnTo>
                  <a:lnTo>
                    <a:pt x="2593958" y="2156299"/>
                  </a:lnTo>
                  <a:lnTo>
                    <a:pt x="2594814" y="2214531"/>
                  </a:lnTo>
                  <a:lnTo>
                    <a:pt x="2595669" y="2218746"/>
                  </a:lnTo>
                  <a:lnTo>
                    <a:pt x="2596525" y="2240337"/>
                  </a:lnTo>
                  <a:lnTo>
                    <a:pt x="2597380" y="2258544"/>
                  </a:lnTo>
                  <a:lnTo>
                    <a:pt x="2598236" y="2211471"/>
                  </a:lnTo>
                  <a:lnTo>
                    <a:pt x="2599091" y="2183109"/>
                  </a:lnTo>
                  <a:lnTo>
                    <a:pt x="2599947" y="2220208"/>
                  </a:lnTo>
                  <a:lnTo>
                    <a:pt x="2600802" y="2248926"/>
                  </a:lnTo>
                  <a:lnTo>
                    <a:pt x="2601658" y="2247780"/>
                  </a:lnTo>
                  <a:lnTo>
                    <a:pt x="2602513" y="2236500"/>
                  </a:lnTo>
                  <a:lnTo>
                    <a:pt x="2603369" y="2202245"/>
                  </a:lnTo>
                  <a:lnTo>
                    <a:pt x="2604224" y="2201307"/>
                  </a:lnTo>
                  <a:lnTo>
                    <a:pt x="2605080" y="2195793"/>
                  </a:lnTo>
                  <a:lnTo>
                    <a:pt x="2605935" y="2165704"/>
                  </a:lnTo>
                  <a:lnTo>
                    <a:pt x="2606791" y="2127160"/>
                  </a:lnTo>
                  <a:lnTo>
                    <a:pt x="2607646" y="2154226"/>
                  </a:lnTo>
                  <a:lnTo>
                    <a:pt x="2608502" y="2130803"/>
                  </a:lnTo>
                  <a:lnTo>
                    <a:pt x="2609357" y="2053926"/>
                  </a:lnTo>
                  <a:lnTo>
                    <a:pt x="2610213" y="2071000"/>
                  </a:lnTo>
                  <a:lnTo>
                    <a:pt x="2611069" y="2044656"/>
                  </a:lnTo>
                  <a:lnTo>
                    <a:pt x="2611924" y="2073005"/>
                  </a:lnTo>
                  <a:lnTo>
                    <a:pt x="2612780" y="2036735"/>
                  </a:lnTo>
                  <a:lnTo>
                    <a:pt x="2613635" y="2043765"/>
                  </a:lnTo>
                  <a:lnTo>
                    <a:pt x="2614491" y="2091578"/>
                  </a:lnTo>
                  <a:lnTo>
                    <a:pt x="2615346" y="2163534"/>
                  </a:lnTo>
                  <a:lnTo>
                    <a:pt x="2616202" y="2165040"/>
                  </a:lnTo>
                  <a:lnTo>
                    <a:pt x="2617057" y="2112583"/>
                  </a:lnTo>
                  <a:lnTo>
                    <a:pt x="2617913" y="2110507"/>
                  </a:lnTo>
                  <a:lnTo>
                    <a:pt x="2618768" y="2146012"/>
                  </a:lnTo>
                  <a:lnTo>
                    <a:pt x="2619624" y="2107284"/>
                  </a:lnTo>
                  <a:lnTo>
                    <a:pt x="2620479" y="2111792"/>
                  </a:lnTo>
                  <a:lnTo>
                    <a:pt x="2621335" y="2086866"/>
                  </a:lnTo>
                  <a:lnTo>
                    <a:pt x="2622190" y="2101045"/>
                  </a:lnTo>
                  <a:lnTo>
                    <a:pt x="2623046" y="2138319"/>
                  </a:lnTo>
                  <a:lnTo>
                    <a:pt x="2623901" y="2154988"/>
                  </a:lnTo>
                  <a:lnTo>
                    <a:pt x="2624757" y="2151175"/>
                  </a:lnTo>
                  <a:lnTo>
                    <a:pt x="2625612" y="2144517"/>
                  </a:lnTo>
                  <a:lnTo>
                    <a:pt x="2626468" y="2173566"/>
                  </a:lnTo>
                  <a:lnTo>
                    <a:pt x="2627324" y="2171741"/>
                  </a:lnTo>
                  <a:lnTo>
                    <a:pt x="2628179" y="2168969"/>
                  </a:lnTo>
                  <a:lnTo>
                    <a:pt x="2629035" y="2166290"/>
                  </a:lnTo>
                  <a:lnTo>
                    <a:pt x="2629890" y="2170722"/>
                  </a:lnTo>
                  <a:lnTo>
                    <a:pt x="2630746" y="2200532"/>
                  </a:lnTo>
                  <a:lnTo>
                    <a:pt x="2631601" y="2196570"/>
                  </a:lnTo>
                  <a:lnTo>
                    <a:pt x="2632457" y="2206564"/>
                  </a:lnTo>
                  <a:lnTo>
                    <a:pt x="2633312" y="2183891"/>
                  </a:lnTo>
                  <a:lnTo>
                    <a:pt x="2634168" y="2194088"/>
                  </a:lnTo>
                  <a:lnTo>
                    <a:pt x="2635023" y="2200430"/>
                  </a:lnTo>
                  <a:lnTo>
                    <a:pt x="2635879" y="2194914"/>
                  </a:lnTo>
                  <a:lnTo>
                    <a:pt x="2636734" y="2220211"/>
                  </a:lnTo>
                  <a:lnTo>
                    <a:pt x="2637590" y="2240804"/>
                  </a:lnTo>
                  <a:lnTo>
                    <a:pt x="2638445" y="2248836"/>
                  </a:lnTo>
                  <a:lnTo>
                    <a:pt x="2639301" y="2266354"/>
                  </a:lnTo>
                  <a:lnTo>
                    <a:pt x="2640156" y="2278200"/>
                  </a:lnTo>
                  <a:lnTo>
                    <a:pt x="2640156" y="2278200"/>
                  </a:lnTo>
                  <a:lnTo>
                    <a:pt x="2641012" y="2278200"/>
                  </a:lnTo>
                  <a:lnTo>
                    <a:pt x="2641868" y="2278200"/>
                  </a:lnTo>
                  <a:lnTo>
                    <a:pt x="2642723" y="2278200"/>
                  </a:lnTo>
                  <a:lnTo>
                    <a:pt x="2643579" y="2278200"/>
                  </a:lnTo>
                  <a:lnTo>
                    <a:pt x="2644434" y="2278200"/>
                  </a:lnTo>
                  <a:lnTo>
                    <a:pt x="2645290" y="2278200"/>
                  </a:lnTo>
                  <a:lnTo>
                    <a:pt x="2646145" y="2261143"/>
                  </a:lnTo>
                  <a:lnTo>
                    <a:pt x="2647001" y="2258570"/>
                  </a:lnTo>
                  <a:lnTo>
                    <a:pt x="2647856" y="2261201"/>
                  </a:lnTo>
                  <a:lnTo>
                    <a:pt x="2648712" y="2238685"/>
                  </a:lnTo>
                  <a:lnTo>
                    <a:pt x="2649567" y="2196948"/>
                  </a:lnTo>
                  <a:lnTo>
                    <a:pt x="2650423" y="2156682"/>
                  </a:lnTo>
                  <a:lnTo>
                    <a:pt x="2651278" y="2131812"/>
                  </a:lnTo>
                  <a:lnTo>
                    <a:pt x="2652134" y="2170425"/>
                  </a:lnTo>
                  <a:lnTo>
                    <a:pt x="2652989" y="2209786"/>
                  </a:lnTo>
                  <a:lnTo>
                    <a:pt x="2653845" y="2175867"/>
                  </a:lnTo>
                  <a:lnTo>
                    <a:pt x="2654700" y="2135432"/>
                  </a:lnTo>
                  <a:lnTo>
                    <a:pt x="2655556" y="2145790"/>
                  </a:lnTo>
                  <a:lnTo>
                    <a:pt x="2656411" y="2165382"/>
                  </a:lnTo>
                  <a:lnTo>
                    <a:pt x="2657267" y="2149946"/>
                  </a:lnTo>
                  <a:lnTo>
                    <a:pt x="2658123" y="2120318"/>
                  </a:lnTo>
                  <a:lnTo>
                    <a:pt x="2658978" y="2152189"/>
                  </a:lnTo>
                  <a:lnTo>
                    <a:pt x="2659834" y="2168552"/>
                  </a:lnTo>
                  <a:lnTo>
                    <a:pt x="2660689" y="2168348"/>
                  </a:lnTo>
                  <a:lnTo>
                    <a:pt x="2661545" y="2197462"/>
                  </a:lnTo>
                  <a:lnTo>
                    <a:pt x="2662400" y="2160980"/>
                  </a:lnTo>
                  <a:lnTo>
                    <a:pt x="2663256" y="2174162"/>
                  </a:lnTo>
                  <a:lnTo>
                    <a:pt x="2664111" y="2159344"/>
                  </a:lnTo>
                  <a:lnTo>
                    <a:pt x="2664967" y="2144361"/>
                  </a:lnTo>
                  <a:lnTo>
                    <a:pt x="2665822" y="2165043"/>
                  </a:lnTo>
                  <a:lnTo>
                    <a:pt x="2666678" y="2162634"/>
                  </a:lnTo>
                  <a:lnTo>
                    <a:pt x="2667533" y="2244458"/>
                  </a:lnTo>
                  <a:lnTo>
                    <a:pt x="2668389" y="2236170"/>
                  </a:lnTo>
                  <a:lnTo>
                    <a:pt x="2669244" y="2208477"/>
                  </a:lnTo>
                  <a:lnTo>
                    <a:pt x="2670100" y="2278200"/>
                  </a:lnTo>
                  <a:lnTo>
                    <a:pt x="2670100" y="2278200"/>
                  </a:lnTo>
                  <a:lnTo>
                    <a:pt x="2670955" y="2237881"/>
                  </a:lnTo>
                  <a:lnTo>
                    <a:pt x="2671811" y="2188527"/>
                  </a:lnTo>
                  <a:lnTo>
                    <a:pt x="2672666" y="2155630"/>
                  </a:lnTo>
                  <a:lnTo>
                    <a:pt x="2673522" y="2209223"/>
                  </a:lnTo>
                  <a:lnTo>
                    <a:pt x="2674378" y="2258123"/>
                  </a:lnTo>
                  <a:lnTo>
                    <a:pt x="2675233" y="2227560"/>
                  </a:lnTo>
                  <a:lnTo>
                    <a:pt x="2676089" y="2257042"/>
                  </a:lnTo>
                  <a:lnTo>
                    <a:pt x="2676944" y="2228086"/>
                  </a:lnTo>
                  <a:lnTo>
                    <a:pt x="2677800" y="2220609"/>
                  </a:lnTo>
                  <a:lnTo>
                    <a:pt x="2678655" y="2237267"/>
                  </a:lnTo>
                  <a:lnTo>
                    <a:pt x="2679511" y="2186186"/>
                  </a:lnTo>
                  <a:lnTo>
                    <a:pt x="2680366" y="2202590"/>
                  </a:lnTo>
                  <a:lnTo>
                    <a:pt x="2681222" y="2237989"/>
                  </a:lnTo>
                  <a:lnTo>
                    <a:pt x="2682077" y="2246315"/>
                  </a:lnTo>
                  <a:lnTo>
                    <a:pt x="2682933" y="2245340"/>
                  </a:lnTo>
                  <a:lnTo>
                    <a:pt x="2683788" y="2258058"/>
                  </a:lnTo>
                  <a:lnTo>
                    <a:pt x="2684644" y="2235451"/>
                  </a:lnTo>
                  <a:lnTo>
                    <a:pt x="2685499" y="2255344"/>
                  </a:lnTo>
                  <a:lnTo>
                    <a:pt x="2686355" y="2249284"/>
                  </a:lnTo>
                  <a:lnTo>
                    <a:pt x="2687210" y="2268337"/>
                  </a:lnTo>
                  <a:lnTo>
                    <a:pt x="2688066" y="2254938"/>
                  </a:lnTo>
                  <a:lnTo>
                    <a:pt x="2688921" y="2256328"/>
                  </a:lnTo>
                  <a:lnTo>
                    <a:pt x="2689777" y="2194887"/>
                  </a:lnTo>
                  <a:lnTo>
                    <a:pt x="2690633" y="2196546"/>
                  </a:lnTo>
                  <a:lnTo>
                    <a:pt x="2691488" y="2210066"/>
                  </a:lnTo>
                  <a:lnTo>
                    <a:pt x="2692344" y="2191159"/>
                  </a:lnTo>
                  <a:lnTo>
                    <a:pt x="2693199" y="2164658"/>
                  </a:lnTo>
                  <a:lnTo>
                    <a:pt x="2694055" y="2114482"/>
                  </a:lnTo>
                  <a:lnTo>
                    <a:pt x="2694910" y="2169993"/>
                  </a:lnTo>
                  <a:lnTo>
                    <a:pt x="2695766" y="2164025"/>
                  </a:lnTo>
                  <a:lnTo>
                    <a:pt x="2696621" y="2150037"/>
                  </a:lnTo>
                  <a:lnTo>
                    <a:pt x="2697477" y="2114068"/>
                  </a:lnTo>
                  <a:lnTo>
                    <a:pt x="2698332" y="2143760"/>
                  </a:lnTo>
                  <a:lnTo>
                    <a:pt x="2699188" y="2117640"/>
                  </a:lnTo>
                  <a:lnTo>
                    <a:pt x="2700043" y="2123527"/>
                  </a:lnTo>
                  <a:lnTo>
                    <a:pt x="2700899" y="2085408"/>
                  </a:lnTo>
                  <a:lnTo>
                    <a:pt x="2701754" y="2061041"/>
                  </a:lnTo>
                  <a:lnTo>
                    <a:pt x="2702610" y="2051048"/>
                  </a:lnTo>
                  <a:lnTo>
                    <a:pt x="2703465" y="2054292"/>
                  </a:lnTo>
                  <a:lnTo>
                    <a:pt x="2704321" y="2102134"/>
                  </a:lnTo>
                  <a:lnTo>
                    <a:pt x="2705177" y="2127689"/>
                  </a:lnTo>
                  <a:lnTo>
                    <a:pt x="2706032" y="2178530"/>
                  </a:lnTo>
                  <a:lnTo>
                    <a:pt x="2706888" y="2182952"/>
                  </a:lnTo>
                  <a:lnTo>
                    <a:pt x="2707743" y="2217329"/>
                  </a:lnTo>
                  <a:lnTo>
                    <a:pt x="2708599" y="2227315"/>
                  </a:lnTo>
                  <a:lnTo>
                    <a:pt x="2709454" y="2221546"/>
                  </a:lnTo>
                  <a:lnTo>
                    <a:pt x="2710310" y="2208046"/>
                  </a:lnTo>
                  <a:lnTo>
                    <a:pt x="2711165" y="2211616"/>
                  </a:lnTo>
                  <a:lnTo>
                    <a:pt x="2712021" y="2173792"/>
                  </a:lnTo>
                  <a:lnTo>
                    <a:pt x="2712876" y="2168569"/>
                  </a:lnTo>
                  <a:lnTo>
                    <a:pt x="2713732" y="2176340"/>
                  </a:lnTo>
                  <a:lnTo>
                    <a:pt x="2714587" y="2128836"/>
                  </a:lnTo>
                  <a:lnTo>
                    <a:pt x="2715443" y="2131523"/>
                  </a:lnTo>
                  <a:lnTo>
                    <a:pt x="2716298" y="2120596"/>
                  </a:lnTo>
                  <a:lnTo>
                    <a:pt x="2717154" y="2179207"/>
                  </a:lnTo>
                  <a:lnTo>
                    <a:pt x="2718009" y="2122905"/>
                  </a:lnTo>
                  <a:lnTo>
                    <a:pt x="2718865" y="2119790"/>
                  </a:lnTo>
                  <a:lnTo>
                    <a:pt x="2719720" y="2130766"/>
                  </a:lnTo>
                  <a:lnTo>
                    <a:pt x="2720576" y="2149912"/>
                  </a:lnTo>
                  <a:lnTo>
                    <a:pt x="2721432" y="2089584"/>
                  </a:lnTo>
                  <a:lnTo>
                    <a:pt x="2722287" y="2082068"/>
                  </a:lnTo>
                  <a:lnTo>
                    <a:pt x="2723143" y="2101222"/>
                  </a:lnTo>
                  <a:lnTo>
                    <a:pt x="2723998" y="2103422"/>
                  </a:lnTo>
                  <a:lnTo>
                    <a:pt x="2724854" y="2071601"/>
                  </a:lnTo>
                  <a:lnTo>
                    <a:pt x="2725709" y="2081321"/>
                  </a:lnTo>
                  <a:lnTo>
                    <a:pt x="2726565" y="2030132"/>
                  </a:lnTo>
                  <a:lnTo>
                    <a:pt x="2727420" y="2026579"/>
                  </a:lnTo>
                  <a:lnTo>
                    <a:pt x="2728276" y="2083927"/>
                  </a:lnTo>
                  <a:lnTo>
                    <a:pt x="2729131" y="2068012"/>
                  </a:lnTo>
                  <a:lnTo>
                    <a:pt x="2729987" y="2065118"/>
                  </a:lnTo>
                  <a:lnTo>
                    <a:pt x="2730842" y="2003656"/>
                  </a:lnTo>
                  <a:lnTo>
                    <a:pt x="2731698" y="2006422"/>
                  </a:lnTo>
                  <a:lnTo>
                    <a:pt x="2732553" y="2011745"/>
                  </a:lnTo>
                  <a:lnTo>
                    <a:pt x="2733409" y="2034977"/>
                  </a:lnTo>
                  <a:lnTo>
                    <a:pt x="2734264" y="2036476"/>
                  </a:lnTo>
                  <a:lnTo>
                    <a:pt x="2735120" y="2026285"/>
                  </a:lnTo>
                  <a:lnTo>
                    <a:pt x="2735975" y="1982786"/>
                  </a:lnTo>
                  <a:lnTo>
                    <a:pt x="2736831" y="2022967"/>
                  </a:lnTo>
                  <a:lnTo>
                    <a:pt x="2737687" y="2053666"/>
                  </a:lnTo>
                  <a:lnTo>
                    <a:pt x="2738542" y="2079629"/>
                  </a:lnTo>
                  <a:lnTo>
                    <a:pt x="2739398" y="2061764"/>
                  </a:lnTo>
                  <a:lnTo>
                    <a:pt x="2740253" y="2049982"/>
                  </a:lnTo>
                  <a:lnTo>
                    <a:pt x="2741109" y="2051645"/>
                  </a:lnTo>
                  <a:lnTo>
                    <a:pt x="2741964" y="2060213"/>
                  </a:lnTo>
                  <a:lnTo>
                    <a:pt x="2742820" y="2058125"/>
                  </a:lnTo>
                  <a:lnTo>
                    <a:pt x="2743675" y="2035526"/>
                  </a:lnTo>
                  <a:lnTo>
                    <a:pt x="2744531" y="2041892"/>
                  </a:lnTo>
                  <a:lnTo>
                    <a:pt x="2745386" y="2076899"/>
                  </a:lnTo>
                  <a:lnTo>
                    <a:pt x="2746242" y="2043055"/>
                  </a:lnTo>
                  <a:lnTo>
                    <a:pt x="2747097" y="2038597"/>
                  </a:lnTo>
                  <a:lnTo>
                    <a:pt x="2747953" y="1953599"/>
                  </a:lnTo>
                  <a:lnTo>
                    <a:pt x="2748808" y="1972740"/>
                  </a:lnTo>
                  <a:lnTo>
                    <a:pt x="2749664" y="2024172"/>
                  </a:lnTo>
                  <a:lnTo>
                    <a:pt x="2750519" y="1930902"/>
                  </a:lnTo>
                  <a:lnTo>
                    <a:pt x="2751375" y="1975059"/>
                  </a:lnTo>
                  <a:lnTo>
                    <a:pt x="2752231" y="1825999"/>
                  </a:lnTo>
                  <a:lnTo>
                    <a:pt x="2753086" y="1858450"/>
                  </a:lnTo>
                  <a:lnTo>
                    <a:pt x="2753942" y="1841472"/>
                  </a:lnTo>
                  <a:lnTo>
                    <a:pt x="2754797" y="1898552"/>
                  </a:lnTo>
                  <a:lnTo>
                    <a:pt x="2755653" y="1951756"/>
                  </a:lnTo>
                  <a:lnTo>
                    <a:pt x="2756508" y="1942065"/>
                  </a:lnTo>
                  <a:lnTo>
                    <a:pt x="2757364" y="1954552"/>
                  </a:lnTo>
                  <a:lnTo>
                    <a:pt x="2758219" y="1956804"/>
                  </a:lnTo>
                  <a:lnTo>
                    <a:pt x="2759075" y="1968503"/>
                  </a:lnTo>
                  <a:lnTo>
                    <a:pt x="2759930" y="1980719"/>
                  </a:lnTo>
                  <a:lnTo>
                    <a:pt x="2760786" y="1914562"/>
                  </a:lnTo>
                  <a:lnTo>
                    <a:pt x="2761641" y="1889541"/>
                  </a:lnTo>
                  <a:lnTo>
                    <a:pt x="2762497" y="1914876"/>
                  </a:lnTo>
                  <a:lnTo>
                    <a:pt x="2763352" y="1999807"/>
                  </a:lnTo>
                  <a:lnTo>
                    <a:pt x="2764208" y="1927694"/>
                  </a:lnTo>
                  <a:lnTo>
                    <a:pt x="2765063" y="1900311"/>
                  </a:lnTo>
                  <a:lnTo>
                    <a:pt x="2765919" y="1932822"/>
                  </a:lnTo>
                  <a:lnTo>
                    <a:pt x="2766774" y="2078629"/>
                  </a:lnTo>
                  <a:lnTo>
                    <a:pt x="2767630" y="2102089"/>
                  </a:lnTo>
                  <a:lnTo>
                    <a:pt x="2768486" y="2139182"/>
                  </a:lnTo>
                  <a:lnTo>
                    <a:pt x="2769341" y="2143317"/>
                  </a:lnTo>
                  <a:lnTo>
                    <a:pt x="2770197" y="2108523"/>
                  </a:lnTo>
                  <a:lnTo>
                    <a:pt x="2771052" y="2090775"/>
                  </a:lnTo>
                  <a:lnTo>
                    <a:pt x="2771908" y="2066318"/>
                  </a:lnTo>
                  <a:lnTo>
                    <a:pt x="2772763" y="2104809"/>
                  </a:lnTo>
                  <a:lnTo>
                    <a:pt x="2773619" y="2085061"/>
                  </a:lnTo>
                  <a:lnTo>
                    <a:pt x="2774474" y="2108382"/>
                  </a:lnTo>
                  <a:lnTo>
                    <a:pt x="2775330" y="2116541"/>
                  </a:lnTo>
                  <a:lnTo>
                    <a:pt x="2776185" y="2094407"/>
                  </a:lnTo>
                  <a:lnTo>
                    <a:pt x="2777041" y="2108392"/>
                  </a:lnTo>
                  <a:lnTo>
                    <a:pt x="2777896" y="2091079"/>
                  </a:lnTo>
                  <a:lnTo>
                    <a:pt x="2778752" y="2114384"/>
                  </a:lnTo>
                  <a:lnTo>
                    <a:pt x="2779607" y="2099802"/>
                  </a:lnTo>
                  <a:lnTo>
                    <a:pt x="2780463" y="2087505"/>
                  </a:lnTo>
                  <a:lnTo>
                    <a:pt x="2781318" y="2070883"/>
                  </a:lnTo>
                  <a:lnTo>
                    <a:pt x="2782174" y="2118554"/>
                  </a:lnTo>
                  <a:lnTo>
                    <a:pt x="2783029" y="2144771"/>
                  </a:lnTo>
                  <a:lnTo>
                    <a:pt x="2783885" y="2159766"/>
                  </a:lnTo>
                  <a:lnTo>
                    <a:pt x="2784741" y="2179218"/>
                  </a:lnTo>
                  <a:lnTo>
                    <a:pt x="2785596" y="2199980"/>
                  </a:lnTo>
                  <a:lnTo>
                    <a:pt x="2786452" y="2218983"/>
                  </a:lnTo>
                  <a:lnTo>
                    <a:pt x="2787307" y="2227927"/>
                  </a:lnTo>
                  <a:lnTo>
                    <a:pt x="2788163" y="2235056"/>
                  </a:lnTo>
                  <a:lnTo>
                    <a:pt x="2789018" y="2223954"/>
                  </a:lnTo>
                  <a:lnTo>
                    <a:pt x="2789874" y="2209036"/>
                  </a:lnTo>
                  <a:lnTo>
                    <a:pt x="2790729" y="2204133"/>
                  </a:lnTo>
                  <a:lnTo>
                    <a:pt x="2791585" y="2187767"/>
                  </a:lnTo>
                  <a:lnTo>
                    <a:pt x="2792440" y="2213811"/>
                  </a:lnTo>
                  <a:lnTo>
                    <a:pt x="2793296" y="2197541"/>
                  </a:lnTo>
                  <a:lnTo>
                    <a:pt x="2794151" y="2126373"/>
                  </a:lnTo>
                  <a:lnTo>
                    <a:pt x="2795007" y="2109513"/>
                  </a:lnTo>
                  <a:lnTo>
                    <a:pt x="2795862" y="2119867"/>
                  </a:lnTo>
                  <a:lnTo>
                    <a:pt x="2796718" y="2138854"/>
                  </a:lnTo>
                  <a:lnTo>
                    <a:pt x="2797573" y="2124605"/>
                  </a:lnTo>
                  <a:lnTo>
                    <a:pt x="2798429" y="2115414"/>
                  </a:lnTo>
                  <a:lnTo>
                    <a:pt x="2799285" y="2119388"/>
                  </a:lnTo>
                  <a:lnTo>
                    <a:pt x="2800140" y="2107140"/>
                  </a:lnTo>
                  <a:lnTo>
                    <a:pt x="2800996" y="2125117"/>
                  </a:lnTo>
                  <a:lnTo>
                    <a:pt x="2801851" y="2093393"/>
                  </a:lnTo>
                  <a:lnTo>
                    <a:pt x="2802707" y="2096523"/>
                  </a:lnTo>
                  <a:lnTo>
                    <a:pt x="2803562" y="2142139"/>
                  </a:lnTo>
                  <a:lnTo>
                    <a:pt x="2804418" y="2160796"/>
                  </a:lnTo>
                  <a:lnTo>
                    <a:pt x="2805273" y="2175283"/>
                  </a:lnTo>
                  <a:lnTo>
                    <a:pt x="2806129" y="2161460"/>
                  </a:lnTo>
                  <a:lnTo>
                    <a:pt x="2806984" y="2171180"/>
                  </a:lnTo>
                  <a:lnTo>
                    <a:pt x="2807840" y="2153885"/>
                  </a:lnTo>
                  <a:lnTo>
                    <a:pt x="2808695" y="2128016"/>
                  </a:lnTo>
                  <a:lnTo>
                    <a:pt x="2809551" y="2120185"/>
                  </a:lnTo>
                  <a:lnTo>
                    <a:pt x="2810406" y="2099441"/>
                  </a:lnTo>
                  <a:lnTo>
                    <a:pt x="2811262" y="2084525"/>
                  </a:lnTo>
                  <a:lnTo>
                    <a:pt x="2812117" y="2089622"/>
                  </a:lnTo>
                  <a:lnTo>
                    <a:pt x="2812973" y="2106797"/>
                  </a:lnTo>
                  <a:lnTo>
                    <a:pt x="2813828" y="2120582"/>
                  </a:lnTo>
                  <a:lnTo>
                    <a:pt x="2814684" y="2104175"/>
                  </a:lnTo>
                  <a:lnTo>
                    <a:pt x="2815540" y="2074898"/>
                  </a:lnTo>
                  <a:lnTo>
                    <a:pt x="2816395" y="2080458"/>
                  </a:lnTo>
                  <a:lnTo>
                    <a:pt x="2817251" y="2118484"/>
                  </a:lnTo>
                  <a:lnTo>
                    <a:pt x="2818106" y="2104934"/>
                  </a:lnTo>
                  <a:lnTo>
                    <a:pt x="2818962" y="2102114"/>
                  </a:lnTo>
                  <a:lnTo>
                    <a:pt x="2819817" y="2170098"/>
                  </a:lnTo>
                  <a:lnTo>
                    <a:pt x="2820673" y="2224595"/>
                  </a:lnTo>
                  <a:lnTo>
                    <a:pt x="2821528" y="2244526"/>
                  </a:lnTo>
                  <a:lnTo>
                    <a:pt x="2822384" y="2228587"/>
                  </a:lnTo>
                  <a:lnTo>
                    <a:pt x="2823239" y="2227961"/>
                  </a:lnTo>
                  <a:lnTo>
                    <a:pt x="2824095" y="2245220"/>
                  </a:lnTo>
                  <a:lnTo>
                    <a:pt x="2824950" y="2250060"/>
                  </a:lnTo>
                  <a:lnTo>
                    <a:pt x="2825806" y="2261103"/>
                  </a:lnTo>
                  <a:lnTo>
                    <a:pt x="2826661" y="2247154"/>
                  </a:lnTo>
                  <a:lnTo>
                    <a:pt x="2827517" y="2278200"/>
                  </a:lnTo>
                  <a:lnTo>
                    <a:pt x="2827517" y="2278200"/>
                  </a:lnTo>
                  <a:lnTo>
                    <a:pt x="2828372" y="2272449"/>
                  </a:lnTo>
                  <a:lnTo>
                    <a:pt x="2829228" y="2231681"/>
                  </a:lnTo>
                  <a:lnTo>
                    <a:pt x="2830083" y="2236333"/>
                  </a:lnTo>
                  <a:lnTo>
                    <a:pt x="2830939" y="2266269"/>
                  </a:lnTo>
                  <a:lnTo>
                    <a:pt x="2831795" y="2278200"/>
                  </a:lnTo>
                  <a:lnTo>
                    <a:pt x="2831795" y="2278200"/>
                  </a:lnTo>
                  <a:lnTo>
                    <a:pt x="2832650" y="2266543"/>
                  </a:lnTo>
                  <a:lnTo>
                    <a:pt x="2833506" y="2253466"/>
                  </a:lnTo>
                  <a:lnTo>
                    <a:pt x="2834361" y="2278200"/>
                  </a:lnTo>
                  <a:lnTo>
                    <a:pt x="2834361" y="2278200"/>
                  </a:lnTo>
                  <a:lnTo>
                    <a:pt x="2835217" y="2249726"/>
                  </a:lnTo>
                  <a:lnTo>
                    <a:pt x="2836072" y="2220932"/>
                  </a:lnTo>
                  <a:lnTo>
                    <a:pt x="2836928" y="2221604"/>
                  </a:lnTo>
                  <a:lnTo>
                    <a:pt x="2837783" y="2251507"/>
                  </a:lnTo>
                  <a:lnTo>
                    <a:pt x="2838639" y="2276684"/>
                  </a:lnTo>
                  <a:lnTo>
                    <a:pt x="2839494" y="2263301"/>
                  </a:lnTo>
                  <a:lnTo>
                    <a:pt x="2840350" y="2217234"/>
                  </a:lnTo>
                  <a:lnTo>
                    <a:pt x="2841205" y="2276368"/>
                  </a:lnTo>
                  <a:lnTo>
                    <a:pt x="2842061" y="2261099"/>
                  </a:lnTo>
                  <a:lnTo>
                    <a:pt x="2842916" y="2269874"/>
                  </a:lnTo>
                  <a:lnTo>
                    <a:pt x="2843772" y="2220201"/>
                  </a:lnTo>
                  <a:lnTo>
                    <a:pt x="2844627" y="2189681"/>
                  </a:lnTo>
                  <a:lnTo>
                    <a:pt x="2845483" y="2155189"/>
                  </a:lnTo>
                  <a:lnTo>
                    <a:pt x="2846339" y="2164883"/>
                  </a:lnTo>
                  <a:lnTo>
                    <a:pt x="2847194" y="2160381"/>
                  </a:lnTo>
                  <a:lnTo>
                    <a:pt x="2848050" y="2088526"/>
                  </a:lnTo>
                  <a:lnTo>
                    <a:pt x="2848905" y="2128405"/>
                  </a:lnTo>
                  <a:lnTo>
                    <a:pt x="2849761" y="2183528"/>
                  </a:lnTo>
                  <a:lnTo>
                    <a:pt x="2850616" y="2165280"/>
                  </a:lnTo>
                  <a:lnTo>
                    <a:pt x="2851472" y="2139961"/>
                  </a:lnTo>
                  <a:lnTo>
                    <a:pt x="2852327" y="2111500"/>
                  </a:lnTo>
                  <a:lnTo>
                    <a:pt x="2853183" y="2118053"/>
                  </a:lnTo>
                  <a:lnTo>
                    <a:pt x="2854038" y="2145636"/>
                  </a:lnTo>
                  <a:lnTo>
                    <a:pt x="2854894" y="2150949"/>
                  </a:lnTo>
                  <a:lnTo>
                    <a:pt x="2855749" y="2130749"/>
                  </a:lnTo>
                  <a:lnTo>
                    <a:pt x="2856605" y="2177533"/>
                  </a:lnTo>
                  <a:lnTo>
                    <a:pt x="2857460" y="2190924"/>
                  </a:lnTo>
                  <a:lnTo>
                    <a:pt x="2858316" y="2225148"/>
                  </a:lnTo>
                  <a:lnTo>
                    <a:pt x="2859171" y="2240193"/>
                  </a:lnTo>
                  <a:lnTo>
                    <a:pt x="2860027" y="2205827"/>
                  </a:lnTo>
                  <a:lnTo>
                    <a:pt x="2860882" y="2202823"/>
                  </a:lnTo>
                  <a:lnTo>
                    <a:pt x="2861738" y="2216353"/>
                  </a:lnTo>
                  <a:lnTo>
                    <a:pt x="2862594" y="2247332"/>
                  </a:lnTo>
                  <a:lnTo>
                    <a:pt x="2863449" y="2216519"/>
                  </a:lnTo>
                  <a:lnTo>
                    <a:pt x="2864305" y="2179083"/>
                  </a:lnTo>
                  <a:lnTo>
                    <a:pt x="2865160" y="2159043"/>
                  </a:lnTo>
                  <a:lnTo>
                    <a:pt x="2866016" y="2156682"/>
                  </a:lnTo>
                  <a:lnTo>
                    <a:pt x="2866871" y="2184660"/>
                  </a:lnTo>
                  <a:lnTo>
                    <a:pt x="2867727" y="2164326"/>
                  </a:lnTo>
                  <a:lnTo>
                    <a:pt x="2868582" y="2165245"/>
                  </a:lnTo>
                  <a:lnTo>
                    <a:pt x="2869438" y="2172035"/>
                  </a:lnTo>
                  <a:lnTo>
                    <a:pt x="2870293" y="2186832"/>
                  </a:lnTo>
                  <a:lnTo>
                    <a:pt x="2871149" y="2158599"/>
                  </a:lnTo>
                  <a:lnTo>
                    <a:pt x="2872004" y="2153195"/>
                  </a:lnTo>
                  <a:lnTo>
                    <a:pt x="2872860" y="2144029"/>
                  </a:lnTo>
                  <a:lnTo>
                    <a:pt x="2873715" y="2094201"/>
                  </a:lnTo>
                  <a:lnTo>
                    <a:pt x="2874571" y="2121142"/>
                  </a:lnTo>
                  <a:lnTo>
                    <a:pt x="2875426" y="2115122"/>
                  </a:lnTo>
                  <a:lnTo>
                    <a:pt x="2876282" y="2101626"/>
                  </a:lnTo>
                  <a:lnTo>
                    <a:pt x="2877137" y="2143603"/>
                  </a:lnTo>
                  <a:lnTo>
                    <a:pt x="2877993" y="2133533"/>
                  </a:lnTo>
                  <a:lnTo>
                    <a:pt x="2878849" y="2134910"/>
                  </a:lnTo>
                  <a:lnTo>
                    <a:pt x="2879704" y="2139645"/>
                  </a:lnTo>
                  <a:lnTo>
                    <a:pt x="2880560" y="2146106"/>
                  </a:lnTo>
                  <a:lnTo>
                    <a:pt x="2881415" y="2199791"/>
                  </a:lnTo>
                  <a:lnTo>
                    <a:pt x="2882271" y="2223059"/>
                  </a:lnTo>
                  <a:lnTo>
                    <a:pt x="2883126" y="2224203"/>
                  </a:lnTo>
                  <a:lnTo>
                    <a:pt x="2883982" y="2257845"/>
                  </a:lnTo>
                  <a:lnTo>
                    <a:pt x="2884837" y="2242436"/>
                  </a:lnTo>
                  <a:lnTo>
                    <a:pt x="2885693" y="2251842"/>
                  </a:lnTo>
                  <a:lnTo>
                    <a:pt x="2886548" y="2254824"/>
                  </a:lnTo>
                  <a:lnTo>
                    <a:pt x="2887404" y="2230853"/>
                  </a:lnTo>
                  <a:lnTo>
                    <a:pt x="2888259" y="2246394"/>
                  </a:lnTo>
                  <a:lnTo>
                    <a:pt x="2889115" y="2265844"/>
                  </a:lnTo>
                  <a:lnTo>
                    <a:pt x="2889970" y="2241075"/>
                  </a:lnTo>
                  <a:lnTo>
                    <a:pt x="2890826" y="2278200"/>
                  </a:lnTo>
                  <a:lnTo>
                    <a:pt x="2890826" y="2278200"/>
                  </a:lnTo>
                  <a:lnTo>
                    <a:pt x="2891681" y="2278200"/>
                  </a:lnTo>
                  <a:lnTo>
                    <a:pt x="2892537" y="2278200"/>
                  </a:lnTo>
                  <a:lnTo>
                    <a:pt x="2893392" y="2271371"/>
                  </a:lnTo>
                  <a:lnTo>
                    <a:pt x="2894248" y="2278200"/>
                  </a:lnTo>
                  <a:lnTo>
                    <a:pt x="2894248" y="2278200"/>
                  </a:lnTo>
                  <a:lnTo>
                    <a:pt x="2895104" y="2278200"/>
                  </a:lnTo>
                  <a:lnTo>
                    <a:pt x="2895959" y="2256742"/>
                  </a:lnTo>
                  <a:lnTo>
                    <a:pt x="2896815" y="2263729"/>
                  </a:lnTo>
                  <a:lnTo>
                    <a:pt x="2897670" y="2278200"/>
                  </a:lnTo>
                  <a:lnTo>
                    <a:pt x="2897670" y="2278200"/>
                  </a:lnTo>
                  <a:lnTo>
                    <a:pt x="2898526" y="2276696"/>
                  </a:lnTo>
                  <a:lnTo>
                    <a:pt x="2899381" y="2278200"/>
                  </a:lnTo>
                  <a:lnTo>
                    <a:pt x="2899381" y="2278200"/>
                  </a:lnTo>
                  <a:lnTo>
                    <a:pt x="2900237" y="2278200"/>
                  </a:lnTo>
                  <a:lnTo>
                    <a:pt x="2901092" y="2271699"/>
                  </a:lnTo>
                  <a:lnTo>
                    <a:pt x="2901948" y="2255131"/>
                  </a:lnTo>
                  <a:lnTo>
                    <a:pt x="2902803" y="2194170"/>
                  </a:lnTo>
                  <a:lnTo>
                    <a:pt x="2903659" y="2216193"/>
                  </a:lnTo>
                  <a:lnTo>
                    <a:pt x="2904514" y="2203867"/>
                  </a:lnTo>
                  <a:lnTo>
                    <a:pt x="2905370" y="2213512"/>
                  </a:lnTo>
                  <a:lnTo>
                    <a:pt x="2906225" y="2233081"/>
                  </a:lnTo>
                  <a:lnTo>
                    <a:pt x="2907081" y="2227495"/>
                  </a:lnTo>
                  <a:lnTo>
                    <a:pt x="2907936" y="2216117"/>
                  </a:lnTo>
                  <a:lnTo>
                    <a:pt x="2908792" y="2228953"/>
                  </a:lnTo>
                  <a:lnTo>
                    <a:pt x="2909648" y="2221895"/>
                  </a:lnTo>
                  <a:lnTo>
                    <a:pt x="2910503" y="2207422"/>
                  </a:lnTo>
                  <a:lnTo>
                    <a:pt x="2911359" y="2192820"/>
                  </a:lnTo>
                  <a:lnTo>
                    <a:pt x="2912214" y="2195687"/>
                  </a:lnTo>
                  <a:lnTo>
                    <a:pt x="2913070" y="2205674"/>
                  </a:lnTo>
                  <a:lnTo>
                    <a:pt x="2913925" y="2241811"/>
                  </a:lnTo>
                  <a:lnTo>
                    <a:pt x="2914781" y="2262813"/>
                  </a:lnTo>
                  <a:lnTo>
                    <a:pt x="2915636" y="2278200"/>
                  </a:lnTo>
                  <a:lnTo>
                    <a:pt x="2915636" y="2278200"/>
                  </a:lnTo>
                  <a:lnTo>
                    <a:pt x="2916492" y="2230995"/>
                  </a:lnTo>
                  <a:lnTo>
                    <a:pt x="2917347" y="2227666"/>
                  </a:lnTo>
                  <a:lnTo>
                    <a:pt x="2918203" y="2267108"/>
                  </a:lnTo>
                  <a:lnTo>
                    <a:pt x="2919058" y="2276868"/>
                  </a:lnTo>
                  <a:lnTo>
                    <a:pt x="2919914" y="2255565"/>
                  </a:lnTo>
                  <a:lnTo>
                    <a:pt x="2920769" y="2278200"/>
                  </a:lnTo>
                  <a:lnTo>
                    <a:pt x="2920769" y="2278200"/>
                  </a:lnTo>
                  <a:lnTo>
                    <a:pt x="2921625" y="2268879"/>
                  </a:lnTo>
                  <a:lnTo>
                    <a:pt x="2922480" y="2269148"/>
                  </a:lnTo>
                  <a:lnTo>
                    <a:pt x="2923336" y="2239142"/>
                  </a:lnTo>
                  <a:lnTo>
                    <a:pt x="2924191" y="2243283"/>
                  </a:lnTo>
                  <a:lnTo>
                    <a:pt x="2925047" y="2243111"/>
                  </a:lnTo>
                  <a:lnTo>
                    <a:pt x="2925903" y="2190764"/>
                  </a:lnTo>
                  <a:lnTo>
                    <a:pt x="2926758" y="2220473"/>
                  </a:lnTo>
                  <a:lnTo>
                    <a:pt x="2927614" y="2219977"/>
                  </a:lnTo>
                  <a:lnTo>
                    <a:pt x="2928469" y="2215618"/>
                  </a:lnTo>
                  <a:lnTo>
                    <a:pt x="2929325" y="2211704"/>
                  </a:lnTo>
                  <a:lnTo>
                    <a:pt x="2930180" y="2221333"/>
                  </a:lnTo>
                  <a:lnTo>
                    <a:pt x="2931036" y="2225763"/>
                  </a:lnTo>
                  <a:lnTo>
                    <a:pt x="2931891" y="2234785"/>
                  </a:lnTo>
                  <a:lnTo>
                    <a:pt x="2932747" y="2249754"/>
                  </a:lnTo>
                  <a:lnTo>
                    <a:pt x="2933602" y="2227231"/>
                  </a:lnTo>
                  <a:lnTo>
                    <a:pt x="2934458" y="2200271"/>
                  </a:lnTo>
                  <a:lnTo>
                    <a:pt x="2935313" y="2216108"/>
                  </a:lnTo>
                  <a:lnTo>
                    <a:pt x="2936169" y="2263212"/>
                  </a:lnTo>
                  <a:lnTo>
                    <a:pt x="2937024" y="2255226"/>
                  </a:lnTo>
                  <a:lnTo>
                    <a:pt x="2937880" y="2240735"/>
                  </a:lnTo>
                  <a:lnTo>
                    <a:pt x="2938735" y="2204545"/>
                  </a:lnTo>
                  <a:lnTo>
                    <a:pt x="2939591" y="2186492"/>
                  </a:lnTo>
                  <a:lnTo>
                    <a:pt x="2940446" y="2168148"/>
                  </a:lnTo>
                  <a:lnTo>
                    <a:pt x="2941302" y="2132240"/>
                  </a:lnTo>
                  <a:lnTo>
                    <a:pt x="2942158" y="2170311"/>
                  </a:lnTo>
                  <a:lnTo>
                    <a:pt x="2943013" y="2163098"/>
                  </a:lnTo>
                  <a:lnTo>
                    <a:pt x="2943869" y="2140507"/>
                  </a:lnTo>
                  <a:lnTo>
                    <a:pt x="2944724" y="2139477"/>
                  </a:lnTo>
                  <a:lnTo>
                    <a:pt x="2945580" y="2140906"/>
                  </a:lnTo>
                  <a:lnTo>
                    <a:pt x="2946435" y="2172541"/>
                  </a:lnTo>
                  <a:lnTo>
                    <a:pt x="2947291" y="2184236"/>
                  </a:lnTo>
                  <a:lnTo>
                    <a:pt x="2948146" y="2147391"/>
                  </a:lnTo>
                  <a:lnTo>
                    <a:pt x="2949002" y="2189314"/>
                  </a:lnTo>
                  <a:lnTo>
                    <a:pt x="2949857" y="2177665"/>
                  </a:lnTo>
                  <a:lnTo>
                    <a:pt x="2950713" y="2199517"/>
                  </a:lnTo>
                  <a:lnTo>
                    <a:pt x="2951568" y="2237964"/>
                  </a:lnTo>
                  <a:lnTo>
                    <a:pt x="2952424" y="2205648"/>
                  </a:lnTo>
                  <a:lnTo>
                    <a:pt x="2953279" y="2235531"/>
                  </a:lnTo>
                  <a:lnTo>
                    <a:pt x="2954135" y="2213093"/>
                  </a:lnTo>
                  <a:lnTo>
                    <a:pt x="2954990" y="2269756"/>
                  </a:lnTo>
                  <a:lnTo>
                    <a:pt x="2955846" y="2253462"/>
                  </a:lnTo>
                  <a:lnTo>
                    <a:pt x="2956702" y="2236069"/>
                  </a:lnTo>
                  <a:lnTo>
                    <a:pt x="2957557" y="2237457"/>
                  </a:lnTo>
                  <a:lnTo>
                    <a:pt x="2958413" y="2244905"/>
                  </a:lnTo>
                  <a:lnTo>
                    <a:pt x="2959268" y="2242777"/>
                  </a:lnTo>
                  <a:lnTo>
                    <a:pt x="2960124" y="2278200"/>
                  </a:lnTo>
                  <a:lnTo>
                    <a:pt x="2960124" y="2278200"/>
                  </a:lnTo>
                  <a:lnTo>
                    <a:pt x="2960979" y="2264103"/>
                  </a:lnTo>
                  <a:lnTo>
                    <a:pt x="2961835" y="2264578"/>
                  </a:lnTo>
                  <a:lnTo>
                    <a:pt x="2962690" y="2278200"/>
                  </a:lnTo>
                  <a:lnTo>
                    <a:pt x="2962690" y="2278200"/>
                  </a:lnTo>
                  <a:lnTo>
                    <a:pt x="2963546" y="2278200"/>
                  </a:lnTo>
                  <a:lnTo>
                    <a:pt x="2964401" y="2278200"/>
                  </a:lnTo>
                  <a:lnTo>
                    <a:pt x="2965257" y="2278200"/>
                  </a:lnTo>
                  <a:lnTo>
                    <a:pt x="2966112" y="2278200"/>
                  </a:lnTo>
                  <a:lnTo>
                    <a:pt x="2966968" y="2278200"/>
                  </a:lnTo>
                  <a:lnTo>
                    <a:pt x="2967823" y="2278200"/>
                  </a:lnTo>
                  <a:lnTo>
                    <a:pt x="2968679" y="2278200"/>
                  </a:lnTo>
                  <a:lnTo>
                    <a:pt x="2969534" y="2278200"/>
                  </a:lnTo>
                  <a:lnTo>
                    <a:pt x="2970390" y="2210223"/>
                  </a:lnTo>
                  <a:lnTo>
                    <a:pt x="2971245" y="2257240"/>
                  </a:lnTo>
                  <a:lnTo>
                    <a:pt x="2972101" y="2187036"/>
                  </a:lnTo>
                  <a:lnTo>
                    <a:pt x="2972957" y="2208071"/>
                  </a:lnTo>
                  <a:lnTo>
                    <a:pt x="2973812" y="2278200"/>
                  </a:lnTo>
                  <a:lnTo>
                    <a:pt x="2973812" y="2278200"/>
                  </a:lnTo>
                  <a:lnTo>
                    <a:pt x="2974668" y="2278200"/>
                  </a:lnTo>
                  <a:lnTo>
                    <a:pt x="2975523" y="2264199"/>
                  </a:lnTo>
                  <a:lnTo>
                    <a:pt x="2976379" y="2198730"/>
                  </a:lnTo>
                  <a:lnTo>
                    <a:pt x="2977234" y="2177042"/>
                  </a:lnTo>
                  <a:lnTo>
                    <a:pt x="2978090" y="2206271"/>
                  </a:lnTo>
                  <a:lnTo>
                    <a:pt x="2978945" y="2210644"/>
                  </a:lnTo>
                  <a:lnTo>
                    <a:pt x="2979801" y="2217557"/>
                  </a:lnTo>
                  <a:lnTo>
                    <a:pt x="2980656" y="2199668"/>
                  </a:lnTo>
                  <a:lnTo>
                    <a:pt x="2981512" y="2210039"/>
                  </a:lnTo>
                  <a:lnTo>
                    <a:pt x="2982367" y="2225689"/>
                  </a:lnTo>
                  <a:lnTo>
                    <a:pt x="2983223" y="2267236"/>
                  </a:lnTo>
                  <a:lnTo>
                    <a:pt x="2984078" y="2271809"/>
                  </a:lnTo>
                  <a:lnTo>
                    <a:pt x="2984934" y="2225557"/>
                  </a:lnTo>
                  <a:lnTo>
                    <a:pt x="2985789" y="2205799"/>
                  </a:lnTo>
                  <a:lnTo>
                    <a:pt x="2986645" y="2204089"/>
                  </a:lnTo>
                  <a:lnTo>
                    <a:pt x="2987500" y="2210894"/>
                  </a:lnTo>
                  <a:lnTo>
                    <a:pt x="2988356" y="2205786"/>
                  </a:lnTo>
                  <a:lnTo>
                    <a:pt x="2989212" y="2198288"/>
                  </a:lnTo>
                  <a:lnTo>
                    <a:pt x="2990067" y="2212639"/>
                  </a:lnTo>
                  <a:lnTo>
                    <a:pt x="2990923" y="2185038"/>
                  </a:lnTo>
                  <a:lnTo>
                    <a:pt x="2991778" y="2213824"/>
                  </a:lnTo>
                  <a:lnTo>
                    <a:pt x="2992634" y="2236839"/>
                  </a:lnTo>
                  <a:lnTo>
                    <a:pt x="2993489" y="2217410"/>
                  </a:lnTo>
                  <a:lnTo>
                    <a:pt x="2994345" y="2241114"/>
                  </a:lnTo>
                  <a:lnTo>
                    <a:pt x="2995200" y="2200700"/>
                  </a:lnTo>
                  <a:lnTo>
                    <a:pt x="2996056" y="2181809"/>
                  </a:lnTo>
                  <a:lnTo>
                    <a:pt x="2996911" y="2209296"/>
                  </a:lnTo>
                  <a:lnTo>
                    <a:pt x="2997767" y="2206941"/>
                  </a:lnTo>
                  <a:lnTo>
                    <a:pt x="2998622" y="2213103"/>
                  </a:lnTo>
                  <a:lnTo>
                    <a:pt x="2999478" y="2222528"/>
                  </a:lnTo>
                  <a:lnTo>
                    <a:pt x="3000333" y="2218762"/>
                  </a:lnTo>
                  <a:lnTo>
                    <a:pt x="3001189" y="2196359"/>
                  </a:lnTo>
                  <a:lnTo>
                    <a:pt x="3002044" y="2181358"/>
                  </a:lnTo>
                  <a:lnTo>
                    <a:pt x="3002900" y="2189673"/>
                  </a:lnTo>
                  <a:lnTo>
                    <a:pt x="3003756" y="2140401"/>
                  </a:lnTo>
                  <a:lnTo>
                    <a:pt x="3004611" y="2118406"/>
                  </a:lnTo>
                  <a:lnTo>
                    <a:pt x="3005467" y="2105058"/>
                  </a:lnTo>
                  <a:lnTo>
                    <a:pt x="3006322" y="2119084"/>
                  </a:lnTo>
                  <a:lnTo>
                    <a:pt x="3007178" y="2114443"/>
                  </a:lnTo>
                  <a:lnTo>
                    <a:pt x="3008033" y="2113787"/>
                  </a:lnTo>
                  <a:lnTo>
                    <a:pt x="3008889" y="2117825"/>
                  </a:lnTo>
                  <a:lnTo>
                    <a:pt x="3009744" y="2185441"/>
                  </a:lnTo>
                  <a:lnTo>
                    <a:pt x="3010600" y="2180409"/>
                  </a:lnTo>
                  <a:lnTo>
                    <a:pt x="3011455" y="2198781"/>
                  </a:lnTo>
                  <a:lnTo>
                    <a:pt x="3012311" y="2241977"/>
                  </a:lnTo>
                  <a:lnTo>
                    <a:pt x="3013166" y="2250975"/>
                  </a:lnTo>
                  <a:lnTo>
                    <a:pt x="3014022" y="2261075"/>
                  </a:lnTo>
                  <a:lnTo>
                    <a:pt x="3014877" y="2259722"/>
                  </a:lnTo>
                  <a:lnTo>
                    <a:pt x="3015733" y="2242822"/>
                  </a:lnTo>
                  <a:lnTo>
                    <a:pt x="3016588" y="2252741"/>
                  </a:lnTo>
                  <a:lnTo>
                    <a:pt x="3017444" y="2206561"/>
                  </a:lnTo>
                  <a:lnTo>
                    <a:pt x="3018299" y="2203635"/>
                  </a:lnTo>
                  <a:lnTo>
                    <a:pt x="3019155" y="2204599"/>
                  </a:lnTo>
                  <a:lnTo>
                    <a:pt x="3020011" y="2181381"/>
                  </a:lnTo>
                  <a:lnTo>
                    <a:pt x="3020866" y="2220440"/>
                  </a:lnTo>
                  <a:lnTo>
                    <a:pt x="3021722" y="2215158"/>
                  </a:lnTo>
                  <a:lnTo>
                    <a:pt x="3022577" y="2208122"/>
                  </a:lnTo>
                  <a:lnTo>
                    <a:pt x="3023433" y="2233951"/>
                  </a:lnTo>
                  <a:lnTo>
                    <a:pt x="3024288" y="2217426"/>
                  </a:lnTo>
                  <a:lnTo>
                    <a:pt x="3025144" y="2224422"/>
                  </a:lnTo>
                  <a:lnTo>
                    <a:pt x="3025999" y="2246590"/>
                  </a:lnTo>
                  <a:lnTo>
                    <a:pt x="3026855" y="2202050"/>
                  </a:lnTo>
                  <a:lnTo>
                    <a:pt x="3027710" y="2215415"/>
                  </a:lnTo>
                  <a:lnTo>
                    <a:pt x="3028566" y="2251874"/>
                  </a:lnTo>
                  <a:lnTo>
                    <a:pt x="3029421" y="2229715"/>
                  </a:lnTo>
                  <a:lnTo>
                    <a:pt x="3030277" y="2208275"/>
                  </a:lnTo>
                  <a:lnTo>
                    <a:pt x="3031132" y="2173492"/>
                  </a:lnTo>
                  <a:lnTo>
                    <a:pt x="3031988" y="2135669"/>
                  </a:lnTo>
                  <a:lnTo>
                    <a:pt x="3032843" y="2177197"/>
                  </a:lnTo>
                  <a:lnTo>
                    <a:pt x="3033699" y="2199521"/>
                  </a:lnTo>
                  <a:lnTo>
                    <a:pt x="3034554" y="2215193"/>
                  </a:lnTo>
                  <a:lnTo>
                    <a:pt x="3035410" y="2198321"/>
                  </a:lnTo>
                  <a:lnTo>
                    <a:pt x="3036266" y="2169438"/>
                  </a:lnTo>
                  <a:lnTo>
                    <a:pt x="3037121" y="2198571"/>
                  </a:lnTo>
                  <a:lnTo>
                    <a:pt x="3037977" y="2195928"/>
                  </a:lnTo>
                  <a:lnTo>
                    <a:pt x="3038832" y="2205301"/>
                  </a:lnTo>
                  <a:lnTo>
                    <a:pt x="3039688" y="2196044"/>
                  </a:lnTo>
                  <a:lnTo>
                    <a:pt x="3040543" y="2182153"/>
                  </a:lnTo>
                  <a:lnTo>
                    <a:pt x="3041399" y="2136085"/>
                  </a:lnTo>
                  <a:lnTo>
                    <a:pt x="3042254" y="2153708"/>
                  </a:lnTo>
                  <a:lnTo>
                    <a:pt x="3043110" y="2142731"/>
                  </a:lnTo>
                  <a:lnTo>
                    <a:pt x="3043965" y="2115318"/>
                  </a:lnTo>
                  <a:lnTo>
                    <a:pt x="3044821" y="2119430"/>
                  </a:lnTo>
                  <a:lnTo>
                    <a:pt x="3045676" y="2155442"/>
                  </a:lnTo>
                  <a:lnTo>
                    <a:pt x="3046532" y="2191506"/>
                  </a:lnTo>
                  <a:lnTo>
                    <a:pt x="3047387" y="2182527"/>
                  </a:lnTo>
                  <a:lnTo>
                    <a:pt x="3048243" y="2182399"/>
                  </a:lnTo>
                  <a:lnTo>
                    <a:pt x="3049098" y="2221839"/>
                  </a:lnTo>
                  <a:lnTo>
                    <a:pt x="3049954" y="2184440"/>
                  </a:lnTo>
                  <a:lnTo>
                    <a:pt x="3050810" y="2187088"/>
                  </a:lnTo>
                  <a:lnTo>
                    <a:pt x="3051665" y="2171633"/>
                  </a:lnTo>
                  <a:lnTo>
                    <a:pt x="3052521" y="2176045"/>
                  </a:lnTo>
                  <a:lnTo>
                    <a:pt x="3053376" y="2156201"/>
                  </a:lnTo>
                  <a:lnTo>
                    <a:pt x="3054232" y="2169927"/>
                  </a:lnTo>
                  <a:lnTo>
                    <a:pt x="3055087" y="2166066"/>
                  </a:lnTo>
                  <a:lnTo>
                    <a:pt x="3055943" y="2206976"/>
                  </a:lnTo>
                  <a:lnTo>
                    <a:pt x="3056798" y="2204392"/>
                  </a:lnTo>
                  <a:lnTo>
                    <a:pt x="3057654" y="2182863"/>
                  </a:lnTo>
                  <a:lnTo>
                    <a:pt x="3058509" y="2140574"/>
                  </a:lnTo>
                  <a:lnTo>
                    <a:pt x="3059365" y="2122111"/>
                  </a:lnTo>
                  <a:lnTo>
                    <a:pt x="3060220" y="2124789"/>
                  </a:lnTo>
                  <a:lnTo>
                    <a:pt x="3061076" y="2111131"/>
                  </a:lnTo>
                  <a:lnTo>
                    <a:pt x="3061931" y="2113560"/>
                  </a:lnTo>
                  <a:lnTo>
                    <a:pt x="3062787" y="2122051"/>
                  </a:lnTo>
                  <a:lnTo>
                    <a:pt x="3063642" y="2111595"/>
                  </a:lnTo>
                  <a:lnTo>
                    <a:pt x="3064498" y="2082960"/>
                  </a:lnTo>
                  <a:lnTo>
                    <a:pt x="3065353" y="2075162"/>
                  </a:lnTo>
                  <a:lnTo>
                    <a:pt x="3066209" y="2084528"/>
                  </a:lnTo>
                  <a:lnTo>
                    <a:pt x="3067065" y="2084725"/>
                  </a:lnTo>
                  <a:lnTo>
                    <a:pt x="3067920" y="2115701"/>
                  </a:lnTo>
                  <a:lnTo>
                    <a:pt x="3068776" y="2090797"/>
                  </a:lnTo>
                  <a:lnTo>
                    <a:pt x="3069631" y="2055613"/>
                  </a:lnTo>
                  <a:lnTo>
                    <a:pt x="3070487" y="2079244"/>
                  </a:lnTo>
                  <a:lnTo>
                    <a:pt x="3071342" y="1971843"/>
                  </a:lnTo>
                  <a:lnTo>
                    <a:pt x="3072198" y="1991353"/>
                  </a:lnTo>
                  <a:lnTo>
                    <a:pt x="3073053" y="2031432"/>
                  </a:lnTo>
                  <a:lnTo>
                    <a:pt x="3073909" y="2037858"/>
                  </a:lnTo>
                  <a:lnTo>
                    <a:pt x="3074764" y="2056423"/>
                  </a:lnTo>
                  <a:lnTo>
                    <a:pt x="3075620" y="2031591"/>
                  </a:lnTo>
                  <a:lnTo>
                    <a:pt x="3076475" y="2041087"/>
                  </a:lnTo>
                  <a:lnTo>
                    <a:pt x="3077331" y="2077197"/>
                  </a:lnTo>
                  <a:lnTo>
                    <a:pt x="3078186" y="2075825"/>
                  </a:lnTo>
                  <a:lnTo>
                    <a:pt x="3079042" y="2080405"/>
                  </a:lnTo>
                  <a:lnTo>
                    <a:pt x="3079897" y="2133402"/>
                  </a:lnTo>
                  <a:lnTo>
                    <a:pt x="3080753" y="2169969"/>
                  </a:lnTo>
                  <a:lnTo>
                    <a:pt x="3081608" y="2215262"/>
                  </a:lnTo>
                  <a:lnTo>
                    <a:pt x="3082464" y="2233198"/>
                  </a:lnTo>
                  <a:lnTo>
                    <a:pt x="3083320" y="2229163"/>
                  </a:lnTo>
                  <a:lnTo>
                    <a:pt x="3084175" y="2244012"/>
                  </a:lnTo>
                  <a:lnTo>
                    <a:pt x="3085031" y="2256212"/>
                  </a:lnTo>
                  <a:lnTo>
                    <a:pt x="3085886" y="2278200"/>
                  </a:lnTo>
                  <a:lnTo>
                    <a:pt x="3085886" y="2278200"/>
                  </a:lnTo>
                  <a:lnTo>
                    <a:pt x="3086742" y="2278200"/>
                  </a:lnTo>
                  <a:lnTo>
                    <a:pt x="3087597" y="2278200"/>
                  </a:lnTo>
                  <a:lnTo>
                    <a:pt x="3088453" y="2278200"/>
                  </a:lnTo>
                  <a:lnTo>
                    <a:pt x="3089308" y="2278200"/>
                  </a:lnTo>
                  <a:lnTo>
                    <a:pt x="3090164" y="2278200"/>
                  </a:lnTo>
                  <a:lnTo>
                    <a:pt x="3091019" y="2278200"/>
                  </a:lnTo>
                  <a:lnTo>
                    <a:pt x="3091875" y="2278200"/>
                  </a:lnTo>
                  <a:lnTo>
                    <a:pt x="3092730" y="2278200"/>
                  </a:lnTo>
                  <a:lnTo>
                    <a:pt x="3093586" y="2278200"/>
                  </a:lnTo>
                  <a:lnTo>
                    <a:pt x="3094441" y="2278200"/>
                  </a:lnTo>
                  <a:lnTo>
                    <a:pt x="3095297" y="2278200"/>
                  </a:lnTo>
                  <a:lnTo>
                    <a:pt x="3096152" y="2278200"/>
                  </a:lnTo>
                  <a:lnTo>
                    <a:pt x="3097008" y="2278200"/>
                  </a:lnTo>
                  <a:lnTo>
                    <a:pt x="3097864" y="2278200"/>
                  </a:lnTo>
                  <a:lnTo>
                    <a:pt x="3098719" y="2278200"/>
                  </a:lnTo>
                  <a:lnTo>
                    <a:pt x="3099575" y="2252588"/>
                  </a:lnTo>
                  <a:lnTo>
                    <a:pt x="3100430" y="2211860"/>
                  </a:lnTo>
                  <a:lnTo>
                    <a:pt x="3101286" y="2204971"/>
                  </a:lnTo>
                  <a:lnTo>
                    <a:pt x="3102141" y="2209466"/>
                  </a:lnTo>
                  <a:lnTo>
                    <a:pt x="3102997" y="2191135"/>
                  </a:lnTo>
                  <a:lnTo>
                    <a:pt x="3103852" y="2169418"/>
                  </a:lnTo>
                  <a:lnTo>
                    <a:pt x="3104708" y="2188700"/>
                  </a:lnTo>
                  <a:lnTo>
                    <a:pt x="3105563" y="2162929"/>
                  </a:lnTo>
                  <a:lnTo>
                    <a:pt x="3106419" y="2175929"/>
                  </a:lnTo>
                  <a:lnTo>
                    <a:pt x="3107274" y="2097841"/>
                  </a:lnTo>
                  <a:lnTo>
                    <a:pt x="3108130" y="2050602"/>
                  </a:lnTo>
                  <a:lnTo>
                    <a:pt x="3108985" y="2059599"/>
                  </a:lnTo>
                  <a:lnTo>
                    <a:pt x="3109841" y="2087442"/>
                  </a:lnTo>
                  <a:lnTo>
                    <a:pt x="3110696" y="2066864"/>
                  </a:lnTo>
                  <a:lnTo>
                    <a:pt x="3111552" y="2061421"/>
                  </a:lnTo>
                  <a:lnTo>
                    <a:pt x="3112407" y="1949947"/>
                  </a:lnTo>
                  <a:lnTo>
                    <a:pt x="3113263" y="1978483"/>
                  </a:lnTo>
                  <a:lnTo>
                    <a:pt x="3114119" y="2016648"/>
                  </a:lnTo>
                  <a:lnTo>
                    <a:pt x="3114974" y="2028279"/>
                  </a:lnTo>
                  <a:lnTo>
                    <a:pt x="3115830" y="2057377"/>
                  </a:lnTo>
                  <a:lnTo>
                    <a:pt x="3116685" y="2006141"/>
                  </a:lnTo>
                  <a:lnTo>
                    <a:pt x="3117541" y="2054542"/>
                  </a:lnTo>
                  <a:lnTo>
                    <a:pt x="3118396" y="2037252"/>
                  </a:lnTo>
                  <a:lnTo>
                    <a:pt x="3119252" y="2003478"/>
                  </a:lnTo>
                  <a:lnTo>
                    <a:pt x="3120107" y="2024066"/>
                  </a:lnTo>
                  <a:lnTo>
                    <a:pt x="3120963" y="2067885"/>
                  </a:lnTo>
                  <a:lnTo>
                    <a:pt x="3121818" y="2055244"/>
                  </a:lnTo>
                  <a:lnTo>
                    <a:pt x="3122674" y="2057618"/>
                  </a:lnTo>
                  <a:lnTo>
                    <a:pt x="3123529" y="2033595"/>
                  </a:lnTo>
                  <a:lnTo>
                    <a:pt x="3124385" y="2044480"/>
                  </a:lnTo>
                  <a:lnTo>
                    <a:pt x="3125240" y="2064398"/>
                  </a:lnTo>
                  <a:lnTo>
                    <a:pt x="3126096" y="2008821"/>
                  </a:lnTo>
                  <a:lnTo>
                    <a:pt x="3126951" y="2033777"/>
                  </a:lnTo>
                  <a:lnTo>
                    <a:pt x="3127807" y="2032802"/>
                  </a:lnTo>
                  <a:lnTo>
                    <a:pt x="3128662" y="2048590"/>
                  </a:lnTo>
                  <a:lnTo>
                    <a:pt x="3129518" y="2051367"/>
                  </a:lnTo>
                  <a:lnTo>
                    <a:pt x="3130374" y="2015654"/>
                  </a:lnTo>
                  <a:lnTo>
                    <a:pt x="3131229" y="1998491"/>
                  </a:lnTo>
                  <a:lnTo>
                    <a:pt x="3132085" y="1992105"/>
                  </a:lnTo>
                  <a:lnTo>
                    <a:pt x="3132940" y="1946906"/>
                  </a:lnTo>
                  <a:lnTo>
                    <a:pt x="3133796" y="1919234"/>
                  </a:lnTo>
                  <a:lnTo>
                    <a:pt x="3134651" y="1922578"/>
                  </a:lnTo>
                  <a:lnTo>
                    <a:pt x="3135507" y="1870567"/>
                  </a:lnTo>
                  <a:lnTo>
                    <a:pt x="3136362" y="1920988"/>
                  </a:lnTo>
                  <a:lnTo>
                    <a:pt x="3137218" y="1961071"/>
                  </a:lnTo>
                  <a:lnTo>
                    <a:pt x="3138073" y="2013137"/>
                  </a:lnTo>
                  <a:lnTo>
                    <a:pt x="3138929" y="2047682"/>
                  </a:lnTo>
                  <a:lnTo>
                    <a:pt x="3139784" y="2010137"/>
                  </a:lnTo>
                  <a:lnTo>
                    <a:pt x="3140640" y="2012758"/>
                  </a:lnTo>
                  <a:lnTo>
                    <a:pt x="3141495" y="1999523"/>
                  </a:lnTo>
                  <a:lnTo>
                    <a:pt x="3142351" y="2030133"/>
                  </a:lnTo>
                  <a:lnTo>
                    <a:pt x="3143206" y="2043674"/>
                  </a:lnTo>
                  <a:lnTo>
                    <a:pt x="3144062" y="2031111"/>
                  </a:lnTo>
                  <a:lnTo>
                    <a:pt x="3144917" y="1986553"/>
                  </a:lnTo>
                  <a:lnTo>
                    <a:pt x="3145773" y="2008648"/>
                  </a:lnTo>
                  <a:lnTo>
                    <a:pt x="3146629" y="2022459"/>
                  </a:lnTo>
                  <a:lnTo>
                    <a:pt x="3147484" y="2038282"/>
                  </a:lnTo>
                  <a:lnTo>
                    <a:pt x="3148340" y="2011314"/>
                  </a:lnTo>
                  <a:lnTo>
                    <a:pt x="3149195" y="1977754"/>
                  </a:lnTo>
                  <a:lnTo>
                    <a:pt x="3150051" y="1960114"/>
                  </a:lnTo>
                  <a:lnTo>
                    <a:pt x="3150906" y="1899115"/>
                  </a:lnTo>
                  <a:lnTo>
                    <a:pt x="3151762" y="1956973"/>
                  </a:lnTo>
                  <a:lnTo>
                    <a:pt x="3152617" y="1934574"/>
                  </a:lnTo>
                  <a:lnTo>
                    <a:pt x="3153473" y="1996808"/>
                  </a:lnTo>
                  <a:lnTo>
                    <a:pt x="3154328" y="2043955"/>
                  </a:lnTo>
                  <a:lnTo>
                    <a:pt x="3155184" y="2097359"/>
                  </a:lnTo>
                  <a:lnTo>
                    <a:pt x="3156039" y="2140892"/>
                  </a:lnTo>
                  <a:lnTo>
                    <a:pt x="3156895" y="2139223"/>
                  </a:lnTo>
                  <a:lnTo>
                    <a:pt x="3157750" y="2113756"/>
                  </a:lnTo>
                  <a:lnTo>
                    <a:pt x="3158606" y="2133189"/>
                  </a:lnTo>
                  <a:lnTo>
                    <a:pt x="3159461" y="2152295"/>
                  </a:lnTo>
                  <a:lnTo>
                    <a:pt x="3160317" y="2196117"/>
                  </a:lnTo>
                  <a:lnTo>
                    <a:pt x="3161173" y="2200752"/>
                  </a:lnTo>
                  <a:lnTo>
                    <a:pt x="3162028" y="2207879"/>
                  </a:lnTo>
                  <a:lnTo>
                    <a:pt x="3162884" y="2219569"/>
                  </a:lnTo>
                  <a:lnTo>
                    <a:pt x="3163739" y="2192524"/>
                  </a:lnTo>
                  <a:lnTo>
                    <a:pt x="3164595" y="2215167"/>
                  </a:lnTo>
                  <a:lnTo>
                    <a:pt x="3165450" y="2218936"/>
                  </a:lnTo>
                  <a:lnTo>
                    <a:pt x="3166306" y="2193571"/>
                  </a:lnTo>
                  <a:lnTo>
                    <a:pt x="3167161" y="2203732"/>
                  </a:lnTo>
                  <a:lnTo>
                    <a:pt x="3168017" y="2223884"/>
                  </a:lnTo>
                  <a:lnTo>
                    <a:pt x="3168872" y="2240231"/>
                  </a:lnTo>
                  <a:lnTo>
                    <a:pt x="3169728" y="2224730"/>
                  </a:lnTo>
                  <a:lnTo>
                    <a:pt x="3170583" y="2177686"/>
                  </a:lnTo>
                  <a:lnTo>
                    <a:pt x="3171439" y="2145256"/>
                  </a:lnTo>
                  <a:lnTo>
                    <a:pt x="3172294" y="2162441"/>
                  </a:lnTo>
                  <a:lnTo>
                    <a:pt x="3173150" y="2176495"/>
                  </a:lnTo>
                  <a:lnTo>
                    <a:pt x="3174005" y="2221004"/>
                  </a:lnTo>
                  <a:lnTo>
                    <a:pt x="3174861" y="2255675"/>
                  </a:lnTo>
                  <a:lnTo>
                    <a:pt x="3175716" y="2274636"/>
                  </a:lnTo>
                  <a:lnTo>
                    <a:pt x="3176572" y="2245195"/>
                  </a:lnTo>
                  <a:lnTo>
                    <a:pt x="3177428" y="2212607"/>
                  </a:lnTo>
                  <a:lnTo>
                    <a:pt x="3178283" y="2225385"/>
                  </a:lnTo>
                  <a:lnTo>
                    <a:pt x="3179139" y="2224324"/>
                  </a:lnTo>
                  <a:lnTo>
                    <a:pt x="3179994" y="2211144"/>
                  </a:lnTo>
                  <a:lnTo>
                    <a:pt x="3180850" y="2217476"/>
                  </a:lnTo>
                  <a:lnTo>
                    <a:pt x="3181705" y="2187104"/>
                  </a:lnTo>
                  <a:lnTo>
                    <a:pt x="3182561" y="2169207"/>
                  </a:lnTo>
                  <a:lnTo>
                    <a:pt x="3183416" y="2170724"/>
                  </a:lnTo>
                  <a:lnTo>
                    <a:pt x="3184272" y="2164986"/>
                  </a:lnTo>
                  <a:lnTo>
                    <a:pt x="3185127" y="2146130"/>
                  </a:lnTo>
                  <a:lnTo>
                    <a:pt x="3185983" y="2129637"/>
                  </a:lnTo>
                  <a:lnTo>
                    <a:pt x="3186838" y="2132507"/>
                  </a:lnTo>
                  <a:lnTo>
                    <a:pt x="3187694" y="2150828"/>
                  </a:lnTo>
                  <a:lnTo>
                    <a:pt x="3188549" y="2130602"/>
                  </a:lnTo>
                  <a:lnTo>
                    <a:pt x="3189405" y="2076846"/>
                  </a:lnTo>
                  <a:lnTo>
                    <a:pt x="3190260" y="2081236"/>
                  </a:lnTo>
                  <a:lnTo>
                    <a:pt x="3191116" y="2053953"/>
                  </a:lnTo>
                  <a:lnTo>
                    <a:pt x="3191971" y="2053127"/>
                  </a:lnTo>
                  <a:lnTo>
                    <a:pt x="3192827" y="2033987"/>
                  </a:lnTo>
                  <a:lnTo>
                    <a:pt x="3193683" y="2052485"/>
                  </a:lnTo>
                  <a:lnTo>
                    <a:pt x="3194538" y="2090906"/>
                  </a:lnTo>
                  <a:lnTo>
                    <a:pt x="3195394" y="2081232"/>
                  </a:lnTo>
                  <a:lnTo>
                    <a:pt x="3196249" y="2114456"/>
                  </a:lnTo>
                  <a:lnTo>
                    <a:pt x="3197105" y="2062395"/>
                  </a:lnTo>
                  <a:lnTo>
                    <a:pt x="3197960" y="2047526"/>
                  </a:lnTo>
                  <a:lnTo>
                    <a:pt x="3198816" y="2018206"/>
                  </a:lnTo>
                  <a:lnTo>
                    <a:pt x="3199671" y="2033766"/>
                  </a:lnTo>
                  <a:lnTo>
                    <a:pt x="3200527" y="1985523"/>
                  </a:lnTo>
                  <a:lnTo>
                    <a:pt x="3201382" y="1958487"/>
                  </a:lnTo>
                  <a:lnTo>
                    <a:pt x="3202238" y="1992848"/>
                  </a:lnTo>
                  <a:lnTo>
                    <a:pt x="3203093" y="2006612"/>
                  </a:lnTo>
                  <a:lnTo>
                    <a:pt x="3203949" y="2062035"/>
                  </a:lnTo>
                  <a:lnTo>
                    <a:pt x="3204804" y="2094420"/>
                  </a:lnTo>
                  <a:lnTo>
                    <a:pt x="3205660" y="2163694"/>
                  </a:lnTo>
                  <a:lnTo>
                    <a:pt x="3206515" y="2167948"/>
                  </a:lnTo>
                  <a:lnTo>
                    <a:pt x="3207371" y="2140429"/>
                  </a:lnTo>
                  <a:lnTo>
                    <a:pt x="3208227" y="2156270"/>
                  </a:lnTo>
                  <a:lnTo>
                    <a:pt x="3209082" y="2112193"/>
                  </a:lnTo>
                  <a:lnTo>
                    <a:pt x="3209938" y="2063223"/>
                  </a:lnTo>
                  <a:lnTo>
                    <a:pt x="3210793" y="2053991"/>
                  </a:lnTo>
                  <a:lnTo>
                    <a:pt x="3211649" y="2041432"/>
                  </a:lnTo>
                  <a:lnTo>
                    <a:pt x="3212504" y="2089083"/>
                  </a:lnTo>
                  <a:lnTo>
                    <a:pt x="3213360" y="2088277"/>
                  </a:lnTo>
                  <a:lnTo>
                    <a:pt x="3214215" y="2071308"/>
                  </a:lnTo>
                  <a:lnTo>
                    <a:pt x="3215071" y="2109611"/>
                  </a:lnTo>
                  <a:lnTo>
                    <a:pt x="3215926" y="2091660"/>
                  </a:lnTo>
                  <a:lnTo>
                    <a:pt x="3216782" y="2093449"/>
                  </a:lnTo>
                  <a:lnTo>
                    <a:pt x="3217637" y="2083979"/>
                  </a:lnTo>
                  <a:lnTo>
                    <a:pt x="3218493" y="2109543"/>
                  </a:lnTo>
                  <a:lnTo>
                    <a:pt x="3219348" y="2155307"/>
                  </a:lnTo>
                  <a:lnTo>
                    <a:pt x="3220204" y="2163651"/>
                  </a:lnTo>
                  <a:lnTo>
                    <a:pt x="3221059" y="2135224"/>
                  </a:lnTo>
                  <a:lnTo>
                    <a:pt x="3221915" y="2148280"/>
                  </a:lnTo>
                  <a:lnTo>
                    <a:pt x="3222770" y="2120882"/>
                  </a:lnTo>
                  <a:lnTo>
                    <a:pt x="3223626" y="2061042"/>
                  </a:lnTo>
                  <a:lnTo>
                    <a:pt x="3224482" y="2017058"/>
                  </a:lnTo>
                  <a:lnTo>
                    <a:pt x="3225337" y="1968898"/>
                  </a:lnTo>
                  <a:lnTo>
                    <a:pt x="3226193" y="1961212"/>
                  </a:lnTo>
                  <a:lnTo>
                    <a:pt x="3227048" y="1966262"/>
                  </a:lnTo>
                  <a:lnTo>
                    <a:pt x="3227904" y="1956210"/>
                  </a:lnTo>
                  <a:lnTo>
                    <a:pt x="3228759" y="1974239"/>
                  </a:lnTo>
                  <a:lnTo>
                    <a:pt x="3229615" y="2053013"/>
                  </a:lnTo>
                  <a:lnTo>
                    <a:pt x="3230470" y="2057527"/>
                  </a:lnTo>
                  <a:lnTo>
                    <a:pt x="3231326" y="2130679"/>
                  </a:lnTo>
                  <a:lnTo>
                    <a:pt x="3232181" y="2156244"/>
                  </a:lnTo>
                  <a:lnTo>
                    <a:pt x="3233037" y="2132383"/>
                  </a:lnTo>
                  <a:lnTo>
                    <a:pt x="3233892" y="2113772"/>
                  </a:lnTo>
                  <a:lnTo>
                    <a:pt x="3234748" y="2143409"/>
                  </a:lnTo>
                  <a:lnTo>
                    <a:pt x="3235603" y="2204103"/>
                  </a:lnTo>
                  <a:lnTo>
                    <a:pt x="3236459" y="2214838"/>
                  </a:lnTo>
                  <a:lnTo>
                    <a:pt x="3237314" y="2198553"/>
                  </a:lnTo>
                  <a:lnTo>
                    <a:pt x="3238170" y="2219939"/>
                  </a:lnTo>
                  <a:lnTo>
                    <a:pt x="3239025" y="2204226"/>
                  </a:lnTo>
                  <a:lnTo>
                    <a:pt x="3239881" y="2217429"/>
                  </a:lnTo>
                  <a:lnTo>
                    <a:pt x="3240737" y="2214658"/>
                  </a:lnTo>
                  <a:lnTo>
                    <a:pt x="3241592" y="2224155"/>
                  </a:lnTo>
                  <a:lnTo>
                    <a:pt x="3242448" y="2238470"/>
                  </a:lnTo>
                  <a:lnTo>
                    <a:pt x="3243303" y="2260980"/>
                  </a:lnTo>
                  <a:lnTo>
                    <a:pt x="3244159" y="2239248"/>
                  </a:lnTo>
                  <a:lnTo>
                    <a:pt x="3245014" y="2257845"/>
                  </a:lnTo>
                  <a:lnTo>
                    <a:pt x="3245870" y="2259787"/>
                  </a:lnTo>
                  <a:lnTo>
                    <a:pt x="3246725" y="2243489"/>
                  </a:lnTo>
                  <a:lnTo>
                    <a:pt x="3247581" y="2237800"/>
                  </a:lnTo>
                  <a:lnTo>
                    <a:pt x="3248436" y="2196446"/>
                  </a:lnTo>
                  <a:lnTo>
                    <a:pt x="3249292" y="2177719"/>
                  </a:lnTo>
                  <a:lnTo>
                    <a:pt x="3250147" y="2160377"/>
                  </a:lnTo>
                  <a:lnTo>
                    <a:pt x="3251003" y="2149287"/>
                  </a:lnTo>
                  <a:lnTo>
                    <a:pt x="3251858" y="2145176"/>
                  </a:lnTo>
                  <a:lnTo>
                    <a:pt x="3252714" y="2151570"/>
                  </a:lnTo>
                  <a:lnTo>
                    <a:pt x="3253569" y="2210139"/>
                  </a:lnTo>
                  <a:lnTo>
                    <a:pt x="3254425" y="2223610"/>
                  </a:lnTo>
                  <a:lnTo>
                    <a:pt x="3255281" y="2181394"/>
                  </a:lnTo>
                  <a:lnTo>
                    <a:pt x="3256136" y="2118699"/>
                  </a:lnTo>
                  <a:lnTo>
                    <a:pt x="3256992" y="2085707"/>
                  </a:lnTo>
                  <a:lnTo>
                    <a:pt x="3257847" y="2114568"/>
                  </a:lnTo>
                  <a:lnTo>
                    <a:pt x="3258703" y="2162166"/>
                  </a:lnTo>
                  <a:lnTo>
                    <a:pt x="3259558" y="2205165"/>
                  </a:lnTo>
                  <a:lnTo>
                    <a:pt x="3260414" y="2204363"/>
                  </a:lnTo>
                  <a:lnTo>
                    <a:pt x="3261269" y="2198475"/>
                  </a:lnTo>
                  <a:lnTo>
                    <a:pt x="3262125" y="2217167"/>
                  </a:lnTo>
                  <a:lnTo>
                    <a:pt x="3262980" y="2176124"/>
                  </a:lnTo>
                  <a:lnTo>
                    <a:pt x="3263836" y="2161489"/>
                  </a:lnTo>
                  <a:lnTo>
                    <a:pt x="3264691" y="2149522"/>
                  </a:lnTo>
                  <a:lnTo>
                    <a:pt x="3265547" y="2159298"/>
                  </a:lnTo>
                  <a:lnTo>
                    <a:pt x="3266402" y="2186413"/>
                  </a:lnTo>
                  <a:lnTo>
                    <a:pt x="3267258" y="2141783"/>
                  </a:lnTo>
                  <a:lnTo>
                    <a:pt x="3268113" y="2165327"/>
                  </a:lnTo>
                  <a:lnTo>
                    <a:pt x="3268969" y="2170382"/>
                  </a:lnTo>
                  <a:lnTo>
                    <a:pt x="3269824" y="2140179"/>
                  </a:lnTo>
                  <a:lnTo>
                    <a:pt x="3270680" y="2145447"/>
                  </a:lnTo>
                  <a:lnTo>
                    <a:pt x="3271536" y="2125739"/>
                  </a:lnTo>
                  <a:lnTo>
                    <a:pt x="3272391" y="2102930"/>
                  </a:lnTo>
                  <a:lnTo>
                    <a:pt x="3273247" y="2082323"/>
                  </a:lnTo>
                  <a:lnTo>
                    <a:pt x="3274102" y="2097815"/>
                  </a:lnTo>
                  <a:lnTo>
                    <a:pt x="3274958" y="2111804"/>
                  </a:lnTo>
                  <a:lnTo>
                    <a:pt x="3275813" y="2103950"/>
                  </a:lnTo>
                  <a:lnTo>
                    <a:pt x="3276669" y="2090623"/>
                  </a:lnTo>
                  <a:lnTo>
                    <a:pt x="3277524" y="2106298"/>
                  </a:lnTo>
                  <a:lnTo>
                    <a:pt x="3278380" y="2079416"/>
                  </a:lnTo>
                  <a:lnTo>
                    <a:pt x="3279235" y="2078655"/>
                  </a:lnTo>
                  <a:lnTo>
                    <a:pt x="3280091" y="2049009"/>
                  </a:lnTo>
                  <a:lnTo>
                    <a:pt x="3280946" y="2031511"/>
                  </a:lnTo>
                  <a:lnTo>
                    <a:pt x="3281802" y="2045080"/>
                  </a:lnTo>
                  <a:lnTo>
                    <a:pt x="3282657" y="2081621"/>
                  </a:lnTo>
                  <a:lnTo>
                    <a:pt x="3283513" y="2087118"/>
                  </a:lnTo>
                  <a:lnTo>
                    <a:pt x="3284368" y="2116422"/>
                  </a:lnTo>
                  <a:lnTo>
                    <a:pt x="3285224" y="2131486"/>
                  </a:lnTo>
                  <a:lnTo>
                    <a:pt x="3286079" y="2171875"/>
                  </a:lnTo>
                  <a:lnTo>
                    <a:pt x="3286935" y="2169937"/>
                  </a:lnTo>
                  <a:lnTo>
                    <a:pt x="3287791" y="2177394"/>
                  </a:lnTo>
                  <a:lnTo>
                    <a:pt x="3288646" y="2197254"/>
                  </a:lnTo>
                  <a:lnTo>
                    <a:pt x="3289502" y="2187046"/>
                  </a:lnTo>
                  <a:lnTo>
                    <a:pt x="3290357" y="2166867"/>
                  </a:lnTo>
                  <a:lnTo>
                    <a:pt x="3291213" y="2177728"/>
                  </a:lnTo>
                  <a:lnTo>
                    <a:pt x="3292068" y="2180820"/>
                  </a:lnTo>
                  <a:lnTo>
                    <a:pt x="3292924" y="2227011"/>
                  </a:lnTo>
                  <a:lnTo>
                    <a:pt x="3293779" y="2233166"/>
                  </a:lnTo>
                  <a:lnTo>
                    <a:pt x="3294635" y="2220497"/>
                  </a:lnTo>
                  <a:lnTo>
                    <a:pt x="3295490" y="2217814"/>
                  </a:lnTo>
                  <a:lnTo>
                    <a:pt x="3296346" y="2230661"/>
                  </a:lnTo>
                  <a:lnTo>
                    <a:pt x="3297201" y="2205147"/>
                  </a:lnTo>
                  <a:lnTo>
                    <a:pt x="3298057" y="2193588"/>
                  </a:lnTo>
                  <a:lnTo>
                    <a:pt x="3298912" y="2171711"/>
                  </a:lnTo>
                  <a:lnTo>
                    <a:pt x="3299768" y="2162200"/>
                  </a:lnTo>
                  <a:lnTo>
                    <a:pt x="3300623" y="2145402"/>
                  </a:lnTo>
                  <a:lnTo>
                    <a:pt x="3301479" y="2141551"/>
                  </a:lnTo>
                  <a:lnTo>
                    <a:pt x="3302335" y="2173067"/>
                  </a:lnTo>
                  <a:lnTo>
                    <a:pt x="3303190" y="2178019"/>
                  </a:lnTo>
                  <a:lnTo>
                    <a:pt x="3304046" y="2200765"/>
                  </a:lnTo>
                  <a:lnTo>
                    <a:pt x="3304901" y="2186170"/>
                  </a:lnTo>
                  <a:lnTo>
                    <a:pt x="3305757" y="2219283"/>
                  </a:lnTo>
                  <a:lnTo>
                    <a:pt x="3306612" y="2173899"/>
                  </a:lnTo>
                  <a:lnTo>
                    <a:pt x="3307468" y="2165075"/>
                  </a:lnTo>
                  <a:lnTo>
                    <a:pt x="3308323" y="2176629"/>
                  </a:lnTo>
                  <a:lnTo>
                    <a:pt x="3309179" y="2121132"/>
                  </a:lnTo>
                  <a:lnTo>
                    <a:pt x="3310034" y="2091187"/>
                  </a:lnTo>
                  <a:lnTo>
                    <a:pt x="3310890" y="2083400"/>
                  </a:lnTo>
                  <a:lnTo>
                    <a:pt x="3311745" y="2104749"/>
                  </a:lnTo>
                  <a:lnTo>
                    <a:pt x="3312601" y="2151254"/>
                  </a:lnTo>
                  <a:lnTo>
                    <a:pt x="3313456" y="2101221"/>
                  </a:lnTo>
                  <a:lnTo>
                    <a:pt x="3314312" y="2120954"/>
                  </a:lnTo>
                  <a:lnTo>
                    <a:pt x="3315167" y="2171229"/>
                  </a:lnTo>
                  <a:lnTo>
                    <a:pt x="3316023" y="2202942"/>
                  </a:lnTo>
                  <a:lnTo>
                    <a:pt x="3316878" y="2218905"/>
                  </a:lnTo>
                  <a:lnTo>
                    <a:pt x="3317734" y="2232295"/>
                  </a:lnTo>
                  <a:lnTo>
                    <a:pt x="3318590" y="2234807"/>
                  </a:lnTo>
                  <a:lnTo>
                    <a:pt x="3319445" y="2215823"/>
                  </a:lnTo>
                  <a:lnTo>
                    <a:pt x="3320301" y="2219165"/>
                  </a:lnTo>
                  <a:lnTo>
                    <a:pt x="3321156" y="2236323"/>
                  </a:lnTo>
                  <a:lnTo>
                    <a:pt x="3322012" y="2247054"/>
                  </a:lnTo>
                  <a:lnTo>
                    <a:pt x="3322867" y="2256658"/>
                  </a:lnTo>
                  <a:lnTo>
                    <a:pt x="3323723" y="2247619"/>
                  </a:lnTo>
                  <a:lnTo>
                    <a:pt x="3324578" y="2260245"/>
                  </a:lnTo>
                  <a:lnTo>
                    <a:pt x="3325434" y="2251058"/>
                  </a:lnTo>
                  <a:lnTo>
                    <a:pt x="3326289" y="2185560"/>
                  </a:lnTo>
                  <a:lnTo>
                    <a:pt x="3327145" y="2206656"/>
                  </a:lnTo>
                  <a:lnTo>
                    <a:pt x="3328000" y="2185204"/>
                  </a:lnTo>
                  <a:lnTo>
                    <a:pt x="3328856" y="2206783"/>
                  </a:lnTo>
                  <a:lnTo>
                    <a:pt x="3329711" y="2196092"/>
                  </a:lnTo>
                  <a:lnTo>
                    <a:pt x="3330567" y="2163757"/>
                  </a:lnTo>
                  <a:lnTo>
                    <a:pt x="3331422" y="2168580"/>
                  </a:lnTo>
                  <a:lnTo>
                    <a:pt x="3332278" y="2115019"/>
                  </a:lnTo>
                  <a:lnTo>
                    <a:pt x="3333133" y="2046302"/>
                  </a:lnTo>
                  <a:lnTo>
                    <a:pt x="3333989" y="2019878"/>
                  </a:lnTo>
                  <a:lnTo>
                    <a:pt x="3334845" y="2013043"/>
                  </a:lnTo>
                  <a:lnTo>
                    <a:pt x="3335700" y="1966333"/>
                  </a:lnTo>
                  <a:lnTo>
                    <a:pt x="3336556" y="1992175"/>
                  </a:lnTo>
                  <a:lnTo>
                    <a:pt x="3337411" y="1999582"/>
                  </a:lnTo>
                  <a:lnTo>
                    <a:pt x="3338267" y="2038067"/>
                  </a:lnTo>
                  <a:lnTo>
                    <a:pt x="3339122" y="2102476"/>
                  </a:lnTo>
                  <a:lnTo>
                    <a:pt x="3339978" y="2081779"/>
                  </a:lnTo>
                  <a:lnTo>
                    <a:pt x="3340833" y="2128361"/>
                  </a:lnTo>
                  <a:lnTo>
                    <a:pt x="3341689" y="2110341"/>
                  </a:lnTo>
                  <a:lnTo>
                    <a:pt x="3342544" y="2092779"/>
                  </a:lnTo>
                  <a:lnTo>
                    <a:pt x="3343400" y="2017371"/>
                  </a:lnTo>
                  <a:lnTo>
                    <a:pt x="3344255" y="2015859"/>
                  </a:lnTo>
                  <a:lnTo>
                    <a:pt x="3345111" y="2000150"/>
                  </a:lnTo>
                  <a:lnTo>
                    <a:pt x="3345966" y="1932388"/>
                  </a:lnTo>
                  <a:lnTo>
                    <a:pt x="3346822" y="1888825"/>
                  </a:lnTo>
                  <a:lnTo>
                    <a:pt x="3347677" y="1907196"/>
                  </a:lnTo>
                  <a:lnTo>
                    <a:pt x="3348533" y="1912165"/>
                  </a:lnTo>
                  <a:lnTo>
                    <a:pt x="3349388" y="1868883"/>
                  </a:lnTo>
                  <a:lnTo>
                    <a:pt x="3350244" y="1881771"/>
                  </a:lnTo>
                  <a:lnTo>
                    <a:pt x="3351100" y="1882914"/>
                  </a:lnTo>
                  <a:lnTo>
                    <a:pt x="3351955" y="1854926"/>
                  </a:lnTo>
                  <a:lnTo>
                    <a:pt x="3352811" y="1892177"/>
                  </a:lnTo>
                  <a:lnTo>
                    <a:pt x="3353666" y="1931369"/>
                  </a:lnTo>
                  <a:lnTo>
                    <a:pt x="3354522" y="1964382"/>
                  </a:lnTo>
                  <a:lnTo>
                    <a:pt x="3355377" y="2034655"/>
                  </a:lnTo>
                  <a:lnTo>
                    <a:pt x="3356233" y="2045627"/>
                  </a:lnTo>
                  <a:lnTo>
                    <a:pt x="3357088" y="2125460"/>
                  </a:lnTo>
                  <a:lnTo>
                    <a:pt x="3357944" y="2115274"/>
                  </a:lnTo>
                  <a:lnTo>
                    <a:pt x="3358799" y="2108759"/>
                  </a:lnTo>
                  <a:lnTo>
                    <a:pt x="3359655" y="2037712"/>
                  </a:lnTo>
                  <a:lnTo>
                    <a:pt x="3360510" y="2117367"/>
                  </a:lnTo>
                  <a:lnTo>
                    <a:pt x="3361366" y="2181286"/>
                  </a:lnTo>
                  <a:lnTo>
                    <a:pt x="3362221" y="2161987"/>
                  </a:lnTo>
                  <a:lnTo>
                    <a:pt x="3363077" y="2140104"/>
                  </a:lnTo>
                  <a:lnTo>
                    <a:pt x="3363932" y="2130766"/>
                  </a:lnTo>
                  <a:lnTo>
                    <a:pt x="3364788" y="2110487"/>
                  </a:lnTo>
                  <a:lnTo>
                    <a:pt x="3365644" y="2167574"/>
                  </a:lnTo>
                  <a:lnTo>
                    <a:pt x="3366499" y="2133220"/>
                  </a:lnTo>
                  <a:lnTo>
                    <a:pt x="3367355" y="2139586"/>
                  </a:lnTo>
                  <a:lnTo>
                    <a:pt x="3368210" y="2119824"/>
                  </a:lnTo>
                  <a:lnTo>
                    <a:pt x="3369066" y="2063600"/>
                  </a:lnTo>
                  <a:lnTo>
                    <a:pt x="3369921" y="2090385"/>
                  </a:lnTo>
                  <a:lnTo>
                    <a:pt x="3370777" y="2141201"/>
                  </a:lnTo>
                  <a:lnTo>
                    <a:pt x="3371632" y="2144598"/>
                  </a:lnTo>
                  <a:lnTo>
                    <a:pt x="3372488" y="2171095"/>
                  </a:lnTo>
                  <a:lnTo>
                    <a:pt x="3373343" y="2202059"/>
                  </a:lnTo>
                  <a:lnTo>
                    <a:pt x="3374199" y="2129710"/>
                  </a:lnTo>
                  <a:lnTo>
                    <a:pt x="3375054" y="2092047"/>
                  </a:lnTo>
                  <a:lnTo>
                    <a:pt x="3375910" y="2070944"/>
                  </a:lnTo>
                  <a:lnTo>
                    <a:pt x="3376765" y="2069468"/>
                  </a:lnTo>
                  <a:lnTo>
                    <a:pt x="3377621" y="1999398"/>
                  </a:lnTo>
                  <a:lnTo>
                    <a:pt x="3378476" y="1963431"/>
                  </a:lnTo>
                  <a:lnTo>
                    <a:pt x="3379332" y="1955524"/>
                  </a:lnTo>
                  <a:lnTo>
                    <a:pt x="3380187" y="2027467"/>
                  </a:lnTo>
                  <a:lnTo>
                    <a:pt x="3381043" y="2046051"/>
                  </a:lnTo>
                  <a:lnTo>
                    <a:pt x="3381899" y="2023059"/>
                  </a:lnTo>
                  <a:lnTo>
                    <a:pt x="3382754" y="1901817"/>
                  </a:lnTo>
                  <a:lnTo>
                    <a:pt x="3383610" y="1889208"/>
                  </a:lnTo>
                  <a:lnTo>
                    <a:pt x="3384465" y="1887914"/>
                  </a:lnTo>
                  <a:lnTo>
                    <a:pt x="3385321" y="1896978"/>
                  </a:lnTo>
                  <a:lnTo>
                    <a:pt x="3386176" y="1917137"/>
                  </a:lnTo>
                  <a:lnTo>
                    <a:pt x="3387032" y="1943498"/>
                  </a:lnTo>
                  <a:lnTo>
                    <a:pt x="3387887" y="1980189"/>
                  </a:lnTo>
                  <a:lnTo>
                    <a:pt x="3388743" y="2043899"/>
                  </a:lnTo>
                  <a:lnTo>
                    <a:pt x="3389598" y="2051887"/>
                  </a:lnTo>
                  <a:lnTo>
                    <a:pt x="3390454" y="2054781"/>
                  </a:lnTo>
                  <a:lnTo>
                    <a:pt x="3391309" y="1988238"/>
                  </a:lnTo>
                  <a:lnTo>
                    <a:pt x="3392165" y="1975517"/>
                  </a:lnTo>
                  <a:lnTo>
                    <a:pt x="3393020" y="1991961"/>
                  </a:lnTo>
                  <a:lnTo>
                    <a:pt x="3393876" y="2087427"/>
                  </a:lnTo>
                  <a:lnTo>
                    <a:pt x="3394731" y="2091725"/>
                  </a:lnTo>
                  <a:lnTo>
                    <a:pt x="3395587" y="2101993"/>
                  </a:lnTo>
                  <a:lnTo>
                    <a:pt x="3396442" y="2075989"/>
                  </a:lnTo>
                  <a:lnTo>
                    <a:pt x="3397298" y="2088602"/>
                  </a:lnTo>
                  <a:lnTo>
                    <a:pt x="3398154" y="2114813"/>
                  </a:lnTo>
                  <a:lnTo>
                    <a:pt x="3399009" y="2112591"/>
                  </a:lnTo>
                  <a:lnTo>
                    <a:pt x="3399865" y="2078579"/>
                  </a:lnTo>
                  <a:lnTo>
                    <a:pt x="3400720" y="2030471"/>
                  </a:lnTo>
                  <a:lnTo>
                    <a:pt x="3401576" y="1973344"/>
                  </a:lnTo>
                  <a:lnTo>
                    <a:pt x="3402431" y="1998479"/>
                  </a:lnTo>
                  <a:lnTo>
                    <a:pt x="3403287" y="2036960"/>
                  </a:lnTo>
                  <a:lnTo>
                    <a:pt x="3404142" y="2029206"/>
                  </a:lnTo>
                  <a:lnTo>
                    <a:pt x="3404998" y="2099620"/>
                  </a:lnTo>
                  <a:lnTo>
                    <a:pt x="3405853" y="2083912"/>
                  </a:lnTo>
                  <a:lnTo>
                    <a:pt x="3406709" y="2123153"/>
                  </a:lnTo>
                  <a:lnTo>
                    <a:pt x="3407564" y="2027173"/>
                  </a:lnTo>
                  <a:lnTo>
                    <a:pt x="3408420" y="2044158"/>
                  </a:lnTo>
                  <a:lnTo>
                    <a:pt x="3409275" y="2051510"/>
                  </a:lnTo>
                  <a:lnTo>
                    <a:pt x="3410131" y="2068191"/>
                  </a:lnTo>
                  <a:lnTo>
                    <a:pt x="3410986" y="2099683"/>
                  </a:lnTo>
                  <a:lnTo>
                    <a:pt x="3411842" y="2091967"/>
                  </a:lnTo>
                  <a:lnTo>
                    <a:pt x="3412698" y="2029547"/>
                  </a:lnTo>
                  <a:lnTo>
                    <a:pt x="3413553" y="1958066"/>
                  </a:lnTo>
                  <a:lnTo>
                    <a:pt x="3414409" y="1955738"/>
                  </a:lnTo>
                  <a:lnTo>
                    <a:pt x="3415264" y="1995454"/>
                  </a:lnTo>
                  <a:lnTo>
                    <a:pt x="3416120" y="1924911"/>
                  </a:lnTo>
                  <a:lnTo>
                    <a:pt x="3416975" y="1934930"/>
                  </a:lnTo>
                  <a:lnTo>
                    <a:pt x="3417831" y="1955228"/>
                  </a:lnTo>
                  <a:lnTo>
                    <a:pt x="3418686" y="2073830"/>
                  </a:lnTo>
                  <a:lnTo>
                    <a:pt x="3419542" y="2086049"/>
                  </a:lnTo>
                  <a:lnTo>
                    <a:pt x="3420397" y="2047533"/>
                  </a:lnTo>
                  <a:lnTo>
                    <a:pt x="3421253" y="1984989"/>
                  </a:lnTo>
                  <a:lnTo>
                    <a:pt x="3422108" y="2071222"/>
                  </a:lnTo>
                  <a:lnTo>
                    <a:pt x="3422964" y="2070421"/>
                  </a:lnTo>
                  <a:lnTo>
                    <a:pt x="3423819" y="2001741"/>
                  </a:lnTo>
                  <a:lnTo>
                    <a:pt x="3424675" y="1982939"/>
                  </a:lnTo>
                  <a:lnTo>
                    <a:pt x="3425530" y="1926011"/>
                  </a:lnTo>
                  <a:lnTo>
                    <a:pt x="3426386" y="1949942"/>
                  </a:lnTo>
                  <a:lnTo>
                    <a:pt x="3427241" y="1957943"/>
                  </a:lnTo>
                  <a:lnTo>
                    <a:pt x="3428097" y="1942028"/>
                  </a:lnTo>
                  <a:lnTo>
                    <a:pt x="3428953" y="1929074"/>
                  </a:lnTo>
                  <a:lnTo>
                    <a:pt x="3429808" y="1933801"/>
                  </a:lnTo>
                  <a:lnTo>
                    <a:pt x="3430664" y="2037532"/>
                  </a:lnTo>
                  <a:lnTo>
                    <a:pt x="3431519" y="2028339"/>
                  </a:lnTo>
                  <a:lnTo>
                    <a:pt x="3432375" y="2047689"/>
                  </a:lnTo>
                  <a:lnTo>
                    <a:pt x="3433230" y="2021185"/>
                  </a:lnTo>
                  <a:lnTo>
                    <a:pt x="3434086" y="1978220"/>
                  </a:lnTo>
                  <a:lnTo>
                    <a:pt x="3434941" y="1920982"/>
                  </a:lnTo>
                  <a:lnTo>
                    <a:pt x="3435797" y="1906082"/>
                  </a:lnTo>
                  <a:lnTo>
                    <a:pt x="3436652" y="1963690"/>
                  </a:lnTo>
                  <a:lnTo>
                    <a:pt x="3437508" y="1944667"/>
                  </a:lnTo>
                  <a:lnTo>
                    <a:pt x="3438363" y="1982922"/>
                  </a:lnTo>
                  <a:lnTo>
                    <a:pt x="3439219" y="1943536"/>
                  </a:lnTo>
                  <a:lnTo>
                    <a:pt x="3440074" y="2041218"/>
                  </a:lnTo>
                  <a:lnTo>
                    <a:pt x="3440930" y="2131763"/>
                  </a:lnTo>
                  <a:lnTo>
                    <a:pt x="3441785" y="2032011"/>
                  </a:lnTo>
                  <a:lnTo>
                    <a:pt x="3442641" y="1971903"/>
                  </a:lnTo>
                  <a:lnTo>
                    <a:pt x="3443496" y="2019983"/>
                  </a:lnTo>
                  <a:lnTo>
                    <a:pt x="3444352" y="2096030"/>
                  </a:lnTo>
                  <a:lnTo>
                    <a:pt x="3445208" y="2118989"/>
                  </a:lnTo>
                  <a:lnTo>
                    <a:pt x="3446063" y="2143407"/>
                  </a:lnTo>
                  <a:lnTo>
                    <a:pt x="3446919" y="2153920"/>
                  </a:lnTo>
                  <a:lnTo>
                    <a:pt x="3447774" y="2184482"/>
                  </a:lnTo>
                  <a:lnTo>
                    <a:pt x="3448630" y="2209624"/>
                  </a:lnTo>
                  <a:lnTo>
                    <a:pt x="3449485" y="2217226"/>
                  </a:lnTo>
                  <a:lnTo>
                    <a:pt x="3450341" y="2232740"/>
                  </a:lnTo>
                  <a:lnTo>
                    <a:pt x="3451196" y="2204148"/>
                  </a:lnTo>
                  <a:lnTo>
                    <a:pt x="3452052" y="2189848"/>
                  </a:lnTo>
                  <a:lnTo>
                    <a:pt x="3452907" y="2150768"/>
                  </a:lnTo>
                  <a:lnTo>
                    <a:pt x="3453763" y="2137490"/>
                  </a:lnTo>
                  <a:lnTo>
                    <a:pt x="3454618" y="2133285"/>
                  </a:lnTo>
                  <a:lnTo>
                    <a:pt x="3455474" y="2080341"/>
                  </a:lnTo>
                  <a:lnTo>
                    <a:pt x="3456329" y="2075251"/>
                  </a:lnTo>
                  <a:lnTo>
                    <a:pt x="3457185" y="2096907"/>
                  </a:lnTo>
                  <a:lnTo>
                    <a:pt x="3458040" y="2082651"/>
                  </a:lnTo>
                  <a:lnTo>
                    <a:pt x="3458896" y="2064426"/>
                  </a:lnTo>
                  <a:lnTo>
                    <a:pt x="3459752" y="2012826"/>
                  </a:lnTo>
                  <a:lnTo>
                    <a:pt x="3460607" y="2116658"/>
                  </a:lnTo>
                  <a:lnTo>
                    <a:pt x="3461463" y="2121746"/>
                  </a:lnTo>
                  <a:lnTo>
                    <a:pt x="3462318" y="2101715"/>
                  </a:lnTo>
                  <a:lnTo>
                    <a:pt x="3463174" y="2122006"/>
                  </a:lnTo>
                  <a:lnTo>
                    <a:pt x="3464029" y="2116074"/>
                  </a:lnTo>
                  <a:lnTo>
                    <a:pt x="3464885" y="2137356"/>
                  </a:lnTo>
                  <a:lnTo>
                    <a:pt x="3465740" y="2126064"/>
                  </a:lnTo>
                  <a:lnTo>
                    <a:pt x="3466596" y="2048698"/>
                  </a:lnTo>
                  <a:lnTo>
                    <a:pt x="3467451" y="2032727"/>
                  </a:lnTo>
                  <a:lnTo>
                    <a:pt x="3468307" y="2113255"/>
                  </a:lnTo>
                  <a:lnTo>
                    <a:pt x="3469162" y="2119792"/>
                  </a:lnTo>
                  <a:lnTo>
                    <a:pt x="3470018" y="2099392"/>
                  </a:lnTo>
                  <a:lnTo>
                    <a:pt x="3470873" y="2027620"/>
                  </a:lnTo>
                  <a:lnTo>
                    <a:pt x="3471729" y="2012973"/>
                  </a:lnTo>
                  <a:lnTo>
                    <a:pt x="3472584" y="2046083"/>
                  </a:lnTo>
                  <a:lnTo>
                    <a:pt x="3473440" y="2117578"/>
                  </a:lnTo>
                  <a:lnTo>
                    <a:pt x="3474295" y="2135311"/>
                  </a:lnTo>
                  <a:lnTo>
                    <a:pt x="3475151" y="2178189"/>
                  </a:lnTo>
                  <a:lnTo>
                    <a:pt x="3476007" y="2139527"/>
                  </a:lnTo>
                  <a:lnTo>
                    <a:pt x="3476862" y="2117346"/>
                  </a:lnTo>
                  <a:lnTo>
                    <a:pt x="3477718" y="2096418"/>
                  </a:lnTo>
                  <a:lnTo>
                    <a:pt x="3478573" y="2040645"/>
                  </a:lnTo>
                  <a:lnTo>
                    <a:pt x="3479429" y="2013875"/>
                  </a:lnTo>
                  <a:lnTo>
                    <a:pt x="3480284" y="1951692"/>
                  </a:lnTo>
                  <a:lnTo>
                    <a:pt x="3481140" y="1983622"/>
                  </a:lnTo>
                  <a:lnTo>
                    <a:pt x="3481995" y="2008177"/>
                  </a:lnTo>
                  <a:lnTo>
                    <a:pt x="3482851" y="2054491"/>
                  </a:lnTo>
                  <a:lnTo>
                    <a:pt x="3483706" y="2093234"/>
                  </a:lnTo>
                  <a:lnTo>
                    <a:pt x="3484562" y="2068146"/>
                  </a:lnTo>
                  <a:lnTo>
                    <a:pt x="3485417" y="2130280"/>
                  </a:lnTo>
                  <a:lnTo>
                    <a:pt x="3486273" y="2135485"/>
                  </a:lnTo>
                  <a:lnTo>
                    <a:pt x="3487128" y="2177949"/>
                  </a:lnTo>
                  <a:lnTo>
                    <a:pt x="3487984" y="2176679"/>
                  </a:lnTo>
                  <a:lnTo>
                    <a:pt x="3488839" y="2167127"/>
                  </a:lnTo>
                  <a:lnTo>
                    <a:pt x="3489695" y="2204153"/>
                  </a:lnTo>
                  <a:lnTo>
                    <a:pt x="3490550" y="2204083"/>
                  </a:lnTo>
                  <a:lnTo>
                    <a:pt x="3491406" y="2189764"/>
                  </a:lnTo>
                  <a:lnTo>
                    <a:pt x="3492262" y="2190276"/>
                  </a:lnTo>
                  <a:lnTo>
                    <a:pt x="3493117" y="2210763"/>
                  </a:lnTo>
                  <a:lnTo>
                    <a:pt x="3493973" y="2175003"/>
                  </a:lnTo>
                  <a:lnTo>
                    <a:pt x="3494828" y="2152500"/>
                  </a:lnTo>
                  <a:lnTo>
                    <a:pt x="3495684" y="2064370"/>
                  </a:lnTo>
                  <a:lnTo>
                    <a:pt x="3496539" y="2069628"/>
                  </a:lnTo>
                  <a:lnTo>
                    <a:pt x="3497395" y="2147069"/>
                  </a:lnTo>
                  <a:lnTo>
                    <a:pt x="3498250" y="2117182"/>
                  </a:lnTo>
                  <a:lnTo>
                    <a:pt x="3499106" y="2057464"/>
                  </a:lnTo>
                  <a:lnTo>
                    <a:pt x="3499961" y="2029078"/>
                  </a:lnTo>
                  <a:lnTo>
                    <a:pt x="3500817" y="2158111"/>
                  </a:lnTo>
                  <a:lnTo>
                    <a:pt x="3501672" y="2161164"/>
                  </a:lnTo>
                  <a:lnTo>
                    <a:pt x="3502528" y="2159979"/>
                  </a:lnTo>
                  <a:lnTo>
                    <a:pt x="3503383" y="2128760"/>
                  </a:lnTo>
                  <a:lnTo>
                    <a:pt x="3504239" y="2149073"/>
                  </a:lnTo>
                  <a:lnTo>
                    <a:pt x="3505094" y="2174868"/>
                  </a:lnTo>
                  <a:lnTo>
                    <a:pt x="3505950" y="2145637"/>
                  </a:lnTo>
                  <a:lnTo>
                    <a:pt x="3506806" y="2176371"/>
                  </a:lnTo>
                  <a:lnTo>
                    <a:pt x="3507661" y="2130084"/>
                  </a:lnTo>
                  <a:lnTo>
                    <a:pt x="3508517" y="2104414"/>
                  </a:lnTo>
                  <a:lnTo>
                    <a:pt x="3509372" y="2113911"/>
                  </a:lnTo>
                  <a:lnTo>
                    <a:pt x="3510228" y="2206854"/>
                  </a:lnTo>
                  <a:lnTo>
                    <a:pt x="3511083" y="2180050"/>
                  </a:lnTo>
                  <a:lnTo>
                    <a:pt x="3511939" y="2210167"/>
                  </a:lnTo>
                  <a:lnTo>
                    <a:pt x="3512794" y="2195795"/>
                  </a:lnTo>
                  <a:lnTo>
                    <a:pt x="3513650" y="2176700"/>
                  </a:lnTo>
                  <a:lnTo>
                    <a:pt x="3514505" y="2163035"/>
                  </a:lnTo>
                  <a:lnTo>
                    <a:pt x="3515361" y="2157804"/>
                  </a:lnTo>
                  <a:lnTo>
                    <a:pt x="3516216" y="2151969"/>
                  </a:lnTo>
                  <a:lnTo>
                    <a:pt x="3517072" y="2133047"/>
                  </a:lnTo>
                  <a:lnTo>
                    <a:pt x="3517927" y="2084457"/>
                  </a:lnTo>
                  <a:lnTo>
                    <a:pt x="3518783" y="2143274"/>
                  </a:lnTo>
                  <a:lnTo>
                    <a:pt x="3519638" y="2138939"/>
                  </a:lnTo>
                  <a:lnTo>
                    <a:pt x="3520494" y="2125170"/>
                  </a:lnTo>
                  <a:lnTo>
                    <a:pt x="3521349" y="2110296"/>
                  </a:lnTo>
                  <a:lnTo>
                    <a:pt x="3522205" y="2114670"/>
                  </a:lnTo>
                  <a:lnTo>
                    <a:pt x="3523061" y="2073895"/>
                  </a:lnTo>
                  <a:lnTo>
                    <a:pt x="3523916" y="2121068"/>
                  </a:lnTo>
                  <a:lnTo>
                    <a:pt x="3524772" y="2118962"/>
                  </a:lnTo>
                  <a:lnTo>
                    <a:pt x="3525627" y="2094427"/>
                  </a:lnTo>
                  <a:lnTo>
                    <a:pt x="3526483" y="2088030"/>
                  </a:lnTo>
                  <a:lnTo>
                    <a:pt x="3527338" y="2083472"/>
                  </a:lnTo>
                  <a:lnTo>
                    <a:pt x="3528194" y="2061232"/>
                  </a:lnTo>
                  <a:lnTo>
                    <a:pt x="3529049" y="2087421"/>
                  </a:lnTo>
                  <a:lnTo>
                    <a:pt x="3529905" y="2169000"/>
                  </a:lnTo>
                  <a:lnTo>
                    <a:pt x="3530760" y="2185522"/>
                  </a:lnTo>
                  <a:lnTo>
                    <a:pt x="3531616" y="2162986"/>
                  </a:lnTo>
                  <a:lnTo>
                    <a:pt x="3532471" y="2142475"/>
                  </a:lnTo>
                  <a:lnTo>
                    <a:pt x="3533327" y="2174693"/>
                  </a:lnTo>
                  <a:lnTo>
                    <a:pt x="3534182" y="2183597"/>
                  </a:lnTo>
                  <a:lnTo>
                    <a:pt x="3535038" y="2202932"/>
                  </a:lnTo>
                  <a:lnTo>
                    <a:pt x="3535893" y="2188291"/>
                  </a:lnTo>
                  <a:lnTo>
                    <a:pt x="3536749" y="2246362"/>
                  </a:lnTo>
                  <a:lnTo>
                    <a:pt x="3537604" y="2224525"/>
                  </a:lnTo>
                  <a:lnTo>
                    <a:pt x="3538460" y="2230565"/>
                  </a:lnTo>
                  <a:lnTo>
                    <a:pt x="3539316" y="2222056"/>
                  </a:lnTo>
                  <a:lnTo>
                    <a:pt x="3540171" y="2242555"/>
                  </a:lnTo>
                  <a:lnTo>
                    <a:pt x="3541027" y="2260185"/>
                  </a:lnTo>
                  <a:lnTo>
                    <a:pt x="3541882" y="2275684"/>
                  </a:lnTo>
                  <a:lnTo>
                    <a:pt x="3542738" y="2278200"/>
                  </a:lnTo>
                  <a:lnTo>
                    <a:pt x="3542738" y="2278200"/>
                  </a:lnTo>
                  <a:lnTo>
                    <a:pt x="3543593" y="2278200"/>
                  </a:lnTo>
                  <a:lnTo>
                    <a:pt x="3544449" y="2278200"/>
                  </a:lnTo>
                  <a:lnTo>
                    <a:pt x="3545304" y="2278200"/>
                  </a:lnTo>
                  <a:lnTo>
                    <a:pt x="3546160" y="2278200"/>
                  </a:lnTo>
                  <a:lnTo>
                    <a:pt x="3547015" y="2278200"/>
                  </a:lnTo>
                  <a:lnTo>
                    <a:pt x="3547871" y="2278200"/>
                  </a:lnTo>
                  <a:lnTo>
                    <a:pt x="3548726" y="2278200"/>
                  </a:lnTo>
                  <a:lnTo>
                    <a:pt x="3549582" y="2278200"/>
                  </a:lnTo>
                  <a:lnTo>
                    <a:pt x="3550437" y="2278200"/>
                  </a:lnTo>
                  <a:lnTo>
                    <a:pt x="3551293" y="2278200"/>
                  </a:lnTo>
                  <a:lnTo>
                    <a:pt x="3552148" y="2259713"/>
                  </a:lnTo>
                  <a:lnTo>
                    <a:pt x="3553004" y="2267540"/>
                  </a:lnTo>
                  <a:lnTo>
                    <a:pt x="3553859" y="2258292"/>
                  </a:lnTo>
                  <a:lnTo>
                    <a:pt x="3554715" y="2211818"/>
                  </a:lnTo>
                  <a:lnTo>
                    <a:pt x="3555571" y="2171614"/>
                  </a:lnTo>
                  <a:lnTo>
                    <a:pt x="3556426" y="2179111"/>
                  </a:lnTo>
                  <a:lnTo>
                    <a:pt x="3557282" y="2244838"/>
                  </a:lnTo>
                  <a:lnTo>
                    <a:pt x="3558137" y="2270358"/>
                  </a:lnTo>
                  <a:lnTo>
                    <a:pt x="3558993" y="2276584"/>
                  </a:lnTo>
                  <a:lnTo>
                    <a:pt x="3559848" y="2269488"/>
                  </a:lnTo>
                  <a:lnTo>
                    <a:pt x="3560704" y="2239617"/>
                  </a:lnTo>
                  <a:lnTo>
                    <a:pt x="3561559" y="2278200"/>
                  </a:lnTo>
                  <a:lnTo>
                    <a:pt x="3561559" y="2278200"/>
                  </a:lnTo>
                  <a:lnTo>
                    <a:pt x="3562415" y="2246594"/>
                  </a:lnTo>
                  <a:lnTo>
                    <a:pt x="3563270" y="2227306"/>
                  </a:lnTo>
                  <a:lnTo>
                    <a:pt x="3564126" y="2255915"/>
                  </a:lnTo>
                  <a:lnTo>
                    <a:pt x="3564981" y="2218154"/>
                  </a:lnTo>
                  <a:lnTo>
                    <a:pt x="3565837" y="2251691"/>
                  </a:lnTo>
                  <a:lnTo>
                    <a:pt x="3566692" y="2243258"/>
                  </a:lnTo>
                  <a:lnTo>
                    <a:pt x="3567548" y="2217459"/>
                  </a:lnTo>
                  <a:lnTo>
                    <a:pt x="3568403" y="2225555"/>
                  </a:lnTo>
                  <a:lnTo>
                    <a:pt x="3569259" y="2188187"/>
                  </a:lnTo>
                  <a:lnTo>
                    <a:pt x="3570115" y="2149860"/>
                  </a:lnTo>
                  <a:lnTo>
                    <a:pt x="3570970" y="2182038"/>
                  </a:lnTo>
                  <a:lnTo>
                    <a:pt x="3571826" y="2179928"/>
                  </a:lnTo>
                  <a:lnTo>
                    <a:pt x="3572681" y="2134862"/>
                  </a:lnTo>
                  <a:lnTo>
                    <a:pt x="3573537" y="2114078"/>
                  </a:lnTo>
                  <a:lnTo>
                    <a:pt x="3574392" y="2143930"/>
                  </a:lnTo>
                  <a:lnTo>
                    <a:pt x="3575248" y="2161046"/>
                  </a:lnTo>
                  <a:lnTo>
                    <a:pt x="3576103" y="2182323"/>
                  </a:lnTo>
                  <a:lnTo>
                    <a:pt x="3576959" y="2221239"/>
                  </a:lnTo>
                  <a:lnTo>
                    <a:pt x="3577814" y="2182376"/>
                  </a:lnTo>
                  <a:lnTo>
                    <a:pt x="3578670" y="2139451"/>
                  </a:lnTo>
                  <a:lnTo>
                    <a:pt x="3579525" y="2161629"/>
                  </a:lnTo>
                  <a:lnTo>
                    <a:pt x="3580381" y="2176621"/>
                  </a:lnTo>
                  <a:lnTo>
                    <a:pt x="3581236" y="2168632"/>
                  </a:lnTo>
                  <a:lnTo>
                    <a:pt x="3582092" y="2116932"/>
                  </a:lnTo>
                  <a:lnTo>
                    <a:pt x="3582947" y="2197050"/>
                  </a:lnTo>
                  <a:lnTo>
                    <a:pt x="3583803" y="2183412"/>
                  </a:lnTo>
                  <a:lnTo>
                    <a:pt x="3584658" y="2186739"/>
                  </a:lnTo>
                  <a:lnTo>
                    <a:pt x="3585514" y="2150149"/>
                  </a:lnTo>
                  <a:lnTo>
                    <a:pt x="3586370" y="2141606"/>
                  </a:lnTo>
                  <a:lnTo>
                    <a:pt x="3587225" y="2145062"/>
                  </a:lnTo>
                  <a:lnTo>
                    <a:pt x="3588081" y="2177346"/>
                  </a:lnTo>
                  <a:lnTo>
                    <a:pt x="3588936" y="2160874"/>
                  </a:lnTo>
                  <a:lnTo>
                    <a:pt x="3589792" y="2140602"/>
                  </a:lnTo>
                  <a:lnTo>
                    <a:pt x="3590647" y="2167916"/>
                  </a:lnTo>
                  <a:lnTo>
                    <a:pt x="3591503" y="2134264"/>
                  </a:lnTo>
                  <a:lnTo>
                    <a:pt x="3592358" y="2148599"/>
                  </a:lnTo>
                  <a:lnTo>
                    <a:pt x="3593214" y="2185902"/>
                  </a:lnTo>
                  <a:lnTo>
                    <a:pt x="3594069" y="2168443"/>
                  </a:lnTo>
                  <a:lnTo>
                    <a:pt x="3594925" y="2186521"/>
                  </a:lnTo>
                  <a:lnTo>
                    <a:pt x="3595780" y="2153851"/>
                  </a:lnTo>
                  <a:lnTo>
                    <a:pt x="3596636" y="2138938"/>
                  </a:lnTo>
                  <a:lnTo>
                    <a:pt x="3597491" y="2119754"/>
                  </a:lnTo>
                  <a:lnTo>
                    <a:pt x="3598347" y="2157095"/>
                  </a:lnTo>
                  <a:lnTo>
                    <a:pt x="3599202" y="2189291"/>
                  </a:lnTo>
                  <a:lnTo>
                    <a:pt x="3600058" y="2214006"/>
                  </a:lnTo>
                  <a:lnTo>
                    <a:pt x="3600913" y="2222646"/>
                  </a:lnTo>
                  <a:lnTo>
                    <a:pt x="3601769" y="2241867"/>
                  </a:lnTo>
                  <a:lnTo>
                    <a:pt x="3602625" y="2207160"/>
                  </a:lnTo>
                  <a:lnTo>
                    <a:pt x="3603480" y="2206149"/>
                  </a:lnTo>
                  <a:lnTo>
                    <a:pt x="3604336" y="2159189"/>
                  </a:lnTo>
                  <a:lnTo>
                    <a:pt x="3605191" y="2160113"/>
                  </a:lnTo>
                  <a:lnTo>
                    <a:pt x="3606047" y="2198340"/>
                  </a:lnTo>
                  <a:lnTo>
                    <a:pt x="3606902" y="2161908"/>
                  </a:lnTo>
                  <a:lnTo>
                    <a:pt x="3607758" y="2155344"/>
                  </a:lnTo>
                  <a:lnTo>
                    <a:pt x="3608613" y="2169976"/>
                  </a:lnTo>
                  <a:lnTo>
                    <a:pt x="3609469" y="2163564"/>
                  </a:lnTo>
                  <a:lnTo>
                    <a:pt x="3610324" y="2138323"/>
                  </a:lnTo>
                  <a:lnTo>
                    <a:pt x="3611180" y="2108083"/>
                  </a:lnTo>
                  <a:lnTo>
                    <a:pt x="3612035" y="2078171"/>
                  </a:lnTo>
                  <a:lnTo>
                    <a:pt x="3612891" y="2080680"/>
                  </a:lnTo>
                  <a:lnTo>
                    <a:pt x="3613746" y="2110124"/>
                  </a:lnTo>
                  <a:lnTo>
                    <a:pt x="3614602" y="2048350"/>
                  </a:lnTo>
                  <a:lnTo>
                    <a:pt x="3615457" y="2096506"/>
                  </a:lnTo>
                  <a:lnTo>
                    <a:pt x="3616313" y="2073264"/>
                  </a:lnTo>
                  <a:lnTo>
                    <a:pt x="3617169" y="2013447"/>
                  </a:lnTo>
                  <a:lnTo>
                    <a:pt x="3618024" y="2061908"/>
                  </a:lnTo>
                  <a:lnTo>
                    <a:pt x="3618880" y="2096754"/>
                  </a:lnTo>
                  <a:lnTo>
                    <a:pt x="3619735" y="2125309"/>
                  </a:lnTo>
                  <a:lnTo>
                    <a:pt x="3620591" y="2123264"/>
                  </a:lnTo>
                  <a:lnTo>
                    <a:pt x="3621446" y="2133578"/>
                  </a:lnTo>
                  <a:lnTo>
                    <a:pt x="3622302" y="2117478"/>
                  </a:lnTo>
                  <a:lnTo>
                    <a:pt x="3623157" y="2139114"/>
                  </a:lnTo>
                  <a:lnTo>
                    <a:pt x="3624013" y="2124997"/>
                  </a:lnTo>
                  <a:lnTo>
                    <a:pt x="3624868" y="2055186"/>
                  </a:lnTo>
                  <a:lnTo>
                    <a:pt x="3625724" y="2075527"/>
                  </a:lnTo>
                  <a:lnTo>
                    <a:pt x="3626579" y="1992245"/>
                  </a:lnTo>
                  <a:lnTo>
                    <a:pt x="3627435" y="1946387"/>
                  </a:lnTo>
                  <a:lnTo>
                    <a:pt x="3628290" y="1967743"/>
                  </a:lnTo>
                  <a:lnTo>
                    <a:pt x="3629146" y="1947260"/>
                  </a:lnTo>
                  <a:lnTo>
                    <a:pt x="3630001" y="1927208"/>
                  </a:lnTo>
                  <a:lnTo>
                    <a:pt x="3630857" y="1923600"/>
                  </a:lnTo>
                  <a:lnTo>
                    <a:pt x="3631712" y="1864345"/>
                  </a:lnTo>
                  <a:lnTo>
                    <a:pt x="3632568" y="1873361"/>
                  </a:lnTo>
                  <a:lnTo>
                    <a:pt x="3633424" y="1897096"/>
                  </a:lnTo>
                  <a:lnTo>
                    <a:pt x="3634279" y="1911000"/>
                  </a:lnTo>
                  <a:lnTo>
                    <a:pt x="3635135" y="1900628"/>
                  </a:lnTo>
                  <a:lnTo>
                    <a:pt x="3635990" y="1932663"/>
                  </a:lnTo>
                  <a:lnTo>
                    <a:pt x="3636846" y="1970328"/>
                  </a:lnTo>
                  <a:lnTo>
                    <a:pt x="3637701" y="1954059"/>
                  </a:lnTo>
                  <a:lnTo>
                    <a:pt x="3638557" y="1932781"/>
                  </a:lnTo>
                  <a:lnTo>
                    <a:pt x="3639412" y="1877832"/>
                  </a:lnTo>
                  <a:lnTo>
                    <a:pt x="3640268" y="1856744"/>
                  </a:lnTo>
                  <a:lnTo>
                    <a:pt x="3641123" y="1789711"/>
                  </a:lnTo>
                  <a:lnTo>
                    <a:pt x="3641979" y="1775289"/>
                  </a:lnTo>
                  <a:lnTo>
                    <a:pt x="3642834" y="1751051"/>
                  </a:lnTo>
                  <a:lnTo>
                    <a:pt x="3643690" y="1679571"/>
                  </a:lnTo>
                  <a:lnTo>
                    <a:pt x="3644545" y="1644718"/>
                  </a:lnTo>
                  <a:lnTo>
                    <a:pt x="3645401" y="1634006"/>
                  </a:lnTo>
                  <a:lnTo>
                    <a:pt x="3646256" y="1673970"/>
                  </a:lnTo>
                  <a:lnTo>
                    <a:pt x="3647112" y="1655113"/>
                  </a:lnTo>
                  <a:lnTo>
                    <a:pt x="3647967" y="1655787"/>
                  </a:lnTo>
                  <a:lnTo>
                    <a:pt x="3648823" y="1660427"/>
                  </a:lnTo>
                  <a:lnTo>
                    <a:pt x="3649679" y="1725857"/>
                  </a:lnTo>
                  <a:lnTo>
                    <a:pt x="3650534" y="1754210"/>
                  </a:lnTo>
                  <a:lnTo>
                    <a:pt x="3651390" y="1759884"/>
                  </a:lnTo>
                  <a:lnTo>
                    <a:pt x="3652245" y="1744908"/>
                  </a:lnTo>
                  <a:lnTo>
                    <a:pt x="3653101" y="1815192"/>
                  </a:lnTo>
                  <a:lnTo>
                    <a:pt x="3653956" y="1832930"/>
                  </a:lnTo>
                  <a:lnTo>
                    <a:pt x="3654812" y="1748858"/>
                  </a:lnTo>
                  <a:lnTo>
                    <a:pt x="3655667" y="1740846"/>
                  </a:lnTo>
                  <a:lnTo>
                    <a:pt x="3656523" y="1706631"/>
                  </a:lnTo>
                  <a:lnTo>
                    <a:pt x="3657378" y="1817070"/>
                  </a:lnTo>
                  <a:lnTo>
                    <a:pt x="3658234" y="1711064"/>
                  </a:lnTo>
                  <a:lnTo>
                    <a:pt x="3659089" y="1701524"/>
                  </a:lnTo>
                  <a:lnTo>
                    <a:pt x="3659945" y="1642890"/>
                  </a:lnTo>
                  <a:lnTo>
                    <a:pt x="3660800" y="1578460"/>
                  </a:lnTo>
                  <a:lnTo>
                    <a:pt x="3661656" y="1640978"/>
                  </a:lnTo>
                  <a:lnTo>
                    <a:pt x="3662511" y="1640971"/>
                  </a:lnTo>
                  <a:lnTo>
                    <a:pt x="3663367" y="1587092"/>
                  </a:lnTo>
                  <a:lnTo>
                    <a:pt x="3664223" y="1617638"/>
                  </a:lnTo>
                  <a:lnTo>
                    <a:pt x="3665078" y="1663545"/>
                  </a:lnTo>
                  <a:lnTo>
                    <a:pt x="3665934" y="1659127"/>
                  </a:lnTo>
                  <a:lnTo>
                    <a:pt x="3666789" y="1679462"/>
                  </a:lnTo>
                  <a:lnTo>
                    <a:pt x="3667645" y="1709728"/>
                  </a:lnTo>
                  <a:lnTo>
                    <a:pt x="3668500" y="1686991"/>
                  </a:lnTo>
                  <a:lnTo>
                    <a:pt x="3669356" y="1722768"/>
                  </a:lnTo>
                  <a:lnTo>
                    <a:pt x="3670211" y="1721107"/>
                  </a:lnTo>
                  <a:lnTo>
                    <a:pt x="3671067" y="1700166"/>
                  </a:lnTo>
                  <a:lnTo>
                    <a:pt x="3671922" y="1655613"/>
                  </a:lnTo>
                  <a:lnTo>
                    <a:pt x="3672778" y="1572768"/>
                  </a:lnTo>
                  <a:lnTo>
                    <a:pt x="3673633" y="1517951"/>
                  </a:lnTo>
                  <a:lnTo>
                    <a:pt x="3674489" y="1405504"/>
                  </a:lnTo>
                  <a:lnTo>
                    <a:pt x="3675344" y="1398546"/>
                  </a:lnTo>
                  <a:lnTo>
                    <a:pt x="3676200" y="1228789"/>
                  </a:lnTo>
                  <a:lnTo>
                    <a:pt x="3677055" y="1222475"/>
                  </a:lnTo>
                  <a:lnTo>
                    <a:pt x="3677911" y="1119544"/>
                  </a:lnTo>
                  <a:lnTo>
                    <a:pt x="3678766" y="1012720"/>
                  </a:lnTo>
                  <a:lnTo>
                    <a:pt x="3679622" y="996646"/>
                  </a:lnTo>
                  <a:lnTo>
                    <a:pt x="3680478" y="870703"/>
                  </a:lnTo>
                  <a:lnTo>
                    <a:pt x="3681333" y="906265"/>
                  </a:lnTo>
                  <a:lnTo>
                    <a:pt x="3682189" y="956171"/>
                  </a:lnTo>
                  <a:lnTo>
                    <a:pt x="3683044" y="976882"/>
                  </a:lnTo>
                  <a:lnTo>
                    <a:pt x="3683900" y="1054041"/>
                  </a:lnTo>
                  <a:lnTo>
                    <a:pt x="3684755" y="1146417"/>
                  </a:lnTo>
                  <a:lnTo>
                    <a:pt x="3685611" y="1214630"/>
                  </a:lnTo>
                  <a:lnTo>
                    <a:pt x="3686466" y="1181058"/>
                  </a:lnTo>
                  <a:lnTo>
                    <a:pt x="3687322" y="1189084"/>
                  </a:lnTo>
                  <a:lnTo>
                    <a:pt x="3688177" y="1182382"/>
                  </a:lnTo>
                  <a:lnTo>
                    <a:pt x="3689033" y="1150115"/>
                  </a:lnTo>
                  <a:lnTo>
                    <a:pt x="3689888" y="1147424"/>
                  </a:lnTo>
                  <a:lnTo>
                    <a:pt x="3690744" y="1024724"/>
                  </a:lnTo>
                  <a:lnTo>
                    <a:pt x="3691599" y="1070971"/>
                  </a:lnTo>
                  <a:lnTo>
                    <a:pt x="3692455" y="1069090"/>
                  </a:lnTo>
                  <a:lnTo>
                    <a:pt x="3693310" y="932407"/>
                  </a:lnTo>
                  <a:lnTo>
                    <a:pt x="3694166" y="902568"/>
                  </a:lnTo>
                  <a:lnTo>
                    <a:pt x="3695021" y="905064"/>
                  </a:lnTo>
                  <a:lnTo>
                    <a:pt x="3695877" y="1069623"/>
                  </a:lnTo>
                  <a:lnTo>
                    <a:pt x="3696733" y="1221351"/>
                  </a:lnTo>
                  <a:lnTo>
                    <a:pt x="3697588" y="1205516"/>
                  </a:lnTo>
                  <a:lnTo>
                    <a:pt x="3698444" y="1250026"/>
                  </a:lnTo>
                  <a:lnTo>
                    <a:pt x="3699299" y="1310203"/>
                  </a:lnTo>
                  <a:lnTo>
                    <a:pt x="3700155" y="1412412"/>
                  </a:lnTo>
                  <a:lnTo>
                    <a:pt x="3701010" y="1428503"/>
                  </a:lnTo>
                  <a:lnTo>
                    <a:pt x="3701866" y="1467018"/>
                  </a:lnTo>
                  <a:lnTo>
                    <a:pt x="3702721" y="1713716"/>
                  </a:lnTo>
                  <a:lnTo>
                    <a:pt x="3703577" y="1742152"/>
                  </a:lnTo>
                  <a:lnTo>
                    <a:pt x="3704432" y="1747269"/>
                  </a:lnTo>
                  <a:lnTo>
                    <a:pt x="3705288" y="1758993"/>
                  </a:lnTo>
                  <a:lnTo>
                    <a:pt x="3706143" y="1765285"/>
                  </a:lnTo>
                  <a:lnTo>
                    <a:pt x="3706999" y="1758951"/>
                  </a:lnTo>
                  <a:lnTo>
                    <a:pt x="3707854" y="1801406"/>
                  </a:lnTo>
                  <a:lnTo>
                    <a:pt x="3708710" y="1816125"/>
                  </a:lnTo>
                  <a:lnTo>
                    <a:pt x="3709565" y="1830423"/>
                  </a:lnTo>
                  <a:lnTo>
                    <a:pt x="3710421" y="1778194"/>
                  </a:lnTo>
                  <a:lnTo>
                    <a:pt x="3711277" y="1864895"/>
                  </a:lnTo>
                  <a:lnTo>
                    <a:pt x="3712132" y="1805392"/>
                  </a:lnTo>
                  <a:lnTo>
                    <a:pt x="3712988" y="1790590"/>
                  </a:lnTo>
                  <a:lnTo>
                    <a:pt x="3713843" y="1815219"/>
                  </a:lnTo>
                  <a:lnTo>
                    <a:pt x="3714699" y="1830730"/>
                  </a:lnTo>
                  <a:lnTo>
                    <a:pt x="3715554" y="1807935"/>
                  </a:lnTo>
                  <a:lnTo>
                    <a:pt x="3716410" y="1787711"/>
                  </a:lnTo>
                  <a:lnTo>
                    <a:pt x="3717265" y="1800620"/>
                  </a:lnTo>
                  <a:lnTo>
                    <a:pt x="3718121" y="1753772"/>
                  </a:lnTo>
                  <a:lnTo>
                    <a:pt x="3718976" y="1736520"/>
                  </a:lnTo>
                  <a:lnTo>
                    <a:pt x="3719832" y="1734021"/>
                  </a:lnTo>
                  <a:lnTo>
                    <a:pt x="3720687" y="1678316"/>
                  </a:lnTo>
                  <a:lnTo>
                    <a:pt x="3721543" y="1661584"/>
                  </a:lnTo>
                  <a:lnTo>
                    <a:pt x="3722398" y="1669259"/>
                  </a:lnTo>
                  <a:lnTo>
                    <a:pt x="3723254" y="1620204"/>
                  </a:lnTo>
                  <a:lnTo>
                    <a:pt x="3724109" y="1666154"/>
                  </a:lnTo>
                  <a:lnTo>
                    <a:pt x="3724965" y="1661819"/>
                  </a:lnTo>
                  <a:lnTo>
                    <a:pt x="3725820" y="1664712"/>
                  </a:lnTo>
                  <a:lnTo>
                    <a:pt x="3726676" y="1670283"/>
                  </a:lnTo>
                  <a:lnTo>
                    <a:pt x="3727532" y="1662740"/>
                  </a:lnTo>
                  <a:lnTo>
                    <a:pt x="3728387" y="1670438"/>
                  </a:lnTo>
                  <a:lnTo>
                    <a:pt x="3729243" y="1669735"/>
                  </a:lnTo>
                  <a:lnTo>
                    <a:pt x="3730098" y="1755181"/>
                  </a:lnTo>
                  <a:lnTo>
                    <a:pt x="3730954" y="1802792"/>
                  </a:lnTo>
                  <a:lnTo>
                    <a:pt x="3731809" y="1784839"/>
                  </a:lnTo>
                  <a:lnTo>
                    <a:pt x="3732665" y="1848894"/>
                  </a:lnTo>
                  <a:lnTo>
                    <a:pt x="3733520" y="1878354"/>
                  </a:lnTo>
                  <a:lnTo>
                    <a:pt x="3734376" y="1899930"/>
                  </a:lnTo>
                  <a:lnTo>
                    <a:pt x="3735231" y="1917101"/>
                  </a:lnTo>
                  <a:lnTo>
                    <a:pt x="3736087" y="1913736"/>
                  </a:lnTo>
                  <a:lnTo>
                    <a:pt x="3736942" y="1997906"/>
                  </a:lnTo>
                  <a:lnTo>
                    <a:pt x="3737798" y="2048198"/>
                  </a:lnTo>
                  <a:lnTo>
                    <a:pt x="3738653" y="2059933"/>
                  </a:lnTo>
                  <a:lnTo>
                    <a:pt x="3739509" y="2060234"/>
                  </a:lnTo>
                  <a:lnTo>
                    <a:pt x="3740364" y="2086726"/>
                  </a:lnTo>
                  <a:lnTo>
                    <a:pt x="3741220" y="2113233"/>
                  </a:lnTo>
                  <a:lnTo>
                    <a:pt x="3742075" y="2138979"/>
                  </a:lnTo>
                  <a:lnTo>
                    <a:pt x="3742931" y="2139362"/>
                  </a:lnTo>
                  <a:lnTo>
                    <a:pt x="3743787" y="2157758"/>
                  </a:lnTo>
                  <a:lnTo>
                    <a:pt x="3744642" y="2161034"/>
                  </a:lnTo>
                  <a:lnTo>
                    <a:pt x="3745498" y="2128204"/>
                  </a:lnTo>
                  <a:lnTo>
                    <a:pt x="3746353" y="2050962"/>
                  </a:lnTo>
                  <a:lnTo>
                    <a:pt x="3747209" y="2058796"/>
                  </a:lnTo>
                  <a:lnTo>
                    <a:pt x="3748064" y="2069081"/>
                  </a:lnTo>
                  <a:lnTo>
                    <a:pt x="3748920" y="2058117"/>
                  </a:lnTo>
                  <a:lnTo>
                    <a:pt x="3749775" y="1977987"/>
                  </a:lnTo>
                  <a:lnTo>
                    <a:pt x="3750631" y="1895095"/>
                  </a:lnTo>
                  <a:lnTo>
                    <a:pt x="3751486" y="1942908"/>
                  </a:lnTo>
                  <a:lnTo>
                    <a:pt x="3752342" y="1999424"/>
                  </a:lnTo>
                  <a:lnTo>
                    <a:pt x="3753197" y="1971088"/>
                  </a:lnTo>
                  <a:lnTo>
                    <a:pt x="3754053" y="1886105"/>
                  </a:lnTo>
                  <a:lnTo>
                    <a:pt x="3754908" y="1852218"/>
                  </a:lnTo>
                  <a:lnTo>
                    <a:pt x="3755764" y="1910517"/>
                  </a:lnTo>
                  <a:lnTo>
                    <a:pt x="3756619" y="1987781"/>
                  </a:lnTo>
                  <a:lnTo>
                    <a:pt x="3757475" y="1984114"/>
                  </a:lnTo>
                  <a:lnTo>
                    <a:pt x="3758331" y="2015420"/>
                  </a:lnTo>
                  <a:lnTo>
                    <a:pt x="3759186" y="2006101"/>
                  </a:lnTo>
                  <a:lnTo>
                    <a:pt x="3760042" y="1998730"/>
                  </a:lnTo>
                  <a:lnTo>
                    <a:pt x="3760897" y="1977081"/>
                  </a:lnTo>
                  <a:lnTo>
                    <a:pt x="3761753" y="1964111"/>
                  </a:lnTo>
                  <a:lnTo>
                    <a:pt x="3762608" y="1953881"/>
                  </a:lnTo>
                  <a:lnTo>
                    <a:pt x="3763464" y="1993750"/>
                  </a:lnTo>
                  <a:lnTo>
                    <a:pt x="3764319" y="2014079"/>
                  </a:lnTo>
                  <a:lnTo>
                    <a:pt x="3765175" y="2121329"/>
                  </a:lnTo>
                  <a:lnTo>
                    <a:pt x="3766030" y="2068272"/>
                  </a:lnTo>
                  <a:lnTo>
                    <a:pt x="3766886" y="2097100"/>
                  </a:lnTo>
                  <a:lnTo>
                    <a:pt x="3767741" y="2124725"/>
                  </a:lnTo>
                  <a:lnTo>
                    <a:pt x="3768597" y="2085084"/>
                  </a:lnTo>
                  <a:lnTo>
                    <a:pt x="3769452" y="2091739"/>
                  </a:lnTo>
                  <a:lnTo>
                    <a:pt x="3770308" y="2147794"/>
                  </a:lnTo>
                  <a:lnTo>
                    <a:pt x="3771163" y="2228718"/>
                  </a:lnTo>
                  <a:lnTo>
                    <a:pt x="3772019" y="2214455"/>
                  </a:lnTo>
                  <a:lnTo>
                    <a:pt x="3772874" y="2175064"/>
                  </a:lnTo>
                  <a:lnTo>
                    <a:pt x="3773730" y="2167228"/>
                  </a:lnTo>
                  <a:lnTo>
                    <a:pt x="3774586" y="2101471"/>
                  </a:lnTo>
                  <a:lnTo>
                    <a:pt x="3775441" y="2095992"/>
                  </a:lnTo>
                  <a:lnTo>
                    <a:pt x="3776297" y="2014100"/>
                  </a:lnTo>
                  <a:lnTo>
                    <a:pt x="3777152" y="1978238"/>
                  </a:lnTo>
                  <a:lnTo>
                    <a:pt x="3778008" y="1962069"/>
                  </a:lnTo>
                  <a:lnTo>
                    <a:pt x="3778863" y="1973112"/>
                  </a:lnTo>
                  <a:lnTo>
                    <a:pt x="3779719" y="1927192"/>
                  </a:lnTo>
                  <a:lnTo>
                    <a:pt x="3780574" y="1931643"/>
                  </a:lnTo>
                  <a:lnTo>
                    <a:pt x="3781430" y="1964292"/>
                  </a:lnTo>
                  <a:lnTo>
                    <a:pt x="3782285" y="1976611"/>
                  </a:lnTo>
                  <a:lnTo>
                    <a:pt x="3783141" y="1908578"/>
                  </a:lnTo>
                  <a:lnTo>
                    <a:pt x="3783996" y="1882375"/>
                  </a:lnTo>
                  <a:lnTo>
                    <a:pt x="3784852" y="1907049"/>
                  </a:lnTo>
                  <a:lnTo>
                    <a:pt x="3785707" y="1869160"/>
                  </a:lnTo>
                  <a:lnTo>
                    <a:pt x="3786563" y="1912370"/>
                  </a:lnTo>
                  <a:lnTo>
                    <a:pt x="3787418" y="1934161"/>
                  </a:lnTo>
                  <a:lnTo>
                    <a:pt x="3788274" y="1955567"/>
                  </a:lnTo>
                  <a:lnTo>
                    <a:pt x="3789129" y="1967426"/>
                  </a:lnTo>
                  <a:lnTo>
                    <a:pt x="3789985" y="1972332"/>
                  </a:lnTo>
                  <a:lnTo>
                    <a:pt x="3790841" y="1982575"/>
                  </a:lnTo>
                  <a:lnTo>
                    <a:pt x="3791696" y="1943881"/>
                  </a:lnTo>
                  <a:lnTo>
                    <a:pt x="3792552" y="1944712"/>
                  </a:lnTo>
                  <a:lnTo>
                    <a:pt x="3793407" y="1981082"/>
                  </a:lnTo>
                  <a:lnTo>
                    <a:pt x="3794263" y="2088334"/>
                  </a:lnTo>
                  <a:lnTo>
                    <a:pt x="3795118" y="2107429"/>
                  </a:lnTo>
                  <a:lnTo>
                    <a:pt x="3795974" y="2100776"/>
                  </a:lnTo>
                  <a:lnTo>
                    <a:pt x="3796829" y="2012492"/>
                  </a:lnTo>
                  <a:lnTo>
                    <a:pt x="3797685" y="2008953"/>
                  </a:lnTo>
                  <a:lnTo>
                    <a:pt x="3798540" y="2063891"/>
                  </a:lnTo>
                  <a:lnTo>
                    <a:pt x="3799396" y="2099651"/>
                  </a:lnTo>
                  <a:lnTo>
                    <a:pt x="3800251" y="2091978"/>
                  </a:lnTo>
                  <a:lnTo>
                    <a:pt x="3801107" y="2134881"/>
                  </a:lnTo>
                  <a:lnTo>
                    <a:pt x="3801962" y="2186493"/>
                  </a:lnTo>
                  <a:lnTo>
                    <a:pt x="3802818" y="2212496"/>
                  </a:lnTo>
                  <a:lnTo>
                    <a:pt x="3803673" y="2200223"/>
                  </a:lnTo>
                  <a:lnTo>
                    <a:pt x="3804529" y="2183609"/>
                  </a:lnTo>
                  <a:lnTo>
                    <a:pt x="3805384" y="2191434"/>
                  </a:lnTo>
                  <a:lnTo>
                    <a:pt x="3806240" y="2160522"/>
                  </a:lnTo>
                  <a:lnTo>
                    <a:pt x="3807096" y="2185625"/>
                  </a:lnTo>
                  <a:lnTo>
                    <a:pt x="3807951" y="2181060"/>
                  </a:lnTo>
                  <a:lnTo>
                    <a:pt x="3808807" y="2160998"/>
                  </a:lnTo>
                  <a:lnTo>
                    <a:pt x="3809662" y="2151168"/>
                  </a:lnTo>
                  <a:lnTo>
                    <a:pt x="3810518" y="2088001"/>
                  </a:lnTo>
                  <a:lnTo>
                    <a:pt x="3811373" y="1998058"/>
                  </a:lnTo>
                  <a:lnTo>
                    <a:pt x="3812229" y="1935244"/>
                  </a:lnTo>
                  <a:lnTo>
                    <a:pt x="3813084" y="1882041"/>
                  </a:lnTo>
                  <a:lnTo>
                    <a:pt x="3813940" y="1876024"/>
                  </a:lnTo>
                  <a:lnTo>
                    <a:pt x="3814795" y="1851740"/>
                  </a:lnTo>
                  <a:lnTo>
                    <a:pt x="3815651" y="1858380"/>
                  </a:lnTo>
                  <a:lnTo>
                    <a:pt x="3816506" y="1851613"/>
                  </a:lnTo>
                  <a:lnTo>
                    <a:pt x="3817362" y="1939025"/>
                  </a:lnTo>
                  <a:lnTo>
                    <a:pt x="3818217" y="1955826"/>
                  </a:lnTo>
                  <a:lnTo>
                    <a:pt x="3819073" y="1971056"/>
                  </a:lnTo>
                  <a:lnTo>
                    <a:pt x="3819928" y="1987162"/>
                  </a:lnTo>
                  <a:lnTo>
                    <a:pt x="3820784" y="1993235"/>
                  </a:lnTo>
                  <a:lnTo>
                    <a:pt x="3821640" y="2029091"/>
                  </a:lnTo>
                  <a:lnTo>
                    <a:pt x="3822495" y="2020666"/>
                  </a:lnTo>
                  <a:lnTo>
                    <a:pt x="3823351" y="2146349"/>
                  </a:lnTo>
                  <a:lnTo>
                    <a:pt x="3824206" y="2167777"/>
                  </a:lnTo>
                  <a:lnTo>
                    <a:pt x="3825062" y="2201780"/>
                  </a:lnTo>
                  <a:lnTo>
                    <a:pt x="3825917" y="2198425"/>
                  </a:lnTo>
                  <a:lnTo>
                    <a:pt x="3826773" y="2181808"/>
                  </a:lnTo>
                  <a:lnTo>
                    <a:pt x="3827628" y="2138967"/>
                  </a:lnTo>
                  <a:lnTo>
                    <a:pt x="3828484" y="2070319"/>
                  </a:lnTo>
                  <a:lnTo>
                    <a:pt x="3829339" y="2034767"/>
                  </a:lnTo>
                  <a:lnTo>
                    <a:pt x="3830195" y="1999511"/>
                  </a:lnTo>
                  <a:lnTo>
                    <a:pt x="3831050" y="1960789"/>
                  </a:lnTo>
                  <a:lnTo>
                    <a:pt x="3831906" y="2030713"/>
                  </a:lnTo>
                  <a:lnTo>
                    <a:pt x="3832761" y="2045960"/>
                  </a:lnTo>
                  <a:lnTo>
                    <a:pt x="3833617" y="2040101"/>
                  </a:lnTo>
                  <a:lnTo>
                    <a:pt x="3834472" y="1946654"/>
                  </a:lnTo>
                  <a:lnTo>
                    <a:pt x="3835328" y="1922988"/>
                  </a:lnTo>
                  <a:lnTo>
                    <a:pt x="3836183" y="1958540"/>
                  </a:lnTo>
                  <a:lnTo>
                    <a:pt x="3837039" y="1963031"/>
                  </a:lnTo>
                  <a:lnTo>
                    <a:pt x="3837895" y="1984668"/>
                  </a:lnTo>
                  <a:lnTo>
                    <a:pt x="3838750" y="2015628"/>
                  </a:lnTo>
                  <a:lnTo>
                    <a:pt x="3839606" y="1972367"/>
                  </a:lnTo>
                  <a:lnTo>
                    <a:pt x="3840461" y="1968742"/>
                  </a:lnTo>
                  <a:lnTo>
                    <a:pt x="3841317" y="1992340"/>
                  </a:lnTo>
                  <a:lnTo>
                    <a:pt x="3842172" y="2046673"/>
                  </a:lnTo>
                  <a:lnTo>
                    <a:pt x="3843028" y="2094233"/>
                  </a:lnTo>
                  <a:lnTo>
                    <a:pt x="3843883" y="1998794"/>
                  </a:lnTo>
                  <a:lnTo>
                    <a:pt x="3844739" y="1976292"/>
                  </a:lnTo>
                  <a:lnTo>
                    <a:pt x="3845594" y="2026524"/>
                  </a:lnTo>
                  <a:lnTo>
                    <a:pt x="3846450" y="2064405"/>
                  </a:lnTo>
                  <a:lnTo>
                    <a:pt x="3847305" y="2082040"/>
                  </a:lnTo>
                  <a:lnTo>
                    <a:pt x="3848161" y="2089025"/>
                  </a:lnTo>
                  <a:lnTo>
                    <a:pt x="3849016" y="2079892"/>
                  </a:lnTo>
                  <a:lnTo>
                    <a:pt x="3849872" y="2135109"/>
                  </a:lnTo>
                  <a:lnTo>
                    <a:pt x="3850727" y="2114332"/>
                  </a:lnTo>
                  <a:lnTo>
                    <a:pt x="3851583" y="2097384"/>
                  </a:lnTo>
                  <a:lnTo>
                    <a:pt x="3852438" y="2021874"/>
                  </a:lnTo>
                  <a:lnTo>
                    <a:pt x="3853294" y="2025734"/>
                  </a:lnTo>
                  <a:lnTo>
                    <a:pt x="3854150" y="2052600"/>
                  </a:lnTo>
                  <a:lnTo>
                    <a:pt x="3855005" y="2025919"/>
                  </a:lnTo>
                  <a:lnTo>
                    <a:pt x="3855861" y="2074883"/>
                  </a:lnTo>
                  <a:lnTo>
                    <a:pt x="3856716" y="2105055"/>
                  </a:lnTo>
                  <a:lnTo>
                    <a:pt x="3857572" y="2146824"/>
                  </a:lnTo>
                  <a:lnTo>
                    <a:pt x="3858427" y="2065923"/>
                  </a:lnTo>
                  <a:lnTo>
                    <a:pt x="3859283" y="1972545"/>
                  </a:lnTo>
                  <a:lnTo>
                    <a:pt x="3860138" y="1910956"/>
                  </a:lnTo>
                  <a:lnTo>
                    <a:pt x="3860994" y="1908445"/>
                  </a:lnTo>
                  <a:lnTo>
                    <a:pt x="3861849" y="1901020"/>
                  </a:lnTo>
                  <a:lnTo>
                    <a:pt x="3862705" y="1834290"/>
                  </a:lnTo>
                  <a:lnTo>
                    <a:pt x="3863560" y="1904535"/>
                  </a:lnTo>
                  <a:lnTo>
                    <a:pt x="3864416" y="1900090"/>
                  </a:lnTo>
                  <a:lnTo>
                    <a:pt x="3865271" y="1907865"/>
                  </a:lnTo>
                  <a:lnTo>
                    <a:pt x="3866127" y="1950927"/>
                  </a:lnTo>
                  <a:lnTo>
                    <a:pt x="3866982" y="2115687"/>
                  </a:lnTo>
                  <a:lnTo>
                    <a:pt x="3867838" y="2161743"/>
                  </a:lnTo>
                  <a:lnTo>
                    <a:pt x="3868694" y="2126687"/>
                  </a:lnTo>
                  <a:lnTo>
                    <a:pt x="3869549" y="2088600"/>
                  </a:lnTo>
                  <a:lnTo>
                    <a:pt x="3870405" y="2173389"/>
                  </a:lnTo>
                  <a:lnTo>
                    <a:pt x="3871260" y="2126688"/>
                  </a:lnTo>
                  <a:lnTo>
                    <a:pt x="3872116" y="2097832"/>
                  </a:lnTo>
                  <a:lnTo>
                    <a:pt x="3872971" y="2126604"/>
                  </a:lnTo>
                  <a:lnTo>
                    <a:pt x="3873827" y="2141825"/>
                  </a:lnTo>
                  <a:lnTo>
                    <a:pt x="3874682" y="2181565"/>
                  </a:lnTo>
                  <a:lnTo>
                    <a:pt x="3875538" y="2097269"/>
                  </a:lnTo>
                  <a:lnTo>
                    <a:pt x="3876393" y="1988743"/>
                  </a:lnTo>
                  <a:lnTo>
                    <a:pt x="3877249" y="2008463"/>
                  </a:lnTo>
                  <a:lnTo>
                    <a:pt x="3878104" y="1987526"/>
                  </a:lnTo>
                  <a:lnTo>
                    <a:pt x="3878960" y="1968890"/>
                  </a:lnTo>
                  <a:lnTo>
                    <a:pt x="3879815" y="1956462"/>
                  </a:lnTo>
                  <a:lnTo>
                    <a:pt x="3880671" y="2011538"/>
                  </a:lnTo>
                  <a:lnTo>
                    <a:pt x="3881526" y="1974932"/>
                  </a:lnTo>
                  <a:lnTo>
                    <a:pt x="3882382" y="1925066"/>
                  </a:lnTo>
                  <a:lnTo>
                    <a:pt x="3883237" y="1923955"/>
                  </a:lnTo>
                  <a:lnTo>
                    <a:pt x="3884093" y="1936261"/>
                  </a:lnTo>
                  <a:lnTo>
                    <a:pt x="3884949" y="1960332"/>
                  </a:lnTo>
                  <a:lnTo>
                    <a:pt x="3885804" y="2019028"/>
                  </a:lnTo>
                  <a:lnTo>
                    <a:pt x="3886660" y="2055558"/>
                  </a:lnTo>
                  <a:lnTo>
                    <a:pt x="3887515" y="2122903"/>
                  </a:lnTo>
                  <a:lnTo>
                    <a:pt x="3888371" y="2122551"/>
                  </a:lnTo>
                  <a:lnTo>
                    <a:pt x="3889226" y="2085342"/>
                  </a:lnTo>
                  <a:lnTo>
                    <a:pt x="3890082" y="2107262"/>
                  </a:lnTo>
                  <a:lnTo>
                    <a:pt x="3890937" y="2146365"/>
                  </a:lnTo>
                  <a:lnTo>
                    <a:pt x="3891793" y="2206575"/>
                  </a:lnTo>
                  <a:lnTo>
                    <a:pt x="3892648" y="2196183"/>
                  </a:lnTo>
                  <a:lnTo>
                    <a:pt x="3893504" y="2234732"/>
                  </a:lnTo>
                  <a:lnTo>
                    <a:pt x="3894359" y="2209043"/>
                  </a:lnTo>
                  <a:lnTo>
                    <a:pt x="3895215" y="2220987"/>
                  </a:lnTo>
                  <a:lnTo>
                    <a:pt x="3896070" y="2205469"/>
                  </a:lnTo>
                  <a:lnTo>
                    <a:pt x="3896926" y="2126874"/>
                  </a:lnTo>
                  <a:lnTo>
                    <a:pt x="3897781" y="2137617"/>
                  </a:lnTo>
                  <a:lnTo>
                    <a:pt x="3898637" y="2146861"/>
                  </a:lnTo>
                  <a:lnTo>
                    <a:pt x="3899492" y="2148342"/>
                  </a:lnTo>
                  <a:lnTo>
                    <a:pt x="3900348" y="2180797"/>
                  </a:lnTo>
                  <a:lnTo>
                    <a:pt x="3901204" y="2107708"/>
                  </a:lnTo>
                  <a:lnTo>
                    <a:pt x="3902059" y="2144804"/>
                  </a:lnTo>
                  <a:lnTo>
                    <a:pt x="3902915" y="2151110"/>
                  </a:lnTo>
                  <a:lnTo>
                    <a:pt x="3903770" y="2076018"/>
                  </a:lnTo>
                  <a:lnTo>
                    <a:pt x="3904626" y="2036475"/>
                  </a:lnTo>
                  <a:lnTo>
                    <a:pt x="3905481" y="2150392"/>
                  </a:lnTo>
                  <a:lnTo>
                    <a:pt x="3906337" y="2169964"/>
                  </a:lnTo>
                  <a:lnTo>
                    <a:pt x="3907192" y="2187389"/>
                  </a:lnTo>
                  <a:lnTo>
                    <a:pt x="3908048" y="2181107"/>
                  </a:lnTo>
                  <a:lnTo>
                    <a:pt x="3908903" y="2177316"/>
                  </a:lnTo>
                  <a:lnTo>
                    <a:pt x="3909759" y="2146284"/>
                  </a:lnTo>
                  <a:lnTo>
                    <a:pt x="3910614" y="2156028"/>
                  </a:lnTo>
                  <a:lnTo>
                    <a:pt x="3911470" y="2145208"/>
                  </a:lnTo>
                  <a:lnTo>
                    <a:pt x="3912325" y="2076308"/>
                  </a:lnTo>
                  <a:lnTo>
                    <a:pt x="3913181" y="2028721"/>
                  </a:lnTo>
                  <a:lnTo>
                    <a:pt x="3914036" y="1999355"/>
                  </a:lnTo>
                  <a:lnTo>
                    <a:pt x="3914892" y="2003050"/>
                  </a:lnTo>
                  <a:lnTo>
                    <a:pt x="3915748" y="1991950"/>
                  </a:lnTo>
                  <a:lnTo>
                    <a:pt x="3916603" y="2006382"/>
                  </a:lnTo>
                  <a:lnTo>
                    <a:pt x="3917459" y="2053566"/>
                  </a:lnTo>
                  <a:lnTo>
                    <a:pt x="3918314" y="2115310"/>
                  </a:lnTo>
                  <a:lnTo>
                    <a:pt x="3919170" y="2124061"/>
                  </a:lnTo>
                  <a:lnTo>
                    <a:pt x="3920025" y="2086371"/>
                  </a:lnTo>
                  <a:lnTo>
                    <a:pt x="3920881" y="2092371"/>
                  </a:lnTo>
                  <a:lnTo>
                    <a:pt x="3921736" y="2068560"/>
                  </a:lnTo>
                  <a:lnTo>
                    <a:pt x="3922592" y="2035670"/>
                  </a:lnTo>
                  <a:lnTo>
                    <a:pt x="3923447" y="1996836"/>
                  </a:lnTo>
                  <a:lnTo>
                    <a:pt x="3924303" y="2024915"/>
                  </a:lnTo>
                  <a:lnTo>
                    <a:pt x="3925158" y="1915731"/>
                  </a:lnTo>
                  <a:lnTo>
                    <a:pt x="3926014" y="1857643"/>
                  </a:lnTo>
                  <a:lnTo>
                    <a:pt x="3926869" y="1822245"/>
                  </a:lnTo>
                  <a:lnTo>
                    <a:pt x="3927725" y="1841338"/>
                  </a:lnTo>
                  <a:lnTo>
                    <a:pt x="3928580" y="1819976"/>
                  </a:lnTo>
                  <a:lnTo>
                    <a:pt x="3929436" y="1862759"/>
                  </a:lnTo>
                  <a:lnTo>
                    <a:pt x="3930291" y="1828719"/>
                  </a:lnTo>
                  <a:lnTo>
                    <a:pt x="3931147" y="1843724"/>
                  </a:lnTo>
                  <a:lnTo>
                    <a:pt x="3932003" y="1844083"/>
                  </a:lnTo>
                  <a:lnTo>
                    <a:pt x="3932858" y="1900033"/>
                  </a:lnTo>
                  <a:lnTo>
                    <a:pt x="3933714" y="1970546"/>
                  </a:lnTo>
                  <a:lnTo>
                    <a:pt x="3934569" y="1918380"/>
                  </a:lnTo>
                  <a:lnTo>
                    <a:pt x="3935425" y="1904226"/>
                  </a:lnTo>
                  <a:lnTo>
                    <a:pt x="3936280" y="1934323"/>
                  </a:lnTo>
                  <a:lnTo>
                    <a:pt x="3937136" y="2087137"/>
                  </a:lnTo>
                  <a:lnTo>
                    <a:pt x="3937991" y="2132420"/>
                  </a:lnTo>
                  <a:lnTo>
                    <a:pt x="3938847" y="2144108"/>
                  </a:lnTo>
                  <a:lnTo>
                    <a:pt x="3939702" y="2156486"/>
                  </a:lnTo>
                  <a:lnTo>
                    <a:pt x="3940558" y="2137950"/>
                  </a:lnTo>
                  <a:lnTo>
                    <a:pt x="3941413" y="2109082"/>
                  </a:lnTo>
                  <a:lnTo>
                    <a:pt x="3942269" y="2073319"/>
                  </a:lnTo>
                  <a:lnTo>
                    <a:pt x="3943124" y="2100219"/>
                  </a:lnTo>
                  <a:lnTo>
                    <a:pt x="3943980" y="2140062"/>
                  </a:lnTo>
                  <a:lnTo>
                    <a:pt x="3944835" y="2148044"/>
                  </a:lnTo>
                  <a:lnTo>
                    <a:pt x="3945691" y="2094699"/>
                  </a:lnTo>
                  <a:lnTo>
                    <a:pt x="3946546" y="2032620"/>
                  </a:lnTo>
                  <a:lnTo>
                    <a:pt x="3947402" y="2079177"/>
                  </a:lnTo>
                  <a:lnTo>
                    <a:pt x="3948258" y="2101469"/>
                  </a:lnTo>
                  <a:lnTo>
                    <a:pt x="3949113" y="2119077"/>
                  </a:lnTo>
                  <a:lnTo>
                    <a:pt x="3949969" y="2135633"/>
                  </a:lnTo>
                  <a:lnTo>
                    <a:pt x="3950824" y="2088808"/>
                  </a:lnTo>
                  <a:lnTo>
                    <a:pt x="3951680" y="2039053"/>
                  </a:lnTo>
                  <a:lnTo>
                    <a:pt x="3952535" y="1956488"/>
                  </a:lnTo>
                  <a:lnTo>
                    <a:pt x="3953391" y="1959463"/>
                  </a:lnTo>
                  <a:lnTo>
                    <a:pt x="3954246" y="1952276"/>
                  </a:lnTo>
                  <a:lnTo>
                    <a:pt x="3955102" y="1949265"/>
                  </a:lnTo>
                  <a:lnTo>
                    <a:pt x="3955957" y="2037235"/>
                  </a:lnTo>
                  <a:lnTo>
                    <a:pt x="3956813" y="2054748"/>
                  </a:lnTo>
                  <a:lnTo>
                    <a:pt x="3957668" y="1964825"/>
                  </a:lnTo>
                  <a:lnTo>
                    <a:pt x="3958524" y="1958197"/>
                  </a:lnTo>
                  <a:lnTo>
                    <a:pt x="3959379" y="2025572"/>
                  </a:lnTo>
                  <a:lnTo>
                    <a:pt x="3960235" y="2006292"/>
                  </a:lnTo>
                  <a:lnTo>
                    <a:pt x="3961090" y="2113920"/>
                  </a:lnTo>
                  <a:lnTo>
                    <a:pt x="3961946" y="2161393"/>
                  </a:lnTo>
                  <a:lnTo>
                    <a:pt x="3962802" y="2179904"/>
                  </a:lnTo>
                  <a:lnTo>
                    <a:pt x="3963657" y="2178552"/>
                  </a:lnTo>
                  <a:lnTo>
                    <a:pt x="3964513" y="2185197"/>
                  </a:lnTo>
                  <a:lnTo>
                    <a:pt x="3965368" y="2145688"/>
                  </a:lnTo>
                  <a:lnTo>
                    <a:pt x="3966224" y="2067995"/>
                  </a:lnTo>
                  <a:lnTo>
                    <a:pt x="3967079" y="2058434"/>
                  </a:lnTo>
                  <a:lnTo>
                    <a:pt x="3967935" y="2068739"/>
                  </a:lnTo>
                  <a:lnTo>
                    <a:pt x="3968790" y="2102535"/>
                  </a:lnTo>
                  <a:lnTo>
                    <a:pt x="3969646" y="2172040"/>
                  </a:lnTo>
                  <a:lnTo>
                    <a:pt x="3970501" y="2183859"/>
                  </a:lnTo>
                  <a:lnTo>
                    <a:pt x="3971357" y="2174428"/>
                  </a:lnTo>
                  <a:lnTo>
                    <a:pt x="3972212" y="2177932"/>
                  </a:lnTo>
                  <a:lnTo>
                    <a:pt x="3973068" y="2161151"/>
                  </a:lnTo>
                  <a:lnTo>
                    <a:pt x="3973923" y="2087308"/>
                  </a:lnTo>
                  <a:lnTo>
                    <a:pt x="3974779" y="1984286"/>
                  </a:lnTo>
                  <a:lnTo>
                    <a:pt x="3975634" y="1951325"/>
                  </a:lnTo>
                  <a:lnTo>
                    <a:pt x="3976490" y="1960477"/>
                  </a:lnTo>
                  <a:lnTo>
                    <a:pt x="3977345" y="1917443"/>
                  </a:lnTo>
                  <a:lnTo>
                    <a:pt x="3978201" y="1927978"/>
                  </a:lnTo>
                  <a:lnTo>
                    <a:pt x="3979057" y="1891774"/>
                  </a:lnTo>
                  <a:lnTo>
                    <a:pt x="3979912" y="1895552"/>
                  </a:lnTo>
                  <a:lnTo>
                    <a:pt x="3980768" y="1903305"/>
                  </a:lnTo>
                  <a:lnTo>
                    <a:pt x="3981623" y="1959884"/>
                  </a:lnTo>
                  <a:lnTo>
                    <a:pt x="3982479" y="1900748"/>
                  </a:lnTo>
                  <a:lnTo>
                    <a:pt x="3983334" y="1857137"/>
                  </a:lnTo>
                  <a:lnTo>
                    <a:pt x="3984190" y="1856405"/>
                  </a:lnTo>
                  <a:lnTo>
                    <a:pt x="3985045" y="1894811"/>
                  </a:lnTo>
                  <a:lnTo>
                    <a:pt x="3985901" y="1869382"/>
                  </a:lnTo>
                  <a:lnTo>
                    <a:pt x="3986756" y="1859173"/>
                  </a:lnTo>
                  <a:lnTo>
                    <a:pt x="3987612" y="1900874"/>
                  </a:lnTo>
                  <a:lnTo>
                    <a:pt x="3988467" y="1923564"/>
                  </a:lnTo>
                  <a:lnTo>
                    <a:pt x="3989323" y="2049151"/>
                  </a:lnTo>
                  <a:lnTo>
                    <a:pt x="3990178" y="2104218"/>
                  </a:lnTo>
                  <a:lnTo>
                    <a:pt x="3991034" y="2124978"/>
                  </a:lnTo>
                  <a:lnTo>
                    <a:pt x="3991889" y="2111117"/>
                  </a:lnTo>
                  <a:lnTo>
                    <a:pt x="3992745" y="2134771"/>
                  </a:lnTo>
                  <a:lnTo>
                    <a:pt x="3993600" y="2141423"/>
                  </a:lnTo>
                  <a:lnTo>
                    <a:pt x="3994456" y="2130009"/>
                  </a:lnTo>
                  <a:lnTo>
                    <a:pt x="3995312" y="2145665"/>
                  </a:lnTo>
                  <a:lnTo>
                    <a:pt x="3996167" y="2133061"/>
                  </a:lnTo>
                  <a:lnTo>
                    <a:pt x="3997023" y="2225579"/>
                  </a:lnTo>
                  <a:lnTo>
                    <a:pt x="3997878" y="2246010"/>
                  </a:lnTo>
                  <a:lnTo>
                    <a:pt x="3998734" y="2235117"/>
                  </a:lnTo>
                  <a:lnTo>
                    <a:pt x="3999589" y="2251754"/>
                  </a:lnTo>
                  <a:lnTo>
                    <a:pt x="4000445" y="2229794"/>
                  </a:lnTo>
                  <a:lnTo>
                    <a:pt x="4001300" y="2263102"/>
                  </a:lnTo>
                  <a:lnTo>
                    <a:pt x="4002156" y="2261933"/>
                  </a:lnTo>
                  <a:lnTo>
                    <a:pt x="4003011" y="2251844"/>
                  </a:lnTo>
                  <a:lnTo>
                    <a:pt x="4003867" y="2278200"/>
                  </a:lnTo>
                  <a:lnTo>
                    <a:pt x="4003867" y="2278200"/>
                  </a:lnTo>
                  <a:lnTo>
                    <a:pt x="4004722" y="2278200"/>
                  </a:lnTo>
                  <a:lnTo>
                    <a:pt x="4005578" y="2276028"/>
                  </a:lnTo>
                  <a:lnTo>
                    <a:pt x="4006433" y="2278200"/>
                  </a:lnTo>
                  <a:lnTo>
                    <a:pt x="4006433" y="2278200"/>
                  </a:lnTo>
                  <a:lnTo>
                    <a:pt x="4007289" y="2274980"/>
                  </a:lnTo>
                  <a:lnTo>
                    <a:pt x="4008144" y="2278200"/>
                  </a:lnTo>
                  <a:lnTo>
                    <a:pt x="4008144" y="2278200"/>
                  </a:lnTo>
                  <a:lnTo>
                    <a:pt x="4009000" y="2278200"/>
                  </a:lnTo>
                  <a:lnTo>
                    <a:pt x="4009855" y="2268002"/>
                  </a:lnTo>
                  <a:lnTo>
                    <a:pt x="4010711" y="2277839"/>
                  </a:lnTo>
                  <a:lnTo>
                    <a:pt x="4011567" y="2258160"/>
                  </a:lnTo>
                  <a:lnTo>
                    <a:pt x="4012422" y="2272405"/>
                  </a:lnTo>
                  <a:lnTo>
                    <a:pt x="4013278" y="2271139"/>
                  </a:lnTo>
                  <a:lnTo>
                    <a:pt x="4014133" y="2252941"/>
                  </a:lnTo>
                  <a:lnTo>
                    <a:pt x="4014989" y="2255642"/>
                  </a:lnTo>
                  <a:lnTo>
                    <a:pt x="4015844" y="2240878"/>
                  </a:lnTo>
                  <a:lnTo>
                    <a:pt x="4016700" y="2269147"/>
                  </a:lnTo>
                  <a:lnTo>
                    <a:pt x="4017555" y="2278200"/>
                  </a:lnTo>
                  <a:lnTo>
                    <a:pt x="4017555" y="2278200"/>
                  </a:lnTo>
                  <a:lnTo>
                    <a:pt x="4018411" y="2267387"/>
                  </a:lnTo>
                  <a:lnTo>
                    <a:pt x="4019266" y="2259108"/>
                  </a:lnTo>
                  <a:lnTo>
                    <a:pt x="4020122" y="2217692"/>
                  </a:lnTo>
                  <a:lnTo>
                    <a:pt x="4020977" y="2221082"/>
                  </a:lnTo>
                  <a:lnTo>
                    <a:pt x="4021833" y="2220397"/>
                  </a:lnTo>
                  <a:lnTo>
                    <a:pt x="4022688" y="2184692"/>
                  </a:lnTo>
                  <a:lnTo>
                    <a:pt x="4023544" y="2159724"/>
                  </a:lnTo>
                  <a:lnTo>
                    <a:pt x="4024399" y="2132126"/>
                  </a:lnTo>
                  <a:lnTo>
                    <a:pt x="4025255" y="2054160"/>
                  </a:lnTo>
                  <a:lnTo>
                    <a:pt x="4026111" y="1986099"/>
                  </a:lnTo>
                  <a:lnTo>
                    <a:pt x="4026966" y="2000420"/>
                  </a:lnTo>
                  <a:lnTo>
                    <a:pt x="4027822" y="2052138"/>
                  </a:lnTo>
                  <a:lnTo>
                    <a:pt x="4028677" y="2067828"/>
                  </a:lnTo>
                  <a:lnTo>
                    <a:pt x="4029533" y="2054167"/>
                  </a:lnTo>
                  <a:lnTo>
                    <a:pt x="4030388" y="2082042"/>
                  </a:lnTo>
                  <a:lnTo>
                    <a:pt x="4031244" y="2074048"/>
                  </a:lnTo>
                  <a:lnTo>
                    <a:pt x="4032099" y="2001025"/>
                  </a:lnTo>
                  <a:lnTo>
                    <a:pt x="4032955" y="1960470"/>
                  </a:lnTo>
                  <a:lnTo>
                    <a:pt x="4033810" y="1962512"/>
                  </a:lnTo>
                  <a:lnTo>
                    <a:pt x="4034666" y="1954432"/>
                  </a:lnTo>
                  <a:lnTo>
                    <a:pt x="4035521" y="1927253"/>
                  </a:lnTo>
                  <a:lnTo>
                    <a:pt x="4036377" y="1916760"/>
                  </a:lnTo>
                  <a:lnTo>
                    <a:pt x="4037232" y="1898921"/>
                  </a:lnTo>
                  <a:lnTo>
                    <a:pt x="4038088" y="1890862"/>
                  </a:lnTo>
                  <a:lnTo>
                    <a:pt x="4038943" y="1967225"/>
                  </a:lnTo>
                  <a:lnTo>
                    <a:pt x="4039799" y="1962510"/>
                  </a:lnTo>
                  <a:lnTo>
                    <a:pt x="4040654" y="1943289"/>
                  </a:lnTo>
                  <a:lnTo>
                    <a:pt x="4041510" y="1949275"/>
                  </a:lnTo>
                  <a:lnTo>
                    <a:pt x="4042366" y="2000763"/>
                  </a:lnTo>
                  <a:lnTo>
                    <a:pt x="4043221" y="2014810"/>
                  </a:lnTo>
                  <a:lnTo>
                    <a:pt x="4044077" y="1971608"/>
                  </a:lnTo>
                  <a:lnTo>
                    <a:pt x="4044932" y="1938905"/>
                  </a:lnTo>
                  <a:lnTo>
                    <a:pt x="4045788" y="1980026"/>
                  </a:lnTo>
                  <a:lnTo>
                    <a:pt x="4046643" y="2073559"/>
                  </a:lnTo>
                  <a:lnTo>
                    <a:pt x="4047499" y="1994459"/>
                  </a:lnTo>
                  <a:lnTo>
                    <a:pt x="4048354" y="2027429"/>
                  </a:lnTo>
                  <a:lnTo>
                    <a:pt x="4049210" y="2086842"/>
                  </a:lnTo>
                  <a:lnTo>
                    <a:pt x="4050065" y="2133286"/>
                  </a:lnTo>
                  <a:lnTo>
                    <a:pt x="4050921" y="2122031"/>
                  </a:lnTo>
                  <a:lnTo>
                    <a:pt x="4051776" y="2106018"/>
                  </a:lnTo>
                  <a:lnTo>
                    <a:pt x="4052632" y="2140207"/>
                  </a:lnTo>
                  <a:lnTo>
                    <a:pt x="4053487" y="2138469"/>
                  </a:lnTo>
                  <a:lnTo>
                    <a:pt x="4054343" y="2152630"/>
                  </a:lnTo>
                  <a:lnTo>
                    <a:pt x="4055198" y="2121952"/>
                  </a:lnTo>
                  <a:lnTo>
                    <a:pt x="4056054" y="2171529"/>
                  </a:lnTo>
                  <a:lnTo>
                    <a:pt x="4056909" y="2193300"/>
                  </a:lnTo>
                  <a:lnTo>
                    <a:pt x="4057765" y="2192481"/>
                  </a:lnTo>
                  <a:lnTo>
                    <a:pt x="4058621" y="2121339"/>
                  </a:lnTo>
                  <a:lnTo>
                    <a:pt x="4059476" y="2136494"/>
                  </a:lnTo>
                  <a:lnTo>
                    <a:pt x="4060332" y="2141776"/>
                  </a:lnTo>
                  <a:lnTo>
                    <a:pt x="4061187" y="2124762"/>
                  </a:lnTo>
                  <a:lnTo>
                    <a:pt x="4062043" y="2120364"/>
                  </a:lnTo>
                  <a:lnTo>
                    <a:pt x="4062898" y="2048251"/>
                  </a:lnTo>
                  <a:lnTo>
                    <a:pt x="4063754" y="2032247"/>
                  </a:lnTo>
                  <a:lnTo>
                    <a:pt x="4064609" y="2132522"/>
                  </a:lnTo>
                  <a:lnTo>
                    <a:pt x="4065465" y="2149578"/>
                  </a:lnTo>
                  <a:lnTo>
                    <a:pt x="4066320" y="2158667"/>
                  </a:lnTo>
                  <a:lnTo>
                    <a:pt x="4067176" y="2168436"/>
                  </a:lnTo>
                  <a:lnTo>
                    <a:pt x="4068031" y="2191289"/>
                  </a:lnTo>
                  <a:lnTo>
                    <a:pt x="4068887" y="2144793"/>
                  </a:lnTo>
                  <a:lnTo>
                    <a:pt x="4069742" y="2117755"/>
                  </a:lnTo>
                  <a:lnTo>
                    <a:pt x="4070598" y="2116153"/>
                  </a:lnTo>
                  <a:lnTo>
                    <a:pt x="4071453" y="2111264"/>
                  </a:lnTo>
                  <a:lnTo>
                    <a:pt x="4072309" y="2107637"/>
                  </a:lnTo>
                  <a:lnTo>
                    <a:pt x="4073165" y="2083269"/>
                  </a:lnTo>
                  <a:lnTo>
                    <a:pt x="4074020" y="1998038"/>
                  </a:lnTo>
                  <a:lnTo>
                    <a:pt x="4074876" y="1937274"/>
                  </a:lnTo>
                  <a:lnTo>
                    <a:pt x="4075731" y="1958869"/>
                  </a:lnTo>
                  <a:lnTo>
                    <a:pt x="4076587" y="1923014"/>
                  </a:lnTo>
                  <a:lnTo>
                    <a:pt x="4077442" y="1872244"/>
                  </a:lnTo>
                  <a:lnTo>
                    <a:pt x="4078298" y="1888401"/>
                  </a:lnTo>
                  <a:lnTo>
                    <a:pt x="4079153" y="1947578"/>
                  </a:lnTo>
                  <a:lnTo>
                    <a:pt x="4080009" y="2035945"/>
                  </a:lnTo>
                  <a:lnTo>
                    <a:pt x="4080864" y="2017699"/>
                  </a:lnTo>
                  <a:lnTo>
                    <a:pt x="4081720" y="1929011"/>
                  </a:lnTo>
                  <a:lnTo>
                    <a:pt x="4082575" y="1884144"/>
                  </a:lnTo>
                  <a:lnTo>
                    <a:pt x="4083431" y="1878333"/>
                  </a:lnTo>
                  <a:lnTo>
                    <a:pt x="4084286" y="1915829"/>
                  </a:lnTo>
                  <a:lnTo>
                    <a:pt x="4085142" y="1862033"/>
                  </a:lnTo>
                  <a:lnTo>
                    <a:pt x="4085997" y="1878809"/>
                  </a:lnTo>
                  <a:lnTo>
                    <a:pt x="4086853" y="1938191"/>
                  </a:lnTo>
                  <a:lnTo>
                    <a:pt x="4087708" y="1914318"/>
                  </a:lnTo>
                  <a:lnTo>
                    <a:pt x="4088564" y="1893746"/>
                  </a:lnTo>
                  <a:lnTo>
                    <a:pt x="4089420" y="1873140"/>
                  </a:lnTo>
                  <a:lnTo>
                    <a:pt x="4090275" y="1887791"/>
                  </a:lnTo>
                  <a:lnTo>
                    <a:pt x="4091131" y="1967923"/>
                  </a:lnTo>
                  <a:lnTo>
                    <a:pt x="4091986" y="2016310"/>
                  </a:lnTo>
                  <a:lnTo>
                    <a:pt x="4092842" y="2064401"/>
                  </a:lnTo>
                  <a:lnTo>
                    <a:pt x="4093697" y="2077677"/>
                  </a:lnTo>
                  <a:lnTo>
                    <a:pt x="4094553" y="2120187"/>
                  </a:lnTo>
                  <a:lnTo>
                    <a:pt x="4095408" y="2090707"/>
                  </a:lnTo>
                  <a:lnTo>
                    <a:pt x="4096264" y="2114123"/>
                  </a:lnTo>
                  <a:lnTo>
                    <a:pt x="4097119" y="2008426"/>
                  </a:lnTo>
                  <a:lnTo>
                    <a:pt x="4097975" y="1973247"/>
                  </a:lnTo>
                  <a:lnTo>
                    <a:pt x="4098830" y="1999456"/>
                  </a:lnTo>
                  <a:lnTo>
                    <a:pt x="4099686" y="1987442"/>
                  </a:lnTo>
                  <a:lnTo>
                    <a:pt x="4100541" y="1944904"/>
                  </a:lnTo>
                  <a:lnTo>
                    <a:pt x="4101397" y="1952504"/>
                  </a:lnTo>
                  <a:lnTo>
                    <a:pt x="4102252" y="1985699"/>
                  </a:lnTo>
                  <a:lnTo>
                    <a:pt x="4103108" y="2019220"/>
                  </a:lnTo>
                  <a:lnTo>
                    <a:pt x="4103963" y="2057814"/>
                  </a:lnTo>
                  <a:lnTo>
                    <a:pt x="4104819" y="2084000"/>
                  </a:lnTo>
                  <a:lnTo>
                    <a:pt x="4105675" y="2062325"/>
                  </a:lnTo>
                  <a:lnTo>
                    <a:pt x="4106530" y="2033241"/>
                  </a:lnTo>
                  <a:lnTo>
                    <a:pt x="4107386" y="2054389"/>
                  </a:lnTo>
                  <a:lnTo>
                    <a:pt x="4108241" y="2013372"/>
                  </a:lnTo>
                  <a:lnTo>
                    <a:pt x="4109097" y="1913303"/>
                  </a:lnTo>
                  <a:lnTo>
                    <a:pt x="4109952" y="1848054"/>
                  </a:lnTo>
                  <a:lnTo>
                    <a:pt x="4110808" y="1842522"/>
                  </a:lnTo>
                  <a:lnTo>
                    <a:pt x="4111663" y="1855881"/>
                  </a:lnTo>
                  <a:lnTo>
                    <a:pt x="4112519" y="1937147"/>
                  </a:lnTo>
                  <a:lnTo>
                    <a:pt x="4113374" y="1943444"/>
                  </a:lnTo>
                  <a:lnTo>
                    <a:pt x="4114230" y="1853839"/>
                  </a:lnTo>
                  <a:lnTo>
                    <a:pt x="4115085" y="1838108"/>
                  </a:lnTo>
                  <a:lnTo>
                    <a:pt x="4115941" y="1856873"/>
                  </a:lnTo>
                  <a:lnTo>
                    <a:pt x="4116796" y="1889495"/>
                  </a:lnTo>
                  <a:lnTo>
                    <a:pt x="4117652" y="1941934"/>
                  </a:lnTo>
                  <a:lnTo>
                    <a:pt x="4118507" y="1983722"/>
                  </a:lnTo>
                  <a:lnTo>
                    <a:pt x="4119363" y="2054913"/>
                  </a:lnTo>
                  <a:lnTo>
                    <a:pt x="4120219" y="2079148"/>
                  </a:lnTo>
                  <a:lnTo>
                    <a:pt x="4121074" y="2082656"/>
                  </a:lnTo>
                  <a:lnTo>
                    <a:pt x="4121930" y="2096482"/>
                  </a:lnTo>
                  <a:lnTo>
                    <a:pt x="4122785" y="2090274"/>
                  </a:lnTo>
                  <a:lnTo>
                    <a:pt x="4123641" y="2072795"/>
                  </a:lnTo>
                  <a:lnTo>
                    <a:pt x="4124496" y="2134728"/>
                  </a:lnTo>
                  <a:lnTo>
                    <a:pt x="4125352" y="2124355"/>
                  </a:lnTo>
                  <a:lnTo>
                    <a:pt x="4126207" y="2074453"/>
                  </a:lnTo>
                  <a:lnTo>
                    <a:pt x="4127063" y="2070514"/>
                  </a:lnTo>
                  <a:lnTo>
                    <a:pt x="4127918" y="2056072"/>
                  </a:lnTo>
                  <a:lnTo>
                    <a:pt x="4128774" y="2099024"/>
                  </a:lnTo>
                  <a:lnTo>
                    <a:pt x="4129629" y="2079325"/>
                  </a:lnTo>
                  <a:lnTo>
                    <a:pt x="4130485" y="2023593"/>
                  </a:lnTo>
                  <a:lnTo>
                    <a:pt x="4131340" y="2059039"/>
                  </a:lnTo>
                  <a:lnTo>
                    <a:pt x="4132196" y="2031258"/>
                  </a:lnTo>
                  <a:lnTo>
                    <a:pt x="4133051" y="2016783"/>
                  </a:lnTo>
                  <a:lnTo>
                    <a:pt x="4133907" y="1988231"/>
                  </a:lnTo>
                  <a:lnTo>
                    <a:pt x="4134762" y="1934690"/>
                  </a:lnTo>
                  <a:lnTo>
                    <a:pt x="4135618" y="1953647"/>
                  </a:lnTo>
                  <a:lnTo>
                    <a:pt x="4136474" y="2049333"/>
                  </a:lnTo>
                  <a:lnTo>
                    <a:pt x="4137329" y="2058863"/>
                  </a:lnTo>
                  <a:lnTo>
                    <a:pt x="4138185" y="2079641"/>
                  </a:lnTo>
                  <a:lnTo>
                    <a:pt x="4139040" y="2037335"/>
                  </a:lnTo>
                  <a:lnTo>
                    <a:pt x="4139896" y="2090516"/>
                  </a:lnTo>
                  <a:lnTo>
                    <a:pt x="4140751" y="2107081"/>
                  </a:lnTo>
                  <a:lnTo>
                    <a:pt x="4141607" y="2102811"/>
                  </a:lnTo>
                  <a:lnTo>
                    <a:pt x="4142462" y="2042833"/>
                  </a:lnTo>
                  <a:lnTo>
                    <a:pt x="4143318" y="2013828"/>
                  </a:lnTo>
                  <a:lnTo>
                    <a:pt x="4144173" y="2034695"/>
                  </a:lnTo>
                  <a:lnTo>
                    <a:pt x="4145029" y="2031659"/>
                  </a:lnTo>
                  <a:lnTo>
                    <a:pt x="4145884" y="1997078"/>
                  </a:lnTo>
                  <a:lnTo>
                    <a:pt x="4146740" y="1967357"/>
                  </a:lnTo>
                  <a:lnTo>
                    <a:pt x="4147595" y="1963154"/>
                  </a:lnTo>
                  <a:lnTo>
                    <a:pt x="4148451" y="1986543"/>
                  </a:lnTo>
                  <a:lnTo>
                    <a:pt x="4149306" y="1939413"/>
                  </a:lnTo>
                  <a:lnTo>
                    <a:pt x="4150162" y="1896335"/>
                  </a:lnTo>
                  <a:lnTo>
                    <a:pt x="4151017" y="1881018"/>
                  </a:lnTo>
                  <a:lnTo>
                    <a:pt x="4151873" y="1894711"/>
                  </a:lnTo>
                  <a:lnTo>
                    <a:pt x="4152729" y="1919082"/>
                  </a:lnTo>
                  <a:lnTo>
                    <a:pt x="4153584" y="1970167"/>
                  </a:lnTo>
                  <a:lnTo>
                    <a:pt x="4154440" y="1976998"/>
                  </a:lnTo>
                  <a:lnTo>
                    <a:pt x="4155295" y="1974119"/>
                  </a:lnTo>
                  <a:lnTo>
                    <a:pt x="4156151" y="1955559"/>
                  </a:lnTo>
                  <a:lnTo>
                    <a:pt x="4157006" y="1974404"/>
                  </a:lnTo>
                  <a:lnTo>
                    <a:pt x="4157862" y="1995830"/>
                  </a:lnTo>
                  <a:lnTo>
                    <a:pt x="4158717" y="1998012"/>
                  </a:lnTo>
                  <a:lnTo>
                    <a:pt x="4159573" y="1999042"/>
                  </a:lnTo>
                  <a:lnTo>
                    <a:pt x="4160428" y="1963194"/>
                  </a:lnTo>
                  <a:lnTo>
                    <a:pt x="4161284" y="1983182"/>
                  </a:lnTo>
                  <a:lnTo>
                    <a:pt x="4162139" y="1950972"/>
                  </a:lnTo>
                  <a:lnTo>
                    <a:pt x="4162995" y="1970543"/>
                  </a:lnTo>
                  <a:lnTo>
                    <a:pt x="4163850" y="1995620"/>
                  </a:lnTo>
                  <a:lnTo>
                    <a:pt x="4164706" y="1975655"/>
                  </a:lnTo>
                  <a:lnTo>
                    <a:pt x="4165561" y="2002107"/>
                  </a:lnTo>
                  <a:lnTo>
                    <a:pt x="4166417" y="2031715"/>
                  </a:lnTo>
                  <a:lnTo>
                    <a:pt x="4167273" y="2089551"/>
                  </a:lnTo>
                  <a:lnTo>
                    <a:pt x="4168128" y="2134318"/>
                  </a:lnTo>
                  <a:lnTo>
                    <a:pt x="4168984" y="2147806"/>
                  </a:lnTo>
                  <a:lnTo>
                    <a:pt x="4169839" y="2112092"/>
                  </a:lnTo>
                  <a:lnTo>
                    <a:pt x="4170695" y="2119450"/>
                  </a:lnTo>
                  <a:lnTo>
                    <a:pt x="4171550" y="2112359"/>
                  </a:lnTo>
                  <a:lnTo>
                    <a:pt x="4172406" y="2124147"/>
                  </a:lnTo>
                  <a:lnTo>
                    <a:pt x="4173261" y="2157651"/>
                  </a:lnTo>
                  <a:lnTo>
                    <a:pt x="4174117" y="2158131"/>
                  </a:lnTo>
                  <a:lnTo>
                    <a:pt x="4174972" y="2202223"/>
                  </a:lnTo>
                  <a:lnTo>
                    <a:pt x="4175828" y="2190738"/>
                  </a:lnTo>
                  <a:lnTo>
                    <a:pt x="4176683" y="2156823"/>
                  </a:lnTo>
                  <a:lnTo>
                    <a:pt x="4177539" y="2113037"/>
                  </a:lnTo>
                  <a:lnTo>
                    <a:pt x="4178394" y="2108444"/>
                  </a:lnTo>
                  <a:lnTo>
                    <a:pt x="4179250" y="2080562"/>
                  </a:lnTo>
                  <a:lnTo>
                    <a:pt x="4180105" y="2126007"/>
                  </a:lnTo>
                  <a:lnTo>
                    <a:pt x="4180961" y="2132298"/>
                  </a:lnTo>
                  <a:lnTo>
                    <a:pt x="4181816" y="2089874"/>
                  </a:lnTo>
                  <a:lnTo>
                    <a:pt x="4182672" y="2099259"/>
                  </a:lnTo>
                  <a:lnTo>
                    <a:pt x="4183528" y="2070718"/>
                  </a:lnTo>
                  <a:lnTo>
                    <a:pt x="4184383" y="2008779"/>
                  </a:lnTo>
                  <a:lnTo>
                    <a:pt x="4185239" y="2024594"/>
                  </a:lnTo>
                  <a:lnTo>
                    <a:pt x="4186094" y="2001082"/>
                  </a:lnTo>
                  <a:lnTo>
                    <a:pt x="4186950" y="2054217"/>
                  </a:lnTo>
                  <a:lnTo>
                    <a:pt x="4187805" y="2027501"/>
                  </a:lnTo>
                  <a:lnTo>
                    <a:pt x="4188661" y="2010101"/>
                  </a:lnTo>
                  <a:lnTo>
                    <a:pt x="4189516" y="1995159"/>
                  </a:lnTo>
                  <a:lnTo>
                    <a:pt x="4190372" y="1936264"/>
                  </a:lnTo>
                  <a:lnTo>
                    <a:pt x="4191227" y="1960162"/>
                  </a:lnTo>
                  <a:lnTo>
                    <a:pt x="4192083" y="1921043"/>
                  </a:lnTo>
                  <a:lnTo>
                    <a:pt x="4192938" y="1935301"/>
                  </a:lnTo>
                  <a:lnTo>
                    <a:pt x="4193794" y="1976261"/>
                  </a:lnTo>
                  <a:lnTo>
                    <a:pt x="4194649" y="1919135"/>
                  </a:lnTo>
                  <a:lnTo>
                    <a:pt x="4195505" y="1866161"/>
                  </a:lnTo>
                  <a:lnTo>
                    <a:pt x="4196360" y="1859605"/>
                  </a:lnTo>
                  <a:lnTo>
                    <a:pt x="4197216" y="1858738"/>
                  </a:lnTo>
                  <a:lnTo>
                    <a:pt x="4198071" y="1875851"/>
                  </a:lnTo>
                  <a:lnTo>
                    <a:pt x="4198927" y="1882144"/>
                  </a:lnTo>
                  <a:lnTo>
                    <a:pt x="4199783" y="1908585"/>
                  </a:lnTo>
                  <a:lnTo>
                    <a:pt x="4200638" y="1954063"/>
                  </a:lnTo>
                  <a:lnTo>
                    <a:pt x="4201494" y="1993463"/>
                  </a:lnTo>
                  <a:lnTo>
                    <a:pt x="4202349" y="1993766"/>
                  </a:lnTo>
                  <a:lnTo>
                    <a:pt x="4203205" y="1982068"/>
                  </a:lnTo>
                  <a:lnTo>
                    <a:pt x="4204060" y="1962854"/>
                  </a:lnTo>
                  <a:lnTo>
                    <a:pt x="4204916" y="2002486"/>
                  </a:lnTo>
                  <a:lnTo>
                    <a:pt x="4205771" y="1963831"/>
                  </a:lnTo>
                  <a:lnTo>
                    <a:pt x="4206627" y="2033015"/>
                  </a:lnTo>
                  <a:lnTo>
                    <a:pt x="4207482" y="2081212"/>
                  </a:lnTo>
                  <a:lnTo>
                    <a:pt x="4208338" y="2104151"/>
                  </a:lnTo>
                  <a:lnTo>
                    <a:pt x="4209193" y="2182135"/>
                  </a:lnTo>
                  <a:lnTo>
                    <a:pt x="4210049" y="2192185"/>
                  </a:lnTo>
                  <a:lnTo>
                    <a:pt x="4210904" y="2186044"/>
                  </a:lnTo>
                  <a:lnTo>
                    <a:pt x="4211760" y="2152547"/>
                  </a:lnTo>
                  <a:lnTo>
                    <a:pt x="4212615" y="2133238"/>
                  </a:lnTo>
                  <a:lnTo>
                    <a:pt x="4213471" y="2147166"/>
                  </a:lnTo>
                  <a:lnTo>
                    <a:pt x="4214326" y="2190147"/>
                  </a:lnTo>
                  <a:lnTo>
                    <a:pt x="4215182" y="2194990"/>
                  </a:lnTo>
                  <a:lnTo>
                    <a:pt x="4216038" y="2173064"/>
                  </a:lnTo>
                  <a:lnTo>
                    <a:pt x="4216893" y="2208205"/>
                  </a:lnTo>
                  <a:lnTo>
                    <a:pt x="4217749" y="2211400"/>
                  </a:lnTo>
                  <a:lnTo>
                    <a:pt x="4218604" y="2210434"/>
                  </a:lnTo>
                  <a:lnTo>
                    <a:pt x="4219460" y="2169285"/>
                  </a:lnTo>
                  <a:lnTo>
                    <a:pt x="4220315" y="2123576"/>
                  </a:lnTo>
                  <a:lnTo>
                    <a:pt x="4221171" y="2161727"/>
                  </a:lnTo>
                  <a:lnTo>
                    <a:pt x="4222026" y="2187217"/>
                  </a:lnTo>
                  <a:lnTo>
                    <a:pt x="4222882" y="2169682"/>
                  </a:lnTo>
                  <a:lnTo>
                    <a:pt x="4223737" y="2135274"/>
                  </a:lnTo>
                  <a:lnTo>
                    <a:pt x="4224593" y="2102277"/>
                  </a:lnTo>
                  <a:lnTo>
                    <a:pt x="4225448" y="2136233"/>
                  </a:lnTo>
                  <a:lnTo>
                    <a:pt x="4226304" y="2125438"/>
                  </a:lnTo>
                  <a:lnTo>
                    <a:pt x="4227159" y="2087974"/>
                  </a:lnTo>
                  <a:lnTo>
                    <a:pt x="4228015" y="2030911"/>
                  </a:lnTo>
                  <a:lnTo>
                    <a:pt x="4228870" y="1958632"/>
                  </a:lnTo>
                  <a:lnTo>
                    <a:pt x="4229726" y="2028780"/>
                  </a:lnTo>
                  <a:lnTo>
                    <a:pt x="4230582" y="1980334"/>
                  </a:lnTo>
                  <a:lnTo>
                    <a:pt x="4231437" y="1973414"/>
                  </a:lnTo>
                  <a:lnTo>
                    <a:pt x="4232293" y="1999604"/>
                  </a:lnTo>
                  <a:lnTo>
                    <a:pt x="4233148" y="2060536"/>
                  </a:lnTo>
                  <a:lnTo>
                    <a:pt x="4234004" y="2036007"/>
                  </a:lnTo>
                  <a:lnTo>
                    <a:pt x="4234859" y="2075579"/>
                  </a:lnTo>
                  <a:lnTo>
                    <a:pt x="4235715" y="2063897"/>
                  </a:lnTo>
                  <a:lnTo>
                    <a:pt x="4236570" y="2076131"/>
                  </a:lnTo>
                  <a:lnTo>
                    <a:pt x="4237426" y="2125393"/>
                  </a:lnTo>
                  <a:lnTo>
                    <a:pt x="4238281" y="2050373"/>
                  </a:lnTo>
                  <a:lnTo>
                    <a:pt x="4239137" y="2045675"/>
                  </a:lnTo>
                  <a:lnTo>
                    <a:pt x="4239992" y="2075080"/>
                  </a:lnTo>
                  <a:lnTo>
                    <a:pt x="4240848" y="2052253"/>
                  </a:lnTo>
                  <a:lnTo>
                    <a:pt x="4241703" y="2084152"/>
                  </a:lnTo>
                  <a:lnTo>
                    <a:pt x="4242559" y="2017041"/>
                  </a:lnTo>
                  <a:lnTo>
                    <a:pt x="4243414" y="2006773"/>
                  </a:lnTo>
                  <a:lnTo>
                    <a:pt x="4244270" y="2052218"/>
                  </a:lnTo>
                  <a:lnTo>
                    <a:pt x="4245125" y="1942572"/>
                  </a:lnTo>
                  <a:lnTo>
                    <a:pt x="4245981" y="1988116"/>
                  </a:lnTo>
                  <a:lnTo>
                    <a:pt x="4246837" y="1997138"/>
                  </a:lnTo>
                  <a:lnTo>
                    <a:pt x="4247692" y="1983259"/>
                  </a:lnTo>
                  <a:lnTo>
                    <a:pt x="4248548" y="1991338"/>
                  </a:lnTo>
                  <a:lnTo>
                    <a:pt x="4249403" y="1950722"/>
                  </a:lnTo>
                  <a:lnTo>
                    <a:pt x="4250259" y="1973180"/>
                  </a:lnTo>
                  <a:lnTo>
                    <a:pt x="4251114" y="2032318"/>
                  </a:lnTo>
                  <a:lnTo>
                    <a:pt x="4251970" y="2051038"/>
                  </a:lnTo>
                  <a:lnTo>
                    <a:pt x="4252825" y="2119609"/>
                  </a:lnTo>
                  <a:lnTo>
                    <a:pt x="4253681" y="2146285"/>
                  </a:lnTo>
                  <a:lnTo>
                    <a:pt x="4254536" y="2179207"/>
                  </a:lnTo>
                  <a:lnTo>
                    <a:pt x="4255392" y="2201763"/>
                  </a:lnTo>
                  <a:lnTo>
                    <a:pt x="4256247" y="2178423"/>
                  </a:lnTo>
                  <a:lnTo>
                    <a:pt x="4257103" y="2213870"/>
                  </a:lnTo>
                  <a:lnTo>
                    <a:pt x="4257958" y="2203216"/>
                  </a:lnTo>
                  <a:lnTo>
                    <a:pt x="4258814" y="2221483"/>
                  </a:lnTo>
                  <a:lnTo>
                    <a:pt x="4259669" y="2205631"/>
                  </a:lnTo>
                  <a:lnTo>
                    <a:pt x="4260525" y="2191257"/>
                  </a:lnTo>
                  <a:lnTo>
                    <a:pt x="4261380" y="2210623"/>
                  </a:lnTo>
                  <a:lnTo>
                    <a:pt x="4262236" y="2257131"/>
                  </a:lnTo>
                  <a:lnTo>
                    <a:pt x="4263092" y="2257974"/>
                  </a:lnTo>
                  <a:lnTo>
                    <a:pt x="4263947" y="2248076"/>
                  </a:lnTo>
                  <a:lnTo>
                    <a:pt x="4264803" y="2261967"/>
                  </a:lnTo>
                  <a:lnTo>
                    <a:pt x="4265658" y="2249056"/>
                  </a:lnTo>
                  <a:lnTo>
                    <a:pt x="4266514" y="2278200"/>
                  </a:lnTo>
                  <a:lnTo>
                    <a:pt x="4266514" y="2278200"/>
                  </a:lnTo>
                  <a:lnTo>
                    <a:pt x="4267369" y="2254730"/>
                  </a:lnTo>
                  <a:lnTo>
                    <a:pt x="4268225" y="2278200"/>
                  </a:lnTo>
                  <a:lnTo>
                    <a:pt x="4268225" y="2278200"/>
                  </a:lnTo>
                  <a:lnTo>
                    <a:pt x="4269080" y="2278200"/>
                  </a:lnTo>
                  <a:lnTo>
                    <a:pt x="4269936" y="2276060"/>
                  </a:lnTo>
                  <a:lnTo>
                    <a:pt x="4270791" y="2270219"/>
                  </a:lnTo>
                  <a:lnTo>
                    <a:pt x="4271647" y="2241367"/>
                  </a:lnTo>
                  <a:lnTo>
                    <a:pt x="4272502" y="2253877"/>
                  </a:lnTo>
                  <a:lnTo>
                    <a:pt x="4273358" y="2251389"/>
                  </a:lnTo>
                  <a:lnTo>
                    <a:pt x="4274213" y="2276813"/>
                  </a:lnTo>
                  <a:lnTo>
                    <a:pt x="4275069" y="2267238"/>
                  </a:lnTo>
                  <a:lnTo>
                    <a:pt x="4275924" y="2245264"/>
                  </a:lnTo>
                  <a:lnTo>
                    <a:pt x="4276780" y="2234013"/>
                  </a:lnTo>
                  <a:lnTo>
                    <a:pt x="4277636" y="2225868"/>
                  </a:lnTo>
                  <a:lnTo>
                    <a:pt x="4278491" y="2266250"/>
                  </a:lnTo>
                  <a:lnTo>
                    <a:pt x="4279347" y="2278200"/>
                  </a:lnTo>
                  <a:lnTo>
                    <a:pt x="4279347" y="2278200"/>
                  </a:lnTo>
                  <a:lnTo>
                    <a:pt x="4280202" y="2230258"/>
                  </a:lnTo>
                  <a:lnTo>
                    <a:pt x="4281058" y="2229229"/>
                  </a:lnTo>
                  <a:lnTo>
                    <a:pt x="4281913" y="2192734"/>
                  </a:lnTo>
                  <a:lnTo>
                    <a:pt x="4282769" y="2170518"/>
                  </a:lnTo>
                  <a:lnTo>
                    <a:pt x="4283624" y="2140115"/>
                  </a:lnTo>
                  <a:lnTo>
                    <a:pt x="4284480" y="2147807"/>
                  </a:lnTo>
                  <a:lnTo>
                    <a:pt x="4285335" y="2151884"/>
                  </a:lnTo>
                  <a:lnTo>
                    <a:pt x="4286191" y="2140608"/>
                  </a:lnTo>
                  <a:lnTo>
                    <a:pt x="4287046" y="2170166"/>
                  </a:lnTo>
                  <a:lnTo>
                    <a:pt x="4287902" y="2178211"/>
                  </a:lnTo>
                  <a:lnTo>
                    <a:pt x="4288757" y="2119032"/>
                  </a:lnTo>
                  <a:lnTo>
                    <a:pt x="4289613" y="2132186"/>
                  </a:lnTo>
                  <a:lnTo>
                    <a:pt x="4290468" y="2151681"/>
                  </a:lnTo>
                  <a:lnTo>
                    <a:pt x="4291324" y="2158364"/>
                  </a:lnTo>
                  <a:lnTo>
                    <a:pt x="4292179" y="2108222"/>
                  </a:lnTo>
                  <a:lnTo>
                    <a:pt x="4293035" y="2121012"/>
                  </a:lnTo>
                  <a:lnTo>
                    <a:pt x="4293891" y="2192668"/>
                  </a:lnTo>
                  <a:lnTo>
                    <a:pt x="4294746" y="2244641"/>
                  </a:lnTo>
                  <a:lnTo>
                    <a:pt x="4295602" y="2250740"/>
                  </a:lnTo>
                  <a:lnTo>
                    <a:pt x="4296457" y="2223031"/>
                  </a:lnTo>
                  <a:lnTo>
                    <a:pt x="4297313" y="2255480"/>
                  </a:lnTo>
                  <a:lnTo>
                    <a:pt x="4298168" y="2278200"/>
                  </a:lnTo>
                  <a:lnTo>
                    <a:pt x="4298168" y="2278200"/>
                  </a:lnTo>
                  <a:lnTo>
                    <a:pt x="4299024" y="2278200"/>
                  </a:lnTo>
                  <a:lnTo>
                    <a:pt x="4299879" y="2278200"/>
                  </a:lnTo>
                  <a:lnTo>
                    <a:pt x="4300735" y="2278200"/>
                  </a:lnTo>
                  <a:lnTo>
                    <a:pt x="4301590" y="2278200"/>
                  </a:lnTo>
                  <a:lnTo>
                    <a:pt x="4302446" y="2261255"/>
                  </a:lnTo>
                  <a:lnTo>
                    <a:pt x="4303301" y="2253289"/>
                  </a:lnTo>
                  <a:lnTo>
                    <a:pt x="4304157" y="2238047"/>
                  </a:lnTo>
                  <a:lnTo>
                    <a:pt x="4305012" y="2210820"/>
                  </a:lnTo>
                  <a:lnTo>
                    <a:pt x="4305868" y="2217615"/>
                  </a:lnTo>
                  <a:lnTo>
                    <a:pt x="4306723" y="2241429"/>
                  </a:lnTo>
                  <a:lnTo>
                    <a:pt x="4307579" y="2233555"/>
                  </a:lnTo>
                  <a:lnTo>
                    <a:pt x="4308434" y="2247963"/>
                  </a:lnTo>
                  <a:lnTo>
                    <a:pt x="4309290" y="2269988"/>
                  </a:lnTo>
                  <a:lnTo>
                    <a:pt x="4310146" y="2278200"/>
                  </a:lnTo>
                  <a:lnTo>
                    <a:pt x="4310146" y="2278200"/>
                  </a:lnTo>
                  <a:lnTo>
                    <a:pt x="4311001" y="2236445"/>
                  </a:lnTo>
                  <a:lnTo>
                    <a:pt x="4311857" y="2193479"/>
                  </a:lnTo>
                  <a:lnTo>
                    <a:pt x="4312712" y="2185847"/>
                  </a:lnTo>
                  <a:lnTo>
                    <a:pt x="4313568" y="2240227"/>
                  </a:lnTo>
                  <a:lnTo>
                    <a:pt x="4314423" y="2245476"/>
                  </a:lnTo>
                  <a:lnTo>
                    <a:pt x="4315279" y="2207668"/>
                  </a:lnTo>
                  <a:lnTo>
                    <a:pt x="4316134" y="2240820"/>
                  </a:lnTo>
                  <a:lnTo>
                    <a:pt x="4316990" y="2194368"/>
                  </a:lnTo>
                  <a:lnTo>
                    <a:pt x="4317845" y="2189442"/>
                  </a:lnTo>
                  <a:lnTo>
                    <a:pt x="4318701" y="2143356"/>
                  </a:lnTo>
                  <a:lnTo>
                    <a:pt x="4319556" y="2171132"/>
                  </a:lnTo>
                  <a:lnTo>
                    <a:pt x="4320412" y="2178243"/>
                  </a:lnTo>
                  <a:lnTo>
                    <a:pt x="4321267" y="2159828"/>
                  </a:lnTo>
                  <a:lnTo>
                    <a:pt x="4322123" y="2168183"/>
                  </a:lnTo>
                  <a:lnTo>
                    <a:pt x="4322978" y="2153949"/>
                  </a:lnTo>
                  <a:lnTo>
                    <a:pt x="4323834" y="2148428"/>
                  </a:lnTo>
                  <a:lnTo>
                    <a:pt x="4324690" y="2123421"/>
                  </a:lnTo>
                  <a:lnTo>
                    <a:pt x="4325545" y="2141498"/>
                  </a:lnTo>
                  <a:lnTo>
                    <a:pt x="4326401" y="2142572"/>
                  </a:lnTo>
                  <a:lnTo>
                    <a:pt x="4327256" y="2125715"/>
                  </a:lnTo>
                  <a:lnTo>
                    <a:pt x="4328112" y="2111250"/>
                  </a:lnTo>
                  <a:lnTo>
                    <a:pt x="4328967" y="2135769"/>
                  </a:lnTo>
                  <a:lnTo>
                    <a:pt x="4329823" y="2154488"/>
                  </a:lnTo>
                  <a:lnTo>
                    <a:pt x="4330678" y="2086939"/>
                  </a:lnTo>
                  <a:lnTo>
                    <a:pt x="4331534" y="2058738"/>
                  </a:lnTo>
                  <a:lnTo>
                    <a:pt x="4332389" y="2149454"/>
                  </a:lnTo>
                  <a:lnTo>
                    <a:pt x="4333245" y="2146143"/>
                  </a:lnTo>
                  <a:lnTo>
                    <a:pt x="4334100" y="2165938"/>
                  </a:lnTo>
                  <a:lnTo>
                    <a:pt x="4334956" y="2201076"/>
                  </a:lnTo>
                  <a:lnTo>
                    <a:pt x="4335811" y="2187622"/>
                  </a:lnTo>
                  <a:lnTo>
                    <a:pt x="4336667" y="2229545"/>
                  </a:lnTo>
                  <a:lnTo>
                    <a:pt x="4337522" y="2230222"/>
                  </a:lnTo>
                  <a:lnTo>
                    <a:pt x="4338378" y="2189021"/>
                  </a:lnTo>
                  <a:lnTo>
                    <a:pt x="4339233" y="2181411"/>
                  </a:lnTo>
                  <a:lnTo>
                    <a:pt x="4340089" y="2180267"/>
                  </a:lnTo>
                  <a:lnTo>
                    <a:pt x="4340945" y="2255807"/>
                  </a:lnTo>
                  <a:lnTo>
                    <a:pt x="4341800" y="2168210"/>
                  </a:lnTo>
                  <a:lnTo>
                    <a:pt x="4342656" y="2168989"/>
                  </a:lnTo>
                  <a:lnTo>
                    <a:pt x="4343511" y="2138748"/>
                  </a:lnTo>
                  <a:lnTo>
                    <a:pt x="4344367" y="2106690"/>
                  </a:lnTo>
                  <a:lnTo>
                    <a:pt x="4345222" y="2099815"/>
                  </a:lnTo>
                  <a:lnTo>
                    <a:pt x="4346078" y="2120680"/>
                  </a:lnTo>
                  <a:lnTo>
                    <a:pt x="4346933" y="2111627"/>
                  </a:lnTo>
                  <a:lnTo>
                    <a:pt x="4347789" y="2078672"/>
                  </a:lnTo>
                  <a:lnTo>
                    <a:pt x="4348644" y="2126985"/>
                  </a:lnTo>
                  <a:lnTo>
                    <a:pt x="4349500" y="2047624"/>
                  </a:lnTo>
                  <a:lnTo>
                    <a:pt x="4350355" y="1978861"/>
                  </a:lnTo>
                  <a:lnTo>
                    <a:pt x="4351211" y="1994877"/>
                  </a:lnTo>
                  <a:lnTo>
                    <a:pt x="4352066" y="2011691"/>
                  </a:lnTo>
                  <a:lnTo>
                    <a:pt x="4352922" y="2026332"/>
                  </a:lnTo>
                  <a:lnTo>
                    <a:pt x="4353777" y="2003149"/>
                  </a:lnTo>
                  <a:lnTo>
                    <a:pt x="4354633" y="2074899"/>
                  </a:lnTo>
                  <a:lnTo>
                    <a:pt x="4355488" y="2117076"/>
                  </a:lnTo>
                  <a:lnTo>
                    <a:pt x="4356344" y="2156637"/>
                  </a:lnTo>
                  <a:lnTo>
                    <a:pt x="4357200" y="2155607"/>
                  </a:lnTo>
                  <a:lnTo>
                    <a:pt x="4358055" y="2173671"/>
                  </a:lnTo>
                  <a:lnTo>
                    <a:pt x="4358911" y="2199081"/>
                  </a:lnTo>
                  <a:lnTo>
                    <a:pt x="4359766" y="2206509"/>
                  </a:lnTo>
                  <a:lnTo>
                    <a:pt x="4360622" y="2227430"/>
                  </a:lnTo>
                  <a:lnTo>
                    <a:pt x="4361477" y="2244320"/>
                  </a:lnTo>
                  <a:lnTo>
                    <a:pt x="4362333" y="2232169"/>
                  </a:lnTo>
                  <a:lnTo>
                    <a:pt x="4363188" y="2235393"/>
                  </a:lnTo>
                  <a:lnTo>
                    <a:pt x="4364044" y="2224420"/>
                  </a:lnTo>
                  <a:lnTo>
                    <a:pt x="4364899" y="2197788"/>
                  </a:lnTo>
                  <a:lnTo>
                    <a:pt x="4365755" y="2186522"/>
                  </a:lnTo>
                  <a:lnTo>
                    <a:pt x="4366610" y="2182699"/>
                  </a:lnTo>
                  <a:lnTo>
                    <a:pt x="4367466" y="2187077"/>
                  </a:lnTo>
                  <a:lnTo>
                    <a:pt x="4368321" y="2213125"/>
                  </a:lnTo>
                  <a:lnTo>
                    <a:pt x="4369177" y="2197964"/>
                  </a:lnTo>
                  <a:lnTo>
                    <a:pt x="4370032" y="2217495"/>
                  </a:lnTo>
                  <a:lnTo>
                    <a:pt x="4370888" y="2190731"/>
                  </a:lnTo>
                  <a:lnTo>
                    <a:pt x="4371744" y="2166171"/>
                  </a:lnTo>
                  <a:lnTo>
                    <a:pt x="4372599" y="2178043"/>
                  </a:lnTo>
                  <a:lnTo>
                    <a:pt x="4373455" y="2166947"/>
                  </a:lnTo>
                  <a:lnTo>
                    <a:pt x="4374310" y="2215268"/>
                  </a:lnTo>
                  <a:lnTo>
                    <a:pt x="4375166" y="2229392"/>
                  </a:lnTo>
                  <a:lnTo>
                    <a:pt x="4376021" y="2228717"/>
                  </a:lnTo>
                  <a:lnTo>
                    <a:pt x="4376877" y="2263377"/>
                  </a:lnTo>
                  <a:lnTo>
                    <a:pt x="4377732" y="2278200"/>
                  </a:lnTo>
                  <a:lnTo>
                    <a:pt x="4377732" y="2278200"/>
                  </a:lnTo>
                  <a:lnTo>
                    <a:pt x="4378588" y="2278200"/>
                  </a:lnTo>
                  <a:lnTo>
                    <a:pt x="4379443" y="2278200"/>
                  </a:lnTo>
                  <a:lnTo>
                    <a:pt x="4380299" y="2278200"/>
                  </a:lnTo>
                  <a:lnTo>
                    <a:pt x="4381154" y="2278200"/>
                  </a:lnTo>
                  <a:lnTo>
                    <a:pt x="4382010" y="2278200"/>
                  </a:lnTo>
                  <a:lnTo>
                    <a:pt x="4382865" y="2278200"/>
                  </a:lnTo>
                  <a:lnTo>
                    <a:pt x="4383721" y="2278200"/>
                  </a:lnTo>
                  <a:lnTo>
                    <a:pt x="4384576" y="2262020"/>
                  </a:lnTo>
                  <a:lnTo>
                    <a:pt x="4385432" y="2277920"/>
                  </a:lnTo>
                  <a:lnTo>
                    <a:pt x="4386287" y="2245358"/>
                  </a:lnTo>
                  <a:lnTo>
                    <a:pt x="4387143" y="2218235"/>
                  </a:lnTo>
                  <a:lnTo>
                    <a:pt x="4387999" y="2215396"/>
                  </a:lnTo>
                  <a:lnTo>
                    <a:pt x="4388854" y="2191227"/>
                  </a:lnTo>
                  <a:lnTo>
                    <a:pt x="4389710" y="2163990"/>
                  </a:lnTo>
                  <a:lnTo>
                    <a:pt x="4390565" y="2116244"/>
                  </a:lnTo>
                  <a:lnTo>
                    <a:pt x="4391421" y="2141771"/>
                  </a:lnTo>
                  <a:lnTo>
                    <a:pt x="4392276" y="2137101"/>
                  </a:lnTo>
                  <a:lnTo>
                    <a:pt x="4393132" y="2108623"/>
                  </a:lnTo>
                  <a:lnTo>
                    <a:pt x="4393987" y="2108869"/>
                  </a:lnTo>
                  <a:lnTo>
                    <a:pt x="4394843" y="2084817"/>
                  </a:lnTo>
                  <a:lnTo>
                    <a:pt x="4395698" y="2045305"/>
                  </a:lnTo>
                  <a:lnTo>
                    <a:pt x="4396554" y="2036903"/>
                  </a:lnTo>
                  <a:lnTo>
                    <a:pt x="4397409" y="2045833"/>
                  </a:lnTo>
                  <a:lnTo>
                    <a:pt x="4398265" y="2070607"/>
                  </a:lnTo>
                  <a:lnTo>
                    <a:pt x="4399120" y="2079970"/>
                  </a:lnTo>
                  <a:lnTo>
                    <a:pt x="4399976" y="2061442"/>
                  </a:lnTo>
                  <a:lnTo>
                    <a:pt x="4400831" y="2027979"/>
                  </a:lnTo>
                  <a:lnTo>
                    <a:pt x="4401687" y="1989319"/>
                  </a:lnTo>
                  <a:lnTo>
                    <a:pt x="4402542" y="2019234"/>
                  </a:lnTo>
                  <a:lnTo>
                    <a:pt x="4403398" y="2059945"/>
                  </a:lnTo>
                  <a:lnTo>
                    <a:pt x="4404254" y="2095360"/>
                  </a:lnTo>
                  <a:lnTo>
                    <a:pt x="4405109" y="2079646"/>
                  </a:lnTo>
                  <a:lnTo>
                    <a:pt x="4405965" y="2088193"/>
                  </a:lnTo>
                  <a:lnTo>
                    <a:pt x="4406820" y="2120638"/>
                  </a:lnTo>
                  <a:lnTo>
                    <a:pt x="4407676" y="2087205"/>
                  </a:lnTo>
                  <a:lnTo>
                    <a:pt x="4408531" y="2021654"/>
                  </a:lnTo>
                  <a:lnTo>
                    <a:pt x="4409387" y="2065305"/>
                  </a:lnTo>
                  <a:lnTo>
                    <a:pt x="4410242" y="2072487"/>
                  </a:lnTo>
                  <a:lnTo>
                    <a:pt x="4411098" y="2055523"/>
                  </a:lnTo>
                  <a:lnTo>
                    <a:pt x="4411953" y="2046013"/>
                  </a:lnTo>
                  <a:lnTo>
                    <a:pt x="4412809" y="2055205"/>
                  </a:lnTo>
                  <a:lnTo>
                    <a:pt x="4413664" y="2074861"/>
                  </a:lnTo>
                  <a:lnTo>
                    <a:pt x="4414520" y="2059527"/>
                  </a:lnTo>
                  <a:lnTo>
                    <a:pt x="4415375" y="2049562"/>
                  </a:lnTo>
                  <a:lnTo>
                    <a:pt x="4416231" y="2040038"/>
                  </a:lnTo>
                  <a:lnTo>
                    <a:pt x="4417086" y="2005170"/>
                  </a:lnTo>
                  <a:lnTo>
                    <a:pt x="4417942" y="1936883"/>
                  </a:lnTo>
                  <a:lnTo>
                    <a:pt x="4418798" y="1961085"/>
                  </a:lnTo>
                  <a:lnTo>
                    <a:pt x="4419653" y="1986236"/>
                  </a:lnTo>
                  <a:lnTo>
                    <a:pt x="4420509" y="2017306"/>
                  </a:lnTo>
                  <a:lnTo>
                    <a:pt x="4421364" y="2015083"/>
                  </a:lnTo>
                  <a:lnTo>
                    <a:pt x="4422220" y="2037761"/>
                  </a:lnTo>
                  <a:lnTo>
                    <a:pt x="4423075" y="2025664"/>
                  </a:lnTo>
                  <a:lnTo>
                    <a:pt x="4423931" y="2005180"/>
                  </a:lnTo>
                  <a:lnTo>
                    <a:pt x="4424786" y="1969458"/>
                  </a:lnTo>
                  <a:lnTo>
                    <a:pt x="4425642" y="1982203"/>
                  </a:lnTo>
                  <a:lnTo>
                    <a:pt x="4426497" y="2025777"/>
                  </a:lnTo>
                  <a:lnTo>
                    <a:pt x="4427353" y="2073522"/>
                  </a:lnTo>
                  <a:lnTo>
                    <a:pt x="4428208" y="2082975"/>
                  </a:lnTo>
                  <a:lnTo>
                    <a:pt x="4429064" y="2076499"/>
                  </a:lnTo>
                  <a:lnTo>
                    <a:pt x="4429919" y="2097181"/>
                  </a:lnTo>
                  <a:lnTo>
                    <a:pt x="4430775" y="2107245"/>
                  </a:lnTo>
                  <a:lnTo>
                    <a:pt x="4431630" y="2117504"/>
                  </a:lnTo>
                  <a:lnTo>
                    <a:pt x="4432486" y="2116046"/>
                  </a:lnTo>
                  <a:lnTo>
                    <a:pt x="4433341" y="2130530"/>
                  </a:lnTo>
                  <a:lnTo>
                    <a:pt x="4434197" y="2116661"/>
                  </a:lnTo>
                  <a:lnTo>
                    <a:pt x="4435053" y="2153844"/>
                  </a:lnTo>
                  <a:lnTo>
                    <a:pt x="4435908" y="2161840"/>
                  </a:lnTo>
                  <a:lnTo>
                    <a:pt x="4436764" y="2150392"/>
                  </a:lnTo>
                  <a:lnTo>
                    <a:pt x="4437619" y="2164198"/>
                  </a:lnTo>
                  <a:lnTo>
                    <a:pt x="4438475" y="2156519"/>
                  </a:lnTo>
                  <a:lnTo>
                    <a:pt x="4439330" y="2191282"/>
                  </a:lnTo>
                  <a:lnTo>
                    <a:pt x="4440186" y="2140154"/>
                  </a:lnTo>
                  <a:lnTo>
                    <a:pt x="4441041" y="2190003"/>
                  </a:lnTo>
                  <a:lnTo>
                    <a:pt x="4441897" y="2225062"/>
                  </a:lnTo>
                  <a:lnTo>
                    <a:pt x="4442752" y="2228039"/>
                  </a:lnTo>
                  <a:lnTo>
                    <a:pt x="4443608" y="2239950"/>
                  </a:lnTo>
                  <a:lnTo>
                    <a:pt x="4444463" y="2214434"/>
                  </a:lnTo>
                  <a:lnTo>
                    <a:pt x="4445319" y="2237754"/>
                  </a:lnTo>
                  <a:lnTo>
                    <a:pt x="4446174" y="2260591"/>
                  </a:lnTo>
                  <a:lnTo>
                    <a:pt x="4447030" y="2248051"/>
                  </a:lnTo>
                  <a:lnTo>
                    <a:pt x="4447885" y="2247791"/>
                  </a:lnTo>
                  <a:lnTo>
                    <a:pt x="4448741" y="2216548"/>
                  </a:lnTo>
                  <a:lnTo>
                    <a:pt x="4449596" y="2233931"/>
                  </a:lnTo>
                  <a:lnTo>
                    <a:pt x="4450452" y="2219433"/>
                  </a:lnTo>
                  <a:lnTo>
                    <a:pt x="4451308" y="2164267"/>
                  </a:lnTo>
                  <a:lnTo>
                    <a:pt x="4452163" y="2167865"/>
                  </a:lnTo>
                  <a:lnTo>
                    <a:pt x="4453019" y="2150364"/>
                  </a:lnTo>
                  <a:lnTo>
                    <a:pt x="4453874" y="2183589"/>
                  </a:lnTo>
                  <a:lnTo>
                    <a:pt x="4454730" y="2148298"/>
                  </a:lnTo>
                  <a:lnTo>
                    <a:pt x="4455585" y="2150833"/>
                  </a:lnTo>
                  <a:lnTo>
                    <a:pt x="4456441" y="2187746"/>
                  </a:lnTo>
                  <a:lnTo>
                    <a:pt x="4457296" y="2161605"/>
                  </a:lnTo>
                  <a:lnTo>
                    <a:pt x="4458152" y="2118998"/>
                  </a:lnTo>
                  <a:lnTo>
                    <a:pt x="4459007" y="2061047"/>
                  </a:lnTo>
                  <a:lnTo>
                    <a:pt x="4459863" y="2099804"/>
                  </a:lnTo>
                  <a:lnTo>
                    <a:pt x="4460718" y="2105443"/>
                  </a:lnTo>
                  <a:lnTo>
                    <a:pt x="4461574" y="2112123"/>
                  </a:lnTo>
                  <a:lnTo>
                    <a:pt x="4462429" y="2112590"/>
                  </a:lnTo>
                  <a:lnTo>
                    <a:pt x="4463285" y="2044446"/>
                  </a:lnTo>
                  <a:lnTo>
                    <a:pt x="4464140" y="2078397"/>
                  </a:lnTo>
                  <a:lnTo>
                    <a:pt x="4464996" y="2064079"/>
                  </a:lnTo>
                  <a:lnTo>
                    <a:pt x="4465851" y="2080729"/>
                  </a:lnTo>
                  <a:lnTo>
                    <a:pt x="4466707" y="2103689"/>
                  </a:lnTo>
                  <a:lnTo>
                    <a:pt x="4467563" y="2092559"/>
                  </a:lnTo>
                  <a:lnTo>
                    <a:pt x="4468418" y="2092371"/>
                  </a:lnTo>
                  <a:lnTo>
                    <a:pt x="4469274" y="2126896"/>
                  </a:lnTo>
                  <a:lnTo>
                    <a:pt x="4470129" y="2086215"/>
                  </a:lnTo>
                  <a:lnTo>
                    <a:pt x="4470985" y="2148281"/>
                  </a:lnTo>
                  <a:lnTo>
                    <a:pt x="4471840" y="2128085"/>
                  </a:lnTo>
                  <a:lnTo>
                    <a:pt x="4472696" y="2146247"/>
                  </a:lnTo>
                  <a:lnTo>
                    <a:pt x="4473551" y="2204066"/>
                  </a:lnTo>
                  <a:lnTo>
                    <a:pt x="4474407" y="2237886"/>
                  </a:lnTo>
                  <a:lnTo>
                    <a:pt x="4475262" y="2220705"/>
                  </a:lnTo>
                  <a:lnTo>
                    <a:pt x="4476118" y="2190119"/>
                  </a:lnTo>
                  <a:lnTo>
                    <a:pt x="4476973" y="2204783"/>
                  </a:lnTo>
                  <a:lnTo>
                    <a:pt x="4477829" y="2214190"/>
                  </a:lnTo>
                  <a:lnTo>
                    <a:pt x="4478684" y="2208670"/>
                  </a:lnTo>
                  <a:lnTo>
                    <a:pt x="4479540" y="2230620"/>
                  </a:lnTo>
                  <a:lnTo>
                    <a:pt x="4480395" y="2226748"/>
                  </a:lnTo>
                  <a:lnTo>
                    <a:pt x="4481251" y="2214479"/>
                  </a:lnTo>
                  <a:lnTo>
                    <a:pt x="4482107" y="2216112"/>
                  </a:lnTo>
                  <a:lnTo>
                    <a:pt x="4482962" y="2169200"/>
                  </a:lnTo>
                  <a:lnTo>
                    <a:pt x="4483818" y="2168340"/>
                  </a:lnTo>
                  <a:lnTo>
                    <a:pt x="4484673" y="2182080"/>
                  </a:lnTo>
                  <a:lnTo>
                    <a:pt x="4485529" y="2184520"/>
                  </a:lnTo>
                  <a:lnTo>
                    <a:pt x="4486384" y="2219789"/>
                  </a:lnTo>
                  <a:lnTo>
                    <a:pt x="4487240" y="2260186"/>
                  </a:lnTo>
                  <a:lnTo>
                    <a:pt x="4488095" y="2278200"/>
                  </a:lnTo>
                  <a:lnTo>
                    <a:pt x="4488095" y="2278200"/>
                  </a:lnTo>
                  <a:lnTo>
                    <a:pt x="4488951" y="2278200"/>
                  </a:lnTo>
                  <a:lnTo>
                    <a:pt x="4489806" y="2278200"/>
                  </a:lnTo>
                  <a:lnTo>
                    <a:pt x="4490662" y="2265375"/>
                  </a:lnTo>
                  <a:lnTo>
                    <a:pt x="4491517" y="2266493"/>
                  </a:lnTo>
                  <a:lnTo>
                    <a:pt x="4492373" y="2241560"/>
                  </a:lnTo>
                  <a:lnTo>
                    <a:pt x="4493228" y="2193943"/>
                  </a:lnTo>
                  <a:lnTo>
                    <a:pt x="4494084" y="2215254"/>
                  </a:lnTo>
                  <a:lnTo>
                    <a:pt x="4494939" y="2222017"/>
                  </a:lnTo>
                  <a:lnTo>
                    <a:pt x="4495795" y="2223983"/>
                  </a:lnTo>
                  <a:lnTo>
                    <a:pt x="4496650" y="2278200"/>
                  </a:lnTo>
                  <a:lnTo>
                    <a:pt x="4496650" y="2278200"/>
                  </a:lnTo>
                  <a:lnTo>
                    <a:pt x="4497506" y="2278200"/>
                  </a:lnTo>
                  <a:lnTo>
                    <a:pt x="4498362" y="2278200"/>
                  </a:lnTo>
                  <a:lnTo>
                    <a:pt x="4499217" y="2278200"/>
                  </a:lnTo>
                  <a:lnTo>
                    <a:pt x="4500073" y="2264930"/>
                  </a:lnTo>
                  <a:lnTo>
                    <a:pt x="4500928" y="2278200"/>
                  </a:lnTo>
                  <a:lnTo>
                    <a:pt x="4500928" y="2278200"/>
                  </a:lnTo>
                  <a:lnTo>
                    <a:pt x="4501784" y="2251009"/>
                  </a:lnTo>
                  <a:lnTo>
                    <a:pt x="4502639" y="2215795"/>
                  </a:lnTo>
                  <a:lnTo>
                    <a:pt x="4503495" y="2245484"/>
                  </a:lnTo>
                  <a:lnTo>
                    <a:pt x="4504350" y="2252673"/>
                  </a:lnTo>
                  <a:lnTo>
                    <a:pt x="4505206" y="2249648"/>
                  </a:lnTo>
                  <a:lnTo>
                    <a:pt x="4506061" y="2246990"/>
                  </a:lnTo>
                  <a:lnTo>
                    <a:pt x="4506917" y="2238504"/>
                  </a:lnTo>
                  <a:lnTo>
                    <a:pt x="4507772" y="2265788"/>
                  </a:lnTo>
                  <a:lnTo>
                    <a:pt x="4508628" y="2263020"/>
                  </a:lnTo>
                  <a:lnTo>
                    <a:pt x="4509483" y="2257283"/>
                  </a:lnTo>
                  <a:lnTo>
                    <a:pt x="4510339" y="2247634"/>
                  </a:lnTo>
                  <a:lnTo>
                    <a:pt x="4511194" y="2233591"/>
                  </a:lnTo>
                  <a:lnTo>
                    <a:pt x="4512050" y="2211965"/>
                  </a:lnTo>
                  <a:lnTo>
                    <a:pt x="4512905" y="2213846"/>
                  </a:lnTo>
                  <a:lnTo>
                    <a:pt x="4513761" y="2196758"/>
                  </a:lnTo>
                  <a:lnTo>
                    <a:pt x="4514617" y="2156526"/>
                  </a:lnTo>
                  <a:lnTo>
                    <a:pt x="4515472" y="2181943"/>
                  </a:lnTo>
                  <a:lnTo>
                    <a:pt x="4516328" y="2174264"/>
                  </a:lnTo>
                  <a:lnTo>
                    <a:pt x="4517183" y="2170411"/>
                  </a:lnTo>
                  <a:lnTo>
                    <a:pt x="4518039" y="2183082"/>
                  </a:lnTo>
                  <a:lnTo>
                    <a:pt x="4518894" y="2106941"/>
                  </a:lnTo>
                  <a:lnTo>
                    <a:pt x="4519750" y="2144530"/>
                  </a:lnTo>
                  <a:lnTo>
                    <a:pt x="4520605" y="2174561"/>
                  </a:lnTo>
                  <a:lnTo>
                    <a:pt x="4521461" y="2187339"/>
                  </a:lnTo>
                  <a:lnTo>
                    <a:pt x="4522316" y="2203625"/>
                  </a:lnTo>
                  <a:lnTo>
                    <a:pt x="4523172" y="2169454"/>
                  </a:lnTo>
                  <a:lnTo>
                    <a:pt x="4524027" y="2149799"/>
                  </a:lnTo>
                  <a:lnTo>
                    <a:pt x="4524883" y="2156479"/>
                  </a:lnTo>
                  <a:lnTo>
                    <a:pt x="4525738" y="2152419"/>
                  </a:lnTo>
                  <a:lnTo>
                    <a:pt x="4526594" y="2172449"/>
                  </a:lnTo>
                  <a:lnTo>
                    <a:pt x="4527449" y="2213836"/>
                  </a:lnTo>
                  <a:lnTo>
                    <a:pt x="4528305" y="2161247"/>
                  </a:lnTo>
                  <a:lnTo>
                    <a:pt x="4529161" y="2186560"/>
                  </a:lnTo>
                  <a:lnTo>
                    <a:pt x="4530016" y="2201066"/>
                  </a:lnTo>
                  <a:lnTo>
                    <a:pt x="4530872" y="2204271"/>
                  </a:lnTo>
                  <a:lnTo>
                    <a:pt x="4531727" y="2242710"/>
                  </a:lnTo>
                  <a:lnTo>
                    <a:pt x="4532583" y="2278200"/>
                  </a:lnTo>
                  <a:lnTo>
                    <a:pt x="4532583" y="2278200"/>
                  </a:lnTo>
                  <a:lnTo>
                    <a:pt x="4533438" y="2278200"/>
                  </a:lnTo>
                  <a:lnTo>
                    <a:pt x="4534294" y="2278200"/>
                  </a:lnTo>
                  <a:lnTo>
                    <a:pt x="4535149" y="2278200"/>
                  </a:lnTo>
                  <a:lnTo>
                    <a:pt x="4536005" y="2278200"/>
                  </a:lnTo>
                  <a:lnTo>
                    <a:pt x="4536860" y="2278200"/>
                  </a:lnTo>
                  <a:lnTo>
                    <a:pt x="4537716" y="2278200"/>
                  </a:lnTo>
                  <a:lnTo>
                    <a:pt x="4538571" y="2278200"/>
                  </a:lnTo>
                  <a:lnTo>
                    <a:pt x="4539427" y="2278200"/>
                  </a:lnTo>
                  <a:lnTo>
                    <a:pt x="4540282" y="2278200"/>
                  </a:lnTo>
                  <a:lnTo>
                    <a:pt x="4541138" y="2278200"/>
                  </a:lnTo>
                  <a:lnTo>
                    <a:pt x="4541993" y="2278200"/>
                  </a:lnTo>
                  <a:lnTo>
                    <a:pt x="4542849" y="2278200"/>
                  </a:lnTo>
                  <a:lnTo>
                    <a:pt x="4543704" y="2278200"/>
                  </a:lnTo>
                  <a:lnTo>
                    <a:pt x="4544560" y="2271027"/>
                  </a:lnTo>
                  <a:lnTo>
                    <a:pt x="4545416" y="2278200"/>
                  </a:lnTo>
                  <a:lnTo>
                    <a:pt x="4545416" y="2278200"/>
                  </a:lnTo>
                  <a:lnTo>
                    <a:pt x="4546271" y="2253508"/>
                  </a:lnTo>
                  <a:lnTo>
                    <a:pt x="4547127" y="2252130"/>
                  </a:lnTo>
                  <a:lnTo>
                    <a:pt x="4547982" y="2278200"/>
                  </a:lnTo>
                  <a:lnTo>
                    <a:pt x="4547982" y="2278200"/>
                  </a:lnTo>
                  <a:lnTo>
                    <a:pt x="4548838" y="2278200"/>
                  </a:lnTo>
                  <a:lnTo>
                    <a:pt x="4549693" y="2278200"/>
                  </a:lnTo>
                  <a:lnTo>
                    <a:pt x="4550549" y="2278200"/>
                  </a:lnTo>
                  <a:lnTo>
                    <a:pt x="4551404" y="2278200"/>
                  </a:lnTo>
                  <a:lnTo>
                    <a:pt x="4552260" y="2278200"/>
                  </a:lnTo>
                  <a:lnTo>
                    <a:pt x="4553115" y="2278200"/>
                  </a:lnTo>
                  <a:lnTo>
                    <a:pt x="4553971" y="2278200"/>
                  </a:lnTo>
                  <a:lnTo>
                    <a:pt x="4554826" y="2278200"/>
                  </a:lnTo>
                  <a:lnTo>
                    <a:pt x="4555682" y="2270644"/>
                  </a:lnTo>
                  <a:lnTo>
                    <a:pt x="4556537" y="2278200"/>
                  </a:lnTo>
                  <a:lnTo>
                    <a:pt x="4556537" y="2278200"/>
                  </a:lnTo>
                  <a:lnTo>
                    <a:pt x="4557393" y="2278200"/>
                  </a:lnTo>
                  <a:lnTo>
                    <a:pt x="4558248" y="2270825"/>
                  </a:lnTo>
                  <a:lnTo>
                    <a:pt x="4559104" y="2259817"/>
                  </a:lnTo>
                  <a:lnTo>
                    <a:pt x="4559959" y="2221954"/>
                  </a:lnTo>
                  <a:lnTo>
                    <a:pt x="4560815" y="2228054"/>
                  </a:lnTo>
                  <a:lnTo>
                    <a:pt x="4561671" y="2232410"/>
                  </a:lnTo>
                  <a:lnTo>
                    <a:pt x="4562526" y="2236968"/>
                  </a:lnTo>
                  <a:lnTo>
                    <a:pt x="4563382" y="2255211"/>
                  </a:lnTo>
                  <a:lnTo>
                    <a:pt x="4564237" y="2199384"/>
                  </a:lnTo>
                  <a:lnTo>
                    <a:pt x="4565093" y="2209002"/>
                  </a:lnTo>
                  <a:lnTo>
                    <a:pt x="4565948" y="2176350"/>
                  </a:lnTo>
                  <a:lnTo>
                    <a:pt x="4566804" y="2192357"/>
                  </a:lnTo>
                  <a:lnTo>
                    <a:pt x="4567659" y="2226728"/>
                  </a:lnTo>
                  <a:lnTo>
                    <a:pt x="4568515" y="2206448"/>
                  </a:lnTo>
                  <a:lnTo>
                    <a:pt x="4569370" y="2243137"/>
                  </a:lnTo>
                  <a:lnTo>
                    <a:pt x="4570226" y="2270850"/>
                  </a:lnTo>
                  <a:lnTo>
                    <a:pt x="4571081" y="2278200"/>
                  </a:lnTo>
                  <a:lnTo>
                    <a:pt x="4571081" y="2278200"/>
                  </a:lnTo>
                  <a:lnTo>
                    <a:pt x="4571937" y="2278200"/>
                  </a:lnTo>
                  <a:lnTo>
                    <a:pt x="4572792" y="2278200"/>
                  </a:lnTo>
                  <a:lnTo>
                    <a:pt x="4573648" y="2278200"/>
                  </a:lnTo>
                  <a:lnTo>
                    <a:pt x="4574503" y="2278200"/>
                  </a:lnTo>
                  <a:lnTo>
                    <a:pt x="4575359" y="2278200"/>
                  </a:lnTo>
                  <a:lnTo>
                    <a:pt x="4576215" y="2278200"/>
                  </a:lnTo>
                  <a:lnTo>
                    <a:pt x="4577070" y="2278200"/>
                  </a:lnTo>
                  <a:lnTo>
                    <a:pt x="4577926" y="2278200"/>
                  </a:lnTo>
                  <a:lnTo>
                    <a:pt x="4578781" y="2269366"/>
                  </a:lnTo>
                  <a:lnTo>
                    <a:pt x="4579637" y="2278200"/>
                  </a:lnTo>
                  <a:lnTo>
                    <a:pt x="4579637" y="2278200"/>
                  </a:lnTo>
                  <a:lnTo>
                    <a:pt x="4580492" y="2278200"/>
                  </a:lnTo>
                  <a:lnTo>
                    <a:pt x="4581348" y="2278200"/>
                  </a:lnTo>
                  <a:lnTo>
                    <a:pt x="4582203" y="2278200"/>
                  </a:lnTo>
                  <a:lnTo>
                    <a:pt x="4583059" y="2278200"/>
                  </a:lnTo>
                  <a:lnTo>
                    <a:pt x="4583914" y="2278200"/>
                  </a:lnTo>
                  <a:lnTo>
                    <a:pt x="4584770" y="2252610"/>
                  </a:lnTo>
                  <a:lnTo>
                    <a:pt x="4585625" y="2249712"/>
                  </a:lnTo>
                  <a:lnTo>
                    <a:pt x="4586481" y="2267960"/>
                  </a:lnTo>
                  <a:lnTo>
                    <a:pt x="4587336" y="2278200"/>
                  </a:lnTo>
                  <a:lnTo>
                    <a:pt x="4587336" y="2278200"/>
                  </a:lnTo>
                  <a:lnTo>
                    <a:pt x="4588192" y="2278200"/>
                  </a:lnTo>
                  <a:lnTo>
                    <a:pt x="4589047" y="2261147"/>
                  </a:lnTo>
                  <a:lnTo>
                    <a:pt x="4589903" y="2278200"/>
                  </a:lnTo>
                  <a:lnTo>
                    <a:pt x="4589903" y="2278200"/>
                  </a:lnTo>
                  <a:lnTo>
                    <a:pt x="4590758" y="2278200"/>
                  </a:lnTo>
                  <a:lnTo>
                    <a:pt x="4591614" y="2249890"/>
                  </a:lnTo>
                  <a:lnTo>
                    <a:pt x="4592470" y="2278121"/>
                  </a:lnTo>
                  <a:lnTo>
                    <a:pt x="4593325" y="2278200"/>
                  </a:lnTo>
                  <a:lnTo>
                    <a:pt x="4593325" y="2278200"/>
                  </a:lnTo>
                  <a:lnTo>
                    <a:pt x="4594181" y="2278200"/>
                  </a:lnTo>
                  <a:lnTo>
                    <a:pt x="4595036" y="2254363"/>
                  </a:lnTo>
                  <a:lnTo>
                    <a:pt x="4595892" y="2246671"/>
                  </a:lnTo>
                  <a:lnTo>
                    <a:pt x="4596747" y="2219682"/>
                  </a:lnTo>
                  <a:lnTo>
                    <a:pt x="4597603" y="2234256"/>
                  </a:lnTo>
                  <a:lnTo>
                    <a:pt x="4598458" y="2238874"/>
                  </a:lnTo>
                  <a:lnTo>
                    <a:pt x="4599314" y="2211872"/>
                  </a:lnTo>
                  <a:lnTo>
                    <a:pt x="4600169" y="2210906"/>
                  </a:lnTo>
                  <a:lnTo>
                    <a:pt x="4601025" y="2193314"/>
                  </a:lnTo>
                  <a:lnTo>
                    <a:pt x="4601880" y="2256374"/>
                  </a:lnTo>
                  <a:lnTo>
                    <a:pt x="4602736" y="2261418"/>
                  </a:lnTo>
                  <a:lnTo>
                    <a:pt x="4603591" y="2229288"/>
                  </a:lnTo>
                  <a:lnTo>
                    <a:pt x="4604447" y="2228792"/>
                  </a:lnTo>
                  <a:lnTo>
                    <a:pt x="4605302" y="2226089"/>
                  </a:lnTo>
                  <a:lnTo>
                    <a:pt x="4606158" y="2242198"/>
                  </a:lnTo>
                  <a:lnTo>
                    <a:pt x="4607013" y="2278200"/>
                  </a:lnTo>
                  <a:lnTo>
                    <a:pt x="4607013" y="2278200"/>
                  </a:lnTo>
                  <a:lnTo>
                    <a:pt x="4607869" y="2275488"/>
                  </a:lnTo>
                  <a:lnTo>
                    <a:pt x="4608725" y="2278200"/>
                  </a:lnTo>
                  <a:lnTo>
                    <a:pt x="4608725" y="2278200"/>
                  </a:lnTo>
                  <a:lnTo>
                    <a:pt x="4609580" y="2250579"/>
                  </a:lnTo>
                  <a:lnTo>
                    <a:pt x="4610436" y="2278200"/>
                  </a:lnTo>
                  <a:lnTo>
                    <a:pt x="4610436" y="2278200"/>
                  </a:lnTo>
                  <a:lnTo>
                    <a:pt x="4611291" y="2278200"/>
                  </a:lnTo>
                  <a:lnTo>
                    <a:pt x="4612147" y="2278200"/>
                  </a:lnTo>
                  <a:lnTo>
                    <a:pt x="4613002" y="2278200"/>
                  </a:lnTo>
                  <a:lnTo>
                    <a:pt x="4613858" y="2278200"/>
                  </a:lnTo>
                  <a:lnTo>
                    <a:pt x="4614713" y="2278200"/>
                  </a:lnTo>
                  <a:lnTo>
                    <a:pt x="4615569" y="2278200"/>
                  </a:lnTo>
                  <a:lnTo>
                    <a:pt x="4616424" y="2278200"/>
                  </a:lnTo>
                  <a:lnTo>
                    <a:pt x="4617280" y="2278200"/>
                  </a:lnTo>
                  <a:lnTo>
                    <a:pt x="4618135" y="2278200"/>
                  </a:lnTo>
                  <a:lnTo>
                    <a:pt x="4618991" y="2278200"/>
                  </a:lnTo>
                  <a:lnTo>
                    <a:pt x="4619846" y="2278200"/>
                  </a:lnTo>
                  <a:lnTo>
                    <a:pt x="4620702" y="2278200"/>
                  </a:lnTo>
                  <a:lnTo>
                    <a:pt x="4621557" y="2278200"/>
                  </a:lnTo>
                  <a:lnTo>
                    <a:pt x="4622413" y="2217313"/>
                  </a:lnTo>
                  <a:lnTo>
                    <a:pt x="4623269" y="2252108"/>
                  </a:lnTo>
                  <a:lnTo>
                    <a:pt x="4624124" y="2213275"/>
                  </a:lnTo>
                  <a:lnTo>
                    <a:pt x="4624980" y="2225738"/>
                  </a:lnTo>
                  <a:lnTo>
                    <a:pt x="4625835" y="2237633"/>
                  </a:lnTo>
                  <a:lnTo>
                    <a:pt x="4626691" y="2213414"/>
                  </a:lnTo>
                  <a:lnTo>
                    <a:pt x="4627546" y="2249170"/>
                  </a:lnTo>
                  <a:lnTo>
                    <a:pt x="4628402" y="2201195"/>
                  </a:lnTo>
                  <a:lnTo>
                    <a:pt x="4629257" y="2246755"/>
                  </a:lnTo>
                  <a:lnTo>
                    <a:pt x="4630113" y="2229578"/>
                  </a:lnTo>
                  <a:lnTo>
                    <a:pt x="4630968" y="2256264"/>
                  </a:lnTo>
                  <a:lnTo>
                    <a:pt x="4631824" y="2272814"/>
                  </a:lnTo>
                  <a:lnTo>
                    <a:pt x="4632679" y="2267383"/>
                  </a:lnTo>
                  <a:lnTo>
                    <a:pt x="4633535" y="2276196"/>
                  </a:lnTo>
                  <a:lnTo>
                    <a:pt x="4634390" y="2278200"/>
                  </a:lnTo>
                  <a:lnTo>
                    <a:pt x="4634390" y="2278200"/>
                  </a:lnTo>
                  <a:lnTo>
                    <a:pt x="4635246" y="2267579"/>
                  </a:lnTo>
                  <a:lnTo>
                    <a:pt x="4636101" y="2278200"/>
                  </a:lnTo>
                  <a:lnTo>
                    <a:pt x="4636101" y="2278200"/>
                  </a:lnTo>
                  <a:lnTo>
                    <a:pt x="4636957" y="2278200"/>
                  </a:lnTo>
                  <a:lnTo>
                    <a:pt x="4637812" y="2278200"/>
                  </a:lnTo>
                  <a:lnTo>
                    <a:pt x="4638668" y="2278200"/>
                  </a:lnTo>
                  <a:lnTo>
                    <a:pt x="4639524" y="2272300"/>
                  </a:lnTo>
                  <a:lnTo>
                    <a:pt x="4640379" y="2272523"/>
                  </a:lnTo>
                  <a:lnTo>
                    <a:pt x="4641235" y="2246531"/>
                  </a:lnTo>
                  <a:lnTo>
                    <a:pt x="4642090" y="2278200"/>
                  </a:lnTo>
                  <a:lnTo>
                    <a:pt x="4642090" y="2278200"/>
                  </a:lnTo>
                  <a:lnTo>
                    <a:pt x="4642946" y="2278200"/>
                  </a:lnTo>
                  <a:lnTo>
                    <a:pt x="4643801" y="2278200"/>
                  </a:lnTo>
                  <a:lnTo>
                    <a:pt x="4644657" y="2278200"/>
                  </a:lnTo>
                  <a:lnTo>
                    <a:pt x="4645512" y="2278200"/>
                  </a:lnTo>
                  <a:lnTo>
                    <a:pt x="4646368" y="2278200"/>
                  </a:lnTo>
                  <a:lnTo>
                    <a:pt x="4647223" y="2218140"/>
                  </a:lnTo>
                  <a:lnTo>
                    <a:pt x="4648079" y="2269529"/>
                  </a:lnTo>
                  <a:lnTo>
                    <a:pt x="4648934" y="2278200"/>
                  </a:lnTo>
                  <a:lnTo>
                    <a:pt x="4648934" y="2278200"/>
                  </a:lnTo>
                  <a:lnTo>
                    <a:pt x="4649790" y="2278200"/>
                  </a:lnTo>
                  <a:lnTo>
                    <a:pt x="4650645" y="2278200"/>
                  </a:lnTo>
                  <a:lnTo>
                    <a:pt x="4651501" y="2278200"/>
                  </a:lnTo>
                  <a:lnTo>
                    <a:pt x="4652356" y="2278200"/>
                  </a:lnTo>
                  <a:lnTo>
                    <a:pt x="4653212" y="2278200"/>
                  </a:lnTo>
                  <a:lnTo>
                    <a:pt x="4654067" y="2254307"/>
                  </a:lnTo>
                  <a:lnTo>
                    <a:pt x="4654923" y="2257686"/>
                  </a:lnTo>
                  <a:lnTo>
                    <a:pt x="4655779" y="2252116"/>
                  </a:lnTo>
                  <a:lnTo>
                    <a:pt x="4656634" y="2264226"/>
                  </a:lnTo>
                  <a:lnTo>
                    <a:pt x="4657490" y="2278200"/>
                  </a:lnTo>
                  <a:lnTo>
                    <a:pt x="4657490" y="2278200"/>
                  </a:lnTo>
                  <a:lnTo>
                    <a:pt x="4658345" y="2278200"/>
                  </a:lnTo>
                  <a:lnTo>
                    <a:pt x="4659201" y="2278200"/>
                  </a:lnTo>
                  <a:lnTo>
                    <a:pt x="4660056" y="2278200"/>
                  </a:lnTo>
                  <a:lnTo>
                    <a:pt x="4660912" y="2278200"/>
                  </a:lnTo>
                  <a:lnTo>
                    <a:pt x="4661767" y="2259391"/>
                  </a:lnTo>
                  <a:lnTo>
                    <a:pt x="4662623" y="2269447"/>
                  </a:lnTo>
                  <a:lnTo>
                    <a:pt x="4663478" y="2278200"/>
                  </a:lnTo>
                  <a:lnTo>
                    <a:pt x="4663478" y="2278200"/>
                  </a:lnTo>
                  <a:lnTo>
                    <a:pt x="4664334" y="2278200"/>
                  </a:lnTo>
                  <a:lnTo>
                    <a:pt x="4665189" y="2278200"/>
                  </a:lnTo>
                  <a:lnTo>
                    <a:pt x="4666045" y="2278200"/>
                  </a:lnTo>
                  <a:lnTo>
                    <a:pt x="4666900" y="2271242"/>
                  </a:lnTo>
                  <a:lnTo>
                    <a:pt x="4667756" y="2278200"/>
                  </a:lnTo>
                  <a:lnTo>
                    <a:pt x="4667756" y="2278200"/>
                  </a:lnTo>
                  <a:lnTo>
                    <a:pt x="4668611" y="2278200"/>
                  </a:lnTo>
                  <a:lnTo>
                    <a:pt x="4669467" y="2278200"/>
                  </a:lnTo>
                  <a:lnTo>
                    <a:pt x="4670322" y="2278200"/>
                  </a:lnTo>
                  <a:lnTo>
                    <a:pt x="4671178" y="2278200"/>
                  </a:lnTo>
                  <a:lnTo>
                    <a:pt x="4672034" y="2278200"/>
                  </a:lnTo>
                  <a:lnTo>
                    <a:pt x="4672889" y="2278200"/>
                  </a:lnTo>
                  <a:lnTo>
                    <a:pt x="4673745" y="2278200"/>
                  </a:lnTo>
                  <a:lnTo>
                    <a:pt x="4674600" y="2278200"/>
                  </a:lnTo>
                  <a:lnTo>
                    <a:pt x="4675456" y="2278200"/>
                  </a:lnTo>
                  <a:lnTo>
                    <a:pt x="4676311" y="2278200"/>
                  </a:lnTo>
                  <a:lnTo>
                    <a:pt x="4677167" y="2278200"/>
                  </a:lnTo>
                  <a:lnTo>
                    <a:pt x="4678022" y="2278200"/>
                  </a:lnTo>
                  <a:lnTo>
                    <a:pt x="4678878" y="2258539"/>
                  </a:lnTo>
                  <a:lnTo>
                    <a:pt x="4679733" y="2206341"/>
                  </a:lnTo>
                  <a:lnTo>
                    <a:pt x="4680589" y="2147854"/>
                  </a:lnTo>
                  <a:lnTo>
                    <a:pt x="4681444" y="2123919"/>
                  </a:lnTo>
                  <a:lnTo>
                    <a:pt x="4682300" y="2161995"/>
                  </a:lnTo>
                  <a:lnTo>
                    <a:pt x="4683155" y="2147645"/>
                  </a:lnTo>
                  <a:lnTo>
                    <a:pt x="4684011" y="2095755"/>
                  </a:lnTo>
                  <a:lnTo>
                    <a:pt x="4684866" y="2066816"/>
                  </a:lnTo>
                  <a:lnTo>
                    <a:pt x="4685722" y="2110991"/>
                  </a:lnTo>
                  <a:lnTo>
                    <a:pt x="4686578" y="2111481"/>
                  </a:lnTo>
                  <a:lnTo>
                    <a:pt x="4687433" y="2103176"/>
                  </a:lnTo>
                  <a:lnTo>
                    <a:pt x="4688289" y="2122740"/>
                  </a:lnTo>
                  <a:lnTo>
                    <a:pt x="4689144" y="2159611"/>
                  </a:lnTo>
                  <a:lnTo>
                    <a:pt x="4690000" y="2190239"/>
                  </a:lnTo>
                  <a:lnTo>
                    <a:pt x="4690855" y="2156350"/>
                  </a:lnTo>
                  <a:lnTo>
                    <a:pt x="4691711" y="2210133"/>
                  </a:lnTo>
                  <a:lnTo>
                    <a:pt x="4692566" y="2209208"/>
                  </a:lnTo>
                  <a:lnTo>
                    <a:pt x="4693422" y="2220079"/>
                  </a:lnTo>
                  <a:lnTo>
                    <a:pt x="4694277" y="2192387"/>
                  </a:lnTo>
                  <a:lnTo>
                    <a:pt x="4695133" y="2205766"/>
                  </a:lnTo>
                  <a:lnTo>
                    <a:pt x="4695988" y="2182155"/>
                  </a:lnTo>
                  <a:lnTo>
                    <a:pt x="4696844" y="2180761"/>
                  </a:lnTo>
                  <a:lnTo>
                    <a:pt x="4697699" y="2200827"/>
                  </a:lnTo>
                  <a:lnTo>
                    <a:pt x="4698555" y="2213107"/>
                  </a:lnTo>
                  <a:lnTo>
                    <a:pt x="4699410" y="2235466"/>
                  </a:lnTo>
                  <a:lnTo>
                    <a:pt x="4700266" y="2189179"/>
                  </a:lnTo>
                  <a:lnTo>
                    <a:pt x="4701121" y="2172299"/>
                  </a:lnTo>
                  <a:lnTo>
                    <a:pt x="4701977" y="2213700"/>
                  </a:lnTo>
                  <a:lnTo>
                    <a:pt x="4702833" y="2233747"/>
                  </a:lnTo>
                  <a:lnTo>
                    <a:pt x="4703688" y="2217061"/>
                  </a:lnTo>
                  <a:lnTo>
                    <a:pt x="4704544" y="2211008"/>
                  </a:lnTo>
                  <a:lnTo>
                    <a:pt x="4705399" y="2211885"/>
                  </a:lnTo>
                  <a:lnTo>
                    <a:pt x="4706255" y="2199165"/>
                  </a:lnTo>
                  <a:lnTo>
                    <a:pt x="4707110" y="2246896"/>
                  </a:lnTo>
                  <a:lnTo>
                    <a:pt x="4707966" y="2223097"/>
                  </a:lnTo>
                  <a:lnTo>
                    <a:pt x="4708821" y="2183640"/>
                  </a:lnTo>
                  <a:lnTo>
                    <a:pt x="4709677" y="2215106"/>
                  </a:lnTo>
                  <a:lnTo>
                    <a:pt x="4710532" y="2231203"/>
                  </a:lnTo>
                  <a:lnTo>
                    <a:pt x="4711388" y="2246586"/>
                  </a:lnTo>
                  <a:lnTo>
                    <a:pt x="4712243" y="2240824"/>
                  </a:lnTo>
                  <a:lnTo>
                    <a:pt x="4713099" y="2229096"/>
                  </a:lnTo>
                  <a:lnTo>
                    <a:pt x="4713954" y="2260061"/>
                  </a:lnTo>
                  <a:lnTo>
                    <a:pt x="4714810" y="2273995"/>
                  </a:lnTo>
                  <a:lnTo>
                    <a:pt x="4715665" y="2220514"/>
                  </a:lnTo>
                  <a:lnTo>
                    <a:pt x="4716521" y="2199393"/>
                  </a:lnTo>
                  <a:lnTo>
                    <a:pt x="4717376" y="2197882"/>
                  </a:lnTo>
                  <a:lnTo>
                    <a:pt x="4718232" y="2185418"/>
                  </a:lnTo>
                  <a:lnTo>
                    <a:pt x="4719088" y="2122871"/>
                  </a:lnTo>
                  <a:lnTo>
                    <a:pt x="4719943" y="2133446"/>
                  </a:lnTo>
                  <a:lnTo>
                    <a:pt x="4720799" y="2081333"/>
                  </a:lnTo>
                  <a:lnTo>
                    <a:pt x="4721654" y="2078544"/>
                  </a:lnTo>
                  <a:lnTo>
                    <a:pt x="4722510" y="2073698"/>
                  </a:lnTo>
                  <a:lnTo>
                    <a:pt x="4723365" y="2047509"/>
                  </a:lnTo>
                  <a:lnTo>
                    <a:pt x="4724221" y="2035330"/>
                  </a:lnTo>
                  <a:lnTo>
                    <a:pt x="4725076" y="2077379"/>
                  </a:lnTo>
                  <a:lnTo>
                    <a:pt x="4725932" y="2051450"/>
                  </a:lnTo>
                  <a:lnTo>
                    <a:pt x="4726787" y="2052229"/>
                  </a:lnTo>
                  <a:lnTo>
                    <a:pt x="4727643" y="2048703"/>
                  </a:lnTo>
                  <a:lnTo>
                    <a:pt x="4728498" y="2067582"/>
                  </a:lnTo>
                  <a:lnTo>
                    <a:pt x="4729354" y="2011678"/>
                  </a:lnTo>
                  <a:lnTo>
                    <a:pt x="4730209" y="1958799"/>
                  </a:lnTo>
                  <a:lnTo>
                    <a:pt x="4731065" y="2023461"/>
                  </a:lnTo>
                  <a:lnTo>
                    <a:pt x="4731920" y="1953966"/>
                  </a:lnTo>
                  <a:lnTo>
                    <a:pt x="4732776" y="2005751"/>
                  </a:lnTo>
                  <a:lnTo>
                    <a:pt x="4733632" y="1994606"/>
                  </a:lnTo>
                  <a:lnTo>
                    <a:pt x="4734487" y="2052230"/>
                  </a:lnTo>
                  <a:lnTo>
                    <a:pt x="4735343" y="2028582"/>
                  </a:lnTo>
                  <a:lnTo>
                    <a:pt x="4736198" y="1927364"/>
                  </a:lnTo>
                  <a:lnTo>
                    <a:pt x="4737054" y="1926612"/>
                  </a:lnTo>
                  <a:lnTo>
                    <a:pt x="4737909" y="1901690"/>
                  </a:lnTo>
                  <a:lnTo>
                    <a:pt x="4738765" y="1940080"/>
                  </a:lnTo>
                  <a:lnTo>
                    <a:pt x="4739620" y="2015744"/>
                  </a:lnTo>
                  <a:lnTo>
                    <a:pt x="4740476" y="1985291"/>
                  </a:lnTo>
                  <a:lnTo>
                    <a:pt x="4741331" y="1996086"/>
                  </a:lnTo>
                  <a:lnTo>
                    <a:pt x="4742187" y="1967059"/>
                  </a:lnTo>
                  <a:lnTo>
                    <a:pt x="4743042" y="2098758"/>
                  </a:lnTo>
                  <a:lnTo>
                    <a:pt x="4743898" y="2133246"/>
                  </a:lnTo>
                  <a:lnTo>
                    <a:pt x="4744753" y="2138582"/>
                  </a:lnTo>
                  <a:lnTo>
                    <a:pt x="4745609" y="2166651"/>
                  </a:lnTo>
                  <a:lnTo>
                    <a:pt x="4746464" y="2163333"/>
                  </a:lnTo>
                  <a:lnTo>
                    <a:pt x="4747320" y="2147689"/>
                  </a:lnTo>
                  <a:lnTo>
                    <a:pt x="4748175" y="2066936"/>
                  </a:lnTo>
                  <a:lnTo>
                    <a:pt x="4749031" y="2099089"/>
                  </a:lnTo>
                  <a:lnTo>
                    <a:pt x="4749887" y="1994335"/>
                  </a:lnTo>
                  <a:lnTo>
                    <a:pt x="4750742" y="1972284"/>
                  </a:lnTo>
                  <a:lnTo>
                    <a:pt x="4751598" y="1933889"/>
                  </a:lnTo>
                  <a:lnTo>
                    <a:pt x="4752453" y="1927707"/>
                  </a:lnTo>
                  <a:lnTo>
                    <a:pt x="4753309" y="2046962"/>
                  </a:lnTo>
                  <a:lnTo>
                    <a:pt x="4754164" y="2087194"/>
                  </a:lnTo>
                  <a:lnTo>
                    <a:pt x="4755020" y="2085822"/>
                  </a:lnTo>
                  <a:lnTo>
                    <a:pt x="4755875" y="2103605"/>
                  </a:lnTo>
                  <a:lnTo>
                    <a:pt x="4756731" y="2029888"/>
                  </a:lnTo>
                  <a:lnTo>
                    <a:pt x="4757586" y="2039571"/>
                  </a:lnTo>
                  <a:lnTo>
                    <a:pt x="4758442" y="2118069"/>
                  </a:lnTo>
                  <a:lnTo>
                    <a:pt x="4759297" y="2072716"/>
                  </a:lnTo>
                  <a:lnTo>
                    <a:pt x="4760153" y="2033706"/>
                  </a:lnTo>
                  <a:lnTo>
                    <a:pt x="4761008" y="2047392"/>
                  </a:lnTo>
                  <a:lnTo>
                    <a:pt x="4761864" y="2017196"/>
                  </a:lnTo>
                  <a:lnTo>
                    <a:pt x="4762719" y="2107245"/>
                  </a:lnTo>
                  <a:lnTo>
                    <a:pt x="4763575" y="2101753"/>
                  </a:lnTo>
                  <a:lnTo>
                    <a:pt x="4764430" y="2164209"/>
                  </a:lnTo>
                  <a:lnTo>
                    <a:pt x="4765286" y="2071656"/>
                  </a:lnTo>
                  <a:lnTo>
                    <a:pt x="4766142" y="2088570"/>
                  </a:lnTo>
                  <a:lnTo>
                    <a:pt x="4766997" y="2120284"/>
                  </a:lnTo>
                  <a:lnTo>
                    <a:pt x="4767853" y="2069158"/>
                  </a:lnTo>
                  <a:lnTo>
                    <a:pt x="4768708" y="2098820"/>
                  </a:lnTo>
                  <a:lnTo>
                    <a:pt x="4769564" y="2058348"/>
                  </a:lnTo>
                  <a:lnTo>
                    <a:pt x="4770419" y="2104205"/>
                  </a:lnTo>
                  <a:lnTo>
                    <a:pt x="4771275" y="2116366"/>
                  </a:lnTo>
                  <a:lnTo>
                    <a:pt x="4772130" y="2098236"/>
                  </a:lnTo>
                  <a:lnTo>
                    <a:pt x="4772986" y="2100057"/>
                  </a:lnTo>
                  <a:lnTo>
                    <a:pt x="4773841" y="2035653"/>
                  </a:lnTo>
                  <a:lnTo>
                    <a:pt x="4774697" y="2082160"/>
                  </a:lnTo>
                  <a:lnTo>
                    <a:pt x="4775552" y="2133752"/>
                  </a:lnTo>
                  <a:lnTo>
                    <a:pt x="4776408" y="2157537"/>
                  </a:lnTo>
                  <a:lnTo>
                    <a:pt x="4777263" y="2087490"/>
                  </a:lnTo>
                  <a:lnTo>
                    <a:pt x="4778119" y="2118521"/>
                  </a:lnTo>
                  <a:lnTo>
                    <a:pt x="4778974" y="2174499"/>
                  </a:lnTo>
                  <a:lnTo>
                    <a:pt x="4779830" y="2170150"/>
                  </a:lnTo>
                  <a:lnTo>
                    <a:pt x="4780686" y="2153653"/>
                  </a:lnTo>
                  <a:lnTo>
                    <a:pt x="4781541" y="2150520"/>
                  </a:lnTo>
                  <a:lnTo>
                    <a:pt x="4782397" y="2168302"/>
                  </a:lnTo>
                  <a:lnTo>
                    <a:pt x="4783252" y="2165343"/>
                  </a:lnTo>
                  <a:lnTo>
                    <a:pt x="4784108" y="2216704"/>
                  </a:lnTo>
                  <a:lnTo>
                    <a:pt x="4784963" y="2232328"/>
                  </a:lnTo>
                  <a:lnTo>
                    <a:pt x="4785819" y="2221361"/>
                  </a:lnTo>
                  <a:lnTo>
                    <a:pt x="4786674" y="2238294"/>
                  </a:lnTo>
                  <a:lnTo>
                    <a:pt x="4787530" y="2245413"/>
                  </a:lnTo>
                  <a:lnTo>
                    <a:pt x="4788385" y="2278200"/>
                  </a:lnTo>
                  <a:lnTo>
                    <a:pt x="4788385" y="2278200"/>
                  </a:lnTo>
                  <a:lnTo>
                    <a:pt x="4789241" y="2270367"/>
                  </a:lnTo>
                  <a:lnTo>
                    <a:pt x="4790096" y="2242224"/>
                  </a:lnTo>
                  <a:lnTo>
                    <a:pt x="4790952" y="2251048"/>
                  </a:lnTo>
                  <a:lnTo>
                    <a:pt x="4791807" y="2266577"/>
                  </a:lnTo>
                  <a:lnTo>
                    <a:pt x="4792663" y="2278200"/>
                  </a:lnTo>
                  <a:lnTo>
                    <a:pt x="4792663" y="2278200"/>
                  </a:lnTo>
                  <a:lnTo>
                    <a:pt x="4793518" y="2278200"/>
                  </a:lnTo>
                  <a:lnTo>
                    <a:pt x="4794374" y="2278200"/>
                  </a:lnTo>
                  <a:lnTo>
                    <a:pt x="4795229" y="2278200"/>
                  </a:lnTo>
                  <a:lnTo>
                    <a:pt x="4796085" y="2278200"/>
                  </a:lnTo>
                  <a:lnTo>
                    <a:pt x="4796941" y="2278200"/>
                  </a:lnTo>
                  <a:lnTo>
                    <a:pt x="4797796" y="2278200"/>
                  </a:lnTo>
                  <a:lnTo>
                    <a:pt x="4798652" y="2278200"/>
                  </a:lnTo>
                  <a:lnTo>
                    <a:pt x="4799507" y="2278200"/>
                  </a:lnTo>
                  <a:lnTo>
                    <a:pt x="4800363" y="2278200"/>
                  </a:lnTo>
                  <a:lnTo>
                    <a:pt x="4801218" y="2278200"/>
                  </a:lnTo>
                  <a:lnTo>
                    <a:pt x="4802074" y="2278200"/>
                  </a:lnTo>
                  <a:lnTo>
                    <a:pt x="4802929" y="2278200"/>
                  </a:lnTo>
                  <a:lnTo>
                    <a:pt x="4803785" y="2278200"/>
                  </a:lnTo>
                  <a:lnTo>
                    <a:pt x="4804640" y="2278200"/>
                  </a:lnTo>
                  <a:lnTo>
                    <a:pt x="4805496" y="2278200"/>
                  </a:lnTo>
                  <a:lnTo>
                    <a:pt x="4806351" y="2275510"/>
                  </a:lnTo>
                  <a:lnTo>
                    <a:pt x="4807207" y="2254334"/>
                  </a:lnTo>
                  <a:lnTo>
                    <a:pt x="4808062" y="2266453"/>
                  </a:lnTo>
                  <a:lnTo>
                    <a:pt x="4808918" y="2276478"/>
                  </a:lnTo>
                  <a:lnTo>
                    <a:pt x="4809773" y="2278200"/>
                  </a:lnTo>
                  <a:lnTo>
                    <a:pt x="4809773" y="2278200"/>
                  </a:lnTo>
                  <a:lnTo>
                    <a:pt x="4810629" y="2278200"/>
                  </a:lnTo>
                  <a:lnTo>
                    <a:pt x="4811484" y="2278200"/>
                  </a:lnTo>
                  <a:lnTo>
                    <a:pt x="4812340" y="2278200"/>
                  </a:lnTo>
                  <a:lnTo>
                    <a:pt x="4813196" y="2263579"/>
                  </a:lnTo>
                  <a:lnTo>
                    <a:pt x="4814051" y="2278200"/>
                  </a:lnTo>
                  <a:lnTo>
                    <a:pt x="4814051" y="2278200"/>
                  </a:lnTo>
                  <a:lnTo>
                    <a:pt x="4814907" y="2278200"/>
                  </a:lnTo>
                  <a:lnTo>
                    <a:pt x="4815762" y="2278200"/>
                  </a:lnTo>
                  <a:lnTo>
                    <a:pt x="4816618" y="2278200"/>
                  </a:lnTo>
                  <a:lnTo>
                    <a:pt x="4817473" y="2278200"/>
                  </a:lnTo>
                  <a:lnTo>
                    <a:pt x="4818329" y="2278200"/>
                  </a:lnTo>
                  <a:lnTo>
                    <a:pt x="4819184" y="2269484"/>
                  </a:lnTo>
                  <a:lnTo>
                    <a:pt x="4820040" y="2259536"/>
                  </a:lnTo>
                  <a:lnTo>
                    <a:pt x="4820895" y="2221753"/>
                  </a:lnTo>
                  <a:lnTo>
                    <a:pt x="4821751" y="2262234"/>
                  </a:lnTo>
                  <a:lnTo>
                    <a:pt x="4822606" y="2278200"/>
                  </a:lnTo>
                  <a:lnTo>
                    <a:pt x="4822606" y="2278200"/>
                  </a:lnTo>
                  <a:lnTo>
                    <a:pt x="4823462" y="2254633"/>
                  </a:lnTo>
                  <a:lnTo>
                    <a:pt x="4824317" y="2228841"/>
                  </a:lnTo>
                  <a:lnTo>
                    <a:pt x="4825173" y="2231717"/>
                  </a:lnTo>
                  <a:lnTo>
                    <a:pt x="4826028" y="2223285"/>
                  </a:lnTo>
                  <a:lnTo>
                    <a:pt x="4826884" y="2203193"/>
                  </a:lnTo>
                  <a:lnTo>
                    <a:pt x="4827740" y="2228368"/>
                  </a:lnTo>
                  <a:lnTo>
                    <a:pt x="4828595" y="2200271"/>
                  </a:lnTo>
                  <a:lnTo>
                    <a:pt x="4829451" y="2240274"/>
                  </a:lnTo>
                  <a:lnTo>
                    <a:pt x="4830306" y="2255009"/>
                  </a:lnTo>
                  <a:lnTo>
                    <a:pt x="4831162" y="2261550"/>
                  </a:lnTo>
                  <a:lnTo>
                    <a:pt x="4832017" y="2274179"/>
                  </a:lnTo>
                  <a:lnTo>
                    <a:pt x="4832873" y="2232357"/>
                  </a:lnTo>
                  <a:lnTo>
                    <a:pt x="4833728" y="2231865"/>
                  </a:lnTo>
                  <a:lnTo>
                    <a:pt x="4834584" y="2227460"/>
                  </a:lnTo>
                  <a:lnTo>
                    <a:pt x="4835439" y="2237382"/>
                  </a:lnTo>
                  <a:lnTo>
                    <a:pt x="4836295" y="2278200"/>
                  </a:lnTo>
                  <a:lnTo>
                    <a:pt x="4836295" y="2278200"/>
                  </a:lnTo>
                  <a:lnTo>
                    <a:pt x="4837150" y="2242742"/>
                  </a:lnTo>
                  <a:lnTo>
                    <a:pt x="4838006" y="2260648"/>
                  </a:lnTo>
                  <a:lnTo>
                    <a:pt x="4838861" y="2239242"/>
                  </a:lnTo>
                  <a:lnTo>
                    <a:pt x="4839717" y="2230911"/>
                  </a:lnTo>
                  <a:lnTo>
                    <a:pt x="4840572" y="2259936"/>
                  </a:lnTo>
                  <a:lnTo>
                    <a:pt x="4841428" y="2256790"/>
                  </a:lnTo>
                  <a:lnTo>
                    <a:pt x="4842283" y="2278200"/>
                  </a:lnTo>
                  <a:lnTo>
                    <a:pt x="4842283" y="2278200"/>
                  </a:lnTo>
                  <a:lnTo>
                    <a:pt x="4843139" y="2266735"/>
                  </a:lnTo>
                  <a:lnTo>
                    <a:pt x="4843995" y="2275708"/>
                  </a:lnTo>
                  <a:lnTo>
                    <a:pt x="4844850" y="2278200"/>
                  </a:lnTo>
                  <a:lnTo>
                    <a:pt x="4844850" y="2278200"/>
                  </a:lnTo>
                  <a:lnTo>
                    <a:pt x="4845706" y="2264816"/>
                  </a:lnTo>
                  <a:lnTo>
                    <a:pt x="4846561" y="2266249"/>
                  </a:lnTo>
                  <a:lnTo>
                    <a:pt x="4847417" y="2248258"/>
                  </a:lnTo>
                  <a:lnTo>
                    <a:pt x="4848272" y="2272695"/>
                  </a:lnTo>
                  <a:lnTo>
                    <a:pt x="4849128" y="2278200"/>
                  </a:lnTo>
                  <a:lnTo>
                    <a:pt x="4849128" y="2278200"/>
                  </a:lnTo>
                  <a:lnTo>
                    <a:pt x="4849983" y="2278200"/>
                  </a:lnTo>
                  <a:lnTo>
                    <a:pt x="4850839" y="2278200"/>
                  </a:lnTo>
                  <a:lnTo>
                    <a:pt x="4851694" y="2278200"/>
                  </a:lnTo>
                  <a:lnTo>
                    <a:pt x="4852550" y="2278200"/>
                  </a:lnTo>
                  <a:lnTo>
                    <a:pt x="4853405" y="2278200"/>
                  </a:lnTo>
                  <a:lnTo>
                    <a:pt x="4854261" y="2254445"/>
                  </a:lnTo>
                  <a:lnTo>
                    <a:pt x="4855116" y="2232853"/>
                  </a:lnTo>
                  <a:lnTo>
                    <a:pt x="4855972" y="2241049"/>
                  </a:lnTo>
                  <a:lnTo>
                    <a:pt x="4856827" y="2222767"/>
                  </a:lnTo>
                  <a:lnTo>
                    <a:pt x="4857683" y="2216184"/>
                  </a:lnTo>
                  <a:lnTo>
                    <a:pt x="4858538" y="2216346"/>
                  </a:lnTo>
                  <a:lnTo>
                    <a:pt x="4859394" y="2241484"/>
                  </a:lnTo>
                  <a:lnTo>
                    <a:pt x="4860250" y="2278200"/>
                  </a:lnTo>
                  <a:lnTo>
                    <a:pt x="4860250" y="2278200"/>
                  </a:lnTo>
                  <a:lnTo>
                    <a:pt x="4861105" y="2278200"/>
                  </a:lnTo>
                  <a:lnTo>
                    <a:pt x="4861961" y="2278200"/>
                  </a:lnTo>
                  <a:lnTo>
                    <a:pt x="4862816" y="2277142"/>
                  </a:lnTo>
                  <a:lnTo>
                    <a:pt x="4863672" y="2243723"/>
                  </a:lnTo>
                  <a:lnTo>
                    <a:pt x="4864527" y="2253928"/>
                  </a:lnTo>
                  <a:lnTo>
                    <a:pt x="4865383" y="2270313"/>
                  </a:lnTo>
                  <a:lnTo>
                    <a:pt x="4866238" y="2270440"/>
                  </a:lnTo>
                  <a:lnTo>
                    <a:pt x="4867094" y="2212754"/>
                  </a:lnTo>
                  <a:lnTo>
                    <a:pt x="4867949" y="2194453"/>
                  </a:lnTo>
                  <a:lnTo>
                    <a:pt x="4868805" y="2152678"/>
                  </a:lnTo>
                  <a:lnTo>
                    <a:pt x="4869660" y="2159795"/>
                  </a:lnTo>
                  <a:lnTo>
                    <a:pt x="4870516" y="2126416"/>
                  </a:lnTo>
                  <a:lnTo>
                    <a:pt x="4871371" y="2105022"/>
                  </a:lnTo>
                  <a:lnTo>
                    <a:pt x="4872227" y="2077771"/>
                  </a:lnTo>
                  <a:lnTo>
                    <a:pt x="4873082" y="2075504"/>
                  </a:lnTo>
                  <a:lnTo>
                    <a:pt x="4873938" y="2094820"/>
                  </a:lnTo>
                  <a:lnTo>
                    <a:pt x="4874793" y="2067199"/>
                  </a:lnTo>
                  <a:lnTo>
                    <a:pt x="4875649" y="2091005"/>
                  </a:lnTo>
                  <a:lnTo>
                    <a:pt x="4876505" y="2103990"/>
                  </a:lnTo>
                  <a:lnTo>
                    <a:pt x="4877360" y="2083175"/>
                  </a:lnTo>
                  <a:lnTo>
                    <a:pt x="4878216" y="2147036"/>
                  </a:lnTo>
                  <a:lnTo>
                    <a:pt x="4879071" y="2141633"/>
                  </a:lnTo>
                  <a:lnTo>
                    <a:pt x="4879927" y="2174287"/>
                  </a:lnTo>
                  <a:lnTo>
                    <a:pt x="4880782" y="2222457"/>
                  </a:lnTo>
                  <a:lnTo>
                    <a:pt x="4881638" y="2224096"/>
                  </a:lnTo>
                  <a:lnTo>
                    <a:pt x="4882493" y="2249127"/>
                  </a:lnTo>
                  <a:lnTo>
                    <a:pt x="4883349" y="2263350"/>
                  </a:lnTo>
                  <a:lnTo>
                    <a:pt x="4884204" y="2225769"/>
                  </a:lnTo>
                  <a:lnTo>
                    <a:pt x="4885060" y="2267636"/>
                  </a:lnTo>
                  <a:lnTo>
                    <a:pt x="4885915" y="2245007"/>
                  </a:lnTo>
                  <a:lnTo>
                    <a:pt x="4886771" y="2273473"/>
                  </a:lnTo>
                  <a:lnTo>
                    <a:pt x="4887626" y="2274299"/>
                  </a:lnTo>
                  <a:lnTo>
                    <a:pt x="4888482" y="2266493"/>
                  </a:lnTo>
                  <a:lnTo>
                    <a:pt x="4889337" y="2278200"/>
                  </a:lnTo>
                  <a:lnTo>
                    <a:pt x="4889337" y="2278200"/>
                  </a:lnTo>
                  <a:lnTo>
                    <a:pt x="4890193" y="2270515"/>
                  </a:lnTo>
                  <a:lnTo>
                    <a:pt x="4891049" y="2214356"/>
                  </a:lnTo>
                  <a:lnTo>
                    <a:pt x="4891904" y="2211168"/>
                  </a:lnTo>
                  <a:lnTo>
                    <a:pt x="4892760" y="2192805"/>
                  </a:lnTo>
                  <a:lnTo>
                    <a:pt x="4893615" y="2188915"/>
                  </a:lnTo>
                  <a:lnTo>
                    <a:pt x="4894471" y="2147370"/>
                  </a:lnTo>
                  <a:lnTo>
                    <a:pt x="4895326" y="2114434"/>
                  </a:lnTo>
                  <a:lnTo>
                    <a:pt x="4896182" y="2066317"/>
                  </a:lnTo>
                  <a:lnTo>
                    <a:pt x="4897037" y="2011842"/>
                  </a:lnTo>
                  <a:lnTo>
                    <a:pt x="4897893" y="1973433"/>
                  </a:lnTo>
                  <a:lnTo>
                    <a:pt x="4898748" y="1902890"/>
                  </a:lnTo>
                  <a:lnTo>
                    <a:pt x="4899604" y="1856311"/>
                  </a:lnTo>
                  <a:lnTo>
                    <a:pt x="4900459" y="1856332"/>
                  </a:lnTo>
                  <a:lnTo>
                    <a:pt x="4901315" y="1883862"/>
                  </a:lnTo>
                  <a:lnTo>
                    <a:pt x="4902170" y="1903610"/>
                  </a:lnTo>
                  <a:lnTo>
                    <a:pt x="4903026" y="1955934"/>
                  </a:lnTo>
                  <a:lnTo>
                    <a:pt x="4903881" y="2024890"/>
                  </a:lnTo>
                  <a:lnTo>
                    <a:pt x="4904737" y="2103067"/>
                  </a:lnTo>
                  <a:lnTo>
                    <a:pt x="4905592" y="2139079"/>
                  </a:lnTo>
                  <a:lnTo>
                    <a:pt x="4906448" y="2160969"/>
                  </a:lnTo>
                  <a:lnTo>
                    <a:pt x="4907304" y="2198128"/>
                  </a:lnTo>
                  <a:lnTo>
                    <a:pt x="4908159" y="2186596"/>
                  </a:lnTo>
                  <a:lnTo>
                    <a:pt x="4909015" y="2194863"/>
                  </a:lnTo>
                  <a:lnTo>
                    <a:pt x="4909870" y="2229249"/>
                  </a:lnTo>
                  <a:lnTo>
                    <a:pt x="4910726" y="2249043"/>
                  </a:lnTo>
                  <a:lnTo>
                    <a:pt x="4911581" y="2278200"/>
                  </a:lnTo>
                  <a:lnTo>
                    <a:pt x="4911581" y="2278200"/>
                  </a:lnTo>
                  <a:lnTo>
                    <a:pt x="4912437" y="2278200"/>
                  </a:lnTo>
                  <a:lnTo>
                    <a:pt x="4913292" y="2278200"/>
                  </a:lnTo>
                  <a:lnTo>
                    <a:pt x="4914148" y="2278200"/>
                  </a:lnTo>
                  <a:lnTo>
                    <a:pt x="4915003" y="2278200"/>
                  </a:lnTo>
                  <a:lnTo>
                    <a:pt x="4915859" y="2278200"/>
                  </a:lnTo>
                  <a:lnTo>
                    <a:pt x="4916714" y="2278200"/>
                  </a:lnTo>
                  <a:lnTo>
                    <a:pt x="4917570" y="2278200"/>
                  </a:lnTo>
                  <a:lnTo>
                    <a:pt x="4918425" y="2278200"/>
                  </a:lnTo>
                  <a:lnTo>
                    <a:pt x="4919281" y="2255202"/>
                  </a:lnTo>
                  <a:lnTo>
                    <a:pt x="4920136" y="2269189"/>
                  </a:lnTo>
                  <a:lnTo>
                    <a:pt x="4920992" y="2270368"/>
                  </a:lnTo>
                  <a:lnTo>
                    <a:pt x="4921847" y="2277537"/>
                  </a:lnTo>
                  <a:lnTo>
                    <a:pt x="4922703" y="2278200"/>
                  </a:lnTo>
                  <a:lnTo>
                    <a:pt x="4922703" y="2278200"/>
                  </a:lnTo>
                  <a:lnTo>
                    <a:pt x="4923559" y="2278200"/>
                  </a:lnTo>
                  <a:lnTo>
                    <a:pt x="4924414" y="2278200"/>
                  </a:lnTo>
                  <a:lnTo>
                    <a:pt x="4925270" y="2278200"/>
                  </a:lnTo>
                  <a:lnTo>
                    <a:pt x="4926125" y="2278200"/>
                  </a:lnTo>
                  <a:lnTo>
                    <a:pt x="4926981" y="2275678"/>
                  </a:lnTo>
                  <a:lnTo>
                    <a:pt x="4927836" y="2267273"/>
                  </a:lnTo>
                  <a:lnTo>
                    <a:pt x="4928692" y="2252168"/>
                  </a:lnTo>
                  <a:lnTo>
                    <a:pt x="4929547" y="2235095"/>
                  </a:lnTo>
                  <a:lnTo>
                    <a:pt x="4930403" y="2252259"/>
                  </a:lnTo>
                  <a:lnTo>
                    <a:pt x="4931258" y="2242987"/>
                  </a:lnTo>
                  <a:lnTo>
                    <a:pt x="4932114" y="2248938"/>
                  </a:lnTo>
                  <a:lnTo>
                    <a:pt x="4932969" y="2208100"/>
                  </a:lnTo>
                  <a:lnTo>
                    <a:pt x="4933825" y="2201045"/>
                  </a:lnTo>
                  <a:lnTo>
                    <a:pt x="4934680" y="2134544"/>
                  </a:lnTo>
                  <a:lnTo>
                    <a:pt x="4935536" y="2145963"/>
                  </a:lnTo>
                  <a:lnTo>
                    <a:pt x="4936391" y="2231288"/>
                  </a:lnTo>
                  <a:lnTo>
                    <a:pt x="4937247" y="2174248"/>
                  </a:lnTo>
                  <a:lnTo>
                    <a:pt x="4938103" y="2204544"/>
                  </a:lnTo>
                  <a:lnTo>
                    <a:pt x="4938958" y="2185175"/>
                  </a:lnTo>
                  <a:lnTo>
                    <a:pt x="4939814" y="2164077"/>
                  </a:lnTo>
                  <a:lnTo>
                    <a:pt x="4940669" y="2126080"/>
                  </a:lnTo>
                  <a:lnTo>
                    <a:pt x="4941525" y="2095318"/>
                  </a:lnTo>
                  <a:lnTo>
                    <a:pt x="4942380" y="2149728"/>
                  </a:lnTo>
                  <a:lnTo>
                    <a:pt x="4943236" y="2159373"/>
                  </a:lnTo>
                  <a:lnTo>
                    <a:pt x="4944091" y="2169819"/>
                  </a:lnTo>
                  <a:lnTo>
                    <a:pt x="4944947" y="2200262"/>
                  </a:lnTo>
                  <a:lnTo>
                    <a:pt x="4945802" y="2220348"/>
                  </a:lnTo>
                  <a:lnTo>
                    <a:pt x="4946658" y="2231051"/>
                  </a:lnTo>
                  <a:lnTo>
                    <a:pt x="4947513" y="2255673"/>
                  </a:lnTo>
                  <a:lnTo>
                    <a:pt x="4948369" y="2246709"/>
                  </a:lnTo>
                  <a:lnTo>
                    <a:pt x="4949224" y="2229661"/>
                  </a:lnTo>
                  <a:lnTo>
                    <a:pt x="4950080" y="2227354"/>
                  </a:lnTo>
                  <a:lnTo>
                    <a:pt x="4950935" y="2278200"/>
                  </a:lnTo>
                  <a:lnTo>
                    <a:pt x="4950935" y="2278200"/>
                  </a:lnTo>
                  <a:lnTo>
                    <a:pt x="4951791" y="2234609"/>
                  </a:lnTo>
                  <a:lnTo>
                    <a:pt x="4952646" y="2278200"/>
                  </a:lnTo>
                  <a:lnTo>
                    <a:pt x="4952646" y="2278200"/>
                  </a:lnTo>
                  <a:lnTo>
                    <a:pt x="4953502" y="2278200"/>
                  </a:lnTo>
                  <a:lnTo>
                    <a:pt x="4954358" y="2278200"/>
                  </a:lnTo>
                  <a:lnTo>
                    <a:pt x="4955213" y="2278200"/>
                  </a:lnTo>
                  <a:lnTo>
                    <a:pt x="4956069" y="2278200"/>
                  </a:lnTo>
                  <a:lnTo>
                    <a:pt x="4956924" y="2278200"/>
                  </a:lnTo>
                  <a:lnTo>
                    <a:pt x="4957780" y="2278200"/>
                  </a:lnTo>
                  <a:lnTo>
                    <a:pt x="4958635" y="2278200"/>
                  </a:lnTo>
                  <a:lnTo>
                    <a:pt x="4959491" y="2278200"/>
                  </a:lnTo>
                  <a:lnTo>
                    <a:pt x="4960346" y="2269212"/>
                  </a:lnTo>
                  <a:lnTo>
                    <a:pt x="4961202" y="2278200"/>
                  </a:lnTo>
                  <a:lnTo>
                    <a:pt x="4961202" y="2278200"/>
                  </a:lnTo>
                  <a:lnTo>
                    <a:pt x="4962057" y="2278200"/>
                  </a:lnTo>
                  <a:lnTo>
                    <a:pt x="4962913" y="2278200"/>
                  </a:lnTo>
                  <a:lnTo>
                    <a:pt x="4963768" y="2278200"/>
                  </a:lnTo>
                  <a:lnTo>
                    <a:pt x="4964624" y="2278200"/>
                  </a:lnTo>
                  <a:lnTo>
                    <a:pt x="4965479" y="2278200"/>
                  </a:lnTo>
                  <a:lnTo>
                    <a:pt x="4966335" y="2278200"/>
                  </a:lnTo>
                  <a:lnTo>
                    <a:pt x="4967190" y="2261124"/>
                  </a:lnTo>
                  <a:lnTo>
                    <a:pt x="4968046" y="2241764"/>
                  </a:lnTo>
                  <a:lnTo>
                    <a:pt x="4968901" y="2200833"/>
                  </a:lnTo>
                  <a:lnTo>
                    <a:pt x="4969757" y="2237386"/>
                  </a:lnTo>
                  <a:lnTo>
                    <a:pt x="4970613" y="2191643"/>
                  </a:lnTo>
                  <a:lnTo>
                    <a:pt x="4971468" y="2200344"/>
                  </a:lnTo>
                  <a:lnTo>
                    <a:pt x="4972324" y="2190449"/>
                  </a:lnTo>
                  <a:lnTo>
                    <a:pt x="4973179" y="2122726"/>
                  </a:lnTo>
                  <a:lnTo>
                    <a:pt x="4974035" y="2167922"/>
                  </a:lnTo>
                  <a:lnTo>
                    <a:pt x="4974890" y="2129256"/>
                  </a:lnTo>
                  <a:lnTo>
                    <a:pt x="4975746" y="2140856"/>
                  </a:lnTo>
                  <a:lnTo>
                    <a:pt x="4976601" y="2188660"/>
                  </a:lnTo>
                  <a:lnTo>
                    <a:pt x="4977457" y="2178814"/>
                  </a:lnTo>
                  <a:lnTo>
                    <a:pt x="4978312" y="2239282"/>
                  </a:lnTo>
                  <a:lnTo>
                    <a:pt x="4979168" y="2243197"/>
                  </a:lnTo>
                  <a:lnTo>
                    <a:pt x="4980023" y="2209682"/>
                  </a:lnTo>
                  <a:lnTo>
                    <a:pt x="4980879" y="2259373"/>
                  </a:lnTo>
                  <a:lnTo>
                    <a:pt x="4981734" y="2278200"/>
                  </a:lnTo>
                  <a:lnTo>
                    <a:pt x="4981734" y="2278200"/>
                  </a:lnTo>
                  <a:lnTo>
                    <a:pt x="4982590" y="2278200"/>
                  </a:lnTo>
                  <a:lnTo>
                    <a:pt x="4983445" y="2278200"/>
                  </a:lnTo>
                  <a:lnTo>
                    <a:pt x="4984301" y="2278200"/>
                  </a:lnTo>
                  <a:lnTo>
                    <a:pt x="4985157" y="2278200"/>
                  </a:lnTo>
                  <a:lnTo>
                    <a:pt x="4986012" y="2278200"/>
                  </a:lnTo>
                  <a:lnTo>
                    <a:pt x="4986868" y="2278200"/>
                  </a:lnTo>
                  <a:lnTo>
                    <a:pt x="4987723" y="2278200"/>
                  </a:lnTo>
                  <a:lnTo>
                    <a:pt x="4988579" y="2278200"/>
                  </a:lnTo>
                  <a:lnTo>
                    <a:pt x="4989434" y="2278200"/>
                  </a:lnTo>
                  <a:lnTo>
                    <a:pt x="4990290" y="2278200"/>
                  </a:lnTo>
                  <a:lnTo>
                    <a:pt x="4991145" y="2278200"/>
                  </a:lnTo>
                  <a:lnTo>
                    <a:pt x="4992001" y="2277014"/>
                  </a:lnTo>
                  <a:lnTo>
                    <a:pt x="4992856" y="2267474"/>
                  </a:lnTo>
                  <a:lnTo>
                    <a:pt x="4993712" y="2262902"/>
                  </a:lnTo>
                  <a:lnTo>
                    <a:pt x="4994567" y="2227724"/>
                  </a:lnTo>
                  <a:lnTo>
                    <a:pt x="4995423" y="2192208"/>
                  </a:lnTo>
                  <a:lnTo>
                    <a:pt x="4996278" y="2186692"/>
                  </a:lnTo>
                  <a:lnTo>
                    <a:pt x="4997134" y="2218226"/>
                  </a:lnTo>
                  <a:lnTo>
                    <a:pt x="4997989" y="2247447"/>
                  </a:lnTo>
                  <a:lnTo>
                    <a:pt x="4998845" y="2229683"/>
                  </a:lnTo>
                  <a:lnTo>
                    <a:pt x="4999700" y="2206337"/>
                  </a:lnTo>
                  <a:lnTo>
                    <a:pt x="5000556" y="2184450"/>
                  </a:lnTo>
                  <a:lnTo>
                    <a:pt x="5001412" y="2225859"/>
                  </a:lnTo>
                  <a:lnTo>
                    <a:pt x="5002267" y="2249937"/>
                  </a:lnTo>
                  <a:lnTo>
                    <a:pt x="5003123" y="2217989"/>
                  </a:lnTo>
                  <a:lnTo>
                    <a:pt x="5003978" y="2226517"/>
                  </a:lnTo>
                  <a:lnTo>
                    <a:pt x="5004834" y="2206466"/>
                  </a:lnTo>
                  <a:lnTo>
                    <a:pt x="5005689" y="2205552"/>
                  </a:lnTo>
                  <a:lnTo>
                    <a:pt x="5006545" y="2235748"/>
                  </a:lnTo>
                  <a:lnTo>
                    <a:pt x="5007400" y="2197014"/>
                  </a:lnTo>
                  <a:lnTo>
                    <a:pt x="5008256" y="2212471"/>
                  </a:lnTo>
                  <a:lnTo>
                    <a:pt x="5009111" y="2161290"/>
                  </a:lnTo>
                  <a:lnTo>
                    <a:pt x="5009967" y="2189687"/>
                  </a:lnTo>
                  <a:lnTo>
                    <a:pt x="5010822" y="2151444"/>
                  </a:lnTo>
                  <a:lnTo>
                    <a:pt x="5011678" y="2193889"/>
                  </a:lnTo>
                  <a:lnTo>
                    <a:pt x="5012533" y="2178940"/>
                  </a:lnTo>
                  <a:lnTo>
                    <a:pt x="5013389" y="2168564"/>
                  </a:lnTo>
                  <a:lnTo>
                    <a:pt x="5014244" y="2225853"/>
                  </a:lnTo>
                  <a:lnTo>
                    <a:pt x="5015100" y="2209619"/>
                  </a:lnTo>
                  <a:lnTo>
                    <a:pt x="5015955" y="2176142"/>
                  </a:lnTo>
                  <a:lnTo>
                    <a:pt x="5016811" y="2178899"/>
                  </a:lnTo>
                  <a:lnTo>
                    <a:pt x="5017667" y="2166487"/>
                  </a:lnTo>
                  <a:lnTo>
                    <a:pt x="5018522" y="2203007"/>
                  </a:lnTo>
                  <a:lnTo>
                    <a:pt x="5019378" y="2164577"/>
                  </a:lnTo>
                  <a:lnTo>
                    <a:pt x="5020233" y="2111655"/>
                  </a:lnTo>
                  <a:lnTo>
                    <a:pt x="5021089" y="2068445"/>
                  </a:lnTo>
                  <a:lnTo>
                    <a:pt x="5021944" y="1976750"/>
                  </a:lnTo>
                  <a:lnTo>
                    <a:pt x="5022800" y="2004144"/>
                  </a:lnTo>
                  <a:lnTo>
                    <a:pt x="5023655" y="1934692"/>
                  </a:lnTo>
                  <a:lnTo>
                    <a:pt x="5024511" y="1962416"/>
                  </a:lnTo>
                  <a:lnTo>
                    <a:pt x="5025366" y="2025230"/>
                  </a:lnTo>
                  <a:lnTo>
                    <a:pt x="5026222" y="1983155"/>
                  </a:lnTo>
                  <a:lnTo>
                    <a:pt x="5027077" y="2025988"/>
                  </a:lnTo>
                  <a:lnTo>
                    <a:pt x="5027933" y="1957776"/>
                  </a:lnTo>
                  <a:lnTo>
                    <a:pt x="5028788" y="1935172"/>
                  </a:lnTo>
                  <a:lnTo>
                    <a:pt x="5029644" y="1978500"/>
                  </a:lnTo>
                  <a:lnTo>
                    <a:pt x="5030499" y="2007841"/>
                  </a:lnTo>
                  <a:lnTo>
                    <a:pt x="5031355" y="2066018"/>
                  </a:lnTo>
                  <a:lnTo>
                    <a:pt x="5032211" y="2163756"/>
                  </a:lnTo>
                  <a:lnTo>
                    <a:pt x="5033066" y="2154868"/>
                  </a:lnTo>
                  <a:lnTo>
                    <a:pt x="5033922" y="2169568"/>
                  </a:lnTo>
                  <a:lnTo>
                    <a:pt x="5034777" y="2170386"/>
                  </a:lnTo>
                  <a:lnTo>
                    <a:pt x="5035633" y="2153967"/>
                  </a:lnTo>
                  <a:lnTo>
                    <a:pt x="5036488" y="2167414"/>
                  </a:lnTo>
                  <a:lnTo>
                    <a:pt x="5037344" y="2164983"/>
                  </a:lnTo>
                  <a:lnTo>
                    <a:pt x="5038199" y="2179369"/>
                  </a:lnTo>
                  <a:lnTo>
                    <a:pt x="5039055" y="2153020"/>
                  </a:lnTo>
                  <a:lnTo>
                    <a:pt x="5039910" y="2126339"/>
                  </a:lnTo>
                  <a:lnTo>
                    <a:pt x="5040766" y="2098354"/>
                  </a:lnTo>
                  <a:lnTo>
                    <a:pt x="5041621" y="2088322"/>
                  </a:lnTo>
                  <a:lnTo>
                    <a:pt x="5042477" y="2050942"/>
                  </a:lnTo>
                  <a:lnTo>
                    <a:pt x="5043332" y="1996431"/>
                  </a:lnTo>
                  <a:lnTo>
                    <a:pt x="5044188" y="2026729"/>
                  </a:lnTo>
                  <a:lnTo>
                    <a:pt x="5045043" y="2017683"/>
                  </a:lnTo>
                  <a:lnTo>
                    <a:pt x="5045899" y="1960099"/>
                  </a:lnTo>
                  <a:lnTo>
                    <a:pt x="5046754" y="2012018"/>
                  </a:lnTo>
                  <a:lnTo>
                    <a:pt x="5047610" y="1963055"/>
                  </a:lnTo>
                  <a:lnTo>
                    <a:pt x="5048466" y="2007766"/>
                  </a:lnTo>
                  <a:lnTo>
                    <a:pt x="5049321" y="1999642"/>
                  </a:lnTo>
                  <a:lnTo>
                    <a:pt x="5050177" y="1985234"/>
                  </a:lnTo>
                  <a:lnTo>
                    <a:pt x="5051032" y="1994361"/>
                  </a:lnTo>
                  <a:lnTo>
                    <a:pt x="5051888" y="2068478"/>
                  </a:lnTo>
                  <a:lnTo>
                    <a:pt x="5052743" y="2115513"/>
                  </a:lnTo>
                  <a:lnTo>
                    <a:pt x="5053599" y="2123582"/>
                  </a:lnTo>
                  <a:lnTo>
                    <a:pt x="5054454" y="2120464"/>
                  </a:lnTo>
                  <a:lnTo>
                    <a:pt x="5055310" y="2180717"/>
                  </a:lnTo>
                  <a:lnTo>
                    <a:pt x="5056165" y="2149696"/>
                  </a:lnTo>
                  <a:lnTo>
                    <a:pt x="5057021" y="2110258"/>
                  </a:lnTo>
                  <a:lnTo>
                    <a:pt x="5057876" y="2050229"/>
                  </a:lnTo>
                  <a:lnTo>
                    <a:pt x="5058732" y="2103667"/>
                  </a:lnTo>
                  <a:lnTo>
                    <a:pt x="5059587" y="2091861"/>
                  </a:lnTo>
                  <a:lnTo>
                    <a:pt x="5060443" y="2102627"/>
                  </a:lnTo>
                  <a:lnTo>
                    <a:pt x="5061298" y="2086772"/>
                  </a:lnTo>
                  <a:lnTo>
                    <a:pt x="5062154" y="2053522"/>
                  </a:lnTo>
                  <a:lnTo>
                    <a:pt x="5063009" y="2098135"/>
                  </a:lnTo>
                  <a:lnTo>
                    <a:pt x="5063865" y="2036594"/>
                  </a:lnTo>
                  <a:lnTo>
                    <a:pt x="5064721" y="2089487"/>
                  </a:lnTo>
                  <a:lnTo>
                    <a:pt x="5065576" y="2094100"/>
                  </a:lnTo>
                  <a:lnTo>
                    <a:pt x="5066432" y="2126640"/>
                  </a:lnTo>
                  <a:lnTo>
                    <a:pt x="5067287" y="2140397"/>
                  </a:lnTo>
                  <a:lnTo>
                    <a:pt x="5068143" y="2148108"/>
                  </a:lnTo>
                  <a:lnTo>
                    <a:pt x="5068998" y="2127664"/>
                  </a:lnTo>
                  <a:lnTo>
                    <a:pt x="5069854" y="2109593"/>
                  </a:lnTo>
                  <a:lnTo>
                    <a:pt x="5070709" y="2068932"/>
                  </a:lnTo>
                  <a:lnTo>
                    <a:pt x="5071565" y="2049521"/>
                  </a:lnTo>
                  <a:lnTo>
                    <a:pt x="5072420" y="2007206"/>
                  </a:lnTo>
                  <a:lnTo>
                    <a:pt x="5073276" y="2002353"/>
                  </a:lnTo>
                  <a:lnTo>
                    <a:pt x="5074131" y="2030705"/>
                  </a:lnTo>
                  <a:lnTo>
                    <a:pt x="5074987" y="2016961"/>
                  </a:lnTo>
                  <a:lnTo>
                    <a:pt x="5075842" y="1961782"/>
                  </a:lnTo>
                  <a:lnTo>
                    <a:pt x="5076698" y="1938568"/>
                  </a:lnTo>
                  <a:lnTo>
                    <a:pt x="5077553" y="1893093"/>
                  </a:lnTo>
                  <a:lnTo>
                    <a:pt x="5078409" y="1862406"/>
                  </a:lnTo>
                  <a:lnTo>
                    <a:pt x="5079265" y="1809608"/>
                  </a:lnTo>
                  <a:lnTo>
                    <a:pt x="5080120" y="1811952"/>
                  </a:lnTo>
                  <a:lnTo>
                    <a:pt x="5080976" y="1806005"/>
                  </a:lnTo>
                  <a:lnTo>
                    <a:pt x="5081831" y="1820978"/>
                  </a:lnTo>
                  <a:lnTo>
                    <a:pt x="5082687" y="1864075"/>
                  </a:lnTo>
                  <a:lnTo>
                    <a:pt x="5083542" y="1895176"/>
                  </a:lnTo>
                  <a:lnTo>
                    <a:pt x="5084398" y="1953724"/>
                  </a:lnTo>
                  <a:lnTo>
                    <a:pt x="5085253" y="1990950"/>
                  </a:lnTo>
                  <a:lnTo>
                    <a:pt x="5086109" y="1976673"/>
                  </a:lnTo>
                  <a:lnTo>
                    <a:pt x="5086964" y="2003607"/>
                  </a:lnTo>
                  <a:lnTo>
                    <a:pt x="5087820" y="2015887"/>
                  </a:lnTo>
                  <a:lnTo>
                    <a:pt x="5088675" y="2072544"/>
                  </a:lnTo>
                  <a:lnTo>
                    <a:pt x="5089531" y="2087341"/>
                  </a:lnTo>
                  <a:lnTo>
                    <a:pt x="5090386" y="2111154"/>
                  </a:lnTo>
                  <a:lnTo>
                    <a:pt x="5091242" y="2148619"/>
                  </a:lnTo>
                  <a:lnTo>
                    <a:pt x="5092097" y="2178003"/>
                  </a:lnTo>
                  <a:lnTo>
                    <a:pt x="5092953" y="2208812"/>
                  </a:lnTo>
                  <a:lnTo>
                    <a:pt x="5093808" y="2197832"/>
                  </a:lnTo>
                  <a:lnTo>
                    <a:pt x="5094664" y="2195683"/>
                  </a:lnTo>
                  <a:lnTo>
                    <a:pt x="5095520" y="2167030"/>
                  </a:lnTo>
                  <a:lnTo>
                    <a:pt x="5096375" y="2173518"/>
                  </a:lnTo>
                  <a:lnTo>
                    <a:pt x="5097231" y="2091706"/>
                  </a:lnTo>
                  <a:lnTo>
                    <a:pt x="5098086" y="2088596"/>
                  </a:lnTo>
                  <a:lnTo>
                    <a:pt x="5098942" y="2082471"/>
                  </a:lnTo>
                  <a:lnTo>
                    <a:pt x="5099797" y="2085877"/>
                  </a:lnTo>
                  <a:lnTo>
                    <a:pt x="5100653" y="2093217"/>
                  </a:lnTo>
                  <a:lnTo>
                    <a:pt x="5101508" y="2079634"/>
                  </a:lnTo>
                  <a:lnTo>
                    <a:pt x="5102364" y="2022080"/>
                  </a:lnTo>
                  <a:lnTo>
                    <a:pt x="5103219" y="2004299"/>
                  </a:lnTo>
                  <a:lnTo>
                    <a:pt x="5104075" y="1950891"/>
                  </a:lnTo>
                  <a:lnTo>
                    <a:pt x="5104930" y="1918162"/>
                  </a:lnTo>
                  <a:lnTo>
                    <a:pt x="5105786" y="1902559"/>
                  </a:lnTo>
                  <a:lnTo>
                    <a:pt x="5106641" y="1831029"/>
                  </a:lnTo>
                  <a:lnTo>
                    <a:pt x="5107497" y="1809124"/>
                  </a:lnTo>
                  <a:lnTo>
                    <a:pt x="5108352" y="1803577"/>
                  </a:lnTo>
                  <a:lnTo>
                    <a:pt x="5109208" y="1805340"/>
                  </a:lnTo>
                  <a:lnTo>
                    <a:pt x="5110063" y="1847088"/>
                  </a:lnTo>
                  <a:lnTo>
                    <a:pt x="5110919" y="1878500"/>
                  </a:lnTo>
                  <a:lnTo>
                    <a:pt x="5111775" y="1914776"/>
                  </a:lnTo>
                  <a:lnTo>
                    <a:pt x="5112630" y="1971296"/>
                  </a:lnTo>
                  <a:lnTo>
                    <a:pt x="5113486" y="1993794"/>
                  </a:lnTo>
                  <a:lnTo>
                    <a:pt x="5114341" y="2002902"/>
                  </a:lnTo>
                  <a:lnTo>
                    <a:pt x="5115197" y="2020320"/>
                  </a:lnTo>
                  <a:lnTo>
                    <a:pt x="5116052" y="2014865"/>
                  </a:lnTo>
                  <a:lnTo>
                    <a:pt x="5116908" y="2013786"/>
                  </a:lnTo>
                  <a:lnTo>
                    <a:pt x="5117763" y="1987779"/>
                  </a:lnTo>
                  <a:lnTo>
                    <a:pt x="5118619" y="1953582"/>
                  </a:lnTo>
                  <a:lnTo>
                    <a:pt x="5119474" y="1886439"/>
                  </a:lnTo>
                  <a:lnTo>
                    <a:pt x="5120330" y="1923943"/>
                  </a:lnTo>
                  <a:lnTo>
                    <a:pt x="5121185" y="1884932"/>
                  </a:lnTo>
                  <a:lnTo>
                    <a:pt x="5122041" y="1882435"/>
                  </a:lnTo>
                  <a:lnTo>
                    <a:pt x="5122896" y="1903338"/>
                  </a:lnTo>
                  <a:lnTo>
                    <a:pt x="5123752" y="1909457"/>
                  </a:lnTo>
                  <a:lnTo>
                    <a:pt x="5124607" y="2012238"/>
                  </a:lnTo>
                  <a:lnTo>
                    <a:pt x="5125463" y="2060682"/>
                  </a:lnTo>
                  <a:lnTo>
                    <a:pt x="5126318" y="1986842"/>
                  </a:lnTo>
                  <a:lnTo>
                    <a:pt x="5127174" y="1955144"/>
                  </a:lnTo>
                  <a:lnTo>
                    <a:pt x="5128030" y="1893821"/>
                  </a:lnTo>
                  <a:lnTo>
                    <a:pt x="5128885" y="1885446"/>
                  </a:lnTo>
                  <a:lnTo>
                    <a:pt x="5129741" y="1844562"/>
                  </a:lnTo>
                  <a:lnTo>
                    <a:pt x="5130596" y="1804372"/>
                  </a:lnTo>
                  <a:lnTo>
                    <a:pt x="5131452" y="1907059"/>
                  </a:lnTo>
                  <a:lnTo>
                    <a:pt x="5132307" y="1895734"/>
                  </a:lnTo>
                  <a:lnTo>
                    <a:pt x="5133163" y="1954331"/>
                  </a:lnTo>
                  <a:lnTo>
                    <a:pt x="5134018" y="1915136"/>
                  </a:lnTo>
                  <a:lnTo>
                    <a:pt x="5134874" y="1901185"/>
                  </a:lnTo>
                  <a:lnTo>
                    <a:pt x="5135729" y="1936465"/>
                  </a:lnTo>
                  <a:lnTo>
                    <a:pt x="5136585" y="2006268"/>
                  </a:lnTo>
                  <a:lnTo>
                    <a:pt x="5137440" y="2029260"/>
                  </a:lnTo>
                  <a:lnTo>
                    <a:pt x="5138296" y="2033387"/>
                  </a:lnTo>
                  <a:lnTo>
                    <a:pt x="5139151" y="2026230"/>
                  </a:lnTo>
                  <a:lnTo>
                    <a:pt x="5140007" y="2078234"/>
                  </a:lnTo>
                  <a:lnTo>
                    <a:pt x="5140862" y="2120570"/>
                  </a:lnTo>
                  <a:lnTo>
                    <a:pt x="5141718" y="2141453"/>
                  </a:lnTo>
                  <a:lnTo>
                    <a:pt x="5142574" y="2126605"/>
                  </a:lnTo>
                  <a:lnTo>
                    <a:pt x="5143429" y="2160318"/>
                  </a:lnTo>
                  <a:lnTo>
                    <a:pt x="5144285" y="2182033"/>
                  </a:lnTo>
                  <a:lnTo>
                    <a:pt x="5145140" y="2194512"/>
                  </a:lnTo>
                  <a:lnTo>
                    <a:pt x="5145996" y="2212618"/>
                  </a:lnTo>
                  <a:lnTo>
                    <a:pt x="5146851" y="2210331"/>
                  </a:lnTo>
                  <a:lnTo>
                    <a:pt x="5147707" y="2215762"/>
                  </a:lnTo>
                  <a:lnTo>
                    <a:pt x="5148562" y="2229862"/>
                  </a:lnTo>
                  <a:lnTo>
                    <a:pt x="5149418" y="2261027"/>
                  </a:lnTo>
                  <a:lnTo>
                    <a:pt x="5150273" y="2252522"/>
                  </a:lnTo>
                  <a:lnTo>
                    <a:pt x="5151129" y="2251421"/>
                  </a:lnTo>
                  <a:lnTo>
                    <a:pt x="5151984" y="2256825"/>
                  </a:lnTo>
                  <a:lnTo>
                    <a:pt x="5152840" y="2278200"/>
                  </a:lnTo>
                  <a:lnTo>
                    <a:pt x="5152840" y="2278200"/>
                  </a:lnTo>
                  <a:lnTo>
                    <a:pt x="5153695" y="2272667"/>
                  </a:lnTo>
                  <a:lnTo>
                    <a:pt x="5154551" y="2274457"/>
                  </a:lnTo>
                  <a:lnTo>
                    <a:pt x="5155406" y="2257706"/>
                  </a:lnTo>
                  <a:lnTo>
                    <a:pt x="5156262" y="2266173"/>
                  </a:lnTo>
                  <a:lnTo>
                    <a:pt x="5157117" y="2278200"/>
                  </a:lnTo>
                  <a:lnTo>
                    <a:pt x="5157117" y="2278200"/>
                  </a:lnTo>
                  <a:lnTo>
                    <a:pt x="5157973" y="2278200"/>
                  </a:lnTo>
                  <a:lnTo>
                    <a:pt x="5158829" y="2238146"/>
                  </a:lnTo>
                  <a:lnTo>
                    <a:pt x="5159684" y="2244467"/>
                  </a:lnTo>
                  <a:lnTo>
                    <a:pt x="5160540" y="2258452"/>
                  </a:lnTo>
                  <a:lnTo>
                    <a:pt x="5161395" y="2260472"/>
                  </a:lnTo>
                  <a:lnTo>
                    <a:pt x="5162251" y="2219480"/>
                  </a:lnTo>
                  <a:lnTo>
                    <a:pt x="5163106" y="2214370"/>
                  </a:lnTo>
                  <a:lnTo>
                    <a:pt x="5163962" y="2243083"/>
                  </a:lnTo>
                  <a:lnTo>
                    <a:pt x="5164817" y="2240736"/>
                  </a:lnTo>
                  <a:lnTo>
                    <a:pt x="5165673" y="2245732"/>
                  </a:lnTo>
                  <a:lnTo>
                    <a:pt x="5166528" y="2221956"/>
                  </a:lnTo>
                  <a:lnTo>
                    <a:pt x="5167384" y="2208001"/>
                  </a:lnTo>
                  <a:lnTo>
                    <a:pt x="5168239" y="2196041"/>
                  </a:lnTo>
                  <a:lnTo>
                    <a:pt x="5169095" y="2168149"/>
                  </a:lnTo>
                  <a:lnTo>
                    <a:pt x="5169950" y="2129004"/>
                  </a:lnTo>
                  <a:lnTo>
                    <a:pt x="5170806" y="2131470"/>
                  </a:lnTo>
                  <a:lnTo>
                    <a:pt x="5171661" y="2134732"/>
                  </a:lnTo>
                  <a:lnTo>
                    <a:pt x="5172517" y="2146869"/>
                  </a:lnTo>
                  <a:lnTo>
                    <a:pt x="5173372" y="2118921"/>
                  </a:lnTo>
                  <a:lnTo>
                    <a:pt x="5174228" y="2135688"/>
                  </a:lnTo>
                  <a:lnTo>
                    <a:pt x="5175084" y="2089577"/>
                  </a:lnTo>
                  <a:lnTo>
                    <a:pt x="5175939" y="2077280"/>
                  </a:lnTo>
                  <a:lnTo>
                    <a:pt x="5176795" y="2041461"/>
                  </a:lnTo>
                  <a:lnTo>
                    <a:pt x="5177650" y="1998453"/>
                  </a:lnTo>
                  <a:lnTo>
                    <a:pt x="5178506" y="1920351"/>
                  </a:lnTo>
                  <a:lnTo>
                    <a:pt x="5179361" y="1920023"/>
                  </a:lnTo>
                  <a:lnTo>
                    <a:pt x="5180217" y="1865267"/>
                  </a:lnTo>
                  <a:lnTo>
                    <a:pt x="5181072" y="1847367"/>
                  </a:lnTo>
                  <a:lnTo>
                    <a:pt x="5181928" y="1851066"/>
                  </a:lnTo>
                  <a:lnTo>
                    <a:pt x="5182783" y="1858169"/>
                  </a:lnTo>
                  <a:lnTo>
                    <a:pt x="5183639" y="1860087"/>
                  </a:lnTo>
                  <a:lnTo>
                    <a:pt x="5184494" y="1859903"/>
                  </a:lnTo>
                  <a:lnTo>
                    <a:pt x="5185350" y="1932912"/>
                  </a:lnTo>
                  <a:lnTo>
                    <a:pt x="5186205" y="1945893"/>
                  </a:lnTo>
                  <a:lnTo>
                    <a:pt x="5187061" y="1992699"/>
                  </a:lnTo>
                  <a:lnTo>
                    <a:pt x="5187916" y="2011273"/>
                  </a:lnTo>
                  <a:lnTo>
                    <a:pt x="5188772" y="2048262"/>
                  </a:lnTo>
                  <a:lnTo>
                    <a:pt x="5189628" y="2107487"/>
                  </a:lnTo>
                  <a:lnTo>
                    <a:pt x="5190483" y="2104210"/>
                  </a:lnTo>
                  <a:lnTo>
                    <a:pt x="5191339" y="2097929"/>
                  </a:lnTo>
                  <a:lnTo>
                    <a:pt x="5192194" y="2108977"/>
                  </a:lnTo>
                  <a:lnTo>
                    <a:pt x="5193050" y="2095824"/>
                  </a:lnTo>
                  <a:lnTo>
                    <a:pt x="5193905" y="2030218"/>
                  </a:lnTo>
                  <a:lnTo>
                    <a:pt x="5194761" y="1983847"/>
                  </a:lnTo>
                  <a:lnTo>
                    <a:pt x="5195616" y="1999028"/>
                  </a:lnTo>
                  <a:lnTo>
                    <a:pt x="5196472" y="2005817"/>
                  </a:lnTo>
                  <a:lnTo>
                    <a:pt x="5197327" y="1971272"/>
                  </a:lnTo>
                  <a:lnTo>
                    <a:pt x="5198183" y="1963035"/>
                  </a:lnTo>
                  <a:lnTo>
                    <a:pt x="5199038" y="1964285"/>
                  </a:lnTo>
                  <a:lnTo>
                    <a:pt x="5199894" y="1924085"/>
                  </a:lnTo>
                  <a:lnTo>
                    <a:pt x="5200749" y="1858667"/>
                  </a:lnTo>
                  <a:lnTo>
                    <a:pt x="5201605" y="1826780"/>
                  </a:lnTo>
                  <a:lnTo>
                    <a:pt x="5202460" y="1821870"/>
                  </a:lnTo>
                  <a:lnTo>
                    <a:pt x="5203316" y="1884906"/>
                  </a:lnTo>
                  <a:lnTo>
                    <a:pt x="5204171" y="1855369"/>
                  </a:lnTo>
                  <a:lnTo>
                    <a:pt x="5205027" y="1847457"/>
                  </a:lnTo>
                  <a:lnTo>
                    <a:pt x="5205883" y="1857628"/>
                  </a:lnTo>
                  <a:lnTo>
                    <a:pt x="5206738" y="1940848"/>
                  </a:lnTo>
                  <a:lnTo>
                    <a:pt x="5207594" y="1878376"/>
                  </a:lnTo>
                  <a:lnTo>
                    <a:pt x="5208449" y="1848328"/>
                  </a:lnTo>
                  <a:lnTo>
                    <a:pt x="5209305" y="1810547"/>
                  </a:lnTo>
                  <a:lnTo>
                    <a:pt x="5210160" y="1770559"/>
                  </a:lnTo>
                  <a:lnTo>
                    <a:pt x="5211016" y="1826209"/>
                  </a:lnTo>
                  <a:lnTo>
                    <a:pt x="5211871" y="1818191"/>
                  </a:lnTo>
                  <a:lnTo>
                    <a:pt x="5212727" y="1868172"/>
                  </a:lnTo>
                  <a:lnTo>
                    <a:pt x="5213582" y="1871388"/>
                  </a:lnTo>
                  <a:lnTo>
                    <a:pt x="5214438" y="1872578"/>
                  </a:lnTo>
                  <a:lnTo>
                    <a:pt x="5215293" y="1932634"/>
                  </a:lnTo>
                  <a:lnTo>
                    <a:pt x="5216149" y="1971668"/>
                  </a:lnTo>
                  <a:lnTo>
                    <a:pt x="5217004" y="1958204"/>
                  </a:lnTo>
                  <a:lnTo>
                    <a:pt x="5217860" y="1976722"/>
                  </a:lnTo>
                  <a:lnTo>
                    <a:pt x="5218715" y="1986650"/>
                  </a:lnTo>
                  <a:lnTo>
                    <a:pt x="5219571" y="2035455"/>
                  </a:lnTo>
                  <a:lnTo>
                    <a:pt x="5220426" y="2077540"/>
                  </a:lnTo>
                  <a:lnTo>
                    <a:pt x="5221282" y="2101821"/>
                  </a:lnTo>
                  <a:lnTo>
                    <a:pt x="5222138" y="2098297"/>
                  </a:lnTo>
                  <a:lnTo>
                    <a:pt x="5222993" y="2124894"/>
                  </a:lnTo>
                  <a:lnTo>
                    <a:pt x="5223849" y="2123738"/>
                  </a:lnTo>
                  <a:lnTo>
                    <a:pt x="5224704" y="2146543"/>
                  </a:lnTo>
                  <a:lnTo>
                    <a:pt x="5225560" y="2159660"/>
                  </a:lnTo>
                  <a:lnTo>
                    <a:pt x="5226415" y="2127334"/>
                  </a:lnTo>
                  <a:lnTo>
                    <a:pt x="5227271" y="2206865"/>
                  </a:lnTo>
                  <a:lnTo>
                    <a:pt x="5228126" y="2194143"/>
                  </a:lnTo>
                  <a:lnTo>
                    <a:pt x="5228982" y="2204183"/>
                  </a:lnTo>
                  <a:lnTo>
                    <a:pt x="5229837" y="2230248"/>
                  </a:lnTo>
                  <a:lnTo>
                    <a:pt x="5230693" y="2201745"/>
                  </a:lnTo>
                  <a:lnTo>
                    <a:pt x="5231548" y="2250049"/>
                  </a:lnTo>
                  <a:lnTo>
                    <a:pt x="5232404" y="2242176"/>
                  </a:lnTo>
                  <a:lnTo>
                    <a:pt x="5233259" y="2239565"/>
                  </a:lnTo>
                  <a:lnTo>
                    <a:pt x="5234115" y="2241807"/>
                  </a:lnTo>
                  <a:lnTo>
                    <a:pt x="5234970" y="2168848"/>
                  </a:lnTo>
                  <a:lnTo>
                    <a:pt x="5235826" y="2204739"/>
                  </a:lnTo>
                  <a:lnTo>
                    <a:pt x="5236682" y="2179306"/>
                  </a:lnTo>
                  <a:lnTo>
                    <a:pt x="5237537" y="2166238"/>
                  </a:lnTo>
                  <a:lnTo>
                    <a:pt x="5238393" y="2167082"/>
                  </a:lnTo>
                  <a:lnTo>
                    <a:pt x="5239248" y="2109654"/>
                  </a:lnTo>
                  <a:lnTo>
                    <a:pt x="5240104" y="2120928"/>
                  </a:lnTo>
                  <a:lnTo>
                    <a:pt x="5240959" y="2079000"/>
                  </a:lnTo>
                  <a:lnTo>
                    <a:pt x="5241815" y="2017130"/>
                  </a:lnTo>
                  <a:lnTo>
                    <a:pt x="5242670" y="2005873"/>
                  </a:lnTo>
                  <a:lnTo>
                    <a:pt x="5243526" y="1989692"/>
                  </a:lnTo>
                  <a:lnTo>
                    <a:pt x="5244381" y="1996996"/>
                  </a:lnTo>
                  <a:lnTo>
                    <a:pt x="5245237" y="1997272"/>
                  </a:lnTo>
                  <a:lnTo>
                    <a:pt x="5246092" y="1971371"/>
                  </a:lnTo>
                  <a:lnTo>
                    <a:pt x="5246948" y="1964388"/>
                  </a:lnTo>
                  <a:lnTo>
                    <a:pt x="5247803" y="1896121"/>
                  </a:lnTo>
                  <a:lnTo>
                    <a:pt x="5248659" y="1876889"/>
                  </a:lnTo>
                  <a:lnTo>
                    <a:pt x="5249514" y="1813790"/>
                  </a:lnTo>
                  <a:lnTo>
                    <a:pt x="5250370" y="1793216"/>
                  </a:lnTo>
                  <a:lnTo>
                    <a:pt x="5251225" y="1762533"/>
                  </a:lnTo>
                  <a:lnTo>
                    <a:pt x="5252081" y="1760429"/>
                  </a:lnTo>
                  <a:lnTo>
                    <a:pt x="5252937" y="1820645"/>
                  </a:lnTo>
                  <a:lnTo>
                    <a:pt x="5253792" y="1752751"/>
                  </a:lnTo>
                  <a:lnTo>
                    <a:pt x="5254648" y="1801002"/>
                  </a:lnTo>
                  <a:lnTo>
                    <a:pt x="5255503" y="1798310"/>
                  </a:lnTo>
                  <a:lnTo>
                    <a:pt x="5256359" y="1837303"/>
                  </a:lnTo>
                  <a:lnTo>
                    <a:pt x="5257214" y="1858364"/>
                  </a:lnTo>
                  <a:lnTo>
                    <a:pt x="5258070" y="1851758"/>
                  </a:lnTo>
                  <a:lnTo>
                    <a:pt x="5258925" y="1855589"/>
                  </a:lnTo>
                  <a:lnTo>
                    <a:pt x="5259781" y="1837584"/>
                  </a:lnTo>
                  <a:lnTo>
                    <a:pt x="5260636" y="1774158"/>
                  </a:lnTo>
                  <a:lnTo>
                    <a:pt x="5261492" y="1776151"/>
                  </a:lnTo>
                  <a:lnTo>
                    <a:pt x="5262347" y="1781590"/>
                  </a:lnTo>
                  <a:lnTo>
                    <a:pt x="5263203" y="1820682"/>
                  </a:lnTo>
                  <a:lnTo>
                    <a:pt x="5264058" y="1829826"/>
                  </a:lnTo>
                  <a:lnTo>
                    <a:pt x="5264914" y="1777012"/>
                  </a:lnTo>
                  <a:lnTo>
                    <a:pt x="5265769" y="1822382"/>
                  </a:lnTo>
                  <a:lnTo>
                    <a:pt x="5266625" y="1844594"/>
                  </a:lnTo>
                  <a:lnTo>
                    <a:pt x="5267480" y="1829946"/>
                  </a:lnTo>
                  <a:lnTo>
                    <a:pt x="5268336" y="1761571"/>
                  </a:lnTo>
                  <a:lnTo>
                    <a:pt x="5269192" y="1709397"/>
                  </a:lnTo>
                  <a:lnTo>
                    <a:pt x="5270047" y="1784033"/>
                  </a:lnTo>
                  <a:lnTo>
                    <a:pt x="5270903" y="1687211"/>
                  </a:lnTo>
                  <a:lnTo>
                    <a:pt x="5271758" y="1702490"/>
                  </a:lnTo>
                  <a:lnTo>
                    <a:pt x="5272614" y="1674935"/>
                  </a:lnTo>
                  <a:lnTo>
                    <a:pt x="5273469" y="1702964"/>
                  </a:lnTo>
                  <a:lnTo>
                    <a:pt x="5274325" y="1721252"/>
                  </a:lnTo>
                  <a:lnTo>
                    <a:pt x="5275180" y="1718797"/>
                  </a:lnTo>
                  <a:lnTo>
                    <a:pt x="5276036" y="1769224"/>
                  </a:lnTo>
                  <a:lnTo>
                    <a:pt x="5276891" y="1858795"/>
                  </a:lnTo>
                  <a:lnTo>
                    <a:pt x="5277747" y="1875775"/>
                  </a:lnTo>
                  <a:lnTo>
                    <a:pt x="5278602" y="1882682"/>
                  </a:lnTo>
                  <a:lnTo>
                    <a:pt x="5279458" y="1897111"/>
                  </a:lnTo>
                  <a:lnTo>
                    <a:pt x="5280313" y="1881440"/>
                  </a:lnTo>
                  <a:lnTo>
                    <a:pt x="5281169" y="1948955"/>
                  </a:lnTo>
                  <a:lnTo>
                    <a:pt x="5282024" y="1987625"/>
                  </a:lnTo>
                  <a:lnTo>
                    <a:pt x="5282880" y="2052427"/>
                  </a:lnTo>
                  <a:lnTo>
                    <a:pt x="5283736" y="2112553"/>
                  </a:lnTo>
                  <a:lnTo>
                    <a:pt x="5284591" y="2121122"/>
                  </a:lnTo>
                  <a:lnTo>
                    <a:pt x="5285447" y="2150636"/>
                  </a:lnTo>
                  <a:lnTo>
                    <a:pt x="5286302" y="2202307"/>
                  </a:lnTo>
                  <a:lnTo>
                    <a:pt x="5287158" y="2186204"/>
                  </a:lnTo>
                  <a:lnTo>
                    <a:pt x="5288013" y="2214393"/>
                  </a:lnTo>
                  <a:lnTo>
                    <a:pt x="5288869" y="2226595"/>
                  </a:lnTo>
                  <a:lnTo>
                    <a:pt x="5289724" y="2196137"/>
                  </a:lnTo>
                  <a:lnTo>
                    <a:pt x="5290580" y="2198283"/>
                  </a:lnTo>
                  <a:lnTo>
                    <a:pt x="5291435" y="2206101"/>
                  </a:lnTo>
                  <a:lnTo>
                    <a:pt x="5292291" y="2228217"/>
                  </a:lnTo>
                  <a:lnTo>
                    <a:pt x="5293146" y="2248965"/>
                  </a:lnTo>
                  <a:lnTo>
                    <a:pt x="5294002" y="2213089"/>
                  </a:lnTo>
                  <a:lnTo>
                    <a:pt x="5294857" y="2264665"/>
                  </a:lnTo>
                  <a:lnTo>
                    <a:pt x="5295713" y="2265431"/>
                  </a:lnTo>
                  <a:lnTo>
                    <a:pt x="5296568" y="2259900"/>
                  </a:lnTo>
                  <a:lnTo>
                    <a:pt x="5297424" y="2260938"/>
                  </a:lnTo>
                  <a:lnTo>
                    <a:pt x="5298279" y="2241151"/>
                  </a:lnTo>
                  <a:lnTo>
                    <a:pt x="5299135" y="2239303"/>
                  </a:lnTo>
                  <a:lnTo>
                    <a:pt x="5299991" y="2231515"/>
                  </a:lnTo>
                  <a:lnTo>
                    <a:pt x="5300846" y="2226585"/>
                  </a:lnTo>
                  <a:lnTo>
                    <a:pt x="5301702" y="2246896"/>
                  </a:lnTo>
                  <a:lnTo>
                    <a:pt x="5302557" y="2258304"/>
                  </a:lnTo>
                  <a:lnTo>
                    <a:pt x="5303413" y="2241041"/>
                  </a:lnTo>
                  <a:lnTo>
                    <a:pt x="5304268" y="2209838"/>
                  </a:lnTo>
                  <a:lnTo>
                    <a:pt x="5305124" y="2208520"/>
                  </a:lnTo>
                  <a:lnTo>
                    <a:pt x="5305979" y="2209272"/>
                  </a:lnTo>
                  <a:lnTo>
                    <a:pt x="5306835" y="2200789"/>
                  </a:lnTo>
                  <a:lnTo>
                    <a:pt x="5307690" y="2233523"/>
                  </a:lnTo>
                  <a:lnTo>
                    <a:pt x="5308546" y="2181242"/>
                  </a:lnTo>
                  <a:lnTo>
                    <a:pt x="5309401" y="2193099"/>
                  </a:lnTo>
                  <a:lnTo>
                    <a:pt x="5310257" y="2193176"/>
                  </a:lnTo>
                  <a:lnTo>
                    <a:pt x="5311112" y="2090702"/>
                  </a:lnTo>
                  <a:lnTo>
                    <a:pt x="5311968" y="2050433"/>
                  </a:lnTo>
                  <a:lnTo>
                    <a:pt x="5312823" y="1985465"/>
                  </a:lnTo>
                  <a:lnTo>
                    <a:pt x="5313679" y="2020272"/>
                  </a:lnTo>
                  <a:lnTo>
                    <a:pt x="5314534" y="2024432"/>
                  </a:lnTo>
                  <a:lnTo>
                    <a:pt x="5315390" y="1908332"/>
                  </a:lnTo>
                  <a:lnTo>
                    <a:pt x="5316246" y="1882372"/>
                  </a:lnTo>
                  <a:lnTo>
                    <a:pt x="5317101" y="1875338"/>
                  </a:lnTo>
                  <a:lnTo>
                    <a:pt x="5317957" y="1856041"/>
                  </a:lnTo>
                  <a:lnTo>
                    <a:pt x="5318812" y="1825934"/>
                  </a:lnTo>
                  <a:lnTo>
                    <a:pt x="5319668" y="1737551"/>
                  </a:lnTo>
                  <a:lnTo>
                    <a:pt x="5320523" y="1752785"/>
                  </a:lnTo>
                  <a:lnTo>
                    <a:pt x="5321379" y="1724350"/>
                  </a:lnTo>
                  <a:lnTo>
                    <a:pt x="5322234" y="1757487"/>
                  </a:lnTo>
                  <a:lnTo>
                    <a:pt x="5323090" y="1777464"/>
                  </a:lnTo>
                  <a:lnTo>
                    <a:pt x="5323945" y="1751537"/>
                  </a:lnTo>
                  <a:lnTo>
                    <a:pt x="5324801" y="1792728"/>
                  </a:lnTo>
                  <a:lnTo>
                    <a:pt x="5325656" y="1786830"/>
                  </a:lnTo>
                  <a:lnTo>
                    <a:pt x="5326512" y="1787985"/>
                  </a:lnTo>
                  <a:lnTo>
                    <a:pt x="5327367" y="1779247"/>
                  </a:lnTo>
                  <a:lnTo>
                    <a:pt x="5328223" y="1828933"/>
                  </a:lnTo>
                  <a:lnTo>
                    <a:pt x="5329078" y="1807556"/>
                  </a:lnTo>
                  <a:lnTo>
                    <a:pt x="5329934" y="1882779"/>
                  </a:lnTo>
                  <a:lnTo>
                    <a:pt x="5330789" y="1896759"/>
                  </a:lnTo>
                  <a:lnTo>
                    <a:pt x="5331645" y="1857932"/>
                  </a:lnTo>
                  <a:lnTo>
                    <a:pt x="5332501" y="1870820"/>
                  </a:lnTo>
                  <a:lnTo>
                    <a:pt x="5333356" y="1810967"/>
                  </a:lnTo>
                  <a:lnTo>
                    <a:pt x="5334212" y="1840313"/>
                  </a:lnTo>
                  <a:lnTo>
                    <a:pt x="5335067" y="1746853"/>
                  </a:lnTo>
                  <a:lnTo>
                    <a:pt x="5335923" y="1754582"/>
                  </a:lnTo>
                  <a:lnTo>
                    <a:pt x="5336778" y="1721251"/>
                  </a:lnTo>
                  <a:lnTo>
                    <a:pt x="5337634" y="1688617"/>
                  </a:lnTo>
                  <a:lnTo>
                    <a:pt x="5338489" y="1689445"/>
                  </a:lnTo>
                  <a:lnTo>
                    <a:pt x="5339345" y="1666969"/>
                  </a:lnTo>
                  <a:lnTo>
                    <a:pt x="5340200" y="1710483"/>
                  </a:lnTo>
                  <a:lnTo>
                    <a:pt x="5341056" y="1660376"/>
                  </a:lnTo>
                  <a:lnTo>
                    <a:pt x="5341911" y="1685466"/>
                  </a:lnTo>
                  <a:lnTo>
                    <a:pt x="5342767" y="1695369"/>
                  </a:lnTo>
                  <a:lnTo>
                    <a:pt x="5343622" y="1718421"/>
                  </a:lnTo>
                  <a:lnTo>
                    <a:pt x="5344478" y="1737399"/>
                  </a:lnTo>
                  <a:lnTo>
                    <a:pt x="5345333" y="1729305"/>
                  </a:lnTo>
                  <a:lnTo>
                    <a:pt x="5346189" y="1758582"/>
                  </a:lnTo>
                  <a:lnTo>
                    <a:pt x="5347045" y="1787093"/>
                  </a:lnTo>
                  <a:lnTo>
                    <a:pt x="5347900" y="1752199"/>
                  </a:lnTo>
                  <a:lnTo>
                    <a:pt x="5348756" y="1773583"/>
                  </a:lnTo>
                  <a:lnTo>
                    <a:pt x="5349611" y="1739598"/>
                  </a:lnTo>
                  <a:lnTo>
                    <a:pt x="5350467" y="1711967"/>
                  </a:lnTo>
                  <a:lnTo>
                    <a:pt x="5351322" y="1731638"/>
                  </a:lnTo>
                  <a:lnTo>
                    <a:pt x="5352178" y="1818309"/>
                  </a:lnTo>
                  <a:lnTo>
                    <a:pt x="5353033" y="1811687"/>
                  </a:lnTo>
                  <a:lnTo>
                    <a:pt x="5353889" y="1783327"/>
                  </a:lnTo>
                  <a:lnTo>
                    <a:pt x="5354744" y="1775115"/>
                  </a:lnTo>
                  <a:lnTo>
                    <a:pt x="5355600" y="1784735"/>
                  </a:lnTo>
                  <a:lnTo>
                    <a:pt x="5356455" y="1774093"/>
                  </a:lnTo>
                  <a:lnTo>
                    <a:pt x="5357311" y="1740208"/>
                  </a:lnTo>
                  <a:lnTo>
                    <a:pt x="5358166" y="1796519"/>
                  </a:lnTo>
                  <a:lnTo>
                    <a:pt x="5359022" y="1816608"/>
                  </a:lnTo>
                  <a:lnTo>
                    <a:pt x="5359877" y="1858667"/>
                  </a:lnTo>
                  <a:lnTo>
                    <a:pt x="5360733" y="1831392"/>
                  </a:lnTo>
                  <a:lnTo>
                    <a:pt x="5361588" y="1817101"/>
                  </a:lnTo>
                  <a:lnTo>
                    <a:pt x="5362444" y="1889974"/>
                  </a:lnTo>
                  <a:lnTo>
                    <a:pt x="5363300" y="1880762"/>
                  </a:lnTo>
                  <a:lnTo>
                    <a:pt x="5364155" y="1890350"/>
                  </a:lnTo>
                  <a:lnTo>
                    <a:pt x="5365011" y="1918264"/>
                  </a:lnTo>
                  <a:lnTo>
                    <a:pt x="5365866" y="1985773"/>
                  </a:lnTo>
                  <a:lnTo>
                    <a:pt x="5366722" y="2032984"/>
                  </a:lnTo>
                  <a:lnTo>
                    <a:pt x="5367577" y="1956797"/>
                  </a:lnTo>
                  <a:lnTo>
                    <a:pt x="5368433" y="1906480"/>
                  </a:lnTo>
                  <a:lnTo>
                    <a:pt x="5369288" y="1895188"/>
                  </a:lnTo>
                  <a:lnTo>
                    <a:pt x="5370144" y="1931664"/>
                  </a:lnTo>
                  <a:lnTo>
                    <a:pt x="5370999" y="1997047"/>
                  </a:lnTo>
                  <a:lnTo>
                    <a:pt x="5371855" y="2006115"/>
                  </a:lnTo>
                  <a:lnTo>
                    <a:pt x="5372710" y="1994186"/>
                  </a:lnTo>
                  <a:lnTo>
                    <a:pt x="5373566" y="1949906"/>
                  </a:lnTo>
                  <a:lnTo>
                    <a:pt x="5374421" y="1924412"/>
                  </a:lnTo>
                  <a:lnTo>
                    <a:pt x="5375277" y="1902338"/>
                  </a:lnTo>
                  <a:lnTo>
                    <a:pt x="5376132" y="1880990"/>
                  </a:lnTo>
                  <a:lnTo>
                    <a:pt x="5376988" y="1870795"/>
                  </a:lnTo>
                  <a:lnTo>
                    <a:pt x="5377843" y="1872675"/>
                  </a:lnTo>
                  <a:lnTo>
                    <a:pt x="5378699" y="1984197"/>
                  </a:lnTo>
                  <a:lnTo>
                    <a:pt x="5379555" y="1973325"/>
                  </a:lnTo>
                  <a:lnTo>
                    <a:pt x="5380410" y="1955703"/>
                  </a:lnTo>
                  <a:lnTo>
                    <a:pt x="5381266" y="1966316"/>
                  </a:lnTo>
                  <a:lnTo>
                    <a:pt x="5382121" y="1853061"/>
                  </a:lnTo>
                  <a:lnTo>
                    <a:pt x="5382977" y="1901545"/>
                  </a:lnTo>
                  <a:lnTo>
                    <a:pt x="5383832" y="1911941"/>
                  </a:lnTo>
                  <a:lnTo>
                    <a:pt x="5384688" y="1922863"/>
                  </a:lnTo>
                  <a:lnTo>
                    <a:pt x="5385543" y="1873028"/>
                  </a:lnTo>
                  <a:lnTo>
                    <a:pt x="5386399" y="1825052"/>
                  </a:lnTo>
                  <a:lnTo>
                    <a:pt x="5387254" y="1809088"/>
                  </a:lnTo>
                  <a:lnTo>
                    <a:pt x="5388110" y="1779749"/>
                  </a:lnTo>
                  <a:lnTo>
                    <a:pt x="5388965" y="1761462"/>
                  </a:lnTo>
                  <a:lnTo>
                    <a:pt x="5389821" y="1793546"/>
                  </a:lnTo>
                  <a:lnTo>
                    <a:pt x="5390676" y="1746276"/>
                  </a:lnTo>
                  <a:lnTo>
                    <a:pt x="5391532" y="1731248"/>
                  </a:lnTo>
                  <a:lnTo>
                    <a:pt x="5392387" y="1710402"/>
                  </a:lnTo>
                  <a:lnTo>
                    <a:pt x="5393243" y="1718461"/>
                  </a:lnTo>
                  <a:lnTo>
                    <a:pt x="5394099" y="1684242"/>
                  </a:lnTo>
                  <a:lnTo>
                    <a:pt x="5394954" y="1660704"/>
                  </a:lnTo>
                  <a:lnTo>
                    <a:pt x="5395810" y="1703321"/>
                  </a:lnTo>
                  <a:lnTo>
                    <a:pt x="5396665" y="1701744"/>
                  </a:lnTo>
                  <a:lnTo>
                    <a:pt x="5397521" y="1717276"/>
                  </a:lnTo>
                  <a:lnTo>
                    <a:pt x="5398376" y="1710158"/>
                  </a:lnTo>
                  <a:lnTo>
                    <a:pt x="5399232" y="1715554"/>
                  </a:lnTo>
                  <a:lnTo>
                    <a:pt x="5400087" y="1721086"/>
                  </a:lnTo>
                  <a:lnTo>
                    <a:pt x="5400943" y="1689723"/>
                  </a:lnTo>
                  <a:lnTo>
                    <a:pt x="5401798" y="1679259"/>
                  </a:lnTo>
                  <a:lnTo>
                    <a:pt x="5402654" y="1635726"/>
                  </a:lnTo>
                  <a:lnTo>
                    <a:pt x="5403509" y="1650174"/>
                  </a:lnTo>
                  <a:lnTo>
                    <a:pt x="5404365" y="1696588"/>
                  </a:lnTo>
                  <a:lnTo>
                    <a:pt x="5405220" y="1672736"/>
                  </a:lnTo>
                  <a:lnTo>
                    <a:pt x="5406076" y="1696672"/>
                  </a:lnTo>
                  <a:lnTo>
                    <a:pt x="5406931" y="1748937"/>
                  </a:lnTo>
                  <a:lnTo>
                    <a:pt x="5407787" y="1692867"/>
                  </a:lnTo>
                  <a:lnTo>
                    <a:pt x="5408642" y="1730265"/>
                  </a:lnTo>
                  <a:lnTo>
                    <a:pt x="5409498" y="1721449"/>
                  </a:lnTo>
                  <a:lnTo>
                    <a:pt x="5410354" y="1707065"/>
                  </a:lnTo>
                  <a:lnTo>
                    <a:pt x="5411209" y="1772933"/>
                  </a:lnTo>
                  <a:lnTo>
                    <a:pt x="5412065" y="1760509"/>
                  </a:lnTo>
                  <a:lnTo>
                    <a:pt x="5412920" y="1838490"/>
                  </a:lnTo>
                  <a:lnTo>
                    <a:pt x="5413776" y="1902569"/>
                  </a:lnTo>
                  <a:lnTo>
                    <a:pt x="5414631" y="1908383"/>
                  </a:lnTo>
                  <a:lnTo>
                    <a:pt x="5415487" y="1801117"/>
                  </a:lnTo>
                  <a:lnTo>
                    <a:pt x="5416342" y="1820608"/>
                  </a:lnTo>
                  <a:lnTo>
                    <a:pt x="5417198" y="1704975"/>
                  </a:lnTo>
                  <a:lnTo>
                    <a:pt x="5418053" y="1767375"/>
                  </a:lnTo>
                  <a:lnTo>
                    <a:pt x="5418909" y="1728285"/>
                  </a:lnTo>
                  <a:lnTo>
                    <a:pt x="5419764" y="1677739"/>
                  </a:lnTo>
                  <a:lnTo>
                    <a:pt x="5420620" y="1724067"/>
                  </a:lnTo>
                  <a:lnTo>
                    <a:pt x="5421475" y="1766692"/>
                  </a:lnTo>
                  <a:lnTo>
                    <a:pt x="5422331" y="1850155"/>
                  </a:lnTo>
                  <a:lnTo>
                    <a:pt x="5423186" y="1757017"/>
                  </a:lnTo>
                  <a:lnTo>
                    <a:pt x="5424042" y="1748623"/>
                  </a:lnTo>
                  <a:lnTo>
                    <a:pt x="5424897" y="1780470"/>
                  </a:lnTo>
                  <a:lnTo>
                    <a:pt x="5425753" y="1774708"/>
                  </a:lnTo>
                  <a:lnTo>
                    <a:pt x="5426609" y="1734659"/>
                  </a:lnTo>
                  <a:lnTo>
                    <a:pt x="5427464" y="1736409"/>
                  </a:lnTo>
                  <a:lnTo>
                    <a:pt x="5428320" y="1824714"/>
                  </a:lnTo>
                  <a:lnTo>
                    <a:pt x="5429175" y="1842904"/>
                  </a:lnTo>
                  <a:lnTo>
                    <a:pt x="5430031" y="1830054"/>
                  </a:lnTo>
                  <a:lnTo>
                    <a:pt x="5430886" y="1834239"/>
                  </a:lnTo>
                  <a:lnTo>
                    <a:pt x="5431742" y="1876337"/>
                  </a:lnTo>
                  <a:lnTo>
                    <a:pt x="5432597" y="1996575"/>
                  </a:lnTo>
                  <a:lnTo>
                    <a:pt x="5433453" y="1985801"/>
                  </a:lnTo>
                  <a:lnTo>
                    <a:pt x="5434308" y="1830318"/>
                  </a:lnTo>
                  <a:lnTo>
                    <a:pt x="5435164" y="1850413"/>
                  </a:lnTo>
                  <a:lnTo>
                    <a:pt x="5436019" y="1881723"/>
                  </a:lnTo>
                  <a:lnTo>
                    <a:pt x="5436875" y="1918783"/>
                  </a:lnTo>
                  <a:lnTo>
                    <a:pt x="5437730" y="1875468"/>
                  </a:lnTo>
                  <a:lnTo>
                    <a:pt x="5438586" y="1783967"/>
                  </a:lnTo>
                  <a:lnTo>
                    <a:pt x="5439441" y="1798498"/>
                  </a:lnTo>
                  <a:lnTo>
                    <a:pt x="5440297" y="1778547"/>
                  </a:lnTo>
                  <a:lnTo>
                    <a:pt x="5441153" y="1747989"/>
                  </a:lnTo>
                  <a:lnTo>
                    <a:pt x="5442008" y="1750983"/>
                  </a:lnTo>
                  <a:lnTo>
                    <a:pt x="5442864" y="1706745"/>
                  </a:lnTo>
                  <a:lnTo>
                    <a:pt x="5443719" y="1729929"/>
                  </a:lnTo>
                  <a:lnTo>
                    <a:pt x="5444575" y="1743800"/>
                  </a:lnTo>
                  <a:lnTo>
                    <a:pt x="5445430" y="1705012"/>
                  </a:lnTo>
                  <a:lnTo>
                    <a:pt x="5446286" y="1713704"/>
                  </a:lnTo>
                  <a:lnTo>
                    <a:pt x="5447141" y="1738544"/>
                  </a:lnTo>
                  <a:lnTo>
                    <a:pt x="5447997" y="1750912"/>
                  </a:lnTo>
                  <a:lnTo>
                    <a:pt x="5448852" y="1790812"/>
                  </a:lnTo>
                  <a:lnTo>
                    <a:pt x="5449708" y="1738142"/>
                  </a:lnTo>
                  <a:lnTo>
                    <a:pt x="5450563" y="1748641"/>
                  </a:lnTo>
                  <a:lnTo>
                    <a:pt x="5451419" y="1760994"/>
                  </a:lnTo>
                  <a:lnTo>
                    <a:pt x="5452274" y="1739352"/>
                  </a:lnTo>
                  <a:lnTo>
                    <a:pt x="5453130" y="1792197"/>
                  </a:lnTo>
                  <a:lnTo>
                    <a:pt x="5453985" y="1759806"/>
                  </a:lnTo>
                  <a:lnTo>
                    <a:pt x="5454841" y="1780333"/>
                  </a:lnTo>
                  <a:lnTo>
                    <a:pt x="5455696" y="1786958"/>
                  </a:lnTo>
                  <a:lnTo>
                    <a:pt x="5456552" y="1730910"/>
                  </a:lnTo>
                  <a:lnTo>
                    <a:pt x="5457408" y="1808199"/>
                  </a:lnTo>
                  <a:lnTo>
                    <a:pt x="5458263" y="1746169"/>
                  </a:lnTo>
                  <a:lnTo>
                    <a:pt x="5459119" y="1710367"/>
                  </a:lnTo>
                  <a:lnTo>
                    <a:pt x="5459974" y="1669020"/>
                  </a:lnTo>
                  <a:lnTo>
                    <a:pt x="5460830" y="1766361"/>
                  </a:lnTo>
                  <a:lnTo>
                    <a:pt x="5461685" y="1740419"/>
                  </a:lnTo>
                  <a:lnTo>
                    <a:pt x="5462541" y="1648903"/>
                  </a:lnTo>
                  <a:lnTo>
                    <a:pt x="5463396" y="1598331"/>
                  </a:lnTo>
                  <a:lnTo>
                    <a:pt x="5464252" y="1612253"/>
                  </a:lnTo>
                  <a:lnTo>
                    <a:pt x="5465107" y="1639543"/>
                  </a:lnTo>
                  <a:lnTo>
                    <a:pt x="5465963" y="1613587"/>
                  </a:lnTo>
                  <a:lnTo>
                    <a:pt x="5466818" y="1611812"/>
                  </a:lnTo>
                  <a:lnTo>
                    <a:pt x="5467674" y="1638650"/>
                  </a:lnTo>
                  <a:lnTo>
                    <a:pt x="5468529" y="1639403"/>
                  </a:lnTo>
                  <a:lnTo>
                    <a:pt x="5469385" y="1615665"/>
                  </a:lnTo>
                  <a:lnTo>
                    <a:pt x="5470240" y="1658054"/>
                  </a:lnTo>
                  <a:lnTo>
                    <a:pt x="5471096" y="1652233"/>
                  </a:lnTo>
                  <a:lnTo>
                    <a:pt x="5471951" y="1640952"/>
                  </a:lnTo>
                  <a:lnTo>
                    <a:pt x="5472807" y="1679482"/>
                  </a:lnTo>
                  <a:lnTo>
                    <a:pt x="5473663" y="1642768"/>
                  </a:lnTo>
                  <a:lnTo>
                    <a:pt x="5474518" y="1735266"/>
                  </a:lnTo>
                  <a:lnTo>
                    <a:pt x="5475374" y="1638472"/>
                  </a:lnTo>
                  <a:lnTo>
                    <a:pt x="5476229" y="1745364"/>
                  </a:lnTo>
                  <a:lnTo>
                    <a:pt x="5477085" y="1715645"/>
                  </a:lnTo>
                  <a:lnTo>
                    <a:pt x="5477940" y="1712339"/>
                  </a:lnTo>
                  <a:lnTo>
                    <a:pt x="5478796" y="1724090"/>
                  </a:lnTo>
                  <a:lnTo>
                    <a:pt x="5479651" y="1860697"/>
                  </a:lnTo>
                  <a:lnTo>
                    <a:pt x="5480507" y="1950570"/>
                  </a:lnTo>
                  <a:lnTo>
                    <a:pt x="5481362" y="1946531"/>
                  </a:lnTo>
                  <a:lnTo>
                    <a:pt x="5482218" y="1842129"/>
                  </a:lnTo>
                  <a:lnTo>
                    <a:pt x="5483073" y="1855179"/>
                  </a:lnTo>
                  <a:lnTo>
                    <a:pt x="5483929" y="1907730"/>
                  </a:lnTo>
                  <a:lnTo>
                    <a:pt x="5484784" y="1955778"/>
                  </a:lnTo>
                  <a:lnTo>
                    <a:pt x="5485640" y="1959047"/>
                  </a:lnTo>
                  <a:lnTo>
                    <a:pt x="5486495" y="1969914"/>
                  </a:lnTo>
                  <a:lnTo>
                    <a:pt x="5487351" y="1930617"/>
                  </a:lnTo>
                  <a:lnTo>
                    <a:pt x="5488207" y="1926433"/>
                  </a:lnTo>
                  <a:lnTo>
                    <a:pt x="5489062" y="1902116"/>
                  </a:lnTo>
                  <a:lnTo>
                    <a:pt x="5489918" y="1836338"/>
                  </a:lnTo>
                  <a:lnTo>
                    <a:pt x="5490773" y="1833450"/>
                  </a:lnTo>
                  <a:lnTo>
                    <a:pt x="5491629" y="1826190"/>
                  </a:lnTo>
                  <a:lnTo>
                    <a:pt x="5492484" y="1820045"/>
                  </a:lnTo>
                  <a:lnTo>
                    <a:pt x="5493340" y="1745872"/>
                  </a:lnTo>
                  <a:lnTo>
                    <a:pt x="5494195" y="1752208"/>
                  </a:lnTo>
                  <a:lnTo>
                    <a:pt x="5495051" y="1768774"/>
                  </a:lnTo>
                  <a:lnTo>
                    <a:pt x="5495906" y="1854126"/>
                  </a:lnTo>
                  <a:lnTo>
                    <a:pt x="5496762" y="1816424"/>
                  </a:lnTo>
                  <a:lnTo>
                    <a:pt x="5497617" y="1794762"/>
                  </a:lnTo>
                  <a:lnTo>
                    <a:pt x="5498473" y="1799627"/>
                  </a:lnTo>
                  <a:lnTo>
                    <a:pt x="5499328" y="1833045"/>
                  </a:lnTo>
                  <a:lnTo>
                    <a:pt x="5500184" y="1830714"/>
                  </a:lnTo>
                  <a:lnTo>
                    <a:pt x="5501039" y="1841077"/>
                  </a:lnTo>
                  <a:lnTo>
                    <a:pt x="5501895" y="1758705"/>
                  </a:lnTo>
                  <a:lnTo>
                    <a:pt x="5502750" y="1740054"/>
                  </a:lnTo>
                  <a:lnTo>
                    <a:pt x="5503606" y="1757896"/>
                  </a:lnTo>
                  <a:lnTo>
                    <a:pt x="5504462" y="1841413"/>
                  </a:lnTo>
                  <a:lnTo>
                    <a:pt x="5505317" y="1781933"/>
                  </a:lnTo>
                  <a:lnTo>
                    <a:pt x="5506173" y="1739182"/>
                  </a:lnTo>
                  <a:lnTo>
                    <a:pt x="5507028" y="1808141"/>
                  </a:lnTo>
                  <a:lnTo>
                    <a:pt x="5507884" y="1913256"/>
                  </a:lnTo>
                  <a:lnTo>
                    <a:pt x="5508739" y="1878550"/>
                  </a:lnTo>
                  <a:lnTo>
                    <a:pt x="5509595" y="1929133"/>
                  </a:lnTo>
                  <a:lnTo>
                    <a:pt x="5510450" y="1865656"/>
                  </a:lnTo>
                  <a:lnTo>
                    <a:pt x="5511306" y="1779862"/>
                  </a:lnTo>
                  <a:lnTo>
                    <a:pt x="5512161" y="1759267"/>
                  </a:lnTo>
                  <a:lnTo>
                    <a:pt x="5513017" y="1696859"/>
                  </a:lnTo>
                  <a:lnTo>
                    <a:pt x="5513872" y="1760902"/>
                  </a:lnTo>
                  <a:lnTo>
                    <a:pt x="5514728" y="1684427"/>
                  </a:lnTo>
                  <a:lnTo>
                    <a:pt x="5515583" y="1702775"/>
                  </a:lnTo>
                  <a:lnTo>
                    <a:pt x="5516439" y="1650059"/>
                  </a:lnTo>
                  <a:lnTo>
                    <a:pt x="5517294" y="1636315"/>
                  </a:lnTo>
                  <a:lnTo>
                    <a:pt x="5518150" y="1639177"/>
                  </a:lnTo>
                  <a:lnTo>
                    <a:pt x="5519005" y="1678762"/>
                  </a:lnTo>
                  <a:lnTo>
                    <a:pt x="5519861" y="1767896"/>
                  </a:lnTo>
                  <a:lnTo>
                    <a:pt x="5520717" y="1743731"/>
                  </a:lnTo>
                  <a:lnTo>
                    <a:pt x="5521572" y="1743401"/>
                  </a:lnTo>
                  <a:lnTo>
                    <a:pt x="5522428" y="1756378"/>
                  </a:lnTo>
                  <a:lnTo>
                    <a:pt x="5523283" y="1800602"/>
                  </a:lnTo>
                  <a:lnTo>
                    <a:pt x="5524139" y="1818527"/>
                  </a:lnTo>
                  <a:lnTo>
                    <a:pt x="5524994" y="1772432"/>
                  </a:lnTo>
                  <a:lnTo>
                    <a:pt x="5525850" y="1762610"/>
                  </a:lnTo>
                  <a:lnTo>
                    <a:pt x="5526705" y="1794450"/>
                  </a:lnTo>
                  <a:lnTo>
                    <a:pt x="5527561" y="1749624"/>
                  </a:lnTo>
                  <a:lnTo>
                    <a:pt x="5528416" y="1765701"/>
                  </a:lnTo>
                  <a:lnTo>
                    <a:pt x="5529272" y="1765237"/>
                  </a:lnTo>
                  <a:lnTo>
                    <a:pt x="5530127" y="1728345"/>
                  </a:lnTo>
                  <a:lnTo>
                    <a:pt x="5530983" y="1820786"/>
                  </a:lnTo>
                  <a:lnTo>
                    <a:pt x="5531838" y="1838768"/>
                  </a:lnTo>
                  <a:lnTo>
                    <a:pt x="5532694" y="1807685"/>
                  </a:lnTo>
                  <a:lnTo>
                    <a:pt x="5533549" y="1813955"/>
                  </a:lnTo>
                  <a:lnTo>
                    <a:pt x="5534405" y="1822464"/>
                  </a:lnTo>
                  <a:lnTo>
                    <a:pt x="5535261" y="1827678"/>
                  </a:lnTo>
                  <a:lnTo>
                    <a:pt x="5536116" y="1858653"/>
                  </a:lnTo>
                  <a:lnTo>
                    <a:pt x="5536972" y="1817449"/>
                  </a:lnTo>
                  <a:lnTo>
                    <a:pt x="5537827" y="1845645"/>
                  </a:lnTo>
                  <a:lnTo>
                    <a:pt x="5538683" y="1848617"/>
                  </a:lnTo>
                  <a:lnTo>
                    <a:pt x="5539538" y="1863021"/>
                  </a:lnTo>
                  <a:lnTo>
                    <a:pt x="5540394" y="1855802"/>
                  </a:lnTo>
                  <a:lnTo>
                    <a:pt x="5541249" y="1862011"/>
                  </a:lnTo>
                  <a:lnTo>
                    <a:pt x="5542105" y="1892132"/>
                  </a:lnTo>
                  <a:lnTo>
                    <a:pt x="5542960" y="1910580"/>
                  </a:lnTo>
                  <a:lnTo>
                    <a:pt x="5543816" y="1906310"/>
                  </a:lnTo>
                  <a:lnTo>
                    <a:pt x="5544671" y="1980145"/>
                  </a:lnTo>
                  <a:lnTo>
                    <a:pt x="5545527" y="2020930"/>
                  </a:lnTo>
                  <a:lnTo>
                    <a:pt x="5546382" y="2025161"/>
                  </a:lnTo>
                  <a:lnTo>
                    <a:pt x="5547238" y="2083990"/>
                  </a:lnTo>
                  <a:lnTo>
                    <a:pt x="5548093" y="1991231"/>
                  </a:lnTo>
                  <a:lnTo>
                    <a:pt x="5548949" y="1902571"/>
                  </a:lnTo>
                  <a:lnTo>
                    <a:pt x="5549804" y="1904087"/>
                  </a:lnTo>
                  <a:lnTo>
                    <a:pt x="5550660" y="1988847"/>
                  </a:lnTo>
                  <a:lnTo>
                    <a:pt x="5551516" y="2004016"/>
                  </a:lnTo>
                  <a:lnTo>
                    <a:pt x="5552371" y="1940033"/>
                  </a:lnTo>
                  <a:lnTo>
                    <a:pt x="5553227" y="2003699"/>
                  </a:lnTo>
                  <a:lnTo>
                    <a:pt x="5554082" y="2083193"/>
                  </a:lnTo>
                  <a:lnTo>
                    <a:pt x="5554938" y="2093915"/>
                  </a:lnTo>
                  <a:lnTo>
                    <a:pt x="5555793" y="2088141"/>
                  </a:lnTo>
                  <a:lnTo>
                    <a:pt x="5556649" y="2091455"/>
                  </a:lnTo>
                  <a:lnTo>
                    <a:pt x="5557504" y="2112448"/>
                  </a:lnTo>
                  <a:lnTo>
                    <a:pt x="5558360" y="2067648"/>
                  </a:lnTo>
                  <a:lnTo>
                    <a:pt x="5559215" y="2020045"/>
                  </a:lnTo>
                  <a:lnTo>
                    <a:pt x="5560071" y="1986272"/>
                  </a:lnTo>
                  <a:lnTo>
                    <a:pt x="5560926" y="1984111"/>
                  </a:lnTo>
                  <a:lnTo>
                    <a:pt x="5561782" y="2030492"/>
                  </a:lnTo>
                  <a:lnTo>
                    <a:pt x="5562637" y="1981286"/>
                  </a:lnTo>
                  <a:lnTo>
                    <a:pt x="5563493" y="1956642"/>
                  </a:lnTo>
                  <a:lnTo>
                    <a:pt x="5564348" y="1978864"/>
                  </a:lnTo>
                  <a:lnTo>
                    <a:pt x="5565204" y="1956260"/>
                  </a:lnTo>
                  <a:lnTo>
                    <a:pt x="5566059" y="1916296"/>
                  </a:lnTo>
                  <a:lnTo>
                    <a:pt x="5566915" y="1906584"/>
                  </a:lnTo>
                  <a:lnTo>
                    <a:pt x="5567771" y="1991687"/>
                  </a:lnTo>
                  <a:lnTo>
                    <a:pt x="5568626" y="2003390"/>
                  </a:lnTo>
                  <a:lnTo>
                    <a:pt x="5569482" y="1998120"/>
                  </a:lnTo>
                  <a:lnTo>
                    <a:pt x="5570337" y="1907142"/>
                  </a:lnTo>
                  <a:lnTo>
                    <a:pt x="5571193" y="1875773"/>
                  </a:lnTo>
                  <a:lnTo>
                    <a:pt x="5572048" y="1880465"/>
                  </a:lnTo>
                  <a:lnTo>
                    <a:pt x="5572904" y="1909927"/>
                  </a:lnTo>
                  <a:lnTo>
                    <a:pt x="5573759" y="1831059"/>
                  </a:lnTo>
                  <a:lnTo>
                    <a:pt x="5574615" y="1819426"/>
                  </a:lnTo>
                  <a:lnTo>
                    <a:pt x="5575470" y="1805553"/>
                  </a:lnTo>
                  <a:lnTo>
                    <a:pt x="5576326" y="1827701"/>
                  </a:lnTo>
                  <a:lnTo>
                    <a:pt x="5577181" y="1811154"/>
                  </a:lnTo>
                  <a:lnTo>
                    <a:pt x="5578037" y="1838222"/>
                  </a:lnTo>
                  <a:lnTo>
                    <a:pt x="5578892" y="1833480"/>
                  </a:lnTo>
                  <a:lnTo>
                    <a:pt x="5579748" y="1852238"/>
                  </a:lnTo>
                  <a:lnTo>
                    <a:pt x="5580603" y="1856332"/>
                  </a:lnTo>
                  <a:lnTo>
                    <a:pt x="5581459" y="1837035"/>
                  </a:lnTo>
                  <a:lnTo>
                    <a:pt x="5582314" y="1918406"/>
                  </a:lnTo>
                  <a:lnTo>
                    <a:pt x="5583170" y="1891295"/>
                  </a:lnTo>
                  <a:lnTo>
                    <a:pt x="5584026" y="1954731"/>
                  </a:lnTo>
                  <a:lnTo>
                    <a:pt x="5584881" y="1896909"/>
                  </a:lnTo>
                  <a:lnTo>
                    <a:pt x="5585737" y="1921550"/>
                  </a:lnTo>
                  <a:lnTo>
                    <a:pt x="5586592" y="1867064"/>
                  </a:lnTo>
                  <a:lnTo>
                    <a:pt x="5587448" y="1891309"/>
                  </a:lnTo>
                  <a:lnTo>
                    <a:pt x="5588303" y="1905093"/>
                  </a:lnTo>
                  <a:lnTo>
                    <a:pt x="5589159" y="1889456"/>
                  </a:lnTo>
                  <a:lnTo>
                    <a:pt x="5590014" y="1896903"/>
                  </a:lnTo>
                  <a:lnTo>
                    <a:pt x="5590870" y="1916365"/>
                  </a:lnTo>
                  <a:lnTo>
                    <a:pt x="5591725" y="1936052"/>
                  </a:lnTo>
                  <a:lnTo>
                    <a:pt x="5592581" y="1941654"/>
                  </a:lnTo>
                  <a:lnTo>
                    <a:pt x="5593436" y="1844561"/>
                  </a:lnTo>
                  <a:lnTo>
                    <a:pt x="5594292" y="1874958"/>
                  </a:lnTo>
                  <a:lnTo>
                    <a:pt x="5595147" y="1843450"/>
                  </a:lnTo>
                  <a:lnTo>
                    <a:pt x="5596003" y="1824865"/>
                  </a:lnTo>
                  <a:lnTo>
                    <a:pt x="5596858" y="1849703"/>
                  </a:lnTo>
                  <a:lnTo>
                    <a:pt x="5597714" y="1825279"/>
                  </a:lnTo>
                  <a:lnTo>
                    <a:pt x="5598570" y="1885106"/>
                  </a:lnTo>
                  <a:lnTo>
                    <a:pt x="5599425" y="1899456"/>
                  </a:lnTo>
                  <a:lnTo>
                    <a:pt x="5600281" y="1942143"/>
                  </a:lnTo>
                  <a:lnTo>
                    <a:pt x="5601136" y="2007211"/>
                  </a:lnTo>
                  <a:lnTo>
                    <a:pt x="5601992" y="2021051"/>
                  </a:lnTo>
                  <a:lnTo>
                    <a:pt x="5602847" y="2040675"/>
                  </a:lnTo>
                  <a:lnTo>
                    <a:pt x="5603703" y="2000749"/>
                  </a:lnTo>
                  <a:lnTo>
                    <a:pt x="5604558" y="2015623"/>
                  </a:lnTo>
                  <a:lnTo>
                    <a:pt x="5605414" y="1950765"/>
                  </a:lnTo>
                  <a:lnTo>
                    <a:pt x="5606269" y="1957517"/>
                  </a:lnTo>
                  <a:lnTo>
                    <a:pt x="5607125" y="1995585"/>
                  </a:lnTo>
                  <a:lnTo>
                    <a:pt x="5607980" y="1990708"/>
                  </a:lnTo>
                  <a:lnTo>
                    <a:pt x="5608836" y="1979892"/>
                  </a:lnTo>
                  <a:lnTo>
                    <a:pt x="5609691" y="1989893"/>
                  </a:lnTo>
                  <a:lnTo>
                    <a:pt x="5610547" y="2074874"/>
                  </a:lnTo>
                  <a:lnTo>
                    <a:pt x="5611402" y="2084017"/>
                  </a:lnTo>
                  <a:lnTo>
                    <a:pt x="5612258" y="2059653"/>
                  </a:lnTo>
                  <a:lnTo>
                    <a:pt x="5613113" y="2053047"/>
                  </a:lnTo>
                  <a:lnTo>
                    <a:pt x="5613969" y="2071306"/>
                  </a:lnTo>
                  <a:lnTo>
                    <a:pt x="5614825" y="2043727"/>
                  </a:lnTo>
                  <a:lnTo>
                    <a:pt x="5615680" y="2041755"/>
                  </a:lnTo>
                  <a:lnTo>
                    <a:pt x="5616536" y="2065417"/>
                  </a:lnTo>
                  <a:lnTo>
                    <a:pt x="5617391" y="2083106"/>
                  </a:lnTo>
                  <a:lnTo>
                    <a:pt x="5618247" y="2088262"/>
                  </a:lnTo>
                  <a:lnTo>
                    <a:pt x="5619102" y="2092214"/>
                  </a:lnTo>
                  <a:lnTo>
                    <a:pt x="5619958" y="2070933"/>
                  </a:lnTo>
                  <a:lnTo>
                    <a:pt x="5620813" y="2099153"/>
                  </a:lnTo>
                  <a:lnTo>
                    <a:pt x="5621669" y="2127051"/>
                  </a:lnTo>
                  <a:lnTo>
                    <a:pt x="5622524" y="2151244"/>
                  </a:lnTo>
                  <a:lnTo>
                    <a:pt x="5623380" y="2190043"/>
                  </a:lnTo>
                  <a:lnTo>
                    <a:pt x="5624235" y="2196078"/>
                  </a:lnTo>
                  <a:lnTo>
                    <a:pt x="5625091" y="2190755"/>
                  </a:lnTo>
                  <a:lnTo>
                    <a:pt x="5625946" y="2192789"/>
                  </a:lnTo>
                  <a:lnTo>
                    <a:pt x="5626802" y="2157463"/>
                  </a:lnTo>
                  <a:lnTo>
                    <a:pt x="5627657" y="2181982"/>
                  </a:lnTo>
                  <a:lnTo>
                    <a:pt x="5628513" y="2185618"/>
                  </a:lnTo>
                  <a:lnTo>
                    <a:pt x="5629368" y="2185544"/>
                  </a:lnTo>
                  <a:lnTo>
                    <a:pt x="5630224" y="2204130"/>
                  </a:lnTo>
                  <a:lnTo>
                    <a:pt x="5631080" y="2203946"/>
                  </a:lnTo>
                  <a:lnTo>
                    <a:pt x="5631935" y="2199485"/>
                  </a:lnTo>
                  <a:lnTo>
                    <a:pt x="5632791" y="2194749"/>
                  </a:lnTo>
                  <a:lnTo>
                    <a:pt x="5633646" y="2157418"/>
                  </a:lnTo>
                  <a:lnTo>
                    <a:pt x="5634502" y="2148267"/>
                  </a:lnTo>
                  <a:lnTo>
                    <a:pt x="5635357" y="2168699"/>
                  </a:lnTo>
                  <a:lnTo>
                    <a:pt x="5636213" y="2198828"/>
                  </a:lnTo>
                  <a:lnTo>
                    <a:pt x="5637068" y="2218928"/>
                  </a:lnTo>
                  <a:lnTo>
                    <a:pt x="5637924" y="2214538"/>
                  </a:lnTo>
                  <a:lnTo>
                    <a:pt x="5638779" y="2191711"/>
                  </a:lnTo>
                  <a:lnTo>
                    <a:pt x="5639635" y="2216300"/>
                  </a:lnTo>
                  <a:lnTo>
                    <a:pt x="5640490" y="2204462"/>
                  </a:lnTo>
                  <a:lnTo>
                    <a:pt x="5641346" y="2187899"/>
                  </a:lnTo>
                  <a:lnTo>
                    <a:pt x="5642201" y="2150310"/>
                  </a:lnTo>
                  <a:lnTo>
                    <a:pt x="5643057" y="2151660"/>
                  </a:lnTo>
                  <a:lnTo>
                    <a:pt x="5643912" y="2175759"/>
                  </a:lnTo>
                  <a:lnTo>
                    <a:pt x="5644768" y="2190196"/>
                  </a:lnTo>
                  <a:lnTo>
                    <a:pt x="5645624" y="2191256"/>
                  </a:lnTo>
                  <a:lnTo>
                    <a:pt x="5646479" y="2191671"/>
                  </a:lnTo>
                  <a:lnTo>
                    <a:pt x="5647335" y="2200786"/>
                  </a:lnTo>
                  <a:lnTo>
                    <a:pt x="5648190" y="2239669"/>
                  </a:lnTo>
                  <a:lnTo>
                    <a:pt x="5649046" y="2243838"/>
                  </a:lnTo>
                  <a:lnTo>
                    <a:pt x="5649901" y="2206158"/>
                  </a:lnTo>
                  <a:lnTo>
                    <a:pt x="5650757" y="2205794"/>
                  </a:lnTo>
                  <a:lnTo>
                    <a:pt x="5651612" y="2228211"/>
                  </a:lnTo>
                  <a:lnTo>
                    <a:pt x="5652468" y="2278200"/>
                  </a:lnTo>
                  <a:lnTo>
                    <a:pt x="5652468" y="2278200"/>
                  </a:lnTo>
                  <a:lnTo>
                    <a:pt x="5653323" y="2254930"/>
                  </a:lnTo>
                  <a:lnTo>
                    <a:pt x="5654179" y="2192776"/>
                  </a:lnTo>
                  <a:lnTo>
                    <a:pt x="5655034" y="2140649"/>
                  </a:lnTo>
                  <a:lnTo>
                    <a:pt x="5655890" y="2142718"/>
                  </a:lnTo>
                  <a:lnTo>
                    <a:pt x="5656745" y="2116586"/>
                  </a:lnTo>
                  <a:lnTo>
                    <a:pt x="5657601" y="2079875"/>
                  </a:lnTo>
                  <a:lnTo>
                    <a:pt x="5658456" y="1995513"/>
                  </a:lnTo>
                  <a:lnTo>
                    <a:pt x="5659312" y="1980305"/>
                  </a:lnTo>
                  <a:lnTo>
                    <a:pt x="5660167" y="2009862"/>
                  </a:lnTo>
                  <a:lnTo>
                    <a:pt x="5661023" y="1982905"/>
                  </a:lnTo>
                  <a:lnTo>
                    <a:pt x="5661879" y="1957537"/>
                  </a:lnTo>
                  <a:lnTo>
                    <a:pt x="5662734" y="1931955"/>
                  </a:lnTo>
                  <a:lnTo>
                    <a:pt x="5663590" y="1978659"/>
                  </a:lnTo>
                  <a:lnTo>
                    <a:pt x="5664445" y="1999756"/>
                  </a:lnTo>
                  <a:lnTo>
                    <a:pt x="5665301" y="1987496"/>
                  </a:lnTo>
                  <a:lnTo>
                    <a:pt x="5666156" y="2012805"/>
                  </a:lnTo>
                  <a:lnTo>
                    <a:pt x="5667012" y="2060592"/>
                  </a:lnTo>
                  <a:lnTo>
                    <a:pt x="5667867" y="2083422"/>
                  </a:lnTo>
                  <a:lnTo>
                    <a:pt x="5668723" y="2041890"/>
                  </a:lnTo>
                  <a:lnTo>
                    <a:pt x="5669578" y="1970469"/>
                  </a:lnTo>
                  <a:lnTo>
                    <a:pt x="5670434" y="2035181"/>
                  </a:lnTo>
                  <a:lnTo>
                    <a:pt x="5671289" y="2100186"/>
                  </a:lnTo>
                  <a:lnTo>
                    <a:pt x="5672145" y="2096129"/>
                  </a:lnTo>
                  <a:lnTo>
                    <a:pt x="5673000" y="2044079"/>
                  </a:lnTo>
                  <a:lnTo>
                    <a:pt x="5673856" y="2108991"/>
                  </a:lnTo>
                  <a:lnTo>
                    <a:pt x="5674711" y="2109727"/>
                  </a:lnTo>
                  <a:lnTo>
                    <a:pt x="5675567" y="2203260"/>
                  </a:lnTo>
                  <a:lnTo>
                    <a:pt x="5676422" y="2153535"/>
                  </a:lnTo>
                  <a:lnTo>
                    <a:pt x="5677278" y="2174718"/>
                  </a:lnTo>
                  <a:lnTo>
                    <a:pt x="5678134" y="2245176"/>
                  </a:lnTo>
                  <a:lnTo>
                    <a:pt x="5678989" y="2217299"/>
                  </a:lnTo>
                  <a:lnTo>
                    <a:pt x="5679845" y="2205857"/>
                  </a:lnTo>
                  <a:lnTo>
                    <a:pt x="5680700" y="2168458"/>
                  </a:lnTo>
                  <a:lnTo>
                    <a:pt x="5681556" y="2121863"/>
                  </a:lnTo>
                  <a:lnTo>
                    <a:pt x="5682411" y="2082000"/>
                  </a:lnTo>
                  <a:lnTo>
                    <a:pt x="5683267" y="2064835"/>
                  </a:lnTo>
                  <a:lnTo>
                    <a:pt x="5684122" y="2105391"/>
                  </a:lnTo>
                  <a:lnTo>
                    <a:pt x="5684978" y="2070798"/>
                  </a:lnTo>
                  <a:lnTo>
                    <a:pt x="5685833" y="2032473"/>
                  </a:lnTo>
                  <a:lnTo>
                    <a:pt x="5686689" y="2045383"/>
                  </a:lnTo>
                  <a:lnTo>
                    <a:pt x="5687544" y="1985109"/>
                  </a:lnTo>
                  <a:lnTo>
                    <a:pt x="5688400" y="1941366"/>
                  </a:lnTo>
                  <a:lnTo>
                    <a:pt x="5689255" y="1932342"/>
                  </a:lnTo>
                  <a:lnTo>
                    <a:pt x="5690111" y="1910084"/>
                  </a:lnTo>
                  <a:lnTo>
                    <a:pt x="5690966" y="1870407"/>
                  </a:lnTo>
                  <a:lnTo>
                    <a:pt x="5691822" y="1843267"/>
                  </a:lnTo>
                  <a:lnTo>
                    <a:pt x="5692678" y="1872009"/>
                  </a:lnTo>
                  <a:lnTo>
                    <a:pt x="5693533" y="1788185"/>
                  </a:lnTo>
                  <a:lnTo>
                    <a:pt x="5694389" y="1834875"/>
                  </a:lnTo>
                  <a:lnTo>
                    <a:pt x="5695244" y="1920198"/>
                  </a:lnTo>
                  <a:lnTo>
                    <a:pt x="5696100" y="1902498"/>
                  </a:lnTo>
                  <a:lnTo>
                    <a:pt x="5696955" y="1935720"/>
                  </a:lnTo>
                  <a:lnTo>
                    <a:pt x="5697811" y="1825479"/>
                  </a:lnTo>
                  <a:lnTo>
                    <a:pt x="5698666" y="1871792"/>
                  </a:lnTo>
                  <a:lnTo>
                    <a:pt x="5699522" y="1969644"/>
                  </a:lnTo>
                  <a:lnTo>
                    <a:pt x="5700377" y="1967315"/>
                  </a:lnTo>
                  <a:lnTo>
                    <a:pt x="5701233" y="1896819"/>
                  </a:lnTo>
                  <a:lnTo>
                    <a:pt x="5702088" y="1831326"/>
                  </a:lnTo>
                  <a:lnTo>
                    <a:pt x="5702944" y="1876379"/>
                  </a:lnTo>
                  <a:lnTo>
                    <a:pt x="5703799" y="1926826"/>
                  </a:lnTo>
                  <a:lnTo>
                    <a:pt x="5704655" y="1874556"/>
                  </a:lnTo>
                  <a:lnTo>
                    <a:pt x="5705510" y="1854786"/>
                  </a:lnTo>
                  <a:lnTo>
                    <a:pt x="5706366" y="1798406"/>
                  </a:lnTo>
                  <a:lnTo>
                    <a:pt x="5707221" y="1841620"/>
                  </a:lnTo>
                  <a:lnTo>
                    <a:pt x="5708077" y="1806536"/>
                  </a:lnTo>
                  <a:lnTo>
                    <a:pt x="5708933" y="1850430"/>
                  </a:lnTo>
                  <a:lnTo>
                    <a:pt x="5709788" y="1848862"/>
                  </a:lnTo>
                  <a:lnTo>
                    <a:pt x="5710644" y="1825734"/>
                  </a:lnTo>
                  <a:lnTo>
                    <a:pt x="5711499" y="1866054"/>
                  </a:lnTo>
                  <a:lnTo>
                    <a:pt x="5712355" y="1908051"/>
                  </a:lnTo>
                  <a:lnTo>
                    <a:pt x="5713210" y="1930826"/>
                  </a:lnTo>
                  <a:lnTo>
                    <a:pt x="5714066" y="1914246"/>
                  </a:lnTo>
                  <a:lnTo>
                    <a:pt x="5714921" y="1827911"/>
                  </a:lnTo>
                  <a:lnTo>
                    <a:pt x="5715777" y="1886328"/>
                  </a:lnTo>
                  <a:lnTo>
                    <a:pt x="5716632" y="1982416"/>
                  </a:lnTo>
                  <a:lnTo>
                    <a:pt x="5717488" y="2016994"/>
                  </a:lnTo>
                  <a:lnTo>
                    <a:pt x="5718343" y="2078256"/>
                  </a:lnTo>
                  <a:lnTo>
                    <a:pt x="5719199" y="2099173"/>
                  </a:lnTo>
                  <a:lnTo>
                    <a:pt x="5720054" y="2144202"/>
                  </a:lnTo>
                  <a:lnTo>
                    <a:pt x="5720910" y="2184510"/>
                  </a:lnTo>
                  <a:lnTo>
                    <a:pt x="5721765" y="2204967"/>
                  </a:lnTo>
                  <a:lnTo>
                    <a:pt x="5722621" y="2191760"/>
                  </a:lnTo>
                  <a:lnTo>
                    <a:pt x="5723476" y="2169721"/>
                  </a:lnTo>
                  <a:lnTo>
                    <a:pt x="5724332" y="2171739"/>
                  </a:lnTo>
                  <a:lnTo>
                    <a:pt x="5725188" y="2118085"/>
                  </a:lnTo>
                  <a:lnTo>
                    <a:pt x="5726043" y="2041735"/>
                  </a:lnTo>
                  <a:lnTo>
                    <a:pt x="5726899" y="1988809"/>
                  </a:lnTo>
                  <a:lnTo>
                    <a:pt x="5727754" y="1966086"/>
                  </a:lnTo>
                  <a:lnTo>
                    <a:pt x="5728610" y="1976577"/>
                  </a:lnTo>
                  <a:lnTo>
                    <a:pt x="5729465" y="2025212"/>
                  </a:lnTo>
                  <a:lnTo>
                    <a:pt x="5730321" y="2012877"/>
                  </a:lnTo>
                  <a:lnTo>
                    <a:pt x="5731176" y="1901947"/>
                  </a:lnTo>
                  <a:lnTo>
                    <a:pt x="5732032" y="1907843"/>
                  </a:lnTo>
                  <a:lnTo>
                    <a:pt x="5732887" y="1945107"/>
                  </a:lnTo>
                  <a:lnTo>
                    <a:pt x="5733743" y="2050899"/>
                  </a:lnTo>
                  <a:lnTo>
                    <a:pt x="5734598" y="2085043"/>
                  </a:lnTo>
                  <a:lnTo>
                    <a:pt x="5735454" y="2072581"/>
                  </a:lnTo>
                  <a:lnTo>
                    <a:pt x="5736309" y="2081116"/>
                  </a:lnTo>
                  <a:lnTo>
                    <a:pt x="5737165" y="2101375"/>
                  </a:lnTo>
                  <a:lnTo>
                    <a:pt x="5738020" y="2074743"/>
                  </a:lnTo>
                  <a:lnTo>
                    <a:pt x="5738876" y="1930623"/>
                  </a:lnTo>
                  <a:lnTo>
                    <a:pt x="5739732" y="1907427"/>
                  </a:lnTo>
                  <a:lnTo>
                    <a:pt x="5740587" y="1921744"/>
                  </a:lnTo>
                  <a:lnTo>
                    <a:pt x="5741443" y="1908218"/>
                  </a:lnTo>
                  <a:lnTo>
                    <a:pt x="5742298" y="1918966"/>
                  </a:lnTo>
                  <a:lnTo>
                    <a:pt x="5743154" y="1834461"/>
                  </a:lnTo>
                  <a:lnTo>
                    <a:pt x="5744009" y="1844846"/>
                  </a:lnTo>
                  <a:lnTo>
                    <a:pt x="5744865" y="1910014"/>
                  </a:lnTo>
                  <a:lnTo>
                    <a:pt x="5745720" y="1913806"/>
                  </a:lnTo>
                  <a:lnTo>
                    <a:pt x="5746576" y="2001261"/>
                  </a:lnTo>
                  <a:lnTo>
                    <a:pt x="5747431" y="1966433"/>
                  </a:lnTo>
                  <a:lnTo>
                    <a:pt x="5748287" y="2035758"/>
                  </a:lnTo>
                  <a:lnTo>
                    <a:pt x="5749142" y="2055380"/>
                  </a:lnTo>
                  <a:lnTo>
                    <a:pt x="5749998" y="1948305"/>
                  </a:lnTo>
                  <a:lnTo>
                    <a:pt x="5750853" y="2001368"/>
                  </a:lnTo>
                  <a:lnTo>
                    <a:pt x="5751709" y="1896383"/>
                  </a:lnTo>
                  <a:lnTo>
                    <a:pt x="5752564" y="1966463"/>
                  </a:lnTo>
                  <a:lnTo>
                    <a:pt x="5753420" y="2009013"/>
                  </a:lnTo>
                  <a:lnTo>
                    <a:pt x="5754275" y="1969141"/>
                  </a:lnTo>
                  <a:lnTo>
                    <a:pt x="5755131" y="2010921"/>
                  </a:lnTo>
                  <a:lnTo>
                    <a:pt x="5755987" y="2039014"/>
                  </a:lnTo>
                  <a:lnTo>
                    <a:pt x="5756842" y="2128258"/>
                  </a:lnTo>
                  <a:lnTo>
                    <a:pt x="5757698" y="2122261"/>
                  </a:lnTo>
                  <a:lnTo>
                    <a:pt x="5758553" y="2103185"/>
                  </a:lnTo>
                  <a:lnTo>
                    <a:pt x="5759409" y="2140539"/>
                  </a:lnTo>
                  <a:lnTo>
                    <a:pt x="5760264" y="2108023"/>
                  </a:lnTo>
                  <a:lnTo>
                    <a:pt x="5761120" y="2114497"/>
                  </a:lnTo>
                  <a:lnTo>
                    <a:pt x="5761975" y="2061248"/>
                  </a:lnTo>
                  <a:lnTo>
                    <a:pt x="5762831" y="2107344"/>
                  </a:lnTo>
                  <a:lnTo>
                    <a:pt x="5763686" y="2165131"/>
                  </a:lnTo>
                  <a:lnTo>
                    <a:pt x="5764542" y="2256522"/>
                  </a:lnTo>
                  <a:lnTo>
                    <a:pt x="5765397" y="2209962"/>
                  </a:lnTo>
                  <a:lnTo>
                    <a:pt x="5766253" y="2224978"/>
                  </a:lnTo>
                  <a:lnTo>
                    <a:pt x="5767108" y="2251875"/>
                  </a:lnTo>
                  <a:lnTo>
                    <a:pt x="5767964" y="2261387"/>
                  </a:lnTo>
                  <a:lnTo>
                    <a:pt x="5768819" y="2180493"/>
                  </a:lnTo>
                  <a:lnTo>
                    <a:pt x="5769675" y="2116997"/>
                  </a:lnTo>
                  <a:lnTo>
                    <a:pt x="5770530" y="2187079"/>
                  </a:lnTo>
                  <a:lnTo>
                    <a:pt x="5771386" y="2118904"/>
                  </a:lnTo>
                  <a:lnTo>
                    <a:pt x="5772242" y="2099959"/>
                  </a:lnTo>
                  <a:lnTo>
                    <a:pt x="5773097" y="2045481"/>
                  </a:lnTo>
                  <a:lnTo>
                    <a:pt x="5773953" y="1997570"/>
                  </a:lnTo>
                  <a:lnTo>
                    <a:pt x="5774808" y="2076079"/>
                  </a:lnTo>
                  <a:lnTo>
                    <a:pt x="5775664" y="1989813"/>
                  </a:lnTo>
                  <a:lnTo>
                    <a:pt x="5776519" y="1949324"/>
                  </a:lnTo>
                  <a:lnTo>
                    <a:pt x="5777375" y="1980771"/>
                  </a:lnTo>
                  <a:lnTo>
                    <a:pt x="5778230" y="1997171"/>
                  </a:lnTo>
                  <a:lnTo>
                    <a:pt x="5779086" y="2055409"/>
                  </a:lnTo>
                  <a:lnTo>
                    <a:pt x="5779941" y="2010552"/>
                  </a:lnTo>
                  <a:lnTo>
                    <a:pt x="5780797" y="2071536"/>
                  </a:lnTo>
                  <a:lnTo>
                    <a:pt x="5781652" y="2046145"/>
                  </a:lnTo>
                  <a:lnTo>
                    <a:pt x="5782508" y="2014543"/>
                  </a:lnTo>
                  <a:lnTo>
                    <a:pt x="5783363" y="1955974"/>
                  </a:lnTo>
                  <a:lnTo>
                    <a:pt x="5784219" y="1980907"/>
                  </a:lnTo>
                  <a:lnTo>
                    <a:pt x="5785074" y="2068732"/>
                  </a:lnTo>
                  <a:lnTo>
                    <a:pt x="5785930" y="2057779"/>
                  </a:lnTo>
                  <a:lnTo>
                    <a:pt x="5786785" y="2051553"/>
                  </a:lnTo>
                  <a:lnTo>
                    <a:pt x="5787641" y="2071137"/>
                  </a:lnTo>
                  <a:lnTo>
                    <a:pt x="5788497" y="2082341"/>
                  </a:lnTo>
                  <a:lnTo>
                    <a:pt x="5789352" y="2097408"/>
                  </a:lnTo>
                  <a:lnTo>
                    <a:pt x="5790208" y="2141273"/>
                  </a:lnTo>
                  <a:lnTo>
                    <a:pt x="5791063" y="2111205"/>
                  </a:lnTo>
                  <a:lnTo>
                    <a:pt x="5791919" y="2110733"/>
                  </a:lnTo>
                  <a:lnTo>
                    <a:pt x="5792774" y="2112568"/>
                  </a:lnTo>
                  <a:lnTo>
                    <a:pt x="5793630" y="2081348"/>
                  </a:lnTo>
                  <a:lnTo>
                    <a:pt x="5794485" y="2028644"/>
                  </a:lnTo>
                  <a:lnTo>
                    <a:pt x="5795341" y="1958249"/>
                  </a:lnTo>
                  <a:lnTo>
                    <a:pt x="5796196" y="1957740"/>
                  </a:lnTo>
                  <a:lnTo>
                    <a:pt x="5797052" y="2008153"/>
                  </a:lnTo>
                  <a:lnTo>
                    <a:pt x="5797907" y="2058647"/>
                  </a:lnTo>
                  <a:lnTo>
                    <a:pt x="5798763" y="1959778"/>
                  </a:lnTo>
                  <a:lnTo>
                    <a:pt x="5799618" y="1948540"/>
                  </a:lnTo>
                  <a:lnTo>
                    <a:pt x="5800474" y="2025380"/>
                  </a:lnTo>
                  <a:lnTo>
                    <a:pt x="5801329" y="2024939"/>
                  </a:lnTo>
                  <a:lnTo>
                    <a:pt x="5802185" y="2110855"/>
                  </a:lnTo>
                  <a:lnTo>
                    <a:pt x="5803041" y="1984687"/>
                  </a:lnTo>
                  <a:lnTo>
                    <a:pt x="5803896" y="2044732"/>
                  </a:lnTo>
                  <a:lnTo>
                    <a:pt x="5804752" y="2058717"/>
                  </a:lnTo>
                  <a:lnTo>
                    <a:pt x="5805607" y="2129322"/>
                  </a:lnTo>
                  <a:lnTo>
                    <a:pt x="5806463" y="2119749"/>
                  </a:lnTo>
                  <a:lnTo>
                    <a:pt x="5807318" y="2034430"/>
                  </a:lnTo>
                  <a:lnTo>
                    <a:pt x="5808174" y="2123597"/>
                  </a:lnTo>
                  <a:lnTo>
                    <a:pt x="5809029" y="2078385"/>
                  </a:lnTo>
                  <a:lnTo>
                    <a:pt x="5809885" y="2055337"/>
                  </a:lnTo>
                  <a:lnTo>
                    <a:pt x="5810740" y="2073344"/>
                  </a:lnTo>
                  <a:lnTo>
                    <a:pt x="5811596" y="2100318"/>
                  </a:lnTo>
                  <a:lnTo>
                    <a:pt x="5812451" y="2172600"/>
                  </a:lnTo>
                  <a:lnTo>
                    <a:pt x="5813307" y="2183459"/>
                  </a:lnTo>
                  <a:lnTo>
                    <a:pt x="5814162" y="2152446"/>
                  </a:lnTo>
                  <a:lnTo>
                    <a:pt x="5815018" y="2220222"/>
                  </a:lnTo>
                  <a:lnTo>
                    <a:pt x="5815873" y="2181769"/>
                  </a:lnTo>
                  <a:lnTo>
                    <a:pt x="5816729" y="2177042"/>
                  </a:lnTo>
                  <a:lnTo>
                    <a:pt x="5817584" y="2179889"/>
                  </a:lnTo>
                  <a:lnTo>
                    <a:pt x="5818440" y="2157556"/>
                  </a:lnTo>
                  <a:lnTo>
                    <a:pt x="5819296" y="2214051"/>
                  </a:lnTo>
                  <a:lnTo>
                    <a:pt x="5820151" y="2195590"/>
                  </a:lnTo>
                  <a:lnTo>
                    <a:pt x="5821007" y="2149881"/>
                  </a:lnTo>
                  <a:lnTo>
                    <a:pt x="5821862" y="2095190"/>
                  </a:lnTo>
                  <a:lnTo>
                    <a:pt x="5822718" y="2009647"/>
                  </a:lnTo>
                  <a:lnTo>
                    <a:pt x="5823573" y="1970273"/>
                  </a:lnTo>
                  <a:lnTo>
                    <a:pt x="5824429" y="1910458"/>
                  </a:lnTo>
                  <a:lnTo>
                    <a:pt x="5825284" y="1840576"/>
                  </a:lnTo>
                  <a:lnTo>
                    <a:pt x="5826140" y="1808059"/>
                  </a:lnTo>
                  <a:lnTo>
                    <a:pt x="5826995" y="1788869"/>
                  </a:lnTo>
                  <a:lnTo>
                    <a:pt x="5827851" y="1815217"/>
                  </a:lnTo>
                  <a:lnTo>
                    <a:pt x="5828706" y="1849924"/>
                  </a:lnTo>
                  <a:lnTo>
                    <a:pt x="5829562" y="1859251"/>
                  </a:lnTo>
                  <a:lnTo>
                    <a:pt x="5830417" y="1910517"/>
                  </a:lnTo>
                  <a:lnTo>
                    <a:pt x="5831273" y="1957566"/>
                  </a:lnTo>
                  <a:lnTo>
                    <a:pt x="5832128" y="1999853"/>
                  </a:lnTo>
                  <a:lnTo>
                    <a:pt x="5832984" y="2083140"/>
                  </a:lnTo>
                  <a:lnTo>
                    <a:pt x="5833839" y="2117178"/>
                  </a:lnTo>
                  <a:lnTo>
                    <a:pt x="5834695" y="2170398"/>
                  </a:lnTo>
                  <a:lnTo>
                    <a:pt x="5835551" y="2206643"/>
                  </a:lnTo>
                  <a:lnTo>
                    <a:pt x="5836406" y="2184378"/>
                  </a:lnTo>
                  <a:lnTo>
                    <a:pt x="5837262" y="2230137"/>
                  </a:lnTo>
                  <a:lnTo>
                    <a:pt x="5838117" y="2222597"/>
                  </a:lnTo>
                  <a:lnTo>
                    <a:pt x="5838973" y="2173396"/>
                  </a:lnTo>
                  <a:lnTo>
                    <a:pt x="5839828" y="2145544"/>
                  </a:lnTo>
                  <a:lnTo>
                    <a:pt x="5840684" y="2127174"/>
                  </a:lnTo>
                  <a:lnTo>
                    <a:pt x="5841539" y="2111123"/>
                  </a:lnTo>
                  <a:lnTo>
                    <a:pt x="5842395" y="2132452"/>
                  </a:lnTo>
                  <a:lnTo>
                    <a:pt x="5843250" y="2111640"/>
                  </a:lnTo>
                  <a:lnTo>
                    <a:pt x="5844106" y="2121590"/>
                  </a:lnTo>
                  <a:lnTo>
                    <a:pt x="5844961" y="2108381"/>
                  </a:lnTo>
                  <a:lnTo>
                    <a:pt x="5845817" y="2054247"/>
                  </a:lnTo>
                  <a:lnTo>
                    <a:pt x="5846672" y="1938548"/>
                  </a:lnTo>
                  <a:lnTo>
                    <a:pt x="5847528" y="1831434"/>
                  </a:lnTo>
                  <a:lnTo>
                    <a:pt x="5848383" y="1823581"/>
                  </a:lnTo>
                  <a:lnTo>
                    <a:pt x="5849239" y="1925056"/>
                  </a:lnTo>
                  <a:lnTo>
                    <a:pt x="5850095" y="1884023"/>
                  </a:lnTo>
                  <a:lnTo>
                    <a:pt x="5850950" y="1994072"/>
                  </a:lnTo>
                  <a:lnTo>
                    <a:pt x="5851806" y="2055083"/>
                  </a:lnTo>
                  <a:lnTo>
                    <a:pt x="5852661" y="2075701"/>
                  </a:lnTo>
                  <a:lnTo>
                    <a:pt x="5853517" y="2097855"/>
                  </a:lnTo>
                  <a:lnTo>
                    <a:pt x="5854372" y="2032563"/>
                  </a:lnTo>
                  <a:lnTo>
                    <a:pt x="5855228" y="2021282"/>
                  </a:lnTo>
                  <a:lnTo>
                    <a:pt x="5856083" y="2028531"/>
                  </a:lnTo>
                  <a:lnTo>
                    <a:pt x="5856939" y="2114572"/>
                  </a:lnTo>
                  <a:lnTo>
                    <a:pt x="5857794" y="2151502"/>
                  </a:lnTo>
                  <a:lnTo>
                    <a:pt x="5858650" y="2135561"/>
                  </a:lnTo>
                  <a:lnTo>
                    <a:pt x="5859505" y="2151247"/>
                  </a:lnTo>
                  <a:lnTo>
                    <a:pt x="5860361" y="2157116"/>
                  </a:lnTo>
                  <a:lnTo>
                    <a:pt x="5861216" y="2191876"/>
                  </a:lnTo>
                  <a:lnTo>
                    <a:pt x="5862072" y="2179605"/>
                  </a:lnTo>
                  <a:lnTo>
                    <a:pt x="5862927" y="2160532"/>
                  </a:lnTo>
                  <a:lnTo>
                    <a:pt x="5863783" y="2130284"/>
                  </a:lnTo>
                  <a:lnTo>
                    <a:pt x="5864638" y="2123951"/>
                  </a:lnTo>
                  <a:lnTo>
                    <a:pt x="5865494" y="2124010"/>
                  </a:lnTo>
                  <a:lnTo>
                    <a:pt x="5866350" y="2112353"/>
                  </a:lnTo>
                  <a:lnTo>
                    <a:pt x="5867205" y="2115408"/>
                  </a:lnTo>
                  <a:lnTo>
                    <a:pt x="5868061" y="2086638"/>
                  </a:lnTo>
                  <a:lnTo>
                    <a:pt x="5868916" y="2097653"/>
                  </a:lnTo>
                  <a:lnTo>
                    <a:pt x="5869772" y="2066841"/>
                  </a:lnTo>
                  <a:lnTo>
                    <a:pt x="5870627" y="2047517"/>
                  </a:lnTo>
                  <a:lnTo>
                    <a:pt x="5871483" y="1968087"/>
                  </a:lnTo>
                  <a:lnTo>
                    <a:pt x="5872338" y="1893736"/>
                  </a:lnTo>
                  <a:lnTo>
                    <a:pt x="5873194" y="1852434"/>
                  </a:lnTo>
                  <a:lnTo>
                    <a:pt x="5874049" y="1845279"/>
                  </a:lnTo>
                  <a:lnTo>
                    <a:pt x="5874905" y="1898953"/>
                  </a:lnTo>
                  <a:lnTo>
                    <a:pt x="5875760" y="1908925"/>
                  </a:lnTo>
                  <a:lnTo>
                    <a:pt x="5876616" y="1933594"/>
                  </a:lnTo>
                  <a:lnTo>
                    <a:pt x="5877471" y="1933901"/>
                  </a:lnTo>
                  <a:lnTo>
                    <a:pt x="5878327" y="1922261"/>
                  </a:lnTo>
                  <a:lnTo>
                    <a:pt x="5879182" y="1906722"/>
                  </a:lnTo>
                  <a:lnTo>
                    <a:pt x="5880038" y="1921682"/>
                  </a:lnTo>
                  <a:lnTo>
                    <a:pt x="5880893" y="1884692"/>
                  </a:lnTo>
                  <a:lnTo>
                    <a:pt x="5881749" y="1859349"/>
                  </a:lnTo>
                  <a:lnTo>
                    <a:pt x="5882605" y="1790469"/>
                  </a:lnTo>
                  <a:lnTo>
                    <a:pt x="5883460" y="1765300"/>
                  </a:lnTo>
                  <a:lnTo>
                    <a:pt x="5884316" y="1748857"/>
                  </a:lnTo>
                  <a:lnTo>
                    <a:pt x="5885171" y="1759554"/>
                  </a:lnTo>
                  <a:lnTo>
                    <a:pt x="5886027" y="1785094"/>
                  </a:lnTo>
                  <a:lnTo>
                    <a:pt x="5886882" y="1788104"/>
                  </a:lnTo>
                  <a:lnTo>
                    <a:pt x="5887738" y="1812713"/>
                  </a:lnTo>
                  <a:lnTo>
                    <a:pt x="5888593" y="1771361"/>
                  </a:lnTo>
                  <a:lnTo>
                    <a:pt x="5889449" y="1850795"/>
                  </a:lnTo>
                  <a:lnTo>
                    <a:pt x="5890304" y="1883685"/>
                  </a:lnTo>
                  <a:lnTo>
                    <a:pt x="5891160" y="1822131"/>
                  </a:lnTo>
                  <a:lnTo>
                    <a:pt x="5892015" y="1942106"/>
                  </a:lnTo>
                  <a:lnTo>
                    <a:pt x="5892871" y="1984233"/>
                  </a:lnTo>
                  <a:lnTo>
                    <a:pt x="5893726" y="2057527"/>
                  </a:lnTo>
                  <a:lnTo>
                    <a:pt x="5894582" y="2027742"/>
                  </a:lnTo>
                  <a:lnTo>
                    <a:pt x="5895437" y="1939336"/>
                  </a:lnTo>
                  <a:lnTo>
                    <a:pt x="5896293" y="2000547"/>
                  </a:lnTo>
                  <a:lnTo>
                    <a:pt x="5897149" y="1975771"/>
                  </a:lnTo>
                  <a:lnTo>
                    <a:pt x="5898004" y="2048118"/>
                  </a:lnTo>
                  <a:lnTo>
                    <a:pt x="5898860" y="2022948"/>
                  </a:lnTo>
                  <a:lnTo>
                    <a:pt x="5899715" y="2021955"/>
                  </a:lnTo>
                  <a:lnTo>
                    <a:pt x="5900571" y="2045870"/>
                  </a:lnTo>
                  <a:lnTo>
                    <a:pt x="5901426" y="2012058"/>
                  </a:lnTo>
                  <a:lnTo>
                    <a:pt x="5902282" y="2033918"/>
                  </a:lnTo>
                  <a:lnTo>
                    <a:pt x="5903137" y="2074283"/>
                  </a:lnTo>
                  <a:lnTo>
                    <a:pt x="5903993" y="2071067"/>
                  </a:lnTo>
                  <a:lnTo>
                    <a:pt x="5904848" y="2040583"/>
                  </a:lnTo>
                  <a:lnTo>
                    <a:pt x="5905704" y="2008429"/>
                  </a:lnTo>
                  <a:lnTo>
                    <a:pt x="5906559" y="2065496"/>
                  </a:lnTo>
                  <a:lnTo>
                    <a:pt x="5907415" y="2032110"/>
                  </a:lnTo>
                  <a:lnTo>
                    <a:pt x="5908270" y="2004194"/>
                  </a:lnTo>
                  <a:lnTo>
                    <a:pt x="5909126" y="1885175"/>
                  </a:lnTo>
                  <a:lnTo>
                    <a:pt x="5909981" y="1788150"/>
                  </a:lnTo>
                  <a:lnTo>
                    <a:pt x="5910837" y="1864615"/>
                  </a:lnTo>
                  <a:lnTo>
                    <a:pt x="5911692" y="1801958"/>
                  </a:lnTo>
                  <a:lnTo>
                    <a:pt x="5912548" y="1850718"/>
                  </a:lnTo>
                  <a:lnTo>
                    <a:pt x="5913404" y="1898656"/>
                  </a:lnTo>
                  <a:lnTo>
                    <a:pt x="5914259" y="1903589"/>
                  </a:lnTo>
                  <a:lnTo>
                    <a:pt x="5915115" y="1904297"/>
                  </a:lnTo>
                  <a:lnTo>
                    <a:pt x="5915970" y="1833234"/>
                  </a:lnTo>
                  <a:lnTo>
                    <a:pt x="5916826" y="1785908"/>
                  </a:lnTo>
                  <a:lnTo>
                    <a:pt x="5917681" y="1684371"/>
                  </a:lnTo>
                  <a:lnTo>
                    <a:pt x="5918537" y="1672862"/>
                  </a:lnTo>
                  <a:lnTo>
                    <a:pt x="5919392" y="1672821"/>
                  </a:lnTo>
                  <a:lnTo>
                    <a:pt x="5920248" y="1782535"/>
                  </a:lnTo>
                  <a:lnTo>
                    <a:pt x="5921103" y="1787286"/>
                  </a:lnTo>
                  <a:lnTo>
                    <a:pt x="5921959" y="1765248"/>
                  </a:lnTo>
                  <a:lnTo>
                    <a:pt x="5922814" y="1625647"/>
                  </a:lnTo>
                  <a:lnTo>
                    <a:pt x="5923670" y="1667099"/>
                  </a:lnTo>
                  <a:lnTo>
                    <a:pt x="5924525" y="1484095"/>
                  </a:lnTo>
                  <a:lnTo>
                    <a:pt x="5925381" y="1548984"/>
                  </a:lnTo>
                  <a:lnTo>
                    <a:pt x="5926236" y="1474915"/>
                  </a:lnTo>
                  <a:lnTo>
                    <a:pt x="5927092" y="1456327"/>
                  </a:lnTo>
                  <a:lnTo>
                    <a:pt x="5927947" y="1435226"/>
                  </a:lnTo>
                  <a:lnTo>
                    <a:pt x="5928803" y="1482832"/>
                  </a:lnTo>
                  <a:lnTo>
                    <a:pt x="5929659" y="1443600"/>
                  </a:lnTo>
                  <a:lnTo>
                    <a:pt x="5930514" y="1410681"/>
                  </a:lnTo>
                  <a:lnTo>
                    <a:pt x="5931370" y="1454335"/>
                  </a:lnTo>
                  <a:lnTo>
                    <a:pt x="5932225" y="1515454"/>
                  </a:lnTo>
                  <a:lnTo>
                    <a:pt x="5933081" y="1487370"/>
                  </a:lnTo>
                  <a:lnTo>
                    <a:pt x="5933936" y="1477331"/>
                  </a:lnTo>
                  <a:lnTo>
                    <a:pt x="5934792" y="1489036"/>
                  </a:lnTo>
                  <a:lnTo>
                    <a:pt x="5935647" y="1528922"/>
                  </a:lnTo>
                  <a:lnTo>
                    <a:pt x="5936503" y="1591758"/>
                  </a:lnTo>
                  <a:lnTo>
                    <a:pt x="5937358" y="1463085"/>
                  </a:lnTo>
                  <a:lnTo>
                    <a:pt x="5938214" y="1490564"/>
                  </a:lnTo>
                  <a:lnTo>
                    <a:pt x="5939069" y="1503929"/>
                  </a:lnTo>
                  <a:lnTo>
                    <a:pt x="5939925" y="1515812"/>
                  </a:lnTo>
                  <a:lnTo>
                    <a:pt x="5940780" y="1532363"/>
                  </a:lnTo>
                  <a:lnTo>
                    <a:pt x="5941636" y="1519737"/>
                  </a:lnTo>
                  <a:lnTo>
                    <a:pt x="5942491" y="1678548"/>
                  </a:lnTo>
                  <a:lnTo>
                    <a:pt x="5943347" y="1646781"/>
                  </a:lnTo>
                  <a:lnTo>
                    <a:pt x="5944203" y="1673242"/>
                  </a:lnTo>
                  <a:lnTo>
                    <a:pt x="5945058" y="1767030"/>
                  </a:lnTo>
                  <a:lnTo>
                    <a:pt x="5945914" y="1693836"/>
                  </a:lnTo>
                  <a:lnTo>
                    <a:pt x="5946769" y="1785928"/>
                  </a:lnTo>
                  <a:lnTo>
                    <a:pt x="5947625" y="1814075"/>
                  </a:lnTo>
                  <a:lnTo>
                    <a:pt x="5948480" y="1817758"/>
                  </a:lnTo>
                  <a:lnTo>
                    <a:pt x="5949336" y="1790944"/>
                  </a:lnTo>
                  <a:lnTo>
                    <a:pt x="5950191" y="1768376"/>
                  </a:lnTo>
                  <a:lnTo>
                    <a:pt x="5951047" y="1907815"/>
                  </a:lnTo>
                  <a:lnTo>
                    <a:pt x="5951902" y="1844623"/>
                  </a:lnTo>
                  <a:lnTo>
                    <a:pt x="5952758" y="1740162"/>
                  </a:lnTo>
                  <a:lnTo>
                    <a:pt x="5953613" y="1763756"/>
                  </a:lnTo>
                  <a:lnTo>
                    <a:pt x="5954469" y="1688012"/>
                  </a:lnTo>
                  <a:lnTo>
                    <a:pt x="5955324" y="1757236"/>
                  </a:lnTo>
                  <a:lnTo>
                    <a:pt x="5956180" y="1744697"/>
                  </a:lnTo>
                  <a:lnTo>
                    <a:pt x="5957035" y="1736072"/>
                  </a:lnTo>
                  <a:lnTo>
                    <a:pt x="5957891" y="1742835"/>
                  </a:lnTo>
                  <a:lnTo>
                    <a:pt x="5958746" y="1754472"/>
                  </a:lnTo>
                  <a:lnTo>
                    <a:pt x="5959602" y="1826505"/>
                  </a:lnTo>
                  <a:lnTo>
                    <a:pt x="5960458" y="1911955"/>
                  </a:lnTo>
                  <a:lnTo>
                    <a:pt x="5961313" y="1927677"/>
                  </a:lnTo>
                  <a:lnTo>
                    <a:pt x="5962169" y="1977416"/>
                  </a:lnTo>
                  <a:lnTo>
                    <a:pt x="5963024" y="1994582"/>
                  </a:lnTo>
                  <a:lnTo>
                    <a:pt x="5963880" y="1972750"/>
                  </a:lnTo>
                  <a:lnTo>
                    <a:pt x="5964735" y="1949034"/>
                  </a:lnTo>
                  <a:lnTo>
                    <a:pt x="5965591" y="2025447"/>
                  </a:lnTo>
                  <a:lnTo>
                    <a:pt x="5966446" y="2073478"/>
                  </a:lnTo>
                  <a:lnTo>
                    <a:pt x="5967302" y="2126054"/>
                  </a:lnTo>
                  <a:lnTo>
                    <a:pt x="5968157" y="2083941"/>
                  </a:lnTo>
                  <a:lnTo>
                    <a:pt x="5969013" y="2103766"/>
                  </a:lnTo>
                  <a:lnTo>
                    <a:pt x="5969868" y="2048767"/>
                  </a:lnTo>
                  <a:lnTo>
                    <a:pt x="5970724" y="2004842"/>
                  </a:lnTo>
                  <a:lnTo>
                    <a:pt x="5971579" y="1992385"/>
                  </a:lnTo>
                  <a:lnTo>
                    <a:pt x="5972435" y="1978373"/>
                  </a:lnTo>
                  <a:lnTo>
                    <a:pt x="5973290" y="1896185"/>
                  </a:lnTo>
                  <a:lnTo>
                    <a:pt x="5974146" y="1793701"/>
                  </a:lnTo>
                  <a:lnTo>
                    <a:pt x="5975001" y="1751201"/>
                  </a:lnTo>
                  <a:lnTo>
                    <a:pt x="5975857" y="1677455"/>
                  </a:lnTo>
                  <a:lnTo>
                    <a:pt x="5976713" y="1778564"/>
                  </a:lnTo>
                  <a:lnTo>
                    <a:pt x="5977568" y="1734797"/>
                  </a:lnTo>
                  <a:lnTo>
                    <a:pt x="5978424" y="1688727"/>
                  </a:lnTo>
                  <a:lnTo>
                    <a:pt x="5979279" y="1779121"/>
                  </a:lnTo>
                  <a:lnTo>
                    <a:pt x="5980135" y="1657321"/>
                  </a:lnTo>
                  <a:lnTo>
                    <a:pt x="5980990" y="1740844"/>
                  </a:lnTo>
                  <a:lnTo>
                    <a:pt x="5981846" y="1806379"/>
                  </a:lnTo>
                  <a:lnTo>
                    <a:pt x="5982701" y="1866376"/>
                  </a:lnTo>
                  <a:lnTo>
                    <a:pt x="5983557" y="1950580"/>
                  </a:lnTo>
                  <a:lnTo>
                    <a:pt x="5984412" y="1973295"/>
                  </a:lnTo>
                  <a:lnTo>
                    <a:pt x="5985268" y="1980622"/>
                  </a:lnTo>
                  <a:lnTo>
                    <a:pt x="5986123" y="2003375"/>
                  </a:lnTo>
                  <a:lnTo>
                    <a:pt x="5986979" y="1897484"/>
                  </a:lnTo>
                  <a:lnTo>
                    <a:pt x="5987834" y="1943138"/>
                  </a:lnTo>
                  <a:lnTo>
                    <a:pt x="5988690" y="1893502"/>
                  </a:lnTo>
                  <a:lnTo>
                    <a:pt x="5989545" y="1962454"/>
                  </a:lnTo>
                  <a:lnTo>
                    <a:pt x="5990401" y="1992946"/>
                  </a:lnTo>
                  <a:lnTo>
                    <a:pt x="5991256" y="1926997"/>
                  </a:lnTo>
                  <a:lnTo>
                    <a:pt x="5992112" y="1936404"/>
                  </a:lnTo>
                  <a:lnTo>
                    <a:pt x="5992968" y="1854424"/>
                  </a:lnTo>
                  <a:lnTo>
                    <a:pt x="5993823" y="1892841"/>
                  </a:lnTo>
                  <a:lnTo>
                    <a:pt x="5994679" y="1871453"/>
                  </a:lnTo>
                  <a:lnTo>
                    <a:pt x="5995534" y="1789581"/>
                  </a:lnTo>
                  <a:lnTo>
                    <a:pt x="5996390" y="1781633"/>
                  </a:lnTo>
                  <a:lnTo>
                    <a:pt x="5997245" y="1779500"/>
                  </a:lnTo>
                  <a:lnTo>
                    <a:pt x="5998101" y="1796705"/>
                  </a:lnTo>
                  <a:lnTo>
                    <a:pt x="5998956" y="1798935"/>
                  </a:lnTo>
                  <a:lnTo>
                    <a:pt x="5999812" y="1834390"/>
                  </a:lnTo>
                  <a:lnTo>
                    <a:pt x="6000667" y="1880240"/>
                  </a:lnTo>
                  <a:lnTo>
                    <a:pt x="6001523" y="1952947"/>
                  </a:lnTo>
                  <a:lnTo>
                    <a:pt x="6002378" y="1998179"/>
                  </a:lnTo>
                  <a:lnTo>
                    <a:pt x="6003234" y="1935886"/>
                  </a:lnTo>
                  <a:lnTo>
                    <a:pt x="6004089" y="1871626"/>
                  </a:lnTo>
                  <a:lnTo>
                    <a:pt x="6004945" y="1823628"/>
                  </a:lnTo>
                  <a:lnTo>
                    <a:pt x="6005800" y="1738586"/>
                  </a:lnTo>
                  <a:lnTo>
                    <a:pt x="6006656" y="1742405"/>
                  </a:lnTo>
                  <a:lnTo>
                    <a:pt x="6007512" y="1678726"/>
                  </a:lnTo>
                  <a:lnTo>
                    <a:pt x="6008367" y="1630200"/>
                  </a:lnTo>
                  <a:lnTo>
                    <a:pt x="6009223" y="1663118"/>
                  </a:lnTo>
                  <a:lnTo>
                    <a:pt x="6010078" y="1634991"/>
                  </a:lnTo>
                  <a:lnTo>
                    <a:pt x="6010934" y="1657966"/>
                  </a:lnTo>
                  <a:lnTo>
                    <a:pt x="6011789" y="1632698"/>
                  </a:lnTo>
                  <a:lnTo>
                    <a:pt x="6012645" y="1588545"/>
                  </a:lnTo>
                  <a:lnTo>
                    <a:pt x="6013500" y="1659702"/>
                  </a:lnTo>
                  <a:lnTo>
                    <a:pt x="6014356" y="1608641"/>
                  </a:lnTo>
                  <a:lnTo>
                    <a:pt x="6015211" y="1609637"/>
                  </a:lnTo>
                  <a:lnTo>
                    <a:pt x="6016067" y="1544249"/>
                  </a:lnTo>
                  <a:lnTo>
                    <a:pt x="6016922" y="1556956"/>
                  </a:lnTo>
                  <a:lnTo>
                    <a:pt x="6017778" y="1543496"/>
                  </a:lnTo>
                  <a:lnTo>
                    <a:pt x="6018633" y="1530305"/>
                  </a:lnTo>
                  <a:lnTo>
                    <a:pt x="6019489" y="1537488"/>
                  </a:lnTo>
                  <a:lnTo>
                    <a:pt x="6020344" y="1544080"/>
                  </a:lnTo>
                  <a:lnTo>
                    <a:pt x="6021200" y="1429871"/>
                  </a:lnTo>
                  <a:lnTo>
                    <a:pt x="6022055" y="1552085"/>
                  </a:lnTo>
                  <a:lnTo>
                    <a:pt x="6022911" y="1569123"/>
                  </a:lnTo>
                  <a:lnTo>
                    <a:pt x="6023767" y="1701492"/>
                  </a:lnTo>
                  <a:lnTo>
                    <a:pt x="6024622" y="1821864"/>
                  </a:lnTo>
                  <a:lnTo>
                    <a:pt x="6025478" y="1957139"/>
                  </a:lnTo>
                  <a:lnTo>
                    <a:pt x="6026333" y="1839601"/>
                  </a:lnTo>
                  <a:lnTo>
                    <a:pt x="6027189" y="1722670"/>
                  </a:lnTo>
                  <a:lnTo>
                    <a:pt x="6028044" y="1740496"/>
                  </a:lnTo>
                  <a:lnTo>
                    <a:pt x="6028900" y="1728707"/>
                  </a:lnTo>
                  <a:lnTo>
                    <a:pt x="6029755" y="1832484"/>
                  </a:lnTo>
                  <a:lnTo>
                    <a:pt x="6030611" y="1743938"/>
                  </a:lnTo>
                  <a:lnTo>
                    <a:pt x="6031466" y="1762724"/>
                  </a:lnTo>
                  <a:lnTo>
                    <a:pt x="6032322" y="1701558"/>
                  </a:lnTo>
                  <a:lnTo>
                    <a:pt x="6033177" y="1652384"/>
                  </a:lnTo>
                  <a:lnTo>
                    <a:pt x="6034033" y="1670570"/>
                  </a:lnTo>
                  <a:lnTo>
                    <a:pt x="6034888" y="1501324"/>
                  </a:lnTo>
                  <a:lnTo>
                    <a:pt x="6035744" y="1522325"/>
                  </a:lnTo>
                  <a:lnTo>
                    <a:pt x="6036599" y="1511274"/>
                  </a:lnTo>
                  <a:lnTo>
                    <a:pt x="6037455" y="1445961"/>
                  </a:lnTo>
                  <a:lnTo>
                    <a:pt x="6038310" y="1438835"/>
                  </a:lnTo>
                  <a:lnTo>
                    <a:pt x="6039166" y="1396206"/>
                  </a:lnTo>
                  <a:lnTo>
                    <a:pt x="6040022" y="1610081"/>
                  </a:lnTo>
                  <a:lnTo>
                    <a:pt x="6040877" y="1623962"/>
                  </a:lnTo>
                  <a:lnTo>
                    <a:pt x="6041733" y="1617006"/>
                  </a:lnTo>
                  <a:lnTo>
                    <a:pt x="6042588" y="1558621"/>
                  </a:lnTo>
                  <a:lnTo>
                    <a:pt x="6043444" y="1590674"/>
                  </a:lnTo>
                  <a:lnTo>
                    <a:pt x="6044299" y="1591230"/>
                  </a:lnTo>
                  <a:lnTo>
                    <a:pt x="6045155" y="1567603"/>
                  </a:lnTo>
                  <a:lnTo>
                    <a:pt x="6046010" y="1573022"/>
                  </a:lnTo>
                  <a:lnTo>
                    <a:pt x="6046866" y="1567577"/>
                  </a:lnTo>
                  <a:lnTo>
                    <a:pt x="6047721" y="1588911"/>
                  </a:lnTo>
                  <a:lnTo>
                    <a:pt x="6048577" y="1609391"/>
                  </a:lnTo>
                  <a:lnTo>
                    <a:pt x="6049432" y="1542460"/>
                  </a:lnTo>
                  <a:lnTo>
                    <a:pt x="6050288" y="1586144"/>
                  </a:lnTo>
                  <a:lnTo>
                    <a:pt x="6051143" y="1698551"/>
                  </a:lnTo>
                  <a:lnTo>
                    <a:pt x="6051999" y="1762985"/>
                  </a:lnTo>
                  <a:lnTo>
                    <a:pt x="6052854" y="1766597"/>
                  </a:lnTo>
                  <a:lnTo>
                    <a:pt x="6053710" y="1788871"/>
                  </a:lnTo>
                  <a:lnTo>
                    <a:pt x="6054566" y="1679556"/>
                  </a:lnTo>
                  <a:lnTo>
                    <a:pt x="6055421" y="1653184"/>
                  </a:lnTo>
                  <a:lnTo>
                    <a:pt x="6056277" y="1567868"/>
                  </a:lnTo>
                  <a:lnTo>
                    <a:pt x="6057132" y="1516755"/>
                  </a:lnTo>
                  <a:lnTo>
                    <a:pt x="6057988" y="1591586"/>
                  </a:lnTo>
                  <a:lnTo>
                    <a:pt x="6058843" y="1518115"/>
                  </a:lnTo>
                  <a:lnTo>
                    <a:pt x="6059699" y="1514538"/>
                  </a:lnTo>
                  <a:lnTo>
                    <a:pt x="6060554" y="1582704"/>
                  </a:lnTo>
                  <a:lnTo>
                    <a:pt x="6061410" y="1705038"/>
                  </a:lnTo>
                  <a:lnTo>
                    <a:pt x="6062265" y="1683062"/>
                  </a:lnTo>
                  <a:lnTo>
                    <a:pt x="6063121" y="1749493"/>
                  </a:lnTo>
                  <a:lnTo>
                    <a:pt x="6063976" y="1639811"/>
                  </a:lnTo>
                  <a:lnTo>
                    <a:pt x="6064832" y="1686418"/>
                  </a:lnTo>
                  <a:lnTo>
                    <a:pt x="6065687" y="1696573"/>
                  </a:lnTo>
                  <a:lnTo>
                    <a:pt x="6066543" y="1732321"/>
                  </a:lnTo>
                  <a:lnTo>
                    <a:pt x="6067398" y="1632683"/>
                  </a:lnTo>
                  <a:lnTo>
                    <a:pt x="6068254" y="1487446"/>
                  </a:lnTo>
                  <a:lnTo>
                    <a:pt x="6069109" y="1468238"/>
                  </a:lnTo>
                  <a:lnTo>
                    <a:pt x="6069965" y="1533072"/>
                  </a:lnTo>
                  <a:lnTo>
                    <a:pt x="6070821" y="1599505"/>
                  </a:lnTo>
                  <a:lnTo>
                    <a:pt x="6071676" y="1469082"/>
                  </a:lnTo>
                  <a:lnTo>
                    <a:pt x="6072532" y="1351403"/>
                  </a:lnTo>
                  <a:lnTo>
                    <a:pt x="6073387" y="1286938"/>
                  </a:lnTo>
                  <a:lnTo>
                    <a:pt x="6074243" y="1260809"/>
                  </a:lnTo>
                  <a:lnTo>
                    <a:pt x="6075098" y="1223595"/>
                  </a:lnTo>
                  <a:lnTo>
                    <a:pt x="6075954" y="1134672"/>
                  </a:lnTo>
                  <a:lnTo>
                    <a:pt x="6076809" y="1202128"/>
                  </a:lnTo>
                  <a:lnTo>
                    <a:pt x="6077665" y="1113710"/>
                  </a:lnTo>
                  <a:lnTo>
                    <a:pt x="6078520" y="1080107"/>
                  </a:lnTo>
                  <a:lnTo>
                    <a:pt x="6079376" y="1149312"/>
                  </a:lnTo>
                  <a:lnTo>
                    <a:pt x="6080231" y="1108279"/>
                  </a:lnTo>
                  <a:lnTo>
                    <a:pt x="6081087" y="1223041"/>
                  </a:lnTo>
                  <a:lnTo>
                    <a:pt x="6081942" y="1332465"/>
                  </a:lnTo>
                  <a:lnTo>
                    <a:pt x="6082798" y="1429766"/>
                  </a:lnTo>
                  <a:lnTo>
                    <a:pt x="6083653" y="1519233"/>
                  </a:lnTo>
                  <a:lnTo>
                    <a:pt x="6084509" y="1631668"/>
                  </a:lnTo>
                  <a:lnTo>
                    <a:pt x="6085364" y="1685029"/>
                  </a:lnTo>
                  <a:lnTo>
                    <a:pt x="6086220" y="1502145"/>
                  </a:lnTo>
                  <a:lnTo>
                    <a:pt x="6087076" y="1419990"/>
                  </a:lnTo>
                  <a:lnTo>
                    <a:pt x="6087931" y="1251085"/>
                  </a:lnTo>
                  <a:lnTo>
                    <a:pt x="6088787" y="1143082"/>
                  </a:lnTo>
                  <a:lnTo>
                    <a:pt x="6089642" y="967644"/>
                  </a:lnTo>
                  <a:lnTo>
                    <a:pt x="6090498" y="970994"/>
                  </a:lnTo>
                  <a:lnTo>
                    <a:pt x="6091353" y="1196699"/>
                  </a:lnTo>
                  <a:lnTo>
                    <a:pt x="6092209" y="1159506"/>
                  </a:lnTo>
                  <a:lnTo>
                    <a:pt x="6093064" y="1058857"/>
                  </a:lnTo>
                  <a:lnTo>
                    <a:pt x="6093920" y="737234"/>
                  </a:lnTo>
                  <a:lnTo>
                    <a:pt x="6094775" y="519566"/>
                  </a:lnTo>
                  <a:lnTo>
                    <a:pt x="6095631" y="474391"/>
                  </a:lnTo>
                  <a:lnTo>
                    <a:pt x="6096486" y="381743"/>
                  </a:lnTo>
                  <a:lnTo>
                    <a:pt x="6097342" y="315769"/>
                  </a:lnTo>
                  <a:lnTo>
                    <a:pt x="6098197" y="429612"/>
                  </a:lnTo>
                  <a:lnTo>
                    <a:pt x="6099053" y="313280"/>
                  </a:lnTo>
                  <a:lnTo>
                    <a:pt x="6099908" y="384060"/>
                  </a:lnTo>
                  <a:lnTo>
                    <a:pt x="6100764" y="348012"/>
                  </a:lnTo>
                  <a:lnTo>
                    <a:pt x="6101620" y="502478"/>
                  </a:lnTo>
                  <a:lnTo>
                    <a:pt x="6102475" y="427482"/>
                  </a:lnTo>
                  <a:lnTo>
                    <a:pt x="6103331" y="453388"/>
                  </a:lnTo>
                  <a:lnTo>
                    <a:pt x="6104186" y="443356"/>
                  </a:lnTo>
                  <a:lnTo>
                    <a:pt x="6105042" y="444502"/>
                  </a:lnTo>
                  <a:lnTo>
                    <a:pt x="6105897" y="510756"/>
                  </a:lnTo>
                  <a:lnTo>
                    <a:pt x="6106753" y="335832"/>
                  </a:lnTo>
                  <a:lnTo>
                    <a:pt x="6107608" y="287084"/>
                  </a:lnTo>
                  <a:lnTo>
                    <a:pt x="6108464" y="179299"/>
                  </a:lnTo>
                  <a:lnTo>
                    <a:pt x="6109319" y="169772"/>
                  </a:lnTo>
                  <a:lnTo>
                    <a:pt x="6110175" y="50533"/>
                  </a:lnTo>
                  <a:lnTo>
                    <a:pt x="6111030" y="48538"/>
                  </a:lnTo>
                  <a:lnTo>
                    <a:pt x="6111886" y="49979"/>
                  </a:lnTo>
                  <a:lnTo>
                    <a:pt x="6112741" y="0"/>
                  </a:lnTo>
                  <a:lnTo>
                    <a:pt x="6113597" y="115739"/>
                  </a:lnTo>
                  <a:lnTo>
                    <a:pt x="6114452" y="233300"/>
                  </a:lnTo>
                  <a:lnTo>
                    <a:pt x="6115308" y="403843"/>
                  </a:lnTo>
                  <a:lnTo>
                    <a:pt x="6116163" y="563768"/>
                  </a:lnTo>
                  <a:lnTo>
                    <a:pt x="6117019" y="594989"/>
                  </a:lnTo>
                  <a:lnTo>
                    <a:pt x="6117875" y="854493"/>
                  </a:lnTo>
                  <a:lnTo>
                    <a:pt x="6118730" y="916856"/>
                  </a:lnTo>
                  <a:lnTo>
                    <a:pt x="6119586" y="728226"/>
                  </a:lnTo>
                  <a:lnTo>
                    <a:pt x="6120441" y="946575"/>
                  </a:lnTo>
                  <a:lnTo>
                    <a:pt x="6121297" y="1104491"/>
                  </a:lnTo>
                  <a:lnTo>
                    <a:pt x="6122152" y="1367384"/>
                  </a:lnTo>
                  <a:lnTo>
                    <a:pt x="6123008" y="1560275"/>
                  </a:lnTo>
                  <a:lnTo>
                    <a:pt x="6123863" y="1460070"/>
                  </a:lnTo>
                  <a:lnTo>
                    <a:pt x="6124719" y="1566767"/>
                  </a:lnTo>
                  <a:lnTo>
                    <a:pt x="6125574" y="1604755"/>
                  </a:lnTo>
                  <a:lnTo>
                    <a:pt x="6126430" y="1484731"/>
                  </a:lnTo>
                  <a:lnTo>
                    <a:pt x="6127285" y="1372577"/>
                  </a:lnTo>
                  <a:lnTo>
                    <a:pt x="6128141" y="1482247"/>
                  </a:lnTo>
                  <a:lnTo>
                    <a:pt x="6128996" y="1458036"/>
                  </a:lnTo>
                  <a:lnTo>
                    <a:pt x="6129852" y="1469626"/>
                  </a:lnTo>
                  <a:lnTo>
                    <a:pt x="6130707" y="1519990"/>
                  </a:lnTo>
                  <a:lnTo>
                    <a:pt x="6131563" y="1433736"/>
                  </a:lnTo>
                  <a:lnTo>
                    <a:pt x="6132418" y="1442391"/>
                  </a:lnTo>
                  <a:lnTo>
                    <a:pt x="6133274" y="1531549"/>
                  </a:lnTo>
                  <a:lnTo>
                    <a:pt x="6134130" y="1581245"/>
                  </a:lnTo>
                  <a:lnTo>
                    <a:pt x="6134985" y="1556429"/>
                  </a:lnTo>
                  <a:lnTo>
                    <a:pt x="6135841" y="1730179"/>
                  </a:lnTo>
                  <a:lnTo>
                    <a:pt x="6136696" y="1642536"/>
                  </a:lnTo>
                  <a:lnTo>
                    <a:pt x="6137552" y="1584237"/>
                  </a:lnTo>
                  <a:lnTo>
                    <a:pt x="6138407" y="1551692"/>
                  </a:lnTo>
                  <a:lnTo>
                    <a:pt x="6139263" y="1518186"/>
                  </a:lnTo>
                  <a:lnTo>
                    <a:pt x="6140118" y="1573200"/>
                  </a:lnTo>
                  <a:lnTo>
                    <a:pt x="6140974" y="1598453"/>
                  </a:lnTo>
                  <a:lnTo>
                    <a:pt x="6141829" y="1632190"/>
                  </a:lnTo>
                  <a:lnTo>
                    <a:pt x="6142685" y="1701355"/>
                  </a:lnTo>
                  <a:lnTo>
                    <a:pt x="6143540" y="1707842"/>
                  </a:lnTo>
                  <a:lnTo>
                    <a:pt x="6144396" y="1730858"/>
                  </a:lnTo>
                  <a:lnTo>
                    <a:pt x="6145251" y="1692058"/>
                  </a:lnTo>
                  <a:lnTo>
                    <a:pt x="6146107" y="1685670"/>
                  </a:lnTo>
                  <a:lnTo>
                    <a:pt x="6146962" y="1721516"/>
                  </a:lnTo>
                  <a:lnTo>
                    <a:pt x="6147818" y="1804370"/>
                  </a:lnTo>
                  <a:lnTo>
                    <a:pt x="6148674" y="1758081"/>
                  </a:lnTo>
                  <a:lnTo>
                    <a:pt x="6149529" y="1796520"/>
                  </a:lnTo>
                  <a:lnTo>
                    <a:pt x="6150385" y="1805846"/>
                  </a:lnTo>
                  <a:lnTo>
                    <a:pt x="6151240" y="1866934"/>
                  </a:lnTo>
                  <a:lnTo>
                    <a:pt x="6152096" y="1850323"/>
                  </a:lnTo>
                  <a:lnTo>
                    <a:pt x="6152951" y="1867945"/>
                  </a:lnTo>
                  <a:lnTo>
                    <a:pt x="6153807" y="1794312"/>
                  </a:lnTo>
                  <a:lnTo>
                    <a:pt x="6154662" y="1771254"/>
                  </a:lnTo>
                  <a:lnTo>
                    <a:pt x="6155518" y="1630264"/>
                  </a:lnTo>
                  <a:lnTo>
                    <a:pt x="6156373" y="1520240"/>
                  </a:lnTo>
                  <a:lnTo>
                    <a:pt x="6157229" y="1609258"/>
                  </a:lnTo>
                  <a:lnTo>
                    <a:pt x="6158084" y="1608225"/>
                  </a:lnTo>
                  <a:lnTo>
                    <a:pt x="6158940" y="1700002"/>
                  </a:lnTo>
                  <a:lnTo>
                    <a:pt x="6159795" y="1733725"/>
                  </a:lnTo>
                  <a:lnTo>
                    <a:pt x="6160651" y="1682240"/>
                  </a:lnTo>
                  <a:lnTo>
                    <a:pt x="6161506" y="1586297"/>
                  </a:lnTo>
                  <a:lnTo>
                    <a:pt x="6162362" y="1521110"/>
                  </a:lnTo>
                  <a:lnTo>
                    <a:pt x="6163217" y="1516806"/>
                  </a:lnTo>
                  <a:lnTo>
                    <a:pt x="6164073" y="1550547"/>
                  </a:lnTo>
                  <a:lnTo>
                    <a:pt x="6164929" y="1462663"/>
                  </a:lnTo>
                  <a:lnTo>
                    <a:pt x="6165784" y="1492121"/>
                  </a:lnTo>
                  <a:lnTo>
                    <a:pt x="6166640" y="1522135"/>
                  </a:lnTo>
                  <a:lnTo>
                    <a:pt x="6167495" y="1648158"/>
                  </a:lnTo>
                  <a:lnTo>
                    <a:pt x="6168351" y="1624226"/>
                  </a:lnTo>
                  <a:lnTo>
                    <a:pt x="6169206" y="1687815"/>
                  </a:lnTo>
                  <a:lnTo>
                    <a:pt x="6170062" y="1733284"/>
                  </a:lnTo>
                  <a:lnTo>
                    <a:pt x="6170917" y="1752723"/>
                  </a:lnTo>
                  <a:lnTo>
                    <a:pt x="6171773" y="1744859"/>
                  </a:lnTo>
                  <a:lnTo>
                    <a:pt x="6172628" y="1730240"/>
                  </a:lnTo>
                  <a:lnTo>
                    <a:pt x="6173484" y="1664096"/>
                  </a:lnTo>
                  <a:lnTo>
                    <a:pt x="6174339" y="1560031"/>
                  </a:lnTo>
                  <a:lnTo>
                    <a:pt x="6175195" y="1568233"/>
                  </a:lnTo>
                  <a:lnTo>
                    <a:pt x="6176050" y="1539335"/>
                  </a:lnTo>
                  <a:lnTo>
                    <a:pt x="6176906" y="1549585"/>
                  </a:lnTo>
                  <a:lnTo>
                    <a:pt x="6177761" y="1499287"/>
                  </a:lnTo>
                  <a:lnTo>
                    <a:pt x="6178617" y="1471746"/>
                  </a:lnTo>
                  <a:lnTo>
                    <a:pt x="6179472" y="1426129"/>
                  </a:lnTo>
                  <a:lnTo>
                    <a:pt x="6180328" y="1441893"/>
                  </a:lnTo>
                  <a:lnTo>
                    <a:pt x="6181184" y="1430362"/>
                  </a:lnTo>
                  <a:lnTo>
                    <a:pt x="6182039" y="1412970"/>
                  </a:lnTo>
                  <a:lnTo>
                    <a:pt x="6182895" y="1508600"/>
                  </a:lnTo>
                  <a:lnTo>
                    <a:pt x="6183750" y="1527777"/>
                  </a:lnTo>
                  <a:lnTo>
                    <a:pt x="6184606" y="1557843"/>
                  </a:lnTo>
                  <a:lnTo>
                    <a:pt x="6185461" y="1697877"/>
                  </a:lnTo>
                  <a:lnTo>
                    <a:pt x="6186317" y="1799091"/>
                  </a:lnTo>
                  <a:lnTo>
                    <a:pt x="6187172" y="1873360"/>
                  </a:lnTo>
                  <a:lnTo>
                    <a:pt x="6188028" y="1852502"/>
                  </a:lnTo>
                  <a:lnTo>
                    <a:pt x="6188883" y="1722962"/>
                  </a:lnTo>
                  <a:lnTo>
                    <a:pt x="6189739" y="1786844"/>
                  </a:lnTo>
                  <a:lnTo>
                    <a:pt x="6190594" y="1837320"/>
                  </a:lnTo>
                  <a:lnTo>
                    <a:pt x="6191450" y="1967557"/>
                  </a:lnTo>
                  <a:lnTo>
                    <a:pt x="6192305" y="1886546"/>
                  </a:lnTo>
                  <a:lnTo>
                    <a:pt x="6193161" y="1869169"/>
                  </a:lnTo>
                  <a:lnTo>
                    <a:pt x="6194016" y="1875580"/>
                  </a:lnTo>
                  <a:lnTo>
                    <a:pt x="6194872" y="1876584"/>
                  </a:lnTo>
                  <a:lnTo>
                    <a:pt x="6195728" y="1848713"/>
                  </a:lnTo>
                  <a:lnTo>
                    <a:pt x="6196583" y="1877626"/>
                  </a:lnTo>
                  <a:lnTo>
                    <a:pt x="6197439" y="1909655"/>
                  </a:lnTo>
                  <a:lnTo>
                    <a:pt x="6198294" y="2086197"/>
                  </a:lnTo>
                  <a:lnTo>
                    <a:pt x="6199150" y="2066348"/>
                  </a:lnTo>
                  <a:lnTo>
                    <a:pt x="6200005" y="2087262"/>
                  </a:lnTo>
                  <a:lnTo>
                    <a:pt x="6200861" y="2024424"/>
                  </a:lnTo>
                  <a:lnTo>
                    <a:pt x="6201716" y="2007284"/>
                  </a:lnTo>
                  <a:lnTo>
                    <a:pt x="6202572" y="2028720"/>
                  </a:lnTo>
                  <a:lnTo>
                    <a:pt x="6203427" y="2030113"/>
                  </a:lnTo>
                  <a:lnTo>
                    <a:pt x="6204283" y="2022496"/>
                  </a:lnTo>
                  <a:lnTo>
                    <a:pt x="6205138" y="2076470"/>
                  </a:lnTo>
                  <a:lnTo>
                    <a:pt x="6205994" y="2063830"/>
                  </a:lnTo>
                  <a:lnTo>
                    <a:pt x="6206849" y="2057376"/>
                  </a:lnTo>
                  <a:lnTo>
                    <a:pt x="6207705" y="1906182"/>
                  </a:lnTo>
                  <a:lnTo>
                    <a:pt x="6208560" y="1824268"/>
                  </a:lnTo>
                  <a:lnTo>
                    <a:pt x="6209416" y="1738141"/>
                  </a:lnTo>
                  <a:lnTo>
                    <a:pt x="6210271" y="1749560"/>
                  </a:lnTo>
                  <a:lnTo>
                    <a:pt x="6211127" y="1822483"/>
                  </a:lnTo>
                  <a:lnTo>
                    <a:pt x="6211983" y="1934160"/>
                  </a:lnTo>
                  <a:lnTo>
                    <a:pt x="6212838" y="2044546"/>
                  </a:lnTo>
                  <a:lnTo>
                    <a:pt x="6213694" y="2051416"/>
                  </a:lnTo>
                  <a:lnTo>
                    <a:pt x="6214549" y="2105755"/>
                  </a:lnTo>
                  <a:lnTo>
                    <a:pt x="6215405" y="2094220"/>
                  </a:lnTo>
                  <a:lnTo>
                    <a:pt x="6216260" y="2076269"/>
                  </a:lnTo>
                  <a:lnTo>
                    <a:pt x="6217116" y="2056583"/>
                  </a:lnTo>
                  <a:lnTo>
                    <a:pt x="6217971" y="2085101"/>
                  </a:lnTo>
                  <a:lnTo>
                    <a:pt x="6218827" y="2107210"/>
                  </a:lnTo>
                  <a:lnTo>
                    <a:pt x="6219682" y="2130099"/>
                  </a:lnTo>
                  <a:lnTo>
                    <a:pt x="6220538" y="2135489"/>
                  </a:lnTo>
                  <a:lnTo>
                    <a:pt x="6221393" y="2090679"/>
                  </a:lnTo>
                  <a:lnTo>
                    <a:pt x="6222249" y="2133461"/>
                  </a:lnTo>
                  <a:lnTo>
                    <a:pt x="6223104" y="2115342"/>
                  </a:lnTo>
                  <a:lnTo>
                    <a:pt x="6223960" y="2091530"/>
                  </a:lnTo>
                  <a:lnTo>
                    <a:pt x="6224815" y="2108066"/>
                  </a:lnTo>
                  <a:lnTo>
                    <a:pt x="6225671" y="2118054"/>
                  </a:lnTo>
                  <a:lnTo>
                    <a:pt x="6226526" y="2171272"/>
                  </a:lnTo>
                  <a:lnTo>
                    <a:pt x="6227382" y="2164515"/>
                  </a:lnTo>
                  <a:lnTo>
                    <a:pt x="6228238" y="2102833"/>
                  </a:lnTo>
                  <a:lnTo>
                    <a:pt x="6229093" y="2081059"/>
                  </a:lnTo>
                  <a:lnTo>
                    <a:pt x="6229949" y="2054442"/>
                  </a:lnTo>
                  <a:lnTo>
                    <a:pt x="6230804" y="2060740"/>
                  </a:lnTo>
                  <a:lnTo>
                    <a:pt x="6231660" y="2047942"/>
                  </a:lnTo>
                  <a:lnTo>
                    <a:pt x="6232515" y="2049730"/>
                  </a:lnTo>
                  <a:lnTo>
                    <a:pt x="6233371" y="2063242"/>
                  </a:lnTo>
                  <a:lnTo>
                    <a:pt x="6234226" y="2091221"/>
                  </a:lnTo>
                  <a:lnTo>
                    <a:pt x="6235082" y="2089880"/>
                  </a:lnTo>
                  <a:lnTo>
                    <a:pt x="6235937" y="2124604"/>
                  </a:lnTo>
                  <a:lnTo>
                    <a:pt x="6236793" y="2127762"/>
                  </a:lnTo>
                  <a:lnTo>
                    <a:pt x="6237648" y="2124039"/>
                  </a:lnTo>
                  <a:lnTo>
                    <a:pt x="6238504" y="2085923"/>
                  </a:lnTo>
                  <a:lnTo>
                    <a:pt x="6239359" y="1991737"/>
                  </a:lnTo>
                  <a:lnTo>
                    <a:pt x="6240215" y="1953725"/>
                  </a:lnTo>
                  <a:lnTo>
                    <a:pt x="6241070" y="1960181"/>
                  </a:lnTo>
                  <a:lnTo>
                    <a:pt x="6241926" y="1973260"/>
                  </a:lnTo>
                  <a:lnTo>
                    <a:pt x="6242781" y="2018592"/>
                  </a:lnTo>
                  <a:lnTo>
                    <a:pt x="6243637" y="2082943"/>
                  </a:lnTo>
                  <a:lnTo>
                    <a:pt x="6244493" y="2086913"/>
                  </a:lnTo>
                  <a:lnTo>
                    <a:pt x="6245348" y="2095553"/>
                  </a:lnTo>
                  <a:lnTo>
                    <a:pt x="6246204" y="2099285"/>
                  </a:lnTo>
                  <a:lnTo>
                    <a:pt x="6247059" y="2111293"/>
                  </a:lnTo>
                  <a:lnTo>
                    <a:pt x="6247915" y="2137435"/>
                  </a:lnTo>
                  <a:lnTo>
                    <a:pt x="6248770" y="2144216"/>
                  </a:lnTo>
                  <a:lnTo>
                    <a:pt x="6249626" y="2132538"/>
                  </a:lnTo>
                  <a:lnTo>
                    <a:pt x="6250481" y="2144135"/>
                  </a:lnTo>
                  <a:lnTo>
                    <a:pt x="6251337" y="2124140"/>
                  </a:lnTo>
                  <a:lnTo>
                    <a:pt x="6252192" y="2168415"/>
                  </a:lnTo>
                  <a:lnTo>
                    <a:pt x="6253048" y="2183856"/>
                  </a:lnTo>
                  <a:lnTo>
                    <a:pt x="6253903" y="2196795"/>
                  </a:lnTo>
                  <a:lnTo>
                    <a:pt x="6254759" y="2203949"/>
                  </a:lnTo>
                  <a:lnTo>
                    <a:pt x="6255614" y="2206646"/>
                  </a:lnTo>
                  <a:lnTo>
                    <a:pt x="6256470" y="2221013"/>
                  </a:lnTo>
                  <a:lnTo>
                    <a:pt x="6257325" y="2197917"/>
                  </a:lnTo>
                  <a:lnTo>
                    <a:pt x="6258181" y="2205227"/>
                  </a:lnTo>
                  <a:lnTo>
                    <a:pt x="6259037" y="2190979"/>
                  </a:lnTo>
                  <a:lnTo>
                    <a:pt x="6259892" y="2172581"/>
                  </a:lnTo>
                  <a:lnTo>
                    <a:pt x="6260748" y="2216658"/>
                  </a:lnTo>
                  <a:lnTo>
                    <a:pt x="6261603" y="2225069"/>
                  </a:lnTo>
                  <a:lnTo>
                    <a:pt x="6262459" y="2230162"/>
                  </a:lnTo>
                  <a:lnTo>
                    <a:pt x="6263314" y="2242626"/>
                  </a:lnTo>
                  <a:lnTo>
                    <a:pt x="6264170" y="2229828"/>
                  </a:lnTo>
                  <a:lnTo>
                    <a:pt x="6265025" y="2250962"/>
                  </a:lnTo>
                  <a:lnTo>
                    <a:pt x="6265881" y="2184020"/>
                  </a:lnTo>
                  <a:lnTo>
                    <a:pt x="6266736" y="2160161"/>
                  </a:lnTo>
                  <a:lnTo>
                    <a:pt x="6267592" y="2165253"/>
                  </a:lnTo>
                  <a:lnTo>
                    <a:pt x="6268447" y="2181478"/>
                  </a:lnTo>
                  <a:lnTo>
                    <a:pt x="6269303" y="2257038"/>
                  </a:lnTo>
                  <a:lnTo>
                    <a:pt x="6270158" y="2218658"/>
                  </a:lnTo>
                  <a:lnTo>
                    <a:pt x="6271014" y="2231584"/>
                  </a:lnTo>
                  <a:lnTo>
                    <a:pt x="6271869" y="2157205"/>
                  </a:lnTo>
                  <a:lnTo>
                    <a:pt x="6272725" y="2158568"/>
                  </a:lnTo>
                  <a:lnTo>
                    <a:pt x="6273580" y="2114366"/>
                  </a:lnTo>
                  <a:lnTo>
                    <a:pt x="6274436" y="2065468"/>
                  </a:lnTo>
                  <a:lnTo>
                    <a:pt x="6275292" y="2112669"/>
                  </a:lnTo>
                  <a:lnTo>
                    <a:pt x="6276147" y="2082853"/>
                  </a:lnTo>
                  <a:lnTo>
                    <a:pt x="6277003" y="2143420"/>
                  </a:lnTo>
                  <a:lnTo>
                    <a:pt x="6277858" y="2043301"/>
                  </a:lnTo>
                  <a:lnTo>
                    <a:pt x="6278714" y="2086474"/>
                  </a:lnTo>
                  <a:lnTo>
                    <a:pt x="6279569" y="2163247"/>
                  </a:lnTo>
                  <a:lnTo>
                    <a:pt x="6280425" y="2052322"/>
                  </a:lnTo>
                  <a:lnTo>
                    <a:pt x="6281280" y="2135474"/>
                  </a:lnTo>
                  <a:lnTo>
                    <a:pt x="6282136" y="2023777"/>
                  </a:lnTo>
                  <a:lnTo>
                    <a:pt x="6282991" y="2061618"/>
                  </a:lnTo>
                  <a:lnTo>
                    <a:pt x="6283847" y="2071812"/>
                  </a:lnTo>
                  <a:lnTo>
                    <a:pt x="6284702" y="2020639"/>
                  </a:lnTo>
                  <a:lnTo>
                    <a:pt x="6285558" y="2098054"/>
                  </a:lnTo>
                  <a:lnTo>
                    <a:pt x="6286413" y="2024505"/>
                  </a:lnTo>
                  <a:lnTo>
                    <a:pt x="6287269" y="2065421"/>
                  </a:lnTo>
                  <a:lnTo>
                    <a:pt x="6288124" y="2125146"/>
                  </a:lnTo>
                  <a:lnTo>
                    <a:pt x="6288980" y="2116341"/>
                  </a:lnTo>
                  <a:lnTo>
                    <a:pt x="6289835" y="2130883"/>
                  </a:lnTo>
                  <a:lnTo>
                    <a:pt x="6290691" y="2147704"/>
                  </a:lnTo>
                  <a:lnTo>
                    <a:pt x="6291547" y="2125403"/>
                  </a:lnTo>
                  <a:lnTo>
                    <a:pt x="6292402" y="2119683"/>
                  </a:lnTo>
                  <a:lnTo>
                    <a:pt x="6293258" y="2115477"/>
                  </a:lnTo>
                  <a:lnTo>
                    <a:pt x="6294113" y="2066450"/>
                  </a:lnTo>
                  <a:lnTo>
                    <a:pt x="6294969" y="2002734"/>
                  </a:lnTo>
                  <a:lnTo>
                    <a:pt x="6295824" y="1954444"/>
                  </a:lnTo>
                  <a:lnTo>
                    <a:pt x="6296680" y="1928066"/>
                  </a:lnTo>
                  <a:lnTo>
                    <a:pt x="6297535" y="2041247"/>
                  </a:lnTo>
                  <a:lnTo>
                    <a:pt x="6298391" y="2063994"/>
                  </a:lnTo>
                  <a:lnTo>
                    <a:pt x="6299246" y="2121673"/>
                  </a:lnTo>
                  <a:lnTo>
                    <a:pt x="6300102" y="2125062"/>
                  </a:lnTo>
                  <a:lnTo>
                    <a:pt x="6300957" y="2111149"/>
                  </a:lnTo>
                  <a:lnTo>
                    <a:pt x="6301813" y="2181167"/>
                  </a:lnTo>
                  <a:lnTo>
                    <a:pt x="6302668" y="2124564"/>
                  </a:lnTo>
                  <a:lnTo>
                    <a:pt x="6303524" y="2117830"/>
                  </a:lnTo>
                  <a:lnTo>
                    <a:pt x="6304379" y="2081122"/>
                  </a:lnTo>
                  <a:lnTo>
                    <a:pt x="6305235" y="2040103"/>
                  </a:lnTo>
                  <a:lnTo>
                    <a:pt x="6306091" y="2013979"/>
                  </a:lnTo>
                  <a:lnTo>
                    <a:pt x="6306946" y="2040281"/>
                  </a:lnTo>
                  <a:lnTo>
                    <a:pt x="6307802" y="2019610"/>
                  </a:lnTo>
                  <a:lnTo>
                    <a:pt x="6308657" y="2027078"/>
                  </a:lnTo>
                  <a:lnTo>
                    <a:pt x="6309513" y="1952430"/>
                  </a:lnTo>
                  <a:lnTo>
                    <a:pt x="6310368" y="1864738"/>
                  </a:lnTo>
                  <a:lnTo>
                    <a:pt x="6311224" y="1854364"/>
                  </a:lnTo>
                  <a:lnTo>
                    <a:pt x="6312079" y="1864665"/>
                  </a:lnTo>
                  <a:lnTo>
                    <a:pt x="6312935" y="1847431"/>
                  </a:lnTo>
                  <a:lnTo>
                    <a:pt x="6313790" y="1844146"/>
                  </a:lnTo>
                  <a:lnTo>
                    <a:pt x="6314646" y="1835896"/>
                  </a:lnTo>
                  <a:lnTo>
                    <a:pt x="6315501" y="1865138"/>
                  </a:lnTo>
                  <a:lnTo>
                    <a:pt x="6316357" y="1916211"/>
                  </a:lnTo>
                  <a:lnTo>
                    <a:pt x="6317212" y="1877154"/>
                  </a:lnTo>
                  <a:lnTo>
                    <a:pt x="6318068" y="1952084"/>
                  </a:lnTo>
                  <a:lnTo>
                    <a:pt x="6318923" y="1966703"/>
                  </a:lnTo>
                  <a:lnTo>
                    <a:pt x="6319779" y="1959257"/>
                  </a:lnTo>
                  <a:lnTo>
                    <a:pt x="6320634" y="2050666"/>
                  </a:lnTo>
                  <a:lnTo>
                    <a:pt x="6321490" y="2074423"/>
                  </a:lnTo>
                  <a:lnTo>
                    <a:pt x="6322346" y="2083981"/>
                  </a:lnTo>
                  <a:lnTo>
                    <a:pt x="6323201" y="2122680"/>
                  </a:lnTo>
                  <a:lnTo>
                    <a:pt x="6324057" y="2027340"/>
                  </a:lnTo>
                  <a:lnTo>
                    <a:pt x="6324912" y="1952823"/>
                  </a:lnTo>
                  <a:lnTo>
                    <a:pt x="6325768" y="1924275"/>
                  </a:lnTo>
                  <a:lnTo>
                    <a:pt x="6326623" y="1993632"/>
                  </a:lnTo>
                  <a:lnTo>
                    <a:pt x="6327479" y="2031181"/>
                  </a:lnTo>
                  <a:lnTo>
                    <a:pt x="6328334" y="1965611"/>
                  </a:lnTo>
                  <a:lnTo>
                    <a:pt x="6329190" y="2055816"/>
                  </a:lnTo>
                  <a:lnTo>
                    <a:pt x="6330045" y="2065611"/>
                  </a:lnTo>
                  <a:lnTo>
                    <a:pt x="6330901" y="2141632"/>
                  </a:lnTo>
                  <a:lnTo>
                    <a:pt x="6331756" y="2169638"/>
                  </a:lnTo>
                  <a:lnTo>
                    <a:pt x="6332612" y="2120917"/>
                  </a:lnTo>
                  <a:lnTo>
                    <a:pt x="6333467" y="2167136"/>
                  </a:lnTo>
                  <a:lnTo>
                    <a:pt x="6334323" y="2232945"/>
                  </a:lnTo>
                  <a:lnTo>
                    <a:pt x="6335178" y="2247642"/>
                  </a:lnTo>
                  <a:lnTo>
                    <a:pt x="6336034" y="2221809"/>
                  </a:lnTo>
                  <a:lnTo>
                    <a:pt x="6336889" y="2179328"/>
                  </a:lnTo>
                  <a:lnTo>
                    <a:pt x="6337745" y="2212731"/>
                  </a:lnTo>
                  <a:lnTo>
                    <a:pt x="6338601" y="2203376"/>
                  </a:lnTo>
                  <a:lnTo>
                    <a:pt x="6339456" y="2171977"/>
                  </a:lnTo>
                  <a:lnTo>
                    <a:pt x="6340312" y="2114543"/>
                  </a:lnTo>
                  <a:lnTo>
                    <a:pt x="6341167" y="2094425"/>
                  </a:lnTo>
                  <a:lnTo>
                    <a:pt x="6342023" y="2136860"/>
                  </a:lnTo>
                  <a:lnTo>
                    <a:pt x="6342878" y="2107788"/>
                  </a:lnTo>
                  <a:lnTo>
                    <a:pt x="6343734" y="2075562"/>
                  </a:lnTo>
                  <a:lnTo>
                    <a:pt x="6344589" y="2087951"/>
                  </a:lnTo>
                  <a:lnTo>
                    <a:pt x="6345445" y="2010656"/>
                  </a:lnTo>
                  <a:lnTo>
                    <a:pt x="6346300" y="1960899"/>
                  </a:lnTo>
                  <a:lnTo>
                    <a:pt x="6347156" y="1939174"/>
                  </a:lnTo>
                  <a:lnTo>
                    <a:pt x="6348011" y="1999709"/>
                  </a:lnTo>
                  <a:lnTo>
                    <a:pt x="6348867" y="2004797"/>
                  </a:lnTo>
                  <a:lnTo>
                    <a:pt x="6349722" y="2036373"/>
                  </a:lnTo>
                  <a:lnTo>
                    <a:pt x="6350578" y="2084704"/>
                  </a:lnTo>
                  <a:lnTo>
                    <a:pt x="6351433" y="2054205"/>
                  </a:lnTo>
                  <a:lnTo>
                    <a:pt x="6352289" y="2014586"/>
                  </a:lnTo>
                  <a:lnTo>
                    <a:pt x="6353145" y="1987220"/>
                  </a:lnTo>
                  <a:lnTo>
                    <a:pt x="6354000" y="1938078"/>
                  </a:lnTo>
                  <a:lnTo>
                    <a:pt x="6354856" y="1990620"/>
                  </a:lnTo>
                  <a:lnTo>
                    <a:pt x="6355711" y="2018346"/>
                  </a:lnTo>
                  <a:lnTo>
                    <a:pt x="6356567" y="2081921"/>
                  </a:lnTo>
                  <a:lnTo>
                    <a:pt x="6357422" y="2090594"/>
                  </a:lnTo>
                  <a:lnTo>
                    <a:pt x="6358278" y="2172235"/>
                  </a:lnTo>
                  <a:lnTo>
                    <a:pt x="6359133" y="2176294"/>
                  </a:lnTo>
                  <a:lnTo>
                    <a:pt x="6359989" y="2188949"/>
                  </a:lnTo>
                  <a:lnTo>
                    <a:pt x="6360844" y="2192328"/>
                  </a:lnTo>
                  <a:lnTo>
                    <a:pt x="6361700" y="2171348"/>
                  </a:lnTo>
                  <a:lnTo>
                    <a:pt x="6362555" y="2186231"/>
                  </a:lnTo>
                  <a:lnTo>
                    <a:pt x="6363411" y="2207746"/>
                  </a:lnTo>
                  <a:lnTo>
                    <a:pt x="6364266" y="2224918"/>
                  </a:lnTo>
                  <a:lnTo>
                    <a:pt x="6365122" y="2229346"/>
                  </a:lnTo>
                  <a:lnTo>
                    <a:pt x="6365977" y="2223412"/>
                  </a:lnTo>
                  <a:lnTo>
                    <a:pt x="6366833" y="2205996"/>
                  </a:lnTo>
                  <a:lnTo>
                    <a:pt x="6367688" y="2215229"/>
                  </a:lnTo>
                  <a:lnTo>
                    <a:pt x="6368544" y="2192348"/>
                  </a:lnTo>
                  <a:lnTo>
                    <a:pt x="6369400" y="2208336"/>
                  </a:lnTo>
                  <a:lnTo>
                    <a:pt x="6370255" y="2168893"/>
                  </a:lnTo>
                  <a:lnTo>
                    <a:pt x="6371111" y="2121676"/>
                  </a:lnTo>
                  <a:lnTo>
                    <a:pt x="6371966" y="2111177"/>
                  </a:lnTo>
                  <a:lnTo>
                    <a:pt x="6372822" y="2033201"/>
                  </a:lnTo>
                  <a:lnTo>
                    <a:pt x="6373677" y="2079822"/>
                  </a:lnTo>
                  <a:lnTo>
                    <a:pt x="6374533" y="2101561"/>
                  </a:lnTo>
                  <a:lnTo>
                    <a:pt x="6375388" y="2075893"/>
                  </a:lnTo>
                  <a:lnTo>
                    <a:pt x="6376244" y="2097108"/>
                  </a:lnTo>
                  <a:lnTo>
                    <a:pt x="6377099" y="2094891"/>
                  </a:lnTo>
                  <a:lnTo>
                    <a:pt x="6377955" y="2042562"/>
                  </a:lnTo>
                  <a:lnTo>
                    <a:pt x="6378810" y="2050635"/>
                  </a:lnTo>
                  <a:lnTo>
                    <a:pt x="6379666" y="2041658"/>
                  </a:lnTo>
                  <a:lnTo>
                    <a:pt x="6380521" y="2024159"/>
                  </a:lnTo>
                  <a:lnTo>
                    <a:pt x="6381377" y="1940653"/>
                  </a:lnTo>
                  <a:lnTo>
                    <a:pt x="6382232" y="1925761"/>
                  </a:lnTo>
                  <a:lnTo>
                    <a:pt x="6383088" y="1964975"/>
                  </a:lnTo>
                  <a:lnTo>
                    <a:pt x="6383943" y="1950041"/>
                  </a:lnTo>
                  <a:lnTo>
                    <a:pt x="6384799" y="1957895"/>
                  </a:lnTo>
                  <a:lnTo>
                    <a:pt x="6385655" y="2085281"/>
                  </a:lnTo>
                  <a:lnTo>
                    <a:pt x="6386510" y="2138058"/>
                  </a:lnTo>
                  <a:lnTo>
                    <a:pt x="6387366" y="2125109"/>
                  </a:lnTo>
                  <a:lnTo>
                    <a:pt x="6388221" y="2105456"/>
                  </a:lnTo>
                  <a:lnTo>
                    <a:pt x="6389077" y="2171435"/>
                  </a:lnTo>
                  <a:lnTo>
                    <a:pt x="6389932" y="2174430"/>
                  </a:lnTo>
                  <a:lnTo>
                    <a:pt x="6390788" y="2184857"/>
                  </a:lnTo>
                  <a:lnTo>
                    <a:pt x="6391643" y="2187161"/>
                  </a:lnTo>
                  <a:lnTo>
                    <a:pt x="6392499" y="2182718"/>
                  </a:lnTo>
                  <a:lnTo>
                    <a:pt x="6393354" y="2232847"/>
                  </a:lnTo>
                  <a:lnTo>
                    <a:pt x="6394210" y="2232307"/>
                  </a:lnTo>
                  <a:lnTo>
                    <a:pt x="6395065" y="2214810"/>
                  </a:lnTo>
                  <a:lnTo>
                    <a:pt x="6395921" y="2196726"/>
                  </a:lnTo>
                  <a:lnTo>
                    <a:pt x="6396776" y="2166797"/>
                  </a:lnTo>
                  <a:lnTo>
                    <a:pt x="6397632" y="2153520"/>
                  </a:lnTo>
                  <a:lnTo>
                    <a:pt x="6398487" y="2113823"/>
                  </a:lnTo>
                  <a:lnTo>
                    <a:pt x="6399343" y="2056723"/>
                  </a:lnTo>
                  <a:lnTo>
                    <a:pt x="6400199" y="2002088"/>
                  </a:lnTo>
                  <a:lnTo>
                    <a:pt x="6401054" y="2035720"/>
                  </a:lnTo>
                  <a:lnTo>
                    <a:pt x="6401910" y="2060136"/>
                  </a:lnTo>
                  <a:lnTo>
                    <a:pt x="6402765" y="2037267"/>
                  </a:lnTo>
                  <a:lnTo>
                    <a:pt x="6403621" y="2004018"/>
                  </a:lnTo>
                  <a:lnTo>
                    <a:pt x="6404476" y="1941423"/>
                  </a:lnTo>
                  <a:lnTo>
                    <a:pt x="6405332" y="1873376"/>
                  </a:lnTo>
                  <a:lnTo>
                    <a:pt x="6406187" y="1911562"/>
                  </a:lnTo>
                  <a:lnTo>
                    <a:pt x="6407043" y="2011212"/>
                  </a:lnTo>
                  <a:lnTo>
                    <a:pt x="6407898" y="2014567"/>
                  </a:lnTo>
                  <a:lnTo>
                    <a:pt x="6408754" y="1988779"/>
                  </a:lnTo>
                  <a:lnTo>
                    <a:pt x="6409609" y="2006206"/>
                  </a:lnTo>
                  <a:lnTo>
                    <a:pt x="6410465" y="1994670"/>
                  </a:lnTo>
                  <a:lnTo>
                    <a:pt x="6411320" y="1949434"/>
                  </a:lnTo>
                  <a:lnTo>
                    <a:pt x="6412176" y="1931676"/>
                  </a:lnTo>
                  <a:lnTo>
                    <a:pt x="6413031" y="1844417"/>
                  </a:lnTo>
                  <a:lnTo>
                    <a:pt x="6413887" y="1834850"/>
                  </a:lnTo>
                  <a:lnTo>
                    <a:pt x="6414742" y="1923334"/>
                  </a:lnTo>
                  <a:lnTo>
                    <a:pt x="6415598" y="1996766"/>
                  </a:lnTo>
                  <a:lnTo>
                    <a:pt x="6416454" y="2014737"/>
                  </a:lnTo>
                  <a:lnTo>
                    <a:pt x="6417309" y="2048982"/>
                  </a:lnTo>
                  <a:lnTo>
                    <a:pt x="6418165" y="2091553"/>
                  </a:lnTo>
                  <a:lnTo>
                    <a:pt x="6419020" y="2153297"/>
                  </a:lnTo>
                  <a:lnTo>
                    <a:pt x="6419876" y="2157668"/>
                  </a:lnTo>
                  <a:lnTo>
                    <a:pt x="6420731" y="2166272"/>
                  </a:lnTo>
                  <a:lnTo>
                    <a:pt x="6421587" y="2161388"/>
                  </a:lnTo>
                  <a:lnTo>
                    <a:pt x="6422442" y="2162429"/>
                  </a:lnTo>
                  <a:lnTo>
                    <a:pt x="6423298" y="2181021"/>
                  </a:lnTo>
                  <a:lnTo>
                    <a:pt x="6424153" y="2137379"/>
                  </a:lnTo>
                  <a:lnTo>
                    <a:pt x="6425009" y="2101083"/>
                  </a:lnTo>
                  <a:lnTo>
                    <a:pt x="6425864" y="2000650"/>
                  </a:lnTo>
                  <a:lnTo>
                    <a:pt x="6426720" y="2001965"/>
                  </a:lnTo>
                  <a:lnTo>
                    <a:pt x="6427575" y="1928800"/>
                  </a:lnTo>
                  <a:lnTo>
                    <a:pt x="6428431" y="1841927"/>
                  </a:lnTo>
                  <a:lnTo>
                    <a:pt x="6429286" y="1816533"/>
                  </a:lnTo>
                  <a:lnTo>
                    <a:pt x="6430142" y="1757992"/>
                  </a:lnTo>
                  <a:lnTo>
                    <a:pt x="6430997" y="1826992"/>
                  </a:lnTo>
                  <a:lnTo>
                    <a:pt x="6431853" y="1772374"/>
                  </a:lnTo>
                  <a:lnTo>
                    <a:pt x="6432709" y="1766215"/>
                  </a:lnTo>
                  <a:lnTo>
                    <a:pt x="6433564" y="1773265"/>
                  </a:lnTo>
                  <a:lnTo>
                    <a:pt x="6434420" y="1885968"/>
                  </a:lnTo>
                  <a:lnTo>
                    <a:pt x="6435275" y="1878667"/>
                  </a:lnTo>
                  <a:lnTo>
                    <a:pt x="6436131" y="1870379"/>
                  </a:lnTo>
                  <a:lnTo>
                    <a:pt x="6436986" y="1725488"/>
                  </a:lnTo>
                  <a:lnTo>
                    <a:pt x="6437842" y="1709214"/>
                  </a:lnTo>
                  <a:lnTo>
                    <a:pt x="6438697" y="1797421"/>
                  </a:lnTo>
                  <a:lnTo>
                    <a:pt x="6439553" y="1807280"/>
                  </a:lnTo>
                  <a:lnTo>
                    <a:pt x="6440408" y="1798755"/>
                  </a:lnTo>
                  <a:lnTo>
                    <a:pt x="6441264" y="1749895"/>
                  </a:lnTo>
                  <a:lnTo>
                    <a:pt x="6442119" y="1758539"/>
                  </a:lnTo>
                  <a:lnTo>
                    <a:pt x="6442975" y="1901621"/>
                  </a:lnTo>
                  <a:lnTo>
                    <a:pt x="6443830" y="1890522"/>
                  </a:lnTo>
                  <a:lnTo>
                    <a:pt x="6444686" y="1893796"/>
                  </a:lnTo>
                  <a:lnTo>
                    <a:pt x="6445541" y="1976175"/>
                  </a:lnTo>
                  <a:lnTo>
                    <a:pt x="6446397" y="2067943"/>
                  </a:lnTo>
                  <a:lnTo>
                    <a:pt x="6447252" y="2121662"/>
                  </a:lnTo>
                  <a:lnTo>
                    <a:pt x="6448108" y="2141662"/>
                  </a:lnTo>
                  <a:lnTo>
                    <a:pt x="6448964" y="2133802"/>
                  </a:lnTo>
                  <a:lnTo>
                    <a:pt x="6449819" y="2163638"/>
                  </a:lnTo>
                  <a:lnTo>
                    <a:pt x="6450675" y="2159463"/>
                  </a:lnTo>
                  <a:lnTo>
                    <a:pt x="6451530" y="2173486"/>
                  </a:lnTo>
                  <a:lnTo>
                    <a:pt x="6452386" y="2212674"/>
                  </a:lnTo>
                  <a:lnTo>
                    <a:pt x="6453241" y="2235431"/>
                  </a:lnTo>
                  <a:lnTo>
                    <a:pt x="6454097" y="2238160"/>
                  </a:lnTo>
                  <a:lnTo>
                    <a:pt x="6454952" y="2242414"/>
                  </a:lnTo>
                  <a:lnTo>
                    <a:pt x="6455808" y="2245898"/>
                  </a:lnTo>
                  <a:lnTo>
                    <a:pt x="6456663" y="2241748"/>
                  </a:lnTo>
                  <a:lnTo>
                    <a:pt x="6457519" y="2251434"/>
                  </a:lnTo>
                  <a:lnTo>
                    <a:pt x="6458374" y="2191597"/>
                  </a:lnTo>
                  <a:lnTo>
                    <a:pt x="6459230" y="2205717"/>
                  </a:lnTo>
                  <a:lnTo>
                    <a:pt x="6460085" y="2170815"/>
                  </a:lnTo>
                  <a:lnTo>
                    <a:pt x="6460941" y="2104052"/>
                  </a:lnTo>
                  <a:lnTo>
                    <a:pt x="6461796" y="1980635"/>
                  </a:lnTo>
                  <a:lnTo>
                    <a:pt x="6462652" y="1896131"/>
                  </a:lnTo>
                  <a:lnTo>
                    <a:pt x="6463508" y="2015958"/>
                  </a:lnTo>
                  <a:lnTo>
                    <a:pt x="6464363" y="2117302"/>
                  </a:lnTo>
                  <a:lnTo>
                    <a:pt x="6465219" y="2114875"/>
                  </a:lnTo>
                  <a:lnTo>
                    <a:pt x="6466074" y="2153835"/>
                  </a:lnTo>
                  <a:lnTo>
                    <a:pt x="6466930" y="2153373"/>
                  </a:lnTo>
                  <a:lnTo>
                    <a:pt x="6467785" y="2223335"/>
                  </a:lnTo>
                  <a:lnTo>
                    <a:pt x="6468641" y="2231083"/>
                  </a:lnTo>
                  <a:lnTo>
                    <a:pt x="6469496" y="2218076"/>
                  </a:lnTo>
                  <a:lnTo>
                    <a:pt x="6470352" y="2211752"/>
                  </a:lnTo>
                  <a:lnTo>
                    <a:pt x="6471207" y="2230948"/>
                  </a:lnTo>
                  <a:lnTo>
                    <a:pt x="6472063" y="2259380"/>
                  </a:lnTo>
                  <a:lnTo>
                    <a:pt x="6472918" y="2228115"/>
                  </a:lnTo>
                  <a:lnTo>
                    <a:pt x="6473774" y="2221497"/>
                  </a:lnTo>
                  <a:lnTo>
                    <a:pt x="6474629" y="2212917"/>
                  </a:lnTo>
                  <a:lnTo>
                    <a:pt x="6475485" y="2225551"/>
                  </a:lnTo>
                  <a:lnTo>
                    <a:pt x="6476340" y="2204854"/>
                  </a:lnTo>
                  <a:lnTo>
                    <a:pt x="6477196" y="2133707"/>
                  </a:lnTo>
                  <a:lnTo>
                    <a:pt x="6478051" y="2101987"/>
                  </a:lnTo>
                  <a:lnTo>
                    <a:pt x="6478907" y="2086627"/>
                  </a:lnTo>
                  <a:lnTo>
                    <a:pt x="6479763" y="2065447"/>
                  </a:lnTo>
                  <a:lnTo>
                    <a:pt x="6480618" y="2066470"/>
                  </a:lnTo>
                  <a:lnTo>
                    <a:pt x="6481474" y="2045117"/>
                  </a:lnTo>
                  <a:lnTo>
                    <a:pt x="6482329" y="2030553"/>
                  </a:lnTo>
                  <a:lnTo>
                    <a:pt x="6483185" y="2039148"/>
                  </a:lnTo>
                  <a:lnTo>
                    <a:pt x="6484040" y="1949319"/>
                  </a:lnTo>
                  <a:lnTo>
                    <a:pt x="6484896" y="1950782"/>
                  </a:lnTo>
                  <a:lnTo>
                    <a:pt x="6485751" y="1931995"/>
                  </a:lnTo>
                  <a:lnTo>
                    <a:pt x="6486607" y="2019285"/>
                  </a:lnTo>
                  <a:lnTo>
                    <a:pt x="6487462" y="2077633"/>
                  </a:lnTo>
                  <a:lnTo>
                    <a:pt x="6488318" y="2071982"/>
                  </a:lnTo>
                  <a:lnTo>
                    <a:pt x="6489173" y="2165641"/>
                  </a:lnTo>
                  <a:lnTo>
                    <a:pt x="6490029" y="2165325"/>
                  </a:lnTo>
                  <a:lnTo>
                    <a:pt x="6490884" y="2178770"/>
                  </a:lnTo>
                  <a:lnTo>
                    <a:pt x="6491740" y="2155851"/>
                  </a:lnTo>
                  <a:lnTo>
                    <a:pt x="6492595" y="2067824"/>
                  </a:lnTo>
                  <a:lnTo>
                    <a:pt x="6493451" y="2058309"/>
                  </a:lnTo>
                  <a:lnTo>
                    <a:pt x="6494306" y="2041031"/>
                  </a:lnTo>
                  <a:lnTo>
                    <a:pt x="6495162" y="2102556"/>
                  </a:lnTo>
                  <a:lnTo>
                    <a:pt x="6496018" y="2093349"/>
                  </a:lnTo>
                  <a:lnTo>
                    <a:pt x="6496873" y="2045179"/>
                  </a:lnTo>
                  <a:lnTo>
                    <a:pt x="6497729" y="2027175"/>
                  </a:lnTo>
                  <a:lnTo>
                    <a:pt x="6498584" y="1981722"/>
                  </a:lnTo>
                  <a:lnTo>
                    <a:pt x="6499440" y="1905526"/>
                  </a:lnTo>
                  <a:lnTo>
                    <a:pt x="6500295" y="1889621"/>
                  </a:lnTo>
                  <a:lnTo>
                    <a:pt x="6501151" y="1779129"/>
                  </a:lnTo>
                  <a:lnTo>
                    <a:pt x="6502006" y="1829591"/>
                  </a:lnTo>
                  <a:lnTo>
                    <a:pt x="6502862" y="1753281"/>
                  </a:lnTo>
                  <a:lnTo>
                    <a:pt x="6503717" y="1740482"/>
                  </a:lnTo>
                  <a:lnTo>
                    <a:pt x="6504573" y="1750681"/>
                  </a:lnTo>
                  <a:lnTo>
                    <a:pt x="6505428" y="1723623"/>
                  </a:lnTo>
                  <a:lnTo>
                    <a:pt x="6506284" y="1775164"/>
                  </a:lnTo>
                  <a:lnTo>
                    <a:pt x="6507139" y="1745504"/>
                  </a:lnTo>
                  <a:lnTo>
                    <a:pt x="6507995" y="1721827"/>
                  </a:lnTo>
                  <a:lnTo>
                    <a:pt x="6508850" y="1783267"/>
                  </a:lnTo>
                  <a:lnTo>
                    <a:pt x="6509706" y="1784935"/>
                  </a:lnTo>
                  <a:lnTo>
                    <a:pt x="6510562" y="1747546"/>
                  </a:lnTo>
                  <a:lnTo>
                    <a:pt x="6511417" y="1696193"/>
                  </a:lnTo>
                  <a:lnTo>
                    <a:pt x="6512273" y="1730481"/>
                  </a:lnTo>
                  <a:lnTo>
                    <a:pt x="6513128" y="1698063"/>
                  </a:lnTo>
                  <a:lnTo>
                    <a:pt x="6513984" y="1755869"/>
                  </a:lnTo>
                  <a:lnTo>
                    <a:pt x="6514839" y="1850028"/>
                  </a:lnTo>
                  <a:lnTo>
                    <a:pt x="6515695" y="2022819"/>
                  </a:lnTo>
                  <a:lnTo>
                    <a:pt x="6516550" y="2106965"/>
                  </a:lnTo>
                  <a:lnTo>
                    <a:pt x="6517406" y="2081873"/>
                  </a:lnTo>
                  <a:lnTo>
                    <a:pt x="6518261" y="2053259"/>
                  </a:lnTo>
                  <a:lnTo>
                    <a:pt x="6519117" y="2096314"/>
                  </a:lnTo>
                  <a:lnTo>
                    <a:pt x="6519972" y="2088656"/>
                  </a:lnTo>
                  <a:lnTo>
                    <a:pt x="6520828" y="2049805"/>
                  </a:lnTo>
                  <a:lnTo>
                    <a:pt x="6521683" y="2010683"/>
                  </a:lnTo>
                  <a:lnTo>
                    <a:pt x="6522539" y="2024330"/>
                  </a:lnTo>
                  <a:lnTo>
                    <a:pt x="6523394" y="2084777"/>
                  </a:lnTo>
                  <a:lnTo>
                    <a:pt x="6524250" y="2051693"/>
                  </a:lnTo>
                  <a:lnTo>
                    <a:pt x="6525105" y="1953065"/>
                  </a:lnTo>
                  <a:lnTo>
                    <a:pt x="6525961" y="1927494"/>
                  </a:lnTo>
                  <a:lnTo>
                    <a:pt x="6526817" y="1963913"/>
                  </a:lnTo>
                  <a:lnTo>
                    <a:pt x="6527672" y="2059875"/>
                  </a:lnTo>
                  <a:lnTo>
                    <a:pt x="6528528" y="2056344"/>
                  </a:lnTo>
                  <a:lnTo>
                    <a:pt x="6529383" y="2013754"/>
                  </a:lnTo>
                  <a:lnTo>
                    <a:pt x="6530239" y="2056638"/>
                  </a:lnTo>
                  <a:lnTo>
                    <a:pt x="6531094" y="1967557"/>
                  </a:lnTo>
                  <a:lnTo>
                    <a:pt x="6531950" y="1865267"/>
                  </a:lnTo>
                  <a:lnTo>
                    <a:pt x="6532805" y="1809699"/>
                  </a:lnTo>
                  <a:lnTo>
                    <a:pt x="6533661" y="1721172"/>
                  </a:lnTo>
                  <a:lnTo>
                    <a:pt x="6534516" y="1825546"/>
                  </a:lnTo>
                  <a:lnTo>
                    <a:pt x="6535372" y="1767427"/>
                  </a:lnTo>
                  <a:lnTo>
                    <a:pt x="6536227" y="1746468"/>
                  </a:lnTo>
                  <a:lnTo>
                    <a:pt x="6537083" y="1696721"/>
                  </a:lnTo>
                  <a:lnTo>
                    <a:pt x="6537938" y="1630592"/>
                  </a:lnTo>
                  <a:lnTo>
                    <a:pt x="6538794" y="1644725"/>
                  </a:lnTo>
                  <a:lnTo>
                    <a:pt x="6539649" y="1567233"/>
                  </a:lnTo>
                  <a:lnTo>
                    <a:pt x="6540505" y="1627381"/>
                  </a:lnTo>
                  <a:lnTo>
                    <a:pt x="6541360" y="1732364"/>
                  </a:lnTo>
                  <a:lnTo>
                    <a:pt x="6542216" y="1804960"/>
                  </a:lnTo>
                  <a:lnTo>
                    <a:pt x="6543072" y="1843930"/>
                  </a:lnTo>
                  <a:lnTo>
                    <a:pt x="6543927" y="1866535"/>
                  </a:lnTo>
                  <a:lnTo>
                    <a:pt x="6544783" y="1799196"/>
                  </a:lnTo>
                  <a:lnTo>
                    <a:pt x="6545638" y="1721635"/>
                  </a:lnTo>
                  <a:lnTo>
                    <a:pt x="6546494" y="1658177"/>
                  </a:lnTo>
                  <a:lnTo>
                    <a:pt x="6547349" y="1641015"/>
                  </a:lnTo>
                  <a:lnTo>
                    <a:pt x="6548205" y="1685337"/>
                  </a:lnTo>
                  <a:lnTo>
                    <a:pt x="6549060" y="1581558"/>
                  </a:lnTo>
                  <a:lnTo>
                    <a:pt x="6549916" y="1637525"/>
                  </a:lnTo>
                  <a:lnTo>
                    <a:pt x="6550771" y="1585170"/>
                  </a:lnTo>
                  <a:lnTo>
                    <a:pt x="6551627" y="1514486"/>
                  </a:lnTo>
                  <a:lnTo>
                    <a:pt x="6552482" y="1601873"/>
                  </a:lnTo>
                  <a:lnTo>
                    <a:pt x="6553338" y="1558987"/>
                  </a:lnTo>
                  <a:lnTo>
                    <a:pt x="6554193" y="1599093"/>
                  </a:lnTo>
                  <a:lnTo>
                    <a:pt x="6555049" y="1655543"/>
                  </a:lnTo>
                  <a:lnTo>
                    <a:pt x="6555904" y="1666486"/>
                  </a:lnTo>
                  <a:lnTo>
                    <a:pt x="6556760" y="1733477"/>
                  </a:lnTo>
                  <a:lnTo>
                    <a:pt x="6557616" y="1701156"/>
                  </a:lnTo>
                  <a:lnTo>
                    <a:pt x="6558471" y="1665597"/>
                  </a:lnTo>
                  <a:lnTo>
                    <a:pt x="6559327" y="1660518"/>
                  </a:lnTo>
                  <a:lnTo>
                    <a:pt x="6560182" y="1609223"/>
                  </a:lnTo>
                  <a:lnTo>
                    <a:pt x="6561038" y="1606844"/>
                  </a:lnTo>
                  <a:lnTo>
                    <a:pt x="6561893" y="1557329"/>
                  </a:lnTo>
                  <a:lnTo>
                    <a:pt x="6562749" y="1613520"/>
                  </a:lnTo>
                  <a:lnTo>
                    <a:pt x="6563604" y="1708473"/>
                  </a:lnTo>
                  <a:lnTo>
                    <a:pt x="6564460" y="1751901"/>
                  </a:lnTo>
                  <a:lnTo>
                    <a:pt x="6565315" y="1834576"/>
                  </a:lnTo>
                  <a:lnTo>
                    <a:pt x="6566171" y="1868183"/>
                  </a:lnTo>
                  <a:lnTo>
                    <a:pt x="6567026" y="1936112"/>
                  </a:lnTo>
                  <a:lnTo>
                    <a:pt x="6567882" y="1897565"/>
                  </a:lnTo>
                  <a:lnTo>
                    <a:pt x="6568737" y="1981251"/>
                  </a:lnTo>
                  <a:lnTo>
                    <a:pt x="6569593" y="2069637"/>
                  </a:lnTo>
                  <a:lnTo>
                    <a:pt x="6570448" y="2066229"/>
                  </a:lnTo>
                  <a:lnTo>
                    <a:pt x="6571304" y="2097639"/>
                  </a:lnTo>
                  <a:lnTo>
                    <a:pt x="6572159" y="2125030"/>
                  </a:lnTo>
                  <a:lnTo>
                    <a:pt x="6573015" y="2154554"/>
                  </a:lnTo>
                  <a:lnTo>
                    <a:pt x="6573871" y="2218888"/>
                  </a:lnTo>
                  <a:lnTo>
                    <a:pt x="6574726" y="2223552"/>
                  </a:lnTo>
                  <a:lnTo>
                    <a:pt x="6575582" y="2233756"/>
                  </a:lnTo>
                  <a:lnTo>
                    <a:pt x="6576437" y="2236853"/>
                  </a:lnTo>
                  <a:lnTo>
                    <a:pt x="6577293" y="2237942"/>
                  </a:lnTo>
                  <a:lnTo>
                    <a:pt x="6578148" y="2238302"/>
                  </a:lnTo>
                  <a:lnTo>
                    <a:pt x="6579004" y="2238968"/>
                  </a:lnTo>
                  <a:lnTo>
                    <a:pt x="6579859" y="2231526"/>
                  </a:lnTo>
                  <a:lnTo>
                    <a:pt x="6580715" y="2231883"/>
                  </a:lnTo>
                  <a:lnTo>
                    <a:pt x="6581570" y="2232669"/>
                  </a:lnTo>
                  <a:lnTo>
                    <a:pt x="6582426" y="2236367"/>
                  </a:lnTo>
                  <a:lnTo>
                    <a:pt x="6583281" y="2226317"/>
                  </a:lnTo>
                  <a:lnTo>
                    <a:pt x="6584137" y="2201637"/>
                  </a:lnTo>
                  <a:lnTo>
                    <a:pt x="6584992" y="2197848"/>
                  </a:lnTo>
                  <a:lnTo>
                    <a:pt x="6585848" y="2164245"/>
                  </a:lnTo>
                  <a:lnTo>
                    <a:pt x="6586703" y="2165825"/>
                  </a:lnTo>
                  <a:lnTo>
                    <a:pt x="6587559" y="2142675"/>
                  </a:lnTo>
                  <a:lnTo>
                    <a:pt x="6588414" y="2089609"/>
                  </a:lnTo>
                  <a:lnTo>
                    <a:pt x="6589270" y="2114626"/>
                  </a:lnTo>
                  <a:lnTo>
                    <a:pt x="6590126" y="2032938"/>
                  </a:lnTo>
                  <a:lnTo>
                    <a:pt x="6590981" y="1951850"/>
                  </a:lnTo>
                  <a:lnTo>
                    <a:pt x="6591837" y="1922091"/>
                  </a:lnTo>
                  <a:lnTo>
                    <a:pt x="6592692" y="1800290"/>
                  </a:lnTo>
                  <a:lnTo>
                    <a:pt x="6593548" y="1834719"/>
                  </a:lnTo>
                  <a:lnTo>
                    <a:pt x="6594403" y="1792073"/>
                  </a:lnTo>
                  <a:lnTo>
                    <a:pt x="6595259" y="1868916"/>
                  </a:lnTo>
                  <a:lnTo>
                    <a:pt x="6596114" y="1925277"/>
                  </a:lnTo>
                  <a:lnTo>
                    <a:pt x="6596970" y="2020587"/>
                  </a:lnTo>
                  <a:lnTo>
                    <a:pt x="6597825" y="2011195"/>
                  </a:lnTo>
                  <a:lnTo>
                    <a:pt x="6598681" y="1995014"/>
                  </a:lnTo>
                  <a:lnTo>
                    <a:pt x="6599536" y="1994805"/>
                  </a:lnTo>
                  <a:lnTo>
                    <a:pt x="6600392" y="1946113"/>
                  </a:lnTo>
                  <a:lnTo>
                    <a:pt x="6601247" y="1856286"/>
                  </a:lnTo>
                  <a:lnTo>
                    <a:pt x="6602103" y="1889681"/>
                  </a:lnTo>
                  <a:lnTo>
                    <a:pt x="6602958" y="1938651"/>
                  </a:lnTo>
                  <a:lnTo>
                    <a:pt x="6603814" y="1967658"/>
                  </a:lnTo>
                  <a:lnTo>
                    <a:pt x="6604670" y="1830411"/>
                  </a:lnTo>
                  <a:lnTo>
                    <a:pt x="6605525" y="1831014"/>
                  </a:lnTo>
                  <a:lnTo>
                    <a:pt x="6606381" y="1779101"/>
                  </a:lnTo>
                  <a:lnTo>
                    <a:pt x="6607236" y="1879855"/>
                  </a:lnTo>
                  <a:lnTo>
                    <a:pt x="6608092" y="1856190"/>
                  </a:lnTo>
                  <a:lnTo>
                    <a:pt x="6608947" y="1858476"/>
                  </a:lnTo>
                  <a:lnTo>
                    <a:pt x="6609803" y="1984747"/>
                  </a:lnTo>
                  <a:lnTo>
                    <a:pt x="6610658" y="2066953"/>
                  </a:lnTo>
                  <a:lnTo>
                    <a:pt x="6611514" y="2097046"/>
                  </a:lnTo>
                  <a:lnTo>
                    <a:pt x="6612369" y="2023569"/>
                  </a:lnTo>
                  <a:lnTo>
                    <a:pt x="6613225" y="2086427"/>
                  </a:lnTo>
                  <a:lnTo>
                    <a:pt x="6614080" y="2123597"/>
                  </a:lnTo>
                  <a:lnTo>
                    <a:pt x="6614936" y="2113470"/>
                  </a:lnTo>
                  <a:lnTo>
                    <a:pt x="6615791" y="2143990"/>
                  </a:lnTo>
                  <a:lnTo>
                    <a:pt x="6616647" y="2094294"/>
                  </a:lnTo>
                  <a:lnTo>
                    <a:pt x="6617502" y="2093052"/>
                  </a:lnTo>
                  <a:lnTo>
                    <a:pt x="6618358" y="2149893"/>
                  </a:lnTo>
                  <a:lnTo>
                    <a:pt x="6619213" y="2138759"/>
                  </a:lnTo>
                  <a:lnTo>
                    <a:pt x="6620069" y="2160225"/>
                  </a:lnTo>
                  <a:lnTo>
                    <a:pt x="6620925" y="2185964"/>
                  </a:lnTo>
                  <a:lnTo>
                    <a:pt x="6621780" y="2172575"/>
                  </a:lnTo>
                  <a:lnTo>
                    <a:pt x="6622636" y="2177102"/>
                  </a:lnTo>
                  <a:lnTo>
                    <a:pt x="6623491" y="2177539"/>
                  </a:lnTo>
                  <a:lnTo>
                    <a:pt x="6624347" y="2100326"/>
                  </a:lnTo>
                  <a:lnTo>
                    <a:pt x="6625202" y="2136781"/>
                  </a:lnTo>
                  <a:lnTo>
                    <a:pt x="6626058" y="2101667"/>
                  </a:lnTo>
                  <a:lnTo>
                    <a:pt x="6626913" y="2109248"/>
                  </a:lnTo>
                  <a:lnTo>
                    <a:pt x="6627769" y="2141241"/>
                  </a:lnTo>
                  <a:lnTo>
                    <a:pt x="6628624" y="2175822"/>
                  </a:lnTo>
                  <a:lnTo>
                    <a:pt x="6629480" y="2222174"/>
                  </a:lnTo>
                  <a:lnTo>
                    <a:pt x="6630335" y="2232697"/>
                  </a:lnTo>
                  <a:lnTo>
                    <a:pt x="6631191" y="2236643"/>
                  </a:lnTo>
                  <a:lnTo>
                    <a:pt x="6632046" y="2247067"/>
                  </a:lnTo>
                  <a:lnTo>
                    <a:pt x="6632902" y="2202462"/>
                  </a:lnTo>
                  <a:lnTo>
                    <a:pt x="6633757" y="2236234"/>
                  </a:lnTo>
                  <a:lnTo>
                    <a:pt x="6634613" y="2230443"/>
                  </a:lnTo>
                  <a:lnTo>
                    <a:pt x="6635468" y="2243961"/>
                  </a:lnTo>
                  <a:lnTo>
                    <a:pt x="6636324" y="2261935"/>
                  </a:lnTo>
                  <a:lnTo>
                    <a:pt x="6637180" y="2242255"/>
                  </a:lnTo>
                  <a:lnTo>
                    <a:pt x="6638035" y="2252617"/>
                  </a:lnTo>
                  <a:lnTo>
                    <a:pt x="6638891" y="2248813"/>
                  </a:lnTo>
                  <a:lnTo>
                    <a:pt x="6639746" y="2252693"/>
                  </a:lnTo>
                  <a:lnTo>
                    <a:pt x="6640602" y="2267497"/>
                  </a:lnTo>
                  <a:lnTo>
                    <a:pt x="6641457" y="2238109"/>
                  </a:lnTo>
                  <a:lnTo>
                    <a:pt x="6642313" y="2268337"/>
                  </a:lnTo>
                  <a:lnTo>
                    <a:pt x="6643168" y="2270207"/>
                  </a:lnTo>
                  <a:lnTo>
                    <a:pt x="6644024" y="2262699"/>
                  </a:lnTo>
                  <a:lnTo>
                    <a:pt x="6644879" y="2278200"/>
                  </a:lnTo>
                  <a:lnTo>
                    <a:pt x="6644879" y="2278200"/>
                  </a:lnTo>
                  <a:lnTo>
                    <a:pt x="6645735" y="2278200"/>
                  </a:lnTo>
                  <a:lnTo>
                    <a:pt x="6646590" y="2269487"/>
                  </a:lnTo>
                  <a:lnTo>
                    <a:pt x="6647446" y="2262823"/>
                  </a:lnTo>
                  <a:lnTo>
                    <a:pt x="6648301" y="2245097"/>
                  </a:lnTo>
                  <a:lnTo>
                    <a:pt x="6649157" y="2258980"/>
                  </a:lnTo>
                  <a:lnTo>
                    <a:pt x="6650012" y="2242989"/>
                  </a:lnTo>
                  <a:lnTo>
                    <a:pt x="6650868" y="2230780"/>
                  </a:lnTo>
                  <a:lnTo>
                    <a:pt x="6651723" y="2257485"/>
                  </a:lnTo>
                  <a:lnTo>
                    <a:pt x="6652579" y="2235132"/>
                  </a:lnTo>
                  <a:lnTo>
                    <a:pt x="6653435" y="2244608"/>
                  </a:lnTo>
                  <a:lnTo>
                    <a:pt x="6654290" y="2222391"/>
                  </a:lnTo>
                  <a:lnTo>
                    <a:pt x="6655146" y="2194750"/>
                  </a:lnTo>
                  <a:lnTo>
                    <a:pt x="6656001" y="2168751"/>
                  </a:lnTo>
                  <a:lnTo>
                    <a:pt x="6656857" y="2187132"/>
                  </a:lnTo>
                  <a:lnTo>
                    <a:pt x="6657712" y="2208853"/>
                  </a:lnTo>
                  <a:lnTo>
                    <a:pt x="6658568" y="2225201"/>
                  </a:lnTo>
                  <a:lnTo>
                    <a:pt x="6659423" y="2203535"/>
                  </a:lnTo>
                  <a:lnTo>
                    <a:pt x="6660279" y="2260033"/>
                  </a:lnTo>
                  <a:lnTo>
                    <a:pt x="6661134" y="2248519"/>
                  </a:lnTo>
                  <a:lnTo>
                    <a:pt x="6661990" y="2266634"/>
                  </a:lnTo>
                  <a:lnTo>
                    <a:pt x="6662845" y="2259956"/>
                  </a:lnTo>
                  <a:lnTo>
                    <a:pt x="6663701" y="2240244"/>
                  </a:lnTo>
                  <a:lnTo>
                    <a:pt x="6664556" y="2247491"/>
                  </a:lnTo>
                  <a:lnTo>
                    <a:pt x="6665412" y="2206639"/>
                  </a:lnTo>
                  <a:lnTo>
                    <a:pt x="6666267" y="2204706"/>
                  </a:lnTo>
                  <a:lnTo>
                    <a:pt x="6667123" y="2170367"/>
                  </a:lnTo>
                  <a:lnTo>
                    <a:pt x="6667979" y="2152339"/>
                  </a:lnTo>
                  <a:lnTo>
                    <a:pt x="6668834" y="2159809"/>
                  </a:lnTo>
                  <a:lnTo>
                    <a:pt x="6669690" y="2111567"/>
                  </a:lnTo>
                  <a:lnTo>
                    <a:pt x="6670545" y="2102365"/>
                  </a:lnTo>
                  <a:lnTo>
                    <a:pt x="6671401" y="2053010"/>
                  </a:lnTo>
                  <a:lnTo>
                    <a:pt x="6672256" y="2003015"/>
                  </a:lnTo>
                  <a:lnTo>
                    <a:pt x="6673112" y="1936056"/>
                  </a:lnTo>
                  <a:lnTo>
                    <a:pt x="6673967" y="1906478"/>
                  </a:lnTo>
                  <a:lnTo>
                    <a:pt x="6674823" y="1915225"/>
                  </a:lnTo>
                  <a:lnTo>
                    <a:pt x="6675678" y="2012243"/>
                  </a:lnTo>
                  <a:lnTo>
                    <a:pt x="6676534" y="2032722"/>
                  </a:lnTo>
                  <a:lnTo>
                    <a:pt x="6677389" y="2018452"/>
                  </a:lnTo>
                  <a:lnTo>
                    <a:pt x="6678245" y="1939602"/>
                  </a:lnTo>
                  <a:lnTo>
                    <a:pt x="6679100" y="2035820"/>
                  </a:lnTo>
                  <a:lnTo>
                    <a:pt x="6679956" y="2092375"/>
                  </a:lnTo>
                  <a:lnTo>
                    <a:pt x="6680811" y="2111903"/>
                  </a:lnTo>
                  <a:lnTo>
                    <a:pt x="6681667" y="2055711"/>
                  </a:lnTo>
                  <a:lnTo>
                    <a:pt x="6682522" y="2080368"/>
                  </a:lnTo>
                  <a:lnTo>
                    <a:pt x="6683378" y="2066840"/>
                  </a:lnTo>
                  <a:lnTo>
                    <a:pt x="6684234" y="2079954"/>
                  </a:lnTo>
                  <a:lnTo>
                    <a:pt x="6685089" y="2044923"/>
                  </a:lnTo>
                  <a:lnTo>
                    <a:pt x="6685945" y="1932282"/>
                  </a:lnTo>
                  <a:lnTo>
                    <a:pt x="6686800" y="2079101"/>
                  </a:lnTo>
                  <a:lnTo>
                    <a:pt x="6687656" y="2096789"/>
                  </a:lnTo>
                  <a:lnTo>
                    <a:pt x="6688511" y="2041682"/>
                  </a:lnTo>
                  <a:lnTo>
                    <a:pt x="6689367" y="2066182"/>
                  </a:lnTo>
                  <a:lnTo>
                    <a:pt x="6690222" y="2097060"/>
                  </a:lnTo>
                  <a:lnTo>
                    <a:pt x="6691078" y="2137527"/>
                  </a:lnTo>
                  <a:lnTo>
                    <a:pt x="6691933" y="2139039"/>
                  </a:lnTo>
                  <a:lnTo>
                    <a:pt x="6692789" y="2112113"/>
                  </a:lnTo>
                  <a:lnTo>
                    <a:pt x="6693644" y="2099343"/>
                  </a:lnTo>
                  <a:lnTo>
                    <a:pt x="6694500" y="2091059"/>
                  </a:lnTo>
                  <a:lnTo>
                    <a:pt x="6695355" y="2108163"/>
                  </a:lnTo>
                  <a:lnTo>
                    <a:pt x="6696211" y="2094952"/>
                  </a:lnTo>
                  <a:lnTo>
                    <a:pt x="6697066" y="2103679"/>
                  </a:lnTo>
                  <a:lnTo>
                    <a:pt x="6697922" y="2134138"/>
                  </a:lnTo>
                  <a:lnTo>
                    <a:pt x="6698777" y="2117212"/>
                  </a:lnTo>
                  <a:lnTo>
                    <a:pt x="6699633" y="2083691"/>
                  </a:lnTo>
                  <a:lnTo>
                    <a:pt x="6700489" y="2030380"/>
                  </a:lnTo>
                  <a:lnTo>
                    <a:pt x="6701344" y="2003771"/>
                  </a:lnTo>
                  <a:lnTo>
                    <a:pt x="6702200" y="1973350"/>
                  </a:lnTo>
                  <a:lnTo>
                    <a:pt x="6703055" y="1952100"/>
                  </a:lnTo>
                  <a:lnTo>
                    <a:pt x="6703911" y="2014875"/>
                  </a:lnTo>
                  <a:lnTo>
                    <a:pt x="6704766" y="1980441"/>
                  </a:lnTo>
                  <a:lnTo>
                    <a:pt x="6705622" y="1996415"/>
                  </a:lnTo>
                  <a:lnTo>
                    <a:pt x="6706477" y="1906063"/>
                  </a:lnTo>
                  <a:lnTo>
                    <a:pt x="6707333" y="1924450"/>
                  </a:lnTo>
                  <a:lnTo>
                    <a:pt x="6708188" y="1861366"/>
                  </a:lnTo>
                  <a:lnTo>
                    <a:pt x="6709044" y="1815135"/>
                  </a:lnTo>
                  <a:lnTo>
                    <a:pt x="6709899" y="1804704"/>
                  </a:lnTo>
                  <a:lnTo>
                    <a:pt x="6710755" y="1790206"/>
                  </a:lnTo>
                  <a:lnTo>
                    <a:pt x="6711610" y="1757424"/>
                  </a:lnTo>
                  <a:lnTo>
                    <a:pt x="6712466" y="1824889"/>
                  </a:lnTo>
                  <a:lnTo>
                    <a:pt x="6713321" y="1770272"/>
                  </a:lnTo>
                  <a:lnTo>
                    <a:pt x="6714177" y="1797261"/>
                  </a:lnTo>
                  <a:lnTo>
                    <a:pt x="6715033" y="1805283"/>
                  </a:lnTo>
                  <a:lnTo>
                    <a:pt x="6715888" y="1842505"/>
                  </a:lnTo>
                  <a:lnTo>
                    <a:pt x="6716744" y="1994510"/>
                  </a:lnTo>
                  <a:lnTo>
                    <a:pt x="6717599" y="1831808"/>
                  </a:lnTo>
                  <a:lnTo>
                    <a:pt x="6718455" y="1795618"/>
                  </a:lnTo>
                  <a:lnTo>
                    <a:pt x="6719310" y="1820856"/>
                  </a:lnTo>
                  <a:lnTo>
                    <a:pt x="6720166" y="1817421"/>
                  </a:lnTo>
                  <a:lnTo>
                    <a:pt x="6721021" y="1841386"/>
                  </a:lnTo>
                  <a:lnTo>
                    <a:pt x="6721877" y="1811006"/>
                  </a:lnTo>
                  <a:lnTo>
                    <a:pt x="6722732" y="1871664"/>
                  </a:lnTo>
                  <a:lnTo>
                    <a:pt x="6723588" y="1896147"/>
                  </a:lnTo>
                  <a:lnTo>
                    <a:pt x="6724443" y="1926689"/>
                  </a:lnTo>
                  <a:lnTo>
                    <a:pt x="6725299" y="1979037"/>
                  </a:lnTo>
                  <a:lnTo>
                    <a:pt x="6726154" y="2005310"/>
                  </a:lnTo>
                  <a:lnTo>
                    <a:pt x="6727010" y="1974911"/>
                  </a:lnTo>
                  <a:lnTo>
                    <a:pt x="6727865" y="1986695"/>
                  </a:lnTo>
                  <a:lnTo>
                    <a:pt x="6728721" y="2056463"/>
                  </a:lnTo>
                  <a:lnTo>
                    <a:pt x="6729576" y="2106670"/>
                  </a:lnTo>
                  <a:lnTo>
                    <a:pt x="6730432" y="1984697"/>
                  </a:lnTo>
                  <a:lnTo>
                    <a:pt x="6731288" y="1987839"/>
                  </a:lnTo>
                  <a:lnTo>
                    <a:pt x="6732143" y="1981664"/>
                  </a:lnTo>
                  <a:lnTo>
                    <a:pt x="6732999" y="2076655"/>
                  </a:lnTo>
                  <a:lnTo>
                    <a:pt x="6733854" y="2085231"/>
                  </a:lnTo>
                  <a:lnTo>
                    <a:pt x="6734710" y="2039468"/>
                  </a:lnTo>
                  <a:lnTo>
                    <a:pt x="6735565" y="1959635"/>
                  </a:lnTo>
                  <a:lnTo>
                    <a:pt x="6736421" y="1934583"/>
                  </a:lnTo>
                  <a:lnTo>
                    <a:pt x="6737276" y="2049981"/>
                  </a:lnTo>
                  <a:lnTo>
                    <a:pt x="6738132" y="2025110"/>
                  </a:lnTo>
                  <a:lnTo>
                    <a:pt x="6738987" y="2005781"/>
                  </a:lnTo>
                  <a:lnTo>
                    <a:pt x="6739843" y="1986735"/>
                  </a:lnTo>
                  <a:lnTo>
                    <a:pt x="6740698" y="2003951"/>
                  </a:lnTo>
                  <a:lnTo>
                    <a:pt x="6741554" y="1962316"/>
                  </a:lnTo>
                  <a:lnTo>
                    <a:pt x="6742409" y="1913485"/>
                  </a:lnTo>
                  <a:lnTo>
                    <a:pt x="6743265" y="1899710"/>
                  </a:lnTo>
                  <a:lnTo>
                    <a:pt x="6744120" y="1814374"/>
                  </a:lnTo>
                  <a:lnTo>
                    <a:pt x="6744976" y="1959670"/>
                  </a:lnTo>
                  <a:lnTo>
                    <a:pt x="6745831" y="1951448"/>
                  </a:lnTo>
                  <a:lnTo>
                    <a:pt x="6746687" y="1877219"/>
                  </a:lnTo>
                  <a:lnTo>
                    <a:pt x="6747543" y="1866837"/>
                  </a:lnTo>
                  <a:lnTo>
                    <a:pt x="6748398" y="1854943"/>
                  </a:lnTo>
                  <a:lnTo>
                    <a:pt x="6749254" y="1823274"/>
                  </a:lnTo>
                  <a:lnTo>
                    <a:pt x="6750109" y="1822642"/>
                  </a:lnTo>
                  <a:lnTo>
                    <a:pt x="6750965" y="1840974"/>
                  </a:lnTo>
                  <a:lnTo>
                    <a:pt x="6751820" y="1857028"/>
                  </a:lnTo>
                  <a:lnTo>
                    <a:pt x="6752676" y="1850976"/>
                  </a:lnTo>
                  <a:lnTo>
                    <a:pt x="6753531" y="1950412"/>
                  </a:lnTo>
                  <a:lnTo>
                    <a:pt x="6754387" y="1962076"/>
                  </a:lnTo>
                  <a:lnTo>
                    <a:pt x="6755242" y="2034486"/>
                  </a:lnTo>
                  <a:lnTo>
                    <a:pt x="6756098" y="1993616"/>
                  </a:lnTo>
                  <a:lnTo>
                    <a:pt x="6756953" y="1856832"/>
                  </a:lnTo>
                  <a:lnTo>
                    <a:pt x="6757809" y="1818075"/>
                  </a:lnTo>
                  <a:lnTo>
                    <a:pt x="6758664" y="1840157"/>
                  </a:lnTo>
                  <a:lnTo>
                    <a:pt x="6759520" y="1862374"/>
                  </a:lnTo>
                  <a:lnTo>
                    <a:pt x="6760375" y="1810174"/>
                  </a:lnTo>
                  <a:lnTo>
                    <a:pt x="6761231" y="1741180"/>
                  </a:lnTo>
                  <a:lnTo>
                    <a:pt x="6762087" y="1670825"/>
                  </a:lnTo>
                  <a:lnTo>
                    <a:pt x="6762942" y="1734752"/>
                  </a:lnTo>
                  <a:lnTo>
                    <a:pt x="6763798" y="1725420"/>
                  </a:lnTo>
                  <a:lnTo>
                    <a:pt x="6764653" y="1733748"/>
                  </a:lnTo>
                  <a:lnTo>
                    <a:pt x="6765509" y="1777815"/>
                  </a:lnTo>
                  <a:lnTo>
                    <a:pt x="6766364" y="1869536"/>
                  </a:lnTo>
                  <a:lnTo>
                    <a:pt x="6767220" y="1909020"/>
                  </a:lnTo>
                  <a:lnTo>
                    <a:pt x="6768075" y="1873409"/>
                  </a:lnTo>
                  <a:lnTo>
                    <a:pt x="6768931" y="1843721"/>
                  </a:lnTo>
                  <a:lnTo>
                    <a:pt x="6769786" y="1863898"/>
                  </a:lnTo>
                  <a:lnTo>
                    <a:pt x="6770642" y="1846780"/>
                  </a:lnTo>
                  <a:lnTo>
                    <a:pt x="6771497" y="1958697"/>
                  </a:lnTo>
                  <a:lnTo>
                    <a:pt x="6772353" y="1912486"/>
                  </a:lnTo>
                  <a:lnTo>
                    <a:pt x="6773208" y="1860641"/>
                  </a:lnTo>
                  <a:lnTo>
                    <a:pt x="6774064" y="1921472"/>
                  </a:lnTo>
                  <a:lnTo>
                    <a:pt x="6774919" y="1982649"/>
                  </a:lnTo>
                  <a:lnTo>
                    <a:pt x="6775775" y="2035137"/>
                  </a:lnTo>
                  <a:lnTo>
                    <a:pt x="6776630" y="2066198"/>
                  </a:lnTo>
                  <a:lnTo>
                    <a:pt x="6777486" y="2050677"/>
                  </a:lnTo>
                  <a:lnTo>
                    <a:pt x="6778342" y="2068215"/>
                  </a:lnTo>
                  <a:lnTo>
                    <a:pt x="6779197" y="2079490"/>
                  </a:lnTo>
                  <a:lnTo>
                    <a:pt x="6780053" y="2022389"/>
                  </a:lnTo>
                  <a:lnTo>
                    <a:pt x="6780908" y="1982811"/>
                  </a:lnTo>
                  <a:lnTo>
                    <a:pt x="6781764" y="1876895"/>
                  </a:lnTo>
                  <a:lnTo>
                    <a:pt x="6782619" y="1877954"/>
                  </a:lnTo>
                  <a:lnTo>
                    <a:pt x="6783475" y="1833973"/>
                  </a:lnTo>
                  <a:lnTo>
                    <a:pt x="6784330" y="1859418"/>
                  </a:lnTo>
                  <a:lnTo>
                    <a:pt x="6785186" y="1845963"/>
                  </a:lnTo>
                  <a:lnTo>
                    <a:pt x="6786041" y="1782653"/>
                  </a:lnTo>
                  <a:lnTo>
                    <a:pt x="6786897" y="1789488"/>
                  </a:lnTo>
                  <a:lnTo>
                    <a:pt x="6787752" y="1790705"/>
                  </a:lnTo>
                  <a:lnTo>
                    <a:pt x="6788608" y="1858904"/>
                  </a:lnTo>
                  <a:lnTo>
                    <a:pt x="6789463" y="1960323"/>
                  </a:lnTo>
                  <a:lnTo>
                    <a:pt x="6790319" y="1971500"/>
                  </a:lnTo>
                  <a:lnTo>
                    <a:pt x="6791174" y="1914203"/>
                  </a:lnTo>
                  <a:lnTo>
                    <a:pt x="6792030" y="2012877"/>
                  </a:lnTo>
                  <a:lnTo>
                    <a:pt x="6792885" y="2059603"/>
                  </a:lnTo>
                  <a:lnTo>
                    <a:pt x="6793741" y="2112105"/>
                  </a:lnTo>
                  <a:lnTo>
                    <a:pt x="6794597" y="2113448"/>
                  </a:lnTo>
                  <a:lnTo>
                    <a:pt x="6795452" y="2134012"/>
                  </a:lnTo>
                  <a:lnTo>
                    <a:pt x="6796308" y="2118722"/>
                  </a:lnTo>
                  <a:lnTo>
                    <a:pt x="6797163" y="2171096"/>
                  </a:lnTo>
                  <a:lnTo>
                    <a:pt x="6798019" y="2181674"/>
                  </a:lnTo>
                  <a:lnTo>
                    <a:pt x="6798874" y="2190155"/>
                  </a:lnTo>
                  <a:lnTo>
                    <a:pt x="6799730" y="2204240"/>
                  </a:lnTo>
                  <a:lnTo>
                    <a:pt x="6800585" y="2198879"/>
                  </a:lnTo>
                  <a:lnTo>
                    <a:pt x="6801441" y="2186334"/>
                  </a:lnTo>
                  <a:lnTo>
                    <a:pt x="6802296" y="2119208"/>
                  </a:lnTo>
                  <a:lnTo>
                    <a:pt x="6803152" y="2076813"/>
                  </a:lnTo>
                  <a:lnTo>
                    <a:pt x="6804007" y="2069400"/>
                  </a:lnTo>
                  <a:lnTo>
                    <a:pt x="6804863" y="2079165"/>
                  </a:lnTo>
                  <a:lnTo>
                    <a:pt x="6805718" y="2118827"/>
                  </a:lnTo>
                  <a:lnTo>
                    <a:pt x="6806574" y="2093661"/>
                  </a:lnTo>
                  <a:lnTo>
                    <a:pt x="6807429" y="2102495"/>
                  </a:lnTo>
                  <a:lnTo>
                    <a:pt x="6808285" y="2037557"/>
                  </a:lnTo>
                  <a:lnTo>
                    <a:pt x="6809141" y="1997468"/>
                  </a:lnTo>
                  <a:lnTo>
                    <a:pt x="6809996" y="2044724"/>
                  </a:lnTo>
                  <a:lnTo>
                    <a:pt x="6810852" y="2084085"/>
                  </a:lnTo>
                  <a:lnTo>
                    <a:pt x="6811707" y="2096264"/>
                  </a:lnTo>
                  <a:lnTo>
                    <a:pt x="6812563" y="2168005"/>
                  </a:lnTo>
                  <a:lnTo>
                    <a:pt x="6813418" y="2171394"/>
                  </a:lnTo>
                  <a:lnTo>
                    <a:pt x="6814274" y="2216021"/>
                  </a:lnTo>
                  <a:lnTo>
                    <a:pt x="6815129" y="2222429"/>
                  </a:lnTo>
                  <a:lnTo>
                    <a:pt x="6815985" y="2214811"/>
                  </a:lnTo>
                  <a:lnTo>
                    <a:pt x="6816840" y="2234038"/>
                  </a:lnTo>
                  <a:lnTo>
                    <a:pt x="6817696" y="2213102"/>
                  </a:lnTo>
                  <a:lnTo>
                    <a:pt x="6818551" y="2244689"/>
                  </a:lnTo>
                  <a:lnTo>
                    <a:pt x="6819407" y="2258146"/>
                  </a:lnTo>
                  <a:lnTo>
                    <a:pt x="6820262" y="2273237"/>
                  </a:lnTo>
                  <a:lnTo>
                    <a:pt x="6821118" y="2249455"/>
                  </a:lnTo>
                  <a:lnTo>
                    <a:pt x="6821973" y="2238647"/>
                  </a:lnTo>
                  <a:lnTo>
                    <a:pt x="6822829" y="2267489"/>
                  </a:lnTo>
                  <a:lnTo>
                    <a:pt x="6823684" y="2268288"/>
                  </a:lnTo>
                  <a:lnTo>
                    <a:pt x="6824540" y="2278200"/>
                  </a:lnTo>
                  <a:lnTo>
                    <a:pt x="6824540" y="2278200"/>
                  </a:lnTo>
                  <a:lnTo>
                    <a:pt x="6825396" y="2249880"/>
                  </a:lnTo>
                  <a:lnTo>
                    <a:pt x="6826251" y="2232938"/>
                  </a:lnTo>
                  <a:lnTo>
                    <a:pt x="6827107" y="2272448"/>
                  </a:lnTo>
                  <a:lnTo>
                    <a:pt x="6827962" y="2265916"/>
                  </a:lnTo>
                  <a:lnTo>
                    <a:pt x="6828818" y="2278200"/>
                  </a:lnTo>
                  <a:lnTo>
                    <a:pt x="6828818" y="2278200"/>
                  </a:lnTo>
                  <a:lnTo>
                    <a:pt x="6829673" y="2250789"/>
                  </a:lnTo>
                  <a:lnTo>
                    <a:pt x="6830529" y="2247865"/>
                  </a:lnTo>
                  <a:lnTo>
                    <a:pt x="6831384" y="2233259"/>
                  </a:lnTo>
                  <a:lnTo>
                    <a:pt x="6832240" y="2205812"/>
                  </a:lnTo>
                  <a:lnTo>
                    <a:pt x="6833095" y="2212617"/>
                  </a:lnTo>
                  <a:lnTo>
                    <a:pt x="6833951" y="2196088"/>
                  </a:lnTo>
                  <a:lnTo>
                    <a:pt x="6834806" y="2239997"/>
                  </a:lnTo>
                  <a:lnTo>
                    <a:pt x="6835662" y="2227404"/>
                  </a:lnTo>
                  <a:lnTo>
                    <a:pt x="6836517" y="2236000"/>
                  </a:lnTo>
                  <a:lnTo>
                    <a:pt x="6837373" y="2232603"/>
                  </a:lnTo>
                  <a:lnTo>
                    <a:pt x="6838228" y="2218962"/>
                  </a:lnTo>
                  <a:lnTo>
                    <a:pt x="6839084" y="2229967"/>
                  </a:lnTo>
                  <a:lnTo>
                    <a:pt x="6839939" y="2196616"/>
                  </a:lnTo>
                  <a:lnTo>
                    <a:pt x="6840795" y="2181379"/>
                  </a:lnTo>
                  <a:lnTo>
                    <a:pt x="6841651" y="2201212"/>
                  </a:lnTo>
                  <a:lnTo>
                    <a:pt x="6842506" y="2203937"/>
                  </a:lnTo>
                  <a:lnTo>
                    <a:pt x="6843362" y="2194458"/>
                  </a:lnTo>
                  <a:lnTo>
                    <a:pt x="6844217" y="2171300"/>
                  </a:lnTo>
                  <a:lnTo>
                    <a:pt x="6845073" y="2119102"/>
                  </a:lnTo>
                  <a:lnTo>
                    <a:pt x="6845928" y="2129318"/>
                  </a:lnTo>
                  <a:lnTo>
                    <a:pt x="6846784" y="2086431"/>
                  </a:lnTo>
                  <a:lnTo>
                    <a:pt x="6847639" y="2086947"/>
                  </a:lnTo>
                  <a:lnTo>
                    <a:pt x="6848495" y="2049968"/>
                  </a:lnTo>
                  <a:lnTo>
                    <a:pt x="6849350" y="2059406"/>
                  </a:lnTo>
                  <a:lnTo>
                    <a:pt x="6850206" y="2065140"/>
                  </a:lnTo>
                  <a:lnTo>
                    <a:pt x="6851061" y="2045416"/>
                  </a:lnTo>
                  <a:lnTo>
                    <a:pt x="6851917" y="2016077"/>
                  </a:lnTo>
                  <a:lnTo>
                    <a:pt x="6852772" y="1980378"/>
                  </a:lnTo>
                  <a:lnTo>
                    <a:pt x="6853628" y="1944129"/>
                  </a:lnTo>
                  <a:lnTo>
                    <a:pt x="6854483" y="1976322"/>
                  </a:lnTo>
                  <a:lnTo>
                    <a:pt x="6855339" y="2081463"/>
                  </a:lnTo>
                  <a:lnTo>
                    <a:pt x="6856195" y="2071170"/>
                  </a:lnTo>
                  <a:lnTo>
                    <a:pt x="6857050" y="2037178"/>
                  </a:lnTo>
                  <a:lnTo>
                    <a:pt x="6857906" y="2044175"/>
                  </a:lnTo>
                  <a:lnTo>
                    <a:pt x="6858761" y="2077350"/>
                  </a:lnTo>
                  <a:lnTo>
                    <a:pt x="6859617" y="2111683"/>
                  </a:lnTo>
                  <a:lnTo>
                    <a:pt x="6860472" y="2099522"/>
                  </a:lnTo>
                  <a:lnTo>
                    <a:pt x="6861328" y="2125882"/>
                  </a:lnTo>
                  <a:lnTo>
                    <a:pt x="6862183" y="2112342"/>
                  </a:lnTo>
                  <a:lnTo>
                    <a:pt x="6863039" y="2078292"/>
                  </a:lnTo>
                  <a:lnTo>
                    <a:pt x="6863894" y="2103990"/>
                  </a:lnTo>
                  <a:lnTo>
                    <a:pt x="6864750" y="2073260"/>
                  </a:lnTo>
                  <a:lnTo>
                    <a:pt x="6865605" y="2050595"/>
                  </a:lnTo>
                  <a:lnTo>
                    <a:pt x="6866461" y="2022228"/>
                  </a:lnTo>
                  <a:lnTo>
                    <a:pt x="6867316" y="2053286"/>
                  </a:lnTo>
                  <a:lnTo>
                    <a:pt x="6868172" y="2086425"/>
                  </a:lnTo>
                  <a:lnTo>
                    <a:pt x="6869027" y="2117919"/>
                  </a:lnTo>
                  <a:lnTo>
                    <a:pt x="6869883" y="2062062"/>
                  </a:lnTo>
                  <a:lnTo>
                    <a:pt x="6870738" y="2053728"/>
                  </a:lnTo>
                  <a:lnTo>
                    <a:pt x="6871594" y="1981353"/>
                  </a:lnTo>
                  <a:lnTo>
                    <a:pt x="6872450" y="1944952"/>
                  </a:lnTo>
                  <a:lnTo>
                    <a:pt x="6873305" y="1946901"/>
                  </a:lnTo>
                  <a:lnTo>
                    <a:pt x="6874161" y="1995068"/>
                  </a:lnTo>
                  <a:lnTo>
                    <a:pt x="6875016" y="2003701"/>
                  </a:lnTo>
                  <a:lnTo>
                    <a:pt x="6875872" y="1932133"/>
                  </a:lnTo>
                  <a:lnTo>
                    <a:pt x="6876727" y="1930254"/>
                  </a:lnTo>
                  <a:lnTo>
                    <a:pt x="6877583" y="1889387"/>
                  </a:lnTo>
                  <a:lnTo>
                    <a:pt x="6878438" y="1917270"/>
                  </a:lnTo>
                  <a:lnTo>
                    <a:pt x="6879294" y="1873601"/>
                  </a:lnTo>
                  <a:lnTo>
                    <a:pt x="6880149" y="1893685"/>
                  </a:lnTo>
                  <a:lnTo>
                    <a:pt x="6881005" y="1935049"/>
                  </a:lnTo>
                  <a:lnTo>
                    <a:pt x="6881860" y="2036604"/>
                  </a:lnTo>
                  <a:lnTo>
                    <a:pt x="6882716" y="2061062"/>
                  </a:lnTo>
                  <a:lnTo>
                    <a:pt x="6883571" y="2044831"/>
                  </a:lnTo>
                  <a:lnTo>
                    <a:pt x="6884427" y="2058167"/>
                  </a:lnTo>
                  <a:lnTo>
                    <a:pt x="6885282" y="2035635"/>
                  </a:lnTo>
                  <a:lnTo>
                    <a:pt x="6886138" y="2053366"/>
                  </a:lnTo>
                  <a:lnTo>
                    <a:pt x="6886993" y="2123618"/>
                  </a:lnTo>
                  <a:lnTo>
                    <a:pt x="6887849" y="2164566"/>
                  </a:lnTo>
                  <a:lnTo>
                    <a:pt x="6888705" y="2206147"/>
                  </a:lnTo>
                  <a:lnTo>
                    <a:pt x="6889560" y="2224253"/>
                  </a:lnTo>
                  <a:lnTo>
                    <a:pt x="6890416" y="2248170"/>
                  </a:lnTo>
                  <a:lnTo>
                    <a:pt x="6891271" y="2260467"/>
                  </a:lnTo>
                  <a:lnTo>
                    <a:pt x="6892127" y="2268153"/>
                  </a:lnTo>
                  <a:lnTo>
                    <a:pt x="6892982" y="2275886"/>
                  </a:lnTo>
                  <a:lnTo>
                    <a:pt x="6893838" y="2268280"/>
                  </a:lnTo>
                  <a:lnTo>
                    <a:pt x="6894693" y="2273366"/>
                  </a:lnTo>
                  <a:lnTo>
                    <a:pt x="6895549" y="2274777"/>
                  </a:lnTo>
                  <a:lnTo>
                    <a:pt x="6896404" y="2278200"/>
                  </a:lnTo>
                  <a:lnTo>
                    <a:pt x="6896404" y="2278200"/>
                  </a:lnTo>
                  <a:lnTo>
                    <a:pt x="6897260" y="2272897"/>
                  </a:lnTo>
                  <a:lnTo>
                    <a:pt x="6898115" y="2259719"/>
                  </a:lnTo>
                  <a:lnTo>
                    <a:pt x="6898971" y="2262270"/>
                  </a:lnTo>
                  <a:lnTo>
                    <a:pt x="6899826" y="2270095"/>
                  </a:lnTo>
                  <a:lnTo>
                    <a:pt x="6900682" y="2250873"/>
                  </a:lnTo>
                  <a:lnTo>
                    <a:pt x="6901537" y="2250476"/>
                  </a:lnTo>
                  <a:lnTo>
                    <a:pt x="6902393" y="2240484"/>
                  </a:lnTo>
                  <a:lnTo>
                    <a:pt x="6903248" y="2227598"/>
                  </a:lnTo>
                  <a:lnTo>
                    <a:pt x="6904104" y="2248879"/>
                  </a:lnTo>
                  <a:lnTo>
                    <a:pt x="6904960" y="2235853"/>
                  </a:lnTo>
                  <a:lnTo>
                    <a:pt x="6905815" y="2228727"/>
                  </a:lnTo>
                  <a:lnTo>
                    <a:pt x="6906671" y="2200685"/>
                  </a:lnTo>
                  <a:lnTo>
                    <a:pt x="6907526" y="2169380"/>
                  </a:lnTo>
                  <a:lnTo>
                    <a:pt x="6908382" y="2136043"/>
                  </a:lnTo>
                  <a:lnTo>
                    <a:pt x="6909237" y="2132446"/>
                  </a:lnTo>
                  <a:lnTo>
                    <a:pt x="6910093" y="2085394"/>
                  </a:lnTo>
                  <a:lnTo>
                    <a:pt x="6910948" y="2049364"/>
                  </a:lnTo>
                  <a:lnTo>
                    <a:pt x="6911804" y="2077645"/>
                  </a:lnTo>
                  <a:lnTo>
                    <a:pt x="6912659" y="2081421"/>
                  </a:lnTo>
                  <a:lnTo>
                    <a:pt x="6913515" y="2118749"/>
                  </a:lnTo>
                  <a:lnTo>
                    <a:pt x="6914370" y="2067805"/>
                  </a:lnTo>
                  <a:lnTo>
                    <a:pt x="6915226" y="2020205"/>
                  </a:lnTo>
                  <a:lnTo>
                    <a:pt x="6916081" y="1982236"/>
                  </a:lnTo>
                  <a:lnTo>
                    <a:pt x="6916937" y="2035154"/>
                  </a:lnTo>
                  <a:lnTo>
                    <a:pt x="6917792" y="2076714"/>
                  </a:lnTo>
                  <a:lnTo>
                    <a:pt x="6918648" y="2045261"/>
                  </a:lnTo>
                  <a:lnTo>
                    <a:pt x="6919504" y="2144055"/>
                  </a:lnTo>
                  <a:lnTo>
                    <a:pt x="6920359" y="2146156"/>
                  </a:lnTo>
                  <a:lnTo>
                    <a:pt x="6921215" y="2140591"/>
                  </a:lnTo>
                  <a:lnTo>
                    <a:pt x="6922070" y="2114420"/>
                  </a:lnTo>
                  <a:lnTo>
                    <a:pt x="6922926" y="2067073"/>
                  </a:lnTo>
                  <a:lnTo>
                    <a:pt x="6923781" y="2001963"/>
                  </a:lnTo>
                  <a:lnTo>
                    <a:pt x="6924637" y="1928408"/>
                  </a:lnTo>
                  <a:lnTo>
                    <a:pt x="6925492" y="1996395"/>
                  </a:lnTo>
                  <a:lnTo>
                    <a:pt x="6926348" y="1966155"/>
                  </a:lnTo>
                  <a:lnTo>
                    <a:pt x="6927203" y="2050748"/>
                  </a:lnTo>
                  <a:lnTo>
                    <a:pt x="6928059" y="2099536"/>
                  </a:lnTo>
                  <a:lnTo>
                    <a:pt x="6928914" y="2074141"/>
                  </a:lnTo>
                  <a:lnTo>
                    <a:pt x="6929770" y="2058741"/>
                  </a:lnTo>
                  <a:lnTo>
                    <a:pt x="6930625" y="2045519"/>
                  </a:lnTo>
                  <a:lnTo>
                    <a:pt x="6931481" y="1964761"/>
                  </a:lnTo>
                  <a:lnTo>
                    <a:pt x="6932336" y="1953476"/>
                  </a:lnTo>
                  <a:lnTo>
                    <a:pt x="6933192" y="1957744"/>
                  </a:lnTo>
                  <a:lnTo>
                    <a:pt x="6934047" y="1971085"/>
                  </a:lnTo>
                  <a:lnTo>
                    <a:pt x="6934903" y="1916785"/>
                  </a:lnTo>
                  <a:lnTo>
                    <a:pt x="6935759" y="1852509"/>
                  </a:lnTo>
                  <a:lnTo>
                    <a:pt x="6936614" y="1832292"/>
                  </a:lnTo>
                  <a:lnTo>
                    <a:pt x="6937470" y="1846776"/>
                  </a:lnTo>
                  <a:lnTo>
                    <a:pt x="6938325" y="1822075"/>
                  </a:lnTo>
                  <a:lnTo>
                    <a:pt x="6939181" y="1873610"/>
                  </a:lnTo>
                  <a:lnTo>
                    <a:pt x="6940036" y="1952344"/>
                  </a:lnTo>
                  <a:lnTo>
                    <a:pt x="6940892" y="2021847"/>
                  </a:lnTo>
                  <a:lnTo>
                    <a:pt x="6941747" y="2008698"/>
                  </a:lnTo>
                  <a:lnTo>
                    <a:pt x="6942603" y="1971390"/>
                  </a:lnTo>
                  <a:lnTo>
                    <a:pt x="6943458" y="2000782"/>
                  </a:lnTo>
                  <a:lnTo>
                    <a:pt x="6944314" y="2095345"/>
                  </a:lnTo>
                  <a:lnTo>
                    <a:pt x="6945169" y="2139984"/>
                  </a:lnTo>
                  <a:lnTo>
                    <a:pt x="6946025" y="2189319"/>
                  </a:lnTo>
                  <a:lnTo>
                    <a:pt x="6946880" y="2209600"/>
                  </a:lnTo>
                  <a:lnTo>
                    <a:pt x="6947736" y="2180184"/>
                  </a:lnTo>
                  <a:lnTo>
                    <a:pt x="6948591" y="2187211"/>
                  </a:lnTo>
                  <a:lnTo>
                    <a:pt x="6949447" y="2185372"/>
                  </a:lnTo>
                  <a:lnTo>
                    <a:pt x="6950302" y="2160307"/>
                  </a:lnTo>
                  <a:lnTo>
                    <a:pt x="6951158" y="2175674"/>
                  </a:lnTo>
                  <a:lnTo>
                    <a:pt x="6952014" y="2204110"/>
                  </a:lnTo>
                  <a:lnTo>
                    <a:pt x="6952869" y="2196015"/>
                  </a:lnTo>
                  <a:lnTo>
                    <a:pt x="6953725" y="2181552"/>
                  </a:lnTo>
                  <a:lnTo>
                    <a:pt x="6954580" y="2141738"/>
                  </a:lnTo>
                  <a:lnTo>
                    <a:pt x="6955436" y="2126446"/>
                  </a:lnTo>
                  <a:lnTo>
                    <a:pt x="6956291" y="2167535"/>
                  </a:lnTo>
                  <a:lnTo>
                    <a:pt x="6957147" y="2152123"/>
                  </a:lnTo>
                  <a:lnTo>
                    <a:pt x="6958002" y="2058244"/>
                  </a:lnTo>
                  <a:lnTo>
                    <a:pt x="6958858" y="1990112"/>
                  </a:lnTo>
                  <a:lnTo>
                    <a:pt x="6959713" y="2016942"/>
                  </a:lnTo>
                  <a:lnTo>
                    <a:pt x="6960569" y="1937038"/>
                  </a:lnTo>
                  <a:lnTo>
                    <a:pt x="6961424" y="1994176"/>
                  </a:lnTo>
                  <a:lnTo>
                    <a:pt x="6962280" y="2016630"/>
                  </a:lnTo>
                  <a:lnTo>
                    <a:pt x="6963135" y="2055114"/>
                  </a:lnTo>
                  <a:lnTo>
                    <a:pt x="6963991" y="2000878"/>
                  </a:lnTo>
                  <a:lnTo>
                    <a:pt x="6964846" y="2035097"/>
                  </a:lnTo>
                  <a:lnTo>
                    <a:pt x="6965702" y="2069267"/>
                  </a:lnTo>
                  <a:lnTo>
                    <a:pt x="6966558" y="2072376"/>
                  </a:lnTo>
                  <a:lnTo>
                    <a:pt x="6967413" y="2126254"/>
                  </a:lnTo>
                  <a:lnTo>
                    <a:pt x="6968269" y="2106793"/>
                  </a:lnTo>
                  <a:lnTo>
                    <a:pt x="6969124" y="2052991"/>
                  </a:lnTo>
                  <a:lnTo>
                    <a:pt x="6969980" y="2038912"/>
                  </a:lnTo>
                  <a:lnTo>
                    <a:pt x="6970835" y="2090313"/>
                  </a:lnTo>
                  <a:lnTo>
                    <a:pt x="6971691" y="2118569"/>
                  </a:lnTo>
                  <a:lnTo>
                    <a:pt x="6972546" y="2117256"/>
                  </a:lnTo>
                  <a:lnTo>
                    <a:pt x="6973402" y="2037887"/>
                  </a:lnTo>
                  <a:lnTo>
                    <a:pt x="6974257" y="2001144"/>
                  </a:lnTo>
                  <a:lnTo>
                    <a:pt x="6975113" y="1971280"/>
                  </a:lnTo>
                  <a:lnTo>
                    <a:pt x="6975968" y="1976855"/>
                  </a:lnTo>
                  <a:lnTo>
                    <a:pt x="6976824" y="1957317"/>
                  </a:lnTo>
                  <a:lnTo>
                    <a:pt x="6977679" y="2065206"/>
                  </a:lnTo>
                  <a:lnTo>
                    <a:pt x="6978535" y="2058158"/>
                  </a:lnTo>
                  <a:lnTo>
                    <a:pt x="6979390" y="1971285"/>
                  </a:lnTo>
                  <a:lnTo>
                    <a:pt x="6980246" y="1948568"/>
                  </a:lnTo>
                  <a:lnTo>
                    <a:pt x="6981101" y="2013969"/>
                  </a:lnTo>
                  <a:lnTo>
                    <a:pt x="6981957" y="1983539"/>
                  </a:lnTo>
                  <a:lnTo>
                    <a:pt x="6982813" y="1929619"/>
                  </a:lnTo>
                  <a:lnTo>
                    <a:pt x="6983668" y="1927340"/>
                  </a:lnTo>
                  <a:lnTo>
                    <a:pt x="6984524" y="2012612"/>
                  </a:lnTo>
                  <a:lnTo>
                    <a:pt x="6985379" y="1982609"/>
                  </a:lnTo>
                  <a:lnTo>
                    <a:pt x="6986235" y="1988098"/>
                  </a:lnTo>
                  <a:lnTo>
                    <a:pt x="6987090" y="1984498"/>
                  </a:lnTo>
                  <a:lnTo>
                    <a:pt x="6987946" y="2019242"/>
                  </a:lnTo>
                  <a:lnTo>
                    <a:pt x="6988801" y="2024738"/>
                  </a:lnTo>
                  <a:lnTo>
                    <a:pt x="6989657" y="2032767"/>
                  </a:lnTo>
                  <a:lnTo>
                    <a:pt x="6990512" y="1996223"/>
                  </a:lnTo>
                  <a:lnTo>
                    <a:pt x="6991368" y="2041234"/>
                  </a:lnTo>
                  <a:lnTo>
                    <a:pt x="6992223" y="2041217"/>
                  </a:lnTo>
                  <a:lnTo>
                    <a:pt x="6993079" y="2105449"/>
                  </a:lnTo>
                  <a:lnTo>
                    <a:pt x="6993934" y="1915571"/>
                  </a:lnTo>
                  <a:lnTo>
                    <a:pt x="6994790" y="1910851"/>
                  </a:lnTo>
                  <a:lnTo>
                    <a:pt x="6995645" y="1869090"/>
                  </a:lnTo>
                  <a:lnTo>
                    <a:pt x="6996501" y="1851500"/>
                  </a:lnTo>
                  <a:lnTo>
                    <a:pt x="6997356" y="1830081"/>
                  </a:lnTo>
                  <a:lnTo>
                    <a:pt x="6998212" y="1751444"/>
                  </a:lnTo>
                  <a:lnTo>
                    <a:pt x="6999068" y="1819965"/>
                  </a:lnTo>
                  <a:lnTo>
                    <a:pt x="6999923" y="1841712"/>
                  </a:lnTo>
                  <a:lnTo>
                    <a:pt x="7000779" y="1899910"/>
                  </a:lnTo>
                  <a:lnTo>
                    <a:pt x="7001634" y="2013831"/>
                  </a:lnTo>
                  <a:lnTo>
                    <a:pt x="7002490" y="2059505"/>
                  </a:lnTo>
                  <a:lnTo>
                    <a:pt x="7003345" y="2074643"/>
                  </a:lnTo>
                  <a:lnTo>
                    <a:pt x="7004201" y="2022620"/>
                  </a:lnTo>
                  <a:lnTo>
                    <a:pt x="7005056" y="1989845"/>
                  </a:lnTo>
                  <a:lnTo>
                    <a:pt x="7005912" y="1947779"/>
                  </a:lnTo>
                  <a:lnTo>
                    <a:pt x="7006767" y="1959699"/>
                  </a:lnTo>
                  <a:lnTo>
                    <a:pt x="7007623" y="2013326"/>
                  </a:lnTo>
                  <a:lnTo>
                    <a:pt x="7008478" y="2052351"/>
                  </a:lnTo>
                  <a:lnTo>
                    <a:pt x="7009334" y="2123520"/>
                  </a:lnTo>
                  <a:lnTo>
                    <a:pt x="7010189" y="2070502"/>
                  </a:lnTo>
                  <a:lnTo>
                    <a:pt x="7011045" y="2008323"/>
                  </a:lnTo>
                  <a:lnTo>
                    <a:pt x="7011900" y="2011360"/>
                  </a:lnTo>
                  <a:lnTo>
                    <a:pt x="7012756" y="2081644"/>
                  </a:lnTo>
                  <a:lnTo>
                    <a:pt x="7013612" y="2082910"/>
                  </a:lnTo>
                  <a:lnTo>
                    <a:pt x="7014467" y="2131611"/>
                  </a:lnTo>
                  <a:lnTo>
                    <a:pt x="7015323" y="2136757"/>
                  </a:lnTo>
                  <a:lnTo>
                    <a:pt x="7016178" y="2155202"/>
                  </a:lnTo>
                  <a:lnTo>
                    <a:pt x="7017034" y="2159651"/>
                  </a:lnTo>
                  <a:lnTo>
                    <a:pt x="7017889" y="2146083"/>
                  </a:lnTo>
                  <a:lnTo>
                    <a:pt x="7018745" y="2161268"/>
                  </a:lnTo>
                  <a:lnTo>
                    <a:pt x="7019600" y="2145293"/>
                  </a:lnTo>
                  <a:lnTo>
                    <a:pt x="7020456" y="2141185"/>
                  </a:lnTo>
                  <a:lnTo>
                    <a:pt x="7021311" y="2145453"/>
                  </a:lnTo>
                  <a:lnTo>
                    <a:pt x="7022167" y="2168726"/>
                  </a:lnTo>
                  <a:lnTo>
                    <a:pt x="7023022" y="2173292"/>
                  </a:lnTo>
                  <a:lnTo>
                    <a:pt x="7023878" y="2173793"/>
                  </a:lnTo>
                  <a:lnTo>
                    <a:pt x="7024733" y="2145566"/>
                  </a:lnTo>
                  <a:lnTo>
                    <a:pt x="7025589" y="2164116"/>
                  </a:lnTo>
                  <a:lnTo>
                    <a:pt x="7026444" y="2145638"/>
                  </a:lnTo>
                  <a:lnTo>
                    <a:pt x="7027300" y="2187605"/>
                  </a:lnTo>
                  <a:lnTo>
                    <a:pt x="7028155" y="2168116"/>
                  </a:lnTo>
                  <a:lnTo>
                    <a:pt x="7029011" y="2195134"/>
                  </a:lnTo>
                  <a:lnTo>
                    <a:pt x="7029867" y="2153893"/>
                  </a:lnTo>
                  <a:lnTo>
                    <a:pt x="7030722" y="2102855"/>
                  </a:lnTo>
                  <a:lnTo>
                    <a:pt x="7031578" y="2133275"/>
                  </a:lnTo>
                  <a:lnTo>
                    <a:pt x="7032433" y="2189904"/>
                  </a:lnTo>
                  <a:lnTo>
                    <a:pt x="7033289" y="2229145"/>
                  </a:lnTo>
                  <a:lnTo>
                    <a:pt x="7034144" y="2223534"/>
                  </a:lnTo>
                  <a:lnTo>
                    <a:pt x="7035000" y="2225762"/>
                  </a:lnTo>
                  <a:lnTo>
                    <a:pt x="7035855" y="2190542"/>
                  </a:lnTo>
                  <a:lnTo>
                    <a:pt x="7036711" y="2167501"/>
                  </a:lnTo>
                  <a:lnTo>
                    <a:pt x="7037566" y="2163062"/>
                  </a:lnTo>
                  <a:lnTo>
                    <a:pt x="7038422" y="2160503"/>
                  </a:lnTo>
                  <a:lnTo>
                    <a:pt x="7039277" y="2048498"/>
                  </a:lnTo>
                  <a:lnTo>
                    <a:pt x="7040133" y="2047228"/>
                  </a:lnTo>
                  <a:lnTo>
                    <a:pt x="7040988" y="2135569"/>
                  </a:lnTo>
                  <a:lnTo>
                    <a:pt x="7041844" y="2158400"/>
                  </a:lnTo>
                  <a:lnTo>
                    <a:pt x="7042699" y="2158769"/>
                  </a:lnTo>
                  <a:lnTo>
                    <a:pt x="7043555" y="2190410"/>
                  </a:lnTo>
                  <a:lnTo>
                    <a:pt x="7044410" y="2222003"/>
                  </a:lnTo>
                  <a:lnTo>
                    <a:pt x="7045266" y="2231059"/>
                  </a:lnTo>
                  <a:lnTo>
                    <a:pt x="7046122" y="2206124"/>
                  </a:lnTo>
                  <a:lnTo>
                    <a:pt x="7046977" y="2179259"/>
                  </a:lnTo>
                  <a:lnTo>
                    <a:pt x="7047833" y="2158043"/>
                  </a:lnTo>
                  <a:lnTo>
                    <a:pt x="7048688" y="2148246"/>
                  </a:lnTo>
                  <a:lnTo>
                    <a:pt x="7049544" y="2157479"/>
                  </a:lnTo>
                  <a:lnTo>
                    <a:pt x="7050399" y="2187169"/>
                  </a:lnTo>
                  <a:lnTo>
                    <a:pt x="7051255" y="2199384"/>
                  </a:lnTo>
                  <a:lnTo>
                    <a:pt x="7052110" y="2231759"/>
                  </a:lnTo>
                  <a:lnTo>
                    <a:pt x="7052966" y="2198683"/>
                  </a:lnTo>
                  <a:lnTo>
                    <a:pt x="7053821" y="2187556"/>
                  </a:lnTo>
                  <a:lnTo>
                    <a:pt x="7054677" y="2132865"/>
                  </a:lnTo>
                  <a:lnTo>
                    <a:pt x="7055532" y="2082418"/>
                  </a:lnTo>
                  <a:lnTo>
                    <a:pt x="7056388" y="2078732"/>
                  </a:lnTo>
                  <a:lnTo>
                    <a:pt x="7057243" y="2102848"/>
                  </a:lnTo>
                  <a:lnTo>
                    <a:pt x="7058099" y="2135680"/>
                  </a:lnTo>
                  <a:lnTo>
                    <a:pt x="7058954" y="2131272"/>
                  </a:lnTo>
                  <a:lnTo>
                    <a:pt x="7059810" y="2058206"/>
                  </a:lnTo>
                  <a:lnTo>
                    <a:pt x="7060666" y="2028783"/>
                  </a:lnTo>
                  <a:lnTo>
                    <a:pt x="7061521" y="2049283"/>
                  </a:lnTo>
                  <a:lnTo>
                    <a:pt x="7062377" y="2049284"/>
                  </a:lnTo>
                  <a:lnTo>
                    <a:pt x="7063232" y="2037738"/>
                  </a:lnTo>
                  <a:lnTo>
                    <a:pt x="7064088" y="2040549"/>
                  </a:lnTo>
                  <a:lnTo>
                    <a:pt x="7064943" y="2086991"/>
                  </a:lnTo>
                  <a:lnTo>
                    <a:pt x="7065799" y="2083655"/>
                  </a:lnTo>
                  <a:lnTo>
                    <a:pt x="7066654" y="2073832"/>
                  </a:lnTo>
                  <a:lnTo>
                    <a:pt x="7067510" y="2087551"/>
                  </a:lnTo>
                  <a:lnTo>
                    <a:pt x="7068365" y="2096541"/>
                  </a:lnTo>
                  <a:lnTo>
                    <a:pt x="7069221" y="2119270"/>
                  </a:lnTo>
                  <a:lnTo>
                    <a:pt x="7070076" y="2151279"/>
                  </a:lnTo>
                  <a:lnTo>
                    <a:pt x="7070932" y="2176072"/>
                  </a:lnTo>
                  <a:lnTo>
                    <a:pt x="7071787" y="2164240"/>
                  </a:lnTo>
                  <a:lnTo>
                    <a:pt x="7072643" y="2126705"/>
                  </a:lnTo>
                  <a:lnTo>
                    <a:pt x="7073498" y="1999434"/>
                  </a:lnTo>
                  <a:lnTo>
                    <a:pt x="7074354" y="2083587"/>
                  </a:lnTo>
                  <a:lnTo>
                    <a:pt x="7075209" y="2156188"/>
                  </a:lnTo>
                  <a:lnTo>
                    <a:pt x="7076065" y="2103008"/>
                  </a:lnTo>
                  <a:lnTo>
                    <a:pt x="7076921" y="2024104"/>
                  </a:lnTo>
                  <a:lnTo>
                    <a:pt x="7077776" y="2019259"/>
                  </a:lnTo>
                  <a:lnTo>
                    <a:pt x="7078632" y="2036421"/>
                  </a:lnTo>
                  <a:lnTo>
                    <a:pt x="7079487" y="2123278"/>
                  </a:lnTo>
                  <a:lnTo>
                    <a:pt x="7080343" y="2059557"/>
                  </a:lnTo>
                  <a:lnTo>
                    <a:pt x="7081198" y="2004889"/>
                  </a:lnTo>
                  <a:lnTo>
                    <a:pt x="7082054" y="1943261"/>
                  </a:lnTo>
                  <a:lnTo>
                    <a:pt x="7082909" y="1952785"/>
                  </a:lnTo>
                  <a:lnTo>
                    <a:pt x="7083765" y="1952569"/>
                  </a:lnTo>
                  <a:lnTo>
                    <a:pt x="7084620" y="1904469"/>
                  </a:lnTo>
                  <a:lnTo>
                    <a:pt x="7085476" y="1902862"/>
                  </a:lnTo>
                  <a:lnTo>
                    <a:pt x="7086331" y="1898308"/>
                  </a:lnTo>
                  <a:lnTo>
                    <a:pt x="7087187" y="2020057"/>
                  </a:lnTo>
                  <a:lnTo>
                    <a:pt x="7088042" y="2037999"/>
                  </a:lnTo>
                  <a:lnTo>
                    <a:pt x="7088898" y="2032319"/>
                  </a:lnTo>
                  <a:lnTo>
                    <a:pt x="7089753" y="1983876"/>
                  </a:lnTo>
                  <a:lnTo>
                    <a:pt x="7090609" y="1976919"/>
                  </a:lnTo>
                  <a:lnTo>
                    <a:pt x="7091464" y="2025381"/>
                  </a:lnTo>
                  <a:lnTo>
                    <a:pt x="7092320" y="2042542"/>
                  </a:lnTo>
                  <a:lnTo>
                    <a:pt x="7093176" y="2012208"/>
                  </a:lnTo>
                  <a:lnTo>
                    <a:pt x="7094031" y="2006422"/>
                  </a:lnTo>
                  <a:lnTo>
                    <a:pt x="7094887" y="1981588"/>
                  </a:lnTo>
                  <a:lnTo>
                    <a:pt x="7095742" y="2003193"/>
                  </a:lnTo>
                  <a:lnTo>
                    <a:pt x="7096598" y="2013342"/>
                  </a:lnTo>
                  <a:lnTo>
                    <a:pt x="7097453" y="2089111"/>
                  </a:lnTo>
                  <a:lnTo>
                    <a:pt x="7098309" y="2111485"/>
                  </a:lnTo>
                  <a:lnTo>
                    <a:pt x="7099164" y="1999420"/>
                  </a:lnTo>
                  <a:lnTo>
                    <a:pt x="7100020" y="2010299"/>
                  </a:lnTo>
                  <a:lnTo>
                    <a:pt x="7100875" y="1993854"/>
                  </a:lnTo>
                  <a:lnTo>
                    <a:pt x="7101731" y="2027408"/>
                  </a:lnTo>
                  <a:lnTo>
                    <a:pt x="7102586" y="1976680"/>
                  </a:lnTo>
                  <a:lnTo>
                    <a:pt x="7103442" y="2040869"/>
                  </a:lnTo>
                  <a:lnTo>
                    <a:pt x="7104297" y="2063953"/>
                  </a:lnTo>
                  <a:lnTo>
                    <a:pt x="7105153" y="2187185"/>
                  </a:lnTo>
                  <a:lnTo>
                    <a:pt x="7106008" y="2237535"/>
                  </a:lnTo>
                  <a:lnTo>
                    <a:pt x="7106864" y="2205952"/>
                  </a:lnTo>
                  <a:lnTo>
                    <a:pt x="7107719" y="2231723"/>
                  </a:lnTo>
                  <a:lnTo>
                    <a:pt x="7108575" y="2165916"/>
                  </a:lnTo>
                  <a:lnTo>
                    <a:pt x="7109431" y="2168168"/>
                  </a:lnTo>
                  <a:lnTo>
                    <a:pt x="7110286" y="2214597"/>
                  </a:lnTo>
                  <a:lnTo>
                    <a:pt x="7111142" y="2168105"/>
                  </a:lnTo>
                  <a:lnTo>
                    <a:pt x="7111997" y="2194804"/>
                  </a:lnTo>
                  <a:lnTo>
                    <a:pt x="7112853" y="2122380"/>
                  </a:lnTo>
                  <a:lnTo>
                    <a:pt x="7113708" y="2117052"/>
                  </a:lnTo>
                  <a:lnTo>
                    <a:pt x="7114564" y="2160844"/>
                  </a:lnTo>
                  <a:lnTo>
                    <a:pt x="7115419" y="2199977"/>
                  </a:lnTo>
                  <a:lnTo>
                    <a:pt x="7116275" y="2195039"/>
                  </a:lnTo>
                  <a:lnTo>
                    <a:pt x="7117130" y="2237139"/>
                  </a:lnTo>
                  <a:lnTo>
                    <a:pt x="7117986" y="2261828"/>
                  </a:lnTo>
                  <a:lnTo>
                    <a:pt x="7118841" y="2232406"/>
                  </a:lnTo>
                  <a:lnTo>
                    <a:pt x="7119697" y="2248737"/>
                  </a:lnTo>
                  <a:lnTo>
                    <a:pt x="7120552" y="2204344"/>
                  </a:lnTo>
                  <a:lnTo>
                    <a:pt x="7121408" y="2218198"/>
                  </a:lnTo>
                  <a:lnTo>
                    <a:pt x="7122263" y="2200143"/>
                  </a:lnTo>
                  <a:lnTo>
                    <a:pt x="7123119" y="2179960"/>
                  </a:lnTo>
                  <a:lnTo>
                    <a:pt x="7123975" y="2227424"/>
                  </a:lnTo>
                  <a:lnTo>
                    <a:pt x="7124830" y="2203228"/>
                  </a:lnTo>
                  <a:lnTo>
                    <a:pt x="7125686" y="2202855"/>
                  </a:lnTo>
                  <a:lnTo>
                    <a:pt x="7126541" y="2219061"/>
                  </a:lnTo>
                  <a:lnTo>
                    <a:pt x="7127397" y="2156423"/>
                  </a:lnTo>
                  <a:lnTo>
                    <a:pt x="7128252" y="2146303"/>
                  </a:lnTo>
                  <a:lnTo>
                    <a:pt x="7129108" y="2190197"/>
                  </a:lnTo>
                  <a:lnTo>
                    <a:pt x="7129963" y="2255460"/>
                  </a:lnTo>
                  <a:lnTo>
                    <a:pt x="7130819" y="2278200"/>
                  </a:lnTo>
                  <a:lnTo>
                    <a:pt x="7130819" y="2278200"/>
                  </a:lnTo>
                  <a:lnTo>
                    <a:pt x="7131674" y="2244256"/>
                  </a:lnTo>
                  <a:lnTo>
                    <a:pt x="7132530" y="2242116"/>
                  </a:lnTo>
                  <a:lnTo>
                    <a:pt x="7133385" y="2253259"/>
                  </a:lnTo>
                  <a:lnTo>
                    <a:pt x="7134241" y="2251219"/>
                  </a:lnTo>
                  <a:lnTo>
                    <a:pt x="7135096" y="2262928"/>
                  </a:lnTo>
                  <a:lnTo>
                    <a:pt x="7135952" y="2248164"/>
                  </a:lnTo>
                  <a:lnTo>
                    <a:pt x="7136807" y="2264626"/>
                  </a:lnTo>
                  <a:lnTo>
                    <a:pt x="7137663" y="2278200"/>
                  </a:lnTo>
                  <a:lnTo>
                    <a:pt x="7137663" y="2278200"/>
                  </a:lnTo>
                  <a:lnTo>
                    <a:pt x="7138518" y="2270093"/>
                  </a:lnTo>
                  <a:lnTo>
                    <a:pt x="7139374" y="2266509"/>
                  </a:lnTo>
                  <a:lnTo>
                    <a:pt x="7140230" y="2274463"/>
                  </a:lnTo>
                  <a:lnTo>
                    <a:pt x="7141085" y="2273952"/>
                  </a:lnTo>
                  <a:lnTo>
                    <a:pt x="7141941" y="2278200"/>
                  </a:lnTo>
                  <a:lnTo>
                    <a:pt x="7141941" y="2278200"/>
                  </a:lnTo>
                  <a:lnTo>
                    <a:pt x="7142796" y="2274980"/>
                  </a:lnTo>
                  <a:lnTo>
                    <a:pt x="7143652" y="2247598"/>
                  </a:lnTo>
                  <a:lnTo>
                    <a:pt x="7144507" y="2268233"/>
                  </a:lnTo>
                  <a:lnTo>
                    <a:pt x="7145363" y="2251887"/>
                  </a:lnTo>
                  <a:lnTo>
                    <a:pt x="7146218" y="2235898"/>
                  </a:lnTo>
                  <a:lnTo>
                    <a:pt x="7147074" y="2229909"/>
                  </a:lnTo>
                  <a:lnTo>
                    <a:pt x="7147929" y="2185512"/>
                  </a:lnTo>
                  <a:lnTo>
                    <a:pt x="7148785" y="2202113"/>
                  </a:lnTo>
                  <a:lnTo>
                    <a:pt x="7149640" y="2158564"/>
                  </a:lnTo>
                  <a:lnTo>
                    <a:pt x="7150496" y="2085600"/>
                  </a:lnTo>
                  <a:lnTo>
                    <a:pt x="7151351" y="2093449"/>
                  </a:lnTo>
                  <a:lnTo>
                    <a:pt x="7152207" y="2161451"/>
                  </a:lnTo>
                  <a:lnTo>
                    <a:pt x="7153062" y="2241436"/>
                  </a:lnTo>
                  <a:lnTo>
                    <a:pt x="7153918" y="2210119"/>
                  </a:lnTo>
                  <a:lnTo>
                    <a:pt x="7154773" y="2236796"/>
                  </a:lnTo>
                  <a:lnTo>
                    <a:pt x="7155629" y="2222645"/>
                  </a:lnTo>
                  <a:lnTo>
                    <a:pt x="7156485" y="2185392"/>
                  </a:lnTo>
                  <a:lnTo>
                    <a:pt x="7157340" y="2179091"/>
                  </a:lnTo>
                  <a:lnTo>
                    <a:pt x="7158196" y="2123967"/>
                  </a:lnTo>
                  <a:lnTo>
                    <a:pt x="7159051" y="2116815"/>
                  </a:lnTo>
                  <a:lnTo>
                    <a:pt x="7159907" y="2085386"/>
                  </a:lnTo>
                  <a:lnTo>
                    <a:pt x="7160762" y="2016495"/>
                  </a:lnTo>
                  <a:lnTo>
                    <a:pt x="7161618" y="2024784"/>
                  </a:lnTo>
                  <a:lnTo>
                    <a:pt x="7162473" y="2078431"/>
                  </a:lnTo>
                  <a:lnTo>
                    <a:pt x="7163329" y="2060523"/>
                  </a:lnTo>
                  <a:lnTo>
                    <a:pt x="7164184" y="2045799"/>
                  </a:lnTo>
                  <a:lnTo>
                    <a:pt x="7165040" y="2022251"/>
                  </a:lnTo>
                  <a:lnTo>
                    <a:pt x="7165895" y="1988674"/>
                  </a:lnTo>
                  <a:lnTo>
                    <a:pt x="7166751" y="2005727"/>
                  </a:lnTo>
                  <a:lnTo>
                    <a:pt x="7167606" y="2022126"/>
                  </a:lnTo>
                  <a:lnTo>
                    <a:pt x="7168462" y="2081512"/>
                  </a:lnTo>
                  <a:lnTo>
                    <a:pt x="7169317" y="2125734"/>
                  </a:lnTo>
                  <a:lnTo>
                    <a:pt x="7170173" y="2116749"/>
                  </a:lnTo>
                  <a:lnTo>
                    <a:pt x="7171029" y="2175751"/>
                  </a:lnTo>
                  <a:lnTo>
                    <a:pt x="7171884" y="2176700"/>
                  </a:lnTo>
                  <a:lnTo>
                    <a:pt x="7172740" y="2159367"/>
                  </a:lnTo>
                  <a:lnTo>
                    <a:pt x="7173595" y="2190692"/>
                  </a:lnTo>
                  <a:lnTo>
                    <a:pt x="7174451" y="2086987"/>
                  </a:lnTo>
                  <a:lnTo>
                    <a:pt x="7175306" y="2119389"/>
                  </a:lnTo>
                  <a:lnTo>
                    <a:pt x="7176162" y="2100183"/>
                  </a:lnTo>
                  <a:lnTo>
                    <a:pt x="7177017" y="2126614"/>
                  </a:lnTo>
                  <a:lnTo>
                    <a:pt x="7177873" y="2133162"/>
                  </a:lnTo>
                  <a:lnTo>
                    <a:pt x="7178728" y="2151916"/>
                  </a:lnTo>
                  <a:lnTo>
                    <a:pt x="7179584" y="2128666"/>
                  </a:lnTo>
                  <a:lnTo>
                    <a:pt x="7180439" y="2073226"/>
                  </a:lnTo>
                  <a:lnTo>
                    <a:pt x="7181295" y="2072248"/>
                  </a:lnTo>
                  <a:lnTo>
                    <a:pt x="7182150" y="2051977"/>
                  </a:lnTo>
                  <a:lnTo>
                    <a:pt x="7183006" y="2074670"/>
                  </a:lnTo>
                  <a:lnTo>
                    <a:pt x="7183861" y="2110764"/>
                  </a:lnTo>
                  <a:lnTo>
                    <a:pt x="7184717" y="2133597"/>
                  </a:lnTo>
                  <a:lnTo>
                    <a:pt x="7185572" y="2165224"/>
                  </a:lnTo>
                  <a:lnTo>
                    <a:pt x="7186428" y="2190838"/>
                  </a:lnTo>
                  <a:lnTo>
                    <a:pt x="7187284" y="2143369"/>
                  </a:lnTo>
                  <a:lnTo>
                    <a:pt x="7188139" y="2179549"/>
                  </a:lnTo>
                  <a:lnTo>
                    <a:pt x="7188995" y="2116355"/>
                  </a:lnTo>
                  <a:lnTo>
                    <a:pt x="7189850" y="2055155"/>
                  </a:lnTo>
                  <a:lnTo>
                    <a:pt x="7190706" y="2012489"/>
                  </a:lnTo>
                  <a:lnTo>
                    <a:pt x="7191561" y="2102674"/>
                  </a:lnTo>
                  <a:lnTo>
                    <a:pt x="7192417" y="2135912"/>
                  </a:lnTo>
                  <a:lnTo>
                    <a:pt x="7193272" y="2106184"/>
                  </a:lnTo>
                  <a:lnTo>
                    <a:pt x="7194128" y="2120244"/>
                  </a:lnTo>
                  <a:lnTo>
                    <a:pt x="7194983" y="2137213"/>
                  </a:lnTo>
                  <a:lnTo>
                    <a:pt x="7195839" y="2063034"/>
                  </a:lnTo>
                  <a:lnTo>
                    <a:pt x="7196694" y="2072784"/>
                  </a:lnTo>
                  <a:lnTo>
                    <a:pt x="7197550" y="1988726"/>
                  </a:lnTo>
                  <a:lnTo>
                    <a:pt x="7198405" y="2062506"/>
                  </a:lnTo>
                  <a:lnTo>
                    <a:pt x="7199261" y="2099660"/>
                  </a:lnTo>
                  <a:lnTo>
                    <a:pt x="7200116" y="2073375"/>
                  </a:lnTo>
                  <a:lnTo>
                    <a:pt x="7200972" y="2099032"/>
                  </a:lnTo>
                  <a:lnTo>
                    <a:pt x="7201827" y="2104458"/>
                  </a:lnTo>
                  <a:lnTo>
                    <a:pt x="7202683" y="2129200"/>
                  </a:lnTo>
                  <a:lnTo>
                    <a:pt x="7203539" y="2153861"/>
                  </a:lnTo>
                  <a:lnTo>
                    <a:pt x="7204394" y="2104473"/>
                  </a:lnTo>
                  <a:lnTo>
                    <a:pt x="7205250" y="2118992"/>
                  </a:lnTo>
                  <a:lnTo>
                    <a:pt x="7206105" y="2126775"/>
                  </a:lnTo>
                  <a:lnTo>
                    <a:pt x="7206961" y="2113897"/>
                  </a:lnTo>
                  <a:lnTo>
                    <a:pt x="7207816" y="2078319"/>
                  </a:lnTo>
                  <a:lnTo>
                    <a:pt x="7208672" y="2060836"/>
                  </a:lnTo>
                  <a:lnTo>
                    <a:pt x="7209527" y="2072158"/>
                  </a:lnTo>
                  <a:lnTo>
                    <a:pt x="7210383" y="2084279"/>
                  </a:lnTo>
                  <a:lnTo>
                    <a:pt x="7211238" y="2103661"/>
                  </a:lnTo>
                  <a:lnTo>
                    <a:pt x="7212094" y="2096295"/>
                  </a:lnTo>
                  <a:lnTo>
                    <a:pt x="7212949" y="2058965"/>
                  </a:lnTo>
                  <a:lnTo>
                    <a:pt x="7213805" y="1948374"/>
                  </a:lnTo>
                  <a:lnTo>
                    <a:pt x="7214660" y="1945169"/>
                  </a:lnTo>
                  <a:lnTo>
                    <a:pt x="7215516" y="1879460"/>
                  </a:lnTo>
                  <a:lnTo>
                    <a:pt x="7216371" y="1873722"/>
                  </a:lnTo>
                  <a:lnTo>
                    <a:pt x="7217227" y="1801589"/>
                  </a:lnTo>
                  <a:lnTo>
                    <a:pt x="7218083" y="1806774"/>
                  </a:lnTo>
                  <a:lnTo>
                    <a:pt x="7218938" y="1783322"/>
                  </a:lnTo>
                  <a:lnTo>
                    <a:pt x="7219794" y="1738193"/>
                  </a:lnTo>
                  <a:lnTo>
                    <a:pt x="7220649" y="1687564"/>
                  </a:lnTo>
                  <a:lnTo>
                    <a:pt x="7221505" y="1614298"/>
                  </a:lnTo>
                  <a:lnTo>
                    <a:pt x="7222360" y="1510247"/>
                  </a:lnTo>
                  <a:lnTo>
                    <a:pt x="7223216" y="1374848"/>
                  </a:lnTo>
                  <a:lnTo>
                    <a:pt x="7224071" y="1504018"/>
                  </a:lnTo>
                  <a:lnTo>
                    <a:pt x="7224927" y="1573160"/>
                  </a:lnTo>
                  <a:lnTo>
                    <a:pt x="7225782" y="1526824"/>
                  </a:lnTo>
                  <a:lnTo>
                    <a:pt x="7226638" y="1555271"/>
                  </a:lnTo>
                  <a:lnTo>
                    <a:pt x="7227493" y="1535261"/>
                  </a:lnTo>
                  <a:lnTo>
                    <a:pt x="7228349" y="1439924"/>
                  </a:lnTo>
                  <a:lnTo>
                    <a:pt x="7229204" y="1492141"/>
                  </a:lnTo>
                  <a:lnTo>
                    <a:pt x="7230060" y="1621317"/>
                  </a:lnTo>
                  <a:lnTo>
                    <a:pt x="7230915" y="1589583"/>
                  </a:lnTo>
                  <a:lnTo>
                    <a:pt x="7231771" y="1612416"/>
                  </a:lnTo>
                  <a:lnTo>
                    <a:pt x="7232626" y="1604505"/>
                  </a:lnTo>
                  <a:lnTo>
                    <a:pt x="7233482" y="1635370"/>
                  </a:lnTo>
                  <a:lnTo>
                    <a:pt x="7234338" y="1655678"/>
                  </a:lnTo>
                  <a:lnTo>
                    <a:pt x="7235193" y="1666783"/>
                  </a:lnTo>
                  <a:lnTo>
                    <a:pt x="7236049" y="1592888"/>
                  </a:lnTo>
                  <a:lnTo>
                    <a:pt x="7236904" y="1575693"/>
                  </a:lnTo>
                  <a:lnTo>
                    <a:pt x="7237760" y="1761038"/>
                  </a:lnTo>
                  <a:lnTo>
                    <a:pt x="7238615" y="1824574"/>
                  </a:lnTo>
                  <a:lnTo>
                    <a:pt x="7239471" y="1808200"/>
                  </a:lnTo>
                  <a:lnTo>
                    <a:pt x="7240326" y="1810981"/>
                  </a:lnTo>
                  <a:lnTo>
                    <a:pt x="7241182" y="1851701"/>
                  </a:lnTo>
                  <a:lnTo>
                    <a:pt x="7242037" y="2008531"/>
                  </a:lnTo>
                  <a:lnTo>
                    <a:pt x="7242893" y="1990709"/>
                  </a:lnTo>
                  <a:lnTo>
                    <a:pt x="7243748" y="1985318"/>
                  </a:lnTo>
                  <a:lnTo>
                    <a:pt x="7244604" y="2007112"/>
                  </a:lnTo>
                  <a:lnTo>
                    <a:pt x="7245459" y="2065959"/>
                  </a:lnTo>
                  <a:lnTo>
                    <a:pt x="7246315" y="2061348"/>
                  </a:lnTo>
                  <a:lnTo>
                    <a:pt x="7247170" y="2045872"/>
                  </a:lnTo>
                  <a:lnTo>
                    <a:pt x="7248026" y="2063511"/>
                  </a:lnTo>
                  <a:lnTo>
                    <a:pt x="7248881" y="2087589"/>
                  </a:lnTo>
                  <a:lnTo>
                    <a:pt x="7249737" y="2144427"/>
                  </a:lnTo>
                  <a:lnTo>
                    <a:pt x="7250593" y="2130897"/>
                  </a:lnTo>
                  <a:lnTo>
                    <a:pt x="7251448" y="2163042"/>
                  </a:lnTo>
                  <a:lnTo>
                    <a:pt x="7252304" y="2134136"/>
                  </a:lnTo>
                  <a:lnTo>
                    <a:pt x="7253159" y="2101448"/>
                  </a:lnTo>
                  <a:lnTo>
                    <a:pt x="7254015" y="2133524"/>
                  </a:lnTo>
                  <a:lnTo>
                    <a:pt x="7254870" y="2078371"/>
                  </a:lnTo>
                  <a:lnTo>
                    <a:pt x="7255726" y="2058436"/>
                  </a:lnTo>
                  <a:lnTo>
                    <a:pt x="7256581" y="2061422"/>
                  </a:lnTo>
                  <a:lnTo>
                    <a:pt x="7257437" y="2037947"/>
                  </a:lnTo>
                  <a:lnTo>
                    <a:pt x="7258292" y="2023734"/>
                  </a:lnTo>
                  <a:lnTo>
                    <a:pt x="7259148" y="2052821"/>
                  </a:lnTo>
                  <a:lnTo>
                    <a:pt x="7260003" y="2008102"/>
                  </a:lnTo>
                  <a:lnTo>
                    <a:pt x="7260859" y="2032155"/>
                  </a:lnTo>
                  <a:lnTo>
                    <a:pt x="7261714" y="2033162"/>
                  </a:lnTo>
                  <a:lnTo>
                    <a:pt x="7262570" y="2029653"/>
                  </a:lnTo>
                  <a:lnTo>
                    <a:pt x="7263425" y="2016973"/>
                  </a:lnTo>
                  <a:lnTo>
                    <a:pt x="7264281" y="1957772"/>
                  </a:lnTo>
                  <a:lnTo>
                    <a:pt x="7265137" y="1861239"/>
                  </a:lnTo>
                  <a:lnTo>
                    <a:pt x="7265992" y="1822732"/>
                  </a:lnTo>
                  <a:lnTo>
                    <a:pt x="7266848" y="1804951"/>
                  </a:lnTo>
                  <a:lnTo>
                    <a:pt x="7267703" y="1798697"/>
                  </a:lnTo>
                  <a:lnTo>
                    <a:pt x="7268559" y="1931231"/>
                  </a:lnTo>
                  <a:lnTo>
                    <a:pt x="7269414" y="1938096"/>
                  </a:lnTo>
                  <a:lnTo>
                    <a:pt x="7270270" y="1884389"/>
                  </a:lnTo>
                  <a:lnTo>
                    <a:pt x="7271125" y="1906453"/>
                  </a:lnTo>
                  <a:lnTo>
                    <a:pt x="7271981" y="1893666"/>
                  </a:lnTo>
                  <a:lnTo>
                    <a:pt x="7272836" y="1867583"/>
                  </a:lnTo>
                  <a:lnTo>
                    <a:pt x="7273692" y="1834228"/>
                  </a:lnTo>
                  <a:lnTo>
                    <a:pt x="7274547" y="1840610"/>
                  </a:lnTo>
                  <a:lnTo>
                    <a:pt x="7275403" y="1786708"/>
                  </a:lnTo>
                  <a:lnTo>
                    <a:pt x="7276258" y="1760415"/>
                  </a:lnTo>
                  <a:lnTo>
                    <a:pt x="7277114" y="1722208"/>
                  </a:lnTo>
                  <a:lnTo>
                    <a:pt x="7277969" y="1738885"/>
                  </a:lnTo>
                  <a:lnTo>
                    <a:pt x="7278825" y="1767951"/>
                  </a:lnTo>
                  <a:lnTo>
                    <a:pt x="7279680" y="1738522"/>
                  </a:lnTo>
                  <a:lnTo>
                    <a:pt x="7280536" y="1722899"/>
                  </a:lnTo>
                  <a:lnTo>
                    <a:pt x="7281392" y="1834413"/>
                  </a:lnTo>
                  <a:lnTo>
                    <a:pt x="7282247" y="1912470"/>
                  </a:lnTo>
                  <a:lnTo>
                    <a:pt x="7283103" y="1976308"/>
                  </a:lnTo>
                  <a:lnTo>
                    <a:pt x="7283958" y="2083464"/>
                  </a:lnTo>
                  <a:lnTo>
                    <a:pt x="7284814" y="2127475"/>
                  </a:lnTo>
                  <a:lnTo>
                    <a:pt x="7285669" y="2124011"/>
                  </a:lnTo>
                  <a:lnTo>
                    <a:pt x="7286525" y="2104472"/>
                  </a:lnTo>
                  <a:lnTo>
                    <a:pt x="7287380" y="2112917"/>
                  </a:lnTo>
                  <a:lnTo>
                    <a:pt x="7288236" y="2165188"/>
                  </a:lnTo>
                  <a:lnTo>
                    <a:pt x="7289091" y="2163242"/>
                  </a:lnTo>
                  <a:lnTo>
                    <a:pt x="7289947" y="2139124"/>
                  </a:lnTo>
                  <a:lnTo>
                    <a:pt x="7290802" y="2151945"/>
                  </a:lnTo>
                  <a:lnTo>
                    <a:pt x="7291658" y="2178428"/>
                  </a:lnTo>
                  <a:lnTo>
                    <a:pt x="7292513" y="2203565"/>
                  </a:lnTo>
                  <a:lnTo>
                    <a:pt x="7293369" y="2156092"/>
                  </a:lnTo>
                  <a:lnTo>
                    <a:pt x="7294224" y="2049129"/>
                  </a:lnTo>
                  <a:lnTo>
                    <a:pt x="7295080" y="2062122"/>
                  </a:lnTo>
                  <a:lnTo>
                    <a:pt x="7295935" y="2094437"/>
                  </a:lnTo>
                  <a:lnTo>
                    <a:pt x="7296791" y="2181373"/>
                  </a:lnTo>
                  <a:lnTo>
                    <a:pt x="7297647" y="2117464"/>
                  </a:lnTo>
                  <a:lnTo>
                    <a:pt x="7298502" y="2173353"/>
                  </a:lnTo>
                  <a:lnTo>
                    <a:pt x="7299358" y="2171906"/>
                  </a:lnTo>
                  <a:lnTo>
                    <a:pt x="7300213" y="2223105"/>
                  </a:lnTo>
                  <a:lnTo>
                    <a:pt x="7301069" y="2184602"/>
                  </a:lnTo>
                  <a:lnTo>
                    <a:pt x="7301924" y="2093334"/>
                  </a:lnTo>
                  <a:lnTo>
                    <a:pt x="7302780" y="2072724"/>
                  </a:lnTo>
                  <a:lnTo>
                    <a:pt x="7303635" y="2102556"/>
                  </a:lnTo>
                  <a:lnTo>
                    <a:pt x="7304491" y="2190068"/>
                  </a:lnTo>
                  <a:lnTo>
                    <a:pt x="7305346" y="2221084"/>
                  </a:lnTo>
                  <a:lnTo>
                    <a:pt x="7306202" y="2143876"/>
                  </a:lnTo>
                  <a:lnTo>
                    <a:pt x="7307057" y="2128433"/>
                  </a:lnTo>
                  <a:lnTo>
                    <a:pt x="7307913" y="2194021"/>
                  </a:lnTo>
                  <a:lnTo>
                    <a:pt x="7308768" y="2233186"/>
                  </a:lnTo>
                  <a:lnTo>
                    <a:pt x="7309624" y="2241698"/>
                  </a:lnTo>
                  <a:lnTo>
                    <a:pt x="7310479" y="2193543"/>
                  </a:lnTo>
                  <a:lnTo>
                    <a:pt x="7311335" y="2239311"/>
                  </a:lnTo>
                  <a:lnTo>
                    <a:pt x="7312190" y="2186407"/>
                  </a:lnTo>
                  <a:lnTo>
                    <a:pt x="7313046" y="2250041"/>
                  </a:lnTo>
                  <a:lnTo>
                    <a:pt x="7313902" y="2213439"/>
                  </a:lnTo>
                  <a:lnTo>
                    <a:pt x="7314757" y="2147609"/>
                  </a:lnTo>
                  <a:lnTo>
                    <a:pt x="7315613" y="2126866"/>
                  </a:lnTo>
                  <a:lnTo>
                    <a:pt x="7316468" y="2155294"/>
                  </a:lnTo>
                  <a:lnTo>
                    <a:pt x="7317324" y="2209241"/>
                  </a:lnTo>
                  <a:lnTo>
                    <a:pt x="7318179" y="2216967"/>
                  </a:lnTo>
                  <a:lnTo>
                    <a:pt x="7319035" y="2238323"/>
                  </a:lnTo>
                  <a:lnTo>
                    <a:pt x="7319890" y="2237839"/>
                  </a:lnTo>
                  <a:lnTo>
                    <a:pt x="7320746" y="2182537"/>
                  </a:lnTo>
                  <a:lnTo>
                    <a:pt x="7321601" y="2147265"/>
                  </a:lnTo>
                  <a:lnTo>
                    <a:pt x="7322457" y="2185766"/>
                  </a:lnTo>
                  <a:lnTo>
                    <a:pt x="7323312" y="2142940"/>
                  </a:lnTo>
                  <a:lnTo>
                    <a:pt x="7324168" y="2145588"/>
                  </a:lnTo>
                  <a:lnTo>
                    <a:pt x="7325023" y="2061763"/>
                  </a:lnTo>
                  <a:lnTo>
                    <a:pt x="7325879" y="2129313"/>
                  </a:lnTo>
                  <a:lnTo>
                    <a:pt x="7326734" y="2134350"/>
                  </a:lnTo>
                  <a:lnTo>
                    <a:pt x="7327590" y="2111602"/>
                  </a:lnTo>
                  <a:lnTo>
                    <a:pt x="7328446" y="2117623"/>
                  </a:lnTo>
                  <a:lnTo>
                    <a:pt x="7329301" y="2117895"/>
                  </a:lnTo>
                  <a:lnTo>
                    <a:pt x="7330157" y="2091090"/>
                  </a:lnTo>
                  <a:lnTo>
                    <a:pt x="7331012" y="2061012"/>
                  </a:lnTo>
                  <a:lnTo>
                    <a:pt x="7331868" y="1999197"/>
                  </a:lnTo>
                  <a:lnTo>
                    <a:pt x="7332723" y="2034110"/>
                  </a:lnTo>
                  <a:lnTo>
                    <a:pt x="7333579" y="2077303"/>
                  </a:lnTo>
                  <a:lnTo>
                    <a:pt x="7334434" y="2095166"/>
                  </a:lnTo>
                  <a:lnTo>
                    <a:pt x="7335290" y="2090142"/>
                  </a:lnTo>
                  <a:lnTo>
                    <a:pt x="7336145" y="2080447"/>
                  </a:lnTo>
                  <a:lnTo>
                    <a:pt x="7337001" y="2118185"/>
                  </a:lnTo>
                  <a:lnTo>
                    <a:pt x="7337856" y="2086945"/>
                  </a:lnTo>
                  <a:lnTo>
                    <a:pt x="7338712" y="2027783"/>
                  </a:lnTo>
                  <a:lnTo>
                    <a:pt x="7339567" y="1955938"/>
                  </a:lnTo>
                  <a:lnTo>
                    <a:pt x="7340423" y="1941758"/>
                  </a:lnTo>
                  <a:lnTo>
                    <a:pt x="7341278" y="1912696"/>
                  </a:lnTo>
                  <a:lnTo>
                    <a:pt x="7342134" y="1988641"/>
                  </a:lnTo>
                  <a:lnTo>
                    <a:pt x="7342989" y="2058021"/>
                  </a:lnTo>
                  <a:lnTo>
                    <a:pt x="7343845" y="2129060"/>
                  </a:lnTo>
                  <a:lnTo>
                    <a:pt x="7344701" y="2167446"/>
                  </a:lnTo>
                  <a:lnTo>
                    <a:pt x="7345556" y="2183769"/>
                  </a:lnTo>
                  <a:lnTo>
                    <a:pt x="7346412" y="2204777"/>
                  </a:lnTo>
                  <a:lnTo>
                    <a:pt x="7347267" y="2214964"/>
                  </a:lnTo>
                  <a:lnTo>
                    <a:pt x="7348123" y="2226089"/>
                  </a:lnTo>
                  <a:lnTo>
                    <a:pt x="7348978" y="2264299"/>
                  </a:lnTo>
                  <a:lnTo>
                    <a:pt x="7349834" y="2256703"/>
                  </a:lnTo>
                  <a:lnTo>
                    <a:pt x="7350689" y="2278200"/>
                  </a:lnTo>
                  <a:lnTo>
                    <a:pt x="7350689" y="2278200"/>
                  </a:lnTo>
                  <a:lnTo>
                    <a:pt x="7351545" y="2278200"/>
                  </a:lnTo>
                  <a:lnTo>
                    <a:pt x="7352400" y="2274392"/>
                  </a:lnTo>
                  <a:lnTo>
                    <a:pt x="7353256" y="2273552"/>
                  </a:lnTo>
                  <a:lnTo>
                    <a:pt x="7354111" y="2263005"/>
                  </a:lnTo>
                  <a:lnTo>
                    <a:pt x="7354967" y="2257982"/>
                  </a:lnTo>
                  <a:lnTo>
                    <a:pt x="7355822" y="2245747"/>
                  </a:lnTo>
                  <a:lnTo>
                    <a:pt x="7356678" y="2238190"/>
                  </a:lnTo>
                  <a:lnTo>
                    <a:pt x="7357533" y="2221700"/>
                  </a:lnTo>
                  <a:lnTo>
                    <a:pt x="7358389" y="2222454"/>
                  </a:lnTo>
                  <a:lnTo>
                    <a:pt x="7359244" y="2233586"/>
                  </a:lnTo>
                  <a:lnTo>
                    <a:pt x="7360100" y="2212558"/>
                  </a:lnTo>
                  <a:lnTo>
                    <a:pt x="7360956" y="2171568"/>
                  </a:lnTo>
                  <a:lnTo>
                    <a:pt x="7361811" y="2188515"/>
                  </a:lnTo>
                  <a:lnTo>
                    <a:pt x="7362667" y="2190669"/>
                  </a:lnTo>
                  <a:lnTo>
                    <a:pt x="7363522" y="2206863"/>
                  </a:lnTo>
                  <a:lnTo>
                    <a:pt x="7364378" y="2216790"/>
                  </a:lnTo>
                  <a:lnTo>
                    <a:pt x="7365233" y="2218809"/>
                  </a:lnTo>
                  <a:lnTo>
                    <a:pt x="7366089" y="2234542"/>
                  </a:lnTo>
                  <a:lnTo>
                    <a:pt x="7366944" y="2231831"/>
                  </a:lnTo>
                  <a:lnTo>
                    <a:pt x="7367800" y="2223258"/>
                  </a:lnTo>
                  <a:lnTo>
                    <a:pt x="7368655" y="2219129"/>
                  </a:lnTo>
                  <a:lnTo>
                    <a:pt x="7369511" y="2172713"/>
                  </a:lnTo>
                  <a:lnTo>
                    <a:pt x="7370366" y="2100956"/>
                  </a:lnTo>
                  <a:lnTo>
                    <a:pt x="7371222" y="2056316"/>
                  </a:lnTo>
                  <a:lnTo>
                    <a:pt x="7372077" y="2031657"/>
                  </a:lnTo>
                  <a:lnTo>
                    <a:pt x="7372933" y="2084885"/>
                  </a:lnTo>
                  <a:lnTo>
                    <a:pt x="7373788" y="2047130"/>
                  </a:lnTo>
                  <a:lnTo>
                    <a:pt x="7374644" y="2068893"/>
                  </a:lnTo>
                  <a:lnTo>
                    <a:pt x="7375500" y="2099163"/>
                  </a:lnTo>
                  <a:lnTo>
                    <a:pt x="7376355" y="2015296"/>
                  </a:lnTo>
                  <a:lnTo>
                    <a:pt x="7377211" y="1988579"/>
                  </a:lnTo>
                  <a:lnTo>
                    <a:pt x="7378066" y="1954084"/>
                  </a:lnTo>
                  <a:lnTo>
                    <a:pt x="7378922" y="1966647"/>
                  </a:lnTo>
                  <a:lnTo>
                    <a:pt x="7379777" y="1950424"/>
                  </a:lnTo>
                  <a:lnTo>
                    <a:pt x="7380633" y="1938769"/>
                  </a:lnTo>
                  <a:lnTo>
                    <a:pt x="7381488" y="1981368"/>
                  </a:lnTo>
                  <a:lnTo>
                    <a:pt x="7382344" y="2045151"/>
                  </a:lnTo>
                  <a:lnTo>
                    <a:pt x="7383199" y="2060604"/>
                  </a:lnTo>
                  <a:lnTo>
                    <a:pt x="7384055" y="2037540"/>
                  </a:lnTo>
                  <a:lnTo>
                    <a:pt x="7384910" y="2065772"/>
                  </a:lnTo>
                  <a:lnTo>
                    <a:pt x="7385766" y="2024045"/>
                  </a:lnTo>
                  <a:lnTo>
                    <a:pt x="7386621" y="1994810"/>
                  </a:lnTo>
                  <a:lnTo>
                    <a:pt x="7387477" y="2003942"/>
                  </a:lnTo>
                  <a:lnTo>
                    <a:pt x="7388332" y="2092277"/>
                  </a:lnTo>
                  <a:lnTo>
                    <a:pt x="7389188" y="2142700"/>
                  </a:lnTo>
                  <a:lnTo>
                    <a:pt x="7390043" y="2171141"/>
                  </a:lnTo>
                  <a:lnTo>
                    <a:pt x="7390899" y="2179972"/>
                  </a:lnTo>
                  <a:lnTo>
                    <a:pt x="7391755" y="2188176"/>
                  </a:lnTo>
                  <a:lnTo>
                    <a:pt x="7392610" y="2180439"/>
                  </a:lnTo>
                  <a:lnTo>
                    <a:pt x="7393466" y="2218998"/>
                  </a:lnTo>
                  <a:lnTo>
                    <a:pt x="7394321" y="2199074"/>
                  </a:lnTo>
                  <a:lnTo>
                    <a:pt x="7395177" y="2188204"/>
                  </a:lnTo>
                  <a:lnTo>
                    <a:pt x="7396032" y="2187277"/>
                  </a:lnTo>
                  <a:lnTo>
                    <a:pt x="7396888" y="2181971"/>
                  </a:lnTo>
                  <a:lnTo>
                    <a:pt x="7397743" y="2238421"/>
                  </a:lnTo>
                  <a:lnTo>
                    <a:pt x="7398599" y="2236074"/>
                  </a:lnTo>
                  <a:lnTo>
                    <a:pt x="7399454" y="2251276"/>
                  </a:lnTo>
                  <a:lnTo>
                    <a:pt x="7400310" y="2275166"/>
                  </a:lnTo>
                  <a:lnTo>
                    <a:pt x="7401165" y="2256505"/>
                  </a:lnTo>
                  <a:lnTo>
                    <a:pt x="7402021" y="2253832"/>
                  </a:lnTo>
                  <a:lnTo>
                    <a:pt x="7402876" y="2257145"/>
                  </a:lnTo>
                  <a:lnTo>
                    <a:pt x="7403732" y="2278200"/>
                  </a:lnTo>
                  <a:lnTo>
                    <a:pt x="7403732" y="2278200"/>
                  </a:lnTo>
                  <a:lnTo>
                    <a:pt x="7404587" y="2278200"/>
                  </a:lnTo>
                  <a:lnTo>
                    <a:pt x="7405443" y="2278200"/>
                  </a:lnTo>
                  <a:lnTo>
                    <a:pt x="7406298" y="2193022"/>
                  </a:lnTo>
                  <a:lnTo>
                    <a:pt x="7407154" y="2254922"/>
                  </a:lnTo>
                  <a:lnTo>
                    <a:pt x="7408010" y="2214055"/>
                  </a:lnTo>
                  <a:lnTo>
                    <a:pt x="7408865" y="2237544"/>
                  </a:lnTo>
                  <a:lnTo>
                    <a:pt x="7409721" y="2257627"/>
                  </a:lnTo>
                  <a:lnTo>
                    <a:pt x="7410576" y="2229594"/>
                  </a:lnTo>
                  <a:lnTo>
                    <a:pt x="7411432" y="2251027"/>
                  </a:lnTo>
                  <a:lnTo>
                    <a:pt x="7412287" y="2219379"/>
                  </a:lnTo>
                  <a:lnTo>
                    <a:pt x="7413143" y="2219639"/>
                  </a:lnTo>
                  <a:lnTo>
                    <a:pt x="7413998" y="2143725"/>
                  </a:lnTo>
                  <a:lnTo>
                    <a:pt x="7414854" y="2116056"/>
                  </a:lnTo>
                  <a:lnTo>
                    <a:pt x="7415709" y="2121456"/>
                  </a:lnTo>
                  <a:lnTo>
                    <a:pt x="7416565" y="2098211"/>
                  </a:lnTo>
                  <a:lnTo>
                    <a:pt x="7417420" y="2094192"/>
                  </a:lnTo>
                  <a:lnTo>
                    <a:pt x="7418276" y="2101829"/>
                  </a:lnTo>
                  <a:lnTo>
                    <a:pt x="7419131" y="2112065"/>
                  </a:lnTo>
                  <a:lnTo>
                    <a:pt x="7419987" y="2121625"/>
                  </a:lnTo>
                  <a:lnTo>
                    <a:pt x="7420842" y="2115642"/>
                  </a:lnTo>
                  <a:lnTo>
                    <a:pt x="7421698" y="2137183"/>
                  </a:lnTo>
                  <a:lnTo>
                    <a:pt x="7422554" y="2174304"/>
                  </a:lnTo>
                  <a:lnTo>
                    <a:pt x="7423409" y="2200064"/>
                  </a:lnTo>
                  <a:lnTo>
                    <a:pt x="7424265" y="2202406"/>
                  </a:lnTo>
                  <a:lnTo>
                    <a:pt x="7425120" y="2192996"/>
                  </a:lnTo>
                  <a:lnTo>
                    <a:pt x="7425976" y="2205054"/>
                  </a:lnTo>
                  <a:lnTo>
                    <a:pt x="7426831" y="2203486"/>
                  </a:lnTo>
                  <a:lnTo>
                    <a:pt x="7427687" y="2215188"/>
                  </a:lnTo>
                  <a:lnTo>
                    <a:pt x="7428542" y="2208950"/>
                  </a:lnTo>
                  <a:lnTo>
                    <a:pt x="7429398" y="2179564"/>
                  </a:lnTo>
                  <a:lnTo>
                    <a:pt x="7430253" y="2156872"/>
                  </a:lnTo>
                  <a:lnTo>
                    <a:pt x="7431109" y="2168105"/>
                  </a:lnTo>
                  <a:lnTo>
                    <a:pt x="7431964" y="2174984"/>
                  </a:lnTo>
                  <a:lnTo>
                    <a:pt x="7432820" y="2204707"/>
                  </a:lnTo>
                  <a:lnTo>
                    <a:pt x="7433675" y="2208837"/>
                  </a:lnTo>
                  <a:lnTo>
                    <a:pt x="7434531" y="2196983"/>
                  </a:lnTo>
                  <a:lnTo>
                    <a:pt x="7435386" y="2220791"/>
                  </a:lnTo>
                  <a:lnTo>
                    <a:pt x="7436242" y="2200068"/>
                  </a:lnTo>
                  <a:lnTo>
                    <a:pt x="7437097" y="2185899"/>
                  </a:lnTo>
                  <a:lnTo>
                    <a:pt x="7437953" y="2176189"/>
                  </a:lnTo>
                  <a:lnTo>
                    <a:pt x="7438809" y="2151480"/>
                  </a:lnTo>
                  <a:lnTo>
                    <a:pt x="7439664" y="2160916"/>
                  </a:lnTo>
                  <a:lnTo>
                    <a:pt x="7440520" y="2177129"/>
                  </a:lnTo>
                  <a:lnTo>
                    <a:pt x="7441375" y="2171399"/>
                  </a:lnTo>
                  <a:lnTo>
                    <a:pt x="7442231" y="2103441"/>
                  </a:lnTo>
                  <a:lnTo>
                    <a:pt x="7443086" y="2107201"/>
                  </a:lnTo>
                  <a:lnTo>
                    <a:pt x="7443942" y="2117879"/>
                  </a:lnTo>
                  <a:lnTo>
                    <a:pt x="7444797" y="2137314"/>
                  </a:lnTo>
                  <a:lnTo>
                    <a:pt x="7445653" y="2118236"/>
                  </a:lnTo>
                  <a:lnTo>
                    <a:pt x="7446508" y="2104286"/>
                  </a:lnTo>
                  <a:lnTo>
                    <a:pt x="7447364" y="2073256"/>
                  </a:lnTo>
                  <a:lnTo>
                    <a:pt x="7448219" y="2127918"/>
                  </a:lnTo>
                  <a:lnTo>
                    <a:pt x="7449075" y="2154864"/>
                  </a:lnTo>
                  <a:lnTo>
                    <a:pt x="7449930" y="2141762"/>
                  </a:lnTo>
                  <a:lnTo>
                    <a:pt x="7450786" y="2150593"/>
                  </a:lnTo>
                  <a:lnTo>
                    <a:pt x="7451641" y="2158558"/>
                  </a:lnTo>
                  <a:lnTo>
                    <a:pt x="7452497" y="2146103"/>
                  </a:lnTo>
                  <a:lnTo>
                    <a:pt x="7453352" y="2139882"/>
                  </a:lnTo>
                  <a:lnTo>
                    <a:pt x="7454208" y="2157157"/>
                  </a:lnTo>
                  <a:lnTo>
                    <a:pt x="7455064" y="2139321"/>
                  </a:lnTo>
                  <a:lnTo>
                    <a:pt x="7455919" y="2154703"/>
                  </a:lnTo>
                  <a:lnTo>
                    <a:pt x="7456775" y="2099178"/>
                  </a:lnTo>
                  <a:lnTo>
                    <a:pt x="7457630" y="2059760"/>
                  </a:lnTo>
                  <a:lnTo>
                    <a:pt x="7458486" y="2097418"/>
                  </a:lnTo>
                  <a:lnTo>
                    <a:pt x="7459341" y="2138717"/>
                  </a:lnTo>
                  <a:lnTo>
                    <a:pt x="7460197" y="2141840"/>
                  </a:lnTo>
                  <a:lnTo>
                    <a:pt x="7461052" y="2175926"/>
                  </a:lnTo>
                  <a:lnTo>
                    <a:pt x="7461908" y="2146954"/>
                  </a:lnTo>
                  <a:lnTo>
                    <a:pt x="7462763" y="2185586"/>
                  </a:lnTo>
                  <a:lnTo>
                    <a:pt x="7463619" y="2164030"/>
                  </a:lnTo>
                  <a:lnTo>
                    <a:pt x="7464474" y="2129630"/>
                  </a:lnTo>
                  <a:lnTo>
                    <a:pt x="7465330" y="2008847"/>
                  </a:lnTo>
                  <a:lnTo>
                    <a:pt x="7466185" y="2018795"/>
                  </a:lnTo>
                  <a:lnTo>
                    <a:pt x="7467041" y="2088364"/>
                  </a:lnTo>
                  <a:lnTo>
                    <a:pt x="7467896" y="2145182"/>
                  </a:lnTo>
                  <a:lnTo>
                    <a:pt x="7468752" y="2145361"/>
                  </a:lnTo>
                  <a:lnTo>
                    <a:pt x="7469608" y="2136196"/>
                  </a:lnTo>
                  <a:lnTo>
                    <a:pt x="7470463" y="2166819"/>
                  </a:lnTo>
                  <a:lnTo>
                    <a:pt x="7471319" y="2206585"/>
                  </a:lnTo>
                  <a:lnTo>
                    <a:pt x="7472174" y="2157955"/>
                  </a:lnTo>
                  <a:lnTo>
                    <a:pt x="7473030" y="2113606"/>
                  </a:lnTo>
                  <a:lnTo>
                    <a:pt x="7473885" y="2117515"/>
                  </a:lnTo>
                  <a:lnTo>
                    <a:pt x="7474741" y="2227685"/>
                  </a:lnTo>
                  <a:lnTo>
                    <a:pt x="7475596" y="2248501"/>
                  </a:lnTo>
                  <a:lnTo>
                    <a:pt x="7476452" y="2227669"/>
                  </a:lnTo>
                  <a:lnTo>
                    <a:pt x="7477307" y="2160330"/>
                  </a:lnTo>
                  <a:lnTo>
                    <a:pt x="7478163" y="2179441"/>
                  </a:lnTo>
                  <a:lnTo>
                    <a:pt x="7479018" y="2189653"/>
                  </a:lnTo>
                  <a:lnTo>
                    <a:pt x="7479874" y="2195869"/>
                  </a:lnTo>
                  <a:lnTo>
                    <a:pt x="7480729" y="2142561"/>
                  </a:lnTo>
                  <a:lnTo>
                    <a:pt x="7481585" y="2195667"/>
                  </a:lnTo>
                  <a:lnTo>
                    <a:pt x="7482440" y="2233848"/>
                  </a:lnTo>
                  <a:lnTo>
                    <a:pt x="7483296" y="2255112"/>
                  </a:lnTo>
                  <a:lnTo>
                    <a:pt x="7484151" y="2259550"/>
                  </a:lnTo>
                  <a:lnTo>
                    <a:pt x="7485007" y="2246463"/>
                  </a:lnTo>
                  <a:lnTo>
                    <a:pt x="7485863" y="2268812"/>
                  </a:lnTo>
                  <a:lnTo>
                    <a:pt x="7486718" y="2260542"/>
                  </a:lnTo>
                  <a:lnTo>
                    <a:pt x="7487574" y="2254677"/>
                  </a:lnTo>
                  <a:lnTo>
                    <a:pt x="7488429" y="2250861"/>
                  </a:lnTo>
                  <a:lnTo>
                    <a:pt x="7489285" y="2278200"/>
                  </a:lnTo>
                  <a:lnTo>
                    <a:pt x="7489285" y="2278200"/>
                  </a:lnTo>
                  <a:lnTo>
                    <a:pt x="7490140" y="2278200"/>
                  </a:lnTo>
                  <a:lnTo>
                    <a:pt x="7490996" y="2249592"/>
                  </a:lnTo>
                  <a:lnTo>
                    <a:pt x="7491851" y="2212538"/>
                  </a:lnTo>
                  <a:lnTo>
                    <a:pt x="7492707" y="2229095"/>
                  </a:lnTo>
                  <a:lnTo>
                    <a:pt x="7493562" y="2206479"/>
                  </a:lnTo>
                  <a:lnTo>
                    <a:pt x="7494418" y="2162410"/>
                  </a:lnTo>
                  <a:lnTo>
                    <a:pt x="7495273" y="2144927"/>
                  </a:lnTo>
                  <a:lnTo>
                    <a:pt x="7496129" y="2177445"/>
                  </a:lnTo>
                  <a:lnTo>
                    <a:pt x="7496984" y="2212989"/>
                  </a:lnTo>
                  <a:lnTo>
                    <a:pt x="7497840" y="2219128"/>
                  </a:lnTo>
                  <a:lnTo>
                    <a:pt x="7498695" y="2201306"/>
                  </a:lnTo>
                  <a:lnTo>
                    <a:pt x="7499551" y="2168940"/>
                  </a:lnTo>
                  <a:lnTo>
                    <a:pt x="7500406" y="2116382"/>
                  </a:lnTo>
                  <a:lnTo>
                    <a:pt x="7501262" y="2136905"/>
                  </a:lnTo>
                  <a:lnTo>
                    <a:pt x="7502118" y="2149890"/>
                  </a:lnTo>
                  <a:lnTo>
                    <a:pt x="7502973" y="2150715"/>
                  </a:lnTo>
                  <a:lnTo>
                    <a:pt x="7503829" y="2181971"/>
                  </a:lnTo>
                  <a:lnTo>
                    <a:pt x="7504684" y="2214143"/>
                  </a:lnTo>
                  <a:lnTo>
                    <a:pt x="7505540" y="2202158"/>
                  </a:lnTo>
                  <a:lnTo>
                    <a:pt x="7506395" y="2191018"/>
                  </a:lnTo>
                  <a:lnTo>
                    <a:pt x="7507251" y="2135187"/>
                  </a:lnTo>
                  <a:lnTo>
                    <a:pt x="7508106" y="2114958"/>
                  </a:lnTo>
                  <a:lnTo>
                    <a:pt x="7508962" y="2122225"/>
                  </a:lnTo>
                  <a:lnTo>
                    <a:pt x="7509817" y="2148723"/>
                  </a:lnTo>
                  <a:lnTo>
                    <a:pt x="7510673" y="2126396"/>
                  </a:lnTo>
                  <a:lnTo>
                    <a:pt x="7511528" y="2091001"/>
                  </a:lnTo>
                  <a:lnTo>
                    <a:pt x="7512384" y="2124453"/>
                  </a:lnTo>
                  <a:lnTo>
                    <a:pt x="7513239" y="2130397"/>
                  </a:lnTo>
                  <a:lnTo>
                    <a:pt x="7514095" y="2114548"/>
                  </a:lnTo>
                  <a:lnTo>
                    <a:pt x="7514950" y="2011706"/>
                  </a:lnTo>
                  <a:lnTo>
                    <a:pt x="7515806" y="2023319"/>
                  </a:lnTo>
                  <a:lnTo>
                    <a:pt x="7516662" y="2027314"/>
                  </a:lnTo>
                  <a:lnTo>
                    <a:pt x="7517517" y="2023695"/>
                  </a:lnTo>
                  <a:lnTo>
                    <a:pt x="7518373" y="2016855"/>
                  </a:lnTo>
                  <a:lnTo>
                    <a:pt x="7519228" y="2074128"/>
                  </a:lnTo>
                  <a:lnTo>
                    <a:pt x="7520084" y="2148611"/>
                  </a:lnTo>
                  <a:lnTo>
                    <a:pt x="7520939" y="2178098"/>
                  </a:lnTo>
                  <a:lnTo>
                    <a:pt x="7521795" y="2175386"/>
                  </a:lnTo>
                  <a:lnTo>
                    <a:pt x="7522650" y="2165749"/>
                  </a:lnTo>
                  <a:lnTo>
                    <a:pt x="7523506" y="2167387"/>
                  </a:lnTo>
                  <a:lnTo>
                    <a:pt x="7524361" y="2175033"/>
                  </a:lnTo>
                  <a:lnTo>
                    <a:pt x="7525217" y="2164252"/>
                  </a:lnTo>
                  <a:lnTo>
                    <a:pt x="7526072" y="2133371"/>
                  </a:lnTo>
                  <a:lnTo>
                    <a:pt x="7526928" y="2109293"/>
                  </a:lnTo>
                  <a:lnTo>
                    <a:pt x="7527783" y="2078037"/>
                  </a:lnTo>
                  <a:lnTo>
                    <a:pt x="7528639" y="2150912"/>
                  </a:lnTo>
                  <a:lnTo>
                    <a:pt x="7529494" y="2180300"/>
                  </a:lnTo>
                  <a:lnTo>
                    <a:pt x="7530350" y="2160575"/>
                  </a:lnTo>
                  <a:lnTo>
                    <a:pt x="7531205" y="2150473"/>
                  </a:lnTo>
                  <a:lnTo>
                    <a:pt x="7532061" y="2105597"/>
                  </a:lnTo>
                  <a:lnTo>
                    <a:pt x="7532917" y="2145546"/>
                  </a:lnTo>
                  <a:lnTo>
                    <a:pt x="7533772" y="2165719"/>
                  </a:lnTo>
                  <a:lnTo>
                    <a:pt x="7534628" y="2135798"/>
                  </a:lnTo>
                  <a:lnTo>
                    <a:pt x="7535483" y="2158068"/>
                  </a:lnTo>
                  <a:lnTo>
                    <a:pt x="7536339" y="2179149"/>
                  </a:lnTo>
                  <a:lnTo>
                    <a:pt x="7537194" y="2226100"/>
                  </a:lnTo>
                  <a:lnTo>
                    <a:pt x="7538050" y="2234013"/>
                  </a:lnTo>
                  <a:lnTo>
                    <a:pt x="7538905" y="2216574"/>
                  </a:lnTo>
                  <a:lnTo>
                    <a:pt x="7539761" y="2234897"/>
                  </a:lnTo>
                  <a:lnTo>
                    <a:pt x="7540616" y="2222900"/>
                  </a:lnTo>
                  <a:lnTo>
                    <a:pt x="7541472" y="2250824"/>
                  </a:lnTo>
                  <a:lnTo>
                    <a:pt x="7542327" y="2251145"/>
                  </a:lnTo>
                  <a:lnTo>
                    <a:pt x="7543183" y="2255085"/>
                  </a:lnTo>
                  <a:lnTo>
                    <a:pt x="7544038" y="2261397"/>
                  </a:lnTo>
                  <a:lnTo>
                    <a:pt x="7544894" y="2269467"/>
                  </a:lnTo>
                  <a:lnTo>
                    <a:pt x="7545749" y="2278200"/>
                  </a:lnTo>
                  <a:lnTo>
                    <a:pt x="7545749" y="2278200"/>
                  </a:lnTo>
                  <a:lnTo>
                    <a:pt x="7546605" y="2275958"/>
                  </a:lnTo>
                  <a:lnTo>
                    <a:pt x="7547460" y="2278200"/>
                  </a:lnTo>
                  <a:lnTo>
                    <a:pt x="7547460" y="2278200"/>
                  </a:lnTo>
                  <a:lnTo>
                    <a:pt x="7548316" y="2271126"/>
                  </a:lnTo>
                  <a:lnTo>
                    <a:pt x="7549172" y="2269763"/>
                  </a:lnTo>
                  <a:lnTo>
                    <a:pt x="7550027" y="2260856"/>
                  </a:lnTo>
                  <a:lnTo>
                    <a:pt x="7550883" y="2221099"/>
                  </a:lnTo>
                  <a:lnTo>
                    <a:pt x="7551738" y="2223070"/>
                  </a:lnTo>
                  <a:lnTo>
                    <a:pt x="7552594" y="2219349"/>
                  </a:lnTo>
                  <a:lnTo>
                    <a:pt x="7553449" y="2191876"/>
                  </a:lnTo>
                  <a:lnTo>
                    <a:pt x="7554305" y="2213946"/>
                  </a:lnTo>
                  <a:lnTo>
                    <a:pt x="7555160" y="2200039"/>
                  </a:lnTo>
                  <a:lnTo>
                    <a:pt x="7556016" y="2140525"/>
                  </a:lnTo>
                  <a:lnTo>
                    <a:pt x="7556871" y="2160430"/>
                  </a:lnTo>
                  <a:lnTo>
                    <a:pt x="7557727" y="2160469"/>
                  </a:lnTo>
                  <a:lnTo>
                    <a:pt x="7558582" y="2186156"/>
                  </a:lnTo>
                  <a:lnTo>
                    <a:pt x="7559438" y="2139374"/>
                  </a:lnTo>
                  <a:lnTo>
                    <a:pt x="7560293" y="2105039"/>
                  </a:lnTo>
                  <a:lnTo>
                    <a:pt x="7561149" y="2051425"/>
                  </a:lnTo>
                  <a:lnTo>
                    <a:pt x="7562004" y="2109941"/>
                  </a:lnTo>
                  <a:lnTo>
                    <a:pt x="7562860" y="2104463"/>
                  </a:lnTo>
                  <a:lnTo>
                    <a:pt x="7563715" y="2086621"/>
                  </a:lnTo>
                  <a:lnTo>
                    <a:pt x="7564571" y="2109766"/>
                  </a:lnTo>
                  <a:lnTo>
                    <a:pt x="7565427" y="2129708"/>
                  </a:lnTo>
                  <a:lnTo>
                    <a:pt x="7566282" y="2096960"/>
                  </a:lnTo>
                  <a:lnTo>
                    <a:pt x="7567138" y="2091175"/>
                  </a:lnTo>
                  <a:lnTo>
                    <a:pt x="7567993" y="2135704"/>
                  </a:lnTo>
                  <a:lnTo>
                    <a:pt x="7568849" y="2178386"/>
                  </a:lnTo>
                  <a:lnTo>
                    <a:pt x="7569704" y="2197764"/>
                  </a:lnTo>
                  <a:lnTo>
                    <a:pt x="7570560" y="2182676"/>
                  </a:lnTo>
                  <a:lnTo>
                    <a:pt x="7571415" y="2174118"/>
                  </a:lnTo>
                  <a:lnTo>
                    <a:pt x="7572271" y="2153876"/>
                  </a:lnTo>
                  <a:lnTo>
                    <a:pt x="7573126" y="2154214"/>
                  </a:lnTo>
                  <a:lnTo>
                    <a:pt x="7573982" y="2046871"/>
                  </a:lnTo>
                  <a:lnTo>
                    <a:pt x="7574837" y="2066019"/>
                  </a:lnTo>
                  <a:lnTo>
                    <a:pt x="7575693" y="2152261"/>
                  </a:lnTo>
                  <a:lnTo>
                    <a:pt x="7576548" y="2200607"/>
                  </a:lnTo>
                  <a:lnTo>
                    <a:pt x="7577404" y="2229968"/>
                  </a:lnTo>
                  <a:lnTo>
                    <a:pt x="7578259" y="2197017"/>
                  </a:lnTo>
                  <a:lnTo>
                    <a:pt x="7579115" y="2222314"/>
                  </a:lnTo>
                  <a:lnTo>
                    <a:pt x="7579971" y="2221680"/>
                  </a:lnTo>
                  <a:lnTo>
                    <a:pt x="7580826" y="2192917"/>
                  </a:lnTo>
                  <a:lnTo>
                    <a:pt x="7581682" y="2223773"/>
                  </a:lnTo>
                  <a:lnTo>
                    <a:pt x="7582537" y="2206999"/>
                  </a:lnTo>
                  <a:lnTo>
                    <a:pt x="7583393" y="2237002"/>
                  </a:lnTo>
                  <a:lnTo>
                    <a:pt x="7584248" y="2243465"/>
                  </a:lnTo>
                  <a:lnTo>
                    <a:pt x="7585104" y="2197759"/>
                  </a:lnTo>
                  <a:lnTo>
                    <a:pt x="7585959" y="2225129"/>
                  </a:lnTo>
                  <a:lnTo>
                    <a:pt x="7586815" y="2236970"/>
                  </a:lnTo>
                  <a:lnTo>
                    <a:pt x="7587670" y="2247191"/>
                  </a:lnTo>
                  <a:lnTo>
                    <a:pt x="7588526" y="2258341"/>
                  </a:lnTo>
                  <a:lnTo>
                    <a:pt x="7589381" y="2214885"/>
                  </a:lnTo>
                  <a:lnTo>
                    <a:pt x="7590237" y="2207910"/>
                  </a:lnTo>
                  <a:lnTo>
                    <a:pt x="7591092" y="2204368"/>
                  </a:lnTo>
                  <a:lnTo>
                    <a:pt x="7591948" y="2249230"/>
                  </a:lnTo>
                  <a:lnTo>
                    <a:pt x="7592803" y="2167730"/>
                  </a:lnTo>
                  <a:lnTo>
                    <a:pt x="7593659" y="2149863"/>
                  </a:lnTo>
                  <a:lnTo>
                    <a:pt x="7594514" y="2190175"/>
                  </a:lnTo>
                  <a:lnTo>
                    <a:pt x="7595370" y="2211062"/>
                  </a:lnTo>
                  <a:lnTo>
                    <a:pt x="7596226" y="2205929"/>
                  </a:lnTo>
                  <a:lnTo>
                    <a:pt x="7597081" y="2190955"/>
                  </a:lnTo>
                  <a:lnTo>
                    <a:pt x="7597937" y="2186949"/>
                  </a:lnTo>
                  <a:lnTo>
                    <a:pt x="7598792" y="2194861"/>
                  </a:lnTo>
                  <a:lnTo>
                    <a:pt x="7599648" y="2183933"/>
                  </a:lnTo>
                  <a:lnTo>
                    <a:pt x="7600503" y="2139722"/>
                  </a:lnTo>
                  <a:lnTo>
                    <a:pt x="7601359" y="2089332"/>
                  </a:lnTo>
                  <a:lnTo>
                    <a:pt x="7602214" y="2036698"/>
                  </a:lnTo>
                  <a:lnTo>
                    <a:pt x="7603070" y="2013621"/>
                  </a:lnTo>
                  <a:lnTo>
                    <a:pt x="7603925" y="2022867"/>
                  </a:lnTo>
                  <a:lnTo>
                    <a:pt x="7604781" y="2096329"/>
                  </a:lnTo>
                  <a:lnTo>
                    <a:pt x="7605636" y="2156429"/>
                  </a:lnTo>
                  <a:lnTo>
                    <a:pt x="7606492" y="2141956"/>
                  </a:lnTo>
                  <a:lnTo>
                    <a:pt x="7607347" y="2154334"/>
                  </a:lnTo>
                  <a:lnTo>
                    <a:pt x="7608203" y="2159611"/>
                  </a:lnTo>
                  <a:lnTo>
                    <a:pt x="7609058" y="2147249"/>
                  </a:lnTo>
                  <a:lnTo>
                    <a:pt x="7609914" y="2128604"/>
                  </a:lnTo>
                  <a:lnTo>
                    <a:pt x="7610769" y="2128332"/>
                  </a:lnTo>
                  <a:lnTo>
                    <a:pt x="7611625" y="2121504"/>
                  </a:lnTo>
                  <a:lnTo>
                    <a:pt x="7612481" y="2104524"/>
                  </a:lnTo>
                  <a:lnTo>
                    <a:pt x="7613336" y="2100406"/>
                  </a:lnTo>
                  <a:lnTo>
                    <a:pt x="7614192" y="2029889"/>
                  </a:lnTo>
                  <a:lnTo>
                    <a:pt x="7615047" y="2035825"/>
                  </a:lnTo>
                  <a:lnTo>
                    <a:pt x="7615903" y="2095317"/>
                  </a:lnTo>
                  <a:lnTo>
                    <a:pt x="7616758" y="2131661"/>
                  </a:lnTo>
                  <a:lnTo>
                    <a:pt x="7617614" y="2196339"/>
                  </a:lnTo>
                  <a:lnTo>
                    <a:pt x="7618469" y="2197369"/>
                  </a:lnTo>
                  <a:lnTo>
                    <a:pt x="7619325" y="2198208"/>
                  </a:lnTo>
                  <a:lnTo>
                    <a:pt x="7620180" y="2191733"/>
                  </a:lnTo>
                  <a:lnTo>
                    <a:pt x="7621036" y="2133640"/>
                  </a:lnTo>
                  <a:lnTo>
                    <a:pt x="7621891" y="2135109"/>
                  </a:lnTo>
                  <a:lnTo>
                    <a:pt x="7622747" y="2108716"/>
                  </a:lnTo>
                  <a:lnTo>
                    <a:pt x="7623602" y="2031471"/>
                  </a:lnTo>
                  <a:lnTo>
                    <a:pt x="7624458" y="2011662"/>
                  </a:lnTo>
                  <a:lnTo>
                    <a:pt x="7625313" y="1978373"/>
                  </a:lnTo>
                  <a:lnTo>
                    <a:pt x="7626169" y="2018024"/>
                  </a:lnTo>
                  <a:lnTo>
                    <a:pt x="7627025" y="2050568"/>
                  </a:lnTo>
                  <a:lnTo>
                    <a:pt x="7627880" y="2098856"/>
                  </a:lnTo>
                  <a:lnTo>
                    <a:pt x="7628736" y="2152068"/>
                  </a:lnTo>
                  <a:lnTo>
                    <a:pt x="7629591" y="2179686"/>
                  </a:lnTo>
                  <a:lnTo>
                    <a:pt x="7630447" y="2193612"/>
                  </a:lnTo>
                  <a:lnTo>
                    <a:pt x="7631302" y="2221582"/>
                  </a:lnTo>
                  <a:lnTo>
                    <a:pt x="7632158" y="2224871"/>
                  </a:lnTo>
                  <a:lnTo>
                    <a:pt x="7633013" y="2231329"/>
                  </a:lnTo>
                  <a:lnTo>
                    <a:pt x="7633869" y="2214462"/>
                  </a:lnTo>
                  <a:lnTo>
                    <a:pt x="7634724" y="2246205"/>
                  </a:lnTo>
                  <a:lnTo>
                    <a:pt x="7635580" y="2241876"/>
                  </a:lnTo>
                  <a:lnTo>
                    <a:pt x="7636435" y="2234958"/>
                  </a:lnTo>
                  <a:lnTo>
                    <a:pt x="7637291" y="2207839"/>
                  </a:lnTo>
                  <a:lnTo>
                    <a:pt x="7638146" y="2204291"/>
                  </a:lnTo>
                  <a:lnTo>
                    <a:pt x="7639002" y="2189317"/>
                  </a:lnTo>
                  <a:lnTo>
                    <a:pt x="7639857" y="2158994"/>
                  </a:lnTo>
                  <a:lnTo>
                    <a:pt x="7640713" y="2148793"/>
                  </a:lnTo>
                  <a:lnTo>
                    <a:pt x="7641568" y="2172180"/>
                  </a:lnTo>
                  <a:lnTo>
                    <a:pt x="7642424" y="2199441"/>
                  </a:lnTo>
                  <a:lnTo>
                    <a:pt x="7643280" y="2210190"/>
                  </a:lnTo>
                  <a:lnTo>
                    <a:pt x="7644135" y="2176845"/>
                  </a:lnTo>
                  <a:lnTo>
                    <a:pt x="7644991" y="2165563"/>
                  </a:lnTo>
                  <a:lnTo>
                    <a:pt x="7645846" y="2171880"/>
                  </a:lnTo>
                  <a:lnTo>
                    <a:pt x="7646702" y="2172500"/>
                  </a:lnTo>
                  <a:lnTo>
                    <a:pt x="7647557" y="2146865"/>
                  </a:lnTo>
                  <a:lnTo>
                    <a:pt x="7648413" y="2125898"/>
                  </a:lnTo>
                  <a:lnTo>
                    <a:pt x="7649268" y="2124181"/>
                  </a:lnTo>
                  <a:lnTo>
                    <a:pt x="7650124" y="2125095"/>
                  </a:lnTo>
                  <a:lnTo>
                    <a:pt x="7650979" y="2115264"/>
                  </a:lnTo>
                  <a:lnTo>
                    <a:pt x="7651835" y="2127720"/>
                  </a:lnTo>
                  <a:lnTo>
                    <a:pt x="7652690" y="2106207"/>
                  </a:lnTo>
                  <a:lnTo>
                    <a:pt x="7653546" y="2124863"/>
                  </a:lnTo>
                  <a:lnTo>
                    <a:pt x="7654401" y="2138388"/>
                  </a:lnTo>
                  <a:lnTo>
                    <a:pt x="7655257" y="2010086"/>
                  </a:lnTo>
                  <a:lnTo>
                    <a:pt x="7656112" y="2028502"/>
                  </a:lnTo>
                  <a:lnTo>
                    <a:pt x="7656968" y="1966789"/>
                  </a:lnTo>
                  <a:lnTo>
                    <a:pt x="7657823" y="2036450"/>
                  </a:lnTo>
                  <a:lnTo>
                    <a:pt x="7658679" y="2023730"/>
                  </a:lnTo>
                  <a:lnTo>
                    <a:pt x="7659535" y="2106171"/>
                  </a:lnTo>
                  <a:lnTo>
                    <a:pt x="7660390" y="2100069"/>
                  </a:lnTo>
                  <a:lnTo>
                    <a:pt x="7661246" y="2127485"/>
                  </a:lnTo>
                  <a:lnTo>
                    <a:pt x="7662101" y="2159716"/>
                  </a:lnTo>
                  <a:lnTo>
                    <a:pt x="7662957" y="2172628"/>
                  </a:lnTo>
                  <a:lnTo>
                    <a:pt x="7663812" y="2172924"/>
                  </a:lnTo>
                  <a:lnTo>
                    <a:pt x="7664668" y="2189626"/>
                  </a:lnTo>
                  <a:lnTo>
                    <a:pt x="7665523" y="2207796"/>
                  </a:lnTo>
                  <a:lnTo>
                    <a:pt x="7666379" y="2222814"/>
                  </a:lnTo>
                  <a:lnTo>
                    <a:pt x="7667234" y="2184744"/>
                  </a:lnTo>
                  <a:lnTo>
                    <a:pt x="7668090" y="2197953"/>
                  </a:lnTo>
                  <a:lnTo>
                    <a:pt x="7668945" y="2207861"/>
                  </a:lnTo>
                  <a:lnTo>
                    <a:pt x="7669801" y="2204708"/>
                  </a:lnTo>
                  <a:lnTo>
                    <a:pt x="7670656" y="2214635"/>
                  </a:lnTo>
                  <a:lnTo>
                    <a:pt x="7671512" y="2216044"/>
                  </a:lnTo>
                  <a:lnTo>
                    <a:pt x="7672367" y="2212322"/>
                  </a:lnTo>
                  <a:lnTo>
                    <a:pt x="7673223" y="2227145"/>
                  </a:lnTo>
                  <a:lnTo>
                    <a:pt x="7674079" y="2200004"/>
                  </a:lnTo>
                  <a:lnTo>
                    <a:pt x="7674934" y="2162523"/>
                  </a:lnTo>
                  <a:lnTo>
                    <a:pt x="7675790" y="2166188"/>
                  </a:lnTo>
                  <a:lnTo>
                    <a:pt x="7676645" y="2201023"/>
                  </a:lnTo>
                  <a:lnTo>
                    <a:pt x="7677501" y="2176509"/>
                  </a:lnTo>
                  <a:lnTo>
                    <a:pt x="7678356" y="2192793"/>
                  </a:lnTo>
                  <a:lnTo>
                    <a:pt x="7679212" y="2204661"/>
                  </a:lnTo>
                  <a:lnTo>
                    <a:pt x="7680067" y="2225190"/>
                  </a:lnTo>
                  <a:lnTo>
                    <a:pt x="7680923" y="2247707"/>
                  </a:lnTo>
                  <a:lnTo>
                    <a:pt x="7681778" y="2200874"/>
                  </a:lnTo>
                  <a:lnTo>
                    <a:pt x="7682634" y="2224616"/>
                  </a:lnTo>
                  <a:lnTo>
                    <a:pt x="7683489" y="2252056"/>
                  </a:lnTo>
                  <a:lnTo>
                    <a:pt x="7684345" y="2258915"/>
                  </a:lnTo>
                  <a:lnTo>
                    <a:pt x="7685200" y="2257082"/>
                  </a:lnTo>
                  <a:lnTo>
                    <a:pt x="7686056" y="2214506"/>
                  </a:lnTo>
                  <a:lnTo>
                    <a:pt x="7686911" y="2241198"/>
                  </a:lnTo>
                  <a:lnTo>
                    <a:pt x="7687767" y="2242653"/>
                  </a:lnTo>
                  <a:lnTo>
                    <a:pt x="7688622" y="2204174"/>
                  </a:lnTo>
                  <a:lnTo>
                    <a:pt x="7689478" y="2210224"/>
                  </a:lnTo>
                  <a:lnTo>
                    <a:pt x="7690334" y="2221343"/>
                  </a:lnTo>
                  <a:lnTo>
                    <a:pt x="7691189" y="2238931"/>
                  </a:lnTo>
                  <a:lnTo>
                    <a:pt x="7692045" y="2221005"/>
                  </a:lnTo>
                  <a:lnTo>
                    <a:pt x="7692900" y="2188865"/>
                  </a:lnTo>
                  <a:lnTo>
                    <a:pt x="7693756" y="2177626"/>
                  </a:lnTo>
                  <a:lnTo>
                    <a:pt x="7694611" y="2267616"/>
                  </a:lnTo>
                  <a:lnTo>
                    <a:pt x="7695467" y="2274829"/>
                  </a:lnTo>
                  <a:lnTo>
                    <a:pt x="7696322" y="2245072"/>
                  </a:lnTo>
                  <a:lnTo>
                    <a:pt x="7697178" y="2191838"/>
                  </a:lnTo>
                  <a:lnTo>
                    <a:pt x="7698033" y="2204663"/>
                  </a:lnTo>
                  <a:lnTo>
                    <a:pt x="7698889" y="2209928"/>
                  </a:lnTo>
                  <a:lnTo>
                    <a:pt x="7699744" y="2217550"/>
                  </a:lnTo>
                  <a:lnTo>
                    <a:pt x="7700600" y="2180334"/>
                  </a:lnTo>
                  <a:lnTo>
                    <a:pt x="7701455" y="2144798"/>
                  </a:lnTo>
                  <a:lnTo>
                    <a:pt x="7702311" y="2133062"/>
                  </a:lnTo>
                  <a:lnTo>
                    <a:pt x="7703166" y="2135424"/>
                  </a:lnTo>
                  <a:lnTo>
                    <a:pt x="7704022" y="2137872"/>
                  </a:lnTo>
                  <a:lnTo>
                    <a:pt x="7704877" y="2117759"/>
                  </a:lnTo>
                  <a:lnTo>
                    <a:pt x="7705733" y="2005349"/>
                  </a:lnTo>
                  <a:lnTo>
                    <a:pt x="7706589" y="1960337"/>
                  </a:lnTo>
                  <a:lnTo>
                    <a:pt x="7707444" y="2006438"/>
                  </a:lnTo>
                  <a:lnTo>
                    <a:pt x="7708300" y="2009955"/>
                  </a:lnTo>
                  <a:lnTo>
                    <a:pt x="7709155" y="1994405"/>
                  </a:lnTo>
                  <a:lnTo>
                    <a:pt x="7710011" y="2072902"/>
                  </a:lnTo>
                  <a:lnTo>
                    <a:pt x="7710866" y="2071628"/>
                  </a:lnTo>
                  <a:lnTo>
                    <a:pt x="7711722" y="2099490"/>
                  </a:lnTo>
                  <a:lnTo>
                    <a:pt x="7712577" y="2060787"/>
                  </a:lnTo>
                  <a:lnTo>
                    <a:pt x="7713433" y="2077223"/>
                  </a:lnTo>
                  <a:lnTo>
                    <a:pt x="7714288" y="2080161"/>
                  </a:lnTo>
                  <a:lnTo>
                    <a:pt x="7715144" y="2036416"/>
                  </a:lnTo>
                  <a:lnTo>
                    <a:pt x="7715999" y="2041613"/>
                  </a:lnTo>
                  <a:lnTo>
                    <a:pt x="7716855" y="2062480"/>
                  </a:lnTo>
                  <a:lnTo>
                    <a:pt x="7717710" y="2077565"/>
                  </a:lnTo>
                  <a:lnTo>
                    <a:pt x="7718566" y="2050505"/>
                  </a:lnTo>
                  <a:lnTo>
                    <a:pt x="7719421" y="2088028"/>
                  </a:lnTo>
                  <a:lnTo>
                    <a:pt x="7720277" y="2105454"/>
                  </a:lnTo>
                  <a:lnTo>
                    <a:pt x="7721133" y="2091265"/>
                  </a:lnTo>
                  <a:lnTo>
                    <a:pt x="7721988" y="2123655"/>
                  </a:lnTo>
                  <a:lnTo>
                    <a:pt x="7722844" y="2137501"/>
                  </a:lnTo>
                  <a:lnTo>
                    <a:pt x="7723699" y="2181514"/>
                  </a:lnTo>
                  <a:lnTo>
                    <a:pt x="7724555" y="2179406"/>
                  </a:lnTo>
                  <a:lnTo>
                    <a:pt x="7725410" y="2208208"/>
                  </a:lnTo>
                  <a:lnTo>
                    <a:pt x="7726266" y="2204609"/>
                  </a:lnTo>
                  <a:lnTo>
                    <a:pt x="7727121" y="2184697"/>
                  </a:lnTo>
                  <a:lnTo>
                    <a:pt x="7727977" y="2176651"/>
                  </a:lnTo>
                  <a:lnTo>
                    <a:pt x="7728832" y="2131430"/>
                  </a:lnTo>
                  <a:lnTo>
                    <a:pt x="7729688" y="2162284"/>
                  </a:lnTo>
                  <a:lnTo>
                    <a:pt x="7730543" y="2155188"/>
                  </a:lnTo>
                  <a:lnTo>
                    <a:pt x="7731399" y="2157642"/>
                  </a:lnTo>
                  <a:lnTo>
                    <a:pt x="7732254" y="2187766"/>
                  </a:lnTo>
                  <a:lnTo>
                    <a:pt x="7733110" y="2165789"/>
                  </a:lnTo>
                  <a:lnTo>
                    <a:pt x="7733965" y="2104690"/>
                  </a:lnTo>
                  <a:lnTo>
                    <a:pt x="7734821" y="2120589"/>
                  </a:lnTo>
                  <a:lnTo>
                    <a:pt x="7735676" y="2138429"/>
                  </a:lnTo>
                  <a:lnTo>
                    <a:pt x="7736532" y="2126782"/>
                  </a:lnTo>
                  <a:lnTo>
                    <a:pt x="7737388" y="2094022"/>
                  </a:lnTo>
                  <a:lnTo>
                    <a:pt x="7738243" y="2138917"/>
                  </a:lnTo>
                  <a:lnTo>
                    <a:pt x="7739099" y="2111404"/>
                  </a:lnTo>
                  <a:lnTo>
                    <a:pt x="7739954" y="2164975"/>
                  </a:lnTo>
                  <a:lnTo>
                    <a:pt x="7740810" y="2135189"/>
                  </a:lnTo>
                  <a:lnTo>
                    <a:pt x="7741665" y="2104693"/>
                  </a:lnTo>
                  <a:lnTo>
                    <a:pt x="7742521" y="2024087"/>
                  </a:lnTo>
                  <a:lnTo>
                    <a:pt x="7743376" y="2045004"/>
                  </a:lnTo>
                  <a:lnTo>
                    <a:pt x="7744232" y="2080033"/>
                  </a:lnTo>
                  <a:lnTo>
                    <a:pt x="7745087" y="2097226"/>
                  </a:lnTo>
                  <a:lnTo>
                    <a:pt x="7745943" y="2140343"/>
                  </a:lnTo>
                  <a:lnTo>
                    <a:pt x="7746798" y="2162738"/>
                  </a:lnTo>
                  <a:lnTo>
                    <a:pt x="7747654" y="2098369"/>
                  </a:lnTo>
                  <a:lnTo>
                    <a:pt x="7748509" y="2006381"/>
                  </a:lnTo>
                  <a:lnTo>
                    <a:pt x="7749365" y="2082762"/>
                  </a:lnTo>
                  <a:lnTo>
                    <a:pt x="7750220" y="2127152"/>
                  </a:lnTo>
                  <a:lnTo>
                    <a:pt x="7751076" y="2162939"/>
                  </a:lnTo>
                  <a:lnTo>
                    <a:pt x="7751931" y="2126201"/>
                  </a:lnTo>
                  <a:lnTo>
                    <a:pt x="7752787" y="2128437"/>
                  </a:lnTo>
                  <a:lnTo>
                    <a:pt x="7753643" y="2157553"/>
                  </a:lnTo>
                  <a:lnTo>
                    <a:pt x="7754498" y="2113942"/>
                  </a:lnTo>
                  <a:lnTo>
                    <a:pt x="7755354" y="2071705"/>
                  </a:lnTo>
                  <a:lnTo>
                    <a:pt x="7756209" y="2049536"/>
                  </a:lnTo>
                  <a:lnTo>
                    <a:pt x="7757065" y="1970663"/>
                  </a:lnTo>
                  <a:lnTo>
                    <a:pt x="7757920" y="1932538"/>
                  </a:lnTo>
                  <a:lnTo>
                    <a:pt x="7758776" y="1926672"/>
                  </a:lnTo>
                  <a:lnTo>
                    <a:pt x="7759631" y="1917471"/>
                  </a:lnTo>
                  <a:lnTo>
                    <a:pt x="7760487" y="1976574"/>
                  </a:lnTo>
                  <a:lnTo>
                    <a:pt x="7761342" y="1988257"/>
                  </a:lnTo>
                  <a:lnTo>
                    <a:pt x="7762198" y="1930257"/>
                  </a:lnTo>
                  <a:lnTo>
                    <a:pt x="7763053" y="1885332"/>
                  </a:lnTo>
                  <a:lnTo>
                    <a:pt x="7763909" y="1897917"/>
                  </a:lnTo>
                  <a:lnTo>
                    <a:pt x="7764764" y="1908047"/>
                  </a:lnTo>
                  <a:lnTo>
                    <a:pt x="7765620" y="1922044"/>
                  </a:lnTo>
                  <a:lnTo>
                    <a:pt x="7766475" y="1972546"/>
                  </a:lnTo>
                  <a:lnTo>
                    <a:pt x="7767331" y="2013133"/>
                  </a:lnTo>
                  <a:lnTo>
                    <a:pt x="7768186" y="2063428"/>
                  </a:lnTo>
                  <a:lnTo>
                    <a:pt x="7769042" y="2097982"/>
                  </a:lnTo>
                  <a:lnTo>
                    <a:pt x="7769898" y="2126764"/>
                  </a:lnTo>
                  <a:lnTo>
                    <a:pt x="7770753" y="2182963"/>
                  </a:lnTo>
                  <a:lnTo>
                    <a:pt x="7771609" y="2162106"/>
                  </a:lnTo>
                  <a:lnTo>
                    <a:pt x="7772464" y="2179176"/>
                  </a:lnTo>
                  <a:lnTo>
                    <a:pt x="7773320" y="2183588"/>
                  </a:lnTo>
                  <a:lnTo>
                    <a:pt x="7774175" y="2154084"/>
                  </a:lnTo>
                  <a:lnTo>
                    <a:pt x="7775031" y="2116495"/>
                  </a:lnTo>
                  <a:lnTo>
                    <a:pt x="7775886" y="2064962"/>
                  </a:lnTo>
                  <a:lnTo>
                    <a:pt x="7776742" y="2101597"/>
                  </a:lnTo>
                  <a:lnTo>
                    <a:pt x="7777597" y="2158994"/>
                  </a:lnTo>
                  <a:lnTo>
                    <a:pt x="7778453" y="2135794"/>
                  </a:lnTo>
                  <a:lnTo>
                    <a:pt x="7779308" y="2068006"/>
                  </a:lnTo>
                  <a:lnTo>
                    <a:pt x="7780164" y="2031557"/>
                  </a:lnTo>
                  <a:lnTo>
                    <a:pt x="7781019" y="2129012"/>
                  </a:lnTo>
                  <a:lnTo>
                    <a:pt x="7781875" y="2178839"/>
                  </a:lnTo>
                  <a:lnTo>
                    <a:pt x="7782730" y="2157790"/>
                  </a:lnTo>
                  <a:lnTo>
                    <a:pt x="7783586" y="2163402"/>
                  </a:lnTo>
                  <a:lnTo>
                    <a:pt x="7784442" y="2246018"/>
                  </a:lnTo>
                  <a:lnTo>
                    <a:pt x="7785297" y="2249480"/>
                  </a:lnTo>
                  <a:lnTo>
                    <a:pt x="7786153" y="2234137"/>
                  </a:lnTo>
                  <a:lnTo>
                    <a:pt x="7787008" y="2174559"/>
                  </a:lnTo>
                  <a:lnTo>
                    <a:pt x="7787864" y="2149328"/>
                  </a:lnTo>
                  <a:lnTo>
                    <a:pt x="7788719" y="2111738"/>
                  </a:lnTo>
                  <a:lnTo>
                    <a:pt x="7789575" y="2111620"/>
                  </a:lnTo>
                  <a:lnTo>
                    <a:pt x="7790430" y="2049086"/>
                  </a:lnTo>
                  <a:lnTo>
                    <a:pt x="7791286" y="2021917"/>
                  </a:lnTo>
                  <a:lnTo>
                    <a:pt x="7792141" y="2014845"/>
                  </a:lnTo>
                  <a:lnTo>
                    <a:pt x="7792997" y="2059699"/>
                  </a:lnTo>
                  <a:lnTo>
                    <a:pt x="7793852" y="2002550"/>
                  </a:lnTo>
                  <a:lnTo>
                    <a:pt x="7794708" y="1947855"/>
                  </a:lnTo>
                  <a:lnTo>
                    <a:pt x="7795563" y="1989073"/>
                  </a:lnTo>
                  <a:lnTo>
                    <a:pt x="7796419" y="2031067"/>
                  </a:lnTo>
                  <a:lnTo>
                    <a:pt x="7797274" y="2102445"/>
                  </a:lnTo>
                  <a:lnTo>
                    <a:pt x="7798130" y="2120233"/>
                  </a:lnTo>
                  <a:lnTo>
                    <a:pt x="7798985" y="2100953"/>
                  </a:lnTo>
                  <a:lnTo>
                    <a:pt x="7799841" y="2065590"/>
                  </a:lnTo>
                  <a:lnTo>
                    <a:pt x="7800697" y="1987595"/>
                  </a:lnTo>
                  <a:lnTo>
                    <a:pt x="7801552" y="1969338"/>
                  </a:lnTo>
                  <a:lnTo>
                    <a:pt x="7802408" y="2010270"/>
                  </a:lnTo>
                  <a:lnTo>
                    <a:pt x="7803263" y="2006277"/>
                  </a:lnTo>
                  <a:lnTo>
                    <a:pt x="7804119" y="1998539"/>
                  </a:lnTo>
                  <a:lnTo>
                    <a:pt x="7804974" y="1998317"/>
                  </a:lnTo>
                  <a:lnTo>
                    <a:pt x="7805830" y="2112517"/>
                  </a:lnTo>
                  <a:lnTo>
                    <a:pt x="7806685" y="2153512"/>
                  </a:lnTo>
                  <a:lnTo>
                    <a:pt x="7807541" y="2153324"/>
                  </a:lnTo>
                  <a:lnTo>
                    <a:pt x="7808396" y="2122624"/>
                  </a:lnTo>
                  <a:lnTo>
                    <a:pt x="7809252" y="2101115"/>
                  </a:lnTo>
                  <a:lnTo>
                    <a:pt x="7810107" y="2100498"/>
                  </a:lnTo>
                  <a:lnTo>
                    <a:pt x="7810963" y="2083317"/>
                  </a:lnTo>
                  <a:lnTo>
                    <a:pt x="7811818" y="2043894"/>
                  </a:lnTo>
                  <a:lnTo>
                    <a:pt x="7812674" y="2012789"/>
                  </a:lnTo>
                  <a:lnTo>
                    <a:pt x="7813529" y="2000710"/>
                  </a:lnTo>
                  <a:lnTo>
                    <a:pt x="7814385" y="2086671"/>
                  </a:lnTo>
                  <a:lnTo>
                    <a:pt x="7815240" y="2016617"/>
                  </a:lnTo>
                  <a:lnTo>
                    <a:pt x="7816096" y="1936762"/>
                  </a:lnTo>
                  <a:lnTo>
                    <a:pt x="7816952" y="1926863"/>
                  </a:lnTo>
                  <a:lnTo>
                    <a:pt x="7817807" y="1933942"/>
                  </a:lnTo>
                  <a:lnTo>
                    <a:pt x="7818663" y="1960211"/>
                  </a:lnTo>
                  <a:lnTo>
                    <a:pt x="7819518" y="1966421"/>
                  </a:lnTo>
                  <a:lnTo>
                    <a:pt x="7820374" y="1888942"/>
                  </a:lnTo>
                  <a:lnTo>
                    <a:pt x="7821229" y="1919893"/>
                  </a:lnTo>
                  <a:lnTo>
                    <a:pt x="7822085" y="1924789"/>
                  </a:lnTo>
                  <a:lnTo>
                    <a:pt x="7822940" y="2001218"/>
                  </a:lnTo>
                  <a:lnTo>
                    <a:pt x="7823796" y="2037017"/>
                  </a:lnTo>
                  <a:lnTo>
                    <a:pt x="7824651" y="1996225"/>
                  </a:lnTo>
                  <a:lnTo>
                    <a:pt x="7825507" y="2046356"/>
                  </a:lnTo>
                  <a:lnTo>
                    <a:pt x="7826362" y="2010928"/>
                  </a:lnTo>
                  <a:lnTo>
                    <a:pt x="7827218" y="1934652"/>
                  </a:lnTo>
                  <a:lnTo>
                    <a:pt x="7828073" y="1860106"/>
                  </a:lnTo>
                  <a:lnTo>
                    <a:pt x="7828929" y="1908679"/>
                  </a:lnTo>
                  <a:lnTo>
                    <a:pt x="7829784" y="1887003"/>
                  </a:lnTo>
                  <a:lnTo>
                    <a:pt x="7830640" y="1887927"/>
                  </a:lnTo>
                  <a:lnTo>
                    <a:pt x="7831496" y="1801538"/>
                  </a:lnTo>
                  <a:lnTo>
                    <a:pt x="7832351" y="1906541"/>
                  </a:lnTo>
                  <a:lnTo>
                    <a:pt x="7833207" y="1913572"/>
                  </a:lnTo>
                  <a:lnTo>
                    <a:pt x="7834062" y="1805677"/>
                  </a:lnTo>
                  <a:lnTo>
                    <a:pt x="7834918" y="1817015"/>
                  </a:lnTo>
                  <a:lnTo>
                    <a:pt x="7835773" y="1970813"/>
                  </a:lnTo>
                  <a:lnTo>
                    <a:pt x="7836629" y="1994376"/>
                  </a:lnTo>
                  <a:lnTo>
                    <a:pt x="7837484" y="2031176"/>
                  </a:lnTo>
                  <a:lnTo>
                    <a:pt x="7838340" y="1978477"/>
                  </a:lnTo>
                  <a:lnTo>
                    <a:pt x="7839195" y="1921776"/>
                  </a:lnTo>
                  <a:lnTo>
                    <a:pt x="7840051" y="1937955"/>
                  </a:lnTo>
                  <a:lnTo>
                    <a:pt x="7840906" y="1846259"/>
                  </a:lnTo>
                  <a:lnTo>
                    <a:pt x="7841762" y="1729458"/>
                  </a:lnTo>
                  <a:lnTo>
                    <a:pt x="7842617" y="1660878"/>
                  </a:lnTo>
                  <a:lnTo>
                    <a:pt x="7843473" y="1721134"/>
                  </a:lnTo>
                  <a:lnTo>
                    <a:pt x="7844328" y="1704179"/>
                  </a:lnTo>
                  <a:lnTo>
                    <a:pt x="7845184" y="1577192"/>
                  </a:lnTo>
                  <a:lnTo>
                    <a:pt x="7846039" y="1549389"/>
                  </a:lnTo>
                  <a:lnTo>
                    <a:pt x="7846895" y="1503528"/>
                  </a:lnTo>
                  <a:lnTo>
                    <a:pt x="7847751" y="1559868"/>
                  </a:lnTo>
                  <a:lnTo>
                    <a:pt x="7848606" y="1549893"/>
                  </a:lnTo>
                  <a:lnTo>
                    <a:pt x="7849462" y="1617000"/>
                  </a:lnTo>
                  <a:lnTo>
                    <a:pt x="7850317" y="1622474"/>
                  </a:lnTo>
                  <a:lnTo>
                    <a:pt x="7851173" y="1684485"/>
                  </a:lnTo>
                  <a:lnTo>
                    <a:pt x="7852028" y="1707249"/>
                  </a:lnTo>
                  <a:lnTo>
                    <a:pt x="7852884" y="1689333"/>
                  </a:lnTo>
                  <a:lnTo>
                    <a:pt x="7853739" y="1711725"/>
                  </a:lnTo>
                  <a:lnTo>
                    <a:pt x="7854595" y="1699025"/>
                  </a:lnTo>
                  <a:lnTo>
                    <a:pt x="7855450" y="1655714"/>
                  </a:lnTo>
                  <a:lnTo>
                    <a:pt x="7856306" y="1536119"/>
                  </a:lnTo>
                  <a:lnTo>
                    <a:pt x="7857161" y="1508561"/>
                  </a:lnTo>
                  <a:lnTo>
                    <a:pt x="7858017" y="1461572"/>
                  </a:lnTo>
                  <a:lnTo>
                    <a:pt x="7858872" y="1399505"/>
                  </a:lnTo>
                  <a:lnTo>
                    <a:pt x="7859728" y="1308440"/>
                  </a:lnTo>
                  <a:lnTo>
                    <a:pt x="7860583" y="1387836"/>
                  </a:lnTo>
                  <a:lnTo>
                    <a:pt x="7861439" y="1306230"/>
                  </a:lnTo>
                  <a:lnTo>
                    <a:pt x="7862294" y="1219098"/>
                  </a:lnTo>
                  <a:lnTo>
                    <a:pt x="7863150" y="1168449"/>
                  </a:lnTo>
                  <a:lnTo>
                    <a:pt x="7864006" y="1036846"/>
                  </a:lnTo>
                  <a:lnTo>
                    <a:pt x="7864861" y="1012445"/>
                  </a:lnTo>
                  <a:lnTo>
                    <a:pt x="7865717" y="1110047"/>
                  </a:lnTo>
                  <a:lnTo>
                    <a:pt x="7866572" y="1075645"/>
                  </a:lnTo>
                  <a:lnTo>
                    <a:pt x="7867428" y="1204592"/>
                  </a:lnTo>
                  <a:lnTo>
                    <a:pt x="7868283" y="1273397"/>
                  </a:lnTo>
                  <a:lnTo>
                    <a:pt x="7869139" y="1286777"/>
                  </a:lnTo>
                  <a:lnTo>
                    <a:pt x="7869994" y="1283875"/>
                  </a:lnTo>
                  <a:lnTo>
                    <a:pt x="7870850" y="1252698"/>
                  </a:lnTo>
                  <a:lnTo>
                    <a:pt x="7871705" y="1243266"/>
                  </a:lnTo>
                  <a:lnTo>
                    <a:pt x="7872561" y="1201314"/>
                  </a:lnTo>
                  <a:lnTo>
                    <a:pt x="7873416" y="1223137"/>
                  </a:lnTo>
                  <a:lnTo>
                    <a:pt x="7874272" y="1113172"/>
                  </a:lnTo>
                  <a:lnTo>
                    <a:pt x="7875127" y="1010089"/>
                  </a:lnTo>
                  <a:lnTo>
                    <a:pt x="7875983" y="1044498"/>
                  </a:lnTo>
                  <a:lnTo>
                    <a:pt x="7876838" y="1006490"/>
                  </a:lnTo>
                  <a:lnTo>
                    <a:pt x="7877694" y="1057520"/>
                  </a:lnTo>
                  <a:lnTo>
                    <a:pt x="7878550" y="1050798"/>
                  </a:lnTo>
                  <a:lnTo>
                    <a:pt x="7879405" y="1118628"/>
                  </a:lnTo>
                  <a:lnTo>
                    <a:pt x="7880261" y="1154382"/>
                  </a:lnTo>
                  <a:lnTo>
                    <a:pt x="7881116" y="1135575"/>
                  </a:lnTo>
                  <a:lnTo>
                    <a:pt x="7881972" y="1218202"/>
                  </a:lnTo>
                  <a:lnTo>
                    <a:pt x="7882827" y="1252891"/>
                  </a:lnTo>
                  <a:lnTo>
                    <a:pt x="7883683" y="1248249"/>
                  </a:lnTo>
                  <a:lnTo>
                    <a:pt x="7884538" y="1343415"/>
                  </a:lnTo>
                  <a:lnTo>
                    <a:pt x="7885394" y="1494505"/>
                  </a:lnTo>
                  <a:lnTo>
                    <a:pt x="7886249" y="1569964"/>
                  </a:lnTo>
                  <a:lnTo>
                    <a:pt x="7887105" y="1653096"/>
                  </a:lnTo>
                  <a:lnTo>
                    <a:pt x="7887960" y="1609168"/>
                  </a:lnTo>
                  <a:lnTo>
                    <a:pt x="7888816" y="1635803"/>
                  </a:lnTo>
                  <a:lnTo>
                    <a:pt x="7889671" y="1684167"/>
                  </a:lnTo>
                  <a:lnTo>
                    <a:pt x="7890527" y="1626224"/>
                  </a:lnTo>
                  <a:lnTo>
                    <a:pt x="7891382" y="1661760"/>
                  </a:lnTo>
                  <a:lnTo>
                    <a:pt x="7892238" y="1653077"/>
                  </a:lnTo>
                  <a:lnTo>
                    <a:pt x="7893093" y="1583099"/>
                  </a:lnTo>
                  <a:lnTo>
                    <a:pt x="7893949" y="1574917"/>
                  </a:lnTo>
                  <a:lnTo>
                    <a:pt x="7894805" y="1570505"/>
                  </a:lnTo>
                  <a:lnTo>
                    <a:pt x="7895660" y="1572427"/>
                  </a:lnTo>
                  <a:lnTo>
                    <a:pt x="7896516" y="1591418"/>
                  </a:lnTo>
                  <a:lnTo>
                    <a:pt x="7897371" y="1636942"/>
                  </a:lnTo>
                  <a:lnTo>
                    <a:pt x="7898227" y="1717939"/>
                  </a:lnTo>
                  <a:lnTo>
                    <a:pt x="7899082" y="1808813"/>
                  </a:lnTo>
                  <a:lnTo>
                    <a:pt x="7899938" y="1810637"/>
                  </a:lnTo>
                  <a:lnTo>
                    <a:pt x="7900793" y="1812854"/>
                  </a:lnTo>
                  <a:lnTo>
                    <a:pt x="7901649" y="1889512"/>
                  </a:lnTo>
                  <a:lnTo>
                    <a:pt x="7902504" y="2025970"/>
                  </a:lnTo>
                  <a:lnTo>
                    <a:pt x="7903360" y="2021329"/>
                  </a:lnTo>
                  <a:lnTo>
                    <a:pt x="7904215" y="2007717"/>
                  </a:lnTo>
                  <a:lnTo>
                    <a:pt x="7905071" y="1997194"/>
                  </a:lnTo>
                  <a:lnTo>
                    <a:pt x="7905926" y="1943547"/>
                  </a:lnTo>
                  <a:lnTo>
                    <a:pt x="7906782" y="1910818"/>
                  </a:lnTo>
                  <a:lnTo>
                    <a:pt x="7907637" y="1902998"/>
                  </a:lnTo>
                  <a:lnTo>
                    <a:pt x="7908493" y="1883329"/>
                  </a:lnTo>
                  <a:lnTo>
                    <a:pt x="7909348" y="1902588"/>
                  </a:lnTo>
                  <a:lnTo>
                    <a:pt x="7910204" y="1939375"/>
                  </a:lnTo>
                  <a:lnTo>
                    <a:pt x="7911060" y="1889832"/>
                  </a:lnTo>
                  <a:lnTo>
                    <a:pt x="7911915" y="1921810"/>
                  </a:lnTo>
                  <a:lnTo>
                    <a:pt x="7912771" y="1888755"/>
                  </a:lnTo>
                  <a:lnTo>
                    <a:pt x="7913626" y="1961900"/>
                  </a:lnTo>
                  <a:lnTo>
                    <a:pt x="7914482" y="1974691"/>
                  </a:lnTo>
                  <a:lnTo>
                    <a:pt x="7915337" y="1910565"/>
                  </a:lnTo>
                  <a:lnTo>
                    <a:pt x="7916193" y="1960388"/>
                  </a:lnTo>
                  <a:lnTo>
                    <a:pt x="7917048" y="1956924"/>
                  </a:lnTo>
                  <a:lnTo>
                    <a:pt x="7917904" y="1984177"/>
                  </a:lnTo>
                  <a:lnTo>
                    <a:pt x="7918759" y="2002300"/>
                  </a:lnTo>
                  <a:lnTo>
                    <a:pt x="7919615" y="1962063"/>
                  </a:lnTo>
                  <a:lnTo>
                    <a:pt x="7920470" y="1984003"/>
                  </a:lnTo>
                  <a:lnTo>
                    <a:pt x="7921326" y="1961427"/>
                  </a:lnTo>
                  <a:lnTo>
                    <a:pt x="7922181" y="1960723"/>
                  </a:lnTo>
                  <a:lnTo>
                    <a:pt x="7923037" y="2001838"/>
                  </a:lnTo>
                  <a:lnTo>
                    <a:pt x="7923892" y="2062972"/>
                  </a:lnTo>
                  <a:lnTo>
                    <a:pt x="7924748" y="2105958"/>
                  </a:lnTo>
                  <a:lnTo>
                    <a:pt x="7925604" y="2139469"/>
                  </a:lnTo>
                  <a:lnTo>
                    <a:pt x="7926459" y="2091994"/>
                  </a:lnTo>
                  <a:lnTo>
                    <a:pt x="7927315" y="2180169"/>
                  </a:lnTo>
                  <a:lnTo>
                    <a:pt x="7928170" y="2205907"/>
                  </a:lnTo>
                  <a:lnTo>
                    <a:pt x="7929026" y="2159296"/>
                  </a:lnTo>
                  <a:lnTo>
                    <a:pt x="7929881" y="2099213"/>
                  </a:lnTo>
                  <a:lnTo>
                    <a:pt x="7930737" y="2088417"/>
                  </a:lnTo>
                  <a:lnTo>
                    <a:pt x="7931592" y="2143464"/>
                  </a:lnTo>
                  <a:lnTo>
                    <a:pt x="7932448" y="2144095"/>
                  </a:lnTo>
                  <a:lnTo>
                    <a:pt x="7933303" y="2140427"/>
                  </a:lnTo>
                  <a:lnTo>
                    <a:pt x="7934159" y="2107270"/>
                  </a:lnTo>
                  <a:lnTo>
                    <a:pt x="7935014" y="2113572"/>
                  </a:lnTo>
                  <a:lnTo>
                    <a:pt x="7935870" y="2048036"/>
                  </a:lnTo>
                  <a:lnTo>
                    <a:pt x="7936725" y="1987139"/>
                  </a:lnTo>
                  <a:lnTo>
                    <a:pt x="7937581" y="2014736"/>
                  </a:lnTo>
                  <a:lnTo>
                    <a:pt x="7938436" y="2080589"/>
                  </a:lnTo>
                  <a:lnTo>
                    <a:pt x="7939292" y="2087713"/>
                  </a:lnTo>
                  <a:lnTo>
                    <a:pt x="7940147" y="2087776"/>
                  </a:lnTo>
                  <a:lnTo>
                    <a:pt x="7941003" y="2163192"/>
                  </a:lnTo>
                  <a:lnTo>
                    <a:pt x="7941859" y="2189966"/>
                  </a:lnTo>
                  <a:lnTo>
                    <a:pt x="7942714" y="2190817"/>
                  </a:lnTo>
                  <a:lnTo>
                    <a:pt x="7943570" y="2187916"/>
                  </a:lnTo>
                  <a:lnTo>
                    <a:pt x="7944425" y="2250743"/>
                  </a:lnTo>
                  <a:lnTo>
                    <a:pt x="7945281" y="2271223"/>
                  </a:lnTo>
                  <a:lnTo>
                    <a:pt x="7946136" y="2278200"/>
                  </a:lnTo>
                  <a:lnTo>
                    <a:pt x="7946136" y="2278200"/>
                  </a:lnTo>
                  <a:lnTo>
                    <a:pt x="7946992" y="2239934"/>
                  </a:lnTo>
                  <a:lnTo>
                    <a:pt x="7947847" y="2235634"/>
                  </a:lnTo>
                  <a:lnTo>
                    <a:pt x="7948703" y="2224089"/>
                  </a:lnTo>
                  <a:lnTo>
                    <a:pt x="7949558" y="2188318"/>
                  </a:lnTo>
                  <a:lnTo>
                    <a:pt x="7950414" y="2081628"/>
                  </a:lnTo>
                  <a:lnTo>
                    <a:pt x="7951269" y="2120573"/>
                  </a:lnTo>
                  <a:lnTo>
                    <a:pt x="7952125" y="2152661"/>
                  </a:lnTo>
                  <a:lnTo>
                    <a:pt x="7952980" y="2143288"/>
                  </a:lnTo>
                  <a:lnTo>
                    <a:pt x="7953836" y="2140156"/>
                  </a:lnTo>
                  <a:lnTo>
                    <a:pt x="7954691" y="2113140"/>
                  </a:lnTo>
                  <a:lnTo>
                    <a:pt x="7955547" y="2128674"/>
                  </a:lnTo>
                  <a:lnTo>
                    <a:pt x="7956402" y="2175347"/>
                  </a:lnTo>
                  <a:lnTo>
                    <a:pt x="7957258" y="2181827"/>
                  </a:lnTo>
                  <a:lnTo>
                    <a:pt x="7958114" y="2166470"/>
                  </a:lnTo>
                  <a:lnTo>
                    <a:pt x="7958969" y="2112299"/>
                  </a:lnTo>
                  <a:lnTo>
                    <a:pt x="7959825" y="2167622"/>
                  </a:lnTo>
                  <a:lnTo>
                    <a:pt x="7960680" y="2177604"/>
                  </a:lnTo>
                  <a:lnTo>
                    <a:pt x="7961536" y="2187190"/>
                  </a:lnTo>
                  <a:lnTo>
                    <a:pt x="7962391" y="2186902"/>
                  </a:lnTo>
                  <a:lnTo>
                    <a:pt x="7963247" y="2153482"/>
                  </a:lnTo>
                  <a:lnTo>
                    <a:pt x="7964102" y="2146769"/>
                  </a:lnTo>
                  <a:lnTo>
                    <a:pt x="7964958" y="2149871"/>
                  </a:lnTo>
                  <a:lnTo>
                    <a:pt x="7965813" y="2156161"/>
                  </a:lnTo>
                  <a:lnTo>
                    <a:pt x="7966669" y="2139823"/>
                  </a:lnTo>
                  <a:lnTo>
                    <a:pt x="7967524" y="2075259"/>
                  </a:lnTo>
                  <a:lnTo>
                    <a:pt x="7968380" y="2076501"/>
                  </a:lnTo>
                  <a:lnTo>
                    <a:pt x="7969235" y="1974875"/>
                  </a:lnTo>
                  <a:lnTo>
                    <a:pt x="7970091" y="1955542"/>
                  </a:lnTo>
                  <a:lnTo>
                    <a:pt x="7970946" y="1939611"/>
                  </a:lnTo>
                  <a:lnTo>
                    <a:pt x="7971802" y="1886003"/>
                  </a:lnTo>
                  <a:lnTo>
                    <a:pt x="7972658" y="1933260"/>
                  </a:lnTo>
                  <a:lnTo>
                    <a:pt x="7973513" y="1937694"/>
                  </a:lnTo>
                  <a:lnTo>
                    <a:pt x="7974369" y="1961089"/>
                  </a:lnTo>
                  <a:lnTo>
                    <a:pt x="7975224" y="1992680"/>
                  </a:lnTo>
                  <a:lnTo>
                    <a:pt x="7976080" y="2066481"/>
                  </a:lnTo>
                  <a:lnTo>
                    <a:pt x="7976935" y="2092020"/>
                  </a:lnTo>
                  <a:lnTo>
                    <a:pt x="7977791" y="2100128"/>
                  </a:lnTo>
                  <a:lnTo>
                    <a:pt x="7978646" y="2129948"/>
                  </a:lnTo>
                  <a:lnTo>
                    <a:pt x="7979502" y="2171242"/>
                  </a:lnTo>
                  <a:lnTo>
                    <a:pt x="7980357" y="2196026"/>
                  </a:lnTo>
                  <a:lnTo>
                    <a:pt x="7981213" y="2167628"/>
                  </a:lnTo>
                  <a:lnTo>
                    <a:pt x="7982068" y="2168199"/>
                  </a:lnTo>
                  <a:lnTo>
                    <a:pt x="7982924" y="2151842"/>
                  </a:lnTo>
                  <a:lnTo>
                    <a:pt x="7983779" y="2061588"/>
                  </a:lnTo>
                  <a:lnTo>
                    <a:pt x="7984635" y="2017468"/>
                  </a:lnTo>
                  <a:lnTo>
                    <a:pt x="7985490" y="1992732"/>
                  </a:lnTo>
                  <a:lnTo>
                    <a:pt x="7986346" y="2009950"/>
                  </a:lnTo>
                  <a:lnTo>
                    <a:pt x="7987201" y="1996869"/>
                  </a:lnTo>
                  <a:lnTo>
                    <a:pt x="7988057" y="1952430"/>
                  </a:lnTo>
                  <a:lnTo>
                    <a:pt x="7988913" y="1927854"/>
                  </a:lnTo>
                  <a:lnTo>
                    <a:pt x="7989768" y="1928521"/>
                  </a:lnTo>
                  <a:lnTo>
                    <a:pt x="7990624" y="1961292"/>
                  </a:lnTo>
                  <a:lnTo>
                    <a:pt x="7991479" y="1918866"/>
                  </a:lnTo>
                  <a:lnTo>
                    <a:pt x="7992335" y="1921448"/>
                  </a:lnTo>
                  <a:lnTo>
                    <a:pt x="7993190" y="1934146"/>
                  </a:lnTo>
                  <a:lnTo>
                    <a:pt x="7994046" y="2057762"/>
                  </a:lnTo>
                  <a:lnTo>
                    <a:pt x="7994901" y="2061098"/>
                  </a:lnTo>
                  <a:lnTo>
                    <a:pt x="7995757" y="2045436"/>
                  </a:lnTo>
                  <a:lnTo>
                    <a:pt x="7996612" y="1987667"/>
                  </a:lnTo>
                  <a:lnTo>
                    <a:pt x="7997468" y="2088511"/>
                  </a:lnTo>
                  <a:lnTo>
                    <a:pt x="7998323" y="2094162"/>
                  </a:lnTo>
                  <a:lnTo>
                    <a:pt x="7999179" y="2108816"/>
                  </a:lnTo>
                  <a:lnTo>
                    <a:pt x="8000034" y="2089696"/>
                  </a:lnTo>
                  <a:lnTo>
                    <a:pt x="8000890" y="2079069"/>
                  </a:lnTo>
                  <a:lnTo>
                    <a:pt x="8001745" y="1948799"/>
                  </a:lnTo>
                  <a:lnTo>
                    <a:pt x="8002601" y="1925937"/>
                  </a:lnTo>
                  <a:lnTo>
                    <a:pt x="8003456" y="1914814"/>
                  </a:lnTo>
                  <a:lnTo>
                    <a:pt x="8004312" y="1918680"/>
                  </a:lnTo>
                  <a:lnTo>
                    <a:pt x="8005168" y="1913269"/>
                  </a:lnTo>
                  <a:lnTo>
                    <a:pt x="8006023" y="1947937"/>
                  </a:lnTo>
                  <a:lnTo>
                    <a:pt x="8006879" y="1979674"/>
                  </a:lnTo>
                  <a:lnTo>
                    <a:pt x="8007734" y="1984142"/>
                  </a:lnTo>
                  <a:lnTo>
                    <a:pt x="8008590" y="1997924"/>
                  </a:lnTo>
                  <a:lnTo>
                    <a:pt x="8009445" y="2086917"/>
                  </a:lnTo>
                  <a:lnTo>
                    <a:pt x="8010301" y="2090739"/>
                  </a:lnTo>
                  <a:lnTo>
                    <a:pt x="8011156" y="2137564"/>
                  </a:lnTo>
                  <a:lnTo>
                    <a:pt x="8012012" y="2140842"/>
                  </a:lnTo>
                  <a:lnTo>
                    <a:pt x="8012867" y="2150357"/>
                  </a:lnTo>
                  <a:lnTo>
                    <a:pt x="8013723" y="2175144"/>
                  </a:lnTo>
                  <a:lnTo>
                    <a:pt x="8014578" y="2178862"/>
                  </a:lnTo>
                  <a:lnTo>
                    <a:pt x="8015434" y="2192980"/>
                  </a:lnTo>
                  <a:lnTo>
                    <a:pt x="8016289" y="2180482"/>
                  </a:lnTo>
                  <a:lnTo>
                    <a:pt x="8017145" y="2130171"/>
                  </a:lnTo>
                  <a:lnTo>
                    <a:pt x="8018000" y="2087339"/>
                  </a:lnTo>
                  <a:lnTo>
                    <a:pt x="8018856" y="2101218"/>
                  </a:lnTo>
                  <a:lnTo>
                    <a:pt x="8019711" y="2074499"/>
                  </a:lnTo>
                  <a:lnTo>
                    <a:pt x="8020567" y="2044553"/>
                  </a:lnTo>
                  <a:lnTo>
                    <a:pt x="8021423" y="1936322"/>
                  </a:lnTo>
                  <a:lnTo>
                    <a:pt x="8022278" y="1951371"/>
                  </a:lnTo>
                  <a:lnTo>
                    <a:pt x="8023134" y="1958456"/>
                  </a:lnTo>
                  <a:lnTo>
                    <a:pt x="8023989" y="1923344"/>
                  </a:lnTo>
                  <a:lnTo>
                    <a:pt x="8024845" y="1912979"/>
                  </a:lnTo>
                  <a:lnTo>
                    <a:pt x="8025700" y="1884189"/>
                  </a:lnTo>
                  <a:lnTo>
                    <a:pt x="8026556" y="1901253"/>
                  </a:lnTo>
                  <a:lnTo>
                    <a:pt x="8027411" y="1900505"/>
                  </a:lnTo>
                  <a:lnTo>
                    <a:pt x="8028267" y="1892152"/>
                  </a:lnTo>
                  <a:lnTo>
                    <a:pt x="8029122" y="1912438"/>
                  </a:lnTo>
                  <a:lnTo>
                    <a:pt x="8029978" y="1947231"/>
                  </a:lnTo>
                  <a:lnTo>
                    <a:pt x="8030833" y="2024021"/>
                  </a:lnTo>
                  <a:lnTo>
                    <a:pt x="8031689" y="2033864"/>
                  </a:lnTo>
                  <a:lnTo>
                    <a:pt x="8032544" y="1966091"/>
                  </a:lnTo>
                  <a:lnTo>
                    <a:pt x="8033400" y="1939749"/>
                  </a:lnTo>
                  <a:lnTo>
                    <a:pt x="8034255" y="1937016"/>
                  </a:lnTo>
                  <a:lnTo>
                    <a:pt x="8035111" y="1944594"/>
                  </a:lnTo>
                  <a:lnTo>
                    <a:pt x="8035967" y="1995300"/>
                  </a:lnTo>
                  <a:lnTo>
                    <a:pt x="8036822" y="2070271"/>
                  </a:lnTo>
                  <a:lnTo>
                    <a:pt x="8037678" y="2060064"/>
                  </a:lnTo>
                  <a:lnTo>
                    <a:pt x="8038533" y="2050843"/>
                  </a:lnTo>
                  <a:lnTo>
                    <a:pt x="8039389" y="2070040"/>
                  </a:lnTo>
                  <a:lnTo>
                    <a:pt x="8040244" y="2100078"/>
                  </a:lnTo>
                  <a:lnTo>
                    <a:pt x="8041100" y="2037417"/>
                  </a:lnTo>
                  <a:lnTo>
                    <a:pt x="8041955" y="2023724"/>
                  </a:lnTo>
                  <a:lnTo>
                    <a:pt x="8042811" y="2090541"/>
                  </a:lnTo>
                  <a:lnTo>
                    <a:pt x="8043666" y="2098407"/>
                  </a:lnTo>
                  <a:lnTo>
                    <a:pt x="8044522" y="2150207"/>
                  </a:lnTo>
                  <a:lnTo>
                    <a:pt x="8045377" y="2190321"/>
                  </a:lnTo>
                  <a:lnTo>
                    <a:pt x="8046233" y="2183247"/>
                  </a:lnTo>
                  <a:lnTo>
                    <a:pt x="8047088" y="2168607"/>
                  </a:lnTo>
                  <a:lnTo>
                    <a:pt x="8047944" y="2098789"/>
                  </a:lnTo>
                  <a:lnTo>
                    <a:pt x="8048799" y="2049384"/>
                  </a:lnTo>
                  <a:lnTo>
                    <a:pt x="8049655" y="1991752"/>
                  </a:lnTo>
                  <a:lnTo>
                    <a:pt x="8050510" y="2000796"/>
                  </a:lnTo>
                  <a:lnTo>
                    <a:pt x="8051366" y="2026031"/>
                  </a:lnTo>
                  <a:lnTo>
                    <a:pt x="8052222" y="2094746"/>
                  </a:lnTo>
                  <a:lnTo>
                    <a:pt x="8053077" y="2118964"/>
                  </a:lnTo>
                  <a:lnTo>
                    <a:pt x="8053933" y="2127891"/>
                  </a:lnTo>
                  <a:lnTo>
                    <a:pt x="8054788" y="2119644"/>
                  </a:lnTo>
                  <a:lnTo>
                    <a:pt x="8055644" y="2122300"/>
                  </a:lnTo>
                  <a:lnTo>
                    <a:pt x="8056499" y="2106716"/>
                  </a:lnTo>
                  <a:lnTo>
                    <a:pt x="8057355" y="1987332"/>
                  </a:lnTo>
                  <a:lnTo>
                    <a:pt x="8058210" y="2009185"/>
                  </a:lnTo>
                  <a:lnTo>
                    <a:pt x="8059066" y="2072608"/>
                  </a:lnTo>
                  <a:lnTo>
                    <a:pt x="8059921" y="2131593"/>
                  </a:lnTo>
                  <a:lnTo>
                    <a:pt x="8060777" y="2094955"/>
                  </a:lnTo>
                  <a:lnTo>
                    <a:pt x="8061632" y="2125853"/>
                  </a:lnTo>
                  <a:lnTo>
                    <a:pt x="8062488" y="2127159"/>
                  </a:lnTo>
                  <a:lnTo>
                    <a:pt x="8063343" y="2129472"/>
                  </a:lnTo>
                  <a:lnTo>
                    <a:pt x="8064199" y="2098278"/>
                  </a:lnTo>
                  <a:lnTo>
                    <a:pt x="8065054" y="2087480"/>
                  </a:lnTo>
                  <a:lnTo>
                    <a:pt x="8065910" y="2005522"/>
                  </a:lnTo>
                  <a:lnTo>
                    <a:pt x="8066765" y="2021867"/>
                  </a:lnTo>
                  <a:lnTo>
                    <a:pt x="8067621" y="2005214"/>
                  </a:lnTo>
                  <a:lnTo>
                    <a:pt x="8068477" y="2054572"/>
                  </a:lnTo>
                  <a:lnTo>
                    <a:pt x="8069332" y="2137819"/>
                  </a:lnTo>
                  <a:lnTo>
                    <a:pt x="8070188" y="2162359"/>
                  </a:lnTo>
                  <a:lnTo>
                    <a:pt x="8071043" y="2193470"/>
                  </a:lnTo>
                  <a:lnTo>
                    <a:pt x="8071899" y="2180742"/>
                  </a:lnTo>
                  <a:lnTo>
                    <a:pt x="8072754" y="2161913"/>
                  </a:lnTo>
                  <a:lnTo>
                    <a:pt x="8073610" y="2126046"/>
                  </a:lnTo>
                  <a:lnTo>
                    <a:pt x="8074465" y="2087657"/>
                  </a:lnTo>
                  <a:lnTo>
                    <a:pt x="8075321" y="1999566"/>
                  </a:lnTo>
                  <a:lnTo>
                    <a:pt x="8076176" y="1962953"/>
                  </a:lnTo>
                  <a:lnTo>
                    <a:pt x="8077032" y="1957699"/>
                  </a:lnTo>
                  <a:lnTo>
                    <a:pt x="8077887" y="1939710"/>
                  </a:lnTo>
                  <a:lnTo>
                    <a:pt x="8078743" y="1929916"/>
                  </a:lnTo>
                  <a:lnTo>
                    <a:pt x="8079598" y="1900949"/>
                  </a:lnTo>
                  <a:lnTo>
                    <a:pt x="8080454" y="1833484"/>
                  </a:lnTo>
                  <a:lnTo>
                    <a:pt x="8081309" y="1787071"/>
                  </a:lnTo>
                  <a:lnTo>
                    <a:pt x="8082165" y="1834185"/>
                  </a:lnTo>
                  <a:lnTo>
                    <a:pt x="8083021" y="1815476"/>
                  </a:lnTo>
                  <a:lnTo>
                    <a:pt x="8083876" y="1853013"/>
                  </a:lnTo>
                  <a:lnTo>
                    <a:pt x="8084732" y="1842733"/>
                  </a:lnTo>
                  <a:lnTo>
                    <a:pt x="8085587" y="1831200"/>
                  </a:lnTo>
                  <a:lnTo>
                    <a:pt x="8086443" y="1871651"/>
                  </a:lnTo>
                  <a:lnTo>
                    <a:pt x="8087298" y="1849304"/>
                  </a:lnTo>
                  <a:lnTo>
                    <a:pt x="8088154" y="1853486"/>
                  </a:lnTo>
                  <a:lnTo>
                    <a:pt x="8089009" y="1872435"/>
                  </a:lnTo>
                  <a:lnTo>
                    <a:pt x="8089865" y="1849340"/>
                  </a:lnTo>
                  <a:lnTo>
                    <a:pt x="8090720" y="1847347"/>
                  </a:lnTo>
                  <a:lnTo>
                    <a:pt x="8091576" y="1863068"/>
                  </a:lnTo>
                  <a:lnTo>
                    <a:pt x="8092431" y="1869026"/>
                  </a:lnTo>
                  <a:lnTo>
                    <a:pt x="8093287" y="1862279"/>
                  </a:lnTo>
                  <a:lnTo>
                    <a:pt x="8094142" y="1915187"/>
                  </a:lnTo>
                  <a:lnTo>
                    <a:pt x="8094998" y="2030663"/>
                  </a:lnTo>
                  <a:lnTo>
                    <a:pt x="8095853" y="2175184"/>
                  </a:lnTo>
                  <a:lnTo>
                    <a:pt x="8096709" y="2186022"/>
                  </a:lnTo>
                  <a:lnTo>
                    <a:pt x="8097564" y="2210088"/>
                  </a:lnTo>
                  <a:lnTo>
                    <a:pt x="8098420" y="2199494"/>
                  </a:lnTo>
                  <a:lnTo>
                    <a:pt x="8099276" y="2225487"/>
                  </a:lnTo>
                  <a:lnTo>
                    <a:pt x="8100131" y="2248683"/>
                  </a:lnTo>
                  <a:lnTo>
                    <a:pt x="8100987" y="2270270"/>
                  </a:lnTo>
                  <a:lnTo>
                    <a:pt x="8101842" y="2247042"/>
                  </a:lnTo>
                  <a:lnTo>
                    <a:pt x="8102698" y="2233221"/>
                  </a:lnTo>
                  <a:lnTo>
                    <a:pt x="8103553" y="2265096"/>
                  </a:lnTo>
                  <a:lnTo>
                    <a:pt x="8104409" y="2278200"/>
                  </a:lnTo>
                  <a:lnTo>
                    <a:pt x="8104409" y="2278200"/>
                  </a:lnTo>
                  <a:lnTo>
                    <a:pt x="8105264" y="2276363"/>
                  </a:lnTo>
                  <a:lnTo>
                    <a:pt x="8106120" y="2262486"/>
                  </a:lnTo>
                  <a:lnTo>
                    <a:pt x="8106975" y="2247487"/>
                  </a:lnTo>
                  <a:lnTo>
                    <a:pt x="8107831" y="2272005"/>
                  </a:lnTo>
                  <a:lnTo>
                    <a:pt x="8108686" y="2278200"/>
                  </a:lnTo>
                  <a:lnTo>
                    <a:pt x="8108686" y="2278200"/>
                  </a:lnTo>
                  <a:lnTo>
                    <a:pt x="8109542" y="2264122"/>
                  </a:lnTo>
                  <a:lnTo>
                    <a:pt x="8110397" y="2278200"/>
                  </a:lnTo>
                  <a:lnTo>
                    <a:pt x="8110397" y="2278200"/>
                  </a:lnTo>
                  <a:lnTo>
                    <a:pt x="8111253" y="2266199"/>
                  </a:lnTo>
                  <a:lnTo>
                    <a:pt x="8112108" y="2262802"/>
                  </a:lnTo>
                  <a:lnTo>
                    <a:pt x="8112964" y="2265443"/>
                  </a:lnTo>
                  <a:lnTo>
                    <a:pt x="8113819" y="2250295"/>
                  </a:lnTo>
                  <a:lnTo>
                    <a:pt x="8114675" y="2252003"/>
                  </a:lnTo>
                  <a:lnTo>
                    <a:pt x="8115531" y="2253435"/>
                  </a:lnTo>
                  <a:lnTo>
                    <a:pt x="8116386" y="2259263"/>
                  </a:lnTo>
                  <a:lnTo>
                    <a:pt x="8117242" y="2270576"/>
                  </a:lnTo>
                  <a:lnTo>
                    <a:pt x="8118097" y="2252528"/>
                  </a:lnTo>
                  <a:lnTo>
                    <a:pt x="8118953" y="2245461"/>
                  </a:lnTo>
                  <a:lnTo>
                    <a:pt x="8119808" y="2246726"/>
                  </a:lnTo>
                  <a:lnTo>
                    <a:pt x="8120664" y="2254625"/>
                  </a:lnTo>
                  <a:lnTo>
                    <a:pt x="8121519" y="2249180"/>
                  </a:lnTo>
                  <a:lnTo>
                    <a:pt x="8122375" y="2214206"/>
                  </a:lnTo>
                  <a:lnTo>
                    <a:pt x="8123230" y="2215652"/>
                  </a:lnTo>
                  <a:lnTo>
                    <a:pt x="8124086" y="2206200"/>
                  </a:lnTo>
                  <a:lnTo>
                    <a:pt x="8124941" y="2186326"/>
                  </a:lnTo>
                  <a:lnTo>
                    <a:pt x="8125797" y="2155864"/>
                  </a:lnTo>
                  <a:lnTo>
                    <a:pt x="8126652" y="2114295"/>
                  </a:lnTo>
                  <a:lnTo>
                    <a:pt x="8127508" y="2018091"/>
                  </a:lnTo>
                  <a:lnTo>
                    <a:pt x="8128363" y="1987549"/>
                  </a:lnTo>
                  <a:lnTo>
                    <a:pt x="8129219" y="1931099"/>
                  </a:lnTo>
                  <a:lnTo>
                    <a:pt x="8130075" y="1911260"/>
                  </a:lnTo>
                  <a:lnTo>
                    <a:pt x="8130930" y="1911422"/>
                  </a:lnTo>
                  <a:lnTo>
                    <a:pt x="8131786" y="1967940"/>
                  </a:lnTo>
                  <a:lnTo>
                    <a:pt x="8132641" y="2023947"/>
                  </a:lnTo>
                  <a:lnTo>
                    <a:pt x="8133497" y="2012291"/>
                  </a:lnTo>
                  <a:lnTo>
                    <a:pt x="8134352" y="1922637"/>
                  </a:lnTo>
                  <a:lnTo>
                    <a:pt x="8135208" y="1926267"/>
                  </a:lnTo>
                  <a:lnTo>
                    <a:pt x="8136063" y="1902013"/>
                  </a:lnTo>
                  <a:lnTo>
                    <a:pt x="8136919" y="1924142"/>
                  </a:lnTo>
                  <a:lnTo>
                    <a:pt x="8137774" y="1903684"/>
                  </a:lnTo>
                  <a:lnTo>
                    <a:pt x="8138630" y="1843377"/>
                  </a:lnTo>
                  <a:lnTo>
                    <a:pt x="8139485" y="1865952"/>
                  </a:lnTo>
                  <a:lnTo>
                    <a:pt x="8140341" y="1828101"/>
                  </a:lnTo>
                  <a:lnTo>
                    <a:pt x="8141196" y="1889405"/>
                  </a:lnTo>
                  <a:lnTo>
                    <a:pt x="8142052" y="1914768"/>
                  </a:lnTo>
                  <a:lnTo>
                    <a:pt x="8142907" y="2010427"/>
                  </a:lnTo>
                  <a:lnTo>
                    <a:pt x="8143763" y="2035933"/>
                  </a:lnTo>
                  <a:lnTo>
                    <a:pt x="8144618" y="2063346"/>
                  </a:lnTo>
                  <a:lnTo>
                    <a:pt x="8145474" y="2019111"/>
                  </a:lnTo>
                  <a:lnTo>
                    <a:pt x="8146330" y="2081812"/>
                  </a:lnTo>
                  <a:lnTo>
                    <a:pt x="8147185" y="2128041"/>
                  </a:lnTo>
                  <a:lnTo>
                    <a:pt x="8148041" y="2159073"/>
                  </a:lnTo>
                  <a:lnTo>
                    <a:pt x="8148896" y="2197138"/>
                  </a:lnTo>
                  <a:lnTo>
                    <a:pt x="8149752" y="2172961"/>
                  </a:lnTo>
                  <a:lnTo>
                    <a:pt x="8150607" y="2187642"/>
                  </a:lnTo>
                  <a:lnTo>
                    <a:pt x="8151463" y="2141140"/>
                  </a:lnTo>
                  <a:lnTo>
                    <a:pt x="8152318" y="2114649"/>
                  </a:lnTo>
                  <a:lnTo>
                    <a:pt x="8153174" y="2046080"/>
                  </a:lnTo>
                  <a:lnTo>
                    <a:pt x="8154029" y="2079006"/>
                  </a:lnTo>
                  <a:lnTo>
                    <a:pt x="8154885" y="2059734"/>
                  </a:lnTo>
                  <a:lnTo>
                    <a:pt x="8155740" y="2070700"/>
                  </a:lnTo>
                  <a:lnTo>
                    <a:pt x="8156596" y="2080317"/>
                  </a:lnTo>
                  <a:lnTo>
                    <a:pt x="8157451" y="2161782"/>
                  </a:lnTo>
                  <a:lnTo>
                    <a:pt x="8158307" y="2160254"/>
                  </a:lnTo>
                  <a:lnTo>
                    <a:pt x="8159162" y="2159915"/>
                  </a:lnTo>
                  <a:lnTo>
                    <a:pt x="8160018" y="2177471"/>
                  </a:lnTo>
                  <a:lnTo>
                    <a:pt x="8160873" y="2159465"/>
                  </a:lnTo>
                  <a:lnTo>
                    <a:pt x="8161729" y="2209106"/>
                  </a:lnTo>
                  <a:lnTo>
                    <a:pt x="8162585" y="2177337"/>
                  </a:lnTo>
                  <a:lnTo>
                    <a:pt x="8163440" y="2169606"/>
                  </a:lnTo>
                  <a:lnTo>
                    <a:pt x="8164296" y="2100391"/>
                  </a:lnTo>
                  <a:lnTo>
                    <a:pt x="8165151" y="2084277"/>
                  </a:lnTo>
                  <a:lnTo>
                    <a:pt x="8166007" y="2118953"/>
                  </a:lnTo>
                  <a:lnTo>
                    <a:pt x="8166862" y="2091146"/>
                  </a:lnTo>
                  <a:lnTo>
                    <a:pt x="8167718" y="2057276"/>
                  </a:lnTo>
                  <a:lnTo>
                    <a:pt x="8168573" y="2067921"/>
                  </a:lnTo>
                  <a:lnTo>
                    <a:pt x="8169429" y="2015055"/>
                  </a:lnTo>
                  <a:lnTo>
                    <a:pt x="8170284" y="2085813"/>
                  </a:lnTo>
                  <a:lnTo>
                    <a:pt x="8171140" y="2074412"/>
                  </a:lnTo>
                  <a:lnTo>
                    <a:pt x="8171995" y="2115929"/>
                  </a:lnTo>
                  <a:lnTo>
                    <a:pt x="8172851" y="2087705"/>
                  </a:lnTo>
                  <a:lnTo>
                    <a:pt x="8173706" y="2066316"/>
                  </a:lnTo>
                  <a:lnTo>
                    <a:pt x="8174562" y="2098855"/>
                  </a:lnTo>
                  <a:lnTo>
                    <a:pt x="8175417" y="2126358"/>
                  </a:lnTo>
                  <a:lnTo>
                    <a:pt x="8176273" y="2158532"/>
                  </a:lnTo>
                  <a:lnTo>
                    <a:pt x="8177129" y="2121703"/>
                  </a:lnTo>
                  <a:lnTo>
                    <a:pt x="8177984" y="2097658"/>
                  </a:lnTo>
                  <a:lnTo>
                    <a:pt x="8178840" y="2027271"/>
                  </a:lnTo>
                  <a:lnTo>
                    <a:pt x="8179695" y="1954424"/>
                  </a:lnTo>
                  <a:lnTo>
                    <a:pt x="8180551" y="1912118"/>
                  </a:lnTo>
                  <a:lnTo>
                    <a:pt x="8181406" y="1851483"/>
                  </a:lnTo>
                  <a:lnTo>
                    <a:pt x="8182262" y="1940458"/>
                  </a:lnTo>
                  <a:lnTo>
                    <a:pt x="8183117" y="2020354"/>
                  </a:lnTo>
                  <a:lnTo>
                    <a:pt x="8183973" y="2076927"/>
                  </a:lnTo>
                  <a:lnTo>
                    <a:pt x="8184828" y="2063016"/>
                  </a:lnTo>
                  <a:lnTo>
                    <a:pt x="8185684" y="2012384"/>
                  </a:lnTo>
                  <a:lnTo>
                    <a:pt x="8186539" y="1936435"/>
                  </a:lnTo>
                  <a:lnTo>
                    <a:pt x="8187395" y="1894825"/>
                  </a:lnTo>
                  <a:lnTo>
                    <a:pt x="8188250" y="1984115"/>
                  </a:lnTo>
                  <a:lnTo>
                    <a:pt x="8189106" y="2009196"/>
                  </a:lnTo>
                  <a:lnTo>
                    <a:pt x="8189961" y="2085802"/>
                  </a:lnTo>
                  <a:lnTo>
                    <a:pt x="8190817" y="2157730"/>
                  </a:lnTo>
                  <a:lnTo>
                    <a:pt x="8191672" y="2147940"/>
                  </a:lnTo>
                  <a:lnTo>
                    <a:pt x="8192528" y="2134875"/>
                  </a:lnTo>
                  <a:lnTo>
                    <a:pt x="8193384" y="2131636"/>
                  </a:lnTo>
                  <a:lnTo>
                    <a:pt x="8194239" y="2140008"/>
                  </a:lnTo>
                  <a:lnTo>
                    <a:pt x="8195095" y="2170066"/>
                  </a:lnTo>
                  <a:lnTo>
                    <a:pt x="8195950" y="2142446"/>
                  </a:lnTo>
                  <a:lnTo>
                    <a:pt x="8196806" y="2160224"/>
                  </a:lnTo>
                  <a:lnTo>
                    <a:pt x="8197661" y="2194611"/>
                  </a:lnTo>
                  <a:lnTo>
                    <a:pt x="8198517" y="2155020"/>
                  </a:lnTo>
                  <a:lnTo>
                    <a:pt x="8199372" y="2103651"/>
                  </a:lnTo>
                  <a:lnTo>
                    <a:pt x="8200228" y="2100013"/>
                  </a:lnTo>
                  <a:lnTo>
                    <a:pt x="8201083" y="2162435"/>
                  </a:lnTo>
                  <a:lnTo>
                    <a:pt x="8201939" y="2204479"/>
                  </a:lnTo>
                  <a:lnTo>
                    <a:pt x="8202794" y="2158290"/>
                  </a:lnTo>
                  <a:lnTo>
                    <a:pt x="8203650" y="2195149"/>
                  </a:lnTo>
                  <a:lnTo>
                    <a:pt x="8204505" y="2219297"/>
                  </a:lnTo>
                  <a:lnTo>
                    <a:pt x="8205361" y="2203261"/>
                  </a:lnTo>
                  <a:lnTo>
                    <a:pt x="8206216" y="2214677"/>
                  </a:lnTo>
                  <a:lnTo>
                    <a:pt x="8207072" y="2203515"/>
                  </a:lnTo>
                  <a:lnTo>
                    <a:pt x="8207927" y="2197291"/>
                  </a:lnTo>
                  <a:lnTo>
                    <a:pt x="8208783" y="2193733"/>
                  </a:lnTo>
                  <a:lnTo>
                    <a:pt x="8209639" y="2168875"/>
                  </a:lnTo>
                  <a:lnTo>
                    <a:pt x="8210494" y="2153010"/>
                  </a:lnTo>
                  <a:lnTo>
                    <a:pt x="8211350" y="2116782"/>
                  </a:lnTo>
                  <a:lnTo>
                    <a:pt x="8212205" y="2151566"/>
                  </a:lnTo>
                  <a:lnTo>
                    <a:pt x="8213061" y="2177412"/>
                  </a:lnTo>
                  <a:lnTo>
                    <a:pt x="8213916" y="2162762"/>
                  </a:lnTo>
                  <a:lnTo>
                    <a:pt x="8214772" y="2152862"/>
                  </a:lnTo>
                  <a:lnTo>
                    <a:pt x="8215627" y="2153312"/>
                  </a:lnTo>
                  <a:lnTo>
                    <a:pt x="8216483" y="2118842"/>
                  </a:lnTo>
                  <a:lnTo>
                    <a:pt x="8217338" y="2149598"/>
                  </a:lnTo>
                  <a:lnTo>
                    <a:pt x="8218194" y="2139972"/>
                  </a:lnTo>
                  <a:lnTo>
                    <a:pt x="8219049" y="2167260"/>
                  </a:lnTo>
                  <a:lnTo>
                    <a:pt x="8219905" y="2189394"/>
                  </a:lnTo>
                  <a:lnTo>
                    <a:pt x="8220760" y="2197982"/>
                  </a:lnTo>
                  <a:lnTo>
                    <a:pt x="8221616" y="2194153"/>
                  </a:lnTo>
                  <a:lnTo>
                    <a:pt x="8222471" y="2191199"/>
                  </a:lnTo>
                  <a:lnTo>
                    <a:pt x="8223327" y="2186697"/>
                  </a:lnTo>
                  <a:lnTo>
                    <a:pt x="8224182" y="2164360"/>
                  </a:lnTo>
                  <a:lnTo>
                    <a:pt x="8225038" y="2183210"/>
                  </a:lnTo>
                  <a:lnTo>
                    <a:pt x="8225894" y="2165861"/>
                  </a:lnTo>
                  <a:lnTo>
                    <a:pt x="8226749" y="2127801"/>
                  </a:lnTo>
                  <a:lnTo>
                    <a:pt x="8227605" y="2123864"/>
                  </a:lnTo>
                  <a:lnTo>
                    <a:pt x="8228460" y="2114975"/>
                  </a:lnTo>
                  <a:lnTo>
                    <a:pt x="8229316" y="2120588"/>
                  </a:lnTo>
                  <a:lnTo>
                    <a:pt x="8230171" y="2100886"/>
                  </a:lnTo>
                  <a:lnTo>
                    <a:pt x="8231027" y="2084575"/>
                  </a:lnTo>
                  <a:lnTo>
                    <a:pt x="8231882" y="2100257"/>
                  </a:lnTo>
                  <a:lnTo>
                    <a:pt x="8232738" y="2118327"/>
                  </a:lnTo>
                  <a:lnTo>
                    <a:pt x="8233593" y="2127343"/>
                  </a:lnTo>
                  <a:lnTo>
                    <a:pt x="8234449" y="2120599"/>
                  </a:lnTo>
                  <a:lnTo>
                    <a:pt x="8235304" y="2137816"/>
                  </a:lnTo>
                  <a:lnTo>
                    <a:pt x="8236160" y="2156754"/>
                  </a:lnTo>
                  <a:lnTo>
                    <a:pt x="8237015" y="2168268"/>
                  </a:lnTo>
                  <a:lnTo>
                    <a:pt x="8237871" y="2192842"/>
                  </a:lnTo>
                  <a:lnTo>
                    <a:pt x="8238726" y="2205083"/>
                  </a:lnTo>
                  <a:lnTo>
                    <a:pt x="8239582" y="2205197"/>
                  </a:lnTo>
                  <a:lnTo>
                    <a:pt x="8240438" y="2196273"/>
                  </a:lnTo>
                  <a:lnTo>
                    <a:pt x="8241293" y="2184541"/>
                  </a:lnTo>
                  <a:lnTo>
                    <a:pt x="8242149" y="2153536"/>
                  </a:lnTo>
                  <a:lnTo>
                    <a:pt x="8243004" y="2152603"/>
                  </a:lnTo>
                  <a:lnTo>
                    <a:pt x="8243860" y="2110560"/>
                  </a:lnTo>
                  <a:lnTo>
                    <a:pt x="8244715" y="2052092"/>
                  </a:lnTo>
                  <a:lnTo>
                    <a:pt x="8245571" y="2023489"/>
                  </a:lnTo>
                  <a:lnTo>
                    <a:pt x="8246426" y="2067078"/>
                  </a:lnTo>
                  <a:lnTo>
                    <a:pt x="8247282" y="2097629"/>
                  </a:lnTo>
                  <a:lnTo>
                    <a:pt x="8248137" y="2092357"/>
                  </a:lnTo>
                  <a:lnTo>
                    <a:pt x="8248993" y="2067164"/>
                  </a:lnTo>
                  <a:lnTo>
                    <a:pt x="8249848" y="1991867"/>
                  </a:lnTo>
                  <a:lnTo>
                    <a:pt x="8250704" y="1999199"/>
                  </a:lnTo>
                  <a:lnTo>
                    <a:pt x="8251559" y="1958042"/>
                  </a:lnTo>
                  <a:lnTo>
                    <a:pt x="8252415" y="2003262"/>
                  </a:lnTo>
                  <a:lnTo>
                    <a:pt x="8253270" y="1957671"/>
                  </a:lnTo>
                  <a:lnTo>
                    <a:pt x="8254126" y="2058208"/>
                  </a:lnTo>
                  <a:lnTo>
                    <a:pt x="8254981" y="2079904"/>
                  </a:lnTo>
                  <a:lnTo>
                    <a:pt x="8255837" y="2092226"/>
                  </a:lnTo>
                  <a:lnTo>
                    <a:pt x="8256693" y="2098863"/>
                  </a:lnTo>
                  <a:lnTo>
                    <a:pt x="8257548" y="2056739"/>
                  </a:lnTo>
                  <a:lnTo>
                    <a:pt x="8258404" y="2044180"/>
                  </a:lnTo>
                  <a:lnTo>
                    <a:pt x="8259259" y="2013955"/>
                  </a:lnTo>
                  <a:lnTo>
                    <a:pt x="8260115" y="1992975"/>
                  </a:lnTo>
                  <a:lnTo>
                    <a:pt x="8260970" y="2001797"/>
                  </a:lnTo>
                  <a:lnTo>
                    <a:pt x="8261826" y="2078711"/>
                  </a:lnTo>
                  <a:lnTo>
                    <a:pt x="8262681" y="2129492"/>
                  </a:lnTo>
                  <a:lnTo>
                    <a:pt x="8263537" y="2097773"/>
                  </a:lnTo>
                  <a:lnTo>
                    <a:pt x="8264392" y="2096034"/>
                  </a:lnTo>
                  <a:lnTo>
                    <a:pt x="8265248" y="2064082"/>
                  </a:lnTo>
                  <a:lnTo>
                    <a:pt x="8266103" y="2005970"/>
                  </a:lnTo>
                  <a:lnTo>
                    <a:pt x="8266959" y="1984963"/>
                  </a:lnTo>
                  <a:lnTo>
                    <a:pt x="8267814" y="1980833"/>
                  </a:lnTo>
                  <a:lnTo>
                    <a:pt x="8268670" y="1942256"/>
                  </a:lnTo>
                  <a:lnTo>
                    <a:pt x="8269525" y="1928728"/>
                  </a:lnTo>
                  <a:lnTo>
                    <a:pt x="8270381" y="1957749"/>
                  </a:lnTo>
                  <a:lnTo>
                    <a:pt x="8271236" y="2046175"/>
                  </a:lnTo>
                  <a:lnTo>
                    <a:pt x="8272092" y="2041234"/>
                  </a:lnTo>
                  <a:lnTo>
                    <a:pt x="8272948" y="1979348"/>
                  </a:lnTo>
                  <a:lnTo>
                    <a:pt x="8273803" y="1943843"/>
                  </a:lnTo>
                  <a:lnTo>
                    <a:pt x="8274659" y="1975561"/>
                  </a:lnTo>
                  <a:lnTo>
                    <a:pt x="8275514" y="1932105"/>
                  </a:lnTo>
                  <a:lnTo>
                    <a:pt x="8276370" y="1924176"/>
                  </a:lnTo>
                  <a:lnTo>
                    <a:pt x="8277225" y="1902672"/>
                  </a:lnTo>
                  <a:lnTo>
                    <a:pt x="8278081" y="1937459"/>
                  </a:lnTo>
                  <a:lnTo>
                    <a:pt x="8278936" y="1901434"/>
                  </a:lnTo>
                  <a:lnTo>
                    <a:pt x="8279792" y="1902415"/>
                  </a:lnTo>
                  <a:lnTo>
                    <a:pt x="8280647" y="1887854"/>
                  </a:lnTo>
                  <a:lnTo>
                    <a:pt x="8281503" y="1911593"/>
                  </a:lnTo>
                  <a:lnTo>
                    <a:pt x="8282358" y="1901840"/>
                  </a:lnTo>
                  <a:lnTo>
                    <a:pt x="8283214" y="1918174"/>
                  </a:lnTo>
                  <a:lnTo>
                    <a:pt x="8284069" y="1922145"/>
                  </a:lnTo>
                  <a:lnTo>
                    <a:pt x="8284925" y="1977125"/>
                  </a:lnTo>
                  <a:lnTo>
                    <a:pt x="8285780" y="2002751"/>
                  </a:lnTo>
                  <a:lnTo>
                    <a:pt x="8286636" y="1995712"/>
                  </a:lnTo>
                  <a:lnTo>
                    <a:pt x="8287492" y="1968744"/>
                  </a:lnTo>
                  <a:lnTo>
                    <a:pt x="8288347" y="1980936"/>
                  </a:lnTo>
                  <a:lnTo>
                    <a:pt x="8289203" y="1966889"/>
                  </a:lnTo>
                  <a:lnTo>
                    <a:pt x="8290058" y="1961455"/>
                  </a:lnTo>
                  <a:lnTo>
                    <a:pt x="8290914" y="2050878"/>
                  </a:lnTo>
                  <a:lnTo>
                    <a:pt x="8291769" y="2047757"/>
                  </a:lnTo>
                  <a:lnTo>
                    <a:pt x="8292625" y="2022847"/>
                  </a:lnTo>
                  <a:lnTo>
                    <a:pt x="8293480" y="1960632"/>
                  </a:lnTo>
                  <a:lnTo>
                    <a:pt x="8294336" y="1965635"/>
                  </a:lnTo>
                  <a:lnTo>
                    <a:pt x="8295191" y="1967015"/>
                  </a:lnTo>
                  <a:lnTo>
                    <a:pt x="8296047" y="1964319"/>
                  </a:lnTo>
                  <a:lnTo>
                    <a:pt x="8296902" y="2044795"/>
                  </a:lnTo>
                  <a:lnTo>
                    <a:pt x="8297758" y="2060794"/>
                  </a:lnTo>
                  <a:lnTo>
                    <a:pt x="8298613" y="2078959"/>
                  </a:lnTo>
                  <a:lnTo>
                    <a:pt x="8299469" y="2071425"/>
                  </a:lnTo>
                  <a:lnTo>
                    <a:pt x="8300324" y="2047188"/>
                  </a:lnTo>
                  <a:lnTo>
                    <a:pt x="8301180" y="1994004"/>
                  </a:lnTo>
                  <a:lnTo>
                    <a:pt x="8302035" y="2009405"/>
                  </a:lnTo>
                  <a:lnTo>
                    <a:pt x="8302891" y="2087411"/>
                  </a:lnTo>
                  <a:lnTo>
                    <a:pt x="8303747" y="2106767"/>
                  </a:lnTo>
                  <a:lnTo>
                    <a:pt x="8304602" y="2160203"/>
                  </a:lnTo>
                  <a:lnTo>
                    <a:pt x="8305458" y="2174590"/>
                  </a:lnTo>
                  <a:lnTo>
                    <a:pt x="8306313" y="2170543"/>
                  </a:lnTo>
                  <a:lnTo>
                    <a:pt x="8307169" y="2198859"/>
                  </a:lnTo>
                  <a:lnTo>
                    <a:pt x="8308024" y="2200666"/>
                  </a:lnTo>
                  <a:lnTo>
                    <a:pt x="8308880" y="2212434"/>
                  </a:lnTo>
                  <a:lnTo>
                    <a:pt x="8309735" y="2201185"/>
                  </a:lnTo>
                  <a:lnTo>
                    <a:pt x="8310591" y="2200689"/>
                  </a:lnTo>
                  <a:lnTo>
                    <a:pt x="8311446" y="2218764"/>
                  </a:lnTo>
                  <a:lnTo>
                    <a:pt x="8312302" y="2222290"/>
                  </a:lnTo>
                  <a:lnTo>
                    <a:pt x="8313157" y="2219533"/>
                  </a:lnTo>
                  <a:lnTo>
                    <a:pt x="8314013" y="2233861"/>
                  </a:lnTo>
                  <a:lnTo>
                    <a:pt x="8314868" y="2235922"/>
                  </a:lnTo>
                  <a:lnTo>
                    <a:pt x="8315724" y="2247230"/>
                  </a:lnTo>
                  <a:lnTo>
                    <a:pt x="8316579" y="2251278"/>
                  </a:lnTo>
                  <a:lnTo>
                    <a:pt x="8317435" y="2257049"/>
                  </a:lnTo>
                  <a:lnTo>
                    <a:pt x="8318290" y="2269722"/>
                  </a:lnTo>
                  <a:lnTo>
                    <a:pt x="8319146" y="2272611"/>
                  </a:lnTo>
                  <a:lnTo>
                    <a:pt x="8320002" y="2272906"/>
                  </a:lnTo>
                  <a:lnTo>
                    <a:pt x="8320857" y="2270143"/>
                  </a:lnTo>
                  <a:lnTo>
                    <a:pt x="8321713" y="2274280"/>
                  </a:lnTo>
                  <a:lnTo>
                    <a:pt x="8322568" y="2270022"/>
                  </a:lnTo>
                  <a:lnTo>
                    <a:pt x="8323424" y="2271695"/>
                  </a:lnTo>
                  <a:lnTo>
                    <a:pt x="8324279" y="2271836"/>
                  </a:lnTo>
                  <a:lnTo>
                    <a:pt x="8325135" y="2269486"/>
                  </a:lnTo>
                  <a:lnTo>
                    <a:pt x="8325990" y="2252440"/>
                  </a:lnTo>
                  <a:lnTo>
                    <a:pt x="8326846" y="2245139"/>
                  </a:lnTo>
                  <a:lnTo>
                    <a:pt x="8327701" y="2240678"/>
                  </a:lnTo>
                  <a:lnTo>
                    <a:pt x="8328557" y="2248929"/>
                  </a:lnTo>
                  <a:lnTo>
                    <a:pt x="8329412" y="2237708"/>
                  </a:lnTo>
                  <a:lnTo>
                    <a:pt x="8330268" y="2226090"/>
                  </a:lnTo>
                  <a:lnTo>
                    <a:pt x="8331123" y="2223956"/>
                  </a:lnTo>
                  <a:lnTo>
                    <a:pt x="8331979" y="2221716"/>
                  </a:lnTo>
                  <a:lnTo>
                    <a:pt x="8332834" y="2185578"/>
                  </a:lnTo>
                  <a:lnTo>
                    <a:pt x="8333690" y="2075541"/>
                  </a:lnTo>
                  <a:lnTo>
                    <a:pt x="8334546" y="2057645"/>
                  </a:lnTo>
                  <a:lnTo>
                    <a:pt x="8335401" y="2070193"/>
                  </a:lnTo>
                  <a:lnTo>
                    <a:pt x="8336257" y="2109778"/>
                  </a:lnTo>
                  <a:lnTo>
                    <a:pt x="8337112" y="2136897"/>
                  </a:lnTo>
                  <a:lnTo>
                    <a:pt x="8337968" y="2155522"/>
                  </a:lnTo>
                  <a:lnTo>
                    <a:pt x="8338823" y="2171227"/>
                  </a:lnTo>
                  <a:lnTo>
                    <a:pt x="8339679" y="2202596"/>
                  </a:lnTo>
                  <a:lnTo>
                    <a:pt x="8340534" y="2191200"/>
                  </a:lnTo>
                  <a:lnTo>
                    <a:pt x="8341390" y="2180007"/>
                  </a:lnTo>
                  <a:lnTo>
                    <a:pt x="8342245" y="2195769"/>
                  </a:lnTo>
                  <a:lnTo>
                    <a:pt x="8343101" y="2147154"/>
                  </a:lnTo>
                  <a:lnTo>
                    <a:pt x="8343956" y="2079081"/>
                  </a:lnTo>
                  <a:lnTo>
                    <a:pt x="8344812" y="2122816"/>
                  </a:lnTo>
                  <a:lnTo>
                    <a:pt x="8345667" y="2119534"/>
                  </a:lnTo>
                  <a:lnTo>
                    <a:pt x="8346523" y="2140115"/>
                  </a:lnTo>
                  <a:lnTo>
                    <a:pt x="8347378" y="2002478"/>
                  </a:lnTo>
                  <a:lnTo>
                    <a:pt x="8348234" y="2006477"/>
                  </a:lnTo>
                  <a:lnTo>
                    <a:pt x="8349089" y="1991023"/>
                  </a:lnTo>
                  <a:lnTo>
                    <a:pt x="8349945" y="2079319"/>
                  </a:lnTo>
                  <a:lnTo>
                    <a:pt x="8350801" y="2079465"/>
                  </a:lnTo>
                  <a:lnTo>
                    <a:pt x="8351656" y="2033535"/>
                  </a:lnTo>
                  <a:lnTo>
                    <a:pt x="8352512" y="1926251"/>
                  </a:lnTo>
                  <a:lnTo>
                    <a:pt x="8353367" y="1929143"/>
                  </a:lnTo>
                  <a:lnTo>
                    <a:pt x="8354223" y="2003084"/>
                  </a:lnTo>
                  <a:lnTo>
                    <a:pt x="8355078" y="2038039"/>
                  </a:lnTo>
                  <a:lnTo>
                    <a:pt x="8355934" y="2061610"/>
                  </a:lnTo>
                  <a:lnTo>
                    <a:pt x="8356789" y="2058051"/>
                  </a:lnTo>
                  <a:lnTo>
                    <a:pt x="8357645" y="2069204"/>
                  </a:lnTo>
                  <a:lnTo>
                    <a:pt x="8358500" y="2098957"/>
                  </a:lnTo>
                  <a:lnTo>
                    <a:pt x="8359356" y="2086897"/>
                  </a:lnTo>
                  <a:lnTo>
                    <a:pt x="8360211" y="2061845"/>
                  </a:lnTo>
                  <a:lnTo>
                    <a:pt x="8361067" y="2044099"/>
                  </a:lnTo>
                  <a:lnTo>
                    <a:pt x="8361922" y="1952478"/>
                  </a:lnTo>
                  <a:lnTo>
                    <a:pt x="8362778" y="1898233"/>
                  </a:lnTo>
                  <a:lnTo>
                    <a:pt x="8363633" y="1895228"/>
                  </a:lnTo>
                  <a:lnTo>
                    <a:pt x="8364489" y="1848933"/>
                  </a:lnTo>
                  <a:lnTo>
                    <a:pt x="8365344" y="1909261"/>
                  </a:lnTo>
                  <a:lnTo>
                    <a:pt x="8366200" y="1911881"/>
                  </a:lnTo>
                  <a:lnTo>
                    <a:pt x="8367056" y="1970680"/>
                  </a:lnTo>
                  <a:lnTo>
                    <a:pt x="8367911" y="2039399"/>
                  </a:lnTo>
                  <a:lnTo>
                    <a:pt x="8368767" y="2067421"/>
                  </a:lnTo>
                  <a:lnTo>
                    <a:pt x="8369622" y="2058762"/>
                  </a:lnTo>
                  <a:lnTo>
                    <a:pt x="8370478" y="2072385"/>
                  </a:lnTo>
                  <a:lnTo>
                    <a:pt x="8371333" y="2099536"/>
                  </a:lnTo>
                  <a:lnTo>
                    <a:pt x="8372189" y="2062604"/>
                  </a:lnTo>
                  <a:lnTo>
                    <a:pt x="8373044" y="1984242"/>
                  </a:lnTo>
                  <a:lnTo>
                    <a:pt x="8373900" y="1976868"/>
                  </a:lnTo>
                  <a:lnTo>
                    <a:pt x="8374755" y="1976722"/>
                  </a:lnTo>
                  <a:lnTo>
                    <a:pt x="8375611" y="2042092"/>
                  </a:lnTo>
                  <a:lnTo>
                    <a:pt x="8376466" y="2046355"/>
                  </a:lnTo>
                  <a:lnTo>
                    <a:pt x="8377322" y="2034475"/>
                  </a:lnTo>
                  <a:lnTo>
                    <a:pt x="8378177" y="2031166"/>
                  </a:lnTo>
                  <a:lnTo>
                    <a:pt x="8379033" y="2032109"/>
                  </a:lnTo>
                  <a:lnTo>
                    <a:pt x="8379888" y="1959950"/>
                  </a:lnTo>
                  <a:lnTo>
                    <a:pt x="8380744" y="1954202"/>
                  </a:lnTo>
                  <a:lnTo>
                    <a:pt x="8381600" y="2023995"/>
                  </a:lnTo>
                  <a:lnTo>
                    <a:pt x="8382455" y="2039399"/>
                  </a:lnTo>
                  <a:lnTo>
                    <a:pt x="8383311" y="1952466"/>
                  </a:lnTo>
                  <a:lnTo>
                    <a:pt x="8384166" y="1908476"/>
                  </a:lnTo>
                  <a:lnTo>
                    <a:pt x="8385022" y="1883917"/>
                  </a:lnTo>
                  <a:lnTo>
                    <a:pt x="8385877" y="1860736"/>
                  </a:lnTo>
                  <a:lnTo>
                    <a:pt x="8386733" y="1935122"/>
                  </a:lnTo>
                  <a:lnTo>
                    <a:pt x="8387588" y="1930654"/>
                  </a:lnTo>
                  <a:lnTo>
                    <a:pt x="8388444" y="1926110"/>
                  </a:lnTo>
                  <a:lnTo>
                    <a:pt x="8389299" y="1918828"/>
                  </a:lnTo>
                  <a:lnTo>
                    <a:pt x="8390155" y="2030979"/>
                  </a:lnTo>
                  <a:lnTo>
                    <a:pt x="8391010" y="2094106"/>
                  </a:lnTo>
                  <a:lnTo>
                    <a:pt x="8391866" y="2075295"/>
                  </a:lnTo>
                  <a:lnTo>
                    <a:pt x="8392721" y="1978224"/>
                  </a:lnTo>
                  <a:lnTo>
                    <a:pt x="8393577" y="2021620"/>
                  </a:lnTo>
                  <a:lnTo>
                    <a:pt x="8394432" y="2078314"/>
                  </a:lnTo>
                  <a:lnTo>
                    <a:pt x="8395288" y="2165525"/>
                  </a:lnTo>
                  <a:lnTo>
                    <a:pt x="8396143" y="2135212"/>
                  </a:lnTo>
                  <a:lnTo>
                    <a:pt x="8396999" y="2144444"/>
                  </a:lnTo>
                  <a:lnTo>
                    <a:pt x="8397855" y="2171310"/>
                  </a:lnTo>
                  <a:lnTo>
                    <a:pt x="8398710" y="2149515"/>
                  </a:lnTo>
                  <a:lnTo>
                    <a:pt x="8399566" y="2040863"/>
                  </a:lnTo>
                  <a:lnTo>
                    <a:pt x="8400421" y="2103774"/>
                  </a:lnTo>
                  <a:lnTo>
                    <a:pt x="8401277" y="2106492"/>
                  </a:lnTo>
                  <a:lnTo>
                    <a:pt x="8402132" y="2141900"/>
                  </a:lnTo>
                  <a:lnTo>
                    <a:pt x="8402988" y="2129285"/>
                  </a:lnTo>
                  <a:lnTo>
                    <a:pt x="8403843" y="2040584"/>
                  </a:lnTo>
                  <a:lnTo>
                    <a:pt x="8404699" y="2021181"/>
                  </a:lnTo>
                  <a:lnTo>
                    <a:pt x="8405554" y="2012161"/>
                  </a:lnTo>
                  <a:lnTo>
                    <a:pt x="8406410" y="2087048"/>
                  </a:lnTo>
                  <a:lnTo>
                    <a:pt x="8407265" y="2006000"/>
                  </a:lnTo>
                  <a:lnTo>
                    <a:pt x="8408121" y="1930260"/>
                  </a:lnTo>
                  <a:lnTo>
                    <a:pt x="8408976" y="1911393"/>
                  </a:lnTo>
                  <a:lnTo>
                    <a:pt x="8409832" y="2065116"/>
                  </a:lnTo>
                  <a:lnTo>
                    <a:pt x="8410687" y="2060001"/>
                  </a:lnTo>
                  <a:lnTo>
                    <a:pt x="8411543" y="2045076"/>
                  </a:lnTo>
                  <a:lnTo>
                    <a:pt x="8412398" y="2009621"/>
                  </a:lnTo>
                  <a:lnTo>
                    <a:pt x="8413254" y="2010671"/>
                  </a:lnTo>
                  <a:lnTo>
                    <a:pt x="8414110" y="2041335"/>
                  </a:lnTo>
                  <a:lnTo>
                    <a:pt x="8414965" y="1960965"/>
                  </a:lnTo>
                  <a:lnTo>
                    <a:pt x="8415821" y="1946132"/>
                  </a:lnTo>
                  <a:lnTo>
                    <a:pt x="8416676" y="1893673"/>
                  </a:lnTo>
                  <a:lnTo>
                    <a:pt x="8417532" y="1873753"/>
                  </a:lnTo>
                  <a:lnTo>
                    <a:pt x="8418387" y="1898885"/>
                  </a:lnTo>
                  <a:lnTo>
                    <a:pt x="8419243" y="1887535"/>
                  </a:lnTo>
                  <a:lnTo>
                    <a:pt x="8420098" y="1906260"/>
                  </a:lnTo>
                  <a:lnTo>
                    <a:pt x="8420954" y="1923585"/>
                  </a:lnTo>
                  <a:lnTo>
                    <a:pt x="8421809" y="2015274"/>
                  </a:lnTo>
                  <a:lnTo>
                    <a:pt x="8422665" y="2048448"/>
                  </a:lnTo>
                  <a:lnTo>
                    <a:pt x="8423520" y="2006933"/>
                  </a:lnTo>
                  <a:lnTo>
                    <a:pt x="8424376" y="2028456"/>
                  </a:lnTo>
                  <a:lnTo>
                    <a:pt x="8425231" y="1921346"/>
                  </a:lnTo>
                  <a:lnTo>
                    <a:pt x="8426087" y="1904868"/>
                  </a:lnTo>
                  <a:lnTo>
                    <a:pt x="8426942" y="1946038"/>
                  </a:lnTo>
                  <a:lnTo>
                    <a:pt x="8427798" y="2049518"/>
                  </a:lnTo>
                  <a:lnTo>
                    <a:pt x="8428653" y="2043212"/>
                  </a:lnTo>
                  <a:lnTo>
                    <a:pt x="8429509" y="2034356"/>
                  </a:lnTo>
                  <a:lnTo>
                    <a:pt x="8430365" y="2058142"/>
                  </a:lnTo>
                  <a:lnTo>
                    <a:pt x="8431220" y="1985529"/>
                  </a:lnTo>
                  <a:lnTo>
                    <a:pt x="8432076" y="1965855"/>
                  </a:lnTo>
                  <a:lnTo>
                    <a:pt x="8432931" y="1972473"/>
                  </a:lnTo>
                  <a:lnTo>
                    <a:pt x="8433787" y="2017231"/>
                  </a:lnTo>
                  <a:lnTo>
                    <a:pt x="8434642" y="2059229"/>
                  </a:lnTo>
                  <a:lnTo>
                    <a:pt x="8435498" y="2090711"/>
                  </a:lnTo>
                  <a:lnTo>
                    <a:pt x="8436353" y="2079929"/>
                  </a:lnTo>
                  <a:lnTo>
                    <a:pt x="8437209" y="2086071"/>
                  </a:lnTo>
                  <a:lnTo>
                    <a:pt x="8438064" y="2091697"/>
                  </a:lnTo>
                  <a:lnTo>
                    <a:pt x="8438920" y="2083435"/>
                  </a:lnTo>
                  <a:lnTo>
                    <a:pt x="8439775" y="2083167"/>
                  </a:lnTo>
                  <a:lnTo>
                    <a:pt x="8440631" y="2063324"/>
                  </a:lnTo>
                  <a:lnTo>
                    <a:pt x="8441486" y="2028007"/>
                  </a:lnTo>
                  <a:lnTo>
                    <a:pt x="8442342" y="1931661"/>
                  </a:lnTo>
                  <a:lnTo>
                    <a:pt x="8443197" y="1886231"/>
                  </a:lnTo>
                  <a:lnTo>
                    <a:pt x="8444053" y="1887427"/>
                  </a:lnTo>
                  <a:lnTo>
                    <a:pt x="8444909" y="1868804"/>
                  </a:lnTo>
                  <a:lnTo>
                    <a:pt x="8445764" y="1889824"/>
                  </a:lnTo>
                  <a:lnTo>
                    <a:pt x="8446620" y="1906743"/>
                  </a:lnTo>
                  <a:lnTo>
                    <a:pt x="8447475" y="1905223"/>
                  </a:lnTo>
                  <a:lnTo>
                    <a:pt x="8448331" y="1920307"/>
                  </a:lnTo>
                  <a:lnTo>
                    <a:pt x="8449186" y="1924505"/>
                  </a:lnTo>
                  <a:lnTo>
                    <a:pt x="8450042" y="1995536"/>
                  </a:lnTo>
                  <a:lnTo>
                    <a:pt x="8450897" y="1997450"/>
                  </a:lnTo>
                  <a:lnTo>
                    <a:pt x="8451753" y="1955808"/>
                  </a:lnTo>
                  <a:lnTo>
                    <a:pt x="8452608" y="1965581"/>
                  </a:lnTo>
                  <a:lnTo>
                    <a:pt x="8453464" y="1944273"/>
                  </a:lnTo>
                  <a:lnTo>
                    <a:pt x="8454319" y="1965336"/>
                  </a:lnTo>
                  <a:lnTo>
                    <a:pt x="8455175" y="2026585"/>
                  </a:lnTo>
                  <a:lnTo>
                    <a:pt x="8456030" y="2023491"/>
                  </a:lnTo>
                  <a:lnTo>
                    <a:pt x="8456886" y="2012723"/>
                  </a:lnTo>
                  <a:lnTo>
                    <a:pt x="8457741" y="2010238"/>
                  </a:lnTo>
                  <a:lnTo>
                    <a:pt x="8458597" y="2018729"/>
                  </a:lnTo>
                  <a:lnTo>
                    <a:pt x="8459452" y="1959807"/>
                  </a:lnTo>
                  <a:lnTo>
                    <a:pt x="8460308" y="1845411"/>
                  </a:lnTo>
                  <a:lnTo>
                    <a:pt x="8461164" y="1829123"/>
                  </a:lnTo>
                  <a:lnTo>
                    <a:pt x="8462019" y="1800869"/>
                  </a:lnTo>
                  <a:lnTo>
                    <a:pt x="8462875" y="1796364"/>
                  </a:lnTo>
                  <a:lnTo>
                    <a:pt x="8463730" y="1893620"/>
                  </a:lnTo>
                  <a:lnTo>
                    <a:pt x="8464586" y="1838936"/>
                  </a:lnTo>
                  <a:lnTo>
                    <a:pt x="8465441" y="1930462"/>
                  </a:lnTo>
                  <a:lnTo>
                    <a:pt x="8466297" y="2006009"/>
                  </a:lnTo>
                  <a:lnTo>
                    <a:pt x="8467152" y="2034865"/>
                  </a:lnTo>
                  <a:lnTo>
                    <a:pt x="8468008" y="2105554"/>
                  </a:lnTo>
                  <a:lnTo>
                    <a:pt x="8468863" y="2101957"/>
                  </a:lnTo>
                  <a:lnTo>
                    <a:pt x="8469719" y="2123692"/>
                  </a:lnTo>
                  <a:lnTo>
                    <a:pt x="8470574" y="2058180"/>
                  </a:lnTo>
                  <a:lnTo>
                    <a:pt x="8471430" y="2084319"/>
                  </a:lnTo>
                  <a:lnTo>
                    <a:pt x="8472285" y="2162429"/>
                  </a:lnTo>
                  <a:lnTo>
                    <a:pt x="8473141" y="2174431"/>
                  </a:lnTo>
                  <a:lnTo>
                    <a:pt x="8473996" y="2209135"/>
                  </a:lnTo>
                  <a:lnTo>
                    <a:pt x="8474852" y="2201435"/>
                  </a:lnTo>
                  <a:lnTo>
                    <a:pt x="8475707" y="2098596"/>
                  </a:lnTo>
                  <a:lnTo>
                    <a:pt x="8476563" y="2113221"/>
                  </a:lnTo>
                  <a:lnTo>
                    <a:pt x="8477419" y="2172068"/>
                  </a:lnTo>
                  <a:lnTo>
                    <a:pt x="8478274" y="2196535"/>
                  </a:lnTo>
                  <a:lnTo>
                    <a:pt x="8479130" y="2169543"/>
                  </a:lnTo>
                  <a:lnTo>
                    <a:pt x="8479985" y="2168901"/>
                  </a:lnTo>
                  <a:lnTo>
                    <a:pt x="8480841" y="2199326"/>
                  </a:lnTo>
                  <a:lnTo>
                    <a:pt x="8481696" y="2178808"/>
                  </a:lnTo>
                  <a:lnTo>
                    <a:pt x="8482552" y="2170818"/>
                  </a:lnTo>
                  <a:lnTo>
                    <a:pt x="8483407" y="2176197"/>
                  </a:lnTo>
                  <a:lnTo>
                    <a:pt x="8484263" y="2159865"/>
                  </a:lnTo>
                  <a:lnTo>
                    <a:pt x="8485118" y="2117733"/>
                  </a:lnTo>
                  <a:lnTo>
                    <a:pt x="8485974" y="2199027"/>
                  </a:lnTo>
                  <a:lnTo>
                    <a:pt x="8486829" y="2186776"/>
                  </a:lnTo>
                  <a:lnTo>
                    <a:pt x="8487685" y="2211823"/>
                  </a:lnTo>
                  <a:lnTo>
                    <a:pt x="8488540" y="2201247"/>
                  </a:lnTo>
                  <a:lnTo>
                    <a:pt x="8489396" y="2222024"/>
                  </a:lnTo>
                  <a:lnTo>
                    <a:pt x="8490251" y="2245257"/>
                  </a:lnTo>
                  <a:lnTo>
                    <a:pt x="8491107" y="2248702"/>
                  </a:lnTo>
                  <a:lnTo>
                    <a:pt x="8491963" y="2234314"/>
                  </a:lnTo>
                  <a:lnTo>
                    <a:pt x="8492818" y="2221249"/>
                  </a:lnTo>
                  <a:lnTo>
                    <a:pt x="8493674" y="2225225"/>
                  </a:lnTo>
                  <a:lnTo>
                    <a:pt x="8494529" y="2125670"/>
                  </a:lnTo>
                  <a:lnTo>
                    <a:pt x="8495385" y="2047182"/>
                  </a:lnTo>
                  <a:lnTo>
                    <a:pt x="8496240" y="2025556"/>
                  </a:lnTo>
                  <a:lnTo>
                    <a:pt x="8497096" y="2110307"/>
                  </a:lnTo>
                  <a:lnTo>
                    <a:pt x="8497951" y="2120091"/>
                  </a:lnTo>
                  <a:lnTo>
                    <a:pt x="8498807" y="2109623"/>
                  </a:lnTo>
                  <a:lnTo>
                    <a:pt x="8499662" y="2099355"/>
                  </a:lnTo>
                  <a:lnTo>
                    <a:pt x="8500518" y="2063513"/>
                  </a:lnTo>
                  <a:lnTo>
                    <a:pt x="8501373" y="1993428"/>
                  </a:lnTo>
                  <a:lnTo>
                    <a:pt x="8502229" y="1927918"/>
                  </a:lnTo>
                  <a:lnTo>
                    <a:pt x="8503084" y="1864381"/>
                  </a:lnTo>
                  <a:lnTo>
                    <a:pt x="8503940" y="1853810"/>
                  </a:lnTo>
                  <a:lnTo>
                    <a:pt x="8504795" y="1877820"/>
                  </a:lnTo>
                  <a:lnTo>
                    <a:pt x="8505651" y="1861277"/>
                  </a:lnTo>
                  <a:lnTo>
                    <a:pt x="8506506" y="1886283"/>
                  </a:lnTo>
                  <a:lnTo>
                    <a:pt x="8507362" y="1908022"/>
                  </a:lnTo>
                  <a:lnTo>
                    <a:pt x="8508218" y="1929407"/>
                  </a:lnTo>
                  <a:lnTo>
                    <a:pt x="8509073" y="1977901"/>
                  </a:lnTo>
                  <a:lnTo>
                    <a:pt x="8509929" y="2035225"/>
                  </a:lnTo>
                  <a:lnTo>
                    <a:pt x="8510784" y="2087385"/>
                  </a:lnTo>
                  <a:lnTo>
                    <a:pt x="8511640" y="2112901"/>
                  </a:lnTo>
                  <a:lnTo>
                    <a:pt x="8512495" y="2104538"/>
                  </a:lnTo>
                  <a:lnTo>
                    <a:pt x="8513351" y="2045285"/>
                  </a:lnTo>
                  <a:lnTo>
                    <a:pt x="8514206" y="2084484"/>
                  </a:lnTo>
                  <a:lnTo>
                    <a:pt x="8515062" y="2068612"/>
                  </a:lnTo>
                  <a:lnTo>
                    <a:pt x="8515917" y="2091504"/>
                  </a:lnTo>
                  <a:lnTo>
                    <a:pt x="8516773" y="2025295"/>
                  </a:lnTo>
                  <a:lnTo>
                    <a:pt x="8517628" y="2067695"/>
                  </a:lnTo>
                  <a:lnTo>
                    <a:pt x="8518484" y="1997459"/>
                  </a:lnTo>
                  <a:lnTo>
                    <a:pt x="8519339" y="2067266"/>
                  </a:lnTo>
                  <a:lnTo>
                    <a:pt x="8520195" y="2034993"/>
                  </a:lnTo>
                  <a:lnTo>
                    <a:pt x="8521050" y="1992243"/>
                  </a:lnTo>
                  <a:lnTo>
                    <a:pt x="8521906" y="1929025"/>
                  </a:lnTo>
                  <a:lnTo>
                    <a:pt x="8522761" y="1922966"/>
                  </a:lnTo>
                  <a:lnTo>
                    <a:pt x="8523617" y="1923079"/>
                  </a:lnTo>
                  <a:lnTo>
                    <a:pt x="8524473" y="1910985"/>
                  </a:lnTo>
                  <a:lnTo>
                    <a:pt x="8525328" y="1887751"/>
                  </a:lnTo>
                  <a:lnTo>
                    <a:pt x="8526184" y="1937094"/>
                  </a:lnTo>
                  <a:lnTo>
                    <a:pt x="8527039" y="2031646"/>
                  </a:lnTo>
                  <a:lnTo>
                    <a:pt x="8527895" y="2030470"/>
                  </a:lnTo>
                  <a:lnTo>
                    <a:pt x="8528750" y="2033539"/>
                  </a:lnTo>
                  <a:lnTo>
                    <a:pt x="8529606" y="2015261"/>
                  </a:lnTo>
                  <a:lnTo>
                    <a:pt x="8530461" y="2069801"/>
                  </a:lnTo>
                  <a:lnTo>
                    <a:pt x="8531317" y="2082579"/>
                  </a:lnTo>
                  <a:lnTo>
                    <a:pt x="8532172" y="2056993"/>
                  </a:lnTo>
                  <a:lnTo>
                    <a:pt x="8533028" y="2072957"/>
                  </a:lnTo>
                  <a:lnTo>
                    <a:pt x="8533883" y="2078209"/>
                  </a:lnTo>
                  <a:lnTo>
                    <a:pt x="8534739" y="2027792"/>
                  </a:lnTo>
                  <a:lnTo>
                    <a:pt x="8535594" y="2005008"/>
                  </a:lnTo>
                  <a:lnTo>
                    <a:pt x="8536450" y="1938453"/>
                  </a:lnTo>
                  <a:lnTo>
                    <a:pt x="8537305" y="2027116"/>
                  </a:lnTo>
                  <a:lnTo>
                    <a:pt x="8538161" y="2141831"/>
                  </a:lnTo>
                  <a:lnTo>
                    <a:pt x="8539017" y="2176399"/>
                  </a:lnTo>
                  <a:lnTo>
                    <a:pt x="8539872" y="2138307"/>
                  </a:lnTo>
                  <a:lnTo>
                    <a:pt x="8540728" y="2119369"/>
                  </a:lnTo>
                  <a:lnTo>
                    <a:pt x="8541583" y="2024045"/>
                  </a:lnTo>
                  <a:lnTo>
                    <a:pt x="8542439" y="2040688"/>
                  </a:lnTo>
                  <a:lnTo>
                    <a:pt x="8543294" y="2076054"/>
                  </a:lnTo>
                  <a:lnTo>
                    <a:pt x="8544150" y="2135793"/>
                  </a:lnTo>
                  <a:lnTo>
                    <a:pt x="8545005" y="2171369"/>
                  </a:lnTo>
                  <a:lnTo>
                    <a:pt x="8545861" y="2092557"/>
                  </a:lnTo>
                  <a:lnTo>
                    <a:pt x="8546716" y="2096663"/>
                  </a:lnTo>
                  <a:lnTo>
                    <a:pt x="8547572" y="2117933"/>
                  </a:lnTo>
                  <a:lnTo>
                    <a:pt x="8548427" y="2159678"/>
                  </a:lnTo>
                  <a:lnTo>
                    <a:pt x="8549283" y="2136474"/>
                  </a:lnTo>
                  <a:lnTo>
                    <a:pt x="8550138" y="2142149"/>
                  </a:lnTo>
                  <a:lnTo>
                    <a:pt x="8550994" y="2193594"/>
                  </a:lnTo>
                  <a:lnTo>
                    <a:pt x="8551849" y="2178264"/>
                  </a:lnTo>
                  <a:lnTo>
                    <a:pt x="8552705" y="2160420"/>
                  </a:lnTo>
                  <a:lnTo>
                    <a:pt x="8553560" y="2097294"/>
                  </a:lnTo>
                  <a:lnTo>
                    <a:pt x="8553560" y="2097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05" y="0"/>
                  </a:lnTo>
                  <a:lnTo>
                    <a:pt x="8551849" y="0"/>
                  </a:lnTo>
                  <a:lnTo>
                    <a:pt x="8550994" y="0"/>
                  </a:lnTo>
                  <a:lnTo>
                    <a:pt x="8550138" y="0"/>
                  </a:lnTo>
                  <a:lnTo>
                    <a:pt x="8549283" y="0"/>
                  </a:lnTo>
                  <a:lnTo>
                    <a:pt x="8548427" y="0"/>
                  </a:lnTo>
                  <a:lnTo>
                    <a:pt x="8547572" y="0"/>
                  </a:lnTo>
                  <a:lnTo>
                    <a:pt x="8546716" y="0"/>
                  </a:lnTo>
                  <a:lnTo>
                    <a:pt x="8545861" y="0"/>
                  </a:lnTo>
                  <a:lnTo>
                    <a:pt x="8545005" y="0"/>
                  </a:lnTo>
                  <a:lnTo>
                    <a:pt x="8544150" y="0"/>
                  </a:lnTo>
                  <a:lnTo>
                    <a:pt x="8543294" y="0"/>
                  </a:lnTo>
                  <a:lnTo>
                    <a:pt x="8542439" y="0"/>
                  </a:lnTo>
                  <a:lnTo>
                    <a:pt x="8541583" y="0"/>
                  </a:lnTo>
                  <a:lnTo>
                    <a:pt x="8540728" y="0"/>
                  </a:lnTo>
                  <a:lnTo>
                    <a:pt x="8539872" y="0"/>
                  </a:lnTo>
                  <a:lnTo>
                    <a:pt x="8539017" y="0"/>
                  </a:lnTo>
                  <a:lnTo>
                    <a:pt x="8538161" y="0"/>
                  </a:lnTo>
                  <a:lnTo>
                    <a:pt x="8537305" y="0"/>
                  </a:lnTo>
                  <a:lnTo>
                    <a:pt x="8536450" y="0"/>
                  </a:lnTo>
                  <a:lnTo>
                    <a:pt x="8535594" y="0"/>
                  </a:lnTo>
                  <a:lnTo>
                    <a:pt x="8534739" y="0"/>
                  </a:lnTo>
                  <a:lnTo>
                    <a:pt x="8533883" y="0"/>
                  </a:lnTo>
                  <a:lnTo>
                    <a:pt x="8533028" y="0"/>
                  </a:lnTo>
                  <a:lnTo>
                    <a:pt x="8532172" y="0"/>
                  </a:lnTo>
                  <a:lnTo>
                    <a:pt x="8531317" y="0"/>
                  </a:lnTo>
                  <a:lnTo>
                    <a:pt x="8530461" y="0"/>
                  </a:lnTo>
                  <a:lnTo>
                    <a:pt x="8529606" y="0"/>
                  </a:lnTo>
                  <a:lnTo>
                    <a:pt x="8528750" y="0"/>
                  </a:lnTo>
                  <a:lnTo>
                    <a:pt x="8527895" y="0"/>
                  </a:lnTo>
                  <a:lnTo>
                    <a:pt x="8527039" y="0"/>
                  </a:lnTo>
                  <a:lnTo>
                    <a:pt x="8526184" y="0"/>
                  </a:lnTo>
                  <a:lnTo>
                    <a:pt x="8525328" y="0"/>
                  </a:lnTo>
                  <a:lnTo>
                    <a:pt x="8524473" y="0"/>
                  </a:lnTo>
                  <a:lnTo>
                    <a:pt x="8523617" y="0"/>
                  </a:lnTo>
                  <a:lnTo>
                    <a:pt x="8522761" y="0"/>
                  </a:lnTo>
                  <a:lnTo>
                    <a:pt x="8521906" y="0"/>
                  </a:lnTo>
                  <a:lnTo>
                    <a:pt x="8521050" y="0"/>
                  </a:lnTo>
                  <a:lnTo>
                    <a:pt x="8520195" y="0"/>
                  </a:lnTo>
                  <a:lnTo>
                    <a:pt x="8519339" y="0"/>
                  </a:lnTo>
                  <a:lnTo>
                    <a:pt x="8518484" y="0"/>
                  </a:lnTo>
                  <a:lnTo>
                    <a:pt x="8517628" y="0"/>
                  </a:lnTo>
                  <a:lnTo>
                    <a:pt x="8516773" y="0"/>
                  </a:lnTo>
                  <a:lnTo>
                    <a:pt x="8515917" y="0"/>
                  </a:lnTo>
                  <a:lnTo>
                    <a:pt x="8515062" y="0"/>
                  </a:lnTo>
                  <a:lnTo>
                    <a:pt x="8514206" y="0"/>
                  </a:lnTo>
                  <a:lnTo>
                    <a:pt x="8513351" y="0"/>
                  </a:lnTo>
                  <a:lnTo>
                    <a:pt x="8512495" y="0"/>
                  </a:lnTo>
                  <a:lnTo>
                    <a:pt x="8511640" y="0"/>
                  </a:lnTo>
                  <a:lnTo>
                    <a:pt x="8510784" y="0"/>
                  </a:lnTo>
                  <a:lnTo>
                    <a:pt x="8509929" y="0"/>
                  </a:lnTo>
                  <a:lnTo>
                    <a:pt x="8509073" y="0"/>
                  </a:lnTo>
                  <a:lnTo>
                    <a:pt x="8508218" y="0"/>
                  </a:lnTo>
                  <a:lnTo>
                    <a:pt x="8507362" y="0"/>
                  </a:lnTo>
                  <a:lnTo>
                    <a:pt x="8506506" y="0"/>
                  </a:lnTo>
                  <a:lnTo>
                    <a:pt x="8505651" y="0"/>
                  </a:lnTo>
                  <a:lnTo>
                    <a:pt x="8504795" y="0"/>
                  </a:lnTo>
                  <a:lnTo>
                    <a:pt x="8503940" y="0"/>
                  </a:lnTo>
                  <a:lnTo>
                    <a:pt x="8503084" y="0"/>
                  </a:lnTo>
                  <a:lnTo>
                    <a:pt x="8502229" y="0"/>
                  </a:lnTo>
                  <a:lnTo>
                    <a:pt x="8501373" y="0"/>
                  </a:lnTo>
                  <a:lnTo>
                    <a:pt x="8500518" y="0"/>
                  </a:lnTo>
                  <a:lnTo>
                    <a:pt x="8499662" y="0"/>
                  </a:lnTo>
                  <a:lnTo>
                    <a:pt x="8498807" y="0"/>
                  </a:lnTo>
                  <a:lnTo>
                    <a:pt x="8497951" y="0"/>
                  </a:lnTo>
                  <a:lnTo>
                    <a:pt x="8497096" y="0"/>
                  </a:lnTo>
                  <a:lnTo>
                    <a:pt x="8496240" y="0"/>
                  </a:lnTo>
                  <a:lnTo>
                    <a:pt x="8495385" y="0"/>
                  </a:lnTo>
                  <a:lnTo>
                    <a:pt x="8494529" y="0"/>
                  </a:lnTo>
                  <a:lnTo>
                    <a:pt x="8493674" y="0"/>
                  </a:lnTo>
                  <a:lnTo>
                    <a:pt x="8492818" y="0"/>
                  </a:lnTo>
                  <a:lnTo>
                    <a:pt x="8491963" y="0"/>
                  </a:lnTo>
                  <a:lnTo>
                    <a:pt x="8491107" y="0"/>
                  </a:lnTo>
                  <a:lnTo>
                    <a:pt x="8490251" y="0"/>
                  </a:lnTo>
                  <a:lnTo>
                    <a:pt x="8489396" y="0"/>
                  </a:lnTo>
                  <a:lnTo>
                    <a:pt x="8488540" y="0"/>
                  </a:lnTo>
                  <a:lnTo>
                    <a:pt x="8487685" y="0"/>
                  </a:lnTo>
                  <a:lnTo>
                    <a:pt x="8486829" y="0"/>
                  </a:lnTo>
                  <a:lnTo>
                    <a:pt x="8485974" y="0"/>
                  </a:lnTo>
                  <a:lnTo>
                    <a:pt x="8485118" y="0"/>
                  </a:lnTo>
                  <a:lnTo>
                    <a:pt x="8484263" y="0"/>
                  </a:lnTo>
                  <a:lnTo>
                    <a:pt x="8483407" y="0"/>
                  </a:lnTo>
                  <a:lnTo>
                    <a:pt x="8482552" y="0"/>
                  </a:lnTo>
                  <a:lnTo>
                    <a:pt x="8481696" y="0"/>
                  </a:lnTo>
                  <a:lnTo>
                    <a:pt x="8480841" y="0"/>
                  </a:lnTo>
                  <a:lnTo>
                    <a:pt x="8479985" y="0"/>
                  </a:lnTo>
                  <a:lnTo>
                    <a:pt x="8479130" y="0"/>
                  </a:lnTo>
                  <a:lnTo>
                    <a:pt x="8478274" y="0"/>
                  </a:lnTo>
                  <a:lnTo>
                    <a:pt x="8477419" y="0"/>
                  </a:lnTo>
                  <a:lnTo>
                    <a:pt x="8476563" y="0"/>
                  </a:lnTo>
                  <a:lnTo>
                    <a:pt x="8475707" y="0"/>
                  </a:lnTo>
                  <a:lnTo>
                    <a:pt x="8474852" y="0"/>
                  </a:lnTo>
                  <a:lnTo>
                    <a:pt x="8473996" y="0"/>
                  </a:lnTo>
                  <a:lnTo>
                    <a:pt x="8473141" y="0"/>
                  </a:lnTo>
                  <a:lnTo>
                    <a:pt x="8472285" y="0"/>
                  </a:lnTo>
                  <a:lnTo>
                    <a:pt x="8471430" y="0"/>
                  </a:lnTo>
                  <a:lnTo>
                    <a:pt x="8470574" y="0"/>
                  </a:lnTo>
                  <a:lnTo>
                    <a:pt x="8469719" y="0"/>
                  </a:lnTo>
                  <a:lnTo>
                    <a:pt x="8468863" y="0"/>
                  </a:lnTo>
                  <a:lnTo>
                    <a:pt x="8468008" y="0"/>
                  </a:lnTo>
                  <a:lnTo>
                    <a:pt x="8467152" y="0"/>
                  </a:lnTo>
                  <a:lnTo>
                    <a:pt x="8466297" y="0"/>
                  </a:lnTo>
                  <a:lnTo>
                    <a:pt x="8465441" y="0"/>
                  </a:lnTo>
                  <a:lnTo>
                    <a:pt x="8464586" y="0"/>
                  </a:lnTo>
                  <a:lnTo>
                    <a:pt x="8463730" y="0"/>
                  </a:lnTo>
                  <a:lnTo>
                    <a:pt x="8462875" y="0"/>
                  </a:lnTo>
                  <a:lnTo>
                    <a:pt x="8462019" y="0"/>
                  </a:lnTo>
                  <a:lnTo>
                    <a:pt x="8461164" y="0"/>
                  </a:lnTo>
                  <a:lnTo>
                    <a:pt x="8460308" y="0"/>
                  </a:lnTo>
                  <a:lnTo>
                    <a:pt x="8459452" y="0"/>
                  </a:lnTo>
                  <a:lnTo>
                    <a:pt x="8458597" y="0"/>
                  </a:lnTo>
                  <a:lnTo>
                    <a:pt x="8457741" y="0"/>
                  </a:lnTo>
                  <a:lnTo>
                    <a:pt x="8456886" y="0"/>
                  </a:lnTo>
                  <a:lnTo>
                    <a:pt x="8456030" y="0"/>
                  </a:lnTo>
                  <a:lnTo>
                    <a:pt x="8455175" y="0"/>
                  </a:lnTo>
                  <a:lnTo>
                    <a:pt x="8454319" y="0"/>
                  </a:lnTo>
                  <a:lnTo>
                    <a:pt x="8453464" y="0"/>
                  </a:lnTo>
                  <a:lnTo>
                    <a:pt x="8452608" y="0"/>
                  </a:lnTo>
                  <a:lnTo>
                    <a:pt x="8451753" y="0"/>
                  </a:lnTo>
                  <a:lnTo>
                    <a:pt x="8450897" y="0"/>
                  </a:lnTo>
                  <a:lnTo>
                    <a:pt x="8450042" y="0"/>
                  </a:lnTo>
                  <a:lnTo>
                    <a:pt x="8449186" y="0"/>
                  </a:lnTo>
                  <a:lnTo>
                    <a:pt x="8448331" y="0"/>
                  </a:lnTo>
                  <a:lnTo>
                    <a:pt x="8447475" y="0"/>
                  </a:lnTo>
                  <a:lnTo>
                    <a:pt x="8446620" y="0"/>
                  </a:lnTo>
                  <a:lnTo>
                    <a:pt x="8445764" y="0"/>
                  </a:lnTo>
                  <a:lnTo>
                    <a:pt x="8444909" y="0"/>
                  </a:lnTo>
                  <a:lnTo>
                    <a:pt x="8444053" y="0"/>
                  </a:lnTo>
                  <a:lnTo>
                    <a:pt x="8443197" y="0"/>
                  </a:lnTo>
                  <a:lnTo>
                    <a:pt x="8442342" y="0"/>
                  </a:lnTo>
                  <a:lnTo>
                    <a:pt x="8441486" y="0"/>
                  </a:lnTo>
                  <a:lnTo>
                    <a:pt x="8440631" y="0"/>
                  </a:lnTo>
                  <a:lnTo>
                    <a:pt x="8439775" y="0"/>
                  </a:lnTo>
                  <a:lnTo>
                    <a:pt x="8438920" y="0"/>
                  </a:lnTo>
                  <a:lnTo>
                    <a:pt x="8438064" y="0"/>
                  </a:lnTo>
                  <a:lnTo>
                    <a:pt x="8437209" y="0"/>
                  </a:lnTo>
                  <a:lnTo>
                    <a:pt x="8436353" y="0"/>
                  </a:lnTo>
                  <a:lnTo>
                    <a:pt x="8435498" y="0"/>
                  </a:lnTo>
                  <a:lnTo>
                    <a:pt x="8434642" y="0"/>
                  </a:lnTo>
                  <a:lnTo>
                    <a:pt x="8433787" y="0"/>
                  </a:lnTo>
                  <a:lnTo>
                    <a:pt x="8432931" y="0"/>
                  </a:lnTo>
                  <a:lnTo>
                    <a:pt x="8432076" y="0"/>
                  </a:lnTo>
                  <a:lnTo>
                    <a:pt x="8431220" y="0"/>
                  </a:lnTo>
                  <a:lnTo>
                    <a:pt x="8430365" y="0"/>
                  </a:lnTo>
                  <a:lnTo>
                    <a:pt x="8429509" y="0"/>
                  </a:lnTo>
                  <a:lnTo>
                    <a:pt x="8428653" y="0"/>
                  </a:lnTo>
                  <a:lnTo>
                    <a:pt x="8427798" y="0"/>
                  </a:lnTo>
                  <a:lnTo>
                    <a:pt x="8426942" y="0"/>
                  </a:lnTo>
                  <a:lnTo>
                    <a:pt x="8426087" y="0"/>
                  </a:lnTo>
                  <a:lnTo>
                    <a:pt x="8425231" y="0"/>
                  </a:lnTo>
                  <a:lnTo>
                    <a:pt x="8424376" y="0"/>
                  </a:lnTo>
                  <a:lnTo>
                    <a:pt x="8423520" y="0"/>
                  </a:lnTo>
                  <a:lnTo>
                    <a:pt x="8422665" y="0"/>
                  </a:lnTo>
                  <a:lnTo>
                    <a:pt x="8421809" y="0"/>
                  </a:lnTo>
                  <a:lnTo>
                    <a:pt x="8420954" y="0"/>
                  </a:lnTo>
                  <a:lnTo>
                    <a:pt x="8420098" y="0"/>
                  </a:lnTo>
                  <a:lnTo>
                    <a:pt x="8419243" y="0"/>
                  </a:lnTo>
                  <a:lnTo>
                    <a:pt x="8418387" y="0"/>
                  </a:lnTo>
                  <a:lnTo>
                    <a:pt x="8417532" y="0"/>
                  </a:lnTo>
                  <a:lnTo>
                    <a:pt x="8416676" y="0"/>
                  </a:lnTo>
                  <a:lnTo>
                    <a:pt x="8415821" y="0"/>
                  </a:lnTo>
                  <a:lnTo>
                    <a:pt x="8414965" y="0"/>
                  </a:lnTo>
                  <a:lnTo>
                    <a:pt x="8414110" y="0"/>
                  </a:lnTo>
                  <a:lnTo>
                    <a:pt x="8413254" y="0"/>
                  </a:lnTo>
                  <a:lnTo>
                    <a:pt x="8412398" y="0"/>
                  </a:lnTo>
                  <a:lnTo>
                    <a:pt x="8411543" y="0"/>
                  </a:lnTo>
                  <a:lnTo>
                    <a:pt x="8410687" y="0"/>
                  </a:lnTo>
                  <a:lnTo>
                    <a:pt x="8409832" y="0"/>
                  </a:lnTo>
                  <a:lnTo>
                    <a:pt x="8408976" y="0"/>
                  </a:lnTo>
                  <a:lnTo>
                    <a:pt x="8408121" y="0"/>
                  </a:lnTo>
                  <a:lnTo>
                    <a:pt x="8407265" y="0"/>
                  </a:lnTo>
                  <a:lnTo>
                    <a:pt x="8406410" y="0"/>
                  </a:lnTo>
                  <a:lnTo>
                    <a:pt x="8405554" y="0"/>
                  </a:lnTo>
                  <a:lnTo>
                    <a:pt x="8404699" y="0"/>
                  </a:lnTo>
                  <a:lnTo>
                    <a:pt x="8403843" y="0"/>
                  </a:lnTo>
                  <a:lnTo>
                    <a:pt x="8402988" y="0"/>
                  </a:lnTo>
                  <a:lnTo>
                    <a:pt x="8402132" y="0"/>
                  </a:lnTo>
                  <a:lnTo>
                    <a:pt x="8401277" y="0"/>
                  </a:lnTo>
                  <a:lnTo>
                    <a:pt x="8400421" y="0"/>
                  </a:lnTo>
                  <a:lnTo>
                    <a:pt x="8399566" y="0"/>
                  </a:lnTo>
                  <a:lnTo>
                    <a:pt x="8398710" y="0"/>
                  </a:lnTo>
                  <a:lnTo>
                    <a:pt x="8397855" y="0"/>
                  </a:lnTo>
                  <a:lnTo>
                    <a:pt x="8396999" y="0"/>
                  </a:lnTo>
                  <a:lnTo>
                    <a:pt x="8396143" y="0"/>
                  </a:lnTo>
                  <a:lnTo>
                    <a:pt x="8395288" y="0"/>
                  </a:lnTo>
                  <a:lnTo>
                    <a:pt x="8394432" y="0"/>
                  </a:lnTo>
                  <a:lnTo>
                    <a:pt x="8393577" y="0"/>
                  </a:lnTo>
                  <a:lnTo>
                    <a:pt x="8392721" y="0"/>
                  </a:lnTo>
                  <a:lnTo>
                    <a:pt x="8391866" y="0"/>
                  </a:lnTo>
                  <a:lnTo>
                    <a:pt x="8391010" y="0"/>
                  </a:lnTo>
                  <a:lnTo>
                    <a:pt x="8390155" y="0"/>
                  </a:lnTo>
                  <a:lnTo>
                    <a:pt x="8389299" y="0"/>
                  </a:lnTo>
                  <a:lnTo>
                    <a:pt x="8388444" y="0"/>
                  </a:lnTo>
                  <a:lnTo>
                    <a:pt x="8387588" y="0"/>
                  </a:lnTo>
                  <a:lnTo>
                    <a:pt x="8386733" y="0"/>
                  </a:lnTo>
                  <a:lnTo>
                    <a:pt x="8385877" y="0"/>
                  </a:lnTo>
                  <a:lnTo>
                    <a:pt x="8385022" y="0"/>
                  </a:lnTo>
                  <a:lnTo>
                    <a:pt x="8384166" y="0"/>
                  </a:lnTo>
                  <a:lnTo>
                    <a:pt x="8383311" y="0"/>
                  </a:lnTo>
                  <a:lnTo>
                    <a:pt x="8382455" y="0"/>
                  </a:lnTo>
                  <a:lnTo>
                    <a:pt x="8381600" y="0"/>
                  </a:lnTo>
                  <a:lnTo>
                    <a:pt x="8380744" y="0"/>
                  </a:lnTo>
                  <a:lnTo>
                    <a:pt x="8379888" y="0"/>
                  </a:lnTo>
                  <a:lnTo>
                    <a:pt x="8379033" y="0"/>
                  </a:lnTo>
                  <a:lnTo>
                    <a:pt x="8378177" y="0"/>
                  </a:lnTo>
                  <a:lnTo>
                    <a:pt x="8377322" y="0"/>
                  </a:lnTo>
                  <a:lnTo>
                    <a:pt x="8376466" y="0"/>
                  </a:lnTo>
                  <a:lnTo>
                    <a:pt x="8375611" y="0"/>
                  </a:lnTo>
                  <a:lnTo>
                    <a:pt x="8374755" y="0"/>
                  </a:lnTo>
                  <a:lnTo>
                    <a:pt x="8373900" y="0"/>
                  </a:lnTo>
                  <a:lnTo>
                    <a:pt x="8373044" y="0"/>
                  </a:lnTo>
                  <a:lnTo>
                    <a:pt x="8372189" y="0"/>
                  </a:lnTo>
                  <a:lnTo>
                    <a:pt x="8371333" y="0"/>
                  </a:lnTo>
                  <a:lnTo>
                    <a:pt x="8370478" y="0"/>
                  </a:lnTo>
                  <a:lnTo>
                    <a:pt x="8369622" y="0"/>
                  </a:lnTo>
                  <a:lnTo>
                    <a:pt x="8368767" y="0"/>
                  </a:lnTo>
                  <a:lnTo>
                    <a:pt x="8367911" y="0"/>
                  </a:lnTo>
                  <a:lnTo>
                    <a:pt x="8367056" y="0"/>
                  </a:lnTo>
                  <a:lnTo>
                    <a:pt x="8366200" y="0"/>
                  </a:lnTo>
                  <a:lnTo>
                    <a:pt x="8365344" y="0"/>
                  </a:lnTo>
                  <a:lnTo>
                    <a:pt x="8364489" y="0"/>
                  </a:lnTo>
                  <a:lnTo>
                    <a:pt x="8363633" y="0"/>
                  </a:lnTo>
                  <a:lnTo>
                    <a:pt x="8362778" y="0"/>
                  </a:lnTo>
                  <a:lnTo>
                    <a:pt x="8361922" y="0"/>
                  </a:lnTo>
                  <a:lnTo>
                    <a:pt x="8361067" y="0"/>
                  </a:lnTo>
                  <a:lnTo>
                    <a:pt x="8360211" y="0"/>
                  </a:lnTo>
                  <a:lnTo>
                    <a:pt x="8359356" y="0"/>
                  </a:lnTo>
                  <a:lnTo>
                    <a:pt x="8358500" y="0"/>
                  </a:lnTo>
                  <a:lnTo>
                    <a:pt x="8357645" y="0"/>
                  </a:lnTo>
                  <a:lnTo>
                    <a:pt x="8356789" y="0"/>
                  </a:lnTo>
                  <a:lnTo>
                    <a:pt x="8355934" y="0"/>
                  </a:lnTo>
                  <a:lnTo>
                    <a:pt x="8355078" y="0"/>
                  </a:lnTo>
                  <a:lnTo>
                    <a:pt x="8354223" y="0"/>
                  </a:lnTo>
                  <a:lnTo>
                    <a:pt x="8353367" y="0"/>
                  </a:lnTo>
                  <a:lnTo>
                    <a:pt x="8352512" y="0"/>
                  </a:lnTo>
                  <a:lnTo>
                    <a:pt x="8351656" y="0"/>
                  </a:lnTo>
                  <a:lnTo>
                    <a:pt x="8350801" y="0"/>
                  </a:lnTo>
                  <a:lnTo>
                    <a:pt x="8349945" y="0"/>
                  </a:lnTo>
                  <a:lnTo>
                    <a:pt x="8349089" y="0"/>
                  </a:lnTo>
                  <a:lnTo>
                    <a:pt x="8348234" y="0"/>
                  </a:lnTo>
                  <a:lnTo>
                    <a:pt x="8347378" y="0"/>
                  </a:lnTo>
                  <a:lnTo>
                    <a:pt x="8346523" y="0"/>
                  </a:lnTo>
                  <a:lnTo>
                    <a:pt x="8345667" y="0"/>
                  </a:lnTo>
                  <a:lnTo>
                    <a:pt x="8344812" y="0"/>
                  </a:lnTo>
                  <a:lnTo>
                    <a:pt x="8343956" y="0"/>
                  </a:lnTo>
                  <a:lnTo>
                    <a:pt x="8343101" y="0"/>
                  </a:lnTo>
                  <a:lnTo>
                    <a:pt x="8342245" y="0"/>
                  </a:lnTo>
                  <a:lnTo>
                    <a:pt x="8341390" y="0"/>
                  </a:lnTo>
                  <a:lnTo>
                    <a:pt x="8340534" y="0"/>
                  </a:lnTo>
                  <a:lnTo>
                    <a:pt x="8339679" y="0"/>
                  </a:lnTo>
                  <a:lnTo>
                    <a:pt x="8338823" y="0"/>
                  </a:lnTo>
                  <a:lnTo>
                    <a:pt x="8337968" y="0"/>
                  </a:lnTo>
                  <a:lnTo>
                    <a:pt x="8337112" y="0"/>
                  </a:lnTo>
                  <a:lnTo>
                    <a:pt x="8336257" y="0"/>
                  </a:lnTo>
                  <a:lnTo>
                    <a:pt x="8335401" y="0"/>
                  </a:lnTo>
                  <a:lnTo>
                    <a:pt x="8334546" y="0"/>
                  </a:lnTo>
                  <a:lnTo>
                    <a:pt x="8333690" y="0"/>
                  </a:lnTo>
                  <a:lnTo>
                    <a:pt x="8332834" y="0"/>
                  </a:lnTo>
                  <a:lnTo>
                    <a:pt x="8331979" y="0"/>
                  </a:lnTo>
                  <a:lnTo>
                    <a:pt x="8331123" y="0"/>
                  </a:lnTo>
                  <a:lnTo>
                    <a:pt x="8330268" y="0"/>
                  </a:lnTo>
                  <a:lnTo>
                    <a:pt x="8329412" y="0"/>
                  </a:lnTo>
                  <a:lnTo>
                    <a:pt x="8328557" y="0"/>
                  </a:lnTo>
                  <a:lnTo>
                    <a:pt x="8327701" y="0"/>
                  </a:lnTo>
                  <a:lnTo>
                    <a:pt x="8326846" y="0"/>
                  </a:lnTo>
                  <a:lnTo>
                    <a:pt x="8325990" y="0"/>
                  </a:lnTo>
                  <a:lnTo>
                    <a:pt x="8325135" y="0"/>
                  </a:lnTo>
                  <a:lnTo>
                    <a:pt x="8324279" y="0"/>
                  </a:lnTo>
                  <a:lnTo>
                    <a:pt x="8323424" y="0"/>
                  </a:lnTo>
                  <a:lnTo>
                    <a:pt x="8322568" y="0"/>
                  </a:lnTo>
                  <a:lnTo>
                    <a:pt x="8321713" y="0"/>
                  </a:lnTo>
                  <a:lnTo>
                    <a:pt x="8320857" y="0"/>
                  </a:lnTo>
                  <a:lnTo>
                    <a:pt x="8320002" y="0"/>
                  </a:lnTo>
                  <a:lnTo>
                    <a:pt x="8319146" y="0"/>
                  </a:lnTo>
                  <a:lnTo>
                    <a:pt x="8318290" y="0"/>
                  </a:lnTo>
                  <a:lnTo>
                    <a:pt x="8317435" y="0"/>
                  </a:lnTo>
                  <a:lnTo>
                    <a:pt x="8316579" y="0"/>
                  </a:lnTo>
                  <a:lnTo>
                    <a:pt x="8315724" y="0"/>
                  </a:lnTo>
                  <a:lnTo>
                    <a:pt x="8314868" y="0"/>
                  </a:lnTo>
                  <a:lnTo>
                    <a:pt x="8314013" y="0"/>
                  </a:lnTo>
                  <a:lnTo>
                    <a:pt x="8313157" y="0"/>
                  </a:lnTo>
                  <a:lnTo>
                    <a:pt x="8312302" y="0"/>
                  </a:lnTo>
                  <a:lnTo>
                    <a:pt x="8311446" y="0"/>
                  </a:lnTo>
                  <a:lnTo>
                    <a:pt x="8310591" y="0"/>
                  </a:lnTo>
                  <a:lnTo>
                    <a:pt x="8309735" y="0"/>
                  </a:lnTo>
                  <a:lnTo>
                    <a:pt x="8308880" y="0"/>
                  </a:lnTo>
                  <a:lnTo>
                    <a:pt x="8308024" y="0"/>
                  </a:lnTo>
                  <a:lnTo>
                    <a:pt x="8307169" y="0"/>
                  </a:lnTo>
                  <a:lnTo>
                    <a:pt x="8306313" y="0"/>
                  </a:lnTo>
                  <a:lnTo>
                    <a:pt x="8305458" y="0"/>
                  </a:lnTo>
                  <a:lnTo>
                    <a:pt x="8304602" y="0"/>
                  </a:lnTo>
                  <a:lnTo>
                    <a:pt x="8303747" y="0"/>
                  </a:lnTo>
                  <a:lnTo>
                    <a:pt x="8302891" y="0"/>
                  </a:lnTo>
                  <a:lnTo>
                    <a:pt x="8302035" y="0"/>
                  </a:lnTo>
                  <a:lnTo>
                    <a:pt x="8301180" y="0"/>
                  </a:lnTo>
                  <a:lnTo>
                    <a:pt x="8300324" y="0"/>
                  </a:lnTo>
                  <a:lnTo>
                    <a:pt x="8299469" y="0"/>
                  </a:lnTo>
                  <a:lnTo>
                    <a:pt x="8298613" y="0"/>
                  </a:lnTo>
                  <a:lnTo>
                    <a:pt x="8297758" y="0"/>
                  </a:lnTo>
                  <a:lnTo>
                    <a:pt x="8296902" y="0"/>
                  </a:lnTo>
                  <a:lnTo>
                    <a:pt x="8296047" y="0"/>
                  </a:lnTo>
                  <a:lnTo>
                    <a:pt x="8295191" y="0"/>
                  </a:lnTo>
                  <a:lnTo>
                    <a:pt x="8294336" y="0"/>
                  </a:lnTo>
                  <a:lnTo>
                    <a:pt x="8293480" y="0"/>
                  </a:lnTo>
                  <a:lnTo>
                    <a:pt x="8292625" y="0"/>
                  </a:lnTo>
                  <a:lnTo>
                    <a:pt x="8291769" y="0"/>
                  </a:lnTo>
                  <a:lnTo>
                    <a:pt x="8290914" y="0"/>
                  </a:lnTo>
                  <a:lnTo>
                    <a:pt x="8290058" y="0"/>
                  </a:lnTo>
                  <a:lnTo>
                    <a:pt x="8289203" y="0"/>
                  </a:lnTo>
                  <a:lnTo>
                    <a:pt x="8288347" y="0"/>
                  </a:lnTo>
                  <a:lnTo>
                    <a:pt x="8287492" y="0"/>
                  </a:lnTo>
                  <a:lnTo>
                    <a:pt x="8286636" y="0"/>
                  </a:lnTo>
                  <a:lnTo>
                    <a:pt x="8285780" y="0"/>
                  </a:lnTo>
                  <a:lnTo>
                    <a:pt x="8284925" y="0"/>
                  </a:lnTo>
                  <a:lnTo>
                    <a:pt x="8284069" y="0"/>
                  </a:lnTo>
                  <a:lnTo>
                    <a:pt x="8283214" y="0"/>
                  </a:lnTo>
                  <a:lnTo>
                    <a:pt x="8282358" y="0"/>
                  </a:lnTo>
                  <a:lnTo>
                    <a:pt x="8281503" y="0"/>
                  </a:lnTo>
                  <a:lnTo>
                    <a:pt x="8280647" y="0"/>
                  </a:lnTo>
                  <a:lnTo>
                    <a:pt x="8279792" y="0"/>
                  </a:lnTo>
                  <a:lnTo>
                    <a:pt x="8278936" y="0"/>
                  </a:lnTo>
                  <a:lnTo>
                    <a:pt x="8278081" y="0"/>
                  </a:lnTo>
                  <a:lnTo>
                    <a:pt x="8277225" y="0"/>
                  </a:lnTo>
                  <a:lnTo>
                    <a:pt x="8276370" y="0"/>
                  </a:lnTo>
                  <a:lnTo>
                    <a:pt x="8275514" y="0"/>
                  </a:lnTo>
                  <a:lnTo>
                    <a:pt x="8274659" y="0"/>
                  </a:lnTo>
                  <a:lnTo>
                    <a:pt x="8273803" y="0"/>
                  </a:lnTo>
                  <a:lnTo>
                    <a:pt x="8272948" y="0"/>
                  </a:lnTo>
                  <a:lnTo>
                    <a:pt x="8272092" y="0"/>
                  </a:lnTo>
                  <a:lnTo>
                    <a:pt x="8271236" y="0"/>
                  </a:lnTo>
                  <a:lnTo>
                    <a:pt x="8270381" y="0"/>
                  </a:lnTo>
                  <a:lnTo>
                    <a:pt x="8269525" y="0"/>
                  </a:lnTo>
                  <a:lnTo>
                    <a:pt x="8268670" y="0"/>
                  </a:lnTo>
                  <a:lnTo>
                    <a:pt x="8267814" y="0"/>
                  </a:lnTo>
                  <a:lnTo>
                    <a:pt x="8266959" y="0"/>
                  </a:lnTo>
                  <a:lnTo>
                    <a:pt x="8266103" y="0"/>
                  </a:lnTo>
                  <a:lnTo>
                    <a:pt x="8265248" y="0"/>
                  </a:lnTo>
                  <a:lnTo>
                    <a:pt x="8264392" y="0"/>
                  </a:lnTo>
                  <a:lnTo>
                    <a:pt x="8263537" y="0"/>
                  </a:lnTo>
                  <a:lnTo>
                    <a:pt x="8262681" y="0"/>
                  </a:lnTo>
                  <a:lnTo>
                    <a:pt x="8261826" y="0"/>
                  </a:lnTo>
                  <a:lnTo>
                    <a:pt x="8260970" y="0"/>
                  </a:lnTo>
                  <a:lnTo>
                    <a:pt x="8260115" y="0"/>
                  </a:lnTo>
                  <a:lnTo>
                    <a:pt x="8259259" y="0"/>
                  </a:lnTo>
                  <a:lnTo>
                    <a:pt x="8258404" y="0"/>
                  </a:lnTo>
                  <a:lnTo>
                    <a:pt x="8257548" y="0"/>
                  </a:lnTo>
                  <a:lnTo>
                    <a:pt x="8256693" y="0"/>
                  </a:lnTo>
                  <a:lnTo>
                    <a:pt x="8255837" y="0"/>
                  </a:lnTo>
                  <a:lnTo>
                    <a:pt x="8254981" y="0"/>
                  </a:lnTo>
                  <a:lnTo>
                    <a:pt x="8254126" y="0"/>
                  </a:lnTo>
                  <a:lnTo>
                    <a:pt x="8253270" y="0"/>
                  </a:lnTo>
                  <a:lnTo>
                    <a:pt x="8252415" y="0"/>
                  </a:lnTo>
                  <a:lnTo>
                    <a:pt x="8251559" y="0"/>
                  </a:lnTo>
                  <a:lnTo>
                    <a:pt x="8250704" y="0"/>
                  </a:lnTo>
                  <a:lnTo>
                    <a:pt x="8249848" y="0"/>
                  </a:lnTo>
                  <a:lnTo>
                    <a:pt x="8248993" y="0"/>
                  </a:lnTo>
                  <a:lnTo>
                    <a:pt x="8248137" y="0"/>
                  </a:lnTo>
                  <a:lnTo>
                    <a:pt x="8247282" y="0"/>
                  </a:lnTo>
                  <a:lnTo>
                    <a:pt x="8246426" y="0"/>
                  </a:lnTo>
                  <a:lnTo>
                    <a:pt x="8245571" y="0"/>
                  </a:lnTo>
                  <a:lnTo>
                    <a:pt x="8244715" y="0"/>
                  </a:lnTo>
                  <a:lnTo>
                    <a:pt x="8243860" y="0"/>
                  </a:lnTo>
                  <a:lnTo>
                    <a:pt x="8243004" y="0"/>
                  </a:lnTo>
                  <a:lnTo>
                    <a:pt x="8242149" y="0"/>
                  </a:lnTo>
                  <a:lnTo>
                    <a:pt x="8241293" y="0"/>
                  </a:lnTo>
                  <a:lnTo>
                    <a:pt x="8240438" y="0"/>
                  </a:lnTo>
                  <a:lnTo>
                    <a:pt x="8239582" y="0"/>
                  </a:lnTo>
                  <a:lnTo>
                    <a:pt x="8238726" y="0"/>
                  </a:lnTo>
                  <a:lnTo>
                    <a:pt x="8237871" y="0"/>
                  </a:lnTo>
                  <a:lnTo>
                    <a:pt x="8237015" y="0"/>
                  </a:lnTo>
                  <a:lnTo>
                    <a:pt x="8236160" y="0"/>
                  </a:lnTo>
                  <a:lnTo>
                    <a:pt x="8235304" y="0"/>
                  </a:lnTo>
                  <a:lnTo>
                    <a:pt x="8234449" y="0"/>
                  </a:lnTo>
                  <a:lnTo>
                    <a:pt x="8233593" y="0"/>
                  </a:lnTo>
                  <a:lnTo>
                    <a:pt x="8232738" y="0"/>
                  </a:lnTo>
                  <a:lnTo>
                    <a:pt x="8231882" y="0"/>
                  </a:lnTo>
                  <a:lnTo>
                    <a:pt x="8231027" y="0"/>
                  </a:lnTo>
                  <a:lnTo>
                    <a:pt x="8230171" y="0"/>
                  </a:lnTo>
                  <a:lnTo>
                    <a:pt x="8229316" y="0"/>
                  </a:lnTo>
                  <a:lnTo>
                    <a:pt x="8228460" y="0"/>
                  </a:lnTo>
                  <a:lnTo>
                    <a:pt x="8227605" y="0"/>
                  </a:lnTo>
                  <a:lnTo>
                    <a:pt x="8226749" y="0"/>
                  </a:lnTo>
                  <a:lnTo>
                    <a:pt x="8225894" y="0"/>
                  </a:lnTo>
                  <a:lnTo>
                    <a:pt x="8225038" y="0"/>
                  </a:lnTo>
                  <a:lnTo>
                    <a:pt x="8224182" y="0"/>
                  </a:lnTo>
                  <a:lnTo>
                    <a:pt x="8223327" y="0"/>
                  </a:lnTo>
                  <a:lnTo>
                    <a:pt x="8222471" y="0"/>
                  </a:lnTo>
                  <a:lnTo>
                    <a:pt x="8221616" y="0"/>
                  </a:lnTo>
                  <a:lnTo>
                    <a:pt x="8220760" y="0"/>
                  </a:lnTo>
                  <a:lnTo>
                    <a:pt x="8219905" y="0"/>
                  </a:lnTo>
                  <a:lnTo>
                    <a:pt x="8219049" y="0"/>
                  </a:lnTo>
                  <a:lnTo>
                    <a:pt x="8218194" y="0"/>
                  </a:lnTo>
                  <a:lnTo>
                    <a:pt x="8217338" y="0"/>
                  </a:lnTo>
                  <a:lnTo>
                    <a:pt x="8216483" y="0"/>
                  </a:lnTo>
                  <a:lnTo>
                    <a:pt x="8215627" y="0"/>
                  </a:lnTo>
                  <a:lnTo>
                    <a:pt x="8214772" y="0"/>
                  </a:lnTo>
                  <a:lnTo>
                    <a:pt x="8213916" y="0"/>
                  </a:lnTo>
                  <a:lnTo>
                    <a:pt x="8213061" y="0"/>
                  </a:lnTo>
                  <a:lnTo>
                    <a:pt x="8212205" y="0"/>
                  </a:lnTo>
                  <a:lnTo>
                    <a:pt x="8211350" y="0"/>
                  </a:lnTo>
                  <a:lnTo>
                    <a:pt x="8210494" y="0"/>
                  </a:lnTo>
                  <a:lnTo>
                    <a:pt x="8209639" y="0"/>
                  </a:lnTo>
                  <a:lnTo>
                    <a:pt x="8208783" y="0"/>
                  </a:lnTo>
                  <a:lnTo>
                    <a:pt x="8207927" y="0"/>
                  </a:lnTo>
                  <a:lnTo>
                    <a:pt x="8207072" y="0"/>
                  </a:lnTo>
                  <a:lnTo>
                    <a:pt x="8206216" y="0"/>
                  </a:lnTo>
                  <a:lnTo>
                    <a:pt x="8205361" y="0"/>
                  </a:lnTo>
                  <a:lnTo>
                    <a:pt x="8204505" y="0"/>
                  </a:lnTo>
                  <a:lnTo>
                    <a:pt x="8203650" y="0"/>
                  </a:lnTo>
                  <a:lnTo>
                    <a:pt x="8202794" y="0"/>
                  </a:lnTo>
                  <a:lnTo>
                    <a:pt x="8201939" y="0"/>
                  </a:lnTo>
                  <a:lnTo>
                    <a:pt x="8201083" y="0"/>
                  </a:lnTo>
                  <a:lnTo>
                    <a:pt x="8200228" y="0"/>
                  </a:lnTo>
                  <a:lnTo>
                    <a:pt x="8199372" y="0"/>
                  </a:lnTo>
                  <a:lnTo>
                    <a:pt x="8198517" y="0"/>
                  </a:lnTo>
                  <a:lnTo>
                    <a:pt x="8197661" y="0"/>
                  </a:lnTo>
                  <a:lnTo>
                    <a:pt x="8196806" y="0"/>
                  </a:lnTo>
                  <a:lnTo>
                    <a:pt x="8195950" y="0"/>
                  </a:lnTo>
                  <a:lnTo>
                    <a:pt x="8195095" y="0"/>
                  </a:lnTo>
                  <a:lnTo>
                    <a:pt x="8194239" y="0"/>
                  </a:lnTo>
                  <a:lnTo>
                    <a:pt x="8193384" y="0"/>
                  </a:lnTo>
                  <a:lnTo>
                    <a:pt x="8192528" y="0"/>
                  </a:lnTo>
                  <a:lnTo>
                    <a:pt x="8191672" y="0"/>
                  </a:lnTo>
                  <a:lnTo>
                    <a:pt x="8190817" y="0"/>
                  </a:lnTo>
                  <a:lnTo>
                    <a:pt x="8189961" y="0"/>
                  </a:lnTo>
                  <a:lnTo>
                    <a:pt x="8189106" y="0"/>
                  </a:lnTo>
                  <a:lnTo>
                    <a:pt x="8188250" y="0"/>
                  </a:lnTo>
                  <a:lnTo>
                    <a:pt x="8187395" y="0"/>
                  </a:lnTo>
                  <a:lnTo>
                    <a:pt x="8186539" y="0"/>
                  </a:lnTo>
                  <a:lnTo>
                    <a:pt x="8185684" y="0"/>
                  </a:lnTo>
                  <a:lnTo>
                    <a:pt x="8184828" y="0"/>
                  </a:lnTo>
                  <a:lnTo>
                    <a:pt x="8183973" y="0"/>
                  </a:lnTo>
                  <a:lnTo>
                    <a:pt x="8183117" y="0"/>
                  </a:lnTo>
                  <a:lnTo>
                    <a:pt x="8182262" y="0"/>
                  </a:lnTo>
                  <a:lnTo>
                    <a:pt x="8181406" y="0"/>
                  </a:lnTo>
                  <a:lnTo>
                    <a:pt x="8180551" y="0"/>
                  </a:lnTo>
                  <a:lnTo>
                    <a:pt x="8179695" y="0"/>
                  </a:lnTo>
                  <a:lnTo>
                    <a:pt x="8178840" y="0"/>
                  </a:lnTo>
                  <a:lnTo>
                    <a:pt x="8177984" y="0"/>
                  </a:lnTo>
                  <a:lnTo>
                    <a:pt x="8177129" y="0"/>
                  </a:lnTo>
                  <a:lnTo>
                    <a:pt x="8176273" y="0"/>
                  </a:lnTo>
                  <a:lnTo>
                    <a:pt x="8175417" y="0"/>
                  </a:lnTo>
                  <a:lnTo>
                    <a:pt x="8174562" y="0"/>
                  </a:lnTo>
                  <a:lnTo>
                    <a:pt x="8173706" y="0"/>
                  </a:lnTo>
                  <a:lnTo>
                    <a:pt x="8172851" y="0"/>
                  </a:lnTo>
                  <a:lnTo>
                    <a:pt x="8171995" y="0"/>
                  </a:lnTo>
                  <a:lnTo>
                    <a:pt x="8171140" y="0"/>
                  </a:lnTo>
                  <a:lnTo>
                    <a:pt x="8170284" y="0"/>
                  </a:lnTo>
                  <a:lnTo>
                    <a:pt x="8169429" y="0"/>
                  </a:lnTo>
                  <a:lnTo>
                    <a:pt x="8168573" y="0"/>
                  </a:lnTo>
                  <a:lnTo>
                    <a:pt x="8167718" y="0"/>
                  </a:lnTo>
                  <a:lnTo>
                    <a:pt x="8166862" y="0"/>
                  </a:lnTo>
                  <a:lnTo>
                    <a:pt x="8166007" y="0"/>
                  </a:lnTo>
                  <a:lnTo>
                    <a:pt x="8165151" y="0"/>
                  </a:lnTo>
                  <a:lnTo>
                    <a:pt x="8164296" y="0"/>
                  </a:lnTo>
                  <a:lnTo>
                    <a:pt x="8163440" y="0"/>
                  </a:lnTo>
                  <a:lnTo>
                    <a:pt x="8162585" y="0"/>
                  </a:lnTo>
                  <a:lnTo>
                    <a:pt x="8161729" y="0"/>
                  </a:lnTo>
                  <a:lnTo>
                    <a:pt x="8160873" y="0"/>
                  </a:lnTo>
                  <a:lnTo>
                    <a:pt x="8160018" y="0"/>
                  </a:lnTo>
                  <a:lnTo>
                    <a:pt x="8159162" y="0"/>
                  </a:lnTo>
                  <a:lnTo>
                    <a:pt x="8158307" y="0"/>
                  </a:lnTo>
                  <a:lnTo>
                    <a:pt x="8157451" y="0"/>
                  </a:lnTo>
                  <a:lnTo>
                    <a:pt x="8156596" y="0"/>
                  </a:lnTo>
                  <a:lnTo>
                    <a:pt x="8155740" y="0"/>
                  </a:lnTo>
                  <a:lnTo>
                    <a:pt x="8154885" y="0"/>
                  </a:lnTo>
                  <a:lnTo>
                    <a:pt x="8154029" y="0"/>
                  </a:lnTo>
                  <a:lnTo>
                    <a:pt x="8153174" y="0"/>
                  </a:lnTo>
                  <a:lnTo>
                    <a:pt x="8152318" y="0"/>
                  </a:lnTo>
                  <a:lnTo>
                    <a:pt x="8151463" y="0"/>
                  </a:lnTo>
                  <a:lnTo>
                    <a:pt x="8150607" y="0"/>
                  </a:lnTo>
                  <a:lnTo>
                    <a:pt x="8149752" y="0"/>
                  </a:lnTo>
                  <a:lnTo>
                    <a:pt x="8148896" y="0"/>
                  </a:lnTo>
                  <a:lnTo>
                    <a:pt x="8148041" y="0"/>
                  </a:lnTo>
                  <a:lnTo>
                    <a:pt x="8147185" y="0"/>
                  </a:lnTo>
                  <a:lnTo>
                    <a:pt x="8146330" y="0"/>
                  </a:lnTo>
                  <a:lnTo>
                    <a:pt x="8145474" y="0"/>
                  </a:lnTo>
                  <a:lnTo>
                    <a:pt x="8144618" y="0"/>
                  </a:lnTo>
                  <a:lnTo>
                    <a:pt x="8143763" y="0"/>
                  </a:lnTo>
                  <a:lnTo>
                    <a:pt x="8142907" y="0"/>
                  </a:lnTo>
                  <a:lnTo>
                    <a:pt x="8142052" y="0"/>
                  </a:lnTo>
                  <a:lnTo>
                    <a:pt x="8141196" y="0"/>
                  </a:lnTo>
                  <a:lnTo>
                    <a:pt x="8140341" y="0"/>
                  </a:lnTo>
                  <a:lnTo>
                    <a:pt x="8139485" y="0"/>
                  </a:lnTo>
                  <a:lnTo>
                    <a:pt x="8138630" y="0"/>
                  </a:lnTo>
                  <a:lnTo>
                    <a:pt x="8137774" y="0"/>
                  </a:lnTo>
                  <a:lnTo>
                    <a:pt x="8136919" y="0"/>
                  </a:lnTo>
                  <a:lnTo>
                    <a:pt x="8136063" y="0"/>
                  </a:lnTo>
                  <a:lnTo>
                    <a:pt x="8135208" y="0"/>
                  </a:lnTo>
                  <a:lnTo>
                    <a:pt x="8134352" y="0"/>
                  </a:lnTo>
                  <a:lnTo>
                    <a:pt x="8133497" y="0"/>
                  </a:lnTo>
                  <a:lnTo>
                    <a:pt x="8132641" y="0"/>
                  </a:lnTo>
                  <a:lnTo>
                    <a:pt x="8131786" y="0"/>
                  </a:lnTo>
                  <a:lnTo>
                    <a:pt x="8130930" y="0"/>
                  </a:lnTo>
                  <a:lnTo>
                    <a:pt x="8130075" y="0"/>
                  </a:lnTo>
                  <a:lnTo>
                    <a:pt x="8129219" y="0"/>
                  </a:lnTo>
                  <a:lnTo>
                    <a:pt x="8128363" y="0"/>
                  </a:lnTo>
                  <a:lnTo>
                    <a:pt x="8127508" y="0"/>
                  </a:lnTo>
                  <a:lnTo>
                    <a:pt x="8126652" y="0"/>
                  </a:lnTo>
                  <a:lnTo>
                    <a:pt x="8125797" y="0"/>
                  </a:lnTo>
                  <a:lnTo>
                    <a:pt x="8124941" y="0"/>
                  </a:lnTo>
                  <a:lnTo>
                    <a:pt x="8124086" y="0"/>
                  </a:lnTo>
                  <a:lnTo>
                    <a:pt x="8123230" y="0"/>
                  </a:lnTo>
                  <a:lnTo>
                    <a:pt x="8122375" y="0"/>
                  </a:lnTo>
                  <a:lnTo>
                    <a:pt x="8121519" y="0"/>
                  </a:lnTo>
                  <a:lnTo>
                    <a:pt x="8120664" y="0"/>
                  </a:lnTo>
                  <a:lnTo>
                    <a:pt x="8119808" y="0"/>
                  </a:lnTo>
                  <a:lnTo>
                    <a:pt x="8118953" y="0"/>
                  </a:lnTo>
                  <a:lnTo>
                    <a:pt x="8118097" y="0"/>
                  </a:lnTo>
                  <a:lnTo>
                    <a:pt x="8117242" y="0"/>
                  </a:lnTo>
                  <a:lnTo>
                    <a:pt x="8116386" y="0"/>
                  </a:lnTo>
                  <a:lnTo>
                    <a:pt x="8115531" y="0"/>
                  </a:lnTo>
                  <a:lnTo>
                    <a:pt x="8114675" y="0"/>
                  </a:lnTo>
                  <a:lnTo>
                    <a:pt x="8113819" y="0"/>
                  </a:lnTo>
                  <a:lnTo>
                    <a:pt x="8112964" y="0"/>
                  </a:lnTo>
                  <a:lnTo>
                    <a:pt x="8112108" y="0"/>
                  </a:lnTo>
                  <a:lnTo>
                    <a:pt x="8111253" y="0"/>
                  </a:lnTo>
                  <a:lnTo>
                    <a:pt x="8110397" y="0"/>
                  </a:lnTo>
                  <a:lnTo>
                    <a:pt x="8109542" y="0"/>
                  </a:lnTo>
                  <a:lnTo>
                    <a:pt x="8108686" y="0"/>
                  </a:lnTo>
                  <a:lnTo>
                    <a:pt x="8107831" y="0"/>
                  </a:lnTo>
                  <a:lnTo>
                    <a:pt x="8106975" y="0"/>
                  </a:lnTo>
                  <a:lnTo>
                    <a:pt x="8106120" y="0"/>
                  </a:lnTo>
                  <a:lnTo>
                    <a:pt x="8105264" y="0"/>
                  </a:lnTo>
                  <a:lnTo>
                    <a:pt x="8104409" y="0"/>
                  </a:lnTo>
                  <a:lnTo>
                    <a:pt x="8103553" y="0"/>
                  </a:lnTo>
                  <a:lnTo>
                    <a:pt x="8102698" y="0"/>
                  </a:lnTo>
                  <a:lnTo>
                    <a:pt x="8101842" y="0"/>
                  </a:lnTo>
                  <a:lnTo>
                    <a:pt x="8100987" y="0"/>
                  </a:lnTo>
                  <a:lnTo>
                    <a:pt x="8100131" y="0"/>
                  </a:lnTo>
                  <a:lnTo>
                    <a:pt x="8099276" y="0"/>
                  </a:lnTo>
                  <a:lnTo>
                    <a:pt x="8098420" y="0"/>
                  </a:lnTo>
                  <a:lnTo>
                    <a:pt x="8097564" y="0"/>
                  </a:lnTo>
                  <a:lnTo>
                    <a:pt x="8096709" y="0"/>
                  </a:lnTo>
                  <a:lnTo>
                    <a:pt x="8095853" y="0"/>
                  </a:lnTo>
                  <a:lnTo>
                    <a:pt x="8094998" y="0"/>
                  </a:lnTo>
                  <a:lnTo>
                    <a:pt x="8094142" y="0"/>
                  </a:lnTo>
                  <a:lnTo>
                    <a:pt x="8093287" y="0"/>
                  </a:lnTo>
                  <a:lnTo>
                    <a:pt x="8092431" y="0"/>
                  </a:lnTo>
                  <a:lnTo>
                    <a:pt x="8091576" y="0"/>
                  </a:lnTo>
                  <a:lnTo>
                    <a:pt x="8090720" y="0"/>
                  </a:lnTo>
                  <a:lnTo>
                    <a:pt x="8089865" y="0"/>
                  </a:lnTo>
                  <a:lnTo>
                    <a:pt x="8089009" y="0"/>
                  </a:lnTo>
                  <a:lnTo>
                    <a:pt x="8088154" y="0"/>
                  </a:lnTo>
                  <a:lnTo>
                    <a:pt x="8087298" y="0"/>
                  </a:lnTo>
                  <a:lnTo>
                    <a:pt x="8086443" y="0"/>
                  </a:lnTo>
                  <a:lnTo>
                    <a:pt x="8085587" y="0"/>
                  </a:lnTo>
                  <a:lnTo>
                    <a:pt x="8084732" y="0"/>
                  </a:lnTo>
                  <a:lnTo>
                    <a:pt x="8083876" y="0"/>
                  </a:lnTo>
                  <a:lnTo>
                    <a:pt x="8083021" y="0"/>
                  </a:lnTo>
                  <a:lnTo>
                    <a:pt x="8082165" y="0"/>
                  </a:lnTo>
                  <a:lnTo>
                    <a:pt x="8081309" y="0"/>
                  </a:lnTo>
                  <a:lnTo>
                    <a:pt x="8080454" y="0"/>
                  </a:lnTo>
                  <a:lnTo>
                    <a:pt x="8079598" y="0"/>
                  </a:lnTo>
                  <a:lnTo>
                    <a:pt x="8078743" y="0"/>
                  </a:lnTo>
                  <a:lnTo>
                    <a:pt x="8077887" y="0"/>
                  </a:lnTo>
                  <a:lnTo>
                    <a:pt x="8077032" y="0"/>
                  </a:lnTo>
                  <a:lnTo>
                    <a:pt x="8076176" y="0"/>
                  </a:lnTo>
                  <a:lnTo>
                    <a:pt x="8075321" y="0"/>
                  </a:lnTo>
                  <a:lnTo>
                    <a:pt x="8074465" y="0"/>
                  </a:lnTo>
                  <a:lnTo>
                    <a:pt x="8073610" y="0"/>
                  </a:lnTo>
                  <a:lnTo>
                    <a:pt x="8072754" y="0"/>
                  </a:lnTo>
                  <a:lnTo>
                    <a:pt x="8071899" y="0"/>
                  </a:lnTo>
                  <a:lnTo>
                    <a:pt x="8071043" y="0"/>
                  </a:lnTo>
                  <a:lnTo>
                    <a:pt x="8070188" y="0"/>
                  </a:lnTo>
                  <a:lnTo>
                    <a:pt x="8069332" y="0"/>
                  </a:lnTo>
                  <a:lnTo>
                    <a:pt x="8068477" y="0"/>
                  </a:lnTo>
                  <a:lnTo>
                    <a:pt x="8067621" y="0"/>
                  </a:lnTo>
                  <a:lnTo>
                    <a:pt x="8066765" y="0"/>
                  </a:lnTo>
                  <a:lnTo>
                    <a:pt x="8065910" y="0"/>
                  </a:lnTo>
                  <a:lnTo>
                    <a:pt x="8065054" y="0"/>
                  </a:lnTo>
                  <a:lnTo>
                    <a:pt x="8064199" y="0"/>
                  </a:lnTo>
                  <a:lnTo>
                    <a:pt x="8063343" y="0"/>
                  </a:lnTo>
                  <a:lnTo>
                    <a:pt x="8062488" y="0"/>
                  </a:lnTo>
                  <a:lnTo>
                    <a:pt x="8061632" y="0"/>
                  </a:lnTo>
                  <a:lnTo>
                    <a:pt x="8060777" y="0"/>
                  </a:lnTo>
                  <a:lnTo>
                    <a:pt x="8059921" y="0"/>
                  </a:lnTo>
                  <a:lnTo>
                    <a:pt x="8059066" y="0"/>
                  </a:lnTo>
                  <a:lnTo>
                    <a:pt x="8058210" y="0"/>
                  </a:lnTo>
                  <a:lnTo>
                    <a:pt x="8057355" y="0"/>
                  </a:lnTo>
                  <a:lnTo>
                    <a:pt x="8056499" y="0"/>
                  </a:lnTo>
                  <a:lnTo>
                    <a:pt x="8055644" y="0"/>
                  </a:lnTo>
                  <a:lnTo>
                    <a:pt x="8054788" y="0"/>
                  </a:lnTo>
                  <a:lnTo>
                    <a:pt x="8053933" y="0"/>
                  </a:lnTo>
                  <a:lnTo>
                    <a:pt x="8053077" y="0"/>
                  </a:lnTo>
                  <a:lnTo>
                    <a:pt x="8052222" y="0"/>
                  </a:lnTo>
                  <a:lnTo>
                    <a:pt x="8051366" y="0"/>
                  </a:lnTo>
                  <a:lnTo>
                    <a:pt x="8050510" y="0"/>
                  </a:lnTo>
                  <a:lnTo>
                    <a:pt x="8049655" y="0"/>
                  </a:lnTo>
                  <a:lnTo>
                    <a:pt x="8048799" y="0"/>
                  </a:lnTo>
                  <a:lnTo>
                    <a:pt x="8047944" y="0"/>
                  </a:lnTo>
                  <a:lnTo>
                    <a:pt x="8047088" y="0"/>
                  </a:lnTo>
                  <a:lnTo>
                    <a:pt x="8046233" y="0"/>
                  </a:lnTo>
                  <a:lnTo>
                    <a:pt x="8045377" y="0"/>
                  </a:lnTo>
                  <a:lnTo>
                    <a:pt x="8044522" y="0"/>
                  </a:lnTo>
                  <a:lnTo>
                    <a:pt x="8043666" y="0"/>
                  </a:lnTo>
                  <a:lnTo>
                    <a:pt x="8042811" y="0"/>
                  </a:lnTo>
                  <a:lnTo>
                    <a:pt x="8041955" y="0"/>
                  </a:lnTo>
                  <a:lnTo>
                    <a:pt x="8041100" y="0"/>
                  </a:lnTo>
                  <a:lnTo>
                    <a:pt x="8040244" y="0"/>
                  </a:lnTo>
                  <a:lnTo>
                    <a:pt x="8039389" y="0"/>
                  </a:lnTo>
                  <a:lnTo>
                    <a:pt x="8038533" y="0"/>
                  </a:lnTo>
                  <a:lnTo>
                    <a:pt x="8037678" y="0"/>
                  </a:lnTo>
                  <a:lnTo>
                    <a:pt x="8036822" y="0"/>
                  </a:lnTo>
                  <a:lnTo>
                    <a:pt x="8035967" y="0"/>
                  </a:lnTo>
                  <a:lnTo>
                    <a:pt x="8035111" y="0"/>
                  </a:lnTo>
                  <a:lnTo>
                    <a:pt x="8034255" y="0"/>
                  </a:lnTo>
                  <a:lnTo>
                    <a:pt x="8033400" y="0"/>
                  </a:lnTo>
                  <a:lnTo>
                    <a:pt x="8032544" y="0"/>
                  </a:lnTo>
                  <a:lnTo>
                    <a:pt x="8031689" y="0"/>
                  </a:lnTo>
                  <a:lnTo>
                    <a:pt x="8030833" y="0"/>
                  </a:lnTo>
                  <a:lnTo>
                    <a:pt x="8029978" y="0"/>
                  </a:lnTo>
                  <a:lnTo>
                    <a:pt x="8029122" y="0"/>
                  </a:lnTo>
                  <a:lnTo>
                    <a:pt x="8028267" y="0"/>
                  </a:lnTo>
                  <a:lnTo>
                    <a:pt x="8027411" y="0"/>
                  </a:lnTo>
                  <a:lnTo>
                    <a:pt x="8026556" y="0"/>
                  </a:lnTo>
                  <a:lnTo>
                    <a:pt x="8025700" y="0"/>
                  </a:lnTo>
                  <a:lnTo>
                    <a:pt x="8024845" y="0"/>
                  </a:lnTo>
                  <a:lnTo>
                    <a:pt x="8023989" y="0"/>
                  </a:lnTo>
                  <a:lnTo>
                    <a:pt x="8023134" y="0"/>
                  </a:lnTo>
                  <a:lnTo>
                    <a:pt x="8022278" y="0"/>
                  </a:lnTo>
                  <a:lnTo>
                    <a:pt x="8021423" y="0"/>
                  </a:lnTo>
                  <a:lnTo>
                    <a:pt x="8020567" y="0"/>
                  </a:lnTo>
                  <a:lnTo>
                    <a:pt x="8019711" y="0"/>
                  </a:lnTo>
                  <a:lnTo>
                    <a:pt x="8018856" y="0"/>
                  </a:lnTo>
                  <a:lnTo>
                    <a:pt x="8018000" y="0"/>
                  </a:lnTo>
                  <a:lnTo>
                    <a:pt x="8017145" y="0"/>
                  </a:lnTo>
                  <a:lnTo>
                    <a:pt x="8016289" y="0"/>
                  </a:lnTo>
                  <a:lnTo>
                    <a:pt x="8015434" y="0"/>
                  </a:lnTo>
                  <a:lnTo>
                    <a:pt x="8014578" y="0"/>
                  </a:lnTo>
                  <a:lnTo>
                    <a:pt x="8013723" y="0"/>
                  </a:lnTo>
                  <a:lnTo>
                    <a:pt x="8012867" y="0"/>
                  </a:lnTo>
                  <a:lnTo>
                    <a:pt x="8012012" y="0"/>
                  </a:lnTo>
                  <a:lnTo>
                    <a:pt x="8011156" y="0"/>
                  </a:lnTo>
                  <a:lnTo>
                    <a:pt x="8010301" y="0"/>
                  </a:lnTo>
                  <a:lnTo>
                    <a:pt x="8009445" y="0"/>
                  </a:lnTo>
                  <a:lnTo>
                    <a:pt x="8008590" y="0"/>
                  </a:lnTo>
                  <a:lnTo>
                    <a:pt x="8007734" y="0"/>
                  </a:lnTo>
                  <a:lnTo>
                    <a:pt x="8006879" y="0"/>
                  </a:lnTo>
                  <a:lnTo>
                    <a:pt x="8006023" y="0"/>
                  </a:lnTo>
                  <a:lnTo>
                    <a:pt x="8005168" y="0"/>
                  </a:lnTo>
                  <a:lnTo>
                    <a:pt x="8004312" y="0"/>
                  </a:lnTo>
                  <a:lnTo>
                    <a:pt x="8003456" y="0"/>
                  </a:lnTo>
                  <a:lnTo>
                    <a:pt x="8002601" y="0"/>
                  </a:lnTo>
                  <a:lnTo>
                    <a:pt x="8001745" y="0"/>
                  </a:lnTo>
                  <a:lnTo>
                    <a:pt x="8000890" y="0"/>
                  </a:lnTo>
                  <a:lnTo>
                    <a:pt x="8000034" y="0"/>
                  </a:lnTo>
                  <a:lnTo>
                    <a:pt x="7999179" y="0"/>
                  </a:lnTo>
                  <a:lnTo>
                    <a:pt x="7998323" y="0"/>
                  </a:lnTo>
                  <a:lnTo>
                    <a:pt x="7997468" y="0"/>
                  </a:lnTo>
                  <a:lnTo>
                    <a:pt x="7996612" y="0"/>
                  </a:lnTo>
                  <a:lnTo>
                    <a:pt x="7995757" y="0"/>
                  </a:lnTo>
                  <a:lnTo>
                    <a:pt x="7994901" y="0"/>
                  </a:lnTo>
                  <a:lnTo>
                    <a:pt x="7994046" y="0"/>
                  </a:lnTo>
                  <a:lnTo>
                    <a:pt x="7993190" y="0"/>
                  </a:lnTo>
                  <a:lnTo>
                    <a:pt x="7992335" y="0"/>
                  </a:lnTo>
                  <a:lnTo>
                    <a:pt x="7991479" y="0"/>
                  </a:lnTo>
                  <a:lnTo>
                    <a:pt x="7990624" y="0"/>
                  </a:lnTo>
                  <a:lnTo>
                    <a:pt x="7989768" y="0"/>
                  </a:lnTo>
                  <a:lnTo>
                    <a:pt x="7988913" y="0"/>
                  </a:lnTo>
                  <a:lnTo>
                    <a:pt x="7988057" y="0"/>
                  </a:lnTo>
                  <a:lnTo>
                    <a:pt x="7987201" y="0"/>
                  </a:lnTo>
                  <a:lnTo>
                    <a:pt x="7986346" y="0"/>
                  </a:lnTo>
                  <a:lnTo>
                    <a:pt x="7985490" y="0"/>
                  </a:lnTo>
                  <a:lnTo>
                    <a:pt x="7984635" y="0"/>
                  </a:lnTo>
                  <a:lnTo>
                    <a:pt x="7983779" y="0"/>
                  </a:lnTo>
                  <a:lnTo>
                    <a:pt x="7982924" y="0"/>
                  </a:lnTo>
                  <a:lnTo>
                    <a:pt x="7982068" y="0"/>
                  </a:lnTo>
                  <a:lnTo>
                    <a:pt x="7981213" y="0"/>
                  </a:lnTo>
                  <a:lnTo>
                    <a:pt x="7980357" y="0"/>
                  </a:lnTo>
                  <a:lnTo>
                    <a:pt x="7979502" y="0"/>
                  </a:lnTo>
                  <a:lnTo>
                    <a:pt x="7978646" y="0"/>
                  </a:lnTo>
                  <a:lnTo>
                    <a:pt x="7977791" y="0"/>
                  </a:lnTo>
                  <a:lnTo>
                    <a:pt x="7976935" y="0"/>
                  </a:lnTo>
                  <a:lnTo>
                    <a:pt x="7976080" y="0"/>
                  </a:lnTo>
                  <a:lnTo>
                    <a:pt x="7975224" y="0"/>
                  </a:lnTo>
                  <a:lnTo>
                    <a:pt x="7974369" y="0"/>
                  </a:lnTo>
                  <a:lnTo>
                    <a:pt x="7973513" y="0"/>
                  </a:lnTo>
                  <a:lnTo>
                    <a:pt x="7972658" y="0"/>
                  </a:lnTo>
                  <a:lnTo>
                    <a:pt x="7971802" y="0"/>
                  </a:lnTo>
                  <a:lnTo>
                    <a:pt x="7970946" y="0"/>
                  </a:lnTo>
                  <a:lnTo>
                    <a:pt x="7970091" y="0"/>
                  </a:lnTo>
                  <a:lnTo>
                    <a:pt x="7969235" y="0"/>
                  </a:lnTo>
                  <a:lnTo>
                    <a:pt x="7968380" y="0"/>
                  </a:lnTo>
                  <a:lnTo>
                    <a:pt x="7967524" y="0"/>
                  </a:lnTo>
                  <a:lnTo>
                    <a:pt x="7966669" y="0"/>
                  </a:lnTo>
                  <a:lnTo>
                    <a:pt x="7965813" y="0"/>
                  </a:lnTo>
                  <a:lnTo>
                    <a:pt x="7964958" y="0"/>
                  </a:lnTo>
                  <a:lnTo>
                    <a:pt x="7964102" y="0"/>
                  </a:lnTo>
                  <a:lnTo>
                    <a:pt x="7963247" y="0"/>
                  </a:lnTo>
                  <a:lnTo>
                    <a:pt x="7962391" y="0"/>
                  </a:lnTo>
                  <a:lnTo>
                    <a:pt x="7961536" y="0"/>
                  </a:lnTo>
                  <a:lnTo>
                    <a:pt x="7960680" y="0"/>
                  </a:lnTo>
                  <a:lnTo>
                    <a:pt x="7959825" y="0"/>
                  </a:lnTo>
                  <a:lnTo>
                    <a:pt x="7958969" y="0"/>
                  </a:lnTo>
                  <a:lnTo>
                    <a:pt x="7958114" y="0"/>
                  </a:lnTo>
                  <a:lnTo>
                    <a:pt x="7957258" y="0"/>
                  </a:lnTo>
                  <a:lnTo>
                    <a:pt x="7956402" y="0"/>
                  </a:lnTo>
                  <a:lnTo>
                    <a:pt x="7955547" y="0"/>
                  </a:lnTo>
                  <a:lnTo>
                    <a:pt x="7954691" y="0"/>
                  </a:lnTo>
                  <a:lnTo>
                    <a:pt x="7953836" y="0"/>
                  </a:lnTo>
                  <a:lnTo>
                    <a:pt x="7952980" y="0"/>
                  </a:lnTo>
                  <a:lnTo>
                    <a:pt x="7952125" y="0"/>
                  </a:lnTo>
                  <a:lnTo>
                    <a:pt x="7951269" y="0"/>
                  </a:lnTo>
                  <a:lnTo>
                    <a:pt x="7950414" y="0"/>
                  </a:lnTo>
                  <a:lnTo>
                    <a:pt x="7949558" y="0"/>
                  </a:lnTo>
                  <a:lnTo>
                    <a:pt x="7948703" y="0"/>
                  </a:lnTo>
                  <a:lnTo>
                    <a:pt x="7947847" y="0"/>
                  </a:lnTo>
                  <a:lnTo>
                    <a:pt x="7946992" y="0"/>
                  </a:lnTo>
                  <a:lnTo>
                    <a:pt x="7946136" y="0"/>
                  </a:lnTo>
                  <a:lnTo>
                    <a:pt x="7945281" y="0"/>
                  </a:lnTo>
                  <a:lnTo>
                    <a:pt x="7944425" y="0"/>
                  </a:lnTo>
                  <a:lnTo>
                    <a:pt x="7943570" y="0"/>
                  </a:lnTo>
                  <a:lnTo>
                    <a:pt x="7942714" y="0"/>
                  </a:lnTo>
                  <a:lnTo>
                    <a:pt x="7941859" y="0"/>
                  </a:lnTo>
                  <a:lnTo>
                    <a:pt x="7941003" y="0"/>
                  </a:lnTo>
                  <a:lnTo>
                    <a:pt x="7940147" y="0"/>
                  </a:lnTo>
                  <a:lnTo>
                    <a:pt x="7939292" y="0"/>
                  </a:lnTo>
                  <a:lnTo>
                    <a:pt x="7938436" y="0"/>
                  </a:lnTo>
                  <a:lnTo>
                    <a:pt x="7937581" y="0"/>
                  </a:lnTo>
                  <a:lnTo>
                    <a:pt x="7936725" y="0"/>
                  </a:lnTo>
                  <a:lnTo>
                    <a:pt x="7935870" y="0"/>
                  </a:lnTo>
                  <a:lnTo>
                    <a:pt x="7935014" y="0"/>
                  </a:lnTo>
                  <a:lnTo>
                    <a:pt x="7934159" y="0"/>
                  </a:lnTo>
                  <a:lnTo>
                    <a:pt x="7933303" y="0"/>
                  </a:lnTo>
                  <a:lnTo>
                    <a:pt x="7932448" y="0"/>
                  </a:lnTo>
                  <a:lnTo>
                    <a:pt x="7931592" y="0"/>
                  </a:lnTo>
                  <a:lnTo>
                    <a:pt x="7930737" y="0"/>
                  </a:lnTo>
                  <a:lnTo>
                    <a:pt x="7929881" y="0"/>
                  </a:lnTo>
                  <a:lnTo>
                    <a:pt x="7929026" y="0"/>
                  </a:lnTo>
                  <a:lnTo>
                    <a:pt x="7928170" y="0"/>
                  </a:lnTo>
                  <a:lnTo>
                    <a:pt x="7927315" y="0"/>
                  </a:lnTo>
                  <a:lnTo>
                    <a:pt x="7926459" y="0"/>
                  </a:lnTo>
                  <a:lnTo>
                    <a:pt x="7925604" y="0"/>
                  </a:lnTo>
                  <a:lnTo>
                    <a:pt x="7924748" y="0"/>
                  </a:lnTo>
                  <a:lnTo>
                    <a:pt x="7923892" y="0"/>
                  </a:lnTo>
                  <a:lnTo>
                    <a:pt x="7923037" y="0"/>
                  </a:lnTo>
                  <a:lnTo>
                    <a:pt x="7922181" y="0"/>
                  </a:lnTo>
                  <a:lnTo>
                    <a:pt x="7921326" y="0"/>
                  </a:lnTo>
                  <a:lnTo>
                    <a:pt x="7920470" y="0"/>
                  </a:lnTo>
                  <a:lnTo>
                    <a:pt x="7919615" y="0"/>
                  </a:lnTo>
                  <a:lnTo>
                    <a:pt x="7918759" y="0"/>
                  </a:lnTo>
                  <a:lnTo>
                    <a:pt x="7917904" y="0"/>
                  </a:lnTo>
                  <a:lnTo>
                    <a:pt x="7917048" y="0"/>
                  </a:lnTo>
                  <a:lnTo>
                    <a:pt x="7916193" y="0"/>
                  </a:lnTo>
                  <a:lnTo>
                    <a:pt x="7915337" y="0"/>
                  </a:lnTo>
                  <a:lnTo>
                    <a:pt x="7914482" y="0"/>
                  </a:lnTo>
                  <a:lnTo>
                    <a:pt x="7913626" y="0"/>
                  </a:lnTo>
                  <a:lnTo>
                    <a:pt x="7912771" y="0"/>
                  </a:lnTo>
                  <a:lnTo>
                    <a:pt x="7911915" y="0"/>
                  </a:lnTo>
                  <a:lnTo>
                    <a:pt x="7911060" y="0"/>
                  </a:lnTo>
                  <a:lnTo>
                    <a:pt x="7910204" y="0"/>
                  </a:lnTo>
                  <a:lnTo>
                    <a:pt x="7909348" y="0"/>
                  </a:lnTo>
                  <a:lnTo>
                    <a:pt x="7908493" y="0"/>
                  </a:lnTo>
                  <a:lnTo>
                    <a:pt x="7907637" y="0"/>
                  </a:lnTo>
                  <a:lnTo>
                    <a:pt x="7906782" y="0"/>
                  </a:lnTo>
                  <a:lnTo>
                    <a:pt x="7905926" y="0"/>
                  </a:lnTo>
                  <a:lnTo>
                    <a:pt x="7905071" y="0"/>
                  </a:lnTo>
                  <a:lnTo>
                    <a:pt x="7904215" y="0"/>
                  </a:lnTo>
                  <a:lnTo>
                    <a:pt x="7903360" y="0"/>
                  </a:lnTo>
                  <a:lnTo>
                    <a:pt x="7902504" y="0"/>
                  </a:lnTo>
                  <a:lnTo>
                    <a:pt x="7901649" y="0"/>
                  </a:lnTo>
                  <a:lnTo>
                    <a:pt x="7900793" y="0"/>
                  </a:lnTo>
                  <a:lnTo>
                    <a:pt x="7899938" y="0"/>
                  </a:lnTo>
                  <a:lnTo>
                    <a:pt x="7899082" y="0"/>
                  </a:lnTo>
                  <a:lnTo>
                    <a:pt x="7898227" y="0"/>
                  </a:lnTo>
                  <a:lnTo>
                    <a:pt x="7897371" y="0"/>
                  </a:lnTo>
                  <a:lnTo>
                    <a:pt x="7896516" y="0"/>
                  </a:lnTo>
                  <a:lnTo>
                    <a:pt x="7895660" y="0"/>
                  </a:lnTo>
                  <a:lnTo>
                    <a:pt x="7894805" y="0"/>
                  </a:lnTo>
                  <a:lnTo>
                    <a:pt x="7893949" y="0"/>
                  </a:lnTo>
                  <a:lnTo>
                    <a:pt x="7893093" y="0"/>
                  </a:lnTo>
                  <a:lnTo>
                    <a:pt x="7892238" y="0"/>
                  </a:lnTo>
                  <a:lnTo>
                    <a:pt x="7891382" y="0"/>
                  </a:lnTo>
                  <a:lnTo>
                    <a:pt x="7890527" y="0"/>
                  </a:lnTo>
                  <a:lnTo>
                    <a:pt x="7889671" y="0"/>
                  </a:lnTo>
                  <a:lnTo>
                    <a:pt x="7888816" y="0"/>
                  </a:lnTo>
                  <a:lnTo>
                    <a:pt x="7887960" y="0"/>
                  </a:lnTo>
                  <a:lnTo>
                    <a:pt x="7887105" y="0"/>
                  </a:lnTo>
                  <a:lnTo>
                    <a:pt x="7886249" y="0"/>
                  </a:lnTo>
                  <a:lnTo>
                    <a:pt x="7885394" y="0"/>
                  </a:lnTo>
                  <a:lnTo>
                    <a:pt x="7884538" y="0"/>
                  </a:lnTo>
                  <a:lnTo>
                    <a:pt x="7883683" y="0"/>
                  </a:lnTo>
                  <a:lnTo>
                    <a:pt x="7882827" y="0"/>
                  </a:lnTo>
                  <a:lnTo>
                    <a:pt x="7881972" y="0"/>
                  </a:lnTo>
                  <a:lnTo>
                    <a:pt x="7881116" y="0"/>
                  </a:lnTo>
                  <a:lnTo>
                    <a:pt x="7880261" y="0"/>
                  </a:lnTo>
                  <a:lnTo>
                    <a:pt x="7879405" y="0"/>
                  </a:lnTo>
                  <a:lnTo>
                    <a:pt x="7878550" y="0"/>
                  </a:lnTo>
                  <a:lnTo>
                    <a:pt x="7877694" y="0"/>
                  </a:lnTo>
                  <a:lnTo>
                    <a:pt x="7876838" y="0"/>
                  </a:lnTo>
                  <a:lnTo>
                    <a:pt x="7875983" y="0"/>
                  </a:lnTo>
                  <a:lnTo>
                    <a:pt x="7875127" y="0"/>
                  </a:lnTo>
                  <a:lnTo>
                    <a:pt x="7874272" y="0"/>
                  </a:lnTo>
                  <a:lnTo>
                    <a:pt x="7873416" y="0"/>
                  </a:lnTo>
                  <a:lnTo>
                    <a:pt x="7872561" y="0"/>
                  </a:lnTo>
                  <a:lnTo>
                    <a:pt x="7871705" y="0"/>
                  </a:lnTo>
                  <a:lnTo>
                    <a:pt x="7870850" y="0"/>
                  </a:lnTo>
                  <a:lnTo>
                    <a:pt x="7869994" y="0"/>
                  </a:lnTo>
                  <a:lnTo>
                    <a:pt x="7869139" y="0"/>
                  </a:lnTo>
                  <a:lnTo>
                    <a:pt x="7868283" y="0"/>
                  </a:lnTo>
                  <a:lnTo>
                    <a:pt x="7867428" y="0"/>
                  </a:lnTo>
                  <a:lnTo>
                    <a:pt x="7866572" y="0"/>
                  </a:lnTo>
                  <a:lnTo>
                    <a:pt x="7865717" y="0"/>
                  </a:lnTo>
                  <a:lnTo>
                    <a:pt x="7864861" y="0"/>
                  </a:lnTo>
                  <a:lnTo>
                    <a:pt x="7864006" y="0"/>
                  </a:lnTo>
                  <a:lnTo>
                    <a:pt x="7863150" y="0"/>
                  </a:lnTo>
                  <a:lnTo>
                    <a:pt x="7862294" y="0"/>
                  </a:lnTo>
                  <a:lnTo>
                    <a:pt x="7861439" y="0"/>
                  </a:lnTo>
                  <a:lnTo>
                    <a:pt x="7860583" y="0"/>
                  </a:lnTo>
                  <a:lnTo>
                    <a:pt x="7859728" y="0"/>
                  </a:lnTo>
                  <a:lnTo>
                    <a:pt x="7858872" y="0"/>
                  </a:lnTo>
                  <a:lnTo>
                    <a:pt x="7858017" y="0"/>
                  </a:lnTo>
                  <a:lnTo>
                    <a:pt x="7857161" y="0"/>
                  </a:lnTo>
                  <a:lnTo>
                    <a:pt x="7856306" y="0"/>
                  </a:lnTo>
                  <a:lnTo>
                    <a:pt x="7855450" y="0"/>
                  </a:lnTo>
                  <a:lnTo>
                    <a:pt x="7854595" y="0"/>
                  </a:lnTo>
                  <a:lnTo>
                    <a:pt x="7853739" y="0"/>
                  </a:lnTo>
                  <a:lnTo>
                    <a:pt x="7852884" y="0"/>
                  </a:lnTo>
                  <a:lnTo>
                    <a:pt x="7852028" y="0"/>
                  </a:lnTo>
                  <a:lnTo>
                    <a:pt x="7851173" y="0"/>
                  </a:lnTo>
                  <a:lnTo>
                    <a:pt x="7850317" y="0"/>
                  </a:lnTo>
                  <a:lnTo>
                    <a:pt x="7849462" y="0"/>
                  </a:lnTo>
                  <a:lnTo>
                    <a:pt x="7848606" y="0"/>
                  </a:lnTo>
                  <a:lnTo>
                    <a:pt x="7847751" y="0"/>
                  </a:lnTo>
                  <a:lnTo>
                    <a:pt x="7846895" y="0"/>
                  </a:lnTo>
                  <a:lnTo>
                    <a:pt x="7846039" y="0"/>
                  </a:lnTo>
                  <a:lnTo>
                    <a:pt x="7845184" y="0"/>
                  </a:lnTo>
                  <a:lnTo>
                    <a:pt x="7844328" y="0"/>
                  </a:lnTo>
                  <a:lnTo>
                    <a:pt x="7843473" y="0"/>
                  </a:lnTo>
                  <a:lnTo>
                    <a:pt x="7842617" y="0"/>
                  </a:lnTo>
                  <a:lnTo>
                    <a:pt x="7841762" y="0"/>
                  </a:lnTo>
                  <a:lnTo>
                    <a:pt x="7840906" y="0"/>
                  </a:lnTo>
                  <a:lnTo>
                    <a:pt x="7840051" y="0"/>
                  </a:lnTo>
                  <a:lnTo>
                    <a:pt x="7839195" y="0"/>
                  </a:lnTo>
                  <a:lnTo>
                    <a:pt x="7838340" y="0"/>
                  </a:lnTo>
                  <a:lnTo>
                    <a:pt x="7837484" y="0"/>
                  </a:lnTo>
                  <a:lnTo>
                    <a:pt x="7836629" y="0"/>
                  </a:lnTo>
                  <a:lnTo>
                    <a:pt x="7835773" y="0"/>
                  </a:lnTo>
                  <a:lnTo>
                    <a:pt x="7834918" y="0"/>
                  </a:lnTo>
                  <a:lnTo>
                    <a:pt x="7834062" y="0"/>
                  </a:lnTo>
                  <a:lnTo>
                    <a:pt x="7833207" y="0"/>
                  </a:lnTo>
                  <a:lnTo>
                    <a:pt x="7832351" y="0"/>
                  </a:lnTo>
                  <a:lnTo>
                    <a:pt x="7831496" y="0"/>
                  </a:lnTo>
                  <a:lnTo>
                    <a:pt x="7830640" y="0"/>
                  </a:lnTo>
                  <a:lnTo>
                    <a:pt x="7829784" y="0"/>
                  </a:lnTo>
                  <a:lnTo>
                    <a:pt x="7828929" y="0"/>
                  </a:lnTo>
                  <a:lnTo>
                    <a:pt x="7828073" y="0"/>
                  </a:lnTo>
                  <a:lnTo>
                    <a:pt x="7827218" y="0"/>
                  </a:lnTo>
                  <a:lnTo>
                    <a:pt x="7826362" y="0"/>
                  </a:lnTo>
                  <a:lnTo>
                    <a:pt x="7825507" y="0"/>
                  </a:lnTo>
                  <a:lnTo>
                    <a:pt x="7824651" y="0"/>
                  </a:lnTo>
                  <a:lnTo>
                    <a:pt x="7823796" y="0"/>
                  </a:lnTo>
                  <a:lnTo>
                    <a:pt x="7822940" y="0"/>
                  </a:lnTo>
                  <a:lnTo>
                    <a:pt x="7822085" y="0"/>
                  </a:lnTo>
                  <a:lnTo>
                    <a:pt x="7821229" y="0"/>
                  </a:lnTo>
                  <a:lnTo>
                    <a:pt x="7820374" y="0"/>
                  </a:lnTo>
                  <a:lnTo>
                    <a:pt x="7819518" y="0"/>
                  </a:lnTo>
                  <a:lnTo>
                    <a:pt x="7818663" y="0"/>
                  </a:lnTo>
                  <a:lnTo>
                    <a:pt x="7817807" y="0"/>
                  </a:lnTo>
                  <a:lnTo>
                    <a:pt x="7816952" y="0"/>
                  </a:lnTo>
                  <a:lnTo>
                    <a:pt x="7816096" y="0"/>
                  </a:lnTo>
                  <a:lnTo>
                    <a:pt x="7815240" y="0"/>
                  </a:lnTo>
                  <a:lnTo>
                    <a:pt x="7814385" y="0"/>
                  </a:lnTo>
                  <a:lnTo>
                    <a:pt x="7813529" y="0"/>
                  </a:lnTo>
                  <a:lnTo>
                    <a:pt x="7812674" y="0"/>
                  </a:lnTo>
                  <a:lnTo>
                    <a:pt x="7811818" y="0"/>
                  </a:lnTo>
                  <a:lnTo>
                    <a:pt x="7810963" y="0"/>
                  </a:lnTo>
                  <a:lnTo>
                    <a:pt x="7810107" y="0"/>
                  </a:lnTo>
                  <a:lnTo>
                    <a:pt x="7809252" y="0"/>
                  </a:lnTo>
                  <a:lnTo>
                    <a:pt x="7808396" y="0"/>
                  </a:lnTo>
                  <a:lnTo>
                    <a:pt x="7807541" y="0"/>
                  </a:lnTo>
                  <a:lnTo>
                    <a:pt x="7806685" y="0"/>
                  </a:lnTo>
                  <a:lnTo>
                    <a:pt x="7805830" y="0"/>
                  </a:lnTo>
                  <a:lnTo>
                    <a:pt x="7804974" y="0"/>
                  </a:lnTo>
                  <a:lnTo>
                    <a:pt x="7804119" y="0"/>
                  </a:lnTo>
                  <a:lnTo>
                    <a:pt x="7803263" y="0"/>
                  </a:lnTo>
                  <a:lnTo>
                    <a:pt x="7802408" y="0"/>
                  </a:lnTo>
                  <a:lnTo>
                    <a:pt x="7801552" y="0"/>
                  </a:lnTo>
                  <a:lnTo>
                    <a:pt x="7800697" y="0"/>
                  </a:lnTo>
                  <a:lnTo>
                    <a:pt x="7799841" y="0"/>
                  </a:lnTo>
                  <a:lnTo>
                    <a:pt x="7798985" y="0"/>
                  </a:lnTo>
                  <a:lnTo>
                    <a:pt x="7798130" y="0"/>
                  </a:lnTo>
                  <a:lnTo>
                    <a:pt x="7797274" y="0"/>
                  </a:lnTo>
                  <a:lnTo>
                    <a:pt x="7796419" y="0"/>
                  </a:lnTo>
                  <a:lnTo>
                    <a:pt x="7795563" y="0"/>
                  </a:lnTo>
                  <a:lnTo>
                    <a:pt x="7794708" y="0"/>
                  </a:lnTo>
                  <a:lnTo>
                    <a:pt x="7793852" y="0"/>
                  </a:lnTo>
                  <a:lnTo>
                    <a:pt x="7792997" y="0"/>
                  </a:lnTo>
                  <a:lnTo>
                    <a:pt x="7792141" y="0"/>
                  </a:lnTo>
                  <a:lnTo>
                    <a:pt x="7791286" y="0"/>
                  </a:lnTo>
                  <a:lnTo>
                    <a:pt x="7790430" y="0"/>
                  </a:lnTo>
                  <a:lnTo>
                    <a:pt x="7789575" y="0"/>
                  </a:lnTo>
                  <a:lnTo>
                    <a:pt x="7788719" y="0"/>
                  </a:lnTo>
                  <a:lnTo>
                    <a:pt x="7787864" y="0"/>
                  </a:lnTo>
                  <a:lnTo>
                    <a:pt x="7787008" y="0"/>
                  </a:lnTo>
                  <a:lnTo>
                    <a:pt x="7786153" y="0"/>
                  </a:lnTo>
                  <a:lnTo>
                    <a:pt x="7785297" y="0"/>
                  </a:lnTo>
                  <a:lnTo>
                    <a:pt x="7784442" y="0"/>
                  </a:lnTo>
                  <a:lnTo>
                    <a:pt x="7783586" y="0"/>
                  </a:lnTo>
                  <a:lnTo>
                    <a:pt x="7782730" y="0"/>
                  </a:lnTo>
                  <a:lnTo>
                    <a:pt x="7781875" y="0"/>
                  </a:lnTo>
                  <a:lnTo>
                    <a:pt x="7781019" y="0"/>
                  </a:lnTo>
                  <a:lnTo>
                    <a:pt x="7780164" y="0"/>
                  </a:lnTo>
                  <a:lnTo>
                    <a:pt x="7779308" y="0"/>
                  </a:lnTo>
                  <a:lnTo>
                    <a:pt x="7778453" y="0"/>
                  </a:lnTo>
                  <a:lnTo>
                    <a:pt x="7777597" y="0"/>
                  </a:lnTo>
                  <a:lnTo>
                    <a:pt x="7776742" y="0"/>
                  </a:lnTo>
                  <a:lnTo>
                    <a:pt x="7775886" y="0"/>
                  </a:lnTo>
                  <a:lnTo>
                    <a:pt x="7775031" y="0"/>
                  </a:lnTo>
                  <a:lnTo>
                    <a:pt x="7774175" y="0"/>
                  </a:lnTo>
                  <a:lnTo>
                    <a:pt x="7773320" y="0"/>
                  </a:lnTo>
                  <a:lnTo>
                    <a:pt x="7772464" y="0"/>
                  </a:lnTo>
                  <a:lnTo>
                    <a:pt x="7771609" y="0"/>
                  </a:lnTo>
                  <a:lnTo>
                    <a:pt x="7770753" y="0"/>
                  </a:lnTo>
                  <a:lnTo>
                    <a:pt x="7769898" y="0"/>
                  </a:lnTo>
                  <a:lnTo>
                    <a:pt x="7769042" y="0"/>
                  </a:lnTo>
                  <a:lnTo>
                    <a:pt x="7768186" y="0"/>
                  </a:lnTo>
                  <a:lnTo>
                    <a:pt x="7767331" y="0"/>
                  </a:lnTo>
                  <a:lnTo>
                    <a:pt x="7766475" y="0"/>
                  </a:lnTo>
                  <a:lnTo>
                    <a:pt x="7765620" y="0"/>
                  </a:lnTo>
                  <a:lnTo>
                    <a:pt x="7764764" y="0"/>
                  </a:lnTo>
                  <a:lnTo>
                    <a:pt x="7763909" y="0"/>
                  </a:lnTo>
                  <a:lnTo>
                    <a:pt x="7763053" y="0"/>
                  </a:lnTo>
                  <a:lnTo>
                    <a:pt x="7762198" y="0"/>
                  </a:lnTo>
                  <a:lnTo>
                    <a:pt x="7761342" y="0"/>
                  </a:lnTo>
                  <a:lnTo>
                    <a:pt x="7760487" y="0"/>
                  </a:lnTo>
                  <a:lnTo>
                    <a:pt x="7759631" y="0"/>
                  </a:lnTo>
                  <a:lnTo>
                    <a:pt x="7758776" y="0"/>
                  </a:lnTo>
                  <a:lnTo>
                    <a:pt x="7757920" y="0"/>
                  </a:lnTo>
                  <a:lnTo>
                    <a:pt x="7757065" y="0"/>
                  </a:lnTo>
                  <a:lnTo>
                    <a:pt x="7756209" y="0"/>
                  </a:lnTo>
                  <a:lnTo>
                    <a:pt x="7755354" y="0"/>
                  </a:lnTo>
                  <a:lnTo>
                    <a:pt x="7754498" y="0"/>
                  </a:lnTo>
                  <a:lnTo>
                    <a:pt x="7753643" y="0"/>
                  </a:lnTo>
                  <a:lnTo>
                    <a:pt x="7752787" y="0"/>
                  </a:lnTo>
                  <a:lnTo>
                    <a:pt x="7751931" y="0"/>
                  </a:lnTo>
                  <a:lnTo>
                    <a:pt x="7751076" y="0"/>
                  </a:lnTo>
                  <a:lnTo>
                    <a:pt x="7750220" y="0"/>
                  </a:lnTo>
                  <a:lnTo>
                    <a:pt x="7749365" y="0"/>
                  </a:lnTo>
                  <a:lnTo>
                    <a:pt x="7748509" y="0"/>
                  </a:lnTo>
                  <a:lnTo>
                    <a:pt x="7747654" y="0"/>
                  </a:lnTo>
                  <a:lnTo>
                    <a:pt x="7746798" y="0"/>
                  </a:lnTo>
                  <a:lnTo>
                    <a:pt x="7745943" y="0"/>
                  </a:lnTo>
                  <a:lnTo>
                    <a:pt x="7745087" y="0"/>
                  </a:lnTo>
                  <a:lnTo>
                    <a:pt x="7744232" y="0"/>
                  </a:lnTo>
                  <a:lnTo>
                    <a:pt x="7743376" y="0"/>
                  </a:lnTo>
                  <a:lnTo>
                    <a:pt x="7742521" y="0"/>
                  </a:lnTo>
                  <a:lnTo>
                    <a:pt x="7741665" y="0"/>
                  </a:lnTo>
                  <a:lnTo>
                    <a:pt x="7740810" y="0"/>
                  </a:lnTo>
                  <a:lnTo>
                    <a:pt x="7739954" y="0"/>
                  </a:lnTo>
                  <a:lnTo>
                    <a:pt x="7739099" y="0"/>
                  </a:lnTo>
                  <a:lnTo>
                    <a:pt x="7738243" y="0"/>
                  </a:lnTo>
                  <a:lnTo>
                    <a:pt x="7737388" y="0"/>
                  </a:lnTo>
                  <a:lnTo>
                    <a:pt x="7736532" y="0"/>
                  </a:lnTo>
                  <a:lnTo>
                    <a:pt x="7735676" y="0"/>
                  </a:lnTo>
                  <a:lnTo>
                    <a:pt x="7734821" y="0"/>
                  </a:lnTo>
                  <a:lnTo>
                    <a:pt x="7733965" y="0"/>
                  </a:lnTo>
                  <a:lnTo>
                    <a:pt x="7733110" y="0"/>
                  </a:lnTo>
                  <a:lnTo>
                    <a:pt x="7732254" y="0"/>
                  </a:lnTo>
                  <a:lnTo>
                    <a:pt x="7731399" y="0"/>
                  </a:lnTo>
                  <a:lnTo>
                    <a:pt x="7730543" y="0"/>
                  </a:lnTo>
                  <a:lnTo>
                    <a:pt x="7729688" y="0"/>
                  </a:lnTo>
                  <a:lnTo>
                    <a:pt x="7728832" y="0"/>
                  </a:lnTo>
                  <a:lnTo>
                    <a:pt x="7727977" y="0"/>
                  </a:lnTo>
                  <a:lnTo>
                    <a:pt x="7727121" y="0"/>
                  </a:lnTo>
                  <a:lnTo>
                    <a:pt x="7726266" y="0"/>
                  </a:lnTo>
                  <a:lnTo>
                    <a:pt x="7725410" y="0"/>
                  </a:lnTo>
                  <a:lnTo>
                    <a:pt x="7724555" y="0"/>
                  </a:lnTo>
                  <a:lnTo>
                    <a:pt x="7723699" y="0"/>
                  </a:lnTo>
                  <a:lnTo>
                    <a:pt x="7722844" y="0"/>
                  </a:lnTo>
                  <a:lnTo>
                    <a:pt x="7721988" y="0"/>
                  </a:lnTo>
                  <a:lnTo>
                    <a:pt x="7721133" y="0"/>
                  </a:lnTo>
                  <a:lnTo>
                    <a:pt x="7720277" y="0"/>
                  </a:lnTo>
                  <a:lnTo>
                    <a:pt x="7719421" y="0"/>
                  </a:lnTo>
                  <a:lnTo>
                    <a:pt x="7718566" y="0"/>
                  </a:lnTo>
                  <a:lnTo>
                    <a:pt x="7717710" y="0"/>
                  </a:lnTo>
                  <a:lnTo>
                    <a:pt x="7716855" y="0"/>
                  </a:lnTo>
                  <a:lnTo>
                    <a:pt x="7715999" y="0"/>
                  </a:lnTo>
                  <a:lnTo>
                    <a:pt x="7715144" y="0"/>
                  </a:lnTo>
                  <a:lnTo>
                    <a:pt x="7714288" y="0"/>
                  </a:lnTo>
                  <a:lnTo>
                    <a:pt x="7713433" y="0"/>
                  </a:lnTo>
                  <a:lnTo>
                    <a:pt x="7712577" y="0"/>
                  </a:lnTo>
                  <a:lnTo>
                    <a:pt x="7711722" y="0"/>
                  </a:lnTo>
                  <a:lnTo>
                    <a:pt x="7710866" y="0"/>
                  </a:lnTo>
                  <a:lnTo>
                    <a:pt x="7710011" y="0"/>
                  </a:lnTo>
                  <a:lnTo>
                    <a:pt x="7709155" y="0"/>
                  </a:lnTo>
                  <a:lnTo>
                    <a:pt x="7708300" y="0"/>
                  </a:lnTo>
                  <a:lnTo>
                    <a:pt x="7707444" y="0"/>
                  </a:lnTo>
                  <a:lnTo>
                    <a:pt x="7706589" y="0"/>
                  </a:lnTo>
                  <a:lnTo>
                    <a:pt x="7705733" y="0"/>
                  </a:lnTo>
                  <a:lnTo>
                    <a:pt x="7704877" y="0"/>
                  </a:lnTo>
                  <a:lnTo>
                    <a:pt x="7704022" y="0"/>
                  </a:lnTo>
                  <a:lnTo>
                    <a:pt x="7703166" y="0"/>
                  </a:lnTo>
                  <a:lnTo>
                    <a:pt x="7702311" y="0"/>
                  </a:lnTo>
                  <a:lnTo>
                    <a:pt x="7701455" y="0"/>
                  </a:lnTo>
                  <a:lnTo>
                    <a:pt x="7700600" y="0"/>
                  </a:lnTo>
                  <a:lnTo>
                    <a:pt x="7699744" y="0"/>
                  </a:lnTo>
                  <a:lnTo>
                    <a:pt x="7698889" y="0"/>
                  </a:lnTo>
                  <a:lnTo>
                    <a:pt x="7698033" y="0"/>
                  </a:lnTo>
                  <a:lnTo>
                    <a:pt x="7697178" y="0"/>
                  </a:lnTo>
                  <a:lnTo>
                    <a:pt x="7696322" y="0"/>
                  </a:lnTo>
                  <a:lnTo>
                    <a:pt x="7695467" y="0"/>
                  </a:lnTo>
                  <a:lnTo>
                    <a:pt x="7694611" y="0"/>
                  </a:lnTo>
                  <a:lnTo>
                    <a:pt x="7693756" y="0"/>
                  </a:lnTo>
                  <a:lnTo>
                    <a:pt x="7692900" y="0"/>
                  </a:lnTo>
                  <a:lnTo>
                    <a:pt x="7692045" y="0"/>
                  </a:lnTo>
                  <a:lnTo>
                    <a:pt x="7691189" y="0"/>
                  </a:lnTo>
                  <a:lnTo>
                    <a:pt x="7690334" y="0"/>
                  </a:lnTo>
                  <a:lnTo>
                    <a:pt x="7689478" y="0"/>
                  </a:lnTo>
                  <a:lnTo>
                    <a:pt x="7688622" y="0"/>
                  </a:lnTo>
                  <a:lnTo>
                    <a:pt x="7687767" y="0"/>
                  </a:lnTo>
                  <a:lnTo>
                    <a:pt x="7686911" y="0"/>
                  </a:lnTo>
                  <a:lnTo>
                    <a:pt x="7686056" y="0"/>
                  </a:lnTo>
                  <a:lnTo>
                    <a:pt x="7685200" y="0"/>
                  </a:lnTo>
                  <a:lnTo>
                    <a:pt x="7684345" y="0"/>
                  </a:lnTo>
                  <a:lnTo>
                    <a:pt x="7683489" y="0"/>
                  </a:lnTo>
                  <a:lnTo>
                    <a:pt x="7682634" y="0"/>
                  </a:lnTo>
                  <a:lnTo>
                    <a:pt x="7681778" y="0"/>
                  </a:lnTo>
                  <a:lnTo>
                    <a:pt x="7680923" y="0"/>
                  </a:lnTo>
                  <a:lnTo>
                    <a:pt x="7680067" y="0"/>
                  </a:lnTo>
                  <a:lnTo>
                    <a:pt x="7679212" y="0"/>
                  </a:lnTo>
                  <a:lnTo>
                    <a:pt x="7678356" y="0"/>
                  </a:lnTo>
                  <a:lnTo>
                    <a:pt x="7677501" y="0"/>
                  </a:lnTo>
                  <a:lnTo>
                    <a:pt x="7676645" y="0"/>
                  </a:lnTo>
                  <a:lnTo>
                    <a:pt x="7675790" y="0"/>
                  </a:lnTo>
                  <a:lnTo>
                    <a:pt x="7674934" y="0"/>
                  </a:lnTo>
                  <a:lnTo>
                    <a:pt x="7674079" y="0"/>
                  </a:lnTo>
                  <a:lnTo>
                    <a:pt x="7673223" y="0"/>
                  </a:lnTo>
                  <a:lnTo>
                    <a:pt x="7672367" y="0"/>
                  </a:lnTo>
                  <a:lnTo>
                    <a:pt x="7671512" y="0"/>
                  </a:lnTo>
                  <a:lnTo>
                    <a:pt x="7670656" y="0"/>
                  </a:lnTo>
                  <a:lnTo>
                    <a:pt x="7669801" y="0"/>
                  </a:lnTo>
                  <a:lnTo>
                    <a:pt x="7668945" y="0"/>
                  </a:lnTo>
                  <a:lnTo>
                    <a:pt x="7668090" y="0"/>
                  </a:lnTo>
                  <a:lnTo>
                    <a:pt x="7667234" y="0"/>
                  </a:lnTo>
                  <a:lnTo>
                    <a:pt x="7666379" y="0"/>
                  </a:lnTo>
                  <a:lnTo>
                    <a:pt x="7665523" y="0"/>
                  </a:lnTo>
                  <a:lnTo>
                    <a:pt x="7664668" y="0"/>
                  </a:lnTo>
                  <a:lnTo>
                    <a:pt x="7663812" y="0"/>
                  </a:lnTo>
                  <a:lnTo>
                    <a:pt x="7662957" y="0"/>
                  </a:lnTo>
                  <a:lnTo>
                    <a:pt x="7662101" y="0"/>
                  </a:lnTo>
                  <a:lnTo>
                    <a:pt x="7661246" y="0"/>
                  </a:lnTo>
                  <a:lnTo>
                    <a:pt x="7660390" y="0"/>
                  </a:lnTo>
                  <a:lnTo>
                    <a:pt x="7659535" y="0"/>
                  </a:lnTo>
                  <a:lnTo>
                    <a:pt x="7658679" y="0"/>
                  </a:lnTo>
                  <a:lnTo>
                    <a:pt x="7657823" y="0"/>
                  </a:lnTo>
                  <a:lnTo>
                    <a:pt x="7656968" y="0"/>
                  </a:lnTo>
                  <a:lnTo>
                    <a:pt x="7656112" y="0"/>
                  </a:lnTo>
                  <a:lnTo>
                    <a:pt x="7655257" y="0"/>
                  </a:lnTo>
                  <a:lnTo>
                    <a:pt x="7654401" y="0"/>
                  </a:lnTo>
                  <a:lnTo>
                    <a:pt x="7653546" y="0"/>
                  </a:lnTo>
                  <a:lnTo>
                    <a:pt x="7652690" y="0"/>
                  </a:lnTo>
                  <a:lnTo>
                    <a:pt x="7651835" y="0"/>
                  </a:lnTo>
                  <a:lnTo>
                    <a:pt x="7650979" y="0"/>
                  </a:lnTo>
                  <a:lnTo>
                    <a:pt x="7650124" y="0"/>
                  </a:lnTo>
                  <a:lnTo>
                    <a:pt x="7649268" y="0"/>
                  </a:lnTo>
                  <a:lnTo>
                    <a:pt x="7648413" y="0"/>
                  </a:lnTo>
                  <a:lnTo>
                    <a:pt x="7647557" y="0"/>
                  </a:lnTo>
                  <a:lnTo>
                    <a:pt x="7646702" y="0"/>
                  </a:lnTo>
                  <a:lnTo>
                    <a:pt x="7645846" y="0"/>
                  </a:lnTo>
                  <a:lnTo>
                    <a:pt x="7644991" y="0"/>
                  </a:lnTo>
                  <a:lnTo>
                    <a:pt x="7644135" y="0"/>
                  </a:lnTo>
                  <a:lnTo>
                    <a:pt x="7643280" y="0"/>
                  </a:lnTo>
                  <a:lnTo>
                    <a:pt x="7642424" y="0"/>
                  </a:lnTo>
                  <a:lnTo>
                    <a:pt x="7641568" y="0"/>
                  </a:lnTo>
                  <a:lnTo>
                    <a:pt x="7640713" y="0"/>
                  </a:lnTo>
                  <a:lnTo>
                    <a:pt x="7639857" y="0"/>
                  </a:lnTo>
                  <a:lnTo>
                    <a:pt x="7639002" y="0"/>
                  </a:lnTo>
                  <a:lnTo>
                    <a:pt x="7638146" y="0"/>
                  </a:lnTo>
                  <a:lnTo>
                    <a:pt x="7637291" y="0"/>
                  </a:lnTo>
                  <a:lnTo>
                    <a:pt x="7636435" y="0"/>
                  </a:lnTo>
                  <a:lnTo>
                    <a:pt x="7635580" y="0"/>
                  </a:lnTo>
                  <a:lnTo>
                    <a:pt x="7634724" y="0"/>
                  </a:lnTo>
                  <a:lnTo>
                    <a:pt x="7633869" y="0"/>
                  </a:lnTo>
                  <a:lnTo>
                    <a:pt x="7633013" y="0"/>
                  </a:lnTo>
                  <a:lnTo>
                    <a:pt x="7632158" y="0"/>
                  </a:lnTo>
                  <a:lnTo>
                    <a:pt x="7631302" y="0"/>
                  </a:lnTo>
                  <a:lnTo>
                    <a:pt x="7630447" y="0"/>
                  </a:lnTo>
                  <a:lnTo>
                    <a:pt x="7629591" y="0"/>
                  </a:lnTo>
                  <a:lnTo>
                    <a:pt x="7628736" y="0"/>
                  </a:lnTo>
                  <a:lnTo>
                    <a:pt x="7627880" y="0"/>
                  </a:lnTo>
                  <a:lnTo>
                    <a:pt x="7627025" y="0"/>
                  </a:lnTo>
                  <a:lnTo>
                    <a:pt x="7626169" y="0"/>
                  </a:lnTo>
                  <a:lnTo>
                    <a:pt x="7625313" y="0"/>
                  </a:lnTo>
                  <a:lnTo>
                    <a:pt x="7624458" y="0"/>
                  </a:lnTo>
                  <a:lnTo>
                    <a:pt x="7623602" y="0"/>
                  </a:lnTo>
                  <a:lnTo>
                    <a:pt x="7622747" y="0"/>
                  </a:lnTo>
                  <a:lnTo>
                    <a:pt x="7621891" y="0"/>
                  </a:lnTo>
                  <a:lnTo>
                    <a:pt x="7621036" y="0"/>
                  </a:lnTo>
                  <a:lnTo>
                    <a:pt x="7620180" y="0"/>
                  </a:lnTo>
                  <a:lnTo>
                    <a:pt x="7619325" y="0"/>
                  </a:lnTo>
                  <a:lnTo>
                    <a:pt x="7618469" y="0"/>
                  </a:lnTo>
                  <a:lnTo>
                    <a:pt x="7617614" y="0"/>
                  </a:lnTo>
                  <a:lnTo>
                    <a:pt x="7616758" y="0"/>
                  </a:lnTo>
                  <a:lnTo>
                    <a:pt x="7615903" y="0"/>
                  </a:lnTo>
                  <a:lnTo>
                    <a:pt x="7615047" y="0"/>
                  </a:lnTo>
                  <a:lnTo>
                    <a:pt x="7614192" y="0"/>
                  </a:lnTo>
                  <a:lnTo>
                    <a:pt x="7613336" y="0"/>
                  </a:lnTo>
                  <a:lnTo>
                    <a:pt x="7612481" y="0"/>
                  </a:lnTo>
                  <a:lnTo>
                    <a:pt x="7611625" y="0"/>
                  </a:lnTo>
                  <a:lnTo>
                    <a:pt x="7610769" y="0"/>
                  </a:lnTo>
                  <a:lnTo>
                    <a:pt x="7609914" y="0"/>
                  </a:lnTo>
                  <a:lnTo>
                    <a:pt x="7609058" y="0"/>
                  </a:lnTo>
                  <a:lnTo>
                    <a:pt x="7608203" y="0"/>
                  </a:lnTo>
                  <a:lnTo>
                    <a:pt x="7607347" y="0"/>
                  </a:lnTo>
                  <a:lnTo>
                    <a:pt x="7606492" y="0"/>
                  </a:lnTo>
                  <a:lnTo>
                    <a:pt x="7605636" y="0"/>
                  </a:lnTo>
                  <a:lnTo>
                    <a:pt x="7604781" y="0"/>
                  </a:lnTo>
                  <a:lnTo>
                    <a:pt x="7603925" y="0"/>
                  </a:lnTo>
                  <a:lnTo>
                    <a:pt x="7603070" y="0"/>
                  </a:lnTo>
                  <a:lnTo>
                    <a:pt x="7602214" y="0"/>
                  </a:lnTo>
                  <a:lnTo>
                    <a:pt x="7601359" y="0"/>
                  </a:lnTo>
                  <a:lnTo>
                    <a:pt x="7600503" y="0"/>
                  </a:lnTo>
                  <a:lnTo>
                    <a:pt x="7599648" y="0"/>
                  </a:lnTo>
                  <a:lnTo>
                    <a:pt x="7598792" y="0"/>
                  </a:lnTo>
                  <a:lnTo>
                    <a:pt x="7597937" y="0"/>
                  </a:lnTo>
                  <a:lnTo>
                    <a:pt x="7597081" y="0"/>
                  </a:lnTo>
                  <a:lnTo>
                    <a:pt x="7596226" y="0"/>
                  </a:lnTo>
                  <a:lnTo>
                    <a:pt x="7595370" y="0"/>
                  </a:lnTo>
                  <a:lnTo>
                    <a:pt x="7594514" y="0"/>
                  </a:lnTo>
                  <a:lnTo>
                    <a:pt x="7593659" y="0"/>
                  </a:lnTo>
                  <a:lnTo>
                    <a:pt x="7592803" y="0"/>
                  </a:lnTo>
                  <a:lnTo>
                    <a:pt x="7591948" y="0"/>
                  </a:lnTo>
                  <a:lnTo>
                    <a:pt x="7591092" y="0"/>
                  </a:lnTo>
                  <a:lnTo>
                    <a:pt x="7590237" y="0"/>
                  </a:lnTo>
                  <a:lnTo>
                    <a:pt x="7589381" y="0"/>
                  </a:lnTo>
                  <a:lnTo>
                    <a:pt x="7588526" y="0"/>
                  </a:lnTo>
                  <a:lnTo>
                    <a:pt x="7587670" y="0"/>
                  </a:lnTo>
                  <a:lnTo>
                    <a:pt x="7586815" y="0"/>
                  </a:lnTo>
                  <a:lnTo>
                    <a:pt x="7585959" y="0"/>
                  </a:lnTo>
                  <a:lnTo>
                    <a:pt x="7585104" y="0"/>
                  </a:lnTo>
                  <a:lnTo>
                    <a:pt x="7584248" y="0"/>
                  </a:lnTo>
                  <a:lnTo>
                    <a:pt x="7583393" y="0"/>
                  </a:lnTo>
                  <a:lnTo>
                    <a:pt x="7582537" y="0"/>
                  </a:lnTo>
                  <a:lnTo>
                    <a:pt x="7581682" y="0"/>
                  </a:lnTo>
                  <a:lnTo>
                    <a:pt x="7580826" y="0"/>
                  </a:lnTo>
                  <a:lnTo>
                    <a:pt x="7579971" y="0"/>
                  </a:lnTo>
                  <a:lnTo>
                    <a:pt x="7579115" y="0"/>
                  </a:lnTo>
                  <a:lnTo>
                    <a:pt x="7578259" y="0"/>
                  </a:lnTo>
                  <a:lnTo>
                    <a:pt x="7577404" y="0"/>
                  </a:lnTo>
                  <a:lnTo>
                    <a:pt x="7576548" y="0"/>
                  </a:lnTo>
                  <a:lnTo>
                    <a:pt x="7575693" y="0"/>
                  </a:lnTo>
                  <a:lnTo>
                    <a:pt x="7574837" y="0"/>
                  </a:lnTo>
                  <a:lnTo>
                    <a:pt x="7573982" y="0"/>
                  </a:lnTo>
                  <a:lnTo>
                    <a:pt x="7573126" y="0"/>
                  </a:lnTo>
                  <a:lnTo>
                    <a:pt x="7572271" y="0"/>
                  </a:lnTo>
                  <a:lnTo>
                    <a:pt x="7571415" y="0"/>
                  </a:lnTo>
                  <a:lnTo>
                    <a:pt x="7570560" y="0"/>
                  </a:lnTo>
                  <a:lnTo>
                    <a:pt x="7569704" y="0"/>
                  </a:lnTo>
                  <a:lnTo>
                    <a:pt x="7568849" y="0"/>
                  </a:lnTo>
                  <a:lnTo>
                    <a:pt x="7567993" y="0"/>
                  </a:lnTo>
                  <a:lnTo>
                    <a:pt x="7567138" y="0"/>
                  </a:lnTo>
                  <a:lnTo>
                    <a:pt x="7566282" y="0"/>
                  </a:lnTo>
                  <a:lnTo>
                    <a:pt x="7565427" y="0"/>
                  </a:lnTo>
                  <a:lnTo>
                    <a:pt x="7564571" y="0"/>
                  </a:lnTo>
                  <a:lnTo>
                    <a:pt x="7563715" y="0"/>
                  </a:lnTo>
                  <a:lnTo>
                    <a:pt x="7562860" y="0"/>
                  </a:lnTo>
                  <a:lnTo>
                    <a:pt x="7562004" y="0"/>
                  </a:lnTo>
                  <a:lnTo>
                    <a:pt x="7561149" y="0"/>
                  </a:lnTo>
                  <a:lnTo>
                    <a:pt x="7560293" y="0"/>
                  </a:lnTo>
                  <a:lnTo>
                    <a:pt x="7559438" y="0"/>
                  </a:lnTo>
                  <a:lnTo>
                    <a:pt x="7558582" y="0"/>
                  </a:lnTo>
                  <a:lnTo>
                    <a:pt x="7557727" y="0"/>
                  </a:lnTo>
                  <a:lnTo>
                    <a:pt x="7556871" y="0"/>
                  </a:lnTo>
                  <a:lnTo>
                    <a:pt x="7556016" y="0"/>
                  </a:lnTo>
                  <a:lnTo>
                    <a:pt x="7555160" y="0"/>
                  </a:lnTo>
                  <a:lnTo>
                    <a:pt x="7554305" y="0"/>
                  </a:lnTo>
                  <a:lnTo>
                    <a:pt x="7553449" y="0"/>
                  </a:lnTo>
                  <a:lnTo>
                    <a:pt x="7552594" y="0"/>
                  </a:lnTo>
                  <a:lnTo>
                    <a:pt x="7551738" y="0"/>
                  </a:lnTo>
                  <a:lnTo>
                    <a:pt x="7550883" y="0"/>
                  </a:lnTo>
                  <a:lnTo>
                    <a:pt x="7550027" y="0"/>
                  </a:lnTo>
                  <a:lnTo>
                    <a:pt x="7549172" y="0"/>
                  </a:lnTo>
                  <a:lnTo>
                    <a:pt x="7548316" y="0"/>
                  </a:lnTo>
                  <a:lnTo>
                    <a:pt x="7547460" y="0"/>
                  </a:lnTo>
                  <a:lnTo>
                    <a:pt x="7546605" y="0"/>
                  </a:lnTo>
                  <a:lnTo>
                    <a:pt x="7545749" y="0"/>
                  </a:lnTo>
                  <a:lnTo>
                    <a:pt x="7544894" y="0"/>
                  </a:lnTo>
                  <a:lnTo>
                    <a:pt x="7544038" y="0"/>
                  </a:lnTo>
                  <a:lnTo>
                    <a:pt x="7543183" y="0"/>
                  </a:lnTo>
                  <a:lnTo>
                    <a:pt x="7542327" y="0"/>
                  </a:lnTo>
                  <a:lnTo>
                    <a:pt x="7541472" y="0"/>
                  </a:lnTo>
                  <a:lnTo>
                    <a:pt x="7540616" y="0"/>
                  </a:lnTo>
                  <a:lnTo>
                    <a:pt x="7539761" y="0"/>
                  </a:lnTo>
                  <a:lnTo>
                    <a:pt x="7538905" y="0"/>
                  </a:lnTo>
                  <a:lnTo>
                    <a:pt x="7538050" y="0"/>
                  </a:lnTo>
                  <a:lnTo>
                    <a:pt x="7537194" y="0"/>
                  </a:lnTo>
                  <a:lnTo>
                    <a:pt x="7536339" y="0"/>
                  </a:lnTo>
                  <a:lnTo>
                    <a:pt x="7535483" y="0"/>
                  </a:lnTo>
                  <a:lnTo>
                    <a:pt x="7534628" y="0"/>
                  </a:lnTo>
                  <a:lnTo>
                    <a:pt x="7533772" y="0"/>
                  </a:lnTo>
                  <a:lnTo>
                    <a:pt x="7532917" y="0"/>
                  </a:lnTo>
                  <a:lnTo>
                    <a:pt x="7532061" y="0"/>
                  </a:lnTo>
                  <a:lnTo>
                    <a:pt x="7531205" y="0"/>
                  </a:lnTo>
                  <a:lnTo>
                    <a:pt x="7530350" y="0"/>
                  </a:lnTo>
                  <a:lnTo>
                    <a:pt x="7529494" y="0"/>
                  </a:lnTo>
                  <a:lnTo>
                    <a:pt x="7528639" y="0"/>
                  </a:lnTo>
                  <a:lnTo>
                    <a:pt x="7527783" y="0"/>
                  </a:lnTo>
                  <a:lnTo>
                    <a:pt x="7526928" y="0"/>
                  </a:lnTo>
                  <a:lnTo>
                    <a:pt x="7526072" y="0"/>
                  </a:lnTo>
                  <a:lnTo>
                    <a:pt x="7525217" y="0"/>
                  </a:lnTo>
                  <a:lnTo>
                    <a:pt x="7524361" y="0"/>
                  </a:lnTo>
                  <a:lnTo>
                    <a:pt x="7523506" y="0"/>
                  </a:lnTo>
                  <a:lnTo>
                    <a:pt x="7522650" y="0"/>
                  </a:lnTo>
                  <a:lnTo>
                    <a:pt x="7521795" y="0"/>
                  </a:lnTo>
                  <a:lnTo>
                    <a:pt x="7520939" y="0"/>
                  </a:lnTo>
                  <a:lnTo>
                    <a:pt x="7520084" y="0"/>
                  </a:lnTo>
                  <a:lnTo>
                    <a:pt x="7519228" y="0"/>
                  </a:lnTo>
                  <a:lnTo>
                    <a:pt x="7518373" y="0"/>
                  </a:lnTo>
                  <a:lnTo>
                    <a:pt x="7517517" y="0"/>
                  </a:lnTo>
                  <a:lnTo>
                    <a:pt x="7516662" y="0"/>
                  </a:lnTo>
                  <a:lnTo>
                    <a:pt x="7515806" y="0"/>
                  </a:lnTo>
                  <a:lnTo>
                    <a:pt x="7514950" y="0"/>
                  </a:lnTo>
                  <a:lnTo>
                    <a:pt x="7514095" y="0"/>
                  </a:lnTo>
                  <a:lnTo>
                    <a:pt x="7513239" y="0"/>
                  </a:lnTo>
                  <a:lnTo>
                    <a:pt x="7512384" y="0"/>
                  </a:lnTo>
                  <a:lnTo>
                    <a:pt x="7511528" y="0"/>
                  </a:lnTo>
                  <a:lnTo>
                    <a:pt x="7510673" y="0"/>
                  </a:lnTo>
                  <a:lnTo>
                    <a:pt x="7509817" y="0"/>
                  </a:lnTo>
                  <a:lnTo>
                    <a:pt x="7508962" y="0"/>
                  </a:lnTo>
                  <a:lnTo>
                    <a:pt x="7508106" y="0"/>
                  </a:lnTo>
                  <a:lnTo>
                    <a:pt x="7507251" y="0"/>
                  </a:lnTo>
                  <a:lnTo>
                    <a:pt x="7506395" y="0"/>
                  </a:lnTo>
                  <a:lnTo>
                    <a:pt x="7505540" y="0"/>
                  </a:lnTo>
                  <a:lnTo>
                    <a:pt x="7504684" y="0"/>
                  </a:lnTo>
                  <a:lnTo>
                    <a:pt x="7503829" y="0"/>
                  </a:lnTo>
                  <a:lnTo>
                    <a:pt x="7502973" y="0"/>
                  </a:lnTo>
                  <a:lnTo>
                    <a:pt x="7502118" y="0"/>
                  </a:lnTo>
                  <a:lnTo>
                    <a:pt x="7501262" y="0"/>
                  </a:lnTo>
                  <a:lnTo>
                    <a:pt x="7500406" y="0"/>
                  </a:lnTo>
                  <a:lnTo>
                    <a:pt x="7499551" y="0"/>
                  </a:lnTo>
                  <a:lnTo>
                    <a:pt x="7498695" y="0"/>
                  </a:lnTo>
                  <a:lnTo>
                    <a:pt x="7497840" y="0"/>
                  </a:lnTo>
                  <a:lnTo>
                    <a:pt x="7496984" y="0"/>
                  </a:lnTo>
                  <a:lnTo>
                    <a:pt x="7496129" y="0"/>
                  </a:lnTo>
                  <a:lnTo>
                    <a:pt x="7495273" y="0"/>
                  </a:lnTo>
                  <a:lnTo>
                    <a:pt x="7494418" y="0"/>
                  </a:lnTo>
                  <a:lnTo>
                    <a:pt x="7493562" y="0"/>
                  </a:lnTo>
                  <a:lnTo>
                    <a:pt x="7492707" y="0"/>
                  </a:lnTo>
                  <a:lnTo>
                    <a:pt x="7491851" y="0"/>
                  </a:lnTo>
                  <a:lnTo>
                    <a:pt x="7490996" y="0"/>
                  </a:lnTo>
                  <a:lnTo>
                    <a:pt x="7490140" y="0"/>
                  </a:lnTo>
                  <a:lnTo>
                    <a:pt x="7489285" y="0"/>
                  </a:lnTo>
                  <a:lnTo>
                    <a:pt x="7488429" y="0"/>
                  </a:lnTo>
                  <a:lnTo>
                    <a:pt x="7487574" y="0"/>
                  </a:lnTo>
                  <a:lnTo>
                    <a:pt x="7486718" y="0"/>
                  </a:lnTo>
                  <a:lnTo>
                    <a:pt x="7485863" y="0"/>
                  </a:lnTo>
                  <a:lnTo>
                    <a:pt x="7485007" y="0"/>
                  </a:lnTo>
                  <a:lnTo>
                    <a:pt x="7484151" y="0"/>
                  </a:lnTo>
                  <a:lnTo>
                    <a:pt x="7483296" y="0"/>
                  </a:lnTo>
                  <a:lnTo>
                    <a:pt x="7482440" y="0"/>
                  </a:lnTo>
                  <a:lnTo>
                    <a:pt x="7481585" y="0"/>
                  </a:lnTo>
                  <a:lnTo>
                    <a:pt x="7480729" y="0"/>
                  </a:lnTo>
                  <a:lnTo>
                    <a:pt x="7479874" y="0"/>
                  </a:lnTo>
                  <a:lnTo>
                    <a:pt x="7479018" y="0"/>
                  </a:lnTo>
                  <a:lnTo>
                    <a:pt x="7478163" y="0"/>
                  </a:lnTo>
                  <a:lnTo>
                    <a:pt x="7477307" y="0"/>
                  </a:lnTo>
                  <a:lnTo>
                    <a:pt x="7476452" y="0"/>
                  </a:lnTo>
                  <a:lnTo>
                    <a:pt x="7475596" y="0"/>
                  </a:lnTo>
                  <a:lnTo>
                    <a:pt x="7474741" y="0"/>
                  </a:lnTo>
                  <a:lnTo>
                    <a:pt x="7473885" y="0"/>
                  </a:lnTo>
                  <a:lnTo>
                    <a:pt x="7473030" y="0"/>
                  </a:lnTo>
                  <a:lnTo>
                    <a:pt x="7472174" y="0"/>
                  </a:lnTo>
                  <a:lnTo>
                    <a:pt x="7471319" y="0"/>
                  </a:lnTo>
                  <a:lnTo>
                    <a:pt x="7470463" y="0"/>
                  </a:lnTo>
                  <a:lnTo>
                    <a:pt x="7469608" y="0"/>
                  </a:lnTo>
                  <a:lnTo>
                    <a:pt x="7468752" y="0"/>
                  </a:lnTo>
                  <a:lnTo>
                    <a:pt x="7467896" y="0"/>
                  </a:lnTo>
                  <a:lnTo>
                    <a:pt x="7467041" y="0"/>
                  </a:lnTo>
                  <a:lnTo>
                    <a:pt x="7466185" y="0"/>
                  </a:lnTo>
                  <a:lnTo>
                    <a:pt x="7465330" y="0"/>
                  </a:lnTo>
                  <a:lnTo>
                    <a:pt x="7464474" y="0"/>
                  </a:lnTo>
                  <a:lnTo>
                    <a:pt x="7463619" y="0"/>
                  </a:lnTo>
                  <a:lnTo>
                    <a:pt x="7462763" y="0"/>
                  </a:lnTo>
                  <a:lnTo>
                    <a:pt x="7461908" y="0"/>
                  </a:lnTo>
                  <a:lnTo>
                    <a:pt x="7461052" y="0"/>
                  </a:lnTo>
                  <a:lnTo>
                    <a:pt x="7460197" y="0"/>
                  </a:lnTo>
                  <a:lnTo>
                    <a:pt x="7459341" y="0"/>
                  </a:lnTo>
                  <a:lnTo>
                    <a:pt x="7458486" y="0"/>
                  </a:lnTo>
                  <a:lnTo>
                    <a:pt x="7457630" y="0"/>
                  </a:lnTo>
                  <a:lnTo>
                    <a:pt x="7456775" y="0"/>
                  </a:lnTo>
                  <a:lnTo>
                    <a:pt x="7455919" y="0"/>
                  </a:lnTo>
                  <a:lnTo>
                    <a:pt x="7455064" y="0"/>
                  </a:lnTo>
                  <a:lnTo>
                    <a:pt x="7454208" y="0"/>
                  </a:lnTo>
                  <a:lnTo>
                    <a:pt x="7453352" y="0"/>
                  </a:lnTo>
                  <a:lnTo>
                    <a:pt x="7452497" y="0"/>
                  </a:lnTo>
                  <a:lnTo>
                    <a:pt x="7451641" y="0"/>
                  </a:lnTo>
                  <a:lnTo>
                    <a:pt x="7450786" y="0"/>
                  </a:lnTo>
                  <a:lnTo>
                    <a:pt x="7449930" y="0"/>
                  </a:lnTo>
                  <a:lnTo>
                    <a:pt x="7449075" y="0"/>
                  </a:lnTo>
                  <a:lnTo>
                    <a:pt x="7448219" y="0"/>
                  </a:lnTo>
                  <a:lnTo>
                    <a:pt x="7447364" y="0"/>
                  </a:lnTo>
                  <a:lnTo>
                    <a:pt x="7446508" y="0"/>
                  </a:lnTo>
                  <a:lnTo>
                    <a:pt x="7445653" y="0"/>
                  </a:lnTo>
                  <a:lnTo>
                    <a:pt x="7444797" y="0"/>
                  </a:lnTo>
                  <a:lnTo>
                    <a:pt x="7443942" y="0"/>
                  </a:lnTo>
                  <a:lnTo>
                    <a:pt x="7443086" y="0"/>
                  </a:lnTo>
                  <a:lnTo>
                    <a:pt x="7442231" y="0"/>
                  </a:lnTo>
                  <a:lnTo>
                    <a:pt x="7441375" y="0"/>
                  </a:lnTo>
                  <a:lnTo>
                    <a:pt x="7440520" y="0"/>
                  </a:lnTo>
                  <a:lnTo>
                    <a:pt x="7439664" y="0"/>
                  </a:lnTo>
                  <a:lnTo>
                    <a:pt x="7438809" y="0"/>
                  </a:lnTo>
                  <a:lnTo>
                    <a:pt x="7437953" y="0"/>
                  </a:lnTo>
                  <a:lnTo>
                    <a:pt x="7437097" y="0"/>
                  </a:lnTo>
                  <a:lnTo>
                    <a:pt x="7436242" y="0"/>
                  </a:lnTo>
                  <a:lnTo>
                    <a:pt x="7435386" y="0"/>
                  </a:lnTo>
                  <a:lnTo>
                    <a:pt x="7434531" y="0"/>
                  </a:lnTo>
                  <a:lnTo>
                    <a:pt x="7433675" y="0"/>
                  </a:lnTo>
                  <a:lnTo>
                    <a:pt x="7432820" y="0"/>
                  </a:lnTo>
                  <a:lnTo>
                    <a:pt x="7431964" y="0"/>
                  </a:lnTo>
                  <a:lnTo>
                    <a:pt x="7431109" y="0"/>
                  </a:lnTo>
                  <a:lnTo>
                    <a:pt x="7430253" y="0"/>
                  </a:lnTo>
                  <a:lnTo>
                    <a:pt x="7429398" y="0"/>
                  </a:lnTo>
                  <a:lnTo>
                    <a:pt x="7428542" y="0"/>
                  </a:lnTo>
                  <a:lnTo>
                    <a:pt x="7427687" y="0"/>
                  </a:lnTo>
                  <a:lnTo>
                    <a:pt x="7426831" y="0"/>
                  </a:lnTo>
                  <a:lnTo>
                    <a:pt x="7425976" y="0"/>
                  </a:lnTo>
                  <a:lnTo>
                    <a:pt x="7425120" y="0"/>
                  </a:lnTo>
                  <a:lnTo>
                    <a:pt x="7424265" y="0"/>
                  </a:lnTo>
                  <a:lnTo>
                    <a:pt x="7423409" y="0"/>
                  </a:lnTo>
                  <a:lnTo>
                    <a:pt x="7422554" y="0"/>
                  </a:lnTo>
                  <a:lnTo>
                    <a:pt x="7421698" y="0"/>
                  </a:lnTo>
                  <a:lnTo>
                    <a:pt x="7420842" y="0"/>
                  </a:lnTo>
                  <a:lnTo>
                    <a:pt x="7419987" y="0"/>
                  </a:lnTo>
                  <a:lnTo>
                    <a:pt x="7419131" y="0"/>
                  </a:lnTo>
                  <a:lnTo>
                    <a:pt x="7418276" y="0"/>
                  </a:lnTo>
                  <a:lnTo>
                    <a:pt x="7417420" y="0"/>
                  </a:lnTo>
                  <a:lnTo>
                    <a:pt x="7416565" y="0"/>
                  </a:lnTo>
                  <a:lnTo>
                    <a:pt x="7415709" y="0"/>
                  </a:lnTo>
                  <a:lnTo>
                    <a:pt x="7414854" y="0"/>
                  </a:lnTo>
                  <a:lnTo>
                    <a:pt x="7413998" y="0"/>
                  </a:lnTo>
                  <a:lnTo>
                    <a:pt x="7413143" y="0"/>
                  </a:lnTo>
                  <a:lnTo>
                    <a:pt x="7412287" y="0"/>
                  </a:lnTo>
                  <a:lnTo>
                    <a:pt x="7411432" y="0"/>
                  </a:lnTo>
                  <a:lnTo>
                    <a:pt x="7410576" y="0"/>
                  </a:lnTo>
                  <a:lnTo>
                    <a:pt x="7409721" y="0"/>
                  </a:lnTo>
                  <a:lnTo>
                    <a:pt x="7408865" y="0"/>
                  </a:lnTo>
                  <a:lnTo>
                    <a:pt x="7408010" y="0"/>
                  </a:lnTo>
                  <a:lnTo>
                    <a:pt x="7407154" y="0"/>
                  </a:lnTo>
                  <a:lnTo>
                    <a:pt x="7406298" y="0"/>
                  </a:lnTo>
                  <a:lnTo>
                    <a:pt x="7405443" y="0"/>
                  </a:lnTo>
                  <a:lnTo>
                    <a:pt x="7404587" y="0"/>
                  </a:lnTo>
                  <a:lnTo>
                    <a:pt x="7403732" y="0"/>
                  </a:lnTo>
                  <a:lnTo>
                    <a:pt x="7402876" y="0"/>
                  </a:lnTo>
                  <a:lnTo>
                    <a:pt x="7402021" y="0"/>
                  </a:lnTo>
                  <a:lnTo>
                    <a:pt x="7401165" y="0"/>
                  </a:lnTo>
                  <a:lnTo>
                    <a:pt x="7400310" y="0"/>
                  </a:lnTo>
                  <a:lnTo>
                    <a:pt x="7399454" y="0"/>
                  </a:lnTo>
                  <a:lnTo>
                    <a:pt x="7398599" y="0"/>
                  </a:lnTo>
                  <a:lnTo>
                    <a:pt x="7397743" y="0"/>
                  </a:lnTo>
                  <a:lnTo>
                    <a:pt x="7396888" y="0"/>
                  </a:lnTo>
                  <a:lnTo>
                    <a:pt x="7396032" y="0"/>
                  </a:lnTo>
                  <a:lnTo>
                    <a:pt x="7395177" y="0"/>
                  </a:lnTo>
                  <a:lnTo>
                    <a:pt x="7394321" y="0"/>
                  </a:lnTo>
                  <a:lnTo>
                    <a:pt x="7393466" y="0"/>
                  </a:lnTo>
                  <a:lnTo>
                    <a:pt x="7392610" y="0"/>
                  </a:lnTo>
                  <a:lnTo>
                    <a:pt x="7391755" y="0"/>
                  </a:lnTo>
                  <a:lnTo>
                    <a:pt x="7390899" y="0"/>
                  </a:lnTo>
                  <a:lnTo>
                    <a:pt x="7390043" y="0"/>
                  </a:lnTo>
                  <a:lnTo>
                    <a:pt x="7389188" y="0"/>
                  </a:lnTo>
                  <a:lnTo>
                    <a:pt x="7388332" y="0"/>
                  </a:lnTo>
                  <a:lnTo>
                    <a:pt x="7387477" y="0"/>
                  </a:lnTo>
                  <a:lnTo>
                    <a:pt x="7386621" y="0"/>
                  </a:lnTo>
                  <a:lnTo>
                    <a:pt x="7385766" y="0"/>
                  </a:lnTo>
                  <a:lnTo>
                    <a:pt x="7384910" y="0"/>
                  </a:lnTo>
                  <a:lnTo>
                    <a:pt x="7384055" y="0"/>
                  </a:lnTo>
                  <a:lnTo>
                    <a:pt x="7383199" y="0"/>
                  </a:lnTo>
                  <a:lnTo>
                    <a:pt x="7382344" y="0"/>
                  </a:lnTo>
                  <a:lnTo>
                    <a:pt x="7381488" y="0"/>
                  </a:lnTo>
                  <a:lnTo>
                    <a:pt x="7380633" y="0"/>
                  </a:lnTo>
                  <a:lnTo>
                    <a:pt x="7379777" y="0"/>
                  </a:lnTo>
                  <a:lnTo>
                    <a:pt x="7378922" y="0"/>
                  </a:lnTo>
                  <a:lnTo>
                    <a:pt x="7378066" y="0"/>
                  </a:lnTo>
                  <a:lnTo>
                    <a:pt x="7377211" y="0"/>
                  </a:lnTo>
                  <a:lnTo>
                    <a:pt x="7376355" y="0"/>
                  </a:lnTo>
                  <a:lnTo>
                    <a:pt x="7375500" y="0"/>
                  </a:lnTo>
                  <a:lnTo>
                    <a:pt x="7374644" y="0"/>
                  </a:lnTo>
                  <a:lnTo>
                    <a:pt x="7373788" y="0"/>
                  </a:lnTo>
                  <a:lnTo>
                    <a:pt x="7372933" y="0"/>
                  </a:lnTo>
                  <a:lnTo>
                    <a:pt x="7372077" y="0"/>
                  </a:lnTo>
                  <a:lnTo>
                    <a:pt x="7371222" y="0"/>
                  </a:lnTo>
                  <a:lnTo>
                    <a:pt x="7370366" y="0"/>
                  </a:lnTo>
                  <a:lnTo>
                    <a:pt x="7369511" y="0"/>
                  </a:lnTo>
                  <a:lnTo>
                    <a:pt x="7368655" y="0"/>
                  </a:lnTo>
                  <a:lnTo>
                    <a:pt x="7367800" y="0"/>
                  </a:lnTo>
                  <a:lnTo>
                    <a:pt x="7366944" y="0"/>
                  </a:lnTo>
                  <a:lnTo>
                    <a:pt x="7366089" y="0"/>
                  </a:lnTo>
                  <a:lnTo>
                    <a:pt x="7365233" y="0"/>
                  </a:lnTo>
                  <a:lnTo>
                    <a:pt x="7364378" y="0"/>
                  </a:lnTo>
                  <a:lnTo>
                    <a:pt x="7363522" y="0"/>
                  </a:lnTo>
                  <a:lnTo>
                    <a:pt x="7362667" y="0"/>
                  </a:lnTo>
                  <a:lnTo>
                    <a:pt x="7361811" y="0"/>
                  </a:lnTo>
                  <a:lnTo>
                    <a:pt x="7360956" y="0"/>
                  </a:lnTo>
                  <a:lnTo>
                    <a:pt x="7360100" y="0"/>
                  </a:lnTo>
                  <a:lnTo>
                    <a:pt x="7359244" y="0"/>
                  </a:lnTo>
                  <a:lnTo>
                    <a:pt x="7358389" y="0"/>
                  </a:lnTo>
                  <a:lnTo>
                    <a:pt x="7357533" y="0"/>
                  </a:lnTo>
                  <a:lnTo>
                    <a:pt x="7356678" y="0"/>
                  </a:lnTo>
                  <a:lnTo>
                    <a:pt x="7355822" y="0"/>
                  </a:lnTo>
                  <a:lnTo>
                    <a:pt x="7354967" y="0"/>
                  </a:lnTo>
                  <a:lnTo>
                    <a:pt x="7354111" y="0"/>
                  </a:lnTo>
                  <a:lnTo>
                    <a:pt x="7353256" y="0"/>
                  </a:lnTo>
                  <a:lnTo>
                    <a:pt x="7352400" y="0"/>
                  </a:lnTo>
                  <a:lnTo>
                    <a:pt x="7351545" y="0"/>
                  </a:lnTo>
                  <a:lnTo>
                    <a:pt x="7350689" y="0"/>
                  </a:lnTo>
                  <a:lnTo>
                    <a:pt x="7349834" y="0"/>
                  </a:lnTo>
                  <a:lnTo>
                    <a:pt x="7348978" y="0"/>
                  </a:lnTo>
                  <a:lnTo>
                    <a:pt x="7348123" y="0"/>
                  </a:lnTo>
                  <a:lnTo>
                    <a:pt x="7347267" y="0"/>
                  </a:lnTo>
                  <a:lnTo>
                    <a:pt x="7346412" y="0"/>
                  </a:lnTo>
                  <a:lnTo>
                    <a:pt x="7345556" y="0"/>
                  </a:lnTo>
                  <a:lnTo>
                    <a:pt x="7344701" y="0"/>
                  </a:lnTo>
                  <a:lnTo>
                    <a:pt x="7343845" y="0"/>
                  </a:lnTo>
                  <a:lnTo>
                    <a:pt x="7342989" y="0"/>
                  </a:lnTo>
                  <a:lnTo>
                    <a:pt x="7342134" y="0"/>
                  </a:lnTo>
                  <a:lnTo>
                    <a:pt x="7341278" y="0"/>
                  </a:lnTo>
                  <a:lnTo>
                    <a:pt x="7340423" y="0"/>
                  </a:lnTo>
                  <a:lnTo>
                    <a:pt x="7339567" y="0"/>
                  </a:lnTo>
                  <a:lnTo>
                    <a:pt x="7338712" y="0"/>
                  </a:lnTo>
                  <a:lnTo>
                    <a:pt x="7337856" y="0"/>
                  </a:lnTo>
                  <a:lnTo>
                    <a:pt x="7337001" y="0"/>
                  </a:lnTo>
                  <a:lnTo>
                    <a:pt x="7336145" y="0"/>
                  </a:lnTo>
                  <a:lnTo>
                    <a:pt x="7335290" y="0"/>
                  </a:lnTo>
                  <a:lnTo>
                    <a:pt x="7334434" y="0"/>
                  </a:lnTo>
                  <a:lnTo>
                    <a:pt x="7333579" y="0"/>
                  </a:lnTo>
                  <a:lnTo>
                    <a:pt x="7332723" y="0"/>
                  </a:lnTo>
                  <a:lnTo>
                    <a:pt x="7331868" y="0"/>
                  </a:lnTo>
                  <a:lnTo>
                    <a:pt x="7331012" y="0"/>
                  </a:lnTo>
                  <a:lnTo>
                    <a:pt x="7330157" y="0"/>
                  </a:lnTo>
                  <a:lnTo>
                    <a:pt x="7329301" y="0"/>
                  </a:lnTo>
                  <a:lnTo>
                    <a:pt x="7328446" y="0"/>
                  </a:lnTo>
                  <a:lnTo>
                    <a:pt x="7327590" y="0"/>
                  </a:lnTo>
                  <a:lnTo>
                    <a:pt x="7326734" y="0"/>
                  </a:lnTo>
                  <a:lnTo>
                    <a:pt x="7325879" y="0"/>
                  </a:lnTo>
                  <a:lnTo>
                    <a:pt x="7325023" y="0"/>
                  </a:lnTo>
                  <a:lnTo>
                    <a:pt x="7324168" y="0"/>
                  </a:lnTo>
                  <a:lnTo>
                    <a:pt x="7323312" y="0"/>
                  </a:lnTo>
                  <a:lnTo>
                    <a:pt x="7322457" y="0"/>
                  </a:lnTo>
                  <a:lnTo>
                    <a:pt x="7321601" y="0"/>
                  </a:lnTo>
                  <a:lnTo>
                    <a:pt x="7320746" y="0"/>
                  </a:lnTo>
                  <a:lnTo>
                    <a:pt x="7319890" y="0"/>
                  </a:lnTo>
                  <a:lnTo>
                    <a:pt x="7319035" y="0"/>
                  </a:lnTo>
                  <a:lnTo>
                    <a:pt x="7318179" y="0"/>
                  </a:lnTo>
                  <a:lnTo>
                    <a:pt x="7317324" y="0"/>
                  </a:lnTo>
                  <a:lnTo>
                    <a:pt x="7316468" y="0"/>
                  </a:lnTo>
                  <a:lnTo>
                    <a:pt x="7315613" y="0"/>
                  </a:lnTo>
                  <a:lnTo>
                    <a:pt x="7314757" y="0"/>
                  </a:lnTo>
                  <a:lnTo>
                    <a:pt x="7313902" y="0"/>
                  </a:lnTo>
                  <a:lnTo>
                    <a:pt x="7313046" y="0"/>
                  </a:lnTo>
                  <a:lnTo>
                    <a:pt x="7312190" y="0"/>
                  </a:lnTo>
                  <a:lnTo>
                    <a:pt x="7311335" y="0"/>
                  </a:lnTo>
                  <a:lnTo>
                    <a:pt x="7310479" y="0"/>
                  </a:lnTo>
                  <a:lnTo>
                    <a:pt x="7309624" y="0"/>
                  </a:lnTo>
                  <a:lnTo>
                    <a:pt x="7308768" y="0"/>
                  </a:lnTo>
                  <a:lnTo>
                    <a:pt x="7307913" y="0"/>
                  </a:lnTo>
                  <a:lnTo>
                    <a:pt x="7307057" y="0"/>
                  </a:lnTo>
                  <a:lnTo>
                    <a:pt x="7306202" y="0"/>
                  </a:lnTo>
                  <a:lnTo>
                    <a:pt x="7305346" y="0"/>
                  </a:lnTo>
                  <a:lnTo>
                    <a:pt x="7304491" y="0"/>
                  </a:lnTo>
                  <a:lnTo>
                    <a:pt x="7303635" y="0"/>
                  </a:lnTo>
                  <a:lnTo>
                    <a:pt x="7302780" y="0"/>
                  </a:lnTo>
                  <a:lnTo>
                    <a:pt x="7301924" y="0"/>
                  </a:lnTo>
                  <a:lnTo>
                    <a:pt x="7301069" y="0"/>
                  </a:lnTo>
                  <a:lnTo>
                    <a:pt x="7300213" y="0"/>
                  </a:lnTo>
                  <a:lnTo>
                    <a:pt x="7299358" y="0"/>
                  </a:lnTo>
                  <a:lnTo>
                    <a:pt x="7298502" y="0"/>
                  </a:lnTo>
                  <a:lnTo>
                    <a:pt x="7297647" y="0"/>
                  </a:lnTo>
                  <a:lnTo>
                    <a:pt x="7296791" y="0"/>
                  </a:lnTo>
                  <a:lnTo>
                    <a:pt x="7295935" y="0"/>
                  </a:lnTo>
                  <a:lnTo>
                    <a:pt x="7295080" y="0"/>
                  </a:lnTo>
                  <a:lnTo>
                    <a:pt x="7294224" y="0"/>
                  </a:lnTo>
                  <a:lnTo>
                    <a:pt x="7293369" y="0"/>
                  </a:lnTo>
                  <a:lnTo>
                    <a:pt x="7292513" y="0"/>
                  </a:lnTo>
                  <a:lnTo>
                    <a:pt x="7291658" y="0"/>
                  </a:lnTo>
                  <a:lnTo>
                    <a:pt x="7290802" y="0"/>
                  </a:lnTo>
                  <a:lnTo>
                    <a:pt x="7289947" y="0"/>
                  </a:lnTo>
                  <a:lnTo>
                    <a:pt x="7289091" y="0"/>
                  </a:lnTo>
                  <a:lnTo>
                    <a:pt x="7288236" y="0"/>
                  </a:lnTo>
                  <a:lnTo>
                    <a:pt x="7287380" y="0"/>
                  </a:lnTo>
                  <a:lnTo>
                    <a:pt x="7286525" y="0"/>
                  </a:lnTo>
                  <a:lnTo>
                    <a:pt x="7285669" y="0"/>
                  </a:lnTo>
                  <a:lnTo>
                    <a:pt x="7284814" y="0"/>
                  </a:lnTo>
                  <a:lnTo>
                    <a:pt x="7283958" y="0"/>
                  </a:lnTo>
                  <a:lnTo>
                    <a:pt x="7283103" y="0"/>
                  </a:lnTo>
                  <a:lnTo>
                    <a:pt x="7282247" y="0"/>
                  </a:lnTo>
                  <a:lnTo>
                    <a:pt x="7281392" y="0"/>
                  </a:lnTo>
                  <a:lnTo>
                    <a:pt x="7280536" y="0"/>
                  </a:lnTo>
                  <a:lnTo>
                    <a:pt x="7279680" y="0"/>
                  </a:lnTo>
                  <a:lnTo>
                    <a:pt x="7278825" y="0"/>
                  </a:lnTo>
                  <a:lnTo>
                    <a:pt x="7277969" y="0"/>
                  </a:lnTo>
                  <a:lnTo>
                    <a:pt x="7277114" y="0"/>
                  </a:lnTo>
                  <a:lnTo>
                    <a:pt x="7276258" y="0"/>
                  </a:lnTo>
                  <a:lnTo>
                    <a:pt x="7275403" y="0"/>
                  </a:lnTo>
                  <a:lnTo>
                    <a:pt x="7274547" y="0"/>
                  </a:lnTo>
                  <a:lnTo>
                    <a:pt x="7273692" y="0"/>
                  </a:lnTo>
                  <a:lnTo>
                    <a:pt x="7272836" y="0"/>
                  </a:lnTo>
                  <a:lnTo>
                    <a:pt x="7271981" y="0"/>
                  </a:lnTo>
                  <a:lnTo>
                    <a:pt x="7271125" y="0"/>
                  </a:lnTo>
                  <a:lnTo>
                    <a:pt x="7270270" y="0"/>
                  </a:lnTo>
                  <a:lnTo>
                    <a:pt x="7269414" y="0"/>
                  </a:lnTo>
                  <a:lnTo>
                    <a:pt x="7268559" y="0"/>
                  </a:lnTo>
                  <a:lnTo>
                    <a:pt x="7267703" y="0"/>
                  </a:lnTo>
                  <a:lnTo>
                    <a:pt x="7266848" y="0"/>
                  </a:lnTo>
                  <a:lnTo>
                    <a:pt x="7265992" y="0"/>
                  </a:lnTo>
                  <a:lnTo>
                    <a:pt x="7265137" y="0"/>
                  </a:lnTo>
                  <a:lnTo>
                    <a:pt x="7264281" y="0"/>
                  </a:lnTo>
                  <a:lnTo>
                    <a:pt x="7263425" y="0"/>
                  </a:lnTo>
                  <a:lnTo>
                    <a:pt x="7262570" y="0"/>
                  </a:lnTo>
                  <a:lnTo>
                    <a:pt x="7261714" y="0"/>
                  </a:lnTo>
                  <a:lnTo>
                    <a:pt x="7260859" y="0"/>
                  </a:lnTo>
                  <a:lnTo>
                    <a:pt x="7260003" y="0"/>
                  </a:lnTo>
                  <a:lnTo>
                    <a:pt x="7259148" y="0"/>
                  </a:lnTo>
                  <a:lnTo>
                    <a:pt x="7258292" y="0"/>
                  </a:lnTo>
                  <a:lnTo>
                    <a:pt x="7257437" y="0"/>
                  </a:lnTo>
                  <a:lnTo>
                    <a:pt x="7256581" y="0"/>
                  </a:lnTo>
                  <a:lnTo>
                    <a:pt x="7255726" y="0"/>
                  </a:lnTo>
                  <a:lnTo>
                    <a:pt x="7254870" y="0"/>
                  </a:lnTo>
                  <a:lnTo>
                    <a:pt x="7254015" y="0"/>
                  </a:lnTo>
                  <a:lnTo>
                    <a:pt x="7253159" y="0"/>
                  </a:lnTo>
                  <a:lnTo>
                    <a:pt x="7252304" y="0"/>
                  </a:lnTo>
                  <a:lnTo>
                    <a:pt x="7251448" y="0"/>
                  </a:lnTo>
                  <a:lnTo>
                    <a:pt x="7250593" y="0"/>
                  </a:lnTo>
                  <a:lnTo>
                    <a:pt x="7249737" y="0"/>
                  </a:lnTo>
                  <a:lnTo>
                    <a:pt x="7248881" y="0"/>
                  </a:lnTo>
                  <a:lnTo>
                    <a:pt x="7248026" y="0"/>
                  </a:lnTo>
                  <a:lnTo>
                    <a:pt x="7247170" y="0"/>
                  </a:lnTo>
                  <a:lnTo>
                    <a:pt x="7246315" y="0"/>
                  </a:lnTo>
                  <a:lnTo>
                    <a:pt x="7245459" y="0"/>
                  </a:lnTo>
                  <a:lnTo>
                    <a:pt x="7244604" y="0"/>
                  </a:lnTo>
                  <a:lnTo>
                    <a:pt x="7243748" y="0"/>
                  </a:lnTo>
                  <a:lnTo>
                    <a:pt x="7242893" y="0"/>
                  </a:lnTo>
                  <a:lnTo>
                    <a:pt x="7242037" y="0"/>
                  </a:lnTo>
                  <a:lnTo>
                    <a:pt x="7241182" y="0"/>
                  </a:lnTo>
                  <a:lnTo>
                    <a:pt x="7240326" y="0"/>
                  </a:lnTo>
                  <a:lnTo>
                    <a:pt x="7239471" y="0"/>
                  </a:lnTo>
                  <a:lnTo>
                    <a:pt x="7238615" y="0"/>
                  </a:lnTo>
                  <a:lnTo>
                    <a:pt x="7237760" y="0"/>
                  </a:lnTo>
                  <a:lnTo>
                    <a:pt x="7236904" y="0"/>
                  </a:lnTo>
                  <a:lnTo>
                    <a:pt x="7236049" y="0"/>
                  </a:lnTo>
                  <a:lnTo>
                    <a:pt x="7235193" y="0"/>
                  </a:lnTo>
                  <a:lnTo>
                    <a:pt x="7234338" y="0"/>
                  </a:lnTo>
                  <a:lnTo>
                    <a:pt x="7233482" y="0"/>
                  </a:lnTo>
                  <a:lnTo>
                    <a:pt x="7232626" y="0"/>
                  </a:lnTo>
                  <a:lnTo>
                    <a:pt x="7231771" y="0"/>
                  </a:lnTo>
                  <a:lnTo>
                    <a:pt x="7230915" y="0"/>
                  </a:lnTo>
                  <a:lnTo>
                    <a:pt x="7230060" y="0"/>
                  </a:lnTo>
                  <a:lnTo>
                    <a:pt x="7229204" y="0"/>
                  </a:lnTo>
                  <a:lnTo>
                    <a:pt x="7228349" y="0"/>
                  </a:lnTo>
                  <a:lnTo>
                    <a:pt x="7227493" y="0"/>
                  </a:lnTo>
                  <a:lnTo>
                    <a:pt x="7226638" y="0"/>
                  </a:lnTo>
                  <a:lnTo>
                    <a:pt x="7225782" y="0"/>
                  </a:lnTo>
                  <a:lnTo>
                    <a:pt x="7224927" y="0"/>
                  </a:lnTo>
                  <a:lnTo>
                    <a:pt x="7224071" y="0"/>
                  </a:lnTo>
                  <a:lnTo>
                    <a:pt x="7223216" y="0"/>
                  </a:lnTo>
                  <a:lnTo>
                    <a:pt x="7222360" y="0"/>
                  </a:lnTo>
                  <a:lnTo>
                    <a:pt x="7221505" y="0"/>
                  </a:lnTo>
                  <a:lnTo>
                    <a:pt x="7220649" y="0"/>
                  </a:lnTo>
                  <a:lnTo>
                    <a:pt x="7219794" y="0"/>
                  </a:lnTo>
                  <a:lnTo>
                    <a:pt x="7218938" y="0"/>
                  </a:lnTo>
                  <a:lnTo>
                    <a:pt x="7218083" y="0"/>
                  </a:lnTo>
                  <a:lnTo>
                    <a:pt x="7217227" y="0"/>
                  </a:lnTo>
                  <a:lnTo>
                    <a:pt x="7216371" y="0"/>
                  </a:lnTo>
                  <a:lnTo>
                    <a:pt x="7215516" y="0"/>
                  </a:lnTo>
                  <a:lnTo>
                    <a:pt x="7214660" y="0"/>
                  </a:lnTo>
                  <a:lnTo>
                    <a:pt x="7213805" y="0"/>
                  </a:lnTo>
                  <a:lnTo>
                    <a:pt x="7212949" y="0"/>
                  </a:lnTo>
                  <a:lnTo>
                    <a:pt x="7212094" y="0"/>
                  </a:lnTo>
                  <a:lnTo>
                    <a:pt x="7211238" y="0"/>
                  </a:lnTo>
                  <a:lnTo>
                    <a:pt x="7210383" y="0"/>
                  </a:lnTo>
                  <a:lnTo>
                    <a:pt x="7209527" y="0"/>
                  </a:lnTo>
                  <a:lnTo>
                    <a:pt x="7208672" y="0"/>
                  </a:lnTo>
                  <a:lnTo>
                    <a:pt x="7207816" y="0"/>
                  </a:lnTo>
                  <a:lnTo>
                    <a:pt x="7206961" y="0"/>
                  </a:lnTo>
                  <a:lnTo>
                    <a:pt x="7206105" y="0"/>
                  </a:lnTo>
                  <a:lnTo>
                    <a:pt x="7205250" y="0"/>
                  </a:lnTo>
                  <a:lnTo>
                    <a:pt x="7204394" y="0"/>
                  </a:lnTo>
                  <a:lnTo>
                    <a:pt x="7203539" y="0"/>
                  </a:lnTo>
                  <a:lnTo>
                    <a:pt x="7202683" y="0"/>
                  </a:lnTo>
                  <a:lnTo>
                    <a:pt x="7201827" y="0"/>
                  </a:lnTo>
                  <a:lnTo>
                    <a:pt x="7200972" y="0"/>
                  </a:lnTo>
                  <a:lnTo>
                    <a:pt x="7200116" y="0"/>
                  </a:lnTo>
                  <a:lnTo>
                    <a:pt x="7199261" y="0"/>
                  </a:lnTo>
                  <a:lnTo>
                    <a:pt x="7198405" y="0"/>
                  </a:lnTo>
                  <a:lnTo>
                    <a:pt x="7197550" y="0"/>
                  </a:lnTo>
                  <a:lnTo>
                    <a:pt x="7196694" y="0"/>
                  </a:lnTo>
                  <a:lnTo>
                    <a:pt x="7195839" y="0"/>
                  </a:lnTo>
                  <a:lnTo>
                    <a:pt x="7194983" y="0"/>
                  </a:lnTo>
                  <a:lnTo>
                    <a:pt x="7194128" y="0"/>
                  </a:lnTo>
                  <a:lnTo>
                    <a:pt x="7193272" y="0"/>
                  </a:lnTo>
                  <a:lnTo>
                    <a:pt x="7192417" y="0"/>
                  </a:lnTo>
                  <a:lnTo>
                    <a:pt x="7191561" y="0"/>
                  </a:lnTo>
                  <a:lnTo>
                    <a:pt x="7190706" y="0"/>
                  </a:lnTo>
                  <a:lnTo>
                    <a:pt x="7189850" y="0"/>
                  </a:lnTo>
                  <a:lnTo>
                    <a:pt x="7188995" y="0"/>
                  </a:lnTo>
                  <a:lnTo>
                    <a:pt x="7188139" y="0"/>
                  </a:lnTo>
                  <a:lnTo>
                    <a:pt x="7187284" y="0"/>
                  </a:lnTo>
                  <a:lnTo>
                    <a:pt x="7186428" y="0"/>
                  </a:lnTo>
                  <a:lnTo>
                    <a:pt x="7185572" y="0"/>
                  </a:lnTo>
                  <a:lnTo>
                    <a:pt x="7184717" y="0"/>
                  </a:lnTo>
                  <a:lnTo>
                    <a:pt x="7183861" y="0"/>
                  </a:lnTo>
                  <a:lnTo>
                    <a:pt x="7183006" y="0"/>
                  </a:lnTo>
                  <a:lnTo>
                    <a:pt x="7182150" y="0"/>
                  </a:lnTo>
                  <a:lnTo>
                    <a:pt x="7181295" y="0"/>
                  </a:lnTo>
                  <a:lnTo>
                    <a:pt x="7180439" y="0"/>
                  </a:lnTo>
                  <a:lnTo>
                    <a:pt x="7179584" y="0"/>
                  </a:lnTo>
                  <a:lnTo>
                    <a:pt x="7178728" y="0"/>
                  </a:lnTo>
                  <a:lnTo>
                    <a:pt x="7177873" y="0"/>
                  </a:lnTo>
                  <a:lnTo>
                    <a:pt x="7177017" y="0"/>
                  </a:lnTo>
                  <a:lnTo>
                    <a:pt x="7176162" y="0"/>
                  </a:lnTo>
                  <a:lnTo>
                    <a:pt x="7175306" y="0"/>
                  </a:lnTo>
                  <a:lnTo>
                    <a:pt x="7174451" y="0"/>
                  </a:lnTo>
                  <a:lnTo>
                    <a:pt x="7173595" y="0"/>
                  </a:lnTo>
                  <a:lnTo>
                    <a:pt x="7172740" y="0"/>
                  </a:lnTo>
                  <a:lnTo>
                    <a:pt x="7171884" y="0"/>
                  </a:lnTo>
                  <a:lnTo>
                    <a:pt x="7171029" y="0"/>
                  </a:lnTo>
                  <a:lnTo>
                    <a:pt x="7170173" y="0"/>
                  </a:lnTo>
                  <a:lnTo>
                    <a:pt x="7169317" y="0"/>
                  </a:lnTo>
                  <a:lnTo>
                    <a:pt x="7168462" y="0"/>
                  </a:lnTo>
                  <a:lnTo>
                    <a:pt x="7167606" y="0"/>
                  </a:lnTo>
                  <a:lnTo>
                    <a:pt x="7166751" y="0"/>
                  </a:lnTo>
                  <a:lnTo>
                    <a:pt x="7165895" y="0"/>
                  </a:lnTo>
                  <a:lnTo>
                    <a:pt x="7165040" y="0"/>
                  </a:lnTo>
                  <a:lnTo>
                    <a:pt x="7164184" y="0"/>
                  </a:lnTo>
                  <a:lnTo>
                    <a:pt x="7163329" y="0"/>
                  </a:lnTo>
                  <a:lnTo>
                    <a:pt x="7162473" y="0"/>
                  </a:lnTo>
                  <a:lnTo>
                    <a:pt x="7161618" y="0"/>
                  </a:lnTo>
                  <a:lnTo>
                    <a:pt x="7160762" y="0"/>
                  </a:lnTo>
                  <a:lnTo>
                    <a:pt x="7159907" y="0"/>
                  </a:lnTo>
                  <a:lnTo>
                    <a:pt x="7159051" y="0"/>
                  </a:lnTo>
                  <a:lnTo>
                    <a:pt x="7158196" y="0"/>
                  </a:lnTo>
                  <a:lnTo>
                    <a:pt x="7157340" y="0"/>
                  </a:lnTo>
                  <a:lnTo>
                    <a:pt x="7156485" y="0"/>
                  </a:lnTo>
                  <a:lnTo>
                    <a:pt x="7155629" y="0"/>
                  </a:lnTo>
                  <a:lnTo>
                    <a:pt x="7154773" y="0"/>
                  </a:lnTo>
                  <a:lnTo>
                    <a:pt x="7153918" y="0"/>
                  </a:lnTo>
                  <a:lnTo>
                    <a:pt x="7153062" y="0"/>
                  </a:lnTo>
                  <a:lnTo>
                    <a:pt x="7152207" y="0"/>
                  </a:lnTo>
                  <a:lnTo>
                    <a:pt x="7151351" y="0"/>
                  </a:lnTo>
                  <a:lnTo>
                    <a:pt x="7150496" y="0"/>
                  </a:lnTo>
                  <a:lnTo>
                    <a:pt x="7149640" y="0"/>
                  </a:lnTo>
                  <a:lnTo>
                    <a:pt x="7148785" y="0"/>
                  </a:lnTo>
                  <a:lnTo>
                    <a:pt x="7147929" y="0"/>
                  </a:lnTo>
                  <a:lnTo>
                    <a:pt x="7147074" y="0"/>
                  </a:lnTo>
                  <a:lnTo>
                    <a:pt x="7146218" y="0"/>
                  </a:lnTo>
                  <a:lnTo>
                    <a:pt x="7145363" y="0"/>
                  </a:lnTo>
                  <a:lnTo>
                    <a:pt x="7144507" y="0"/>
                  </a:lnTo>
                  <a:lnTo>
                    <a:pt x="7143652" y="0"/>
                  </a:lnTo>
                  <a:lnTo>
                    <a:pt x="7142796" y="0"/>
                  </a:lnTo>
                  <a:lnTo>
                    <a:pt x="7141941" y="0"/>
                  </a:lnTo>
                  <a:lnTo>
                    <a:pt x="7141085" y="0"/>
                  </a:lnTo>
                  <a:lnTo>
                    <a:pt x="7140230" y="0"/>
                  </a:lnTo>
                  <a:lnTo>
                    <a:pt x="7139374" y="0"/>
                  </a:lnTo>
                  <a:lnTo>
                    <a:pt x="7138518" y="0"/>
                  </a:lnTo>
                  <a:lnTo>
                    <a:pt x="7137663" y="0"/>
                  </a:lnTo>
                  <a:lnTo>
                    <a:pt x="7136807" y="0"/>
                  </a:lnTo>
                  <a:lnTo>
                    <a:pt x="7135952" y="0"/>
                  </a:lnTo>
                  <a:lnTo>
                    <a:pt x="7135096" y="0"/>
                  </a:lnTo>
                  <a:lnTo>
                    <a:pt x="7134241" y="0"/>
                  </a:lnTo>
                  <a:lnTo>
                    <a:pt x="7133385" y="0"/>
                  </a:lnTo>
                  <a:lnTo>
                    <a:pt x="7132530" y="0"/>
                  </a:lnTo>
                  <a:lnTo>
                    <a:pt x="7131674" y="0"/>
                  </a:lnTo>
                  <a:lnTo>
                    <a:pt x="7130819" y="0"/>
                  </a:lnTo>
                  <a:lnTo>
                    <a:pt x="7129963" y="0"/>
                  </a:lnTo>
                  <a:lnTo>
                    <a:pt x="7129108" y="0"/>
                  </a:lnTo>
                  <a:lnTo>
                    <a:pt x="7128252" y="0"/>
                  </a:lnTo>
                  <a:lnTo>
                    <a:pt x="7127397" y="0"/>
                  </a:lnTo>
                  <a:lnTo>
                    <a:pt x="7126541" y="0"/>
                  </a:lnTo>
                  <a:lnTo>
                    <a:pt x="7125686" y="0"/>
                  </a:lnTo>
                  <a:lnTo>
                    <a:pt x="7124830" y="0"/>
                  </a:lnTo>
                  <a:lnTo>
                    <a:pt x="7123975" y="0"/>
                  </a:lnTo>
                  <a:lnTo>
                    <a:pt x="7123119" y="0"/>
                  </a:lnTo>
                  <a:lnTo>
                    <a:pt x="7122263" y="0"/>
                  </a:lnTo>
                  <a:lnTo>
                    <a:pt x="7121408" y="0"/>
                  </a:lnTo>
                  <a:lnTo>
                    <a:pt x="7120552" y="0"/>
                  </a:lnTo>
                  <a:lnTo>
                    <a:pt x="7119697" y="0"/>
                  </a:lnTo>
                  <a:lnTo>
                    <a:pt x="7118841" y="0"/>
                  </a:lnTo>
                  <a:lnTo>
                    <a:pt x="7117986" y="0"/>
                  </a:lnTo>
                  <a:lnTo>
                    <a:pt x="7117130" y="0"/>
                  </a:lnTo>
                  <a:lnTo>
                    <a:pt x="7116275" y="0"/>
                  </a:lnTo>
                  <a:lnTo>
                    <a:pt x="7115419" y="0"/>
                  </a:lnTo>
                  <a:lnTo>
                    <a:pt x="7114564" y="0"/>
                  </a:lnTo>
                  <a:lnTo>
                    <a:pt x="7113708" y="0"/>
                  </a:lnTo>
                  <a:lnTo>
                    <a:pt x="7112853" y="0"/>
                  </a:lnTo>
                  <a:lnTo>
                    <a:pt x="7111997" y="0"/>
                  </a:lnTo>
                  <a:lnTo>
                    <a:pt x="7111142" y="0"/>
                  </a:lnTo>
                  <a:lnTo>
                    <a:pt x="7110286" y="0"/>
                  </a:lnTo>
                  <a:lnTo>
                    <a:pt x="7109431" y="0"/>
                  </a:lnTo>
                  <a:lnTo>
                    <a:pt x="7108575" y="0"/>
                  </a:lnTo>
                  <a:lnTo>
                    <a:pt x="7107719" y="0"/>
                  </a:lnTo>
                  <a:lnTo>
                    <a:pt x="7106864" y="0"/>
                  </a:lnTo>
                  <a:lnTo>
                    <a:pt x="7106008" y="0"/>
                  </a:lnTo>
                  <a:lnTo>
                    <a:pt x="7105153" y="0"/>
                  </a:lnTo>
                  <a:lnTo>
                    <a:pt x="7104297" y="0"/>
                  </a:lnTo>
                  <a:lnTo>
                    <a:pt x="7103442" y="0"/>
                  </a:lnTo>
                  <a:lnTo>
                    <a:pt x="7102586" y="0"/>
                  </a:lnTo>
                  <a:lnTo>
                    <a:pt x="7101731" y="0"/>
                  </a:lnTo>
                  <a:lnTo>
                    <a:pt x="7100875" y="0"/>
                  </a:lnTo>
                  <a:lnTo>
                    <a:pt x="7100020" y="0"/>
                  </a:lnTo>
                  <a:lnTo>
                    <a:pt x="7099164" y="0"/>
                  </a:lnTo>
                  <a:lnTo>
                    <a:pt x="7098309" y="0"/>
                  </a:lnTo>
                  <a:lnTo>
                    <a:pt x="7097453" y="0"/>
                  </a:lnTo>
                  <a:lnTo>
                    <a:pt x="7096598" y="0"/>
                  </a:lnTo>
                  <a:lnTo>
                    <a:pt x="7095742" y="0"/>
                  </a:lnTo>
                  <a:lnTo>
                    <a:pt x="7094887" y="0"/>
                  </a:lnTo>
                  <a:lnTo>
                    <a:pt x="7094031" y="0"/>
                  </a:lnTo>
                  <a:lnTo>
                    <a:pt x="7093176" y="0"/>
                  </a:lnTo>
                  <a:lnTo>
                    <a:pt x="7092320" y="0"/>
                  </a:lnTo>
                  <a:lnTo>
                    <a:pt x="7091464" y="0"/>
                  </a:lnTo>
                  <a:lnTo>
                    <a:pt x="7090609" y="0"/>
                  </a:lnTo>
                  <a:lnTo>
                    <a:pt x="7089753" y="0"/>
                  </a:lnTo>
                  <a:lnTo>
                    <a:pt x="7088898" y="0"/>
                  </a:lnTo>
                  <a:lnTo>
                    <a:pt x="7088042" y="0"/>
                  </a:lnTo>
                  <a:lnTo>
                    <a:pt x="7087187" y="0"/>
                  </a:lnTo>
                  <a:lnTo>
                    <a:pt x="7086331" y="0"/>
                  </a:lnTo>
                  <a:lnTo>
                    <a:pt x="7085476" y="0"/>
                  </a:lnTo>
                  <a:lnTo>
                    <a:pt x="7084620" y="0"/>
                  </a:lnTo>
                  <a:lnTo>
                    <a:pt x="7083765" y="0"/>
                  </a:lnTo>
                  <a:lnTo>
                    <a:pt x="7082909" y="0"/>
                  </a:lnTo>
                  <a:lnTo>
                    <a:pt x="7082054" y="0"/>
                  </a:lnTo>
                  <a:lnTo>
                    <a:pt x="7081198" y="0"/>
                  </a:lnTo>
                  <a:lnTo>
                    <a:pt x="7080343" y="0"/>
                  </a:lnTo>
                  <a:lnTo>
                    <a:pt x="7079487" y="0"/>
                  </a:lnTo>
                  <a:lnTo>
                    <a:pt x="7078632" y="0"/>
                  </a:lnTo>
                  <a:lnTo>
                    <a:pt x="7077776" y="0"/>
                  </a:lnTo>
                  <a:lnTo>
                    <a:pt x="7076921" y="0"/>
                  </a:lnTo>
                  <a:lnTo>
                    <a:pt x="7076065" y="0"/>
                  </a:lnTo>
                  <a:lnTo>
                    <a:pt x="7075209" y="0"/>
                  </a:lnTo>
                  <a:lnTo>
                    <a:pt x="7074354" y="0"/>
                  </a:lnTo>
                  <a:lnTo>
                    <a:pt x="7073498" y="0"/>
                  </a:lnTo>
                  <a:lnTo>
                    <a:pt x="7072643" y="0"/>
                  </a:lnTo>
                  <a:lnTo>
                    <a:pt x="7071787" y="0"/>
                  </a:lnTo>
                  <a:lnTo>
                    <a:pt x="7070932" y="0"/>
                  </a:lnTo>
                  <a:lnTo>
                    <a:pt x="7070076" y="0"/>
                  </a:lnTo>
                  <a:lnTo>
                    <a:pt x="7069221" y="0"/>
                  </a:lnTo>
                  <a:lnTo>
                    <a:pt x="7068365" y="0"/>
                  </a:lnTo>
                  <a:lnTo>
                    <a:pt x="7067510" y="0"/>
                  </a:lnTo>
                  <a:lnTo>
                    <a:pt x="7066654" y="0"/>
                  </a:lnTo>
                  <a:lnTo>
                    <a:pt x="7065799" y="0"/>
                  </a:lnTo>
                  <a:lnTo>
                    <a:pt x="7064943" y="0"/>
                  </a:lnTo>
                  <a:lnTo>
                    <a:pt x="7064088" y="0"/>
                  </a:lnTo>
                  <a:lnTo>
                    <a:pt x="7063232" y="0"/>
                  </a:lnTo>
                  <a:lnTo>
                    <a:pt x="7062377" y="0"/>
                  </a:lnTo>
                  <a:lnTo>
                    <a:pt x="7061521" y="0"/>
                  </a:lnTo>
                  <a:lnTo>
                    <a:pt x="7060666" y="0"/>
                  </a:lnTo>
                  <a:lnTo>
                    <a:pt x="7059810" y="0"/>
                  </a:lnTo>
                  <a:lnTo>
                    <a:pt x="7058954" y="0"/>
                  </a:lnTo>
                  <a:lnTo>
                    <a:pt x="7058099" y="0"/>
                  </a:lnTo>
                  <a:lnTo>
                    <a:pt x="7057243" y="0"/>
                  </a:lnTo>
                  <a:lnTo>
                    <a:pt x="7056388" y="0"/>
                  </a:lnTo>
                  <a:lnTo>
                    <a:pt x="7055532" y="0"/>
                  </a:lnTo>
                  <a:lnTo>
                    <a:pt x="7054677" y="0"/>
                  </a:lnTo>
                  <a:lnTo>
                    <a:pt x="7053821" y="0"/>
                  </a:lnTo>
                  <a:lnTo>
                    <a:pt x="7052966" y="0"/>
                  </a:lnTo>
                  <a:lnTo>
                    <a:pt x="7052110" y="0"/>
                  </a:lnTo>
                  <a:lnTo>
                    <a:pt x="7051255" y="0"/>
                  </a:lnTo>
                  <a:lnTo>
                    <a:pt x="7050399" y="0"/>
                  </a:lnTo>
                  <a:lnTo>
                    <a:pt x="7049544" y="0"/>
                  </a:lnTo>
                  <a:lnTo>
                    <a:pt x="7048688" y="0"/>
                  </a:lnTo>
                  <a:lnTo>
                    <a:pt x="7047833" y="0"/>
                  </a:lnTo>
                  <a:lnTo>
                    <a:pt x="7046977" y="0"/>
                  </a:lnTo>
                  <a:lnTo>
                    <a:pt x="7046122" y="0"/>
                  </a:lnTo>
                  <a:lnTo>
                    <a:pt x="7045266" y="0"/>
                  </a:lnTo>
                  <a:lnTo>
                    <a:pt x="7044410" y="0"/>
                  </a:lnTo>
                  <a:lnTo>
                    <a:pt x="7043555" y="0"/>
                  </a:lnTo>
                  <a:lnTo>
                    <a:pt x="7042699" y="0"/>
                  </a:lnTo>
                  <a:lnTo>
                    <a:pt x="7041844" y="0"/>
                  </a:lnTo>
                  <a:lnTo>
                    <a:pt x="7040988" y="0"/>
                  </a:lnTo>
                  <a:lnTo>
                    <a:pt x="7040133" y="0"/>
                  </a:lnTo>
                  <a:lnTo>
                    <a:pt x="7039277" y="0"/>
                  </a:lnTo>
                  <a:lnTo>
                    <a:pt x="7038422" y="0"/>
                  </a:lnTo>
                  <a:lnTo>
                    <a:pt x="7037566" y="0"/>
                  </a:lnTo>
                  <a:lnTo>
                    <a:pt x="7036711" y="0"/>
                  </a:lnTo>
                  <a:lnTo>
                    <a:pt x="7035855" y="0"/>
                  </a:lnTo>
                  <a:lnTo>
                    <a:pt x="7035000" y="0"/>
                  </a:lnTo>
                  <a:lnTo>
                    <a:pt x="7034144" y="0"/>
                  </a:lnTo>
                  <a:lnTo>
                    <a:pt x="7033289" y="0"/>
                  </a:lnTo>
                  <a:lnTo>
                    <a:pt x="7032433" y="0"/>
                  </a:lnTo>
                  <a:lnTo>
                    <a:pt x="7031578" y="0"/>
                  </a:lnTo>
                  <a:lnTo>
                    <a:pt x="7030722" y="0"/>
                  </a:lnTo>
                  <a:lnTo>
                    <a:pt x="7029867" y="0"/>
                  </a:lnTo>
                  <a:lnTo>
                    <a:pt x="7029011" y="0"/>
                  </a:lnTo>
                  <a:lnTo>
                    <a:pt x="7028155" y="0"/>
                  </a:lnTo>
                  <a:lnTo>
                    <a:pt x="7027300" y="0"/>
                  </a:lnTo>
                  <a:lnTo>
                    <a:pt x="7026444" y="0"/>
                  </a:lnTo>
                  <a:lnTo>
                    <a:pt x="7025589" y="0"/>
                  </a:lnTo>
                  <a:lnTo>
                    <a:pt x="7024733" y="0"/>
                  </a:lnTo>
                  <a:lnTo>
                    <a:pt x="7023878" y="0"/>
                  </a:lnTo>
                  <a:lnTo>
                    <a:pt x="7023022" y="0"/>
                  </a:lnTo>
                  <a:lnTo>
                    <a:pt x="7022167" y="0"/>
                  </a:lnTo>
                  <a:lnTo>
                    <a:pt x="7021311" y="0"/>
                  </a:lnTo>
                  <a:lnTo>
                    <a:pt x="7020456" y="0"/>
                  </a:lnTo>
                  <a:lnTo>
                    <a:pt x="7019600" y="0"/>
                  </a:lnTo>
                  <a:lnTo>
                    <a:pt x="7018745" y="0"/>
                  </a:lnTo>
                  <a:lnTo>
                    <a:pt x="7017889" y="0"/>
                  </a:lnTo>
                  <a:lnTo>
                    <a:pt x="7017034" y="0"/>
                  </a:lnTo>
                  <a:lnTo>
                    <a:pt x="7016178" y="0"/>
                  </a:lnTo>
                  <a:lnTo>
                    <a:pt x="7015323" y="0"/>
                  </a:lnTo>
                  <a:lnTo>
                    <a:pt x="7014467" y="0"/>
                  </a:lnTo>
                  <a:lnTo>
                    <a:pt x="7013612" y="0"/>
                  </a:lnTo>
                  <a:lnTo>
                    <a:pt x="7012756" y="0"/>
                  </a:lnTo>
                  <a:lnTo>
                    <a:pt x="7011900" y="0"/>
                  </a:lnTo>
                  <a:lnTo>
                    <a:pt x="7011045" y="0"/>
                  </a:lnTo>
                  <a:lnTo>
                    <a:pt x="7010189" y="0"/>
                  </a:lnTo>
                  <a:lnTo>
                    <a:pt x="7009334" y="0"/>
                  </a:lnTo>
                  <a:lnTo>
                    <a:pt x="7008478" y="0"/>
                  </a:lnTo>
                  <a:lnTo>
                    <a:pt x="7007623" y="0"/>
                  </a:lnTo>
                  <a:lnTo>
                    <a:pt x="7006767" y="0"/>
                  </a:lnTo>
                  <a:lnTo>
                    <a:pt x="7005912" y="0"/>
                  </a:lnTo>
                  <a:lnTo>
                    <a:pt x="7005056" y="0"/>
                  </a:lnTo>
                  <a:lnTo>
                    <a:pt x="7004201" y="0"/>
                  </a:lnTo>
                  <a:lnTo>
                    <a:pt x="7003345" y="0"/>
                  </a:lnTo>
                  <a:lnTo>
                    <a:pt x="7002490" y="0"/>
                  </a:lnTo>
                  <a:lnTo>
                    <a:pt x="7001634" y="0"/>
                  </a:lnTo>
                  <a:lnTo>
                    <a:pt x="7000779" y="0"/>
                  </a:lnTo>
                  <a:lnTo>
                    <a:pt x="6999923" y="0"/>
                  </a:lnTo>
                  <a:lnTo>
                    <a:pt x="6999068" y="0"/>
                  </a:lnTo>
                  <a:lnTo>
                    <a:pt x="6998212" y="0"/>
                  </a:lnTo>
                  <a:lnTo>
                    <a:pt x="6997356" y="0"/>
                  </a:lnTo>
                  <a:lnTo>
                    <a:pt x="6996501" y="0"/>
                  </a:lnTo>
                  <a:lnTo>
                    <a:pt x="6995645" y="0"/>
                  </a:lnTo>
                  <a:lnTo>
                    <a:pt x="6994790" y="0"/>
                  </a:lnTo>
                  <a:lnTo>
                    <a:pt x="6993934" y="0"/>
                  </a:lnTo>
                  <a:lnTo>
                    <a:pt x="6993079" y="0"/>
                  </a:lnTo>
                  <a:lnTo>
                    <a:pt x="6992223" y="0"/>
                  </a:lnTo>
                  <a:lnTo>
                    <a:pt x="6991368" y="0"/>
                  </a:lnTo>
                  <a:lnTo>
                    <a:pt x="6990512" y="0"/>
                  </a:lnTo>
                  <a:lnTo>
                    <a:pt x="6989657" y="0"/>
                  </a:lnTo>
                  <a:lnTo>
                    <a:pt x="6988801" y="0"/>
                  </a:lnTo>
                  <a:lnTo>
                    <a:pt x="6987946" y="0"/>
                  </a:lnTo>
                  <a:lnTo>
                    <a:pt x="6987090" y="0"/>
                  </a:lnTo>
                  <a:lnTo>
                    <a:pt x="6986235" y="0"/>
                  </a:lnTo>
                  <a:lnTo>
                    <a:pt x="6985379" y="0"/>
                  </a:lnTo>
                  <a:lnTo>
                    <a:pt x="6984524" y="0"/>
                  </a:lnTo>
                  <a:lnTo>
                    <a:pt x="6983668" y="0"/>
                  </a:lnTo>
                  <a:lnTo>
                    <a:pt x="6982813" y="0"/>
                  </a:lnTo>
                  <a:lnTo>
                    <a:pt x="6981957" y="0"/>
                  </a:lnTo>
                  <a:lnTo>
                    <a:pt x="6981101" y="0"/>
                  </a:lnTo>
                  <a:lnTo>
                    <a:pt x="6980246" y="0"/>
                  </a:lnTo>
                  <a:lnTo>
                    <a:pt x="6979390" y="0"/>
                  </a:lnTo>
                  <a:lnTo>
                    <a:pt x="6978535" y="0"/>
                  </a:lnTo>
                  <a:lnTo>
                    <a:pt x="6977679" y="0"/>
                  </a:lnTo>
                  <a:lnTo>
                    <a:pt x="6976824" y="0"/>
                  </a:lnTo>
                  <a:lnTo>
                    <a:pt x="6975968" y="0"/>
                  </a:lnTo>
                  <a:lnTo>
                    <a:pt x="6975113" y="0"/>
                  </a:lnTo>
                  <a:lnTo>
                    <a:pt x="6974257" y="0"/>
                  </a:lnTo>
                  <a:lnTo>
                    <a:pt x="6973402" y="0"/>
                  </a:lnTo>
                  <a:lnTo>
                    <a:pt x="6972546" y="0"/>
                  </a:lnTo>
                  <a:lnTo>
                    <a:pt x="6971691" y="0"/>
                  </a:lnTo>
                  <a:lnTo>
                    <a:pt x="6970835" y="0"/>
                  </a:lnTo>
                  <a:lnTo>
                    <a:pt x="6969980" y="0"/>
                  </a:lnTo>
                  <a:lnTo>
                    <a:pt x="6969124" y="0"/>
                  </a:lnTo>
                  <a:lnTo>
                    <a:pt x="6968269" y="0"/>
                  </a:lnTo>
                  <a:lnTo>
                    <a:pt x="6967413" y="0"/>
                  </a:lnTo>
                  <a:lnTo>
                    <a:pt x="6966558" y="0"/>
                  </a:lnTo>
                  <a:lnTo>
                    <a:pt x="6965702" y="0"/>
                  </a:lnTo>
                  <a:lnTo>
                    <a:pt x="6964846" y="0"/>
                  </a:lnTo>
                  <a:lnTo>
                    <a:pt x="6963991" y="0"/>
                  </a:lnTo>
                  <a:lnTo>
                    <a:pt x="6963135" y="0"/>
                  </a:lnTo>
                  <a:lnTo>
                    <a:pt x="6962280" y="0"/>
                  </a:lnTo>
                  <a:lnTo>
                    <a:pt x="6961424" y="0"/>
                  </a:lnTo>
                  <a:lnTo>
                    <a:pt x="6960569" y="0"/>
                  </a:lnTo>
                  <a:lnTo>
                    <a:pt x="6959713" y="0"/>
                  </a:lnTo>
                  <a:lnTo>
                    <a:pt x="6958858" y="0"/>
                  </a:lnTo>
                  <a:lnTo>
                    <a:pt x="6958002" y="0"/>
                  </a:lnTo>
                  <a:lnTo>
                    <a:pt x="6957147" y="0"/>
                  </a:lnTo>
                  <a:lnTo>
                    <a:pt x="6956291" y="0"/>
                  </a:lnTo>
                  <a:lnTo>
                    <a:pt x="6955436" y="0"/>
                  </a:lnTo>
                  <a:lnTo>
                    <a:pt x="6954580" y="0"/>
                  </a:lnTo>
                  <a:lnTo>
                    <a:pt x="6953725" y="0"/>
                  </a:lnTo>
                  <a:lnTo>
                    <a:pt x="6952869" y="0"/>
                  </a:lnTo>
                  <a:lnTo>
                    <a:pt x="6952014" y="0"/>
                  </a:lnTo>
                  <a:lnTo>
                    <a:pt x="6951158" y="0"/>
                  </a:lnTo>
                  <a:lnTo>
                    <a:pt x="6950302" y="0"/>
                  </a:lnTo>
                  <a:lnTo>
                    <a:pt x="6949447" y="0"/>
                  </a:lnTo>
                  <a:lnTo>
                    <a:pt x="6948591" y="0"/>
                  </a:lnTo>
                  <a:lnTo>
                    <a:pt x="6947736" y="0"/>
                  </a:lnTo>
                  <a:lnTo>
                    <a:pt x="6946880" y="0"/>
                  </a:lnTo>
                  <a:lnTo>
                    <a:pt x="6946025" y="0"/>
                  </a:lnTo>
                  <a:lnTo>
                    <a:pt x="6945169" y="0"/>
                  </a:lnTo>
                  <a:lnTo>
                    <a:pt x="6944314" y="0"/>
                  </a:lnTo>
                  <a:lnTo>
                    <a:pt x="6943458" y="0"/>
                  </a:lnTo>
                  <a:lnTo>
                    <a:pt x="6942603" y="0"/>
                  </a:lnTo>
                  <a:lnTo>
                    <a:pt x="6941747" y="0"/>
                  </a:lnTo>
                  <a:lnTo>
                    <a:pt x="6940892" y="0"/>
                  </a:lnTo>
                  <a:lnTo>
                    <a:pt x="6940036" y="0"/>
                  </a:lnTo>
                  <a:lnTo>
                    <a:pt x="6939181" y="0"/>
                  </a:lnTo>
                  <a:lnTo>
                    <a:pt x="6938325" y="0"/>
                  </a:lnTo>
                  <a:lnTo>
                    <a:pt x="6937470" y="0"/>
                  </a:lnTo>
                  <a:lnTo>
                    <a:pt x="6936614" y="0"/>
                  </a:lnTo>
                  <a:lnTo>
                    <a:pt x="6935759" y="0"/>
                  </a:lnTo>
                  <a:lnTo>
                    <a:pt x="6934903" y="0"/>
                  </a:lnTo>
                  <a:lnTo>
                    <a:pt x="6934047" y="0"/>
                  </a:lnTo>
                  <a:lnTo>
                    <a:pt x="6933192" y="0"/>
                  </a:lnTo>
                  <a:lnTo>
                    <a:pt x="6932336" y="0"/>
                  </a:lnTo>
                  <a:lnTo>
                    <a:pt x="6931481" y="0"/>
                  </a:lnTo>
                  <a:lnTo>
                    <a:pt x="6930625" y="0"/>
                  </a:lnTo>
                  <a:lnTo>
                    <a:pt x="6929770" y="0"/>
                  </a:lnTo>
                  <a:lnTo>
                    <a:pt x="6928914" y="0"/>
                  </a:lnTo>
                  <a:lnTo>
                    <a:pt x="6928059" y="0"/>
                  </a:lnTo>
                  <a:lnTo>
                    <a:pt x="6927203" y="0"/>
                  </a:lnTo>
                  <a:lnTo>
                    <a:pt x="6926348" y="0"/>
                  </a:lnTo>
                  <a:lnTo>
                    <a:pt x="6925492" y="0"/>
                  </a:lnTo>
                  <a:lnTo>
                    <a:pt x="6924637" y="0"/>
                  </a:lnTo>
                  <a:lnTo>
                    <a:pt x="6923781" y="0"/>
                  </a:lnTo>
                  <a:lnTo>
                    <a:pt x="6922926" y="0"/>
                  </a:lnTo>
                  <a:lnTo>
                    <a:pt x="6922070" y="0"/>
                  </a:lnTo>
                  <a:lnTo>
                    <a:pt x="6921215" y="0"/>
                  </a:lnTo>
                  <a:lnTo>
                    <a:pt x="6920359" y="0"/>
                  </a:lnTo>
                  <a:lnTo>
                    <a:pt x="6919504" y="0"/>
                  </a:lnTo>
                  <a:lnTo>
                    <a:pt x="6918648" y="0"/>
                  </a:lnTo>
                  <a:lnTo>
                    <a:pt x="6917792" y="0"/>
                  </a:lnTo>
                  <a:lnTo>
                    <a:pt x="6916937" y="0"/>
                  </a:lnTo>
                  <a:lnTo>
                    <a:pt x="6916081" y="0"/>
                  </a:lnTo>
                  <a:lnTo>
                    <a:pt x="6915226" y="0"/>
                  </a:lnTo>
                  <a:lnTo>
                    <a:pt x="6914370" y="0"/>
                  </a:lnTo>
                  <a:lnTo>
                    <a:pt x="6913515" y="0"/>
                  </a:lnTo>
                  <a:lnTo>
                    <a:pt x="6912659" y="0"/>
                  </a:lnTo>
                  <a:lnTo>
                    <a:pt x="6911804" y="0"/>
                  </a:lnTo>
                  <a:lnTo>
                    <a:pt x="6910948" y="0"/>
                  </a:lnTo>
                  <a:lnTo>
                    <a:pt x="6910093" y="0"/>
                  </a:lnTo>
                  <a:lnTo>
                    <a:pt x="6909237" y="0"/>
                  </a:lnTo>
                  <a:lnTo>
                    <a:pt x="6908382" y="0"/>
                  </a:lnTo>
                  <a:lnTo>
                    <a:pt x="6907526" y="0"/>
                  </a:lnTo>
                  <a:lnTo>
                    <a:pt x="6906671" y="0"/>
                  </a:lnTo>
                  <a:lnTo>
                    <a:pt x="6905815" y="0"/>
                  </a:lnTo>
                  <a:lnTo>
                    <a:pt x="6904960" y="0"/>
                  </a:lnTo>
                  <a:lnTo>
                    <a:pt x="6904104" y="0"/>
                  </a:lnTo>
                  <a:lnTo>
                    <a:pt x="6903248" y="0"/>
                  </a:lnTo>
                  <a:lnTo>
                    <a:pt x="6902393" y="0"/>
                  </a:lnTo>
                  <a:lnTo>
                    <a:pt x="6901537" y="0"/>
                  </a:lnTo>
                  <a:lnTo>
                    <a:pt x="6900682" y="0"/>
                  </a:lnTo>
                  <a:lnTo>
                    <a:pt x="6899826" y="0"/>
                  </a:lnTo>
                  <a:lnTo>
                    <a:pt x="6898971" y="0"/>
                  </a:lnTo>
                  <a:lnTo>
                    <a:pt x="6898115" y="0"/>
                  </a:lnTo>
                  <a:lnTo>
                    <a:pt x="6897260" y="0"/>
                  </a:lnTo>
                  <a:lnTo>
                    <a:pt x="6896404" y="0"/>
                  </a:lnTo>
                  <a:lnTo>
                    <a:pt x="6895549" y="0"/>
                  </a:lnTo>
                  <a:lnTo>
                    <a:pt x="6894693" y="0"/>
                  </a:lnTo>
                  <a:lnTo>
                    <a:pt x="6893838" y="0"/>
                  </a:lnTo>
                  <a:lnTo>
                    <a:pt x="6892982" y="0"/>
                  </a:lnTo>
                  <a:lnTo>
                    <a:pt x="6892127" y="0"/>
                  </a:lnTo>
                  <a:lnTo>
                    <a:pt x="6891271" y="0"/>
                  </a:lnTo>
                  <a:lnTo>
                    <a:pt x="6890416" y="0"/>
                  </a:lnTo>
                  <a:lnTo>
                    <a:pt x="6889560" y="0"/>
                  </a:lnTo>
                  <a:lnTo>
                    <a:pt x="6888705" y="0"/>
                  </a:lnTo>
                  <a:lnTo>
                    <a:pt x="6887849" y="0"/>
                  </a:lnTo>
                  <a:lnTo>
                    <a:pt x="6886993" y="0"/>
                  </a:lnTo>
                  <a:lnTo>
                    <a:pt x="6886138" y="0"/>
                  </a:lnTo>
                  <a:lnTo>
                    <a:pt x="6885282" y="0"/>
                  </a:lnTo>
                  <a:lnTo>
                    <a:pt x="6884427" y="0"/>
                  </a:lnTo>
                  <a:lnTo>
                    <a:pt x="6883571" y="0"/>
                  </a:lnTo>
                  <a:lnTo>
                    <a:pt x="6882716" y="0"/>
                  </a:lnTo>
                  <a:lnTo>
                    <a:pt x="6881860" y="0"/>
                  </a:lnTo>
                  <a:lnTo>
                    <a:pt x="6881005" y="0"/>
                  </a:lnTo>
                  <a:lnTo>
                    <a:pt x="6880149" y="0"/>
                  </a:lnTo>
                  <a:lnTo>
                    <a:pt x="6879294" y="0"/>
                  </a:lnTo>
                  <a:lnTo>
                    <a:pt x="6878438" y="0"/>
                  </a:lnTo>
                  <a:lnTo>
                    <a:pt x="6877583" y="0"/>
                  </a:lnTo>
                  <a:lnTo>
                    <a:pt x="6876727" y="0"/>
                  </a:lnTo>
                  <a:lnTo>
                    <a:pt x="6875872" y="0"/>
                  </a:lnTo>
                  <a:lnTo>
                    <a:pt x="6875016" y="0"/>
                  </a:lnTo>
                  <a:lnTo>
                    <a:pt x="6874161" y="0"/>
                  </a:lnTo>
                  <a:lnTo>
                    <a:pt x="6873305" y="0"/>
                  </a:lnTo>
                  <a:lnTo>
                    <a:pt x="6872450" y="0"/>
                  </a:lnTo>
                  <a:lnTo>
                    <a:pt x="6871594" y="0"/>
                  </a:lnTo>
                  <a:lnTo>
                    <a:pt x="6870738" y="0"/>
                  </a:lnTo>
                  <a:lnTo>
                    <a:pt x="6869883" y="0"/>
                  </a:lnTo>
                  <a:lnTo>
                    <a:pt x="6869027" y="0"/>
                  </a:lnTo>
                  <a:lnTo>
                    <a:pt x="6868172" y="0"/>
                  </a:lnTo>
                  <a:lnTo>
                    <a:pt x="6867316" y="0"/>
                  </a:lnTo>
                  <a:lnTo>
                    <a:pt x="6866461" y="0"/>
                  </a:lnTo>
                  <a:lnTo>
                    <a:pt x="6865605" y="0"/>
                  </a:lnTo>
                  <a:lnTo>
                    <a:pt x="6864750" y="0"/>
                  </a:lnTo>
                  <a:lnTo>
                    <a:pt x="6863894" y="0"/>
                  </a:lnTo>
                  <a:lnTo>
                    <a:pt x="6863039" y="0"/>
                  </a:lnTo>
                  <a:lnTo>
                    <a:pt x="6862183" y="0"/>
                  </a:lnTo>
                  <a:lnTo>
                    <a:pt x="6861328" y="0"/>
                  </a:lnTo>
                  <a:lnTo>
                    <a:pt x="6860472" y="0"/>
                  </a:lnTo>
                  <a:lnTo>
                    <a:pt x="6859617" y="0"/>
                  </a:lnTo>
                  <a:lnTo>
                    <a:pt x="6858761" y="0"/>
                  </a:lnTo>
                  <a:lnTo>
                    <a:pt x="6857906" y="0"/>
                  </a:lnTo>
                  <a:lnTo>
                    <a:pt x="6857050" y="0"/>
                  </a:lnTo>
                  <a:lnTo>
                    <a:pt x="6856195" y="0"/>
                  </a:lnTo>
                  <a:lnTo>
                    <a:pt x="6855339" y="0"/>
                  </a:lnTo>
                  <a:lnTo>
                    <a:pt x="6854483" y="0"/>
                  </a:lnTo>
                  <a:lnTo>
                    <a:pt x="6853628" y="0"/>
                  </a:lnTo>
                  <a:lnTo>
                    <a:pt x="6852772" y="0"/>
                  </a:lnTo>
                  <a:lnTo>
                    <a:pt x="6851917" y="0"/>
                  </a:lnTo>
                  <a:lnTo>
                    <a:pt x="6851061" y="0"/>
                  </a:lnTo>
                  <a:lnTo>
                    <a:pt x="6850206" y="0"/>
                  </a:lnTo>
                  <a:lnTo>
                    <a:pt x="6849350" y="0"/>
                  </a:lnTo>
                  <a:lnTo>
                    <a:pt x="6848495" y="0"/>
                  </a:lnTo>
                  <a:lnTo>
                    <a:pt x="6847639" y="0"/>
                  </a:lnTo>
                  <a:lnTo>
                    <a:pt x="6846784" y="0"/>
                  </a:lnTo>
                  <a:lnTo>
                    <a:pt x="6845928" y="0"/>
                  </a:lnTo>
                  <a:lnTo>
                    <a:pt x="6845073" y="0"/>
                  </a:lnTo>
                  <a:lnTo>
                    <a:pt x="6844217" y="0"/>
                  </a:lnTo>
                  <a:lnTo>
                    <a:pt x="6843362" y="0"/>
                  </a:lnTo>
                  <a:lnTo>
                    <a:pt x="6842506" y="0"/>
                  </a:lnTo>
                  <a:lnTo>
                    <a:pt x="6841651" y="0"/>
                  </a:lnTo>
                  <a:lnTo>
                    <a:pt x="6840795" y="0"/>
                  </a:lnTo>
                  <a:lnTo>
                    <a:pt x="6839939" y="0"/>
                  </a:lnTo>
                  <a:lnTo>
                    <a:pt x="6839084" y="0"/>
                  </a:lnTo>
                  <a:lnTo>
                    <a:pt x="6838228" y="0"/>
                  </a:lnTo>
                  <a:lnTo>
                    <a:pt x="6837373" y="0"/>
                  </a:lnTo>
                  <a:lnTo>
                    <a:pt x="6836517" y="0"/>
                  </a:lnTo>
                  <a:lnTo>
                    <a:pt x="6835662" y="0"/>
                  </a:lnTo>
                  <a:lnTo>
                    <a:pt x="6834806" y="0"/>
                  </a:lnTo>
                  <a:lnTo>
                    <a:pt x="6833951" y="0"/>
                  </a:lnTo>
                  <a:lnTo>
                    <a:pt x="6833095" y="0"/>
                  </a:lnTo>
                  <a:lnTo>
                    <a:pt x="6832240" y="0"/>
                  </a:lnTo>
                  <a:lnTo>
                    <a:pt x="6831384" y="0"/>
                  </a:lnTo>
                  <a:lnTo>
                    <a:pt x="6830529" y="0"/>
                  </a:lnTo>
                  <a:lnTo>
                    <a:pt x="6829673" y="0"/>
                  </a:lnTo>
                  <a:lnTo>
                    <a:pt x="6828818" y="0"/>
                  </a:lnTo>
                  <a:lnTo>
                    <a:pt x="6827962" y="0"/>
                  </a:lnTo>
                  <a:lnTo>
                    <a:pt x="6827107" y="0"/>
                  </a:lnTo>
                  <a:lnTo>
                    <a:pt x="6826251" y="0"/>
                  </a:lnTo>
                  <a:lnTo>
                    <a:pt x="6825396" y="0"/>
                  </a:lnTo>
                  <a:lnTo>
                    <a:pt x="6824540" y="0"/>
                  </a:lnTo>
                  <a:lnTo>
                    <a:pt x="6823684" y="0"/>
                  </a:lnTo>
                  <a:lnTo>
                    <a:pt x="6822829" y="0"/>
                  </a:lnTo>
                  <a:lnTo>
                    <a:pt x="6821973" y="0"/>
                  </a:lnTo>
                  <a:lnTo>
                    <a:pt x="6821118" y="0"/>
                  </a:lnTo>
                  <a:lnTo>
                    <a:pt x="6820262" y="0"/>
                  </a:lnTo>
                  <a:lnTo>
                    <a:pt x="6819407" y="0"/>
                  </a:lnTo>
                  <a:lnTo>
                    <a:pt x="6818551" y="0"/>
                  </a:lnTo>
                  <a:lnTo>
                    <a:pt x="6817696" y="0"/>
                  </a:lnTo>
                  <a:lnTo>
                    <a:pt x="6816840" y="0"/>
                  </a:lnTo>
                  <a:lnTo>
                    <a:pt x="6815985" y="0"/>
                  </a:lnTo>
                  <a:lnTo>
                    <a:pt x="6815129" y="0"/>
                  </a:lnTo>
                  <a:lnTo>
                    <a:pt x="6814274" y="0"/>
                  </a:lnTo>
                  <a:lnTo>
                    <a:pt x="6813418" y="0"/>
                  </a:lnTo>
                  <a:lnTo>
                    <a:pt x="6812563" y="0"/>
                  </a:lnTo>
                  <a:lnTo>
                    <a:pt x="6811707" y="0"/>
                  </a:lnTo>
                  <a:lnTo>
                    <a:pt x="6810852" y="0"/>
                  </a:lnTo>
                  <a:lnTo>
                    <a:pt x="6809996" y="0"/>
                  </a:lnTo>
                  <a:lnTo>
                    <a:pt x="6809141" y="0"/>
                  </a:lnTo>
                  <a:lnTo>
                    <a:pt x="6808285" y="0"/>
                  </a:lnTo>
                  <a:lnTo>
                    <a:pt x="6807429" y="0"/>
                  </a:lnTo>
                  <a:lnTo>
                    <a:pt x="6806574" y="0"/>
                  </a:lnTo>
                  <a:lnTo>
                    <a:pt x="6805718" y="0"/>
                  </a:lnTo>
                  <a:lnTo>
                    <a:pt x="6804863" y="0"/>
                  </a:lnTo>
                  <a:lnTo>
                    <a:pt x="6804007" y="0"/>
                  </a:lnTo>
                  <a:lnTo>
                    <a:pt x="6803152" y="0"/>
                  </a:lnTo>
                  <a:lnTo>
                    <a:pt x="6802296" y="0"/>
                  </a:lnTo>
                  <a:lnTo>
                    <a:pt x="6801441" y="0"/>
                  </a:lnTo>
                  <a:lnTo>
                    <a:pt x="6800585" y="0"/>
                  </a:lnTo>
                  <a:lnTo>
                    <a:pt x="6799730" y="0"/>
                  </a:lnTo>
                  <a:lnTo>
                    <a:pt x="6798874" y="0"/>
                  </a:lnTo>
                  <a:lnTo>
                    <a:pt x="6798019" y="0"/>
                  </a:lnTo>
                  <a:lnTo>
                    <a:pt x="6797163" y="0"/>
                  </a:lnTo>
                  <a:lnTo>
                    <a:pt x="6796308" y="0"/>
                  </a:lnTo>
                  <a:lnTo>
                    <a:pt x="6795452" y="0"/>
                  </a:lnTo>
                  <a:lnTo>
                    <a:pt x="6794597" y="0"/>
                  </a:lnTo>
                  <a:lnTo>
                    <a:pt x="6793741" y="0"/>
                  </a:lnTo>
                  <a:lnTo>
                    <a:pt x="6792885" y="0"/>
                  </a:lnTo>
                  <a:lnTo>
                    <a:pt x="6792030" y="0"/>
                  </a:lnTo>
                  <a:lnTo>
                    <a:pt x="6791174" y="0"/>
                  </a:lnTo>
                  <a:lnTo>
                    <a:pt x="6790319" y="0"/>
                  </a:lnTo>
                  <a:lnTo>
                    <a:pt x="6789463" y="0"/>
                  </a:lnTo>
                  <a:lnTo>
                    <a:pt x="6788608" y="0"/>
                  </a:lnTo>
                  <a:lnTo>
                    <a:pt x="6787752" y="0"/>
                  </a:lnTo>
                  <a:lnTo>
                    <a:pt x="6786897" y="0"/>
                  </a:lnTo>
                  <a:lnTo>
                    <a:pt x="6786041" y="0"/>
                  </a:lnTo>
                  <a:lnTo>
                    <a:pt x="6785186" y="0"/>
                  </a:lnTo>
                  <a:lnTo>
                    <a:pt x="6784330" y="0"/>
                  </a:lnTo>
                  <a:lnTo>
                    <a:pt x="6783475" y="0"/>
                  </a:lnTo>
                  <a:lnTo>
                    <a:pt x="6782619" y="0"/>
                  </a:lnTo>
                  <a:lnTo>
                    <a:pt x="6781764" y="0"/>
                  </a:lnTo>
                  <a:lnTo>
                    <a:pt x="6780908" y="0"/>
                  </a:lnTo>
                  <a:lnTo>
                    <a:pt x="6780053" y="0"/>
                  </a:lnTo>
                  <a:lnTo>
                    <a:pt x="6779197" y="0"/>
                  </a:lnTo>
                  <a:lnTo>
                    <a:pt x="6778342" y="0"/>
                  </a:lnTo>
                  <a:lnTo>
                    <a:pt x="6777486" y="0"/>
                  </a:lnTo>
                  <a:lnTo>
                    <a:pt x="6776630" y="0"/>
                  </a:lnTo>
                  <a:lnTo>
                    <a:pt x="6775775" y="0"/>
                  </a:lnTo>
                  <a:lnTo>
                    <a:pt x="6774919" y="0"/>
                  </a:lnTo>
                  <a:lnTo>
                    <a:pt x="6774064" y="0"/>
                  </a:lnTo>
                  <a:lnTo>
                    <a:pt x="6773208" y="0"/>
                  </a:lnTo>
                  <a:lnTo>
                    <a:pt x="6772353" y="0"/>
                  </a:lnTo>
                  <a:lnTo>
                    <a:pt x="6771497" y="0"/>
                  </a:lnTo>
                  <a:lnTo>
                    <a:pt x="6770642" y="0"/>
                  </a:lnTo>
                  <a:lnTo>
                    <a:pt x="6769786" y="0"/>
                  </a:lnTo>
                  <a:lnTo>
                    <a:pt x="6768931" y="0"/>
                  </a:lnTo>
                  <a:lnTo>
                    <a:pt x="6768075" y="0"/>
                  </a:lnTo>
                  <a:lnTo>
                    <a:pt x="6767220" y="0"/>
                  </a:lnTo>
                  <a:lnTo>
                    <a:pt x="6766364" y="0"/>
                  </a:lnTo>
                  <a:lnTo>
                    <a:pt x="6765509" y="0"/>
                  </a:lnTo>
                  <a:lnTo>
                    <a:pt x="6764653" y="0"/>
                  </a:lnTo>
                  <a:lnTo>
                    <a:pt x="6763798" y="0"/>
                  </a:lnTo>
                  <a:lnTo>
                    <a:pt x="6762942" y="0"/>
                  </a:lnTo>
                  <a:lnTo>
                    <a:pt x="6762087" y="0"/>
                  </a:lnTo>
                  <a:lnTo>
                    <a:pt x="6761231" y="0"/>
                  </a:lnTo>
                  <a:lnTo>
                    <a:pt x="6760375" y="0"/>
                  </a:lnTo>
                  <a:lnTo>
                    <a:pt x="6759520" y="0"/>
                  </a:lnTo>
                  <a:lnTo>
                    <a:pt x="6758664" y="0"/>
                  </a:lnTo>
                  <a:lnTo>
                    <a:pt x="6757809" y="0"/>
                  </a:lnTo>
                  <a:lnTo>
                    <a:pt x="6756953" y="0"/>
                  </a:lnTo>
                  <a:lnTo>
                    <a:pt x="6756098" y="0"/>
                  </a:lnTo>
                  <a:lnTo>
                    <a:pt x="6755242" y="0"/>
                  </a:lnTo>
                  <a:lnTo>
                    <a:pt x="6754387" y="0"/>
                  </a:lnTo>
                  <a:lnTo>
                    <a:pt x="6753531" y="0"/>
                  </a:lnTo>
                  <a:lnTo>
                    <a:pt x="6752676" y="0"/>
                  </a:lnTo>
                  <a:lnTo>
                    <a:pt x="6751820" y="0"/>
                  </a:lnTo>
                  <a:lnTo>
                    <a:pt x="6750965" y="0"/>
                  </a:lnTo>
                  <a:lnTo>
                    <a:pt x="6750109" y="0"/>
                  </a:lnTo>
                  <a:lnTo>
                    <a:pt x="6749254" y="0"/>
                  </a:lnTo>
                  <a:lnTo>
                    <a:pt x="6748398" y="0"/>
                  </a:lnTo>
                  <a:lnTo>
                    <a:pt x="6747543" y="0"/>
                  </a:lnTo>
                  <a:lnTo>
                    <a:pt x="6746687" y="0"/>
                  </a:lnTo>
                  <a:lnTo>
                    <a:pt x="6745831" y="0"/>
                  </a:lnTo>
                  <a:lnTo>
                    <a:pt x="6744976" y="0"/>
                  </a:lnTo>
                  <a:lnTo>
                    <a:pt x="6744120" y="0"/>
                  </a:lnTo>
                  <a:lnTo>
                    <a:pt x="6743265" y="0"/>
                  </a:lnTo>
                  <a:lnTo>
                    <a:pt x="6742409" y="0"/>
                  </a:lnTo>
                  <a:lnTo>
                    <a:pt x="6741554" y="0"/>
                  </a:lnTo>
                  <a:lnTo>
                    <a:pt x="6740698" y="0"/>
                  </a:lnTo>
                  <a:lnTo>
                    <a:pt x="6739843" y="0"/>
                  </a:lnTo>
                  <a:lnTo>
                    <a:pt x="6738987" y="0"/>
                  </a:lnTo>
                  <a:lnTo>
                    <a:pt x="6738132" y="0"/>
                  </a:lnTo>
                  <a:lnTo>
                    <a:pt x="6737276" y="0"/>
                  </a:lnTo>
                  <a:lnTo>
                    <a:pt x="6736421" y="0"/>
                  </a:lnTo>
                  <a:lnTo>
                    <a:pt x="6735565" y="0"/>
                  </a:lnTo>
                  <a:lnTo>
                    <a:pt x="6734710" y="0"/>
                  </a:lnTo>
                  <a:lnTo>
                    <a:pt x="6733854" y="0"/>
                  </a:lnTo>
                  <a:lnTo>
                    <a:pt x="6732999" y="0"/>
                  </a:lnTo>
                  <a:lnTo>
                    <a:pt x="6732143" y="0"/>
                  </a:lnTo>
                  <a:lnTo>
                    <a:pt x="6731288" y="0"/>
                  </a:lnTo>
                  <a:lnTo>
                    <a:pt x="6730432" y="0"/>
                  </a:lnTo>
                  <a:lnTo>
                    <a:pt x="6729576" y="0"/>
                  </a:lnTo>
                  <a:lnTo>
                    <a:pt x="6728721" y="0"/>
                  </a:lnTo>
                  <a:lnTo>
                    <a:pt x="6727865" y="0"/>
                  </a:lnTo>
                  <a:lnTo>
                    <a:pt x="6727010" y="0"/>
                  </a:lnTo>
                  <a:lnTo>
                    <a:pt x="6726154" y="0"/>
                  </a:lnTo>
                  <a:lnTo>
                    <a:pt x="6725299" y="0"/>
                  </a:lnTo>
                  <a:lnTo>
                    <a:pt x="6724443" y="0"/>
                  </a:lnTo>
                  <a:lnTo>
                    <a:pt x="6723588" y="0"/>
                  </a:lnTo>
                  <a:lnTo>
                    <a:pt x="6722732" y="0"/>
                  </a:lnTo>
                  <a:lnTo>
                    <a:pt x="6721877" y="0"/>
                  </a:lnTo>
                  <a:lnTo>
                    <a:pt x="6721021" y="0"/>
                  </a:lnTo>
                  <a:lnTo>
                    <a:pt x="6720166" y="0"/>
                  </a:lnTo>
                  <a:lnTo>
                    <a:pt x="6719310" y="0"/>
                  </a:lnTo>
                  <a:lnTo>
                    <a:pt x="6718455" y="0"/>
                  </a:lnTo>
                  <a:lnTo>
                    <a:pt x="6717599" y="0"/>
                  </a:lnTo>
                  <a:lnTo>
                    <a:pt x="6716744" y="0"/>
                  </a:lnTo>
                  <a:lnTo>
                    <a:pt x="6715888" y="0"/>
                  </a:lnTo>
                  <a:lnTo>
                    <a:pt x="6715033" y="0"/>
                  </a:lnTo>
                  <a:lnTo>
                    <a:pt x="6714177" y="0"/>
                  </a:lnTo>
                  <a:lnTo>
                    <a:pt x="6713321" y="0"/>
                  </a:lnTo>
                  <a:lnTo>
                    <a:pt x="6712466" y="0"/>
                  </a:lnTo>
                  <a:lnTo>
                    <a:pt x="6711610" y="0"/>
                  </a:lnTo>
                  <a:lnTo>
                    <a:pt x="6710755" y="0"/>
                  </a:lnTo>
                  <a:lnTo>
                    <a:pt x="6709899" y="0"/>
                  </a:lnTo>
                  <a:lnTo>
                    <a:pt x="6709044" y="0"/>
                  </a:lnTo>
                  <a:lnTo>
                    <a:pt x="6708188" y="0"/>
                  </a:lnTo>
                  <a:lnTo>
                    <a:pt x="6707333" y="0"/>
                  </a:lnTo>
                  <a:lnTo>
                    <a:pt x="6706477" y="0"/>
                  </a:lnTo>
                  <a:lnTo>
                    <a:pt x="6705622" y="0"/>
                  </a:lnTo>
                  <a:lnTo>
                    <a:pt x="6704766" y="0"/>
                  </a:lnTo>
                  <a:lnTo>
                    <a:pt x="6703911" y="0"/>
                  </a:lnTo>
                  <a:lnTo>
                    <a:pt x="6703055" y="0"/>
                  </a:lnTo>
                  <a:lnTo>
                    <a:pt x="6702200" y="0"/>
                  </a:lnTo>
                  <a:lnTo>
                    <a:pt x="6701344" y="0"/>
                  </a:lnTo>
                  <a:lnTo>
                    <a:pt x="6700489" y="0"/>
                  </a:lnTo>
                  <a:lnTo>
                    <a:pt x="6699633" y="0"/>
                  </a:lnTo>
                  <a:lnTo>
                    <a:pt x="6698777" y="0"/>
                  </a:lnTo>
                  <a:lnTo>
                    <a:pt x="6697922" y="0"/>
                  </a:lnTo>
                  <a:lnTo>
                    <a:pt x="6697066" y="0"/>
                  </a:lnTo>
                  <a:lnTo>
                    <a:pt x="6696211" y="0"/>
                  </a:lnTo>
                  <a:lnTo>
                    <a:pt x="6695355" y="0"/>
                  </a:lnTo>
                  <a:lnTo>
                    <a:pt x="6694500" y="0"/>
                  </a:lnTo>
                  <a:lnTo>
                    <a:pt x="6693644" y="0"/>
                  </a:lnTo>
                  <a:lnTo>
                    <a:pt x="6692789" y="0"/>
                  </a:lnTo>
                  <a:lnTo>
                    <a:pt x="6691933" y="0"/>
                  </a:lnTo>
                  <a:lnTo>
                    <a:pt x="6691078" y="0"/>
                  </a:lnTo>
                  <a:lnTo>
                    <a:pt x="6690222" y="0"/>
                  </a:lnTo>
                  <a:lnTo>
                    <a:pt x="6689367" y="0"/>
                  </a:lnTo>
                  <a:lnTo>
                    <a:pt x="6688511" y="0"/>
                  </a:lnTo>
                  <a:lnTo>
                    <a:pt x="6687656" y="0"/>
                  </a:lnTo>
                  <a:lnTo>
                    <a:pt x="6686800" y="0"/>
                  </a:lnTo>
                  <a:lnTo>
                    <a:pt x="6685945" y="0"/>
                  </a:lnTo>
                  <a:lnTo>
                    <a:pt x="6685089" y="0"/>
                  </a:lnTo>
                  <a:lnTo>
                    <a:pt x="6684234" y="0"/>
                  </a:lnTo>
                  <a:lnTo>
                    <a:pt x="6683378" y="0"/>
                  </a:lnTo>
                  <a:lnTo>
                    <a:pt x="6682522" y="0"/>
                  </a:lnTo>
                  <a:lnTo>
                    <a:pt x="6681667" y="0"/>
                  </a:lnTo>
                  <a:lnTo>
                    <a:pt x="6680811" y="0"/>
                  </a:lnTo>
                  <a:lnTo>
                    <a:pt x="6679956" y="0"/>
                  </a:lnTo>
                  <a:lnTo>
                    <a:pt x="6679100" y="0"/>
                  </a:lnTo>
                  <a:lnTo>
                    <a:pt x="6678245" y="0"/>
                  </a:lnTo>
                  <a:lnTo>
                    <a:pt x="6677389" y="0"/>
                  </a:lnTo>
                  <a:lnTo>
                    <a:pt x="6676534" y="0"/>
                  </a:lnTo>
                  <a:lnTo>
                    <a:pt x="6675678" y="0"/>
                  </a:lnTo>
                  <a:lnTo>
                    <a:pt x="6674823" y="0"/>
                  </a:lnTo>
                  <a:lnTo>
                    <a:pt x="6673967" y="0"/>
                  </a:lnTo>
                  <a:lnTo>
                    <a:pt x="6673112" y="0"/>
                  </a:lnTo>
                  <a:lnTo>
                    <a:pt x="6672256" y="0"/>
                  </a:lnTo>
                  <a:lnTo>
                    <a:pt x="6671401" y="0"/>
                  </a:lnTo>
                  <a:lnTo>
                    <a:pt x="6670545" y="0"/>
                  </a:lnTo>
                  <a:lnTo>
                    <a:pt x="6669690" y="0"/>
                  </a:lnTo>
                  <a:lnTo>
                    <a:pt x="6668834" y="0"/>
                  </a:lnTo>
                  <a:lnTo>
                    <a:pt x="6667979" y="0"/>
                  </a:lnTo>
                  <a:lnTo>
                    <a:pt x="6667123" y="0"/>
                  </a:lnTo>
                  <a:lnTo>
                    <a:pt x="6666267" y="0"/>
                  </a:lnTo>
                  <a:lnTo>
                    <a:pt x="6665412" y="0"/>
                  </a:lnTo>
                  <a:lnTo>
                    <a:pt x="6664556" y="0"/>
                  </a:lnTo>
                  <a:lnTo>
                    <a:pt x="6663701" y="0"/>
                  </a:lnTo>
                  <a:lnTo>
                    <a:pt x="6662845" y="0"/>
                  </a:lnTo>
                  <a:lnTo>
                    <a:pt x="6661990" y="0"/>
                  </a:lnTo>
                  <a:lnTo>
                    <a:pt x="6661134" y="0"/>
                  </a:lnTo>
                  <a:lnTo>
                    <a:pt x="6660279" y="0"/>
                  </a:lnTo>
                  <a:lnTo>
                    <a:pt x="6659423" y="0"/>
                  </a:lnTo>
                  <a:lnTo>
                    <a:pt x="6658568" y="0"/>
                  </a:lnTo>
                  <a:lnTo>
                    <a:pt x="6657712" y="0"/>
                  </a:lnTo>
                  <a:lnTo>
                    <a:pt x="6656857" y="0"/>
                  </a:lnTo>
                  <a:lnTo>
                    <a:pt x="6656001" y="0"/>
                  </a:lnTo>
                  <a:lnTo>
                    <a:pt x="6655146" y="0"/>
                  </a:lnTo>
                  <a:lnTo>
                    <a:pt x="6654290" y="0"/>
                  </a:lnTo>
                  <a:lnTo>
                    <a:pt x="6653435" y="0"/>
                  </a:lnTo>
                  <a:lnTo>
                    <a:pt x="6652579" y="0"/>
                  </a:lnTo>
                  <a:lnTo>
                    <a:pt x="6651723" y="0"/>
                  </a:lnTo>
                  <a:lnTo>
                    <a:pt x="6650868" y="0"/>
                  </a:lnTo>
                  <a:lnTo>
                    <a:pt x="6650012" y="0"/>
                  </a:lnTo>
                  <a:lnTo>
                    <a:pt x="6649157" y="0"/>
                  </a:lnTo>
                  <a:lnTo>
                    <a:pt x="6648301" y="0"/>
                  </a:lnTo>
                  <a:lnTo>
                    <a:pt x="6647446" y="0"/>
                  </a:lnTo>
                  <a:lnTo>
                    <a:pt x="6646590" y="0"/>
                  </a:lnTo>
                  <a:lnTo>
                    <a:pt x="6645735" y="0"/>
                  </a:lnTo>
                  <a:lnTo>
                    <a:pt x="6644879" y="0"/>
                  </a:lnTo>
                  <a:lnTo>
                    <a:pt x="6644024" y="0"/>
                  </a:lnTo>
                  <a:lnTo>
                    <a:pt x="6643168" y="0"/>
                  </a:lnTo>
                  <a:lnTo>
                    <a:pt x="6642313" y="0"/>
                  </a:lnTo>
                  <a:lnTo>
                    <a:pt x="6641457" y="0"/>
                  </a:lnTo>
                  <a:lnTo>
                    <a:pt x="6640602" y="0"/>
                  </a:lnTo>
                  <a:lnTo>
                    <a:pt x="6639746" y="0"/>
                  </a:lnTo>
                  <a:lnTo>
                    <a:pt x="6638891" y="0"/>
                  </a:lnTo>
                  <a:lnTo>
                    <a:pt x="6638035" y="0"/>
                  </a:lnTo>
                  <a:lnTo>
                    <a:pt x="6637180" y="0"/>
                  </a:lnTo>
                  <a:lnTo>
                    <a:pt x="6636324" y="0"/>
                  </a:lnTo>
                  <a:lnTo>
                    <a:pt x="6635468" y="0"/>
                  </a:lnTo>
                  <a:lnTo>
                    <a:pt x="6634613" y="0"/>
                  </a:lnTo>
                  <a:lnTo>
                    <a:pt x="6633757" y="0"/>
                  </a:lnTo>
                  <a:lnTo>
                    <a:pt x="6632902" y="0"/>
                  </a:lnTo>
                  <a:lnTo>
                    <a:pt x="6632046" y="0"/>
                  </a:lnTo>
                  <a:lnTo>
                    <a:pt x="6631191" y="0"/>
                  </a:lnTo>
                  <a:lnTo>
                    <a:pt x="6630335" y="0"/>
                  </a:lnTo>
                  <a:lnTo>
                    <a:pt x="6629480" y="0"/>
                  </a:lnTo>
                  <a:lnTo>
                    <a:pt x="6628624" y="0"/>
                  </a:lnTo>
                  <a:lnTo>
                    <a:pt x="6627769" y="0"/>
                  </a:lnTo>
                  <a:lnTo>
                    <a:pt x="6626913" y="0"/>
                  </a:lnTo>
                  <a:lnTo>
                    <a:pt x="6626058" y="0"/>
                  </a:lnTo>
                  <a:lnTo>
                    <a:pt x="6625202" y="0"/>
                  </a:lnTo>
                  <a:lnTo>
                    <a:pt x="6624347" y="0"/>
                  </a:lnTo>
                  <a:lnTo>
                    <a:pt x="6623491" y="0"/>
                  </a:lnTo>
                  <a:lnTo>
                    <a:pt x="6622636" y="0"/>
                  </a:lnTo>
                  <a:lnTo>
                    <a:pt x="6621780" y="0"/>
                  </a:lnTo>
                  <a:lnTo>
                    <a:pt x="6620925" y="0"/>
                  </a:lnTo>
                  <a:lnTo>
                    <a:pt x="6620069" y="0"/>
                  </a:lnTo>
                  <a:lnTo>
                    <a:pt x="6619213" y="0"/>
                  </a:lnTo>
                  <a:lnTo>
                    <a:pt x="6618358" y="0"/>
                  </a:lnTo>
                  <a:lnTo>
                    <a:pt x="6617502" y="0"/>
                  </a:lnTo>
                  <a:lnTo>
                    <a:pt x="6616647" y="0"/>
                  </a:lnTo>
                  <a:lnTo>
                    <a:pt x="6615791" y="0"/>
                  </a:lnTo>
                  <a:lnTo>
                    <a:pt x="6614936" y="0"/>
                  </a:lnTo>
                  <a:lnTo>
                    <a:pt x="6614080" y="0"/>
                  </a:lnTo>
                  <a:lnTo>
                    <a:pt x="6613225" y="0"/>
                  </a:lnTo>
                  <a:lnTo>
                    <a:pt x="6612369" y="0"/>
                  </a:lnTo>
                  <a:lnTo>
                    <a:pt x="6611514" y="0"/>
                  </a:lnTo>
                  <a:lnTo>
                    <a:pt x="6610658" y="0"/>
                  </a:lnTo>
                  <a:lnTo>
                    <a:pt x="6609803" y="0"/>
                  </a:lnTo>
                  <a:lnTo>
                    <a:pt x="6608947" y="0"/>
                  </a:lnTo>
                  <a:lnTo>
                    <a:pt x="6608092" y="0"/>
                  </a:lnTo>
                  <a:lnTo>
                    <a:pt x="6607236" y="0"/>
                  </a:lnTo>
                  <a:lnTo>
                    <a:pt x="6606381" y="0"/>
                  </a:lnTo>
                  <a:lnTo>
                    <a:pt x="6605525" y="0"/>
                  </a:lnTo>
                  <a:lnTo>
                    <a:pt x="6604670" y="0"/>
                  </a:lnTo>
                  <a:lnTo>
                    <a:pt x="6603814" y="0"/>
                  </a:lnTo>
                  <a:lnTo>
                    <a:pt x="6602958" y="0"/>
                  </a:lnTo>
                  <a:lnTo>
                    <a:pt x="6602103" y="0"/>
                  </a:lnTo>
                  <a:lnTo>
                    <a:pt x="6601247" y="0"/>
                  </a:lnTo>
                  <a:lnTo>
                    <a:pt x="6600392" y="0"/>
                  </a:lnTo>
                  <a:lnTo>
                    <a:pt x="6599536" y="0"/>
                  </a:lnTo>
                  <a:lnTo>
                    <a:pt x="6598681" y="0"/>
                  </a:lnTo>
                  <a:lnTo>
                    <a:pt x="6597825" y="0"/>
                  </a:lnTo>
                  <a:lnTo>
                    <a:pt x="6596970" y="0"/>
                  </a:lnTo>
                  <a:lnTo>
                    <a:pt x="6596114" y="0"/>
                  </a:lnTo>
                  <a:lnTo>
                    <a:pt x="6595259" y="0"/>
                  </a:lnTo>
                  <a:lnTo>
                    <a:pt x="6594403" y="0"/>
                  </a:lnTo>
                  <a:lnTo>
                    <a:pt x="6593548" y="0"/>
                  </a:lnTo>
                  <a:lnTo>
                    <a:pt x="6592692" y="0"/>
                  </a:lnTo>
                  <a:lnTo>
                    <a:pt x="6591837" y="0"/>
                  </a:lnTo>
                  <a:lnTo>
                    <a:pt x="6590981" y="0"/>
                  </a:lnTo>
                  <a:lnTo>
                    <a:pt x="6590126" y="0"/>
                  </a:lnTo>
                  <a:lnTo>
                    <a:pt x="6589270" y="0"/>
                  </a:lnTo>
                  <a:lnTo>
                    <a:pt x="6588414" y="0"/>
                  </a:lnTo>
                  <a:lnTo>
                    <a:pt x="6587559" y="0"/>
                  </a:lnTo>
                  <a:lnTo>
                    <a:pt x="6586703" y="0"/>
                  </a:lnTo>
                  <a:lnTo>
                    <a:pt x="6585848" y="0"/>
                  </a:lnTo>
                  <a:lnTo>
                    <a:pt x="6584992" y="0"/>
                  </a:lnTo>
                  <a:lnTo>
                    <a:pt x="6584137" y="0"/>
                  </a:lnTo>
                  <a:lnTo>
                    <a:pt x="6583281" y="0"/>
                  </a:lnTo>
                  <a:lnTo>
                    <a:pt x="6582426" y="0"/>
                  </a:lnTo>
                  <a:lnTo>
                    <a:pt x="6581570" y="0"/>
                  </a:lnTo>
                  <a:lnTo>
                    <a:pt x="6580715" y="0"/>
                  </a:lnTo>
                  <a:lnTo>
                    <a:pt x="6579859" y="0"/>
                  </a:lnTo>
                  <a:lnTo>
                    <a:pt x="6579004" y="0"/>
                  </a:lnTo>
                  <a:lnTo>
                    <a:pt x="6578148" y="0"/>
                  </a:lnTo>
                  <a:lnTo>
                    <a:pt x="6577293" y="0"/>
                  </a:lnTo>
                  <a:lnTo>
                    <a:pt x="6576437" y="0"/>
                  </a:lnTo>
                  <a:lnTo>
                    <a:pt x="6575582" y="0"/>
                  </a:lnTo>
                  <a:lnTo>
                    <a:pt x="6574726" y="0"/>
                  </a:lnTo>
                  <a:lnTo>
                    <a:pt x="6573871" y="0"/>
                  </a:lnTo>
                  <a:lnTo>
                    <a:pt x="6573015" y="0"/>
                  </a:lnTo>
                  <a:lnTo>
                    <a:pt x="6572159" y="0"/>
                  </a:lnTo>
                  <a:lnTo>
                    <a:pt x="6571304" y="0"/>
                  </a:lnTo>
                  <a:lnTo>
                    <a:pt x="6570448" y="0"/>
                  </a:lnTo>
                  <a:lnTo>
                    <a:pt x="6569593" y="0"/>
                  </a:lnTo>
                  <a:lnTo>
                    <a:pt x="6568737" y="0"/>
                  </a:lnTo>
                  <a:lnTo>
                    <a:pt x="6567882" y="0"/>
                  </a:lnTo>
                  <a:lnTo>
                    <a:pt x="6567026" y="0"/>
                  </a:lnTo>
                  <a:lnTo>
                    <a:pt x="6566171" y="0"/>
                  </a:lnTo>
                  <a:lnTo>
                    <a:pt x="6565315" y="0"/>
                  </a:lnTo>
                  <a:lnTo>
                    <a:pt x="6564460" y="0"/>
                  </a:lnTo>
                  <a:lnTo>
                    <a:pt x="6563604" y="0"/>
                  </a:lnTo>
                  <a:lnTo>
                    <a:pt x="6562749" y="0"/>
                  </a:lnTo>
                  <a:lnTo>
                    <a:pt x="6561893" y="0"/>
                  </a:lnTo>
                  <a:lnTo>
                    <a:pt x="6561038" y="0"/>
                  </a:lnTo>
                  <a:lnTo>
                    <a:pt x="6560182" y="0"/>
                  </a:lnTo>
                  <a:lnTo>
                    <a:pt x="6559327" y="0"/>
                  </a:lnTo>
                  <a:lnTo>
                    <a:pt x="6558471" y="0"/>
                  </a:lnTo>
                  <a:lnTo>
                    <a:pt x="6557616" y="0"/>
                  </a:lnTo>
                  <a:lnTo>
                    <a:pt x="6556760" y="0"/>
                  </a:lnTo>
                  <a:lnTo>
                    <a:pt x="6555904" y="0"/>
                  </a:lnTo>
                  <a:lnTo>
                    <a:pt x="6555049" y="0"/>
                  </a:lnTo>
                  <a:lnTo>
                    <a:pt x="6554193" y="0"/>
                  </a:lnTo>
                  <a:lnTo>
                    <a:pt x="6553338" y="0"/>
                  </a:lnTo>
                  <a:lnTo>
                    <a:pt x="6552482" y="0"/>
                  </a:lnTo>
                  <a:lnTo>
                    <a:pt x="6551627" y="0"/>
                  </a:lnTo>
                  <a:lnTo>
                    <a:pt x="6550771" y="0"/>
                  </a:lnTo>
                  <a:lnTo>
                    <a:pt x="6549916" y="0"/>
                  </a:lnTo>
                  <a:lnTo>
                    <a:pt x="6549060" y="0"/>
                  </a:lnTo>
                  <a:lnTo>
                    <a:pt x="6548205" y="0"/>
                  </a:lnTo>
                  <a:lnTo>
                    <a:pt x="6547349" y="0"/>
                  </a:lnTo>
                  <a:lnTo>
                    <a:pt x="6546494" y="0"/>
                  </a:lnTo>
                  <a:lnTo>
                    <a:pt x="6545638" y="0"/>
                  </a:lnTo>
                  <a:lnTo>
                    <a:pt x="6544783" y="0"/>
                  </a:lnTo>
                  <a:lnTo>
                    <a:pt x="6543927" y="0"/>
                  </a:lnTo>
                  <a:lnTo>
                    <a:pt x="6543072" y="0"/>
                  </a:lnTo>
                  <a:lnTo>
                    <a:pt x="6542216" y="0"/>
                  </a:lnTo>
                  <a:lnTo>
                    <a:pt x="6541360" y="0"/>
                  </a:lnTo>
                  <a:lnTo>
                    <a:pt x="6540505" y="0"/>
                  </a:lnTo>
                  <a:lnTo>
                    <a:pt x="6539649" y="0"/>
                  </a:lnTo>
                  <a:lnTo>
                    <a:pt x="6538794" y="0"/>
                  </a:lnTo>
                  <a:lnTo>
                    <a:pt x="6537938" y="0"/>
                  </a:lnTo>
                  <a:lnTo>
                    <a:pt x="6537083" y="0"/>
                  </a:lnTo>
                  <a:lnTo>
                    <a:pt x="6536227" y="0"/>
                  </a:lnTo>
                  <a:lnTo>
                    <a:pt x="6535372" y="0"/>
                  </a:lnTo>
                  <a:lnTo>
                    <a:pt x="6534516" y="0"/>
                  </a:lnTo>
                  <a:lnTo>
                    <a:pt x="6533661" y="0"/>
                  </a:lnTo>
                  <a:lnTo>
                    <a:pt x="6532805" y="0"/>
                  </a:lnTo>
                  <a:lnTo>
                    <a:pt x="6531950" y="0"/>
                  </a:lnTo>
                  <a:lnTo>
                    <a:pt x="6531094" y="0"/>
                  </a:lnTo>
                  <a:lnTo>
                    <a:pt x="6530239" y="0"/>
                  </a:lnTo>
                  <a:lnTo>
                    <a:pt x="6529383" y="0"/>
                  </a:lnTo>
                  <a:lnTo>
                    <a:pt x="6528528" y="0"/>
                  </a:lnTo>
                  <a:lnTo>
                    <a:pt x="6527672" y="0"/>
                  </a:lnTo>
                  <a:lnTo>
                    <a:pt x="6526817" y="0"/>
                  </a:lnTo>
                  <a:lnTo>
                    <a:pt x="6525961" y="0"/>
                  </a:lnTo>
                  <a:lnTo>
                    <a:pt x="6525105" y="0"/>
                  </a:lnTo>
                  <a:lnTo>
                    <a:pt x="6524250" y="0"/>
                  </a:lnTo>
                  <a:lnTo>
                    <a:pt x="6523394" y="0"/>
                  </a:lnTo>
                  <a:lnTo>
                    <a:pt x="6522539" y="0"/>
                  </a:lnTo>
                  <a:lnTo>
                    <a:pt x="6521683" y="0"/>
                  </a:lnTo>
                  <a:lnTo>
                    <a:pt x="6520828" y="0"/>
                  </a:lnTo>
                  <a:lnTo>
                    <a:pt x="6519972" y="0"/>
                  </a:lnTo>
                  <a:lnTo>
                    <a:pt x="6519117" y="0"/>
                  </a:lnTo>
                  <a:lnTo>
                    <a:pt x="6518261" y="0"/>
                  </a:lnTo>
                  <a:lnTo>
                    <a:pt x="6517406" y="0"/>
                  </a:lnTo>
                  <a:lnTo>
                    <a:pt x="6516550" y="0"/>
                  </a:lnTo>
                  <a:lnTo>
                    <a:pt x="6515695" y="0"/>
                  </a:lnTo>
                  <a:lnTo>
                    <a:pt x="6514839" y="0"/>
                  </a:lnTo>
                  <a:lnTo>
                    <a:pt x="6513984" y="0"/>
                  </a:lnTo>
                  <a:lnTo>
                    <a:pt x="6513128" y="0"/>
                  </a:lnTo>
                  <a:lnTo>
                    <a:pt x="6512273" y="0"/>
                  </a:lnTo>
                  <a:lnTo>
                    <a:pt x="6511417" y="0"/>
                  </a:lnTo>
                  <a:lnTo>
                    <a:pt x="6510562" y="0"/>
                  </a:lnTo>
                  <a:lnTo>
                    <a:pt x="6509706" y="0"/>
                  </a:lnTo>
                  <a:lnTo>
                    <a:pt x="6508850" y="0"/>
                  </a:lnTo>
                  <a:lnTo>
                    <a:pt x="6507995" y="0"/>
                  </a:lnTo>
                  <a:lnTo>
                    <a:pt x="6507139" y="0"/>
                  </a:lnTo>
                  <a:lnTo>
                    <a:pt x="6506284" y="0"/>
                  </a:lnTo>
                  <a:lnTo>
                    <a:pt x="6505428" y="0"/>
                  </a:lnTo>
                  <a:lnTo>
                    <a:pt x="6504573" y="0"/>
                  </a:lnTo>
                  <a:lnTo>
                    <a:pt x="6503717" y="0"/>
                  </a:lnTo>
                  <a:lnTo>
                    <a:pt x="6502862" y="0"/>
                  </a:lnTo>
                  <a:lnTo>
                    <a:pt x="6502006" y="0"/>
                  </a:lnTo>
                  <a:lnTo>
                    <a:pt x="6501151" y="0"/>
                  </a:lnTo>
                  <a:lnTo>
                    <a:pt x="6500295" y="0"/>
                  </a:lnTo>
                  <a:lnTo>
                    <a:pt x="6499440" y="0"/>
                  </a:lnTo>
                  <a:lnTo>
                    <a:pt x="6498584" y="0"/>
                  </a:lnTo>
                  <a:lnTo>
                    <a:pt x="6497729" y="0"/>
                  </a:lnTo>
                  <a:lnTo>
                    <a:pt x="6496873" y="0"/>
                  </a:lnTo>
                  <a:lnTo>
                    <a:pt x="6496018" y="0"/>
                  </a:lnTo>
                  <a:lnTo>
                    <a:pt x="6495162" y="0"/>
                  </a:lnTo>
                  <a:lnTo>
                    <a:pt x="6494306" y="0"/>
                  </a:lnTo>
                  <a:lnTo>
                    <a:pt x="6493451" y="0"/>
                  </a:lnTo>
                  <a:lnTo>
                    <a:pt x="6492595" y="0"/>
                  </a:lnTo>
                  <a:lnTo>
                    <a:pt x="6491740" y="0"/>
                  </a:lnTo>
                  <a:lnTo>
                    <a:pt x="6490884" y="0"/>
                  </a:lnTo>
                  <a:lnTo>
                    <a:pt x="6490029" y="0"/>
                  </a:lnTo>
                  <a:lnTo>
                    <a:pt x="6489173" y="0"/>
                  </a:lnTo>
                  <a:lnTo>
                    <a:pt x="6488318" y="0"/>
                  </a:lnTo>
                  <a:lnTo>
                    <a:pt x="6487462" y="0"/>
                  </a:lnTo>
                  <a:lnTo>
                    <a:pt x="6486607" y="0"/>
                  </a:lnTo>
                  <a:lnTo>
                    <a:pt x="6485751" y="0"/>
                  </a:lnTo>
                  <a:lnTo>
                    <a:pt x="6484896" y="0"/>
                  </a:lnTo>
                  <a:lnTo>
                    <a:pt x="6484040" y="0"/>
                  </a:lnTo>
                  <a:lnTo>
                    <a:pt x="6483185" y="0"/>
                  </a:lnTo>
                  <a:lnTo>
                    <a:pt x="6482329" y="0"/>
                  </a:lnTo>
                  <a:lnTo>
                    <a:pt x="6481474" y="0"/>
                  </a:lnTo>
                  <a:lnTo>
                    <a:pt x="6480618" y="0"/>
                  </a:lnTo>
                  <a:lnTo>
                    <a:pt x="6479763" y="0"/>
                  </a:lnTo>
                  <a:lnTo>
                    <a:pt x="6478907" y="0"/>
                  </a:lnTo>
                  <a:lnTo>
                    <a:pt x="6478051" y="0"/>
                  </a:lnTo>
                  <a:lnTo>
                    <a:pt x="6477196" y="0"/>
                  </a:lnTo>
                  <a:lnTo>
                    <a:pt x="6476340" y="0"/>
                  </a:lnTo>
                  <a:lnTo>
                    <a:pt x="6475485" y="0"/>
                  </a:lnTo>
                  <a:lnTo>
                    <a:pt x="6474629" y="0"/>
                  </a:lnTo>
                  <a:lnTo>
                    <a:pt x="6473774" y="0"/>
                  </a:lnTo>
                  <a:lnTo>
                    <a:pt x="6472918" y="0"/>
                  </a:lnTo>
                  <a:lnTo>
                    <a:pt x="6472063" y="0"/>
                  </a:lnTo>
                  <a:lnTo>
                    <a:pt x="6471207" y="0"/>
                  </a:lnTo>
                  <a:lnTo>
                    <a:pt x="6470352" y="0"/>
                  </a:lnTo>
                  <a:lnTo>
                    <a:pt x="6469496" y="0"/>
                  </a:lnTo>
                  <a:lnTo>
                    <a:pt x="6468641" y="0"/>
                  </a:lnTo>
                  <a:lnTo>
                    <a:pt x="6467785" y="0"/>
                  </a:lnTo>
                  <a:lnTo>
                    <a:pt x="6466930" y="0"/>
                  </a:lnTo>
                  <a:lnTo>
                    <a:pt x="6466074" y="0"/>
                  </a:lnTo>
                  <a:lnTo>
                    <a:pt x="6465219" y="0"/>
                  </a:lnTo>
                  <a:lnTo>
                    <a:pt x="6464363" y="0"/>
                  </a:lnTo>
                  <a:lnTo>
                    <a:pt x="6463508" y="0"/>
                  </a:lnTo>
                  <a:lnTo>
                    <a:pt x="6462652" y="0"/>
                  </a:lnTo>
                  <a:lnTo>
                    <a:pt x="6461796" y="0"/>
                  </a:lnTo>
                  <a:lnTo>
                    <a:pt x="6460941" y="0"/>
                  </a:lnTo>
                  <a:lnTo>
                    <a:pt x="6460085" y="0"/>
                  </a:lnTo>
                  <a:lnTo>
                    <a:pt x="6459230" y="0"/>
                  </a:lnTo>
                  <a:lnTo>
                    <a:pt x="6458374" y="0"/>
                  </a:lnTo>
                  <a:lnTo>
                    <a:pt x="6457519" y="0"/>
                  </a:lnTo>
                  <a:lnTo>
                    <a:pt x="6456663" y="0"/>
                  </a:lnTo>
                  <a:lnTo>
                    <a:pt x="6455808" y="0"/>
                  </a:lnTo>
                  <a:lnTo>
                    <a:pt x="6454952" y="0"/>
                  </a:lnTo>
                  <a:lnTo>
                    <a:pt x="6454097" y="0"/>
                  </a:lnTo>
                  <a:lnTo>
                    <a:pt x="6453241" y="0"/>
                  </a:lnTo>
                  <a:lnTo>
                    <a:pt x="6452386" y="0"/>
                  </a:lnTo>
                  <a:lnTo>
                    <a:pt x="6451530" y="0"/>
                  </a:lnTo>
                  <a:lnTo>
                    <a:pt x="6450675" y="0"/>
                  </a:lnTo>
                  <a:lnTo>
                    <a:pt x="6449819" y="0"/>
                  </a:lnTo>
                  <a:lnTo>
                    <a:pt x="6448964" y="0"/>
                  </a:lnTo>
                  <a:lnTo>
                    <a:pt x="6448108" y="0"/>
                  </a:lnTo>
                  <a:lnTo>
                    <a:pt x="6447252" y="0"/>
                  </a:lnTo>
                  <a:lnTo>
                    <a:pt x="6446397" y="0"/>
                  </a:lnTo>
                  <a:lnTo>
                    <a:pt x="6445541" y="0"/>
                  </a:lnTo>
                  <a:lnTo>
                    <a:pt x="6444686" y="0"/>
                  </a:lnTo>
                  <a:lnTo>
                    <a:pt x="6443830" y="0"/>
                  </a:lnTo>
                  <a:lnTo>
                    <a:pt x="6442975" y="0"/>
                  </a:lnTo>
                  <a:lnTo>
                    <a:pt x="6442119" y="0"/>
                  </a:lnTo>
                  <a:lnTo>
                    <a:pt x="6441264" y="0"/>
                  </a:lnTo>
                  <a:lnTo>
                    <a:pt x="6440408" y="0"/>
                  </a:lnTo>
                  <a:lnTo>
                    <a:pt x="6439553" y="0"/>
                  </a:lnTo>
                  <a:lnTo>
                    <a:pt x="6438697" y="0"/>
                  </a:lnTo>
                  <a:lnTo>
                    <a:pt x="6437842" y="0"/>
                  </a:lnTo>
                  <a:lnTo>
                    <a:pt x="6436986" y="0"/>
                  </a:lnTo>
                  <a:lnTo>
                    <a:pt x="6436131" y="0"/>
                  </a:lnTo>
                  <a:lnTo>
                    <a:pt x="6435275" y="0"/>
                  </a:lnTo>
                  <a:lnTo>
                    <a:pt x="6434420" y="0"/>
                  </a:lnTo>
                  <a:lnTo>
                    <a:pt x="6433564" y="0"/>
                  </a:lnTo>
                  <a:lnTo>
                    <a:pt x="6432709" y="0"/>
                  </a:lnTo>
                  <a:lnTo>
                    <a:pt x="6431853" y="0"/>
                  </a:lnTo>
                  <a:lnTo>
                    <a:pt x="6430997" y="0"/>
                  </a:lnTo>
                  <a:lnTo>
                    <a:pt x="6430142" y="0"/>
                  </a:lnTo>
                  <a:lnTo>
                    <a:pt x="6429286" y="0"/>
                  </a:lnTo>
                  <a:lnTo>
                    <a:pt x="6428431" y="0"/>
                  </a:lnTo>
                  <a:lnTo>
                    <a:pt x="6427575" y="0"/>
                  </a:lnTo>
                  <a:lnTo>
                    <a:pt x="6426720" y="0"/>
                  </a:lnTo>
                  <a:lnTo>
                    <a:pt x="6425864" y="0"/>
                  </a:lnTo>
                  <a:lnTo>
                    <a:pt x="6425009" y="0"/>
                  </a:lnTo>
                  <a:lnTo>
                    <a:pt x="6424153" y="0"/>
                  </a:lnTo>
                  <a:lnTo>
                    <a:pt x="6423298" y="0"/>
                  </a:lnTo>
                  <a:lnTo>
                    <a:pt x="6422442" y="0"/>
                  </a:lnTo>
                  <a:lnTo>
                    <a:pt x="6421587" y="0"/>
                  </a:lnTo>
                  <a:lnTo>
                    <a:pt x="6420731" y="0"/>
                  </a:lnTo>
                  <a:lnTo>
                    <a:pt x="6419876" y="0"/>
                  </a:lnTo>
                  <a:lnTo>
                    <a:pt x="6419020" y="0"/>
                  </a:lnTo>
                  <a:lnTo>
                    <a:pt x="6418165" y="0"/>
                  </a:lnTo>
                  <a:lnTo>
                    <a:pt x="6417309" y="0"/>
                  </a:lnTo>
                  <a:lnTo>
                    <a:pt x="6416454" y="0"/>
                  </a:lnTo>
                  <a:lnTo>
                    <a:pt x="6415598" y="0"/>
                  </a:lnTo>
                  <a:lnTo>
                    <a:pt x="6414742" y="0"/>
                  </a:lnTo>
                  <a:lnTo>
                    <a:pt x="6413887" y="0"/>
                  </a:lnTo>
                  <a:lnTo>
                    <a:pt x="6413031" y="0"/>
                  </a:lnTo>
                  <a:lnTo>
                    <a:pt x="6412176" y="0"/>
                  </a:lnTo>
                  <a:lnTo>
                    <a:pt x="6411320" y="0"/>
                  </a:lnTo>
                  <a:lnTo>
                    <a:pt x="6410465" y="0"/>
                  </a:lnTo>
                  <a:lnTo>
                    <a:pt x="6409609" y="0"/>
                  </a:lnTo>
                  <a:lnTo>
                    <a:pt x="6408754" y="0"/>
                  </a:lnTo>
                  <a:lnTo>
                    <a:pt x="6407898" y="0"/>
                  </a:lnTo>
                  <a:lnTo>
                    <a:pt x="6407043" y="0"/>
                  </a:lnTo>
                  <a:lnTo>
                    <a:pt x="6406187" y="0"/>
                  </a:lnTo>
                  <a:lnTo>
                    <a:pt x="6405332" y="0"/>
                  </a:lnTo>
                  <a:lnTo>
                    <a:pt x="6404476" y="0"/>
                  </a:lnTo>
                  <a:lnTo>
                    <a:pt x="6403621" y="0"/>
                  </a:lnTo>
                  <a:lnTo>
                    <a:pt x="6402765" y="0"/>
                  </a:lnTo>
                  <a:lnTo>
                    <a:pt x="6401910" y="0"/>
                  </a:lnTo>
                  <a:lnTo>
                    <a:pt x="6401054" y="0"/>
                  </a:lnTo>
                  <a:lnTo>
                    <a:pt x="6400199" y="0"/>
                  </a:lnTo>
                  <a:lnTo>
                    <a:pt x="6399343" y="0"/>
                  </a:lnTo>
                  <a:lnTo>
                    <a:pt x="6398487" y="0"/>
                  </a:lnTo>
                  <a:lnTo>
                    <a:pt x="6397632" y="0"/>
                  </a:lnTo>
                  <a:lnTo>
                    <a:pt x="6396776" y="0"/>
                  </a:lnTo>
                  <a:lnTo>
                    <a:pt x="6395921" y="0"/>
                  </a:lnTo>
                  <a:lnTo>
                    <a:pt x="6395065" y="0"/>
                  </a:lnTo>
                  <a:lnTo>
                    <a:pt x="6394210" y="0"/>
                  </a:lnTo>
                  <a:lnTo>
                    <a:pt x="6393354" y="0"/>
                  </a:lnTo>
                  <a:lnTo>
                    <a:pt x="6392499" y="0"/>
                  </a:lnTo>
                  <a:lnTo>
                    <a:pt x="6391643" y="0"/>
                  </a:lnTo>
                  <a:lnTo>
                    <a:pt x="6390788" y="0"/>
                  </a:lnTo>
                  <a:lnTo>
                    <a:pt x="6389932" y="0"/>
                  </a:lnTo>
                  <a:lnTo>
                    <a:pt x="6389077" y="0"/>
                  </a:lnTo>
                  <a:lnTo>
                    <a:pt x="6388221" y="0"/>
                  </a:lnTo>
                  <a:lnTo>
                    <a:pt x="6387366" y="0"/>
                  </a:lnTo>
                  <a:lnTo>
                    <a:pt x="6386510" y="0"/>
                  </a:lnTo>
                  <a:lnTo>
                    <a:pt x="6385655" y="0"/>
                  </a:lnTo>
                  <a:lnTo>
                    <a:pt x="6384799" y="0"/>
                  </a:lnTo>
                  <a:lnTo>
                    <a:pt x="6383943" y="0"/>
                  </a:lnTo>
                  <a:lnTo>
                    <a:pt x="6383088" y="0"/>
                  </a:lnTo>
                  <a:lnTo>
                    <a:pt x="6382232" y="0"/>
                  </a:lnTo>
                  <a:lnTo>
                    <a:pt x="6381377" y="0"/>
                  </a:lnTo>
                  <a:lnTo>
                    <a:pt x="6380521" y="0"/>
                  </a:lnTo>
                  <a:lnTo>
                    <a:pt x="6379666" y="0"/>
                  </a:lnTo>
                  <a:lnTo>
                    <a:pt x="6378810" y="0"/>
                  </a:lnTo>
                  <a:lnTo>
                    <a:pt x="6377955" y="0"/>
                  </a:lnTo>
                  <a:lnTo>
                    <a:pt x="6377099" y="0"/>
                  </a:lnTo>
                  <a:lnTo>
                    <a:pt x="6376244" y="0"/>
                  </a:lnTo>
                  <a:lnTo>
                    <a:pt x="6375388" y="0"/>
                  </a:lnTo>
                  <a:lnTo>
                    <a:pt x="6374533" y="0"/>
                  </a:lnTo>
                  <a:lnTo>
                    <a:pt x="6373677" y="0"/>
                  </a:lnTo>
                  <a:lnTo>
                    <a:pt x="6372822" y="0"/>
                  </a:lnTo>
                  <a:lnTo>
                    <a:pt x="6371966" y="0"/>
                  </a:lnTo>
                  <a:lnTo>
                    <a:pt x="6371111" y="0"/>
                  </a:lnTo>
                  <a:lnTo>
                    <a:pt x="6370255" y="0"/>
                  </a:lnTo>
                  <a:lnTo>
                    <a:pt x="6369400" y="0"/>
                  </a:lnTo>
                  <a:lnTo>
                    <a:pt x="6368544" y="0"/>
                  </a:lnTo>
                  <a:lnTo>
                    <a:pt x="6367688" y="0"/>
                  </a:lnTo>
                  <a:lnTo>
                    <a:pt x="6366833" y="0"/>
                  </a:lnTo>
                  <a:lnTo>
                    <a:pt x="6365977" y="0"/>
                  </a:lnTo>
                  <a:lnTo>
                    <a:pt x="6365122" y="0"/>
                  </a:lnTo>
                  <a:lnTo>
                    <a:pt x="6364266" y="0"/>
                  </a:lnTo>
                  <a:lnTo>
                    <a:pt x="6363411" y="0"/>
                  </a:lnTo>
                  <a:lnTo>
                    <a:pt x="6362555" y="0"/>
                  </a:lnTo>
                  <a:lnTo>
                    <a:pt x="6361700" y="0"/>
                  </a:lnTo>
                  <a:lnTo>
                    <a:pt x="6360844" y="0"/>
                  </a:lnTo>
                  <a:lnTo>
                    <a:pt x="6359989" y="0"/>
                  </a:lnTo>
                  <a:lnTo>
                    <a:pt x="6359133" y="0"/>
                  </a:lnTo>
                  <a:lnTo>
                    <a:pt x="6358278" y="0"/>
                  </a:lnTo>
                  <a:lnTo>
                    <a:pt x="6357422" y="0"/>
                  </a:lnTo>
                  <a:lnTo>
                    <a:pt x="6356567" y="0"/>
                  </a:lnTo>
                  <a:lnTo>
                    <a:pt x="6355711" y="0"/>
                  </a:lnTo>
                  <a:lnTo>
                    <a:pt x="6354856" y="0"/>
                  </a:lnTo>
                  <a:lnTo>
                    <a:pt x="6354000" y="0"/>
                  </a:lnTo>
                  <a:lnTo>
                    <a:pt x="6353145" y="0"/>
                  </a:lnTo>
                  <a:lnTo>
                    <a:pt x="6352289" y="0"/>
                  </a:lnTo>
                  <a:lnTo>
                    <a:pt x="6351433" y="0"/>
                  </a:lnTo>
                  <a:lnTo>
                    <a:pt x="6350578" y="0"/>
                  </a:lnTo>
                  <a:lnTo>
                    <a:pt x="6349722" y="0"/>
                  </a:lnTo>
                  <a:lnTo>
                    <a:pt x="6348867" y="0"/>
                  </a:lnTo>
                  <a:lnTo>
                    <a:pt x="6348011" y="0"/>
                  </a:lnTo>
                  <a:lnTo>
                    <a:pt x="6347156" y="0"/>
                  </a:lnTo>
                  <a:lnTo>
                    <a:pt x="6346300" y="0"/>
                  </a:lnTo>
                  <a:lnTo>
                    <a:pt x="6345445" y="0"/>
                  </a:lnTo>
                  <a:lnTo>
                    <a:pt x="6344589" y="0"/>
                  </a:lnTo>
                  <a:lnTo>
                    <a:pt x="6343734" y="0"/>
                  </a:lnTo>
                  <a:lnTo>
                    <a:pt x="6342878" y="0"/>
                  </a:lnTo>
                  <a:lnTo>
                    <a:pt x="6342023" y="0"/>
                  </a:lnTo>
                  <a:lnTo>
                    <a:pt x="6341167" y="0"/>
                  </a:lnTo>
                  <a:lnTo>
                    <a:pt x="6340312" y="0"/>
                  </a:lnTo>
                  <a:lnTo>
                    <a:pt x="6339456" y="0"/>
                  </a:lnTo>
                  <a:lnTo>
                    <a:pt x="6338601" y="0"/>
                  </a:lnTo>
                  <a:lnTo>
                    <a:pt x="6337745" y="0"/>
                  </a:lnTo>
                  <a:lnTo>
                    <a:pt x="6336889" y="0"/>
                  </a:lnTo>
                  <a:lnTo>
                    <a:pt x="6336034" y="0"/>
                  </a:lnTo>
                  <a:lnTo>
                    <a:pt x="6335178" y="0"/>
                  </a:lnTo>
                  <a:lnTo>
                    <a:pt x="6334323" y="0"/>
                  </a:lnTo>
                  <a:lnTo>
                    <a:pt x="6333467" y="0"/>
                  </a:lnTo>
                  <a:lnTo>
                    <a:pt x="6332612" y="0"/>
                  </a:lnTo>
                  <a:lnTo>
                    <a:pt x="6331756" y="0"/>
                  </a:lnTo>
                  <a:lnTo>
                    <a:pt x="6330901" y="0"/>
                  </a:lnTo>
                  <a:lnTo>
                    <a:pt x="6330045" y="0"/>
                  </a:lnTo>
                  <a:lnTo>
                    <a:pt x="6329190" y="0"/>
                  </a:lnTo>
                  <a:lnTo>
                    <a:pt x="6328334" y="0"/>
                  </a:lnTo>
                  <a:lnTo>
                    <a:pt x="6327479" y="0"/>
                  </a:lnTo>
                  <a:lnTo>
                    <a:pt x="6326623" y="0"/>
                  </a:lnTo>
                  <a:lnTo>
                    <a:pt x="6325768" y="0"/>
                  </a:lnTo>
                  <a:lnTo>
                    <a:pt x="6324912" y="0"/>
                  </a:lnTo>
                  <a:lnTo>
                    <a:pt x="6324057" y="0"/>
                  </a:lnTo>
                  <a:lnTo>
                    <a:pt x="6323201" y="0"/>
                  </a:lnTo>
                  <a:lnTo>
                    <a:pt x="6322346" y="0"/>
                  </a:lnTo>
                  <a:lnTo>
                    <a:pt x="6321490" y="0"/>
                  </a:lnTo>
                  <a:lnTo>
                    <a:pt x="6320634" y="0"/>
                  </a:lnTo>
                  <a:lnTo>
                    <a:pt x="6319779" y="0"/>
                  </a:lnTo>
                  <a:lnTo>
                    <a:pt x="6318923" y="0"/>
                  </a:lnTo>
                  <a:lnTo>
                    <a:pt x="6318068" y="0"/>
                  </a:lnTo>
                  <a:lnTo>
                    <a:pt x="6317212" y="0"/>
                  </a:lnTo>
                  <a:lnTo>
                    <a:pt x="6316357" y="0"/>
                  </a:lnTo>
                  <a:lnTo>
                    <a:pt x="6315501" y="0"/>
                  </a:lnTo>
                  <a:lnTo>
                    <a:pt x="6314646" y="0"/>
                  </a:lnTo>
                  <a:lnTo>
                    <a:pt x="6313790" y="0"/>
                  </a:lnTo>
                  <a:lnTo>
                    <a:pt x="6312935" y="0"/>
                  </a:lnTo>
                  <a:lnTo>
                    <a:pt x="6312079" y="0"/>
                  </a:lnTo>
                  <a:lnTo>
                    <a:pt x="6311224" y="0"/>
                  </a:lnTo>
                  <a:lnTo>
                    <a:pt x="6310368" y="0"/>
                  </a:lnTo>
                  <a:lnTo>
                    <a:pt x="6309513" y="0"/>
                  </a:lnTo>
                  <a:lnTo>
                    <a:pt x="6308657" y="0"/>
                  </a:lnTo>
                  <a:lnTo>
                    <a:pt x="6307802" y="0"/>
                  </a:lnTo>
                  <a:lnTo>
                    <a:pt x="6306946" y="0"/>
                  </a:lnTo>
                  <a:lnTo>
                    <a:pt x="6306091" y="0"/>
                  </a:lnTo>
                  <a:lnTo>
                    <a:pt x="6305235" y="0"/>
                  </a:lnTo>
                  <a:lnTo>
                    <a:pt x="6304379" y="0"/>
                  </a:lnTo>
                  <a:lnTo>
                    <a:pt x="6303524" y="0"/>
                  </a:lnTo>
                  <a:lnTo>
                    <a:pt x="6302668" y="0"/>
                  </a:lnTo>
                  <a:lnTo>
                    <a:pt x="6301813" y="0"/>
                  </a:lnTo>
                  <a:lnTo>
                    <a:pt x="6300957" y="0"/>
                  </a:lnTo>
                  <a:lnTo>
                    <a:pt x="6300102" y="0"/>
                  </a:lnTo>
                  <a:lnTo>
                    <a:pt x="6299246" y="0"/>
                  </a:lnTo>
                  <a:lnTo>
                    <a:pt x="6298391" y="0"/>
                  </a:lnTo>
                  <a:lnTo>
                    <a:pt x="6297535" y="0"/>
                  </a:lnTo>
                  <a:lnTo>
                    <a:pt x="6296680" y="0"/>
                  </a:lnTo>
                  <a:lnTo>
                    <a:pt x="6295824" y="0"/>
                  </a:lnTo>
                  <a:lnTo>
                    <a:pt x="6294969" y="0"/>
                  </a:lnTo>
                  <a:lnTo>
                    <a:pt x="6294113" y="0"/>
                  </a:lnTo>
                  <a:lnTo>
                    <a:pt x="6293258" y="0"/>
                  </a:lnTo>
                  <a:lnTo>
                    <a:pt x="6292402" y="0"/>
                  </a:lnTo>
                  <a:lnTo>
                    <a:pt x="6291547" y="0"/>
                  </a:lnTo>
                  <a:lnTo>
                    <a:pt x="6290691" y="0"/>
                  </a:lnTo>
                  <a:lnTo>
                    <a:pt x="6289835" y="0"/>
                  </a:lnTo>
                  <a:lnTo>
                    <a:pt x="6288980" y="0"/>
                  </a:lnTo>
                  <a:lnTo>
                    <a:pt x="6288124" y="0"/>
                  </a:lnTo>
                  <a:lnTo>
                    <a:pt x="6287269" y="0"/>
                  </a:lnTo>
                  <a:lnTo>
                    <a:pt x="6286413" y="0"/>
                  </a:lnTo>
                  <a:lnTo>
                    <a:pt x="6285558" y="0"/>
                  </a:lnTo>
                  <a:lnTo>
                    <a:pt x="6284702" y="0"/>
                  </a:lnTo>
                  <a:lnTo>
                    <a:pt x="6283847" y="0"/>
                  </a:lnTo>
                  <a:lnTo>
                    <a:pt x="6282991" y="0"/>
                  </a:lnTo>
                  <a:lnTo>
                    <a:pt x="6282136" y="0"/>
                  </a:lnTo>
                  <a:lnTo>
                    <a:pt x="6281280" y="0"/>
                  </a:lnTo>
                  <a:lnTo>
                    <a:pt x="6280425" y="0"/>
                  </a:lnTo>
                  <a:lnTo>
                    <a:pt x="6279569" y="0"/>
                  </a:lnTo>
                  <a:lnTo>
                    <a:pt x="6278714" y="0"/>
                  </a:lnTo>
                  <a:lnTo>
                    <a:pt x="6277858" y="0"/>
                  </a:lnTo>
                  <a:lnTo>
                    <a:pt x="6277003" y="0"/>
                  </a:lnTo>
                  <a:lnTo>
                    <a:pt x="6276147" y="0"/>
                  </a:lnTo>
                  <a:lnTo>
                    <a:pt x="6275292" y="0"/>
                  </a:lnTo>
                  <a:lnTo>
                    <a:pt x="6274436" y="0"/>
                  </a:lnTo>
                  <a:lnTo>
                    <a:pt x="6273580" y="0"/>
                  </a:lnTo>
                  <a:lnTo>
                    <a:pt x="6272725" y="0"/>
                  </a:lnTo>
                  <a:lnTo>
                    <a:pt x="6271869" y="0"/>
                  </a:lnTo>
                  <a:lnTo>
                    <a:pt x="6271014" y="0"/>
                  </a:lnTo>
                  <a:lnTo>
                    <a:pt x="6270158" y="0"/>
                  </a:lnTo>
                  <a:lnTo>
                    <a:pt x="6269303" y="0"/>
                  </a:lnTo>
                  <a:lnTo>
                    <a:pt x="6268447" y="0"/>
                  </a:lnTo>
                  <a:lnTo>
                    <a:pt x="6267592" y="0"/>
                  </a:lnTo>
                  <a:lnTo>
                    <a:pt x="6266736" y="0"/>
                  </a:lnTo>
                  <a:lnTo>
                    <a:pt x="6265881" y="0"/>
                  </a:lnTo>
                  <a:lnTo>
                    <a:pt x="6265025" y="0"/>
                  </a:lnTo>
                  <a:lnTo>
                    <a:pt x="6264170" y="0"/>
                  </a:lnTo>
                  <a:lnTo>
                    <a:pt x="6263314" y="0"/>
                  </a:lnTo>
                  <a:lnTo>
                    <a:pt x="6262459" y="0"/>
                  </a:lnTo>
                  <a:lnTo>
                    <a:pt x="6261603" y="0"/>
                  </a:lnTo>
                  <a:lnTo>
                    <a:pt x="6260748" y="0"/>
                  </a:lnTo>
                  <a:lnTo>
                    <a:pt x="6259892" y="0"/>
                  </a:lnTo>
                  <a:lnTo>
                    <a:pt x="6259037" y="0"/>
                  </a:lnTo>
                  <a:lnTo>
                    <a:pt x="6258181" y="0"/>
                  </a:lnTo>
                  <a:lnTo>
                    <a:pt x="6257325" y="0"/>
                  </a:lnTo>
                  <a:lnTo>
                    <a:pt x="6256470" y="0"/>
                  </a:lnTo>
                  <a:lnTo>
                    <a:pt x="6255614" y="0"/>
                  </a:lnTo>
                  <a:lnTo>
                    <a:pt x="6254759" y="0"/>
                  </a:lnTo>
                  <a:lnTo>
                    <a:pt x="6253903" y="0"/>
                  </a:lnTo>
                  <a:lnTo>
                    <a:pt x="6253048" y="0"/>
                  </a:lnTo>
                  <a:lnTo>
                    <a:pt x="6252192" y="0"/>
                  </a:lnTo>
                  <a:lnTo>
                    <a:pt x="6251337" y="0"/>
                  </a:lnTo>
                  <a:lnTo>
                    <a:pt x="6250481" y="0"/>
                  </a:lnTo>
                  <a:lnTo>
                    <a:pt x="6249626" y="0"/>
                  </a:lnTo>
                  <a:lnTo>
                    <a:pt x="6248770" y="0"/>
                  </a:lnTo>
                  <a:lnTo>
                    <a:pt x="6247915" y="0"/>
                  </a:lnTo>
                  <a:lnTo>
                    <a:pt x="6247059" y="0"/>
                  </a:lnTo>
                  <a:lnTo>
                    <a:pt x="6246204" y="0"/>
                  </a:lnTo>
                  <a:lnTo>
                    <a:pt x="6245348" y="0"/>
                  </a:lnTo>
                  <a:lnTo>
                    <a:pt x="6244493" y="0"/>
                  </a:lnTo>
                  <a:lnTo>
                    <a:pt x="6243637" y="0"/>
                  </a:lnTo>
                  <a:lnTo>
                    <a:pt x="6242781" y="0"/>
                  </a:lnTo>
                  <a:lnTo>
                    <a:pt x="6241926" y="0"/>
                  </a:lnTo>
                  <a:lnTo>
                    <a:pt x="6241070" y="0"/>
                  </a:lnTo>
                  <a:lnTo>
                    <a:pt x="6240215" y="0"/>
                  </a:lnTo>
                  <a:lnTo>
                    <a:pt x="6239359" y="0"/>
                  </a:lnTo>
                  <a:lnTo>
                    <a:pt x="6238504" y="0"/>
                  </a:lnTo>
                  <a:lnTo>
                    <a:pt x="6237648" y="0"/>
                  </a:lnTo>
                  <a:lnTo>
                    <a:pt x="6236793" y="0"/>
                  </a:lnTo>
                  <a:lnTo>
                    <a:pt x="6235937" y="0"/>
                  </a:lnTo>
                  <a:lnTo>
                    <a:pt x="6235082" y="0"/>
                  </a:lnTo>
                  <a:lnTo>
                    <a:pt x="6234226" y="0"/>
                  </a:lnTo>
                  <a:lnTo>
                    <a:pt x="6233371" y="0"/>
                  </a:lnTo>
                  <a:lnTo>
                    <a:pt x="6232515" y="0"/>
                  </a:lnTo>
                  <a:lnTo>
                    <a:pt x="6231660" y="0"/>
                  </a:lnTo>
                  <a:lnTo>
                    <a:pt x="6230804" y="0"/>
                  </a:lnTo>
                  <a:lnTo>
                    <a:pt x="6229949" y="0"/>
                  </a:lnTo>
                  <a:lnTo>
                    <a:pt x="6229093" y="0"/>
                  </a:lnTo>
                  <a:lnTo>
                    <a:pt x="6228238" y="0"/>
                  </a:lnTo>
                  <a:lnTo>
                    <a:pt x="6227382" y="0"/>
                  </a:lnTo>
                  <a:lnTo>
                    <a:pt x="6226526" y="0"/>
                  </a:lnTo>
                  <a:lnTo>
                    <a:pt x="6225671" y="0"/>
                  </a:lnTo>
                  <a:lnTo>
                    <a:pt x="6224815" y="0"/>
                  </a:lnTo>
                  <a:lnTo>
                    <a:pt x="6223960" y="0"/>
                  </a:lnTo>
                  <a:lnTo>
                    <a:pt x="6223104" y="0"/>
                  </a:lnTo>
                  <a:lnTo>
                    <a:pt x="6222249" y="0"/>
                  </a:lnTo>
                  <a:lnTo>
                    <a:pt x="6221393" y="0"/>
                  </a:lnTo>
                  <a:lnTo>
                    <a:pt x="6220538" y="0"/>
                  </a:lnTo>
                  <a:lnTo>
                    <a:pt x="6219682" y="0"/>
                  </a:lnTo>
                  <a:lnTo>
                    <a:pt x="6218827" y="0"/>
                  </a:lnTo>
                  <a:lnTo>
                    <a:pt x="6217971" y="0"/>
                  </a:lnTo>
                  <a:lnTo>
                    <a:pt x="6217116" y="0"/>
                  </a:lnTo>
                  <a:lnTo>
                    <a:pt x="6216260" y="0"/>
                  </a:lnTo>
                  <a:lnTo>
                    <a:pt x="6215405" y="0"/>
                  </a:lnTo>
                  <a:lnTo>
                    <a:pt x="6214549" y="0"/>
                  </a:lnTo>
                  <a:lnTo>
                    <a:pt x="6213694" y="0"/>
                  </a:lnTo>
                  <a:lnTo>
                    <a:pt x="6212838" y="0"/>
                  </a:lnTo>
                  <a:lnTo>
                    <a:pt x="6211983" y="0"/>
                  </a:lnTo>
                  <a:lnTo>
                    <a:pt x="6211127" y="0"/>
                  </a:lnTo>
                  <a:lnTo>
                    <a:pt x="6210271" y="0"/>
                  </a:lnTo>
                  <a:lnTo>
                    <a:pt x="6209416" y="0"/>
                  </a:lnTo>
                  <a:lnTo>
                    <a:pt x="6208560" y="0"/>
                  </a:lnTo>
                  <a:lnTo>
                    <a:pt x="6207705" y="0"/>
                  </a:lnTo>
                  <a:lnTo>
                    <a:pt x="6206849" y="0"/>
                  </a:lnTo>
                  <a:lnTo>
                    <a:pt x="6205994" y="0"/>
                  </a:lnTo>
                  <a:lnTo>
                    <a:pt x="6205138" y="0"/>
                  </a:lnTo>
                  <a:lnTo>
                    <a:pt x="6204283" y="0"/>
                  </a:lnTo>
                  <a:lnTo>
                    <a:pt x="6203427" y="0"/>
                  </a:lnTo>
                  <a:lnTo>
                    <a:pt x="6202572" y="0"/>
                  </a:lnTo>
                  <a:lnTo>
                    <a:pt x="6201716" y="0"/>
                  </a:lnTo>
                  <a:lnTo>
                    <a:pt x="6200861" y="0"/>
                  </a:lnTo>
                  <a:lnTo>
                    <a:pt x="6200005" y="0"/>
                  </a:lnTo>
                  <a:lnTo>
                    <a:pt x="6199150" y="0"/>
                  </a:lnTo>
                  <a:lnTo>
                    <a:pt x="6198294" y="0"/>
                  </a:lnTo>
                  <a:lnTo>
                    <a:pt x="6197439" y="0"/>
                  </a:lnTo>
                  <a:lnTo>
                    <a:pt x="6196583" y="0"/>
                  </a:lnTo>
                  <a:lnTo>
                    <a:pt x="6195728" y="0"/>
                  </a:lnTo>
                  <a:lnTo>
                    <a:pt x="6194872" y="0"/>
                  </a:lnTo>
                  <a:lnTo>
                    <a:pt x="6194016" y="0"/>
                  </a:lnTo>
                  <a:lnTo>
                    <a:pt x="6193161" y="0"/>
                  </a:lnTo>
                  <a:lnTo>
                    <a:pt x="6192305" y="0"/>
                  </a:lnTo>
                  <a:lnTo>
                    <a:pt x="6191450" y="0"/>
                  </a:lnTo>
                  <a:lnTo>
                    <a:pt x="6190594" y="0"/>
                  </a:lnTo>
                  <a:lnTo>
                    <a:pt x="6189739" y="0"/>
                  </a:lnTo>
                  <a:lnTo>
                    <a:pt x="6188883" y="0"/>
                  </a:lnTo>
                  <a:lnTo>
                    <a:pt x="6188028" y="0"/>
                  </a:lnTo>
                  <a:lnTo>
                    <a:pt x="6187172" y="0"/>
                  </a:lnTo>
                  <a:lnTo>
                    <a:pt x="6186317" y="0"/>
                  </a:lnTo>
                  <a:lnTo>
                    <a:pt x="6185461" y="0"/>
                  </a:lnTo>
                  <a:lnTo>
                    <a:pt x="6184606" y="0"/>
                  </a:lnTo>
                  <a:lnTo>
                    <a:pt x="6183750" y="0"/>
                  </a:lnTo>
                  <a:lnTo>
                    <a:pt x="6182895" y="0"/>
                  </a:lnTo>
                  <a:lnTo>
                    <a:pt x="6182039" y="0"/>
                  </a:lnTo>
                  <a:lnTo>
                    <a:pt x="6181184" y="0"/>
                  </a:lnTo>
                  <a:lnTo>
                    <a:pt x="6180328" y="0"/>
                  </a:lnTo>
                  <a:lnTo>
                    <a:pt x="6179472" y="0"/>
                  </a:lnTo>
                  <a:lnTo>
                    <a:pt x="6178617" y="0"/>
                  </a:lnTo>
                  <a:lnTo>
                    <a:pt x="6177761" y="0"/>
                  </a:lnTo>
                  <a:lnTo>
                    <a:pt x="6176906" y="0"/>
                  </a:lnTo>
                  <a:lnTo>
                    <a:pt x="6176050" y="0"/>
                  </a:lnTo>
                  <a:lnTo>
                    <a:pt x="6175195" y="0"/>
                  </a:lnTo>
                  <a:lnTo>
                    <a:pt x="6174339" y="0"/>
                  </a:lnTo>
                  <a:lnTo>
                    <a:pt x="6173484" y="0"/>
                  </a:lnTo>
                  <a:lnTo>
                    <a:pt x="6172628" y="0"/>
                  </a:lnTo>
                  <a:lnTo>
                    <a:pt x="6171773" y="0"/>
                  </a:lnTo>
                  <a:lnTo>
                    <a:pt x="6170917" y="0"/>
                  </a:lnTo>
                  <a:lnTo>
                    <a:pt x="6170062" y="0"/>
                  </a:lnTo>
                  <a:lnTo>
                    <a:pt x="6169206" y="0"/>
                  </a:lnTo>
                  <a:lnTo>
                    <a:pt x="6168351" y="0"/>
                  </a:lnTo>
                  <a:lnTo>
                    <a:pt x="6167495" y="0"/>
                  </a:lnTo>
                  <a:lnTo>
                    <a:pt x="6166640" y="0"/>
                  </a:lnTo>
                  <a:lnTo>
                    <a:pt x="6165784" y="0"/>
                  </a:lnTo>
                  <a:lnTo>
                    <a:pt x="6164929" y="0"/>
                  </a:lnTo>
                  <a:lnTo>
                    <a:pt x="6164073" y="0"/>
                  </a:lnTo>
                  <a:lnTo>
                    <a:pt x="6163217" y="0"/>
                  </a:lnTo>
                  <a:lnTo>
                    <a:pt x="6162362" y="0"/>
                  </a:lnTo>
                  <a:lnTo>
                    <a:pt x="6161506" y="0"/>
                  </a:lnTo>
                  <a:lnTo>
                    <a:pt x="6160651" y="0"/>
                  </a:lnTo>
                  <a:lnTo>
                    <a:pt x="6159795" y="0"/>
                  </a:lnTo>
                  <a:lnTo>
                    <a:pt x="6158940" y="0"/>
                  </a:lnTo>
                  <a:lnTo>
                    <a:pt x="6158084" y="0"/>
                  </a:lnTo>
                  <a:lnTo>
                    <a:pt x="6157229" y="0"/>
                  </a:lnTo>
                  <a:lnTo>
                    <a:pt x="6156373" y="0"/>
                  </a:lnTo>
                  <a:lnTo>
                    <a:pt x="6155518" y="0"/>
                  </a:lnTo>
                  <a:lnTo>
                    <a:pt x="6154662" y="0"/>
                  </a:lnTo>
                  <a:lnTo>
                    <a:pt x="6153807" y="0"/>
                  </a:lnTo>
                  <a:lnTo>
                    <a:pt x="6152951" y="0"/>
                  </a:lnTo>
                  <a:lnTo>
                    <a:pt x="6152096" y="0"/>
                  </a:lnTo>
                  <a:lnTo>
                    <a:pt x="6151240" y="0"/>
                  </a:lnTo>
                  <a:lnTo>
                    <a:pt x="6150385" y="0"/>
                  </a:lnTo>
                  <a:lnTo>
                    <a:pt x="6149529" y="0"/>
                  </a:lnTo>
                  <a:lnTo>
                    <a:pt x="6148674" y="0"/>
                  </a:lnTo>
                  <a:lnTo>
                    <a:pt x="6147818" y="0"/>
                  </a:lnTo>
                  <a:lnTo>
                    <a:pt x="6146962" y="0"/>
                  </a:lnTo>
                  <a:lnTo>
                    <a:pt x="6146107" y="0"/>
                  </a:lnTo>
                  <a:lnTo>
                    <a:pt x="6145251" y="0"/>
                  </a:lnTo>
                  <a:lnTo>
                    <a:pt x="6144396" y="0"/>
                  </a:lnTo>
                  <a:lnTo>
                    <a:pt x="6143540" y="0"/>
                  </a:lnTo>
                  <a:lnTo>
                    <a:pt x="6142685" y="0"/>
                  </a:lnTo>
                  <a:lnTo>
                    <a:pt x="6141829" y="0"/>
                  </a:lnTo>
                  <a:lnTo>
                    <a:pt x="6140974" y="0"/>
                  </a:lnTo>
                  <a:lnTo>
                    <a:pt x="6140118" y="0"/>
                  </a:lnTo>
                  <a:lnTo>
                    <a:pt x="6139263" y="0"/>
                  </a:lnTo>
                  <a:lnTo>
                    <a:pt x="6138407" y="0"/>
                  </a:lnTo>
                  <a:lnTo>
                    <a:pt x="6137552" y="0"/>
                  </a:lnTo>
                  <a:lnTo>
                    <a:pt x="6136696" y="0"/>
                  </a:lnTo>
                  <a:lnTo>
                    <a:pt x="6135841" y="0"/>
                  </a:lnTo>
                  <a:lnTo>
                    <a:pt x="6134985" y="0"/>
                  </a:lnTo>
                  <a:lnTo>
                    <a:pt x="6134130" y="0"/>
                  </a:lnTo>
                  <a:lnTo>
                    <a:pt x="6133274" y="0"/>
                  </a:lnTo>
                  <a:lnTo>
                    <a:pt x="6132418" y="0"/>
                  </a:lnTo>
                  <a:lnTo>
                    <a:pt x="6131563" y="0"/>
                  </a:lnTo>
                  <a:lnTo>
                    <a:pt x="6130707" y="0"/>
                  </a:lnTo>
                  <a:lnTo>
                    <a:pt x="6129852" y="0"/>
                  </a:lnTo>
                  <a:lnTo>
                    <a:pt x="6128996" y="0"/>
                  </a:lnTo>
                  <a:lnTo>
                    <a:pt x="6128141" y="0"/>
                  </a:lnTo>
                  <a:lnTo>
                    <a:pt x="6127285" y="0"/>
                  </a:lnTo>
                  <a:lnTo>
                    <a:pt x="6126430" y="0"/>
                  </a:lnTo>
                  <a:lnTo>
                    <a:pt x="6125574" y="0"/>
                  </a:lnTo>
                  <a:lnTo>
                    <a:pt x="6124719" y="0"/>
                  </a:lnTo>
                  <a:lnTo>
                    <a:pt x="6123863" y="0"/>
                  </a:lnTo>
                  <a:lnTo>
                    <a:pt x="6123008" y="0"/>
                  </a:lnTo>
                  <a:lnTo>
                    <a:pt x="6122152" y="0"/>
                  </a:lnTo>
                  <a:lnTo>
                    <a:pt x="6121297" y="0"/>
                  </a:lnTo>
                  <a:lnTo>
                    <a:pt x="6120441" y="0"/>
                  </a:lnTo>
                  <a:lnTo>
                    <a:pt x="6119586" y="0"/>
                  </a:lnTo>
                  <a:lnTo>
                    <a:pt x="6118730" y="0"/>
                  </a:lnTo>
                  <a:lnTo>
                    <a:pt x="6117875" y="0"/>
                  </a:lnTo>
                  <a:lnTo>
                    <a:pt x="6117019" y="0"/>
                  </a:lnTo>
                  <a:lnTo>
                    <a:pt x="6116163" y="0"/>
                  </a:lnTo>
                  <a:lnTo>
                    <a:pt x="6115308" y="0"/>
                  </a:lnTo>
                  <a:lnTo>
                    <a:pt x="6114452" y="0"/>
                  </a:lnTo>
                  <a:lnTo>
                    <a:pt x="6113597" y="0"/>
                  </a:lnTo>
                  <a:lnTo>
                    <a:pt x="6112741" y="0"/>
                  </a:lnTo>
                  <a:lnTo>
                    <a:pt x="6111886" y="0"/>
                  </a:lnTo>
                  <a:lnTo>
                    <a:pt x="6111030" y="0"/>
                  </a:lnTo>
                  <a:lnTo>
                    <a:pt x="6110175" y="0"/>
                  </a:lnTo>
                  <a:lnTo>
                    <a:pt x="6109319" y="0"/>
                  </a:lnTo>
                  <a:lnTo>
                    <a:pt x="6108464" y="0"/>
                  </a:lnTo>
                  <a:lnTo>
                    <a:pt x="6107608" y="0"/>
                  </a:lnTo>
                  <a:lnTo>
                    <a:pt x="6106753" y="0"/>
                  </a:lnTo>
                  <a:lnTo>
                    <a:pt x="6105897" y="0"/>
                  </a:lnTo>
                  <a:lnTo>
                    <a:pt x="6105042" y="0"/>
                  </a:lnTo>
                  <a:lnTo>
                    <a:pt x="6104186" y="0"/>
                  </a:lnTo>
                  <a:lnTo>
                    <a:pt x="6103331" y="0"/>
                  </a:lnTo>
                  <a:lnTo>
                    <a:pt x="6102475" y="0"/>
                  </a:lnTo>
                  <a:lnTo>
                    <a:pt x="6101620" y="0"/>
                  </a:lnTo>
                  <a:lnTo>
                    <a:pt x="6100764" y="0"/>
                  </a:lnTo>
                  <a:lnTo>
                    <a:pt x="6099908" y="0"/>
                  </a:lnTo>
                  <a:lnTo>
                    <a:pt x="6099053" y="0"/>
                  </a:lnTo>
                  <a:lnTo>
                    <a:pt x="6098197" y="0"/>
                  </a:lnTo>
                  <a:lnTo>
                    <a:pt x="6097342" y="0"/>
                  </a:lnTo>
                  <a:lnTo>
                    <a:pt x="6096486" y="0"/>
                  </a:lnTo>
                  <a:lnTo>
                    <a:pt x="6095631" y="0"/>
                  </a:lnTo>
                  <a:lnTo>
                    <a:pt x="6094775" y="0"/>
                  </a:lnTo>
                  <a:lnTo>
                    <a:pt x="6093920" y="0"/>
                  </a:lnTo>
                  <a:lnTo>
                    <a:pt x="6093064" y="0"/>
                  </a:lnTo>
                  <a:lnTo>
                    <a:pt x="6092209" y="0"/>
                  </a:lnTo>
                  <a:lnTo>
                    <a:pt x="6091353" y="0"/>
                  </a:lnTo>
                  <a:lnTo>
                    <a:pt x="6090498" y="0"/>
                  </a:lnTo>
                  <a:lnTo>
                    <a:pt x="6089642" y="0"/>
                  </a:lnTo>
                  <a:lnTo>
                    <a:pt x="6088787" y="0"/>
                  </a:lnTo>
                  <a:lnTo>
                    <a:pt x="6087931" y="0"/>
                  </a:lnTo>
                  <a:lnTo>
                    <a:pt x="6087076" y="0"/>
                  </a:lnTo>
                  <a:lnTo>
                    <a:pt x="6086220" y="0"/>
                  </a:lnTo>
                  <a:lnTo>
                    <a:pt x="6085364" y="0"/>
                  </a:lnTo>
                  <a:lnTo>
                    <a:pt x="6084509" y="0"/>
                  </a:lnTo>
                  <a:lnTo>
                    <a:pt x="6083653" y="0"/>
                  </a:lnTo>
                  <a:lnTo>
                    <a:pt x="6082798" y="0"/>
                  </a:lnTo>
                  <a:lnTo>
                    <a:pt x="6081942" y="0"/>
                  </a:lnTo>
                  <a:lnTo>
                    <a:pt x="6081087" y="0"/>
                  </a:lnTo>
                  <a:lnTo>
                    <a:pt x="6080231" y="0"/>
                  </a:lnTo>
                  <a:lnTo>
                    <a:pt x="6079376" y="0"/>
                  </a:lnTo>
                  <a:lnTo>
                    <a:pt x="6078520" y="0"/>
                  </a:lnTo>
                  <a:lnTo>
                    <a:pt x="6077665" y="0"/>
                  </a:lnTo>
                  <a:lnTo>
                    <a:pt x="6076809" y="0"/>
                  </a:lnTo>
                  <a:lnTo>
                    <a:pt x="6075954" y="0"/>
                  </a:lnTo>
                  <a:lnTo>
                    <a:pt x="6075098" y="0"/>
                  </a:lnTo>
                  <a:lnTo>
                    <a:pt x="6074243" y="0"/>
                  </a:lnTo>
                  <a:lnTo>
                    <a:pt x="6073387" y="0"/>
                  </a:lnTo>
                  <a:lnTo>
                    <a:pt x="6072532" y="0"/>
                  </a:lnTo>
                  <a:lnTo>
                    <a:pt x="6071676" y="0"/>
                  </a:lnTo>
                  <a:lnTo>
                    <a:pt x="6070821" y="0"/>
                  </a:lnTo>
                  <a:lnTo>
                    <a:pt x="6069965" y="0"/>
                  </a:lnTo>
                  <a:lnTo>
                    <a:pt x="6069109" y="0"/>
                  </a:lnTo>
                  <a:lnTo>
                    <a:pt x="6068254" y="0"/>
                  </a:lnTo>
                  <a:lnTo>
                    <a:pt x="6067398" y="0"/>
                  </a:lnTo>
                  <a:lnTo>
                    <a:pt x="6066543" y="0"/>
                  </a:lnTo>
                  <a:lnTo>
                    <a:pt x="6065687" y="0"/>
                  </a:lnTo>
                  <a:lnTo>
                    <a:pt x="6064832" y="0"/>
                  </a:lnTo>
                  <a:lnTo>
                    <a:pt x="6063976" y="0"/>
                  </a:lnTo>
                  <a:lnTo>
                    <a:pt x="6063121" y="0"/>
                  </a:lnTo>
                  <a:lnTo>
                    <a:pt x="6062265" y="0"/>
                  </a:lnTo>
                  <a:lnTo>
                    <a:pt x="6061410" y="0"/>
                  </a:lnTo>
                  <a:lnTo>
                    <a:pt x="6060554" y="0"/>
                  </a:lnTo>
                  <a:lnTo>
                    <a:pt x="6059699" y="0"/>
                  </a:lnTo>
                  <a:lnTo>
                    <a:pt x="6058843" y="0"/>
                  </a:lnTo>
                  <a:lnTo>
                    <a:pt x="6057988" y="0"/>
                  </a:lnTo>
                  <a:lnTo>
                    <a:pt x="6057132" y="0"/>
                  </a:lnTo>
                  <a:lnTo>
                    <a:pt x="6056277" y="0"/>
                  </a:lnTo>
                  <a:lnTo>
                    <a:pt x="6055421" y="0"/>
                  </a:lnTo>
                  <a:lnTo>
                    <a:pt x="6054566" y="0"/>
                  </a:lnTo>
                  <a:lnTo>
                    <a:pt x="6053710" y="0"/>
                  </a:lnTo>
                  <a:lnTo>
                    <a:pt x="6052854" y="0"/>
                  </a:lnTo>
                  <a:lnTo>
                    <a:pt x="6051999" y="0"/>
                  </a:lnTo>
                  <a:lnTo>
                    <a:pt x="6051143" y="0"/>
                  </a:lnTo>
                  <a:lnTo>
                    <a:pt x="6050288" y="0"/>
                  </a:lnTo>
                  <a:lnTo>
                    <a:pt x="6049432" y="0"/>
                  </a:lnTo>
                  <a:lnTo>
                    <a:pt x="6048577" y="0"/>
                  </a:lnTo>
                  <a:lnTo>
                    <a:pt x="6047721" y="0"/>
                  </a:lnTo>
                  <a:lnTo>
                    <a:pt x="6046866" y="0"/>
                  </a:lnTo>
                  <a:lnTo>
                    <a:pt x="6046010" y="0"/>
                  </a:lnTo>
                  <a:lnTo>
                    <a:pt x="6045155" y="0"/>
                  </a:lnTo>
                  <a:lnTo>
                    <a:pt x="6044299" y="0"/>
                  </a:lnTo>
                  <a:lnTo>
                    <a:pt x="6043444" y="0"/>
                  </a:lnTo>
                  <a:lnTo>
                    <a:pt x="6042588" y="0"/>
                  </a:lnTo>
                  <a:lnTo>
                    <a:pt x="6041733" y="0"/>
                  </a:lnTo>
                  <a:lnTo>
                    <a:pt x="6040877" y="0"/>
                  </a:lnTo>
                  <a:lnTo>
                    <a:pt x="6040022" y="0"/>
                  </a:lnTo>
                  <a:lnTo>
                    <a:pt x="6039166" y="0"/>
                  </a:lnTo>
                  <a:lnTo>
                    <a:pt x="6038310" y="0"/>
                  </a:lnTo>
                  <a:lnTo>
                    <a:pt x="6037455" y="0"/>
                  </a:lnTo>
                  <a:lnTo>
                    <a:pt x="6036599" y="0"/>
                  </a:lnTo>
                  <a:lnTo>
                    <a:pt x="6035744" y="0"/>
                  </a:lnTo>
                  <a:lnTo>
                    <a:pt x="6034888" y="0"/>
                  </a:lnTo>
                  <a:lnTo>
                    <a:pt x="6034033" y="0"/>
                  </a:lnTo>
                  <a:lnTo>
                    <a:pt x="6033177" y="0"/>
                  </a:lnTo>
                  <a:lnTo>
                    <a:pt x="6032322" y="0"/>
                  </a:lnTo>
                  <a:lnTo>
                    <a:pt x="6031466" y="0"/>
                  </a:lnTo>
                  <a:lnTo>
                    <a:pt x="6030611" y="0"/>
                  </a:lnTo>
                  <a:lnTo>
                    <a:pt x="6029755" y="0"/>
                  </a:lnTo>
                  <a:lnTo>
                    <a:pt x="6028900" y="0"/>
                  </a:lnTo>
                  <a:lnTo>
                    <a:pt x="6028044" y="0"/>
                  </a:lnTo>
                  <a:lnTo>
                    <a:pt x="6027189" y="0"/>
                  </a:lnTo>
                  <a:lnTo>
                    <a:pt x="6026333" y="0"/>
                  </a:lnTo>
                  <a:lnTo>
                    <a:pt x="6025478" y="0"/>
                  </a:lnTo>
                  <a:lnTo>
                    <a:pt x="6024622" y="0"/>
                  </a:lnTo>
                  <a:lnTo>
                    <a:pt x="6023767" y="0"/>
                  </a:lnTo>
                  <a:lnTo>
                    <a:pt x="6022911" y="0"/>
                  </a:lnTo>
                  <a:lnTo>
                    <a:pt x="6022055" y="0"/>
                  </a:lnTo>
                  <a:lnTo>
                    <a:pt x="6021200" y="0"/>
                  </a:lnTo>
                  <a:lnTo>
                    <a:pt x="6020344" y="0"/>
                  </a:lnTo>
                  <a:lnTo>
                    <a:pt x="6019489" y="0"/>
                  </a:lnTo>
                  <a:lnTo>
                    <a:pt x="6018633" y="0"/>
                  </a:lnTo>
                  <a:lnTo>
                    <a:pt x="6017778" y="0"/>
                  </a:lnTo>
                  <a:lnTo>
                    <a:pt x="6016922" y="0"/>
                  </a:lnTo>
                  <a:lnTo>
                    <a:pt x="6016067" y="0"/>
                  </a:lnTo>
                  <a:lnTo>
                    <a:pt x="6015211" y="0"/>
                  </a:lnTo>
                  <a:lnTo>
                    <a:pt x="6014356" y="0"/>
                  </a:lnTo>
                  <a:lnTo>
                    <a:pt x="6013500" y="0"/>
                  </a:lnTo>
                  <a:lnTo>
                    <a:pt x="6012645" y="0"/>
                  </a:lnTo>
                  <a:lnTo>
                    <a:pt x="6011789" y="0"/>
                  </a:lnTo>
                  <a:lnTo>
                    <a:pt x="6010934" y="0"/>
                  </a:lnTo>
                  <a:lnTo>
                    <a:pt x="6010078" y="0"/>
                  </a:lnTo>
                  <a:lnTo>
                    <a:pt x="6009223" y="0"/>
                  </a:lnTo>
                  <a:lnTo>
                    <a:pt x="6008367" y="0"/>
                  </a:lnTo>
                  <a:lnTo>
                    <a:pt x="6007512" y="0"/>
                  </a:lnTo>
                  <a:lnTo>
                    <a:pt x="6006656" y="0"/>
                  </a:lnTo>
                  <a:lnTo>
                    <a:pt x="6005800" y="0"/>
                  </a:lnTo>
                  <a:lnTo>
                    <a:pt x="6004945" y="0"/>
                  </a:lnTo>
                  <a:lnTo>
                    <a:pt x="6004089" y="0"/>
                  </a:lnTo>
                  <a:lnTo>
                    <a:pt x="6003234" y="0"/>
                  </a:lnTo>
                  <a:lnTo>
                    <a:pt x="6002378" y="0"/>
                  </a:lnTo>
                  <a:lnTo>
                    <a:pt x="6001523" y="0"/>
                  </a:lnTo>
                  <a:lnTo>
                    <a:pt x="6000667" y="0"/>
                  </a:lnTo>
                  <a:lnTo>
                    <a:pt x="5999812" y="0"/>
                  </a:lnTo>
                  <a:lnTo>
                    <a:pt x="5998956" y="0"/>
                  </a:lnTo>
                  <a:lnTo>
                    <a:pt x="5998101" y="0"/>
                  </a:lnTo>
                  <a:lnTo>
                    <a:pt x="5997245" y="0"/>
                  </a:lnTo>
                  <a:lnTo>
                    <a:pt x="5996390" y="0"/>
                  </a:lnTo>
                  <a:lnTo>
                    <a:pt x="5995534" y="0"/>
                  </a:lnTo>
                  <a:lnTo>
                    <a:pt x="5994679" y="0"/>
                  </a:lnTo>
                  <a:lnTo>
                    <a:pt x="5993823" y="0"/>
                  </a:lnTo>
                  <a:lnTo>
                    <a:pt x="5992968" y="0"/>
                  </a:lnTo>
                  <a:lnTo>
                    <a:pt x="5992112" y="0"/>
                  </a:lnTo>
                  <a:lnTo>
                    <a:pt x="5991256" y="0"/>
                  </a:lnTo>
                  <a:lnTo>
                    <a:pt x="5990401" y="0"/>
                  </a:lnTo>
                  <a:lnTo>
                    <a:pt x="5989545" y="0"/>
                  </a:lnTo>
                  <a:lnTo>
                    <a:pt x="5988690" y="0"/>
                  </a:lnTo>
                  <a:lnTo>
                    <a:pt x="5987834" y="0"/>
                  </a:lnTo>
                  <a:lnTo>
                    <a:pt x="5986979" y="0"/>
                  </a:lnTo>
                  <a:lnTo>
                    <a:pt x="5986123" y="0"/>
                  </a:lnTo>
                  <a:lnTo>
                    <a:pt x="5985268" y="0"/>
                  </a:lnTo>
                  <a:lnTo>
                    <a:pt x="5984412" y="0"/>
                  </a:lnTo>
                  <a:lnTo>
                    <a:pt x="5983557" y="0"/>
                  </a:lnTo>
                  <a:lnTo>
                    <a:pt x="5982701" y="0"/>
                  </a:lnTo>
                  <a:lnTo>
                    <a:pt x="5981846" y="0"/>
                  </a:lnTo>
                  <a:lnTo>
                    <a:pt x="5980990" y="0"/>
                  </a:lnTo>
                  <a:lnTo>
                    <a:pt x="5980135" y="0"/>
                  </a:lnTo>
                  <a:lnTo>
                    <a:pt x="5979279" y="0"/>
                  </a:lnTo>
                  <a:lnTo>
                    <a:pt x="5978424" y="0"/>
                  </a:lnTo>
                  <a:lnTo>
                    <a:pt x="5977568" y="0"/>
                  </a:lnTo>
                  <a:lnTo>
                    <a:pt x="5976713" y="0"/>
                  </a:lnTo>
                  <a:lnTo>
                    <a:pt x="5975857" y="0"/>
                  </a:lnTo>
                  <a:lnTo>
                    <a:pt x="5975001" y="0"/>
                  </a:lnTo>
                  <a:lnTo>
                    <a:pt x="5974146" y="0"/>
                  </a:lnTo>
                  <a:lnTo>
                    <a:pt x="5973290" y="0"/>
                  </a:lnTo>
                  <a:lnTo>
                    <a:pt x="5972435" y="0"/>
                  </a:lnTo>
                  <a:lnTo>
                    <a:pt x="5971579" y="0"/>
                  </a:lnTo>
                  <a:lnTo>
                    <a:pt x="5970724" y="0"/>
                  </a:lnTo>
                  <a:lnTo>
                    <a:pt x="5969868" y="0"/>
                  </a:lnTo>
                  <a:lnTo>
                    <a:pt x="5969013" y="0"/>
                  </a:lnTo>
                  <a:lnTo>
                    <a:pt x="5968157" y="0"/>
                  </a:lnTo>
                  <a:lnTo>
                    <a:pt x="5967302" y="0"/>
                  </a:lnTo>
                  <a:lnTo>
                    <a:pt x="5966446" y="0"/>
                  </a:lnTo>
                  <a:lnTo>
                    <a:pt x="5965591" y="0"/>
                  </a:lnTo>
                  <a:lnTo>
                    <a:pt x="5964735" y="0"/>
                  </a:lnTo>
                  <a:lnTo>
                    <a:pt x="5963880" y="0"/>
                  </a:lnTo>
                  <a:lnTo>
                    <a:pt x="5963024" y="0"/>
                  </a:lnTo>
                  <a:lnTo>
                    <a:pt x="5962169" y="0"/>
                  </a:lnTo>
                  <a:lnTo>
                    <a:pt x="5961313" y="0"/>
                  </a:lnTo>
                  <a:lnTo>
                    <a:pt x="5960458" y="0"/>
                  </a:lnTo>
                  <a:lnTo>
                    <a:pt x="5959602" y="0"/>
                  </a:lnTo>
                  <a:lnTo>
                    <a:pt x="5958746" y="0"/>
                  </a:lnTo>
                  <a:lnTo>
                    <a:pt x="5957891" y="0"/>
                  </a:lnTo>
                  <a:lnTo>
                    <a:pt x="5957035" y="0"/>
                  </a:lnTo>
                  <a:lnTo>
                    <a:pt x="5956180" y="0"/>
                  </a:lnTo>
                  <a:lnTo>
                    <a:pt x="5955324" y="0"/>
                  </a:lnTo>
                  <a:lnTo>
                    <a:pt x="5954469" y="0"/>
                  </a:lnTo>
                  <a:lnTo>
                    <a:pt x="5953613" y="0"/>
                  </a:lnTo>
                  <a:lnTo>
                    <a:pt x="5952758" y="0"/>
                  </a:lnTo>
                  <a:lnTo>
                    <a:pt x="5951902" y="0"/>
                  </a:lnTo>
                  <a:lnTo>
                    <a:pt x="5951047" y="0"/>
                  </a:lnTo>
                  <a:lnTo>
                    <a:pt x="5950191" y="0"/>
                  </a:lnTo>
                  <a:lnTo>
                    <a:pt x="5949336" y="0"/>
                  </a:lnTo>
                  <a:lnTo>
                    <a:pt x="5948480" y="0"/>
                  </a:lnTo>
                  <a:lnTo>
                    <a:pt x="5947625" y="0"/>
                  </a:lnTo>
                  <a:lnTo>
                    <a:pt x="5946769" y="0"/>
                  </a:lnTo>
                  <a:lnTo>
                    <a:pt x="5945914" y="0"/>
                  </a:lnTo>
                  <a:lnTo>
                    <a:pt x="5945058" y="0"/>
                  </a:lnTo>
                  <a:lnTo>
                    <a:pt x="5944203" y="0"/>
                  </a:lnTo>
                  <a:lnTo>
                    <a:pt x="5943347" y="0"/>
                  </a:lnTo>
                  <a:lnTo>
                    <a:pt x="5942491" y="0"/>
                  </a:lnTo>
                  <a:lnTo>
                    <a:pt x="5941636" y="0"/>
                  </a:lnTo>
                  <a:lnTo>
                    <a:pt x="5940780" y="0"/>
                  </a:lnTo>
                  <a:lnTo>
                    <a:pt x="5939925" y="0"/>
                  </a:lnTo>
                  <a:lnTo>
                    <a:pt x="5939069" y="0"/>
                  </a:lnTo>
                  <a:lnTo>
                    <a:pt x="5938214" y="0"/>
                  </a:lnTo>
                  <a:lnTo>
                    <a:pt x="5937358" y="0"/>
                  </a:lnTo>
                  <a:lnTo>
                    <a:pt x="5936503" y="0"/>
                  </a:lnTo>
                  <a:lnTo>
                    <a:pt x="5935647" y="0"/>
                  </a:lnTo>
                  <a:lnTo>
                    <a:pt x="5934792" y="0"/>
                  </a:lnTo>
                  <a:lnTo>
                    <a:pt x="5933936" y="0"/>
                  </a:lnTo>
                  <a:lnTo>
                    <a:pt x="5933081" y="0"/>
                  </a:lnTo>
                  <a:lnTo>
                    <a:pt x="5932225" y="0"/>
                  </a:lnTo>
                  <a:lnTo>
                    <a:pt x="5931370" y="0"/>
                  </a:lnTo>
                  <a:lnTo>
                    <a:pt x="5930514" y="0"/>
                  </a:lnTo>
                  <a:lnTo>
                    <a:pt x="5929659" y="0"/>
                  </a:lnTo>
                  <a:lnTo>
                    <a:pt x="5928803" y="0"/>
                  </a:lnTo>
                  <a:lnTo>
                    <a:pt x="5927947" y="0"/>
                  </a:lnTo>
                  <a:lnTo>
                    <a:pt x="5927092" y="0"/>
                  </a:lnTo>
                  <a:lnTo>
                    <a:pt x="5926236" y="0"/>
                  </a:lnTo>
                  <a:lnTo>
                    <a:pt x="5925381" y="0"/>
                  </a:lnTo>
                  <a:lnTo>
                    <a:pt x="5924525" y="0"/>
                  </a:lnTo>
                  <a:lnTo>
                    <a:pt x="5923670" y="0"/>
                  </a:lnTo>
                  <a:lnTo>
                    <a:pt x="5922814" y="0"/>
                  </a:lnTo>
                  <a:lnTo>
                    <a:pt x="5921959" y="0"/>
                  </a:lnTo>
                  <a:lnTo>
                    <a:pt x="5921103" y="0"/>
                  </a:lnTo>
                  <a:lnTo>
                    <a:pt x="5920248" y="0"/>
                  </a:lnTo>
                  <a:lnTo>
                    <a:pt x="5919392" y="0"/>
                  </a:lnTo>
                  <a:lnTo>
                    <a:pt x="5918537" y="0"/>
                  </a:lnTo>
                  <a:lnTo>
                    <a:pt x="5917681" y="0"/>
                  </a:lnTo>
                  <a:lnTo>
                    <a:pt x="5916826" y="0"/>
                  </a:lnTo>
                  <a:lnTo>
                    <a:pt x="5915970" y="0"/>
                  </a:lnTo>
                  <a:lnTo>
                    <a:pt x="5915115" y="0"/>
                  </a:lnTo>
                  <a:lnTo>
                    <a:pt x="5914259" y="0"/>
                  </a:lnTo>
                  <a:lnTo>
                    <a:pt x="5913404" y="0"/>
                  </a:lnTo>
                  <a:lnTo>
                    <a:pt x="5912548" y="0"/>
                  </a:lnTo>
                  <a:lnTo>
                    <a:pt x="5911692" y="0"/>
                  </a:lnTo>
                  <a:lnTo>
                    <a:pt x="5910837" y="0"/>
                  </a:lnTo>
                  <a:lnTo>
                    <a:pt x="5909981" y="0"/>
                  </a:lnTo>
                  <a:lnTo>
                    <a:pt x="5909126" y="0"/>
                  </a:lnTo>
                  <a:lnTo>
                    <a:pt x="5908270" y="0"/>
                  </a:lnTo>
                  <a:lnTo>
                    <a:pt x="5907415" y="0"/>
                  </a:lnTo>
                  <a:lnTo>
                    <a:pt x="5906559" y="0"/>
                  </a:lnTo>
                  <a:lnTo>
                    <a:pt x="5905704" y="0"/>
                  </a:lnTo>
                  <a:lnTo>
                    <a:pt x="5904848" y="0"/>
                  </a:lnTo>
                  <a:lnTo>
                    <a:pt x="5903993" y="0"/>
                  </a:lnTo>
                  <a:lnTo>
                    <a:pt x="5903137" y="0"/>
                  </a:lnTo>
                  <a:lnTo>
                    <a:pt x="5902282" y="0"/>
                  </a:lnTo>
                  <a:lnTo>
                    <a:pt x="5901426" y="0"/>
                  </a:lnTo>
                  <a:lnTo>
                    <a:pt x="5900571" y="0"/>
                  </a:lnTo>
                  <a:lnTo>
                    <a:pt x="5899715" y="0"/>
                  </a:lnTo>
                  <a:lnTo>
                    <a:pt x="5898860" y="0"/>
                  </a:lnTo>
                  <a:lnTo>
                    <a:pt x="5898004" y="0"/>
                  </a:lnTo>
                  <a:lnTo>
                    <a:pt x="5897149" y="0"/>
                  </a:lnTo>
                  <a:lnTo>
                    <a:pt x="5896293" y="0"/>
                  </a:lnTo>
                  <a:lnTo>
                    <a:pt x="5895437" y="0"/>
                  </a:lnTo>
                  <a:lnTo>
                    <a:pt x="5894582" y="0"/>
                  </a:lnTo>
                  <a:lnTo>
                    <a:pt x="5893726" y="0"/>
                  </a:lnTo>
                  <a:lnTo>
                    <a:pt x="5892871" y="0"/>
                  </a:lnTo>
                  <a:lnTo>
                    <a:pt x="5892015" y="0"/>
                  </a:lnTo>
                  <a:lnTo>
                    <a:pt x="5891160" y="0"/>
                  </a:lnTo>
                  <a:lnTo>
                    <a:pt x="5890304" y="0"/>
                  </a:lnTo>
                  <a:lnTo>
                    <a:pt x="5889449" y="0"/>
                  </a:lnTo>
                  <a:lnTo>
                    <a:pt x="5888593" y="0"/>
                  </a:lnTo>
                  <a:lnTo>
                    <a:pt x="5887738" y="0"/>
                  </a:lnTo>
                  <a:lnTo>
                    <a:pt x="5886882" y="0"/>
                  </a:lnTo>
                  <a:lnTo>
                    <a:pt x="5886027" y="0"/>
                  </a:lnTo>
                  <a:lnTo>
                    <a:pt x="5885171" y="0"/>
                  </a:lnTo>
                  <a:lnTo>
                    <a:pt x="5884316" y="0"/>
                  </a:lnTo>
                  <a:lnTo>
                    <a:pt x="5883460" y="0"/>
                  </a:lnTo>
                  <a:lnTo>
                    <a:pt x="5882605" y="0"/>
                  </a:lnTo>
                  <a:lnTo>
                    <a:pt x="5881749" y="0"/>
                  </a:lnTo>
                  <a:lnTo>
                    <a:pt x="5880893" y="0"/>
                  </a:lnTo>
                  <a:lnTo>
                    <a:pt x="5880038" y="0"/>
                  </a:lnTo>
                  <a:lnTo>
                    <a:pt x="5879182" y="0"/>
                  </a:lnTo>
                  <a:lnTo>
                    <a:pt x="5878327" y="0"/>
                  </a:lnTo>
                  <a:lnTo>
                    <a:pt x="5877471" y="0"/>
                  </a:lnTo>
                  <a:lnTo>
                    <a:pt x="5876616" y="0"/>
                  </a:lnTo>
                  <a:lnTo>
                    <a:pt x="5875760" y="0"/>
                  </a:lnTo>
                  <a:lnTo>
                    <a:pt x="5874905" y="0"/>
                  </a:lnTo>
                  <a:lnTo>
                    <a:pt x="5874049" y="0"/>
                  </a:lnTo>
                  <a:lnTo>
                    <a:pt x="5873194" y="0"/>
                  </a:lnTo>
                  <a:lnTo>
                    <a:pt x="5872338" y="0"/>
                  </a:lnTo>
                  <a:lnTo>
                    <a:pt x="5871483" y="0"/>
                  </a:lnTo>
                  <a:lnTo>
                    <a:pt x="5870627" y="0"/>
                  </a:lnTo>
                  <a:lnTo>
                    <a:pt x="5869772" y="0"/>
                  </a:lnTo>
                  <a:lnTo>
                    <a:pt x="5868916" y="0"/>
                  </a:lnTo>
                  <a:lnTo>
                    <a:pt x="5868061" y="0"/>
                  </a:lnTo>
                  <a:lnTo>
                    <a:pt x="5867205" y="0"/>
                  </a:lnTo>
                  <a:lnTo>
                    <a:pt x="5866350" y="0"/>
                  </a:lnTo>
                  <a:lnTo>
                    <a:pt x="5865494" y="0"/>
                  </a:lnTo>
                  <a:lnTo>
                    <a:pt x="5864638" y="0"/>
                  </a:lnTo>
                  <a:lnTo>
                    <a:pt x="5863783" y="0"/>
                  </a:lnTo>
                  <a:lnTo>
                    <a:pt x="5862927" y="0"/>
                  </a:lnTo>
                  <a:lnTo>
                    <a:pt x="5862072" y="0"/>
                  </a:lnTo>
                  <a:lnTo>
                    <a:pt x="5861216" y="0"/>
                  </a:lnTo>
                  <a:lnTo>
                    <a:pt x="5860361" y="0"/>
                  </a:lnTo>
                  <a:lnTo>
                    <a:pt x="5859505" y="0"/>
                  </a:lnTo>
                  <a:lnTo>
                    <a:pt x="5858650" y="0"/>
                  </a:lnTo>
                  <a:lnTo>
                    <a:pt x="5857794" y="0"/>
                  </a:lnTo>
                  <a:lnTo>
                    <a:pt x="5856939" y="0"/>
                  </a:lnTo>
                  <a:lnTo>
                    <a:pt x="5856083" y="0"/>
                  </a:lnTo>
                  <a:lnTo>
                    <a:pt x="5855228" y="0"/>
                  </a:lnTo>
                  <a:lnTo>
                    <a:pt x="5854372" y="0"/>
                  </a:lnTo>
                  <a:lnTo>
                    <a:pt x="5853517" y="0"/>
                  </a:lnTo>
                  <a:lnTo>
                    <a:pt x="5852661" y="0"/>
                  </a:lnTo>
                  <a:lnTo>
                    <a:pt x="5851806" y="0"/>
                  </a:lnTo>
                  <a:lnTo>
                    <a:pt x="5850950" y="0"/>
                  </a:lnTo>
                  <a:lnTo>
                    <a:pt x="5850095" y="0"/>
                  </a:lnTo>
                  <a:lnTo>
                    <a:pt x="5849239" y="0"/>
                  </a:lnTo>
                  <a:lnTo>
                    <a:pt x="5848383" y="0"/>
                  </a:lnTo>
                  <a:lnTo>
                    <a:pt x="5847528" y="0"/>
                  </a:lnTo>
                  <a:lnTo>
                    <a:pt x="5846672" y="0"/>
                  </a:lnTo>
                  <a:lnTo>
                    <a:pt x="5845817" y="0"/>
                  </a:lnTo>
                  <a:lnTo>
                    <a:pt x="5844961" y="0"/>
                  </a:lnTo>
                  <a:lnTo>
                    <a:pt x="5844106" y="0"/>
                  </a:lnTo>
                  <a:lnTo>
                    <a:pt x="5843250" y="0"/>
                  </a:lnTo>
                  <a:lnTo>
                    <a:pt x="5842395" y="0"/>
                  </a:lnTo>
                  <a:lnTo>
                    <a:pt x="5841539" y="0"/>
                  </a:lnTo>
                  <a:lnTo>
                    <a:pt x="5840684" y="0"/>
                  </a:lnTo>
                  <a:lnTo>
                    <a:pt x="5839828" y="0"/>
                  </a:lnTo>
                  <a:lnTo>
                    <a:pt x="5838973" y="0"/>
                  </a:lnTo>
                  <a:lnTo>
                    <a:pt x="5838117" y="0"/>
                  </a:lnTo>
                  <a:lnTo>
                    <a:pt x="5837262" y="0"/>
                  </a:lnTo>
                  <a:lnTo>
                    <a:pt x="5836406" y="0"/>
                  </a:lnTo>
                  <a:lnTo>
                    <a:pt x="5835551" y="0"/>
                  </a:lnTo>
                  <a:lnTo>
                    <a:pt x="5834695" y="0"/>
                  </a:lnTo>
                  <a:lnTo>
                    <a:pt x="5833839" y="0"/>
                  </a:lnTo>
                  <a:lnTo>
                    <a:pt x="5832984" y="0"/>
                  </a:lnTo>
                  <a:lnTo>
                    <a:pt x="5832128" y="0"/>
                  </a:lnTo>
                  <a:lnTo>
                    <a:pt x="5831273" y="0"/>
                  </a:lnTo>
                  <a:lnTo>
                    <a:pt x="5830417" y="0"/>
                  </a:lnTo>
                  <a:lnTo>
                    <a:pt x="5829562" y="0"/>
                  </a:lnTo>
                  <a:lnTo>
                    <a:pt x="5828706" y="0"/>
                  </a:lnTo>
                  <a:lnTo>
                    <a:pt x="5827851" y="0"/>
                  </a:lnTo>
                  <a:lnTo>
                    <a:pt x="5826995" y="0"/>
                  </a:lnTo>
                  <a:lnTo>
                    <a:pt x="5826140" y="0"/>
                  </a:lnTo>
                  <a:lnTo>
                    <a:pt x="5825284" y="0"/>
                  </a:lnTo>
                  <a:lnTo>
                    <a:pt x="5824429" y="0"/>
                  </a:lnTo>
                  <a:lnTo>
                    <a:pt x="5823573" y="0"/>
                  </a:lnTo>
                  <a:lnTo>
                    <a:pt x="5822718" y="0"/>
                  </a:lnTo>
                  <a:lnTo>
                    <a:pt x="5821862" y="0"/>
                  </a:lnTo>
                  <a:lnTo>
                    <a:pt x="5821007" y="0"/>
                  </a:lnTo>
                  <a:lnTo>
                    <a:pt x="5820151" y="0"/>
                  </a:lnTo>
                  <a:lnTo>
                    <a:pt x="5819296" y="0"/>
                  </a:lnTo>
                  <a:lnTo>
                    <a:pt x="5818440" y="0"/>
                  </a:lnTo>
                  <a:lnTo>
                    <a:pt x="5817584" y="0"/>
                  </a:lnTo>
                  <a:lnTo>
                    <a:pt x="5816729" y="0"/>
                  </a:lnTo>
                  <a:lnTo>
                    <a:pt x="5815873" y="0"/>
                  </a:lnTo>
                  <a:lnTo>
                    <a:pt x="5815018" y="0"/>
                  </a:lnTo>
                  <a:lnTo>
                    <a:pt x="5814162" y="0"/>
                  </a:lnTo>
                  <a:lnTo>
                    <a:pt x="5813307" y="0"/>
                  </a:lnTo>
                  <a:lnTo>
                    <a:pt x="5812451" y="0"/>
                  </a:lnTo>
                  <a:lnTo>
                    <a:pt x="5811596" y="0"/>
                  </a:lnTo>
                  <a:lnTo>
                    <a:pt x="5810740" y="0"/>
                  </a:lnTo>
                  <a:lnTo>
                    <a:pt x="5809885" y="0"/>
                  </a:lnTo>
                  <a:lnTo>
                    <a:pt x="5809029" y="0"/>
                  </a:lnTo>
                  <a:lnTo>
                    <a:pt x="5808174" y="0"/>
                  </a:lnTo>
                  <a:lnTo>
                    <a:pt x="5807318" y="0"/>
                  </a:lnTo>
                  <a:lnTo>
                    <a:pt x="5806463" y="0"/>
                  </a:lnTo>
                  <a:lnTo>
                    <a:pt x="5805607" y="0"/>
                  </a:lnTo>
                  <a:lnTo>
                    <a:pt x="5804752" y="0"/>
                  </a:lnTo>
                  <a:lnTo>
                    <a:pt x="5803896" y="0"/>
                  </a:lnTo>
                  <a:lnTo>
                    <a:pt x="5803041" y="0"/>
                  </a:lnTo>
                  <a:lnTo>
                    <a:pt x="5802185" y="0"/>
                  </a:lnTo>
                  <a:lnTo>
                    <a:pt x="5801329" y="0"/>
                  </a:lnTo>
                  <a:lnTo>
                    <a:pt x="5800474" y="0"/>
                  </a:lnTo>
                  <a:lnTo>
                    <a:pt x="5799618" y="0"/>
                  </a:lnTo>
                  <a:lnTo>
                    <a:pt x="5798763" y="0"/>
                  </a:lnTo>
                  <a:lnTo>
                    <a:pt x="5797907" y="0"/>
                  </a:lnTo>
                  <a:lnTo>
                    <a:pt x="5797052" y="0"/>
                  </a:lnTo>
                  <a:lnTo>
                    <a:pt x="5796196" y="0"/>
                  </a:lnTo>
                  <a:lnTo>
                    <a:pt x="5795341" y="0"/>
                  </a:lnTo>
                  <a:lnTo>
                    <a:pt x="5794485" y="0"/>
                  </a:lnTo>
                  <a:lnTo>
                    <a:pt x="5793630" y="0"/>
                  </a:lnTo>
                  <a:lnTo>
                    <a:pt x="5792774" y="0"/>
                  </a:lnTo>
                  <a:lnTo>
                    <a:pt x="5791919" y="0"/>
                  </a:lnTo>
                  <a:lnTo>
                    <a:pt x="5791063" y="0"/>
                  </a:lnTo>
                  <a:lnTo>
                    <a:pt x="5790208" y="0"/>
                  </a:lnTo>
                  <a:lnTo>
                    <a:pt x="5789352" y="0"/>
                  </a:lnTo>
                  <a:lnTo>
                    <a:pt x="5788497" y="0"/>
                  </a:lnTo>
                  <a:lnTo>
                    <a:pt x="5787641" y="0"/>
                  </a:lnTo>
                  <a:lnTo>
                    <a:pt x="5786785" y="0"/>
                  </a:lnTo>
                  <a:lnTo>
                    <a:pt x="5785930" y="0"/>
                  </a:lnTo>
                  <a:lnTo>
                    <a:pt x="5785074" y="0"/>
                  </a:lnTo>
                  <a:lnTo>
                    <a:pt x="5784219" y="0"/>
                  </a:lnTo>
                  <a:lnTo>
                    <a:pt x="5783363" y="0"/>
                  </a:lnTo>
                  <a:lnTo>
                    <a:pt x="5782508" y="0"/>
                  </a:lnTo>
                  <a:lnTo>
                    <a:pt x="5781652" y="0"/>
                  </a:lnTo>
                  <a:lnTo>
                    <a:pt x="5780797" y="0"/>
                  </a:lnTo>
                  <a:lnTo>
                    <a:pt x="5779941" y="0"/>
                  </a:lnTo>
                  <a:lnTo>
                    <a:pt x="5779086" y="0"/>
                  </a:lnTo>
                  <a:lnTo>
                    <a:pt x="5778230" y="0"/>
                  </a:lnTo>
                  <a:lnTo>
                    <a:pt x="5777375" y="0"/>
                  </a:lnTo>
                  <a:lnTo>
                    <a:pt x="5776519" y="0"/>
                  </a:lnTo>
                  <a:lnTo>
                    <a:pt x="5775664" y="0"/>
                  </a:lnTo>
                  <a:lnTo>
                    <a:pt x="5774808" y="0"/>
                  </a:lnTo>
                  <a:lnTo>
                    <a:pt x="5773953" y="0"/>
                  </a:lnTo>
                  <a:lnTo>
                    <a:pt x="5773097" y="0"/>
                  </a:lnTo>
                  <a:lnTo>
                    <a:pt x="5772242" y="0"/>
                  </a:lnTo>
                  <a:lnTo>
                    <a:pt x="5771386" y="0"/>
                  </a:lnTo>
                  <a:lnTo>
                    <a:pt x="5770530" y="0"/>
                  </a:lnTo>
                  <a:lnTo>
                    <a:pt x="5769675" y="0"/>
                  </a:lnTo>
                  <a:lnTo>
                    <a:pt x="5768819" y="0"/>
                  </a:lnTo>
                  <a:lnTo>
                    <a:pt x="5767964" y="0"/>
                  </a:lnTo>
                  <a:lnTo>
                    <a:pt x="5767108" y="0"/>
                  </a:lnTo>
                  <a:lnTo>
                    <a:pt x="5766253" y="0"/>
                  </a:lnTo>
                  <a:lnTo>
                    <a:pt x="5765397" y="0"/>
                  </a:lnTo>
                  <a:lnTo>
                    <a:pt x="5764542" y="0"/>
                  </a:lnTo>
                  <a:lnTo>
                    <a:pt x="5763686" y="0"/>
                  </a:lnTo>
                  <a:lnTo>
                    <a:pt x="5762831" y="0"/>
                  </a:lnTo>
                  <a:lnTo>
                    <a:pt x="5761975" y="0"/>
                  </a:lnTo>
                  <a:lnTo>
                    <a:pt x="5761120" y="0"/>
                  </a:lnTo>
                  <a:lnTo>
                    <a:pt x="5760264" y="0"/>
                  </a:lnTo>
                  <a:lnTo>
                    <a:pt x="5759409" y="0"/>
                  </a:lnTo>
                  <a:lnTo>
                    <a:pt x="5758553" y="0"/>
                  </a:lnTo>
                  <a:lnTo>
                    <a:pt x="5757698" y="0"/>
                  </a:lnTo>
                  <a:lnTo>
                    <a:pt x="5756842" y="0"/>
                  </a:lnTo>
                  <a:lnTo>
                    <a:pt x="5755987" y="0"/>
                  </a:lnTo>
                  <a:lnTo>
                    <a:pt x="5755131" y="0"/>
                  </a:lnTo>
                  <a:lnTo>
                    <a:pt x="5754275" y="0"/>
                  </a:lnTo>
                  <a:lnTo>
                    <a:pt x="5753420" y="0"/>
                  </a:lnTo>
                  <a:lnTo>
                    <a:pt x="5752564" y="0"/>
                  </a:lnTo>
                  <a:lnTo>
                    <a:pt x="5751709" y="0"/>
                  </a:lnTo>
                  <a:lnTo>
                    <a:pt x="5750853" y="0"/>
                  </a:lnTo>
                  <a:lnTo>
                    <a:pt x="5749998" y="0"/>
                  </a:lnTo>
                  <a:lnTo>
                    <a:pt x="5749142" y="0"/>
                  </a:lnTo>
                  <a:lnTo>
                    <a:pt x="5748287" y="0"/>
                  </a:lnTo>
                  <a:lnTo>
                    <a:pt x="5747431" y="0"/>
                  </a:lnTo>
                  <a:lnTo>
                    <a:pt x="5746576" y="0"/>
                  </a:lnTo>
                  <a:lnTo>
                    <a:pt x="5745720" y="0"/>
                  </a:lnTo>
                  <a:lnTo>
                    <a:pt x="5744865" y="0"/>
                  </a:lnTo>
                  <a:lnTo>
                    <a:pt x="5744009" y="0"/>
                  </a:lnTo>
                  <a:lnTo>
                    <a:pt x="5743154" y="0"/>
                  </a:lnTo>
                  <a:lnTo>
                    <a:pt x="5742298" y="0"/>
                  </a:lnTo>
                  <a:lnTo>
                    <a:pt x="5741443" y="0"/>
                  </a:lnTo>
                  <a:lnTo>
                    <a:pt x="5740587" y="0"/>
                  </a:lnTo>
                  <a:lnTo>
                    <a:pt x="5739732" y="0"/>
                  </a:lnTo>
                  <a:lnTo>
                    <a:pt x="5738876" y="0"/>
                  </a:lnTo>
                  <a:lnTo>
                    <a:pt x="5738020" y="0"/>
                  </a:lnTo>
                  <a:lnTo>
                    <a:pt x="5737165" y="0"/>
                  </a:lnTo>
                  <a:lnTo>
                    <a:pt x="5736309" y="0"/>
                  </a:lnTo>
                  <a:lnTo>
                    <a:pt x="5735454" y="0"/>
                  </a:lnTo>
                  <a:lnTo>
                    <a:pt x="5734598" y="0"/>
                  </a:lnTo>
                  <a:lnTo>
                    <a:pt x="5733743" y="0"/>
                  </a:lnTo>
                  <a:lnTo>
                    <a:pt x="5732887" y="0"/>
                  </a:lnTo>
                  <a:lnTo>
                    <a:pt x="5732032" y="0"/>
                  </a:lnTo>
                  <a:lnTo>
                    <a:pt x="5731176" y="0"/>
                  </a:lnTo>
                  <a:lnTo>
                    <a:pt x="5730321" y="0"/>
                  </a:lnTo>
                  <a:lnTo>
                    <a:pt x="5729465" y="0"/>
                  </a:lnTo>
                  <a:lnTo>
                    <a:pt x="5728610" y="0"/>
                  </a:lnTo>
                  <a:lnTo>
                    <a:pt x="5727754" y="0"/>
                  </a:lnTo>
                  <a:lnTo>
                    <a:pt x="5726899" y="0"/>
                  </a:lnTo>
                  <a:lnTo>
                    <a:pt x="5726043" y="0"/>
                  </a:lnTo>
                  <a:lnTo>
                    <a:pt x="5725188" y="0"/>
                  </a:lnTo>
                  <a:lnTo>
                    <a:pt x="5724332" y="0"/>
                  </a:lnTo>
                  <a:lnTo>
                    <a:pt x="5723476" y="0"/>
                  </a:lnTo>
                  <a:lnTo>
                    <a:pt x="5722621" y="0"/>
                  </a:lnTo>
                  <a:lnTo>
                    <a:pt x="5721765" y="0"/>
                  </a:lnTo>
                  <a:lnTo>
                    <a:pt x="5720910" y="0"/>
                  </a:lnTo>
                  <a:lnTo>
                    <a:pt x="5720054" y="0"/>
                  </a:lnTo>
                  <a:lnTo>
                    <a:pt x="5719199" y="0"/>
                  </a:lnTo>
                  <a:lnTo>
                    <a:pt x="5718343" y="0"/>
                  </a:lnTo>
                  <a:lnTo>
                    <a:pt x="5717488" y="0"/>
                  </a:lnTo>
                  <a:lnTo>
                    <a:pt x="5716632" y="0"/>
                  </a:lnTo>
                  <a:lnTo>
                    <a:pt x="5715777" y="0"/>
                  </a:lnTo>
                  <a:lnTo>
                    <a:pt x="5714921" y="0"/>
                  </a:lnTo>
                  <a:lnTo>
                    <a:pt x="5714066" y="0"/>
                  </a:lnTo>
                  <a:lnTo>
                    <a:pt x="5713210" y="0"/>
                  </a:lnTo>
                  <a:lnTo>
                    <a:pt x="5712355" y="0"/>
                  </a:lnTo>
                  <a:lnTo>
                    <a:pt x="5711499" y="0"/>
                  </a:lnTo>
                  <a:lnTo>
                    <a:pt x="5710644" y="0"/>
                  </a:lnTo>
                  <a:lnTo>
                    <a:pt x="5709788" y="0"/>
                  </a:lnTo>
                  <a:lnTo>
                    <a:pt x="5708933" y="0"/>
                  </a:lnTo>
                  <a:lnTo>
                    <a:pt x="5708077" y="0"/>
                  </a:lnTo>
                  <a:lnTo>
                    <a:pt x="5707221" y="0"/>
                  </a:lnTo>
                  <a:lnTo>
                    <a:pt x="5706366" y="0"/>
                  </a:lnTo>
                  <a:lnTo>
                    <a:pt x="5705510" y="0"/>
                  </a:lnTo>
                  <a:lnTo>
                    <a:pt x="5704655" y="0"/>
                  </a:lnTo>
                  <a:lnTo>
                    <a:pt x="5703799" y="0"/>
                  </a:lnTo>
                  <a:lnTo>
                    <a:pt x="5702944" y="0"/>
                  </a:lnTo>
                  <a:lnTo>
                    <a:pt x="5702088" y="0"/>
                  </a:lnTo>
                  <a:lnTo>
                    <a:pt x="5701233" y="0"/>
                  </a:lnTo>
                  <a:lnTo>
                    <a:pt x="5700377" y="0"/>
                  </a:lnTo>
                  <a:lnTo>
                    <a:pt x="5699522" y="0"/>
                  </a:lnTo>
                  <a:lnTo>
                    <a:pt x="5698666" y="0"/>
                  </a:lnTo>
                  <a:lnTo>
                    <a:pt x="5697811" y="0"/>
                  </a:lnTo>
                  <a:lnTo>
                    <a:pt x="5696955" y="0"/>
                  </a:lnTo>
                  <a:lnTo>
                    <a:pt x="5696100" y="0"/>
                  </a:lnTo>
                  <a:lnTo>
                    <a:pt x="5695244" y="0"/>
                  </a:lnTo>
                  <a:lnTo>
                    <a:pt x="5694389" y="0"/>
                  </a:lnTo>
                  <a:lnTo>
                    <a:pt x="5693533" y="0"/>
                  </a:lnTo>
                  <a:lnTo>
                    <a:pt x="5692678" y="0"/>
                  </a:lnTo>
                  <a:lnTo>
                    <a:pt x="5691822" y="0"/>
                  </a:lnTo>
                  <a:lnTo>
                    <a:pt x="5690966" y="0"/>
                  </a:lnTo>
                  <a:lnTo>
                    <a:pt x="5690111" y="0"/>
                  </a:lnTo>
                  <a:lnTo>
                    <a:pt x="5689255" y="0"/>
                  </a:lnTo>
                  <a:lnTo>
                    <a:pt x="5688400" y="0"/>
                  </a:lnTo>
                  <a:lnTo>
                    <a:pt x="5687544" y="0"/>
                  </a:lnTo>
                  <a:lnTo>
                    <a:pt x="5686689" y="0"/>
                  </a:lnTo>
                  <a:lnTo>
                    <a:pt x="5685833" y="0"/>
                  </a:lnTo>
                  <a:lnTo>
                    <a:pt x="5684978" y="0"/>
                  </a:lnTo>
                  <a:lnTo>
                    <a:pt x="5684122" y="0"/>
                  </a:lnTo>
                  <a:lnTo>
                    <a:pt x="5683267" y="0"/>
                  </a:lnTo>
                  <a:lnTo>
                    <a:pt x="5682411" y="0"/>
                  </a:lnTo>
                  <a:lnTo>
                    <a:pt x="5681556" y="0"/>
                  </a:lnTo>
                  <a:lnTo>
                    <a:pt x="5680700" y="0"/>
                  </a:lnTo>
                  <a:lnTo>
                    <a:pt x="5679845" y="0"/>
                  </a:lnTo>
                  <a:lnTo>
                    <a:pt x="5678989" y="0"/>
                  </a:lnTo>
                  <a:lnTo>
                    <a:pt x="5678134" y="0"/>
                  </a:lnTo>
                  <a:lnTo>
                    <a:pt x="5677278" y="0"/>
                  </a:lnTo>
                  <a:lnTo>
                    <a:pt x="5676422" y="0"/>
                  </a:lnTo>
                  <a:lnTo>
                    <a:pt x="5675567" y="0"/>
                  </a:lnTo>
                  <a:lnTo>
                    <a:pt x="5674711" y="0"/>
                  </a:lnTo>
                  <a:lnTo>
                    <a:pt x="5673856" y="0"/>
                  </a:lnTo>
                  <a:lnTo>
                    <a:pt x="5673000" y="0"/>
                  </a:lnTo>
                  <a:lnTo>
                    <a:pt x="5672145" y="0"/>
                  </a:lnTo>
                  <a:lnTo>
                    <a:pt x="5671289" y="0"/>
                  </a:lnTo>
                  <a:lnTo>
                    <a:pt x="5670434" y="0"/>
                  </a:lnTo>
                  <a:lnTo>
                    <a:pt x="5669578" y="0"/>
                  </a:lnTo>
                  <a:lnTo>
                    <a:pt x="5668723" y="0"/>
                  </a:lnTo>
                  <a:lnTo>
                    <a:pt x="5667867" y="0"/>
                  </a:lnTo>
                  <a:lnTo>
                    <a:pt x="5667012" y="0"/>
                  </a:lnTo>
                  <a:lnTo>
                    <a:pt x="5666156" y="0"/>
                  </a:lnTo>
                  <a:lnTo>
                    <a:pt x="5665301" y="0"/>
                  </a:lnTo>
                  <a:lnTo>
                    <a:pt x="5664445" y="0"/>
                  </a:lnTo>
                  <a:lnTo>
                    <a:pt x="5663590" y="0"/>
                  </a:lnTo>
                  <a:lnTo>
                    <a:pt x="5662734" y="0"/>
                  </a:lnTo>
                  <a:lnTo>
                    <a:pt x="5661879" y="0"/>
                  </a:lnTo>
                  <a:lnTo>
                    <a:pt x="5661023" y="0"/>
                  </a:lnTo>
                  <a:lnTo>
                    <a:pt x="5660167" y="0"/>
                  </a:lnTo>
                  <a:lnTo>
                    <a:pt x="5659312" y="0"/>
                  </a:lnTo>
                  <a:lnTo>
                    <a:pt x="5658456" y="0"/>
                  </a:lnTo>
                  <a:lnTo>
                    <a:pt x="5657601" y="0"/>
                  </a:lnTo>
                  <a:lnTo>
                    <a:pt x="5656745" y="0"/>
                  </a:lnTo>
                  <a:lnTo>
                    <a:pt x="5655890" y="0"/>
                  </a:lnTo>
                  <a:lnTo>
                    <a:pt x="5655034" y="0"/>
                  </a:lnTo>
                  <a:lnTo>
                    <a:pt x="5654179" y="0"/>
                  </a:lnTo>
                  <a:lnTo>
                    <a:pt x="5653323" y="0"/>
                  </a:lnTo>
                  <a:lnTo>
                    <a:pt x="5652468" y="0"/>
                  </a:lnTo>
                  <a:lnTo>
                    <a:pt x="5651612" y="0"/>
                  </a:lnTo>
                  <a:lnTo>
                    <a:pt x="5650757" y="0"/>
                  </a:lnTo>
                  <a:lnTo>
                    <a:pt x="5649901" y="0"/>
                  </a:lnTo>
                  <a:lnTo>
                    <a:pt x="5649046" y="0"/>
                  </a:lnTo>
                  <a:lnTo>
                    <a:pt x="5648190" y="0"/>
                  </a:lnTo>
                  <a:lnTo>
                    <a:pt x="5647335" y="0"/>
                  </a:lnTo>
                  <a:lnTo>
                    <a:pt x="5646479" y="0"/>
                  </a:lnTo>
                  <a:lnTo>
                    <a:pt x="5645624" y="0"/>
                  </a:lnTo>
                  <a:lnTo>
                    <a:pt x="5644768" y="0"/>
                  </a:lnTo>
                  <a:lnTo>
                    <a:pt x="5643912" y="0"/>
                  </a:lnTo>
                  <a:lnTo>
                    <a:pt x="5643057" y="0"/>
                  </a:lnTo>
                  <a:lnTo>
                    <a:pt x="5642201" y="0"/>
                  </a:lnTo>
                  <a:lnTo>
                    <a:pt x="5641346" y="0"/>
                  </a:lnTo>
                  <a:lnTo>
                    <a:pt x="5640490" y="0"/>
                  </a:lnTo>
                  <a:lnTo>
                    <a:pt x="5639635" y="0"/>
                  </a:lnTo>
                  <a:lnTo>
                    <a:pt x="5638779" y="0"/>
                  </a:lnTo>
                  <a:lnTo>
                    <a:pt x="5637924" y="0"/>
                  </a:lnTo>
                  <a:lnTo>
                    <a:pt x="5637068" y="0"/>
                  </a:lnTo>
                  <a:lnTo>
                    <a:pt x="5636213" y="0"/>
                  </a:lnTo>
                  <a:lnTo>
                    <a:pt x="5635357" y="0"/>
                  </a:lnTo>
                  <a:lnTo>
                    <a:pt x="5634502" y="0"/>
                  </a:lnTo>
                  <a:lnTo>
                    <a:pt x="5633646" y="0"/>
                  </a:lnTo>
                  <a:lnTo>
                    <a:pt x="5632791" y="0"/>
                  </a:lnTo>
                  <a:lnTo>
                    <a:pt x="5631935" y="0"/>
                  </a:lnTo>
                  <a:lnTo>
                    <a:pt x="5631080" y="0"/>
                  </a:lnTo>
                  <a:lnTo>
                    <a:pt x="5630224" y="0"/>
                  </a:lnTo>
                  <a:lnTo>
                    <a:pt x="5629368" y="0"/>
                  </a:lnTo>
                  <a:lnTo>
                    <a:pt x="5628513" y="0"/>
                  </a:lnTo>
                  <a:lnTo>
                    <a:pt x="5627657" y="0"/>
                  </a:lnTo>
                  <a:lnTo>
                    <a:pt x="5626802" y="0"/>
                  </a:lnTo>
                  <a:lnTo>
                    <a:pt x="5625946" y="0"/>
                  </a:lnTo>
                  <a:lnTo>
                    <a:pt x="5625091" y="0"/>
                  </a:lnTo>
                  <a:lnTo>
                    <a:pt x="5624235" y="0"/>
                  </a:lnTo>
                  <a:lnTo>
                    <a:pt x="5623380" y="0"/>
                  </a:lnTo>
                  <a:lnTo>
                    <a:pt x="5622524" y="0"/>
                  </a:lnTo>
                  <a:lnTo>
                    <a:pt x="5621669" y="0"/>
                  </a:lnTo>
                  <a:lnTo>
                    <a:pt x="5620813" y="0"/>
                  </a:lnTo>
                  <a:lnTo>
                    <a:pt x="5619958" y="0"/>
                  </a:lnTo>
                  <a:lnTo>
                    <a:pt x="5619102" y="0"/>
                  </a:lnTo>
                  <a:lnTo>
                    <a:pt x="5618247" y="0"/>
                  </a:lnTo>
                  <a:lnTo>
                    <a:pt x="5617391" y="0"/>
                  </a:lnTo>
                  <a:lnTo>
                    <a:pt x="5616536" y="0"/>
                  </a:lnTo>
                  <a:lnTo>
                    <a:pt x="5615680" y="0"/>
                  </a:lnTo>
                  <a:lnTo>
                    <a:pt x="5614825" y="0"/>
                  </a:lnTo>
                  <a:lnTo>
                    <a:pt x="5613969" y="0"/>
                  </a:lnTo>
                  <a:lnTo>
                    <a:pt x="5613113" y="0"/>
                  </a:lnTo>
                  <a:lnTo>
                    <a:pt x="5612258" y="0"/>
                  </a:lnTo>
                  <a:lnTo>
                    <a:pt x="5611402" y="0"/>
                  </a:lnTo>
                  <a:lnTo>
                    <a:pt x="5610547" y="0"/>
                  </a:lnTo>
                  <a:lnTo>
                    <a:pt x="5609691" y="0"/>
                  </a:lnTo>
                  <a:lnTo>
                    <a:pt x="5608836" y="0"/>
                  </a:lnTo>
                  <a:lnTo>
                    <a:pt x="5607980" y="0"/>
                  </a:lnTo>
                  <a:lnTo>
                    <a:pt x="5607125" y="0"/>
                  </a:lnTo>
                  <a:lnTo>
                    <a:pt x="5606269" y="0"/>
                  </a:lnTo>
                  <a:lnTo>
                    <a:pt x="5605414" y="0"/>
                  </a:lnTo>
                  <a:lnTo>
                    <a:pt x="5604558" y="0"/>
                  </a:lnTo>
                  <a:lnTo>
                    <a:pt x="5603703" y="0"/>
                  </a:lnTo>
                  <a:lnTo>
                    <a:pt x="5602847" y="0"/>
                  </a:lnTo>
                  <a:lnTo>
                    <a:pt x="5601992" y="0"/>
                  </a:lnTo>
                  <a:lnTo>
                    <a:pt x="5601136" y="0"/>
                  </a:lnTo>
                  <a:lnTo>
                    <a:pt x="5600281" y="0"/>
                  </a:lnTo>
                  <a:lnTo>
                    <a:pt x="5599425" y="0"/>
                  </a:lnTo>
                  <a:lnTo>
                    <a:pt x="5598570" y="0"/>
                  </a:lnTo>
                  <a:lnTo>
                    <a:pt x="5597714" y="0"/>
                  </a:lnTo>
                  <a:lnTo>
                    <a:pt x="5596858" y="0"/>
                  </a:lnTo>
                  <a:lnTo>
                    <a:pt x="5596003" y="0"/>
                  </a:lnTo>
                  <a:lnTo>
                    <a:pt x="5595147" y="0"/>
                  </a:lnTo>
                  <a:lnTo>
                    <a:pt x="5594292" y="0"/>
                  </a:lnTo>
                  <a:lnTo>
                    <a:pt x="5593436" y="0"/>
                  </a:lnTo>
                  <a:lnTo>
                    <a:pt x="5592581" y="0"/>
                  </a:lnTo>
                  <a:lnTo>
                    <a:pt x="5591725" y="0"/>
                  </a:lnTo>
                  <a:lnTo>
                    <a:pt x="5590870" y="0"/>
                  </a:lnTo>
                  <a:lnTo>
                    <a:pt x="5590014" y="0"/>
                  </a:lnTo>
                  <a:lnTo>
                    <a:pt x="5589159" y="0"/>
                  </a:lnTo>
                  <a:lnTo>
                    <a:pt x="5588303" y="0"/>
                  </a:lnTo>
                  <a:lnTo>
                    <a:pt x="5587448" y="0"/>
                  </a:lnTo>
                  <a:lnTo>
                    <a:pt x="5586592" y="0"/>
                  </a:lnTo>
                  <a:lnTo>
                    <a:pt x="5585737" y="0"/>
                  </a:lnTo>
                  <a:lnTo>
                    <a:pt x="5584881" y="0"/>
                  </a:lnTo>
                  <a:lnTo>
                    <a:pt x="5584026" y="0"/>
                  </a:lnTo>
                  <a:lnTo>
                    <a:pt x="5583170" y="0"/>
                  </a:lnTo>
                  <a:lnTo>
                    <a:pt x="5582314" y="0"/>
                  </a:lnTo>
                  <a:lnTo>
                    <a:pt x="5581459" y="0"/>
                  </a:lnTo>
                  <a:lnTo>
                    <a:pt x="5580603" y="0"/>
                  </a:lnTo>
                  <a:lnTo>
                    <a:pt x="5579748" y="0"/>
                  </a:lnTo>
                  <a:lnTo>
                    <a:pt x="5578892" y="0"/>
                  </a:lnTo>
                  <a:lnTo>
                    <a:pt x="5578037" y="0"/>
                  </a:lnTo>
                  <a:lnTo>
                    <a:pt x="5577181" y="0"/>
                  </a:lnTo>
                  <a:lnTo>
                    <a:pt x="5576326" y="0"/>
                  </a:lnTo>
                  <a:lnTo>
                    <a:pt x="5575470" y="0"/>
                  </a:lnTo>
                  <a:lnTo>
                    <a:pt x="5574615" y="0"/>
                  </a:lnTo>
                  <a:lnTo>
                    <a:pt x="5573759" y="0"/>
                  </a:lnTo>
                  <a:lnTo>
                    <a:pt x="5572904" y="0"/>
                  </a:lnTo>
                  <a:lnTo>
                    <a:pt x="5572048" y="0"/>
                  </a:lnTo>
                  <a:lnTo>
                    <a:pt x="5571193" y="0"/>
                  </a:lnTo>
                  <a:lnTo>
                    <a:pt x="5570337" y="0"/>
                  </a:lnTo>
                  <a:lnTo>
                    <a:pt x="5569482" y="0"/>
                  </a:lnTo>
                  <a:lnTo>
                    <a:pt x="5568626" y="0"/>
                  </a:lnTo>
                  <a:lnTo>
                    <a:pt x="5567771" y="0"/>
                  </a:lnTo>
                  <a:lnTo>
                    <a:pt x="5566915" y="0"/>
                  </a:lnTo>
                  <a:lnTo>
                    <a:pt x="5566059" y="0"/>
                  </a:lnTo>
                  <a:lnTo>
                    <a:pt x="5565204" y="0"/>
                  </a:lnTo>
                  <a:lnTo>
                    <a:pt x="5564348" y="0"/>
                  </a:lnTo>
                  <a:lnTo>
                    <a:pt x="5563493" y="0"/>
                  </a:lnTo>
                  <a:lnTo>
                    <a:pt x="5562637" y="0"/>
                  </a:lnTo>
                  <a:lnTo>
                    <a:pt x="5561782" y="0"/>
                  </a:lnTo>
                  <a:lnTo>
                    <a:pt x="5560926" y="0"/>
                  </a:lnTo>
                  <a:lnTo>
                    <a:pt x="5560071" y="0"/>
                  </a:lnTo>
                  <a:lnTo>
                    <a:pt x="5559215" y="0"/>
                  </a:lnTo>
                  <a:lnTo>
                    <a:pt x="5558360" y="0"/>
                  </a:lnTo>
                  <a:lnTo>
                    <a:pt x="5557504" y="0"/>
                  </a:lnTo>
                  <a:lnTo>
                    <a:pt x="5556649" y="0"/>
                  </a:lnTo>
                  <a:lnTo>
                    <a:pt x="5555793" y="0"/>
                  </a:lnTo>
                  <a:lnTo>
                    <a:pt x="5554938" y="0"/>
                  </a:lnTo>
                  <a:lnTo>
                    <a:pt x="5554082" y="0"/>
                  </a:lnTo>
                  <a:lnTo>
                    <a:pt x="5553227" y="0"/>
                  </a:lnTo>
                  <a:lnTo>
                    <a:pt x="5552371" y="0"/>
                  </a:lnTo>
                  <a:lnTo>
                    <a:pt x="5551516" y="0"/>
                  </a:lnTo>
                  <a:lnTo>
                    <a:pt x="5550660" y="0"/>
                  </a:lnTo>
                  <a:lnTo>
                    <a:pt x="5549804" y="0"/>
                  </a:lnTo>
                  <a:lnTo>
                    <a:pt x="5548949" y="0"/>
                  </a:lnTo>
                  <a:lnTo>
                    <a:pt x="5548093" y="0"/>
                  </a:lnTo>
                  <a:lnTo>
                    <a:pt x="5547238" y="0"/>
                  </a:lnTo>
                  <a:lnTo>
                    <a:pt x="5546382" y="0"/>
                  </a:lnTo>
                  <a:lnTo>
                    <a:pt x="5545527" y="0"/>
                  </a:lnTo>
                  <a:lnTo>
                    <a:pt x="5544671" y="0"/>
                  </a:lnTo>
                  <a:lnTo>
                    <a:pt x="5543816" y="0"/>
                  </a:lnTo>
                  <a:lnTo>
                    <a:pt x="5542960" y="0"/>
                  </a:lnTo>
                  <a:lnTo>
                    <a:pt x="5542105" y="0"/>
                  </a:lnTo>
                  <a:lnTo>
                    <a:pt x="5541249" y="0"/>
                  </a:lnTo>
                  <a:lnTo>
                    <a:pt x="5540394" y="0"/>
                  </a:lnTo>
                  <a:lnTo>
                    <a:pt x="5539538" y="0"/>
                  </a:lnTo>
                  <a:lnTo>
                    <a:pt x="5538683" y="0"/>
                  </a:lnTo>
                  <a:lnTo>
                    <a:pt x="5537827" y="0"/>
                  </a:lnTo>
                  <a:lnTo>
                    <a:pt x="5536972" y="0"/>
                  </a:lnTo>
                  <a:lnTo>
                    <a:pt x="5536116" y="0"/>
                  </a:lnTo>
                  <a:lnTo>
                    <a:pt x="5535261" y="0"/>
                  </a:lnTo>
                  <a:lnTo>
                    <a:pt x="5534405" y="0"/>
                  </a:lnTo>
                  <a:lnTo>
                    <a:pt x="5533549" y="0"/>
                  </a:lnTo>
                  <a:lnTo>
                    <a:pt x="5532694" y="0"/>
                  </a:lnTo>
                  <a:lnTo>
                    <a:pt x="5531838" y="0"/>
                  </a:lnTo>
                  <a:lnTo>
                    <a:pt x="5530983" y="0"/>
                  </a:lnTo>
                  <a:lnTo>
                    <a:pt x="5530127" y="0"/>
                  </a:lnTo>
                  <a:lnTo>
                    <a:pt x="5529272" y="0"/>
                  </a:lnTo>
                  <a:lnTo>
                    <a:pt x="5528416" y="0"/>
                  </a:lnTo>
                  <a:lnTo>
                    <a:pt x="5527561" y="0"/>
                  </a:lnTo>
                  <a:lnTo>
                    <a:pt x="5526705" y="0"/>
                  </a:lnTo>
                  <a:lnTo>
                    <a:pt x="5525850" y="0"/>
                  </a:lnTo>
                  <a:lnTo>
                    <a:pt x="5524994" y="0"/>
                  </a:lnTo>
                  <a:lnTo>
                    <a:pt x="5524139" y="0"/>
                  </a:lnTo>
                  <a:lnTo>
                    <a:pt x="5523283" y="0"/>
                  </a:lnTo>
                  <a:lnTo>
                    <a:pt x="5522428" y="0"/>
                  </a:lnTo>
                  <a:lnTo>
                    <a:pt x="5521572" y="0"/>
                  </a:lnTo>
                  <a:lnTo>
                    <a:pt x="5520717" y="0"/>
                  </a:lnTo>
                  <a:lnTo>
                    <a:pt x="5519861" y="0"/>
                  </a:lnTo>
                  <a:lnTo>
                    <a:pt x="5519005" y="0"/>
                  </a:lnTo>
                  <a:lnTo>
                    <a:pt x="5518150" y="0"/>
                  </a:lnTo>
                  <a:lnTo>
                    <a:pt x="5517294" y="0"/>
                  </a:lnTo>
                  <a:lnTo>
                    <a:pt x="5516439" y="0"/>
                  </a:lnTo>
                  <a:lnTo>
                    <a:pt x="5515583" y="0"/>
                  </a:lnTo>
                  <a:lnTo>
                    <a:pt x="5514728" y="0"/>
                  </a:lnTo>
                  <a:lnTo>
                    <a:pt x="5513872" y="0"/>
                  </a:lnTo>
                  <a:lnTo>
                    <a:pt x="5513017" y="0"/>
                  </a:lnTo>
                  <a:lnTo>
                    <a:pt x="5512161" y="0"/>
                  </a:lnTo>
                  <a:lnTo>
                    <a:pt x="5511306" y="0"/>
                  </a:lnTo>
                  <a:lnTo>
                    <a:pt x="5510450" y="0"/>
                  </a:lnTo>
                  <a:lnTo>
                    <a:pt x="5509595" y="0"/>
                  </a:lnTo>
                  <a:lnTo>
                    <a:pt x="5508739" y="0"/>
                  </a:lnTo>
                  <a:lnTo>
                    <a:pt x="5507884" y="0"/>
                  </a:lnTo>
                  <a:lnTo>
                    <a:pt x="5507028" y="0"/>
                  </a:lnTo>
                  <a:lnTo>
                    <a:pt x="5506173" y="0"/>
                  </a:lnTo>
                  <a:lnTo>
                    <a:pt x="5505317" y="0"/>
                  </a:lnTo>
                  <a:lnTo>
                    <a:pt x="5504462" y="0"/>
                  </a:lnTo>
                  <a:lnTo>
                    <a:pt x="5503606" y="0"/>
                  </a:lnTo>
                  <a:lnTo>
                    <a:pt x="5502750" y="0"/>
                  </a:lnTo>
                  <a:lnTo>
                    <a:pt x="5501895" y="0"/>
                  </a:lnTo>
                  <a:lnTo>
                    <a:pt x="5501039" y="0"/>
                  </a:lnTo>
                  <a:lnTo>
                    <a:pt x="5500184" y="0"/>
                  </a:lnTo>
                  <a:lnTo>
                    <a:pt x="5499328" y="0"/>
                  </a:lnTo>
                  <a:lnTo>
                    <a:pt x="5498473" y="0"/>
                  </a:lnTo>
                  <a:lnTo>
                    <a:pt x="5497617" y="0"/>
                  </a:lnTo>
                  <a:lnTo>
                    <a:pt x="5496762" y="0"/>
                  </a:lnTo>
                  <a:lnTo>
                    <a:pt x="5495906" y="0"/>
                  </a:lnTo>
                  <a:lnTo>
                    <a:pt x="5495051" y="0"/>
                  </a:lnTo>
                  <a:lnTo>
                    <a:pt x="5494195" y="0"/>
                  </a:lnTo>
                  <a:lnTo>
                    <a:pt x="5493340" y="0"/>
                  </a:lnTo>
                  <a:lnTo>
                    <a:pt x="5492484" y="0"/>
                  </a:lnTo>
                  <a:lnTo>
                    <a:pt x="5491629" y="0"/>
                  </a:lnTo>
                  <a:lnTo>
                    <a:pt x="5490773" y="0"/>
                  </a:lnTo>
                  <a:lnTo>
                    <a:pt x="5489918" y="0"/>
                  </a:lnTo>
                  <a:lnTo>
                    <a:pt x="5489062" y="0"/>
                  </a:lnTo>
                  <a:lnTo>
                    <a:pt x="5488207" y="0"/>
                  </a:lnTo>
                  <a:lnTo>
                    <a:pt x="5487351" y="0"/>
                  </a:lnTo>
                  <a:lnTo>
                    <a:pt x="5486495" y="0"/>
                  </a:lnTo>
                  <a:lnTo>
                    <a:pt x="5485640" y="0"/>
                  </a:lnTo>
                  <a:lnTo>
                    <a:pt x="5484784" y="0"/>
                  </a:lnTo>
                  <a:lnTo>
                    <a:pt x="5483929" y="0"/>
                  </a:lnTo>
                  <a:lnTo>
                    <a:pt x="5483073" y="0"/>
                  </a:lnTo>
                  <a:lnTo>
                    <a:pt x="5482218" y="0"/>
                  </a:lnTo>
                  <a:lnTo>
                    <a:pt x="5481362" y="0"/>
                  </a:lnTo>
                  <a:lnTo>
                    <a:pt x="5480507" y="0"/>
                  </a:lnTo>
                  <a:lnTo>
                    <a:pt x="5479651" y="0"/>
                  </a:lnTo>
                  <a:lnTo>
                    <a:pt x="5478796" y="0"/>
                  </a:lnTo>
                  <a:lnTo>
                    <a:pt x="5477940" y="0"/>
                  </a:lnTo>
                  <a:lnTo>
                    <a:pt x="5477085" y="0"/>
                  </a:lnTo>
                  <a:lnTo>
                    <a:pt x="5476229" y="0"/>
                  </a:lnTo>
                  <a:lnTo>
                    <a:pt x="5475374" y="0"/>
                  </a:lnTo>
                  <a:lnTo>
                    <a:pt x="5474518" y="0"/>
                  </a:lnTo>
                  <a:lnTo>
                    <a:pt x="5473663" y="0"/>
                  </a:lnTo>
                  <a:lnTo>
                    <a:pt x="5472807" y="0"/>
                  </a:lnTo>
                  <a:lnTo>
                    <a:pt x="5471951" y="0"/>
                  </a:lnTo>
                  <a:lnTo>
                    <a:pt x="5471096" y="0"/>
                  </a:lnTo>
                  <a:lnTo>
                    <a:pt x="5470240" y="0"/>
                  </a:lnTo>
                  <a:lnTo>
                    <a:pt x="5469385" y="0"/>
                  </a:lnTo>
                  <a:lnTo>
                    <a:pt x="5468529" y="0"/>
                  </a:lnTo>
                  <a:lnTo>
                    <a:pt x="5467674" y="0"/>
                  </a:lnTo>
                  <a:lnTo>
                    <a:pt x="5466818" y="0"/>
                  </a:lnTo>
                  <a:lnTo>
                    <a:pt x="5465963" y="0"/>
                  </a:lnTo>
                  <a:lnTo>
                    <a:pt x="5465107" y="0"/>
                  </a:lnTo>
                  <a:lnTo>
                    <a:pt x="5464252" y="0"/>
                  </a:lnTo>
                  <a:lnTo>
                    <a:pt x="5463396" y="0"/>
                  </a:lnTo>
                  <a:lnTo>
                    <a:pt x="5462541" y="0"/>
                  </a:lnTo>
                  <a:lnTo>
                    <a:pt x="5461685" y="0"/>
                  </a:lnTo>
                  <a:lnTo>
                    <a:pt x="5460830" y="0"/>
                  </a:lnTo>
                  <a:lnTo>
                    <a:pt x="5459974" y="0"/>
                  </a:lnTo>
                  <a:lnTo>
                    <a:pt x="5459119" y="0"/>
                  </a:lnTo>
                  <a:lnTo>
                    <a:pt x="5458263" y="0"/>
                  </a:lnTo>
                  <a:lnTo>
                    <a:pt x="5457408" y="0"/>
                  </a:lnTo>
                  <a:lnTo>
                    <a:pt x="5456552" y="0"/>
                  </a:lnTo>
                  <a:lnTo>
                    <a:pt x="5455696" y="0"/>
                  </a:lnTo>
                  <a:lnTo>
                    <a:pt x="5454841" y="0"/>
                  </a:lnTo>
                  <a:lnTo>
                    <a:pt x="5453985" y="0"/>
                  </a:lnTo>
                  <a:lnTo>
                    <a:pt x="5453130" y="0"/>
                  </a:lnTo>
                  <a:lnTo>
                    <a:pt x="5452274" y="0"/>
                  </a:lnTo>
                  <a:lnTo>
                    <a:pt x="5451419" y="0"/>
                  </a:lnTo>
                  <a:lnTo>
                    <a:pt x="5450563" y="0"/>
                  </a:lnTo>
                  <a:lnTo>
                    <a:pt x="5449708" y="0"/>
                  </a:lnTo>
                  <a:lnTo>
                    <a:pt x="5448852" y="0"/>
                  </a:lnTo>
                  <a:lnTo>
                    <a:pt x="5447997" y="0"/>
                  </a:lnTo>
                  <a:lnTo>
                    <a:pt x="5447141" y="0"/>
                  </a:lnTo>
                  <a:lnTo>
                    <a:pt x="5446286" y="0"/>
                  </a:lnTo>
                  <a:lnTo>
                    <a:pt x="5445430" y="0"/>
                  </a:lnTo>
                  <a:lnTo>
                    <a:pt x="5444575" y="0"/>
                  </a:lnTo>
                  <a:lnTo>
                    <a:pt x="5443719" y="0"/>
                  </a:lnTo>
                  <a:lnTo>
                    <a:pt x="5442864" y="0"/>
                  </a:lnTo>
                  <a:lnTo>
                    <a:pt x="5442008" y="0"/>
                  </a:lnTo>
                  <a:lnTo>
                    <a:pt x="5441153" y="0"/>
                  </a:lnTo>
                  <a:lnTo>
                    <a:pt x="5440297" y="0"/>
                  </a:lnTo>
                  <a:lnTo>
                    <a:pt x="5439441" y="0"/>
                  </a:lnTo>
                  <a:lnTo>
                    <a:pt x="5438586" y="0"/>
                  </a:lnTo>
                  <a:lnTo>
                    <a:pt x="5437730" y="0"/>
                  </a:lnTo>
                  <a:lnTo>
                    <a:pt x="5436875" y="0"/>
                  </a:lnTo>
                  <a:lnTo>
                    <a:pt x="5436019" y="0"/>
                  </a:lnTo>
                  <a:lnTo>
                    <a:pt x="5435164" y="0"/>
                  </a:lnTo>
                  <a:lnTo>
                    <a:pt x="5434308" y="0"/>
                  </a:lnTo>
                  <a:lnTo>
                    <a:pt x="5433453" y="0"/>
                  </a:lnTo>
                  <a:lnTo>
                    <a:pt x="5432597" y="0"/>
                  </a:lnTo>
                  <a:lnTo>
                    <a:pt x="5431742" y="0"/>
                  </a:lnTo>
                  <a:lnTo>
                    <a:pt x="5430886" y="0"/>
                  </a:lnTo>
                  <a:lnTo>
                    <a:pt x="5430031" y="0"/>
                  </a:lnTo>
                  <a:lnTo>
                    <a:pt x="5429175" y="0"/>
                  </a:lnTo>
                  <a:lnTo>
                    <a:pt x="5428320" y="0"/>
                  </a:lnTo>
                  <a:lnTo>
                    <a:pt x="5427464" y="0"/>
                  </a:lnTo>
                  <a:lnTo>
                    <a:pt x="5426609" y="0"/>
                  </a:lnTo>
                  <a:lnTo>
                    <a:pt x="5425753" y="0"/>
                  </a:lnTo>
                  <a:lnTo>
                    <a:pt x="5424897" y="0"/>
                  </a:lnTo>
                  <a:lnTo>
                    <a:pt x="5424042" y="0"/>
                  </a:lnTo>
                  <a:lnTo>
                    <a:pt x="5423186" y="0"/>
                  </a:lnTo>
                  <a:lnTo>
                    <a:pt x="5422331" y="0"/>
                  </a:lnTo>
                  <a:lnTo>
                    <a:pt x="5421475" y="0"/>
                  </a:lnTo>
                  <a:lnTo>
                    <a:pt x="5420620" y="0"/>
                  </a:lnTo>
                  <a:lnTo>
                    <a:pt x="5419764" y="0"/>
                  </a:lnTo>
                  <a:lnTo>
                    <a:pt x="5418909" y="0"/>
                  </a:lnTo>
                  <a:lnTo>
                    <a:pt x="5418053" y="0"/>
                  </a:lnTo>
                  <a:lnTo>
                    <a:pt x="5417198" y="0"/>
                  </a:lnTo>
                  <a:lnTo>
                    <a:pt x="5416342" y="0"/>
                  </a:lnTo>
                  <a:lnTo>
                    <a:pt x="5415487" y="0"/>
                  </a:lnTo>
                  <a:lnTo>
                    <a:pt x="5414631" y="0"/>
                  </a:lnTo>
                  <a:lnTo>
                    <a:pt x="5413776" y="0"/>
                  </a:lnTo>
                  <a:lnTo>
                    <a:pt x="5412920" y="0"/>
                  </a:lnTo>
                  <a:lnTo>
                    <a:pt x="5412065" y="0"/>
                  </a:lnTo>
                  <a:lnTo>
                    <a:pt x="5411209" y="0"/>
                  </a:lnTo>
                  <a:lnTo>
                    <a:pt x="5410354" y="0"/>
                  </a:lnTo>
                  <a:lnTo>
                    <a:pt x="5409498" y="0"/>
                  </a:lnTo>
                  <a:lnTo>
                    <a:pt x="5408642" y="0"/>
                  </a:lnTo>
                  <a:lnTo>
                    <a:pt x="5407787" y="0"/>
                  </a:lnTo>
                  <a:lnTo>
                    <a:pt x="5406931" y="0"/>
                  </a:lnTo>
                  <a:lnTo>
                    <a:pt x="5406076" y="0"/>
                  </a:lnTo>
                  <a:lnTo>
                    <a:pt x="5405220" y="0"/>
                  </a:lnTo>
                  <a:lnTo>
                    <a:pt x="5404365" y="0"/>
                  </a:lnTo>
                  <a:lnTo>
                    <a:pt x="5403509" y="0"/>
                  </a:lnTo>
                  <a:lnTo>
                    <a:pt x="5402654" y="0"/>
                  </a:lnTo>
                  <a:lnTo>
                    <a:pt x="5401798" y="0"/>
                  </a:lnTo>
                  <a:lnTo>
                    <a:pt x="5400943" y="0"/>
                  </a:lnTo>
                  <a:lnTo>
                    <a:pt x="5400087" y="0"/>
                  </a:lnTo>
                  <a:lnTo>
                    <a:pt x="5399232" y="0"/>
                  </a:lnTo>
                  <a:lnTo>
                    <a:pt x="5398376" y="0"/>
                  </a:lnTo>
                  <a:lnTo>
                    <a:pt x="5397521" y="0"/>
                  </a:lnTo>
                  <a:lnTo>
                    <a:pt x="5396665" y="0"/>
                  </a:lnTo>
                  <a:lnTo>
                    <a:pt x="5395810" y="0"/>
                  </a:lnTo>
                  <a:lnTo>
                    <a:pt x="5394954" y="0"/>
                  </a:lnTo>
                  <a:lnTo>
                    <a:pt x="5394099" y="0"/>
                  </a:lnTo>
                  <a:lnTo>
                    <a:pt x="5393243" y="0"/>
                  </a:lnTo>
                  <a:lnTo>
                    <a:pt x="5392387" y="0"/>
                  </a:lnTo>
                  <a:lnTo>
                    <a:pt x="5391532" y="0"/>
                  </a:lnTo>
                  <a:lnTo>
                    <a:pt x="5390676" y="0"/>
                  </a:lnTo>
                  <a:lnTo>
                    <a:pt x="5389821" y="0"/>
                  </a:lnTo>
                  <a:lnTo>
                    <a:pt x="5388965" y="0"/>
                  </a:lnTo>
                  <a:lnTo>
                    <a:pt x="5388110" y="0"/>
                  </a:lnTo>
                  <a:lnTo>
                    <a:pt x="5387254" y="0"/>
                  </a:lnTo>
                  <a:lnTo>
                    <a:pt x="5386399" y="0"/>
                  </a:lnTo>
                  <a:lnTo>
                    <a:pt x="5385543" y="0"/>
                  </a:lnTo>
                  <a:lnTo>
                    <a:pt x="5384688" y="0"/>
                  </a:lnTo>
                  <a:lnTo>
                    <a:pt x="5383832" y="0"/>
                  </a:lnTo>
                  <a:lnTo>
                    <a:pt x="5382977" y="0"/>
                  </a:lnTo>
                  <a:lnTo>
                    <a:pt x="5382121" y="0"/>
                  </a:lnTo>
                  <a:lnTo>
                    <a:pt x="5381266" y="0"/>
                  </a:lnTo>
                  <a:lnTo>
                    <a:pt x="5380410" y="0"/>
                  </a:lnTo>
                  <a:lnTo>
                    <a:pt x="5379555" y="0"/>
                  </a:lnTo>
                  <a:lnTo>
                    <a:pt x="5378699" y="0"/>
                  </a:lnTo>
                  <a:lnTo>
                    <a:pt x="5377843" y="0"/>
                  </a:lnTo>
                  <a:lnTo>
                    <a:pt x="5376988" y="0"/>
                  </a:lnTo>
                  <a:lnTo>
                    <a:pt x="5376132" y="0"/>
                  </a:lnTo>
                  <a:lnTo>
                    <a:pt x="5375277" y="0"/>
                  </a:lnTo>
                  <a:lnTo>
                    <a:pt x="5374421" y="0"/>
                  </a:lnTo>
                  <a:lnTo>
                    <a:pt x="5373566" y="0"/>
                  </a:lnTo>
                  <a:lnTo>
                    <a:pt x="5372710" y="0"/>
                  </a:lnTo>
                  <a:lnTo>
                    <a:pt x="5371855" y="0"/>
                  </a:lnTo>
                  <a:lnTo>
                    <a:pt x="5370999" y="0"/>
                  </a:lnTo>
                  <a:lnTo>
                    <a:pt x="5370144" y="0"/>
                  </a:lnTo>
                  <a:lnTo>
                    <a:pt x="5369288" y="0"/>
                  </a:lnTo>
                  <a:lnTo>
                    <a:pt x="5368433" y="0"/>
                  </a:lnTo>
                  <a:lnTo>
                    <a:pt x="5367577" y="0"/>
                  </a:lnTo>
                  <a:lnTo>
                    <a:pt x="5366722" y="0"/>
                  </a:lnTo>
                  <a:lnTo>
                    <a:pt x="5365866" y="0"/>
                  </a:lnTo>
                  <a:lnTo>
                    <a:pt x="5365011" y="0"/>
                  </a:lnTo>
                  <a:lnTo>
                    <a:pt x="5364155" y="0"/>
                  </a:lnTo>
                  <a:lnTo>
                    <a:pt x="5363300" y="0"/>
                  </a:lnTo>
                  <a:lnTo>
                    <a:pt x="5362444" y="0"/>
                  </a:lnTo>
                  <a:lnTo>
                    <a:pt x="5361588" y="0"/>
                  </a:lnTo>
                  <a:lnTo>
                    <a:pt x="5360733" y="0"/>
                  </a:lnTo>
                  <a:lnTo>
                    <a:pt x="5359877" y="0"/>
                  </a:lnTo>
                  <a:lnTo>
                    <a:pt x="5359022" y="0"/>
                  </a:lnTo>
                  <a:lnTo>
                    <a:pt x="5358166" y="0"/>
                  </a:lnTo>
                  <a:lnTo>
                    <a:pt x="5357311" y="0"/>
                  </a:lnTo>
                  <a:lnTo>
                    <a:pt x="5356455" y="0"/>
                  </a:lnTo>
                  <a:lnTo>
                    <a:pt x="5355600" y="0"/>
                  </a:lnTo>
                  <a:lnTo>
                    <a:pt x="5354744" y="0"/>
                  </a:lnTo>
                  <a:lnTo>
                    <a:pt x="5353889" y="0"/>
                  </a:lnTo>
                  <a:lnTo>
                    <a:pt x="5353033" y="0"/>
                  </a:lnTo>
                  <a:lnTo>
                    <a:pt x="5352178" y="0"/>
                  </a:lnTo>
                  <a:lnTo>
                    <a:pt x="5351322" y="0"/>
                  </a:lnTo>
                  <a:lnTo>
                    <a:pt x="5350467" y="0"/>
                  </a:lnTo>
                  <a:lnTo>
                    <a:pt x="5349611" y="0"/>
                  </a:lnTo>
                  <a:lnTo>
                    <a:pt x="5348756" y="0"/>
                  </a:lnTo>
                  <a:lnTo>
                    <a:pt x="5347900" y="0"/>
                  </a:lnTo>
                  <a:lnTo>
                    <a:pt x="5347045" y="0"/>
                  </a:lnTo>
                  <a:lnTo>
                    <a:pt x="5346189" y="0"/>
                  </a:lnTo>
                  <a:lnTo>
                    <a:pt x="5345333" y="0"/>
                  </a:lnTo>
                  <a:lnTo>
                    <a:pt x="5344478" y="0"/>
                  </a:lnTo>
                  <a:lnTo>
                    <a:pt x="5343622" y="0"/>
                  </a:lnTo>
                  <a:lnTo>
                    <a:pt x="5342767" y="0"/>
                  </a:lnTo>
                  <a:lnTo>
                    <a:pt x="5341911" y="0"/>
                  </a:lnTo>
                  <a:lnTo>
                    <a:pt x="5341056" y="0"/>
                  </a:lnTo>
                  <a:lnTo>
                    <a:pt x="5340200" y="0"/>
                  </a:lnTo>
                  <a:lnTo>
                    <a:pt x="5339345" y="0"/>
                  </a:lnTo>
                  <a:lnTo>
                    <a:pt x="5338489" y="0"/>
                  </a:lnTo>
                  <a:lnTo>
                    <a:pt x="5337634" y="0"/>
                  </a:lnTo>
                  <a:lnTo>
                    <a:pt x="5336778" y="0"/>
                  </a:lnTo>
                  <a:lnTo>
                    <a:pt x="5335923" y="0"/>
                  </a:lnTo>
                  <a:lnTo>
                    <a:pt x="5335067" y="0"/>
                  </a:lnTo>
                  <a:lnTo>
                    <a:pt x="5334212" y="0"/>
                  </a:lnTo>
                  <a:lnTo>
                    <a:pt x="5333356" y="0"/>
                  </a:lnTo>
                  <a:lnTo>
                    <a:pt x="5332501" y="0"/>
                  </a:lnTo>
                  <a:lnTo>
                    <a:pt x="5331645" y="0"/>
                  </a:lnTo>
                  <a:lnTo>
                    <a:pt x="5330789" y="0"/>
                  </a:lnTo>
                  <a:lnTo>
                    <a:pt x="5329934" y="0"/>
                  </a:lnTo>
                  <a:lnTo>
                    <a:pt x="5329078" y="0"/>
                  </a:lnTo>
                  <a:lnTo>
                    <a:pt x="5328223" y="0"/>
                  </a:lnTo>
                  <a:lnTo>
                    <a:pt x="5327367" y="0"/>
                  </a:lnTo>
                  <a:lnTo>
                    <a:pt x="5326512" y="0"/>
                  </a:lnTo>
                  <a:lnTo>
                    <a:pt x="5325656" y="0"/>
                  </a:lnTo>
                  <a:lnTo>
                    <a:pt x="5324801" y="0"/>
                  </a:lnTo>
                  <a:lnTo>
                    <a:pt x="5323945" y="0"/>
                  </a:lnTo>
                  <a:lnTo>
                    <a:pt x="5323090" y="0"/>
                  </a:lnTo>
                  <a:lnTo>
                    <a:pt x="5322234" y="0"/>
                  </a:lnTo>
                  <a:lnTo>
                    <a:pt x="5321379" y="0"/>
                  </a:lnTo>
                  <a:lnTo>
                    <a:pt x="5320523" y="0"/>
                  </a:lnTo>
                  <a:lnTo>
                    <a:pt x="5319668" y="0"/>
                  </a:lnTo>
                  <a:lnTo>
                    <a:pt x="5318812" y="0"/>
                  </a:lnTo>
                  <a:lnTo>
                    <a:pt x="5317957" y="0"/>
                  </a:lnTo>
                  <a:lnTo>
                    <a:pt x="5317101" y="0"/>
                  </a:lnTo>
                  <a:lnTo>
                    <a:pt x="5316246" y="0"/>
                  </a:lnTo>
                  <a:lnTo>
                    <a:pt x="5315390" y="0"/>
                  </a:lnTo>
                  <a:lnTo>
                    <a:pt x="5314534" y="0"/>
                  </a:lnTo>
                  <a:lnTo>
                    <a:pt x="5313679" y="0"/>
                  </a:lnTo>
                  <a:lnTo>
                    <a:pt x="5312823" y="0"/>
                  </a:lnTo>
                  <a:lnTo>
                    <a:pt x="5311968" y="0"/>
                  </a:lnTo>
                  <a:lnTo>
                    <a:pt x="5311112" y="0"/>
                  </a:lnTo>
                  <a:lnTo>
                    <a:pt x="5310257" y="0"/>
                  </a:lnTo>
                  <a:lnTo>
                    <a:pt x="5309401" y="0"/>
                  </a:lnTo>
                  <a:lnTo>
                    <a:pt x="5308546" y="0"/>
                  </a:lnTo>
                  <a:lnTo>
                    <a:pt x="5307690" y="0"/>
                  </a:lnTo>
                  <a:lnTo>
                    <a:pt x="5306835" y="0"/>
                  </a:lnTo>
                  <a:lnTo>
                    <a:pt x="5305979" y="0"/>
                  </a:lnTo>
                  <a:lnTo>
                    <a:pt x="5305124" y="0"/>
                  </a:lnTo>
                  <a:lnTo>
                    <a:pt x="5304268" y="0"/>
                  </a:lnTo>
                  <a:lnTo>
                    <a:pt x="5303413" y="0"/>
                  </a:lnTo>
                  <a:lnTo>
                    <a:pt x="5302557" y="0"/>
                  </a:lnTo>
                  <a:lnTo>
                    <a:pt x="5301702" y="0"/>
                  </a:lnTo>
                  <a:lnTo>
                    <a:pt x="5300846" y="0"/>
                  </a:lnTo>
                  <a:lnTo>
                    <a:pt x="5299991" y="0"/>
                  </a:lnTo>
                  <a:lnTo>
                    <a:pt x="5299135" y="0"/>
                  </a:lnTo>
                  <a:lnTo>
                    <a:pt x="5298279" y="0"/>
                  </a:lnTo>
                  <a:lnTo>
                    <a:pt x="5297424" y="0"/>
                  </a:lnTo>
                  <a:lnTo>
                    <a:pt x="5296568" y="0"/>
                  </a:lnTo>
                  <a:lnTo>
                    <a:pt x="5295713" y="0"/>
                  </a:lnTo>
                  <a:lnTo>
                    <a:pt x="5294857" y="0"/>
                  </a:lnTo>
                  <a:lnTo>
                    <a:pt x="5294002" y="0"/>
                  </a:lnTo>
                  <a:lnTo>
                    <a:pt x="5293146" y="0"/>
                  </a:lnTo>
                  <a:lnTo>
                    <a:pt x="5292291" y="0"/>
                  </a:lnTo>
                  <a:lnTo>
                    <a:pt x="5291435" y="0"/>
                  </a:lnTo>
                  <a:lnTo>
                    <a:pt x="5290580" y="0"/>
                  </a:lnTo>
                  <a:lnTo>
                    <a:pt x="5289724" y="0"/>
                  </a:lnTo>
                  <a:lnTo>
                    <a:pt x="5288869" y="0"/>
                  </a:lnTo>
                  <a:lnTo>
                    <a:pt x="5288013" y="0"/>
                  </a:lnTo>
                  <a:lnTo>
                    <a:pt x="5287158" y="0"/>
                  </a:lnTo>
                  <a:lnTo>
                    <a:pt x="5286302" y="0"/>
                  </a:lnTo>
                  <a:lnTo>
                    <a:pt x="5285447" y="0"/>
                  </a:lnTo>
                  <a:lnTo>
                    <a:pt x="5284591" y="0"/>
                  </a:lnTo>
                  <a:lnTo>
                    <a:pt x="5283736" y="0"/>
                  </a:lnTo>
                  <a:lnTo>
                    <a:pt x="5282880" y="0"/>
                  </a:lnTo>
                  <a:lnTo>
                    <a:pt x="5282024" y="0"/>
                  </a:lnTo>
                  <a:lnTo>
                    <a:pt x="5281169" y="0"/>
                  </a:lnTo>
                  <a:lnTo>
                    <a:pt x="5280313" y="0"/>
                  </a:lnTo>
                  <a:lnTo>
                    <a:pt x="5279458" y="0"/>
                  </a:lnTo>
                  <a:lnTo>
                    <a:pt x="5278602" y="0"/>
                  </a:lnTo>
                  <a:lnTo>
                    <a:pt x="5277747" y="0"/>
                  </a:lnTo>
                  <a:lnTo>
                    <a:pt x="5276891" y="0"/>
                  </a:lnTo>
                  <a:lnTo>
                    <a:pt x="5276036" y="0"/>
                  </a:lnTo>
                  <a:lnTo>
                    <a:pt x="5275180" y="0"/>
                  </a:lnTo>
                  <a:lnTo>
                    <a:pt x="5274325" y="0"/>
                  </a:lnTo>
                  <a:lnTo>
                    <a:pt x="5273469" y="0"/>
                  </a:lnTo>
                  <a:lnTo>
                    <a:pt x="5272614" y="0"/>
                  </a:lnTo>
                  <a:lnTo>
                    <a:pt x="5271758" y="0"/>
                  </a:lnTo>
                  <a:lnTo>
                    <a:pt x="5270903" y="0"/>
                  </a:lnTo>
                  <a:lnTo>
                    <a:pt x="5270047" y="0"/>
                  </a:lnTo>
                  <a:lnTo>
                    <a:pt x="5269192" y="0"/>
                  </a:lnTo>
                  <a:lnTo>
                    <a:pt x="5268336" y="0"/>
                  </a:lnTo>
                  <a:lnTo>
                    <a:pt x="5267480" y="0"/>
                  </a:lnTo>
                  <a:lnTo>
                    <a:pt x="5266625" y="0"/>
                  </a:lnTo>
                  <a:lnTo>
                    <a:pt x="5265769" y="0"/>
                  </a:lnTo>
                  <a:lnTo>
                    <a:pt x="5264914" y="0"/>
                  </a:lnTo>
                  <a:lnTo>
                    <a:pt x="5264058" y="0"/>
                  </a:lnTo>
                  <a:lnTo>
                    <a:pt x="5263203" y="0"/>
                  </a:lnTo>
                  <a:lnTo>
                    <a:pt x="5262347" y="0"/>
                  </a:lnTo>
                  <a:lnTo>
                    <a:pt x="5261492" y="0"/>
                  </a:lnTo>
                  <a:lnTo>
                    <a:pt x="5260636" y="0"/>
                  </a:lnTo>
                  <a:lnTo>
                    <a:pt x="5259781" y="0"/>
                  </a:lnTo>
                  <a:lnTo>
                    <a:pt x="5258925" y="0"/>
                  </a:lnTo>
                  <a:lnTo>
                    <a:pt x="5258070" y="0"/>
                  </a:lnTo>
                  <a:lnTo>
                    <a:pt x="5257214" y="0"/>
                  </a:lnTo>
                  <a:lnTo>
                    <a:pt x="5256359" y="0"/>
                  </a:lnTo>
                  <a:lnTo>
                    <a:pt x="5255503" y="0"/>
                  </a:lnTo>
                  <a:lnTo>
                    <a:pt x="5254648" y="0"/>
                  </a:lnTo>
                  <a:lnTo>
                    <a:pt x="5253792" y="0"/>
                  </a:lnTo>
                  <a:lnTo>
                    <a:pt x="5252937" y="0"/>
                  </a:lnTo>
                  <a:lnTo>
                    <a:pt x="5252081" y="0"/>
                  </a:lnTo>
                  <a:lnTo>
                    <a:pt x="5251225" y="0"/>
                  </a:lnTo>
                  <a:lnTo>
                    <a:pt x="5250370" y="0"/>
                  </a:lnTo>
                  <a:lnTo>
                    <a:pt x="5249514" y="0"/>
                  </a:lnTo>
                  <a:lnTo>
                    <a:pt x="5248659" y="0"/>
                  </a:lnTo>
                  <a:lnTo>
                    <a:pt x="5247803" y="0"/>
                  </a:lnTo>
                  <a:lnTo>
                    <a:pt x="5246948" y="0"/>
                  </a:lnTo>
                  <a:lnTo>
                    <a:pt x="5246092" y="0"/>
                  </a:lnTo>
                  <a:lnTo>
                    <a:pt x="5245237" y="0"/>
                  </a:lnTo>
                  <a:lnTo>
                    <a:pt x="5244381" y="0"/>
                  </a:lnTo>
                  <a:lnTo>
                    <a:pt x="5243526" y="0"/>
                  </a:lnTo>
                  <a:lnTo>
                    <a:pt x="5242670" y="0"/>
                  </a:lnTo>
                  <a:lnTo>
                    <a:pt x="5241815" y="0"/>
                  </a:lnTo>
                  <a:lnTo>
                    <a:pt x="5240959" y="0"/>
                  </a:lnTo>
                  <a:lnTo>
                    <a:pt x="5240104" y="0"/>
                  </a:lnTo>
                  <a:lnTo>
                    <a:pt x="5239248" y="0"/>
                  </a:lnTo>
                  <a:lnTo>
                    <a:pt x="5238393" y="0"/>
                  </a:lnTo>
                  <a:lnTo>
                    <a:pt x="5237537" y="0"/>
                  </a:lnTo>
                  <a:lnTo>
                    <a:pt x="5236682" y="0"/>
                  </a:lnTo>
                  <a:lnTo>
                    <a:pt x="5235826" y="0"/>
                  </a:lnTo>
                  <a:lnTo>
                    <a:pt x="5234970" y="0"/>
                  </a:lnTo>
                  <a:lnTo>
                    <a:pt x="5234115" y="0"/>
                  </a:lnTo>
                  <a:lnTo>
                    <a:pt x="5233259" y="0"/>
                  </a:lnTo>
                  <a:lnTo>
                    <a:pt x="5232404" y="0"/>
                  </a:lnTo>
                  <a:lnTo>
                    <a:pt x="5231548" y="0"/>
                  </a:lnTo>
                  <a:lnTo>
                    <a:pt x="5230693" y="0"/>
                  </a:lnTo>
                  <a:lnTo>
                    <a:pt x="5229837" y="0"/>
                  </a:lnTo>
                  <a:lnTo>
                    <a:pt x="5228982" y="0"/>
                  </a:lnTo>
                  <a:lnTo>
                    <a:pt x="5228126" y="0"/>
                  </a:lnTo>
                  <a:lnTo>
                    <a:pt x="5227271" y="0"/>
                  </a:lnTo>
                  <a:lnTo>
                    <a:pt x="5226415" y="0"/>
                  </a:lnTo>
                  <a:lnTo>
                    <a:pt x="5225560" y="0"/>
                  </a:lnTo>
                  <a:lnTo>
                    <a:pt x="5224704" y="0"/>
                  </a:lnTo>
                  <a:lnTo>
                    <a:pt x="5223849" y="0"/>
                  </a:lnTo>
                  <a:lnTo>
                    <a:pt x="5222993" y="0"/>
                  </a:lnTo>
                  <a:lnTo>
                    <a:pt x="5222138" y="0"/>
                  </a:lnTo>
                  <a:lnTo>
                    <a:pt x="5221282" y="0"/>
                  </a:lnTo>
                  <a:lnTo>
                    <a:pt x="5220426" y="0"/>
                  </a:lnTo>
                  <a:lnTo>
                    <a:pt x="5219571" y="0"/>
                  </a:lnTo>
                  <a:lnTo>
                    <a:pt x="5218715" y="0"/>
                  </a:lnTo>
                  <a:lnTo>
                    <a:pt x="5217860" y="0"/>
                  </a:lnTo>
                  <a:lnTo>
                    <a:pt x="5217004" y="0"/>
                  </a:lnTo>
                  <a:lnTo>
                    <a:pt x="5216149" y="0"/>
                  </a:lnTo>
                  <a:lnTo>
                    <a:pt x="5215293" y="0"/>
                  </a:lnTo>
                  <a:lnTo>
                    <a:pt x="5214438" y="0"/>
                  </a:lnTo>
                  <a:lnTo>
                    <a:pt x="5213582" y="0"/>
                  </a:lnTo>
                  <a:lnTo>
                    <a:pt x="5212727" y="0"/>
                  </a:lnTo>
                  <a:lnTo>
                    <a:pt x="5211871" y="0"/>
                  </a:lnTo>
                  <a:lnTo>
                    <a:pt x="5211016" y="0"/>
                  </a:lnTo>
                  <a:lnTo>
                    <a:pt x="5210160" y="0"/>
                  </a:lnTo>
                  <a:lnTo>
                    <a:pt x="5209305" y="0"/>
                  </a:lnTo>
                  <a:lnTo>
                    <a:pt x="5208449" y="0"/>
                  </a:lnTo>
                  <a:lnTo>
                    <a:pt x="5207594" y="0"/>
                  </a:lnTo>
                  <a:lnTo>
                    <a:pt x="5206738" y="0"/>
                  </a:lnTo>
                  <a:lnTo>
                    <a:pt x="5205883" y="0"/>
                  </a:lnTo>
                  <a:lnTo>
                    <a:pt x="5205027" y="0"/>
                  </a:lnTo>
                  <a:lnTo>
                    <a:pt x="5204171" y="0"/>
                  </a:lnTo>
                  <a:lnTo>
                    <a:pt x="5203316" y="0"/>
                  </a:lnTo>
                  <a:lnTo>
                    <a:pt x="5202460" y="0"/>
                  </a:lnTo>
                  <a:lnTo>
                    <a:pt x="5201605" y="0"/>
                  </a:lnTo>
                  <a:lnTo>
                    <a:pt x="5200749" y="0"/>
                  </a:lnTo>
                  <a:lnTo>
                    <a:pt x="5199894" y="0"/>
                  </a:lnTo>
                  <a:lnTo>
                    <a:pt x="5199038" y="0"/>
                  </a:lnTo>
                  <a:lnTo>
                    <a:pt x="5198183" y="0"/>
                  </a:lnTo>
                  <a:lnTo>
                    <a:pt x="5197327" y="0"/>
                  </a:lnTo>
                  <a:lnTo>
                    <a:pt x="5196472" y="0"/>
                  </a:lnTo>
                  <a:lnTo>
                    <a:pt x="5195616" y="0"/>
                  </a:lnTo>
                  <a:lnTo>
                    <a:pt x="5194761" y="0"/>
                  </a:lnTo>
                  <a:lnTo>
                    <a:pt x="5193905" y="0"/>
                  </a:lnTo>
                  <a:lnTo>
                    <a:pt x="5193050" y="0"/>
                  </a:lnTo>
                  <a:lnTo>
                    <a:pt x="5192194" y="0"/>
                  </a:lnTo>
                  <a:lnTo>
                    <a:pt x="5191339" y="0"/>
                  </a:lnTo>
                  <a:lnTo>
                    <a:pt x="5190483" y="0"/>
                  </a:lnTo>
                  <a:lnTo>
                    <a:pt x="5189628" y="0"/>
                  </a:lnTo>
                  <a:lnTo>
                    <a:pt x="5188772" y="0"/>
                  </a:lnTo>
                  <a:lnTo>
                    <a:pt x="5187916" y="0"/>
                  </a:lnTo>
                  <a:lnTo>
                    <a:pt x="5187061" y="0"/>
                  </a:lnTo>
                  <a:lnTo>
                    <a:pt x="5186205" y="0"/>
                  </a:lnTo>
                  <a:lnTo>
                    <a:pt x="5185350" y="0"/>
                  </a:lnTo>
                  <a:lnTo>
                    <a:pt x="5184494" y="0"/>
                  </a:lnTo>
                  <a:lnTo>
                    <a:pt x="5183639" y="0"/>
                  </a:lnTo>
                  <a:lnTo>
                    <a:pt x="5182783" y="0"/>
                  </a:lnTo>
                  <a:lnTo>
                    <a:pt x="5181928" y="0"/>
                  </a:lnTo>
                  <a:lnTo>
                    <a:pt x="5181072" y="0"/>
                  </a:lnTo>
                  <a:lnTo>
                    <a:pt x="5180217" y="0"/>
                  </a:lnTo>
                  <a:lnTo>
                    <a:pt x="5179361" y="0"/>
                  </a:lnTo>
                  <a:lnTo>
                    <a:pt x="5178506" y="0"/>
                  </a:lnTo>
                  <a:lnTo>
                    <a:pt x="5177650" y="0"/>
                  </a:lnTo>
                  <a:lnTo>
                    <a:pt x="5176795" y="0"/>
                  </a:lnTo>
                  <a:lnTo>
                    <a:pt x="5175939" y="0"/>
                  </a:lnTo>
                  <a:lnTo>
                    <a:pt x="5175084" y="0"/>
                  </a:lnTo>
                  <a:lnTo>
                    <a:pt x="5174228" y="0"/>
                  </a:lnTo>
                  <a:lnTo>
                    <a:pt x="5173372" y="0"/>
                  </a:lnTo>
                  <a:lnTo>
                    <a:pt x="5172517" y="0"/>
                  </a:lnTo>
                  <a:lnTo>
                    <a:pt x="5171661" y="0"/>
                  </a:lnTo>
                  <a:lnTo>
                    <a:pt x="5170806" y="0"/>
                  </a:lnTo>
                  <a:lnTo>
                    <a:pt x="5169950" y="0"/>
                  </a:lnTo>
                  <a:lnTo>
                    <a:pt x="5169095" y="0"/>
                  </a:lnTo>
                  <a:lnTo>
                    <a:pt x="5168239" y="0"/>
                  </a:lnTo>
                  <a:lnTo>
                    <a:pt x="5167384" y="0"/>
                  </a:lnTo>
                  <a:lnTo>
                    <a:pt x="5166528" y="0"/>
                  </a:lnTo>
                  <a:lnTo>
                    <a:pt x="5165673" y="0"/>
                  </a:lnTo>
                  <a:lnTo>
                    <a:pt x="5164817" y="0"/>
                  </a:lnTo>
                  <a:lnTo>
                    <a:pt x="5163962" y="0"/>
                  </a:lnTo>
                  <a:lnTo>
                    <a:pt x="5163106" y="0"/>
                  </a:lnTo>
                  <a:lnTo>
                    <a:pt x="5162251" y="0"/>
                  </a:lnTo>
                  <a:lnTo>
                    <a:pt x="5161395" y="0"/>
                  </a:lnTo>
                  <a:lnTo>
                    <a:pt x="5160540" y="0"/>
                  </a:lnTo>
                  <a:lnTo>
                    <a:pt x="5159684" y="0"/>
                  </a:lnTo>
                  <a:lnTo>
                    <a:pt x="5158829" y="0"/>
                  </a:lnTo>
                  <a:lnTo>
                    <a:pt x="5157973" y="0"/>
                  </a:lnTo>
                  <a:lnTo>
                    <a:pt x="5157117" y="0"/>
                  </a:lnTo>
                  <a:lnTo>
                    <a:pt x="5156262" y="0"/>
                  </a:lnTo>
                  <a:lnTo>
                    <a:pt x="5155406" y="0"/>
                  </a:lnTo>
                  <a:lnTo>
                    <a:pt x="5154551" y="0"/>
                  </a:lnTo>
                  <a:lnTo>
                    <a:pt x="5153695" y="0"/>
                  </a:lnTo>
                  <a:lnTo>
                    <a:pt x="5152840" y="0"/>
                  </a:lnTo>
                  <a:lnTo>
                    <a:pt x="5151984" y="0"/>
                  </a:lnTo>
                  <a:lnTo>
                    <a:pt x="5151129" y="0"/>
                  </a:lnTo>
                  <a:lnTo>
                    <a:pt x="5150273" y="0"/>
                  </a:lnTo>
                  <a:lnTo>
                    <a:pt x="5149418" y="0"/>
                  </a:lnTo>
                  <a:lnTo>
                    <a:pt x="5148562" y="0"/>
                  </a:lnTo>
                  <a:lnTo>
                    <a:pt x="5147707" y="0"/>
                  </a:lnTo>
                  <a:lnTo>
                    <a:pt x="5146851" y="0"/>
                  </a:lnTo>
                  <a:lnTo>
                    <a:pt x="5145996" y="0"/>
                  </a:lnTo>
                  <a:lnTo>
                    <a:pt x="5145140" y="0"/>
                  </a:lnTo>
                  <a:lnTo>
                    <a:pt x="5144285" y="0"/>
                  </a:lnTo>
                  <a:lnTo>
                    <a:pt x="5143429" y="0"/>
                  </a:lnTo>
                  <a:lnTo>
                    <a:pt x="5142574" y="0"/>
                  </a:lnTo>
                  <a:lnTo>
                    <a:pt x="5141718" y="0"/>
                  </a:lnTo>
                  <a:lnTo>
                    <a:pt x="5140862" y="0"/>
                  </a:lnTo>
                  <a:lnTo>
                    <a:pt x="5140007" y="0"/>
                  </a:lnTo>
                  <a:lnTo>
                    <a:pt x="5139151" y="0"/>
                  </a:lnTo>
                  <a:lnTo>
                    <a:pt x="5138296" y="0"/>
                  </a:lnTo>
                  <a:lnTo>
                    <a:pt x="5137440" y="0"/>
                  </a:lnTo>
                  <a:lnTo>
                    <a:pt x="5136585" y="0"/>
                  </a:lnTo>
                  <a:lnTo>
                    <a:pt x="5135729" y="0"/>
                  </a:lnTo>
                  <a:lnTo>
                    <a:pt x="5134874" y="0"/>
                  </a:lnTo>
                  <a:lnTo>
                    <a:pt x="5134018" y="0"/>
                  </a:lnTo>
                  <a:lnTo>
                    <a:pt x="5133163" y="0"/>
                  </a:lnTo>
                  <a:lnTo>
                    <a:pt x="5132307" y="0"/>
                  </a:lnTo>
                  <a:lnTo>
                    <a:pt x="5131452" y="0"/>
                  </a:lnTo>
                  <a:lnTo>
                    <a:pt x="5130596" y="0"/>
                  </a:lnTo>
                  <a:lnTo>
                    <a:pt x="5129741" y="0"/>
                  </a:lnTo>
                  <a:lnTo>
                    <a:pt x="5128885" y="0"/>
                  </a:lnTo>
                  <a:lnTo>
                    <a:pt x="5128030" y="0"/>
                  </a:lnTo>
                  <a:lnTo>
                    <a:pt x="5127174" y="0"/>
                  </a:lnTo>
                  <a:lnTo>
                    <a:pt x="5126318" y="0"/>
                  </a:lnTo>
                  <a:lnTo>
                    <a:pt x="5125463" y="0"/>
                  </a:lnTo>
                  <a:lnTo>
                    <a:pt x="5124607" y="0"/>
                  </a:lnTo>
                  <a:lnTo>
                    <a:pt x="5123752" y="0"/>
                  </a:lnTo>
                  <a:lnTo>
                    <a:pt x="5122896" y="0"/>
                  </a:lnTo>
                  <a:lnTo>
                    <a:pt x="5122041" y="0"/>
                  </a:lnTo>
                  <a:lnTo>
                    <a:pt x="5121185" y="0"/>
                  </a:lnTo>
                  <a:lnTo>
                    <a:pt x="5120330" y="0"/>
                  </a:lnTo>
                  <a:lnTo>
                    <a:pt x="5119474" y="0"/>
                  </a:lnTo>
                  <a:lnTo>
                    <a:pt x="5118619" y="0"/>
                  </a:lnTo>
                  <a:lnTo>
                    <a:pt x="5117763" y="0"/>
                  </a:lnTo>
                  <a:lnTo>
                    <a:pt x="5116908" y="0"/>
                  </a:lnTo>
                  <a:lnTo>
                    <a:pt x="5116052" y="0"/>
                  </a:lnTo>
                  <a:lnTo>
                    <a:pt x="5115197" y="0"/>
                  </a:lnTo>
                  <a:lnTo>
                    <a:pt x="5114341" y="0"/>
                  </a:lnTo>
                  <a:lnTo>
                    <a:pt x="5113486" y="0"/>
                  </a:lnTo>
                  <a:lnTo>
                    <a:pt x="5112630" y="0"/>
                  </a:lnTo>
                  <a:lnTo>
                    <a:pt x="5111775" y="0"/>
                  </a:lnTo>
                  <a:lnTo>
                    <a:pt x="5110919" y="0"/>
                  </a:lnTo>
                  <a:lnTo>
                    <a:pt x="5110063" y="0"/>
                  </a:lnTo>
                  <a:lnTo>
                    <a:pt x="5109208" y="0"/>
                  </a:lnTo>
                  <a:lnTo>
                    <a:pt x="5108352" y="0"/>
                  </a:lnTo>
                  <a:lnTo>
                    <a:pt x="5107497" y="0"/>
                  </a:lnTo>
                  <a:lnTo>
                    <a:pt x="5106641" y="0"/>
                  </a:lnTo>
                  <a:lnTo>
                    <a:pt x="5105786" y="0"/>
                  </a:lnTo>
                  <a:lnTo>
                    <a:pt x="5104930" y="0"/>
                  </a:lnTo>
                  <a:lnTo>
                    <a:pt x="5104075" y="0"/>
                  </a:lnTo>
                  <a:lnTo>
                    <a:pt x="5103219" y="0"/>
                  </a:lnTo>
                  <a:lnTo>
                    <a:pt x="5102364" y="0"/>
                  </a:lnTo>
                  <a:lnTo>
                    <a:pt x="5101508" y="0"/>
                  </a:lnTo>
                  <a:lnTo>
                    <a:pt x="5100653" y="0"/>
                  </a:lnTo>
                  <a:lnTo>
                    <a:pt x="5099797" y="0"/>
                  </a:lnTo>
                  <a:lnTo>
                    <a:pt x="5098942" y="0"/>
                  </a:lnTo>
                  <a:lnTo>
                    <a:pt x="5098086" y="0"/>
                  </a:lnTo>
                  <a:lnTo>
                    <a:pt x="5097231" y="0"/>
                  </a:lnTo>
                  <a:lnTo>
                    <a:pt x="5096375" y="0"/>
                  </a:lnTo>
                  <a:lnTo>
                    <a:pt x="5095520" y="0"/>
                  </a:lnTo>
                  <a:lnTo>
                    <a:pt x="5094664" y="0"/>
                  </a:lnTo>
                  <a:lnTo>
                    <a:pt x="5093808" y="0"/>
                  </a:lnTo>
                  <a:lnTo>
                    <a:pt x="5092953" y="0"/>
                  </a:lnTo>
                  <a:lnTo>
                    <a:pt x="5092097" y="0"/>
                  </a:lnTo>
                  <a:lnTo>
                    <a:pt x="5091242" y="0"/>
                  </a:lnTo>
                  <a:lnTo>
                    <a:pt x="5090386" y="0"/>
                  </a:lnTo>
                  <a:lnTo>
                    <a:pt x="5089531" y="0"/>
                  </a:lnTo>
                  <a:lnTo>
                    <a:pt x="5088675" y="0"/>
                  </a:lnTo>
                  <a:lnTo>
                    <a:pt x="5087820" y="0"/>
                  </a:lnTo>
                  <a:lnTo>
                    <a:pt x="5086964" y="0"/>
                  </a:lnTo>
                  <a:lnTo>
                    <a:pt x="5086109" y="0"/>
                  </a:lnTo>
                  <a:lnTo>
                    <a:pt x="5085253" y="0"/>
                  </a:lnTo>
                  <a:lnTo>
                    <a:pt x="5084398" y="0"/>
                  </a:lnTo>
                  <a:lnTo>
                    <a:pt x="5083542" y="0"/>
                  </a:lnTo>
                  <a:lnTo>
                    <a:pt x="5082687" y="0"/>
                  </a:lnTo>
                  <a:lnTo>
                    <a:pt x="5081831" y="0"/>
                  </a:lnTo>
                  <a:lnTo>
                    <a:pt x="5080976" y="0"/>
                  </a:lnTo>
                  <a:lnTo>
                    <a:pt x="5080120" y="0"/>
                  </a:lnTo>
                  <a:lnTo>
                    <a:pt x="5079265" y="0"/>
                  </a:lnTo>
                  <a:lnTo>
                    <a:pt x="5078409" y="0"/>
                  </a:lnTo>
                  <a:lnTo>
                    <a:pt x="5077553" y="0"/>
                  </a:lnTo>
                  <a:lnTo>
                    <a:pt x="5076698" y="0"/>
                  </a:lnTo>
                  <a:lnTo>
                    <a:pt x="5075842" y="0"/>
                  </a:lnTo>
                  <a:lnTo>
                    <a:pt x="5074987" y="0"/>
                  </a:lnTo>
                  <a:lnTo>
                    <a:pt x="5074131" y="0"/>
                  </a:lnTo>
                  <a:lnTo>
                    <a:pt x="5073276" y="0"/>
                  </a:lnTo>
                  <a:lnTo>
                    <a:pt x="5072420" y="0"/>
                  </a:lnTo>
                  <a:lnTo>
                    <a:pt x="5071565" y="0"/>
                  </a:lnTo>
                  <a:lnTo>
                    <a:pt x="5070709" y="0"/>
                  </a:lnTo>
                  <a:lnTo>
                    <a:pt x="5069854" y="0"/>
                  </a:lnTo>
                  <a:lnTo>
                    <a:pt x="5068998" y="0"/>
                  </a:lnTo>
                  <a:lnTo>
                    <a:pt x="5068143" y="0"/>
                  </a:lnTo>
                  <a:lnTo>
                    <a:pt x="5067287" y="0"/>
                  </a:lnTo>
                  <a:lnTo>
                    <a:pt x="5066432" y="0"/>
                  </a:lnTo>
                  <a:lnTo>
                    <a:pt x="5065576" y="0"/>
                  </a:lnTo>
                  <a:lnTo>
                    <a:pt x="5064721" y="0"/>
                  </a:lnTo>
                  <a:lnTo>
                    <a:pt x="5063865" y="0"/>
                  </a:lnTo>
                  <a:lnTo>
                    <a:pt x="5063009" y="0"/>
                  </a:lnTo>
                  <a:lnTo>
                    <a:pt x="5062154" y="0"/>
                  </a:lnTo>
                  <a:lnTo>
                    <a:pt x="5061298" y="0"/>
                  </a:lnTo>
                  <a:lnTo>
                    <a:pt x="5060443" y="0"/>
                  </a:lnTo>
                  <a:lnTo>
                    <a:pt x="5059587" y="0"/>
                  </a:lnTo>
                  <a:lnTo>
                    <a:pt x="5058732" y="0"/>
                  </a:lnTo>
                  <a:lnTo>
                    <a:pt x="5057876" y="0"/>
                  </a:lnTo>
                  <a:lnTo>
                    <a:pt x="5057021" y="0"/>
                  </a:lnTo>
                  <a:lnTo>
                    <a:pt x="5056165" y="0"/>
                  </a:lnTo>
                  <a:lnTo>
                    <a:pt x="5055310" y="0"/>
                  </a:lnTo>
                  <a:lnTo>
                    <a:pt x="5054454" y="0"/>
                  </a:lnTo>
                  <a:lnTo>
                    <a:pt x="5053599" y="0"/>
                  </a:lnTo>
                  <a:lnTo>
                    <a:pt x="5052743" y="0"/>
                  </a:lnTo>
                  <a:lnTo>
                    <a:pt x="5051888" y="0"/>
                  </a:lnTo>
                  <a:lnTo>
                    <a:pt x="5051032" y="0"/>
                  </a:lnTo>
                  <a:lnTo>
                    <a:pt x="5050177" y="0"/>
                  </a:lnTo>
                  <a:lnTo>
                    <a:pt x="5049321" y="0"/>
                  </a:lnTo>
                  <a:lnTo>
                    <a:pt x="5048466" y="0"/>
                  </a:lnTo>
                  <a:lnTo>
                    <a:pt x="5047610" y="0"/>
                  </a:lnTo>
                  <a:lnTo>
                    <a:pt x="5046754" y="0"/>
                  </a:lnTo>
                  <a:lnTo>
                    <a:pt x="5045899" y="0"/>
                  </a:lnTo>
                  <a:lnTo>
                    <a:pt x="5045043" y="0"/>
                  </a:lnTo>
                  <a:lnTo>
                    <a:pt x="5044188" y="0"/>
                  </a:lnTo>
                  <a:lnTo>
                    <a:pt x="5043332" y="0"/>
                  </a:lnTo>
                  <a:lnTo>
                    <a:pt x="5042477" y="0"/>
                  </a:lnTo>
                  <a:lnTo>
                    <a:pt x="5041621" y="0"/>
                  </a:lnTo>
                  <a:lnTo>
                    <a:pt x="5040766" y="0"/>
                  </a:lnTo>
                  <a:lnTo>
                    <a:pt x="5039910" y="0"/>
                  </a:lnTo>
                  <a:lnTo>
                    <a:pt x="5039055" y="0"/>
                  </a:lnTo>
                  <a:lnTo>
                    <a:pt x="5038199" y="0"/>
                  </a:lnTo>
                  <a:lnTo>
                    <a:pt x="5037344" y="0"/>
                  </a:lnTo>
                  <a:lnTo>
                    <a:pt x="5036488" y="0"/>
                  </a:lnTo>
                  <a:lnTo>
                    <a:pt x="5035633" y="0"/>
                  </a:lnTo>
                  <a:lnTo>
                    <a:pt x="5034777" y="0"/>
                  </a:lnTo>
                  <a:lnTo>
                    <a:pt x="5033922" y="0"/>
                  </a:lnTo>
                  <a:lnTo>
                    <a:pt x="5033066" y="0"/>
                  </a:lnTo>
                  <a:lnTo>
                    <a:pt x="5032211" y="0"/>
                  </a:lnTo>
                  <a:lnTo>
                    <a:pt x="5031355" y="0"/>
                  </a:lnTo>
                  <a:lnTo>
                    <a:pt x="5030499" y="0"/>
                  </a:lnTo>
                  <a:lnTo>
                    <a:pt x="5029644" y="0"/>
                  </a:lnTo>
                  <a:lnTo>
                    <a:pt x="5028788" y="0"/>
                  </a:lnTo>
                  <a:lnTo>
                    <a:pt x="5027933" y="0"/>
                  </a:lnTo>
                  <a:lnTo>
                    <a:pt x="5027077" y="0"/>
                  </a:lnTo>
                  <a:lnTo>
                    <a:pt x="5026222" y="0"/>
                  </a:lnTo>
                  <a:lnTo>
                    <a:pt x="5025366" y="0"/>
                  </a:lnTo>
                  <a:lnTo>
                    <a:pt x="5024511" y="0"/>
                  </a:lnTo>
                  <a:lnTo>
                    <a:pt x="5023655" y="0"/>
                  </a:lnTo>
                  <a:lnTo>
                    <a:pt x="5022800" y="0"/>
                  </a:lnTo>
                  <a:lnTo>
                    <a:pt x="5021944" y="0"/>
                  </a:lnTo>
                  <a:lnTo>
                    <a:pt x="5021089" y="0"/>
                  </a:lnTo>
                  <a:lnTo>
                    <a:pt x="5020233" y="0"/>
                  </a:lnTo>
                  <a:lnTo>
                    <a:pt x="5019378" y="0"/>
                  </a:lnTo>
                  <a:lnTo>
                    <a:pt x="5018522" y="0"/>
                  </a:lnTo>
                  <a:lnTo>
                    <a:pt x="5017667" y="0"/>
                  </a:lnTo>
                  <a:lnTo>
                    <a:pt x="5016811" y="0"/>
                  </a:lnTo>
                  <a:lnTo>
                    <a:pt x="5015955" y="0"/>
                  </a:lnTo>
                  <a:lnTo>
                    <a:pt x="5015100" y="0"/>
                  </a:lnTo>
                  <a:lnTo>
                    <a:pt x="5014244" y="0"/>
                  </a:lnTo>
                  <a:lnTo>
                    <a:pt x="5013389" y="0"/>
                  </a:lnTo>
                  <a:lnTo>
                    <a:pt x="5012533" y="0"/>
                  </a:lnTo>
                  <a:lnTo>
                    <a:pt x="5011678" y="0"/>
                  </a:lnTo>
                  <a:lnTo>
                    <a:pt x="5010822" y="0"/>
                  </a:lnTo>
                  <a:lnTo>
                    <a:pt x="5009967" y="0"/>
                  </a:lnTo>
                  <a:lnTo>
                    <a:pt x="5009111" y="0"/>
                  </a:lnTo>
                  <a:lnTo>
                    <a:pt x="5008256" y="0"/>
                  </a:lnTo>
                  <a:lnTo>
                    <a:pt x="5007400" y="0"/>
                  </a:lnTo>
                  <a:lnTo>
                    <a:pt x="5006545" y="0"/>
                  </a:lnTo>
                  <a:lnTo>
                    <a:pt x="5005689" y="0"/>
                  </a:lnTo>
                  <a:lnTo>
                    <a:pt x="5004834" y="0"/>
                  </a:lnTo>
                  <a:lnTo>
                    <a:pt x="5003978" y="0"/>
                  </a:lnTo>
                  <a:lnTo>
                    <a:pt x="5003123" y="0"/>
                  </a:lnTo>
                  <a:lnTo>
                    <a:pt x="5002267" y="0"/>
                  </a:lnTo>
                  <a:lnTo>
                    <a:pt x="5001412" y="0"/>
                  </a:lnTo>
                  <a:lnTo>
                    <a:pt x="5000556" y="0"/>
                  </a:lnTo>
                  <a:lnTo>
                    <a:pt x="4999700" y="0"/>
                  </a:lnTo>
                  <a:lnTo>
                    <a:pt x="4998845" y="0"/>
                  </a:lnTo>
                  <a:lnTo>
                    <a:pt x="4997989" y="0"/>
                  </a:lnTo>
                  <a:lnTo>
                    <a:pt x="4997134" y="0"/>
                  </a:lnTo>
                  <a:lnTo>
                    <a:pt x="4996278" y="0"/>
                  </a:lnTo>
                  <a:lnTo>
                    <a:pt x="4995423" y="0"/>
                  </a:lnTo>
                  <a:lnTo>
                    <a:pt x="4994567" y="0"/>
                  </a:lnTo>
                  <a:lnTo>
                    <a:pt x="4993712" y="0"/>
                  </a:lnTo>
                  <a:lnTo>
                    <a:pt x="4992856" y="0"/>
                  </a:lnTo>
                  <a:lnTo>
                    <a:pt x="4992001" y="0"/>
                  </a:lnTo>
                  <a:lnTo>
                    <a:pt x="4991145" y="0"/>
                  </a:lnTo>
                  <a:lnTo>
                    <a:pt x="4990290" y="0"/>
                  </a:lnTo>
                  <a:lnTo>
                    <a:pt x="4989434" y="0"/>
                  </a:lnTo>
                  <a:lnTo>
                    <a:pt x="4988579" y="0"/>
                  </a:lnTo>
                  <a:lnTo>
                    <a:pt x="4987723" y="0"/>
                  </a:lnTo>
                  <a:lnTo>
                    <a:pt x="4986868" y="0"/>
                  </a:lnTo>
                  <a:lnTo>
                    <a:pt x="4986012" y="0"/>
                  </a:lnTo>
                  <a:lnTo>
                    <a:pt x="4985157" y="0"/>
                  </a:lnTo>
                  <a:lnTo>
                    <a:pt x="4984301" y="0"/>
                  </a:lnTo>
                  <a:lnTo>
                    <a:pt x="4983445" y="0"/>
                  </a:lnTo>
                  <a:lnTo>
                    <a:pt x="4982590" y="0"/>
                  </a:lnTo>
                  <a:lnTo>
                    <a:pt x="4981734" y="0"/>
                  </a:lnTo>
                  <a:lnTo>
                    <a:pt x="4980879" y="0"/>
                  </a:lnTo>
                  <a:lnTo>
                    <a:pt x="4980023" y="0"/>
                  </a:lnTo>
                  <a:lnTo>
                    <a:pt x="4979168" y="0"/>
                  </a:lnTo>
                  <a:lnTo>
                    <a:pt x="4978312" y="0"/>
                  </a:lnTo>
                  <a:lnTo>
                    <a:pt x="4977457" y="0"/>
                  </a:lnTo>
                  <a:lnTo>
                    <a:pt x="4976601" y="0"/>
                  </a:lnTo>
                  <a:lnTo>
                    <a:pt x="4975746" y="0"/>
                  </a:lnTo>
                  <a:lnTo>
                    <a:pt x="4974890" y="0"/>
                  </a:lnTo>
                  <a:lnTo>
                    <a:pt x="4974035" y="0"/>
                  </a:lnTo>
                  <a:lnTo>
                    <a:pt x="4973179" y="0"/>
                  </a:lnTo>
                  <a:lnTo>
                    <a:pt x="4972324" y="0"/>
                  </a:lnTo>
                  <a:lnTo>
                    <a:pt x="4971468" y="0"/>
                  </a:lnTo>
                  <a:lnTo>
                    <a:pt x="4970613" y="0"/>
                  </a:lnTo>
                  <a:lnTo>
                    <a:pt x="4969757" y="0"/>
                  </a:lnTo>
                  <a:lnTo>
                    <a:pt x="4968901" y="0"/>
                  </a:lnTo>
                  <a:lnTo>
                    <a:pt x="4968046" y="0"/>
                  </a:lnTo>
                  <a:lnTo>
                    <a:pt x="4967190" y="0"/>
                  </a:lnTo>
                  <a:lnTo>
                    <a:pt x="4966335" y="0"/>
                  </a:lnTo>
                  <a:lnTo>
                    <a:pt x="4965479" y="0"/>
                  </a:lnTo>
                  <a:lnTo>
                    <a:pt x="4964624" y="0"/>
                  </a:lnTo>
                  <a:lnTo>
                    <a:pt x="4963768" y="0"/>
                  </a:lnTo>
                  <a:lnTo>
                    <a:pt x="4962913" y="0"/>
                  </a:lnTo>
                  <a:lnTo>
                    <a:pt x="4962057" y="0"/>
                  </a:lnTo>
                  <a:lnTo>
                    <a:pt x="4961202" y="0"/>
                  </a:lnTo>
                  <a:lnTo>
                    <a:pt x="4960346" y="0"/>
                  </a:lnTo>
                  <a:lnTo>
                    <a:pt x="4959491" y="0"/>
                  </a:lnTo>
                  <a:lnTo>
                    <a:pt x="4958635" y="0"/>
                  </a:lnTo>
                  <a:lnTo>
                    <a:pt x="4957780" y="0"/>
                  </a:lnTo>
                  <a:lnTo>
                    <a:pt x="4956924" y="0"/>
                  </a:lnTo>
                  <a:lnTo>
                    <a:pt x="4956069" y="0"/>
                  </a:lnTo>
                  <a:lnTo>
                    <a:pt x="4955213" y="0"/>
                  </a:lnTo>
                  <a:lnTo>
                    <a:pt x="4954358" y="0"/>
                  </a:lnTo>
                  <a:lnTo>
                    <a:pt x="4953502" y="0"/>
                  </a:lnTo>
                  <a:lnTo>
                    <a:pt x="4952646" y="0"/>
                  </a:lnTo>
                  <a:lnTo>
                    <a:pt x="4951791" y="0"/>
                  </a:lnTo>
                  <a:lnTo>
                    <a:pt x="4950935" y="0"/>
                  </a:lnTo>
                  <a:lnTo>
                    <a:pt x="4950080" y="0"/>
                  </a:lnTo>
                  <a:lnTo>
                    <a:pt x="4949224" y="0"/>
                  </a:lnTo>
                  <a:lnTo>
                    <a:pt x="4948369" y="0"/>
                  </a:lnTo>
                  <a:lnTo>
                    <a:pt x="4947513" y="0"/>
                  </a:lnTo>
                  <a:lnTo>
                    <a:pt x="4946658" y="0"/>
                  </a:lnTo>
                  <a:lnTo>
                    <a:pt x="4945802" y="0"/>
                  </a:lnTo>
                  <a:lnTo>
                    <a:pt x="4944947" y="0"/>
                  </a:lnTo>
                  <a:lnTo>
                    <a:pt x="4944091" y="0"/>
                  </a:lnTo>
                  <a:lnTo>
                    <a:pt x="4943236" y="0"/>
                  </a:lnTo>
                  <a:lnTo>
                    <a:pt x="4942380" y="0"/>
                  </a:lnTo>
                  <a:lnTo>
                    <a:pt x="4941525" y="0"/>
                  </a:lnTo>
                  <a:lnTo>
                    <a:pt x="4940669" y="0"/>
                  </a:lnTo>
                  <a:lnTo>
                    <a:pt x="4939814" y="0"/>
                  </a:lnTo>
                  <a:lnTo>
                    <a:pt x="4938958" y="0"/>
                  </a:lnTo>
                  <a:lnTo>
                    <a:pt x="4938103" y="0"/>
                  </a:lnTo>
                  <a:lnTo>
                    <a:pt x="4937247" y="0"/>
                  </a:lnTo>
                  <a:lnTo>
                    <a:pt x="4936391" y="0"/>
                  </a:lnTo>
                  <a:lnTo>
                    <a:pt x="4935536" y="0"/>
                  </a:lnTo>
                  <a:lnTo>
                    <a:pt x="4934680" y="0"/>
                  </a:lnTo>
                  <a:lnTo>
                    <a:pt x="4933825" y="0"/>
                  </a:lnTo>
                  <a:lnTo>
                    <a:pt x="4932969" y="0"/>
                  </a:lnTo>
                  <a:lnTo>
                    <a:pt x="4932114" y="0"/>
                  </a:lnTo>
                  <a:lnTo>
                    <a:pt x="4931258" y="0"/>
                  </a:lnTo>
                  <a:lnTo>
                    <a:pt x="4930403" y="0"/>
                  </a:lnTo>
                  <a:lnTo>
                    <a:pt x="4929547" y="0"/>
                  </a:lnTo>
                  <a:lnTo>
                    <a:pt x="4928692" y="0"/>
                  </a:lnTo>
                  <a:lnTo>
                    <a:pt x="4927836" y="0"/>
                  </a:lnTo>
                  <a:lnTo>
                    <a:pt x="4926981" y="0"/>
                  </a:lnTo>
                  <a:lnTo>
                    <a:pt x="4926125" y="0"/>
                  </a:lnTo>
                  <a:lnTo>
                    <a:pt x="4925270" y="0"/>
                  </a:lnTo>
                  <a:lnTo>
                    <a:pt x="4924414" y="0"/>
                  </a:lnTo>
                  <a:lnTo>
                    <a:pt x="4923559" y="0"/>
                  </a:lnTo>
                  <a:lnTo>
                    <a:pt x="4922703" y="0"/>
                  </a:lnTo>
                  <a:lnTo>
                    <a:pt x="4921847" y="0"/>
                  </a:lnTo>
                  <a:lnTo>
                    <a:pt x="4920992" y="0"/>
                  </a:lnTo>
                  <a:lnTo>
                    <a:pt x="4920136" y="0"/>
                  </a:lnTo>
                  <a:lnTo>
                    <a:pt x="4919281" y="0"/>
                  </a:lnTo>
                  <a:lnTo>
                    <a:pt x="4918425" y="0"/>
                  </a:lnTo>
                  <a:lnTo>
                    <a:pt x="4917570" y="0"/>
                  </a:lnTo>
                  <a:lnTo>
                    <a:pt x="4916714" y="0"/>
                  </a:lnTo>
                  <a:lnTo>
                    <a:pt x="4915859" y="0"/>
                  </a:lnTo>
                  <a:lnTo>
                    <a:pt x="4915003" y="0"/>
                  </a:lnTo>
                  <a:lnTo>
                    <a:pt x="4914148" y="0"/>
                  </a:lnTo>
                  <a:lnTo>
                    <a:pt x="4913292" y="0"/>
                  </a:lnTo>
                  <a:lnTo>
                    <a:pt x="4912437" y="0"/>
                  </a:lnTo>
                  <a:lnTo>
                    <a:pt x="4911581" y="0"/>
                  </a:lnTo>
                  <a:lnTo>
                    <a:pt x="4910726" y="0"/>
                  </a:lnTo>
                  <a:lnTo>
                    <a:pt x="4909870" y="0"/>
                  </a:lnTo>
                  <a:lnTo>
                    <a:pt x="4909015" y="0"/>
                  </a:lnTo>
                  <a:lnTo>
                    <a:pt x="4908159" y="0"/>
                  </a:lnTo>
                  <a:lnTo>
                    <a:pt x="4907304" y="0"/>
                  </a:lnTo>
                  <a:lnTo>
                    <a:pt x="4906448" y="0"/>
                  </a:lnTo>
                  <a:lnTo>
                    <a:pt x="4905592" y="0"/>
                  </a:lnTo>
                  <a:lnTo>
                    <a:pt x="4904737" y="0"/>
                  </a:lnTo>
                  <a:lnTo>
                    <a:pt x="4903881" y="0"/>
                  </a:lnTo>
                  <a:lnTo>
                    <a:pt x="4903026" y="0"/>
                  </a:lnTo>
                  <a:lnTo>
                    <a:pt x="4902170" y="0"/>
                  </a:lnTo>
                  <a:lnTo>
                    <a:pt x="4901315" y="0"/>
                  </a:lnTo>
                  <a:lnTo>
                    <a:pt x="4900459" y="0"/>
                  </a:lnTo>
                  <a:lnTo>
                    <a:pt x="4899604" y="0"/>
                  </a:lnTo>
                  <a:lnTo>
                    <a:pt x="4898748" y="0"/>
                  </a:lnTo>
                  <a:lnTo>
                    <a:pt x="4897893" y="0"/>
                  </a:lnTo>
                  <a:lnTo>
                    <a:pt x="4897037" y="0"/>
                  </a:lnTo>
                  <a:lnTo>
                    <a:pt x="4896182" y="0"/>
                  </a:lnTo>
                  <a:lnTo>
                    <a:pt x="4895326" y="0"/>
                  </a:lnTo>
                  <a:lnTo>
                    <a:pt x="4894471" y="0"/>
                  </a:lnTo>
                  <a:lnTo>
                    <a:pt x="4893615" y="0"/>
                  </a:lnTo>
                  <a:lnTo>
                    <a:pt x="4892760" y="0"/>
                  </a:lnTo>
                  <a:lnTo>
                    <a:pt x="4891904" y="0"/>
                  </a:lnTo>
                  <a:lnTo>
                    <a:pt x="4891049" y="0"/>
                  </a:lnTo>
                  <a:lnTo>
                    <a:pt x="4890193" y="0"/>
                  </a:lnTo>
                  <a:lnTo>
                    <a:pt x="4889337" y="0"/>
                  </a:lnTo>
                  <a:lnTo>
                    <a:pt x="4888482" y="0"/>
                  </a:lnTo>
                  <a:lnTo>
                    <a:pt x="4887626" y="0"/>
                  </a:lnTo>
                  <a:lnTo>
                    <a:pt x="4886771" y="0"/>
                  </a:lnTo>
                  <a:lnTo>
                    <a:pt x="4885915" y="0"/>
                  </a:lnTo>
                  <a:lnTo>
                    <a:pt x="4885060" y="0"/>
                  </a:lnTo>
                  <a:lnTo>
                    <a:pt x="4884204" y="0"/>
                  </a:lnTo>
                  <a:lnTo>
                    <a:pt x="4883349" y="0"/>
                  </a:lnTo>
                  <a:lnTo>
                    <a:pt x="4882493" y="0"/>
                  </a:lnTo>
                  <a:lnTo>
                    <a:pt x="4881638" y="0"/>
                  </a:lnTo>
                  <a:lnTo>
                    <a:pt x="4880782" y="0"/>
                  </a:lnTo>
                  <a:lnTo>
                    <a:pt x="4879927" y="0"/>
                  </a:lnTo>
                  <a:lnTo>
                    <a:pt x="4879071" y="0"/>
                  </a:lnTo>
                  <a:lnTo>
                    <a:pt x="4878216" y="0"/>
                  </a:lnTo>
                  <a:lnTo>
                    <a:pt x="4877360" y="0"/>
                  </a:lnTo>
                  <a:lnTo>
                    <a:pt x="4876505" y="0"/>
                  </a:lnTo>
                  <a:lnTo>
                    <a:pt x="4875649" y="0"/>
                  </a:lnTo>
                  <a:lnTo>
                    <a:pt x="4874793" y="0"/>
                  </a:lnTo>
                  <a:lnTo>
                    <a:pt x="4873938" y="0"/>
                  </a:lnTo>
                  <a:lnTo>
                    <a:pt x="4873082" y="0"/>
                  </a:lnTo>
                  <a:lnTo>
                    <a:pt x="4872227" y="0"/>
                  </a:lnTo>
                  <a:lnTo>
                    <a:pt x="4871371" y="0"/>
                  </a:lnTo>
                  <a:lnTo>
                    <a:pt x="4870516" y="0"/>
                  </a:lnTo>
                  <a:lnTo>
                    <a:pt x="4869660" y="0"/>
                  </a:lnTo>
                  <a:lnTo>
                    <a:pt x="4868805" y="0"/>
                  </a:lnTo>
                  <a:lnTo>
                    <a:pt x="4867949" y="0"/>
                  </a:lnTo>
                  <a:lnTo>
                    <a:pt x="4867094" y="0"/>
                  </a:lnTo>
                  <a:lnTo>
                    <a:pt x="4866238" y="0"/>
                  </a:lnTo>
                  <a:lnTo>
                    <a:pt x="4865383" y="0"/>
                  </a:lnTo>
                  <a:lnTo>
                    <a:pt x="4864527" y="0"/>
                  </a:lnTo>
                  <a:lnTo>
                    <a:pt x="4863672" y="0"/>
                  </a:lnTo>
                  <a:lnTo>
                    <a:pt x="4862816" y="0"/>
                  </a:lnTo>
                  <a:lnTo>
                    <a:pt x="4861961" y="0"/>
                  </a:lnTo>
                  <a:lnTo>
                    <a:pt x="4861105" y="0"/>
                  </a:lnTo>
                  <a:lnTo>
                    <a:pt x="4860250" y="0"/>
                  </a:lnTo>
                  <a:lnTo>
                    <a:pt x="4859394" y="0"/>
                  </a:lnTo>
                  <a:lnTo>
                    <a:pt x="4858538" y="0"/>
                  </a:lnTo>
                  <a:lnTo>
                    <a:pt x="4857683" y="0"/>
                  </a:lnTo>
                  <a:lnTo>
                    <a:pt x="4856827" y="0"/>
                  </a:lnTo>
                  <a:lnTo>
                    <a:pt x="4855972" y="0"/>
                  </a:lnTo>
                  <a:lnTo>
                    <a:pt x="4855116" y="0"/>
                  </a:lnTo>
                  <a:lnTo>
                    <a:pt x="4854261" y="0"/>
                  </a:lnTo>
                  <a:lnTo>
                    <a:pt x="4853405" y="0"/>
                  </a:lnTo>
                  <a:lnTo>
                    <a:pt x="4852550" y="0"/>
                  </a:lnTo>
                  <a:lnTo>
                    <a:pt x="4851694" y="0"/>
                  </a:lnTo>
                  <a:lnTo>
                    <a:pt x="4850839" y="0"/>
                  </a:lnTo>
                  <a:lnTo>
                    <a:pt x="4849983" y="0"/>
                  </a:lnTo>
                  <a:lnTo>
                    <a:pt x="4849128" y="0"/>
                  </a:lnTo>
                  <a:lnTo>
                    <a:pt x="4848272" y="0"/>
                  </a:lnTo>
                  <a:lnTo>
                    <a:pt x="4847417" y="0"/>
                  </a:lnTo>
                  <a:lnTo>
                    <a:pt x="4846561" y="0"/>
                  </a:lnTo>
                  <a:lnTo>
                    <a:pt x="4845706" y="0"/>
                  </a:lnTo>
                  <a:lnTo>
                    <a:pt x="4844850" y="0"/>
                  </a:lnTo>
                  <a:lnTo>
                    <a:pt x="4843995" y="0"/>
                  </a:lnTo>
                  <a:lnTo>
                    <a:pt x="4843139" y="0"/>
                  </a:lnTo>
                  <a:lnTo>
                    <a:pt x="4842283" y="0"/>
                  </a:lnTo>
                  <a:lnTo>
                    <a:pt x="4841428" y="0"/>
                  </a:lnTo>
                  <a:lnTo>
                    <a:pt x="4840572" y="0"/>
                  </a:lnTo>
                  <a:lnTo>
                    <a:pt x="4839717" y="0"/>
                  </a:lnTo>
                  <a:lnTo>
                    <a:pt x="4838861" y="0"/>
                  </a:lnTo>
                  <a:lnTo>
                    <a:pt x="4838006" y="0"/>
                  </a:lnTo>
                  <a:lnTo>
                    <a:pt x="4837150" y="0"/>
                  </a:lnTo>
                  <a:lnTo>
                    <a:pt x="4836295" y="0"/>
                  </a:lnTo>
                  <a:lnTo>
                    <a:pt x="4835439" y="0"/>
                  </a:lnTo>
                  <a:lnTo>
                    <a:pt x="4834584" y="0"/>
                  </a:lnTo>
                  <a:lnTo>
                    <a:pt x="4833728" y="0"/>
                  </a:lnTo>
                  <a:lnTo>
                    <a:pt x="4832873" y="0"/>
                  </a:lnTo>
                  <a:lnTo>
                    <a:pt x="4832017" y="0"/>
                  </a:lnTo>
                  <a:lnTo>
                    <a:pt x="4831162" y="0"/>
                  </a:lnTo>
                  <a:lnTo>
                    <a:pt x="4830306" y="0"/>
                  </a:lnTo>
                  <a:lnTo>
                    <a:pt x="4829451" y="0"/>
                  </a:lnTo>
                  <a:lnTo>
                    <a:pt x="4828595" y="0"/>
                  </a:lnTo>
                  <a:lnTo>
                    <a:pt x="4827740" y="0"/>
                  </a:lnTo>
                  <a:lnTo>
                    <a:pt x="4826884" y="0"/>
                  </a:lnTo>
                  <a:lnTo>
                    <a:pt x="4826028" y="0"/>
                  </a:lnTo>
                  <a:lnTo>
                    <a:pt x="4825173" y="0"/>
                  </a:lnTo>
                  <a:lnTo>
                    <a:pt x="4824317" y="0"/>
                  </a:lnTo>
                  <a:lnTo>
                    <a:pt x="4823462" y="0"/>
                  </a:lnTo>
                  <a:lnTo>
                    <a:pt x="4822606" y="0"/>
                  </a:lnTo>
                  <a:lnTo>
                    <a:pt x="4821751" y="0"/>
                  </a:lnTo>
                  <a:lnTo>
                    <a:pt x="4820895" y="0"/>
                  </a:lnTo>
                  <a:lnTo>
                    <a:pt x="4820040" y="0"/>
                  </a:lnTo>
                  <a:lnTo>
                    <a:pt x="4819184" y="0"/>
                  </a:lnTo>
                  <a:lnTo>
                    <a:pt x="4818329" y="0"/>
                  </a:lnTo>
                  <a:lnTo>
                    <a:pt x="4817473" y="0"/>
                  </a:lnTo>
                  <a:lnTo>
                    <a:pt x="4816618" y="0"/>
                  </a:lnTo>
                  <a:lnTo>
                    <a:pt x="4815762" y="0"/>
                  </a:lnTo>
                  <a:lnTo>
                    <a:pt x="4814907" y="0"/>
                  </a:lnTo>
                  <a:lnTo>
                    <a:pt x="4814051" y="0"/>
                  </a:lnTo>
                  <a:lnTo>
                    <a:pt x="4813196" y="0"/>
                  </a:lnTo>
                  <a:lnTo>
                    <a:pt x="4812340" y="0"/>
                  </a:lnTo>
                  <a:lnTo>
                    <a:pt x="4811484" y="0"/>
                  </a:lnTo>
                  <a:lnTo>
                    <a:pt x="4810629" y="0"/>
                  </a:lnTo>
                  <a:lnTo>
                    <a:pt x="4809773" y="0"/>
                  </a:lnTo>
                  <a:lnTo>
                    <a:pt x="4808918" y="0"/>
                  </a:lnTo>
                  <a:lnTo>
                    <a:pt x="4808062" y="0"/>
                  </a:lnTo>
                  <a:lnTo>
                    <a:pt x="4807207" y="0"/>
                  </a:lnTo>
                  <a:lnTo>
                    <a:pt x="4806351" y="0"/>
                  </a:lnTo>
                  <a:lnTo>
                    <a:pt x="4805496" y="0"/>
                  </a:lnTo>
                  <a:lnTo>
                    <a:pt x="4804640" y="0"/>
                  </a:lnTo>
                  <a:lnTo>
                    <a:pt x="4803785" y="0"/>
                  </a:lnTo>
                  <a:lnTo>
                    <a:pt x="4802929" y="0"/>
                  </a:lnTo>
                  <a:lnTo>
                    <a:pt x="4802074" y="0"/>
                  </a:lnTo>
                  <a:lnTo>
                    <a:pt x="4801218" y="0"/>
                  </a:lnTo>
                  <a:lnTo>
                    <a:pt x="4800363" y="0"/>
                  </a:lnTo>
                  <a:lnTo>
                    <a:pt x="4799507" y="0"/>
                  </a:lnTo>
                  <a:lnTo>
                    <a:pt x="4798652" y="0"/>
                  </a:lnTo>
                  <a:lnTo>
                    <a:pt x="4797796" y="0"/>
                  </a:lnTo>
                  <a:lnTo>
                    <a:pt x="4796941" y="0"/>
                  </a:lnTo>
                  <a:lnTo>
                    <a:pt x="4796085" y="0"/>
                  </a:lnTo>
                  <a:lnTo>
                    <a:pt x="4795229" y="0"/>
                  </a:lnTo>
                  <a:lnTo>
                    <a:pt x="4794374" y="0"/>
                  </a:lnTo>
                  <a:lnTo>
                    <a:pt x="4793518" y="0"/>
                  </a:lnTo>
                  <a:lnTo>
                    <a:pt x="4792663" y="0"/>
                  </a:lnTo>
                  <a:lnTo>
                    <a:pt x="4791807" y="0"/>
                  </a:lnTo>
                  <a:lnTo>
                    <a:pt x="4790952" y="0"/>
                  </a:lnTo>
                  <a:lnTo>
                    <a:pt x="4790096" y="0"/>
                  </a:lnTo>
                  <a:lnTo>
                    <a:pt x="4789241" y="0"/>
                  </a:lnTo>
                  <a:lnTo>
                    <a:pt x="4788385" y="0"/>
                  </a:lnTo>
                  <a:lnTo>
                    <a:pt x="4787530" y="0"/>
                  </a:lnTo>
                  <a:lnTo>
                    <a:pt x="4786674" y="0"/>
                  </a:lnTo>
                  <a:lnTo>
                    <a:pt x="4785819" y="0"/>
                  </a:lnTo>
                  <a:lnTo>
                    <a:pt x="4784963" y="0"/>
                  </a:lnTo>
                  <a:lnTo>
                    <a:pt x="4784108" y="0"/>
                  </a:lnTo>
                  <a:lnTo>
                    <a:pt x="4783252" y="0"/>
                  </a:lnTo>
                  <a:lnTo>
                    <a:pt x="4782397" y="0"/>
                  </a:lnTo>
                  <a:lnTo>
                    <a:pt x="4781541" y="0"/>
                  </a:lnTo>
                  <a:lnTo>
                    <a:pt x="4780686" y="0"/>
                  </a:lnTo>
                  <a:lnTo>
                    <a:pt x="4779830" y="0"/>
                  </a:lnTo>
                  <a:lnTo>
                    <a:pt x="4778974" y="0"/>
                  </a:lnTo>
                  <a:lnTo>
                    <a:pt x="4778119" y="0"/>
                  </a:lnTo>
                  <a:lnTo>
                    <a:pt x="4777263" y="0"/>
                  </a:lnTo>
                  <a:lnTo>
                    <a:pt x="4776408" y="0"/>
                  </a:lnTo>
                  <a:lnTo>
                    <a:pt x="4775552" y="0"/>
                  </a:lnTo>
                  <a:lnTo>
                    <a:pt x="4774697" y="0"/>
                  </a:lnTo>
                  <a:lnTo>
                    <a:pt x="4773841" y="0"/>
                  </a:lnTo>
                  <a:lnTo>
                    <a:pt x="4772986" y="0"/>
                  </a:lnTo>
                  <a:lnTo>
                    <a:pt x="4772130" y="0"/>
                  </a:lnTo>
                  <a:lnTo>
                    <a:pt x="4771275" y="0"/>
                  </a:lnTo>
                  <a:lnTo>
                    <a:pt x="4770419" y="0"/>
                  </a:lnTo>
                  <a:lnTo>
                    <a:pt x="4769564" y="0"/>
                  </a:lnTo>
                  <a:lnTo>
                    <a:pt x="4768708" y="0"/>
                  </a:lnTo>
                  <a:lnTo>
                    <a:pt x="4767853" y="0"/>
                  </a:lnTo>
                  <a:lnTo>
                    <a:pt x="4766997" y="0"/>
                  </a:lnTo>
                  <a:lnTo>
                    <a:pt x="4766142" y="0"/>
                  </a:lnTo>
                  <a:lnTo>
                    <a:pt x="4765286" y="0"/>
                  </a:lnTo>
                  <a:lnTo>
                    <a:pt x="4764430" y="0"/>
                  </a:lnTo>
                  <a:lnTo>
                    <a:pt x="4763575" y="0"/>
                  </a:lnTo>
                  <a:lnTo>
                    <a:pt x="4762719" y="0"/>
                  </a:lnTo>
                  <a:lnTo>
                    <a:pt x="4761864" y="0"/>
                  </a:lnTo>
                  <a:lnTo>
                    <a:pt x="4761008" y="0"/>
                  </a:lnTo>
                  <a:lnTo>
                    <a:pt x="4760153" y="0"/>
                  </a:lnTo>
                  <a:lnTo>
                    <a:pt x="4759297" y="0"/>
                  </a:lnTo>
                  <a:lnTo>
                    <a:pt x="4758442" y="0"/>
                  </a:lnTo>
                  <a:lnTo>
                    <a:pt x="4757586" y="0"/>
                  </a:lnTo>
                  <a:lnTo>
                    <a:pt x="4756731" y="0"/>
                  </a:lnTo>
                  <a:lnTo>
                    <a:pt x="4755875" y="0"/>
                  </a:lnTo>
                  <a:lnTo>
                    <a:pt x="4755020" y="0"/>
                  </a:lnTo>
                  <a:lnTo>
                    <a:pt x="4754164" y="0"/>
                  </a:lnTo>
                  <a:lnTo>
                    <a:pt x="4753309" y="0"/>
                  </a:lnTo>
                  <a:lnTo>
                    <a:pt x="4752453" y="0"/>
                  </a:lnTo>
                  <a:lnTo>
                    <a:pt x="4751598" y="0"/>
                  </a:lnTo>
                  <a:lnTo>
                    <a:pt x="4750742" y="0"/>
                  </a:lnTo>
                  <a:lnTo>
                    <a:pt x="4749887" y="0"/>
                  </a:lnTo>
                  <a:lnTo>
                    <a:pt x="4749031" y="0"/>
                  </a:lnTo>
                  <a:lnTo>
                    <a:pt x="4748175" y="0"/>
                  </a:lnTo>
                  <a:lnTo>
                    <a:pt x="4747320" y="0"/>
                  </a:lnTo>
                  <a:lnTo>
                    <a:pt x="4746464" y="0"/>
                  </a:lnTo>
                  <a:lnTo>
                    <a:pt x="4745609" y="0"/>
                  </a:lnTo>
                  <a:lnTo>
                    <a:pt x="4744753" y="0"/>
                  </a:lnTo>
                  <a:lnTo>
                    <a:pt x="4743898" y="0"/>
                  </a:lnTo>
                  <a:lnTo>
                    <a:pt x="4743042" y="0"/>
                  </a:lnTo>
                  <a:lnTo>
                    <a:pt x="4742187" y="0"/>
                  </a:lnTo>
                  <a:lnTo>
                    <a:pt x="4741331" y="0"/>
                  </a:lnTo>
                  <a:lnTo>
                    <a:pt x="4740476" y="0"/>
                  </a:lnTo>
                  <a:lnTo>
                    <a:pt x="4739620" y="0"/>
                  </a:lnTo>
                  <a:lnTo>
                    <a:pt x="4738765" y="0"/>
                  </a:lnTo>
                  <a:lnTo>
                    <a:pt x="4737909" y="0"/>
                  </a:lnTo>
                  <a:lnTo>
                    <a:pt x="4737054" y="0"/>
                  </a:lnTo>
                  <a:lnTo>
                    <a:pt x="4736198" y="0"/>
                  </a:lnTo>
                  <a:lnTo>
                    <a:pt x="4735343" y="0"/>
                  </a:lnTo>
                  <a:lnTo>
                    <a:pt x="4734487" y="0"/>
                  </a:lnTo>
                  <a:lnTo>
                    <a:pt x="4733632" y="0"/>
                  </a:lnTo>
                  <a:lnTo>
                    <a:pt x="4732776" y="0"/>
                  </a:lnTo>
                  <a:lnTo>
                    <a:pt x="4731920" y="0"/>
                  </a:lnTo>
                  <a:lnTo>
                    <a:pt x="4731065" y="0"/>
                  </a:lnTo>
                  <a:lnTo>
                    <a:pt x="4730209" y="0"/>
                  </a:lnTo>
                  <a:lnTo>
                    <a:pt x="4729354" y="0"/>
                  </a:lnTo>
                  <a:lnTo>
                    <a:pt x="4728498" y="0"/>
                  </a:lnTo>
                  <a:lnTo>
                    <a:pt x="4727643" y="0"/>
                  </a:lnTo>
                  <a:lnTo>
                    <a:pt x="4726787" y="0"/>
                  </a:lnTo>
                  <a:lnTo>
                    <a:pt x="4725932" y="0"/>
                  </a:lnTo>
                  <a:lnTo>
                    <a:pt x="4725076" y="0"/>
                  </a:lnTo>
                  <a:lnTo>
                    <a:pt x="4724221" y="0"/>
                  </a:lnTo>
                  <a:lnTo>
                    <a:pt x="4723365" y="0"/>
                  </a:lnTo>
                  <a:lnTo>
                    <a:pt x="4722510" y="0"/>
                  </a:lnTo>
                  <a:lnTo>
                    <a:pt x="4721654" y="0"/>
                  </a:lnTo>
                  <a:lnTo>
                    <a:pt x="4720799" y="0"/>
                  </a:lnTo>
                  <a:lnTo>
                    <a:pt x="4719943" y="0"/>
                  </a:lnTo>
                  <a:lnTo>
                    <a:pt x="4719088" y="0"/>
                  </a:lnTo>
                  <a:lnTo>
                    <a:pt x="4718232" y="0"/>
                  </a:lnTo>
                  <a:lnTo>
                    <a:pt x="4717376" y="0"/>
                  </a:lnTo>
                  <a:lnTo>
                    <a:pt x="4716521" y="0"/>
                  </a:lnTo>
                  <a:lnTo>
                    <a:pt x="4715665" y="0"/>
                  </a:lnTo>
                  <a:lnTo>
                    <a:pt x="4714810" y="0"/>
                  </a:lnTo>
                  <a:lnTo>
                    <a:pt x="4713954" y="0"/>
                  </a:lnTo>
                  <a:lnTo>
                    <a:pt x="4713099" y="0"/>
                  </a:lnTo>
                  <a:lnTo>
                    <a:pt x="4712243" y="0"/>
                  </a:lnTo>
                  <a:lnTo>
                    <a:pt x="4711388" y="0"/>
                  </a:lnTo>
                  <a:lnTo>
                    <a:pt x="4710532" y="0"/>
                  </a:lnTo>
                  <a:lnTo>
                    <a:pt x="4709677" y="0"/>
                  </a:lnTo>
                  <a:lnTo>
                    <a:pt x="4708821" y="0"/>
                  </a:lnTo>
                  <a:lnTo>
                    <a:pt x="4707966" y="0"/>
                  </a:lnTo>
                  <a:lnTo>
                    <a:pt x="4707110" y="0"/>
                  </a:lnTo>
                  <a:lnTo>
                    <a:pt x="4706255" y="0"/>
                  </a:lnTo>
                  <a:lnTo>
                    <a:pt x="4705399" y="0"/>
                  </a:lnTo>
                  <a:lnTo>
                    <a:pt x="4704544" y="0"/>
                  </a:lnTo>
                  <a:lnTo>
                    <a:pt x="4703688" y="0"/>
                  </a:lnTo>
                  <a:lnTo>
                    <a:pt x="4702833" y="0"/>
                  </a:lnTo>
                  <a:lnTo>
                    <a:pt x="4701977" y="0"/>
                  </a:lnTo>
                  <a:lnTo>
                    <a:pt x="4701121" y="0"/>
                  </a:lnTo>
                  <a:lnTo>
                    <a:pt x="4700266" y="0"/>
                  </a:lnTo>
                  <a:lnTo>
                    <a:pt x="4699410" y="0"/>
                  </a:lnTo>
                  <a:lnTo>
                    <a:pt x="4698555" y="0"/>
                  </a:lnTo>
                  <a:lnTo>
                    <a:pt x="4697699" y="0"/>
                  </a:lnTo>
                  <a:lnTo>
                    <a:pt x="4696844" y="0"/>
                  </a:lnTo>
                  <a:lnTo>
                    <a:pt x="4695988" y="0"/>
                  </a:lnTo>
                  <a:lnTo>
                    <a:pt x="4695133" y="0"/>
                  </a:lnTo>
                  <a:lnTo>
                    <a:pt x="4694277" y="0"/>
                  </a:lnTo>
                  <a:lnTo>
                    <a:pt x="4693422" y="0"/>
                  </a:lnTo>
                  <a:lnTo>
                    <a:pt x="4692566" y="0"/>
                  </a:lnTo>
                  <a:lnTo>
                    <a:pt x="4691711" y="0"/>
                  </a:lnTo>
                  <a:lnTo>
                    <a:pt x="4690855" y="0"/>
                  </a:lnTo>
                  <a:lnTo>
                    <a:pt x="4690000" y="0"/>
                  </a:lnTo>
                  <a:lnTo>
                    <a:pt x="4689144" y="0"/>
                  </a:lnTo>
                  <a:lnTo>
                    <a:pt x="4688289" y="0"/>
                  </a:lnTo>
                  <a:lnTo>
                    <a:pt x="4687433" y="0"/>
                  </a:lnTo>
                  <a:lnTo>
                    <a:pt x="4686578" y="0"/>
                  </a:lnTo>
                  <a:lnTo>
                    <a:pt x="4685722" y="0"/>
                  </a:lnTo>
                  <a:lnTo>
                    <a:pt x="4684866" y="0"/>
                  </a:lnTo>
                  <a:lnTo>
                    <a:pt x="4684011" y="0"/>
                  </a:lnTo>
                  <a:lnTo>
                    <a:pt x="4683155" y="0"/>
                  </a:lnTo>
                  <a:lnTo>
                    <a:pt x="4682300" y="0"/>
                  </a:lnTo>
                  <a:lnTo>
                    <a:pt x="4681444" y="0"/>
                  </a:lnTo>
                  <a:lnTo>
                    <a:pt x="4680589" y="0"/>
                  </a:lnTo>
                  <a:lnTo>
                    <a:pt x="4679733" y="0"/>
                  </a:lnTo>
                  <a:lnTo>
                    <a:pt x="4678878" y="0"/>
                  </a:lnTo>
                  <a:lnTo>
                    <a:pt x="4678022" y="0"/>
                  </a:lnTo>
                  <a:lnTo>
                    <a:pt x="4677167" y="0"/>
                  </a:lnTo>
                  <a:lnTo>
                    <a:pt x="4676311" y="0"/>
                  </a:lnTo>
                  <a:lnTo>
                    <a:pt x="4675456" y="0"/>
                  </a:lnTo>
                  <a:lnTo>
                    <a:pt x="4674600" y="0"/>
                  </a:lnTo>
                  <a:lnTo>
                    <a:pt x="4673745" y="0"/>
                  </a:lnTo>
                  <a:lnTo>
                    <a:pt x="4672889" y="0"/>
                  </a:lnTo>
                  <a:lnTo>
                    <a:pt x="4672034" y="0"/>
                  </a:lnTo>
                  <a:lnTo>
                    <a:pt x="4671178" y="0"/>
                  </a:lnTo>
                  <a:lnTo>
                    <a:pt x="4670322" y="0"/>
                  </a:lnTo>
                  <a:lnTo>
                    <a:pt x="4669467" y="0"/>
                  </a:lnTo>
                  <a:lnTo>
                    <a:pt x="4668611" y="0"/>
                  </a:lnTo>
                  <a:lnTo>
                    <a:pt x="4667756" y="0"/>
                  </a:lnTo>
                  <a:lnTo>
                    <a:pt x="4666900" y="0"/>
                  </a:lnTo>
                  <a:lnTo>
                    <a:pt x="4666045" y="0"/>
                  </a:lnTo>
                  <a:lnTo>
                    <a:pt x="4665189" y="0"/>
                  </a:lnTo>
                  <a:lnTo>
                    <a:pt x="4664334" y="0"/>
                  </a:lnTo>
                  <a:lnTo>
                    <a:pt x="4663478" y="0"/>
                  </a:lnTo>
                  <a:lnTo>
                    <a:pt x="4662623" y="0"/>
                  </a:lnTo>
                  <a:lnTo>
                    <a:pt x="4661767" y="0"/>
                  </a:lnTo>
                  <a:lnTo>
                    <a:pt x="4660912" y="0"/>
                  </a:lnTo>
                  <a:lnTo>
                    <a:pt x="4660056" y="0"/>
                  </a:lnTo>
                  <a:lnTo>
                    <a:pt x="4659201" y="0"/>
                  </a:lnTo>
                  <a:lnTo>
                    <a:pt x="4658345" y="0"/>
                  </a:lnTo>
                  <a:lnTo>
                    <a:pt x="4657490" y="0"/>
                  </a:lnTo>
                  <a:lnTo>
                    <a:pt x="4656634" y="0"/>
                  </a:lnTo>
                  <a:lnTo>
                    <a:pt x="4655779" y="0"/>
                  </a:lnTo>
                  <a:lnTo>
                    <a:pt x="4654923" y="0"/>
                  </a:lnTo>
                  <a:lnTo>
                    <a:pt x="4654067" y="0"/>
                  </a:lnTo>
                  <a:lnTo>
                    <a:pt x="4653212" y="0"/>
                  </a:lnTo>
                  <a:lnTo>
                    <a:pt x="4652356" y="0"/>
                  </a:lnTo>
                  <a:lnTo>
                    <a:pt x="4651501" y="0"/>
                  </a:lnTo>
                  <a:lnTo>
                    <a:pt x="4650645" y="0"/>
                  </a:lnTo>
                  <a:lnTo>
                    <a:pt x="4649790" y="0"/>
                  </a:lnTo>
                  <a:lnTo>
                    <a:pt x="4648934" y="0"/>
                  </a:lnTo>
                  <a:lnTo>
                    <a:pt x="4648079" y="0"/>
                  </a:lnTo>
                  <a:lnTo>
                    <a:pt x="4647223" y="0"/>
                  </a:lnTo>
                  <a:lnTo>
                    <a:pt x="4646368" y="0"/>
                  </a:lnTo>
                  <a:lnTo>
                    <a:pt x="4645512" y="0"/>
                  </a:lnTo>
                  <a:lnTo>
                    <a:pt x="4644657" y="0"/>
                  </a:lnTo>
                  <a:lnTo>
                    <a:pt x="4643801" y="0"/>
                  </a:lnTo>
                  <a:lnTo>
                    <a:pt x="4642946" y="0"/>
                  </a:lnTo>
                  <a:lnTo>
                    <a:pt x="4642090" y="0"/>
                  </a:lnTo>
                  <a:lnTo>
                    <a:pt x="4641235" y="0"/>
                  </a:lnTo>
                  <a:lnTo>
                    <a:pt x="4640379" y="0"/>
                  </a:lnTo>
                  <a:lnTo>
                    <a:pt x="4639524" y="0"/>
                  </a:lnTo>
                  <a:lnTo>
                    <a:pt x="4638668" y="0"/>
                  </a:lnTo>
                  <a:lnTo>
                    <a:pt x="4637812" y="0"/>
                  </a:lnTo>
                  <a:lnTo>
                    <a:pt x="4636957" y="0"/>
                  </a:lnTo>
                  <a:lnTo>
                    <a:pt x="4636101" y="0"/>
                  </a:lnTo>
                  <a:lnTo>
                    <a:pt x="4635246" y="0"/>
                  </a:lnTo>
                  <a:lnTo>
                    <a:pt x="4634390" y="0"/>
                  </a:lnTo>
                  <a:lnTo>
                    <a:pt x="4633535" y="0"/>
                  </a:lnTo>
                  <a:lnTo>
                    <a:pt x="4632679" y="0"/>
                  </a:lnTo>
                  <a:lnTo>
                    <a:pt x="4631824" y="0"/>
                  </a:lnTo>
                  <a:lnTo>
                    <a:pt x="4630968" y="0"/>
                  </a:lnTo>
                  <a:lnTo>
                    <a:pt x="4630113" y="0"/>
                  </a:lnTo>
                  <a:lnTo>
                    <a:pt x="4629257" y="0"/>
                  </a:lnTo>
                  <a:lnTo>
                    <a:pt x="4628402" y="0"/>
                  </a:lnTo>
                  <a:lnTo>
                    <a:pt x="4627546" y="0"/>
                  </a:lnTo>
                  <a:lnTo>
                    <a:pt x="4626691" y="0"/>
                  </a:lnTo>
                  <a:lnTo>
                    <a:pt x="4625835" y="0"/>
                  </a:lnTo>
                  <a:lnTo>
                    <a:pt x="4624980" y="0"/>
                  </a:lnTo>
                  <a:lnTo>
                    <a:pt x="4624124" y="0"/>
                  </a:lnTo>
                  <a:lnTo>
                    <a:pt x="4623269" y="0"/>
                  </a:lnTo>
                  <a:lnTo>
                    <a:pt x="4622413" y="0"/>
                  </a:lnTo>
                  <a:lnTo>
                    <a:pt x="4621557" y="0"/>
                  </a:lnTo>
                  <a:lnTo>
                    <a:pt x="4620702" y="0"/>
                  </a:lnTo>
                  <a:lnTo>
                    <a:pt x="4619846" y="0"/>
                  </a:lnTo>
                  <a:lnTo>
                    <a:pt x="4618991" y="0"/>
                  </a:lnTo>
                  <a:lnTo>
                    <a:pt x="4618135" y="0"/>
                  </a:lnTo>
                  <a:lnTo>
                    <a:pt x="4617280" y="0"/>
                  </a:lnTo>
                  <a:lnTo>
                    <a:pt x="4616424" y="0"/>
                  </a:lnTo>
                  <a:lnTo>
                    <a:pt x="4615569" y="0"/>
                  </a:lnTo>
                  <a:lnTo>
                    <a:pt x="4614713" y="0"/>
                  </a:lnTo>
                  <a:lnTo>
                    <a:pt x="4613858" y="0"/>
                  </a:lnTo>
                  <a:lnTo>
                    <a:pt x="4613002" y="0"/>
                  </a:lnTo>
                  <a:lnTo>
                    <a:pt x="4612147" y="0"/>
                  </a:lnTo>
                  <a:lnTo>
                    <a:pt x="4611291" y="0"/>
                  </a:lnTo>
                  <a:lnTo>
                    <a:pt x="4610436" y="0"/>
                  </a:lnTo>
                  <a:lnTo>
                    <a:pt x="4609580" y="0"/>
                  </a:lnTo>
                  <a:lnTo>
                    <a:pt x="4608725" y="0"/>
                  </a:lnTo>
                  <a:lnTo>
                    <a:pt x="4607869" y="0"/>
                  </a:lnTo>
                  <a:lnTo>
                    <a:pt x="4607013" y="0"/>
                  </a:lnTo>
                  <a:lnTo>
                    <a:pt x="4606158" y="0"/>
                  </a:lnTo>
                  <a:lnTo>
                    <a:pt x="4605302" y="0"/>
                  </a:lnTo>
                  <a:lnTo>
                    <a:pt x="4604447" y="0"/>
                  </a:lnTo>
                  <a:lnTo>
                    <a:pt x="4603591" y="0"/>
                  </a:lnTo>
                  <a:lnTo>
                    <a:pt x="4602736" y="0"/>
                  </a:lnTo>
                  <a:lnTo>
                    <a:pt x="4601880" y="0"/>
                  </a:lnTo>
                  <a:lnTo>
                    <a:pt x="4601025" y="0"/>
                  </a:lnTo>
                  <a:lnTo>
                    <a:pt x="4600169" y="0"/>
                  </a:lnTo>
                  <a:lnTo>
                    <a:pt x="4599314" y="0"/>
                  </a:lnTo>
                  <a:lnTo>
                    <a:pt x="4598458" y="0"/>
                  </a:lnTo>
                  <a:lnTo>
                    <a:pt x="4597603" y="0"/>
                  </a:lnTo>
                  <a:lnTo>
                    <a:pt x="4596747" y="0"/>
                  </a:lnTo>
                  <a:lnTo>
                    <a:pt x="4595892" y="0"/>
                  </a:lnTo>
                  <a:lnTo>
                    <a:pt x="4595036" y="0"/>
                  </a:lnTo>
                  <a:lnTo>
                    <a:pt x="4594181" y="0"/>
                  </a:lnTo>
                  <a:lnTo>
                    <a:pt x="4593325" y="0"/>
                  </a:lnTo>
                  <a:lnTo>
                    <a:pt x="4592470" y="0"/>
                  </a:lnTo>
                  <a:lnTo>
                    <a:pt x="4591614" y="0"/>
                  </a:lnTo>
                  <a:lnTo>
                    <a:pt x="4590758" y="0"/>
                  </a:lnTo>
                  <a:lnTo>
                    <a:pt x="4589903" y="0"/>
                  </a:lnTo>
                  <a:lnTo>
                    <a:pt x="4589047" y="0"/>
                  </a:lnTo>
                  <a:lnTo>
                    <a:pt x="4588192" y="0"/>
                  </a:lnTo>
                  <a:lnTo>
                    <a:pt x="4587336" y="0"/>
                  </a:lnTo>
                  <a:lnTo>
                    <a:pt x="4586481" y="0"/>
                  </a:lnTo>
                  <a:lnTo>
                    <a:pt x="4585625" y="0"/>
                  </a:lnTo>
                  <a:lnTo>
                    <a:pt x="4584770" y="0"/>
                  </a:lnTo>
                  <a:lnTo>
                    <a:pt x="4583914" y="0"/>
                  </a:lnTo>
                  <a:lnTo>
                    <a:pt x="4583059" y="0"/>
                  </a:lnTo>
                  <a:lnTo>
                    <a:pt x="4582203" y="0"/>
                  </a:lnTo>
                  <a:lnTo>
                    <a:pt x="4581348" y="0"/>
                  </a:lnTo>
                  <a:lnTo>
                    <a:pt x="4580492" y="0"/>
                  </a:lnTo>
                  <a:lnTo>
                    <a:pt x="4579637" y="0"/>
                  </a:lnTo>
                  <a:lnTo>
                    <a:pt x="4578781" y="0"/>
                  </a:lnTo>
                  <a:lnTo>
                    <a:pt x="4577926" y="0"/>
                  </a:lnTo>
                  <a:lnTo>
                    <a:pt x="4577070" y="0"/>
                  </a:lnTo>
                  <a:lnTo>
                    <a:pt x="4576215" y="0"/>
                  </a:lnTo>
                  <a:lnTo>
                    <a:pt x="4575359" y="0"/>
                  </a:lnTo>
                  <a:lnTo>
                    <a:pt x="4574503" y="0"/>
                  </a:lnTo>
                  <a:lnTo>
                    <a:pt x="4573648" y="0"/>
                  </a:lnTo>
                  <a:lnTo>
                    <a:pt x="4572792" y="0"/>
                  </a:lnTo>
                  <a:lnTo>
                    <a:pt x="4571937" y="0"/>
                  </a:lnTo>
                  <a:lnTo>
                    <a:pt x="4571081" y="0"/>
                  </a:lnTo>
                  <a:lnTo>
                    <a:pt x="4570226" y="0"/>
                  </a:lnTo>
                  <a:lnTo>
                    <a:pt x="4569370" y="0"/>
                  </a:lnTo>
                  <a:lnTo>
                    <a:pt x="4568515" y="0"/>
                  </a:lnTo>
                  <a:lnTo>
                    <a:pt x="4567659" y="0"/>
                  </a:lnTo>
                  <a:lnTo>
                    <a:pt x="4566804" y="0"/>
                  </a:lnTo>
                  <a:lnTo>
                    <a:pt x="4565948" y="0"/>
                  </a:lnTo>
                  <a:lnTo>
                    <a:pt x="4565093" y="0"/>
                  </a:lnTo>
                  <a:lnTo>
                    <a:pt x="4564237" y="0"/>
                  </a:lnTo>
                  <a:lnTo>
                    <a:pt x="4563382" y="0"/>
                  </a:lnTo>
                  <a:lnTo>
                    <a:pt x="4562526" y="0"/>
                  </a:lnTo>
                  <a:lnTo>
                    <a:pt x="4561671" y="0"/>
                  </a:lnTo>
                  <a:lnTo>
                    <a:pt x="4560815" y="0"/>
                  </a:lnTo>
                  <a:lnTo>
                    <a:pt x="4559959" y="0"/>
                  </a:lnTo>
                  <a:lnTo>
                    <a:pt x="4559104" y="0"/>
                  </a:lnTo>
                  <a:lnTo>
                    <a:pt x="4558248" y="0"/>
                  </a:lnTo>
                  <a:lnTo>
                    <a:pt x="4557393" y="0"/>
                  </a:lnTo>
                  <a:lnTo>
                    <a:pt x="4556537" y="0"/>
                  </a:lnTo>
                  <a:lnTo>
                    <a:pt x="4555682" y="0"/>
                  </a:lnTo>
                  <a:lnTo>
                    <a:pt x="4554826" y="0"/>
                  </a:lnTo>
                  <a:lnTo>
                    <a:pt x="4553971" y="0"/>
                  </a:lnTo>
                  <a:lnTo>
                    <a:pt x="4553115" y="0"/>
                  </a:lnTo>
                  <a:lnTo>
                    <a:pt x="4552260" y="0"/>
                  </a:lnTo>
                  <a:lnTo>
                    <a:pt x="4551404" y="0"/>
                  </a:lnTo>
                  <a:lnTo>
                    <a:pt x="4550549" y="0"/>
                  </a:lnTo>
                  <a:lnTo>
                    <a:pt x="4549693" y="0"/>
                  </a:lnTo>
                  <a:lnTo>
                    <a:pt x="4548838" y="0"/>
                  </a:lnTo>
                  <a:lnTo>
                    <a:pt x="4547982" y="0"/>
                  </a:lnTo>
                  <a:lnTo>
                    <a:pt x="4547127" y="0"/>
                  </a:lnTo>
                  <a:lnTo>
                    <a:pt x="4546271" y="0"/>
                  </a:lnTo>
                  <a:lnTo>
                    <a:pt x="4545416" y="0"/>
                  </a:lnTo>
                  <a:lnTo>
                    <a:pt x="4544560" y="0"/>
                  </a:lnTo>
                  <a:lnTo>
                    <a:pt x="4543704" y="0"/>
                  </a:lnTo>
                  <a:lnTo>
                    <a:pt x="4542849" y="0"/>
                  </a:lnTo>
                  <a:lnTo>
                    <a:pt x="4541993" y="0"/>
                  </a:lnTo>
                  <a:lnTo>
                    <a:pt x="4541138" y="0"/>
                  </a:lnTo>
                  <a:lnTo>
                    <a:pt x="4540282" y="0"/>
                  </a:lnTo>
                  <a:lnTo>
                    <a:pt x="4539427" y="0"/>
                  </a:lnTo>
                  <a:lnTo>
                    <a:pt x="4538571" y="0"/>
                  </a:lnTo>
                  <a:lnTo>
                    <a:pt x="4537716" y="0"/>
                  </a:lnTo>
                  <a:lnTo>
                    <a:pt x="4536860" y="0"/>
                  </a:lnTo>
                  <a:lnTo>
                    <a:pt x="4536005" y="0"/>
                  </a:lnTo>
                  <a:lnTo>
                    <a:pt x="4535149" y="0"/>
                  </a:lnTo>
                  <a:lnTo>
                    <a:pt x="4534294" y="0"/>
                  </a:lnTo>
                  <a:lnTo>
                    <a:pt x="4533438" y="0"/>
                  </a:lnTo>
                  <a:lnTo>
                    <a:pt x="4532583" y="0"/>
                  </a:lnTo>
                  <a:lnTo>
                    <a:pt x="4531727" y="0"/>
                  </a:lnTo>
                  <a:lnTo>
                    <a:pt x="4530872" y="0"/>
                  </a:lnTo>
                  <a:lnTo>
                    <a:pt x="4530016" y="0"/>
                  </a:lnTo>
                  <a:lnTo>
                    <a:pt x="4529161" y="0"/>
                  </a:lnTo>
                  <a:lnTo>
                    <a:pt x="4528305" y="0"/>
                  </a:lnTo>
                  <a:lnTo>
                    <a:pt x="4527449" y="0"/>
                  </a:lnTo>
                  <a:lnTo>
                    <a:pt x="4526594" y="0"/>
                  </a:lnTo>
                  <a:lnTo>
                    <a:pt x="4525738" y="0"/>
                  </a:lnTo>
                  <a:lnTo>
                    <a:pt x="4524883" y="0"/>
                  </a:lnTo>
                  <a:lnTo>
                    <a:pt x="4524027" y="0"/>
                  </a:lnTo>
                  <a:lnTo>
                    <a:pt x="4523172" y="0"/>
                  </a:lnTo>
                  <a:lnTo>
                    <a:pt x="4522316" y="0"/>
                  </a:lnTo>
                  <a:lnTo>
                    <a:pt x="4521461" y="0"/>
                  </a:lnTo>
                  <a:lnTo>
                    <a:pt x="4520605" y="0"/>
                  </a:lnTo>
                  <a:lnTo>
                    <a:pt x="4519750" y="0"/>
                  </a:lnTo>
                  <a:lnTo>
                    <a:pt x="4518894" y="0"/>
                  </a:lnTo>
                  <a:lnTo>
                    <a:pt x="4518039" y="0"/>
                  </a:lnTo>
                  <a:lnTo>
                    <a:pt x="4517183" y="0"/>
                  </a:lnTo>
                  <a:lnTo>
                    <a:pt x="4516328" y="0"/>
                  </a:lnTo>
                  <a:lnTo>
                    <a:pt x="4515472" y="0"/>
                  </a:lnTo>
                  <a:lnTo>
                    <a:pt x="4514617" y="0"/>
                  </a:lnTo>
                  <a:lnTo>
                    <a:pt x="4513761" y="0"/>
                  </a:lnTo>
                  <a:lnTo>
                    <a:pt x="4512905" y="0"/>
                  </a:lnTo>
                  <a:lnTo>
                    <a:pt x="4512050" y="0"/>
                  </a:lnTo>
                  <a:lnTo>
                    <a:pt x="4511194" y="0"/>
                  </a:lnTo>
                  <a:lnTo>
                    <a:pt x="4510339" y="0"/>
                  </a:lnTo>
                  <a:lnTo>
                    <a:pt x="4509483" y="0"/>
                  </a:lnTo>
                  <a:lnTo>
                    <a:pt x="4508628" y="0"/>
                  </a:lnTo>
                  <a:lnTo>
                    <a:pt x="4507772" y="0"/>
                  </a:lnTo>
                  <a:lnTo>
                    <a:pt x="4506917" y="0"/>
                  </a:lnTo>
                  <a:lnTo>
                    <a:pt x="4506061" y="0"/>
                  </a:lnTo>
                  <a:lnTo>
                    <a:pt x="4505206" y="0"/>
                  </a:lnTo>
                  <a:lnTo>
                    <a:pt x="4504350" y="0"/>
                  </a:lnTo>
                  <a:lnTo>
                    <a:pt x="4503495" y="0"/>
                  </a:lnTo>
                  <a:lnTo>
                    <a:pt x="4502639" y="0"/>
                  </a:lnTo>
                  <a:lnTo>
                    <a:pt x="4501784" y="0"/>
                  </a:lnTo>
                  <a:lnTo>
                    <a:pt x="4500928" y="0"/>
                  </a:lnTo>
                  <a:lnTo>
                    <a:pt x="4500073" y="0"/>
                  </a:lnTo>
                  <a:lnTo>
                    <a:pt x="4499217" y="0"/>
                  </a:lnTo>
                  <a:lnTo>
                    <a:pt x="4498362" y="0"/>
                  </a:lnTo>
                  <a:lnTo>
                    <a:pt x="4497506" y="0"/>
                  </a:lnTo>
                  <a:lnTo>
                    <a:pt x="4496650" y="0"/>
                  </a:lnTo>
                  <a:lnTo>
                    <a:pt x="4495795" y="0"/>
                  </a:lnTo>
                  <a:lnTo>
                    <a:pt x="4494939" y="0"/>
                  </a:lnTo>
                  <a:lnTo>
                    <a:pt x="4494084" y="0"/>
                  </a:lnTo>
                  <a:lnTo>
                    <a:pt x="4493228" y="0"/>
                  </a:lnTo>
                  <a:lnTo>
                    <a:pt x="4492373" y="0"/>
                  </a:lnTo>
                  <a:lnTo>
                    <a:pt x="4491517" y="0"/>
                  </a:lnTo>
                  <a:lnTo>
                    <a:pt x="4490662" y="0"/>
                  </a:lnTo>
                  <a:lnTo>
                    <a:pt x="4489806" y="0"/>
                  </a:lnTo>
                  <a:lnTo>
                    <a:pt x="4488951" y="0"/>
                  </a:lnTo>
                  <a:lnTo>
                    <a:pt x="4488095" y="0"/>
                  </a:lnTo>
                  <a:lnTo>
                    <a:pt x="4487240" y="0"/>
                  </a:lnTo>
                  <a:lnTo>
                    <a:pt x="4486384" y="0"/>
                  </a:lnTo>
                  <a:lnTo>
                    <a:pt x="4485529" y="0"/>
                  </a:lnTo>
                  <a:lnTo>
                    <a:pt x="4484673" y="0"/>
                  </a:lnTo>
                  <a:lnTo>
                    <a:pt x="4483818" y="0"/>
                  </a:lnTo>
                  <a:lnTo>
                    <a:pt x="4482962" y="0"/>
                  </a:lnTo>
                  <a:lnTo>
                    <a:pt x="4482107" y="0"/>
                  </a:lnTo>
                  <a:lnTo>
                    <a:pt x="4481251" y="0"/>
                  </a:lnTo>
                  <a:lnTo>
                    <a:pt x="4480395" y="0"/>
                  </a:lnTo>
                  <a:lnTo>
                    <a:pt x="4479540" y="0"/>
                  </a:lnTo>
                  <a:lnTo>
                    <a:pt x="4478684" y="0"/>
                  </a:lnTo>
                  <a:lnTo>
                    <a:pt x="4477829" y="0"/>
                  </a:lnTo>
                  <a:lnTo>
                    <a:pt x="4476973" y="0"/>
                  </a:lnTo>
                  <a:lnTo>
                    <a:pt x="4476118" y="0"/>
                  </a:lnTo>
                  <a:lnTo>
                    <a:pt x="4475262" y="0"/>
                  </a:lnTo>
                  <a:lnTo>
                    <a:pt x="4474407" y="0"/>
                  </a:lnTo>
                  <a:lnTo>
                    <a:pt x="4473551" y="0"/>
                  </a:lnTo>
                  <a:lnTo>
                    <a:pt x="4472696" y="0"/>
                  </a:lnTo>
                  <a:lnTo>
                    <a:pt x="4471840" y="0"/>
                  </a:lnTo>
                  <a:lnTo>
                    <a:pt x="4470985" y="0"/>
                  </a:lnTo>
                  <a:lnTo>
                    <a:pt x="4470129" y="0"/>
                  </a:lnTo>
                  <a:lnTo>
                    <a:pt x="4469274" y="0"/>
                  </a:lnTo>
                  <a:lnTo>
                    <a:pt x="4468418" y="0"/>
                  </a:lnTo>
                  <a:lnTo>
                    <a:pt x="4467563" y="0"/>
                  </a:lnTo>
                  <a:lnTo>
                    <a:pt x="4466707" y="0"/>
                  </a:lnTo>
                  <a:lnTo>
                    <a:pt x="4465851" y="0"/>
                  </a:lnTo>
                  <a:lnTo>
                    <a:pt x="4464996" y="0"/>
                  </a:lnTo>
                  <a:lnTo>
                    <a:pt x="4464140" y="0"/>
                  </a:lnTo>
                  <a:lnTo>
                    <a:pt x="4463285" y="0"/>
                  </a:lnTo>
                  <a:lnTo>
                    <a:pt x="4462429" y="0"/>
                  </a:lnTo>
                  <a:lnTo>
                    <a:pt x="4461574" y="0"/>
                  </a:lnTo>
                  <a:lnTo>
                    <a:pt x="4460718" y="0"/>
                  </a:lnTo>
                  <a:lnTo>
                    <a:pt x="4459863" y="0"/>
                  </a:lnTo>
                  <a:lnTo>
                    <a:pt x="4459007" y="0"/>
                  </a:lnTo>
                  <a:lnTo>
                    <a:pt x="4458152" y="0"/>
                  </a:lnTo>
                  <a:lnTo>
                    <a:pt x="4457296" y="0"/>
                  </a:lnTo>
                  <a:lnTo>
                    <a:pt x="4456441" y="0"/>
                  </a:lnTo>
                  <a:lnTo>
                    <a:pt x="4455585" y="0"/>
                  </a:lnTo>
                  <a:lnTo>
                    <a:pt x="4454730" y="0"/>
                  </a:lnTo>
                  <a:lnTo>
                    <a:pt x="4453874" y="0"/>
                  </a:lnTo>
                  <a:lnTo>
                    <a:pt x="4453019" y="0"/>
                  </a:lnTo>
                  <a:lnTo>
                    <a:pt x="4452163" y="0"/>
                  </a:lnTo>
                  <a:lnTo>
                    <a:pt x="4451308" y="0"/>
                  </a:lnTo>
                  <a:lnTo>
                    <a:pt x="4450452" y="0"/>
                  </a:lnTo>
                  <a:lnTo>
                    <a:pt x="4449596" y="0"/>
                  </a:lnTo>
                  <a:lnTo>
                    <a:pt x="4448741" y="0"/>
                  </a:lnTo>
                  <a:lnTo>
                    <a:pt x="4447885" y="0"/>
                  </a:lnTo>
                  <a:lnTo>
                    <a:pt x="4447030" y="0"/>
                  </a:lnTo>
                  <a:lnTo>
                    <a:pt x="4446174" y="0"/>
                  </a:lnTo>
                  <a:lnTo>
                    <a:pt x="4445319" y="0"/>
                  </a:lnTo>
                  <a:lnTo>
                    <a:pt x="4444463" y="0"/>
                  </a:lnTo>
                  <a:lnTo>
                    <a:pt x="4443608" y="0"/>
                  </a:lnTo>
                  <a:lnTo>
                    <a:pt x="4442752" y="0"/>
                  </a:lnTo>
                  <a:lnTo>
                    <a:pt x="4441897" y="0"/>
                  </a:lnTo>
                  <a:lnTo>
                    <a:pt x="4441041" y="0"/>
                  </a:lnTo>
                  <a:lnTo>
                    <a:pt x="4440186" y="0"/>
                  </a:lnTo>
                  <a:lnTo>
                    <a:pt x="4439330" y="0"/>
                  </a:lnTo>
                  <a:lnTo>
                    <a:pt x="4438475" y="0"/>
                  </a:lnTo>
                  <a:lnTo>
                    <a:pt x="4437619" y="0"/>
                  </a:lnTo>
                  <a:lnTo>
                    <a:pt x="4436764" y="0"/>
                  </a:lnTo>
                  <a:lnTo>
                    <a:pt x="4435908" y="0"/>
                  </a:lnTo>
                  <a:lnTo>
                    <a:pt x="4435053" y="0"/>
                  </a:lnTo>
                  <a:lnTo>
                    <a:pt x="4434197" y="0"/>
                  </a:lnTo>
                  <a:lnTo>
                    <a:pt x="4433341" y="0"/>
                  </a:lnTo>
                  <a:lnTo>
                    <a:pt x="4432486" y="0"/>
                  </a:lnTo>
                  <a:lnTo>
                    <a:pt x="4431630" y="0"/>
                  </a:lnTo>
                  <a:lnTo>
                    <a:pt x="4430775" y="0"/>
                  </a:lnTo>
                  <a:lnTo>
                    <a:pt x="4429919" y="0"/>
                  </a:lnTo>
                  <a:lnTo>
                    <a:pt x="4429064" y="0"/>
                  </a:lnTo>
                  <a:lnTo>
                    <a:pt x="4428208" y="0"/>
                  </a:lnTo>
                  <a:lnTo>
                    <a:pt x="4427353" y="0"/>
                  </a:lnTo>
                  <a:lnTo>
                    <a:pt x="4426497" y="0"/>
                  </a:lnTo>
                  <a:lnTo>
                    <a:pt x="4425642" y="0"/>
                  </a:lnTo>
                  <a:lnTo>
                    <a:pt x="4424786" y="0"/>
                  </a:lnTo>
                  <a:lnTo>
                    <a:pt x="4423931" y="0"/>
                  </a:lnTo>
                  <a:lnTo>
                    <a:pt x="4423075" y="0"/>
                  </a:lnTo>
                  <a:lnTo>
                    <a:pt x="4422220" y="0"/>
                  </a:lnTo>
                  <a:lnTo>
                    <a:pt x="4421364" y="0"/>
                  </a:lnTo>
                  <a:lnTo>
                    <a:pt x="4420509" y="0"/>
                  </a:lnTo>
                  <a:lnTo>
                    <a:pt x="4419653" y="0"/>
                  </a:lnTo>
                  <a:lnTo>
                    <a:pt x="4418798" y="0"/>
                  </a:lnTo>
                  <a:lnTo>
                    <a:pt x="4417942" y="0"/>
                  </a:lnTo>
                  <a:lnTo>
                    <a:pt x="4417086" y="0"/>
                  </a:lnTo>
                  <a:lnTo>
                    <a:pt x="4416231" y="0"/>
                  </a:lnTo>
                  <a:lnTo>
                    <a:pt x="4415375" y="0"/>
                  </a:lnTo>
                  <a:lnTo>
                    <a:pt x="4414520" y="0"/>
                  </a:lnTo>
                  <a:lnTo>
                    <a:pt x="4413664" y="0"/>
                  </a:lnTo>
                  <a:lnTo>
                    <a:pt x="4412809" y="0"/>
                  </a:lnTo>
                  <a:lnTo>
                    <a:pt x="4411953" y="0"/>
                  </a:lnTo>
                  <a:lnTo>
                    <a:pt x="4411098" y="0"/>
                  </a:lnTo>
                  <a:lnTo>
                    <a:pt x="4410242" y="0"/>
                  </a:lnTo>
                  <a:lnTo>
                    <a:pt x="4409387" y="0"/>
                  </a:lnTo>
                  <a:lnTo>
                    <a:pt x="4408531" y="0"/>
                  </a:lnTo>
                  <a:lnTo>
                    <a:pt x="4407676" y="0"/>
                  </a:lnTo>
                  <a:lnTo>
                    <a:pt x="4406820" y="0"/>
                  </a:lnTo>
                  <a:lnTo>
                    <a:pt x="4405965" y="0"/>
                  </a:lnTo>
                  <a:lnTo>
                    <a:pt x="4405109" y="0"/>
                  </a:lnTo>
                  <a:lnTo>
                    <a:pt x="4404254" y="0"/>
                  </a:lnTo>
                  <a:lnTo>
                    <a:pt x="4403398" y="0"/>
                  </a:lnTo>
                  <a:lnTo>
                    <a:pt x="4402542" y="0"/>
                  </a:lnTo>
                  <a:lnTo>
                    <a:pt x="4401687" y="0"/>
                  </a:lnTo>
                  <a:lnTo>
                    <a:pt x="4400831" y="0"/>
                  </a:lnTo>
                  <a:lnTo>
                    <a:pt x="4399976" y="0"/>
                  </a:lnTo>
                  <a:lnTo>
                    <a:pt x="4399120" y="0"/>
                  </a:lnTo>
                  <a:lnTo>
                    <a:pt x="4398265" y="0"/>
                  </a:lnTo>
                  <a:lnTo>
                    <a:pt x="4397409" y="0"/>
                  </a:lnTo>
                  <a:lnTo>
                    <a:pt x="4396554" y="0"/>
                  </a:lnTo>
                  <a:lnTo>
                    <a:pt x="4395698" y="0"/>
                  </a:lnTo>
                  <a:lnTo>
                    <a:pt x="4394843" y="0"/>
                  </a:lnTo>
                  <a:lnTo>
                    <a:pt x="4393987" y="0"/>
                  </a:lnTo>
                  <a:lnTo>
                    <a:pt x="4393132" y="0"/>
                  </a:lnTo>
                  <a:lnTo>
                    <a:pt x="4392276" y="0"/>
                  </a:lnTo>
                  <a:lnTo>
                    <a:pt x="4391421" y="0"/>
                  </a:lnTo>
                  <a:lnTo>
                    <a:pt x="4390565" y="0"/>
                  </a:lnTo>
                  <a:lnTo>
                    <a:pt x="4389710" y="0"/>
                  </a:lnTo>
                  <a:lnTo>
                    <a:pt x="4388854" y="0"/>
                  </a:lnTo>
                  <a:lnTo>
                    <a:pt x="4387999" y="0"/>
                  </a:lnTo>
                  <a:lnTo>
                    <a:pt x="4387143" y="0"/>
                  </a:lnTo>
                  <a:lnTo>
                    <a:pt x="4386287" y="0"/>
                  </a:lnTo>
                  <a:lnTo>
                    <a:pt x="4385432" y="0"/>
                  </a:lnTo>
                  <a:lnTo>
                    <a:pt x="4384576" y="0"/>
                  </a:lnTo>
                  <a:lnTo>
                    <a:pt x="4383721" y="0"/>
                  </a:lnTo>
                  <a:lnTo>
                    <a:pt x="4382865" y="0"/>
                  </a:lnTo>
                  <a:lnTo>
                    <a:pt x="4382010" y="0"/>
                  </a:lnTo>
                  <a:lnTo>
                    <a:pt x="4381154" y="0"/>
                  </a:lnTo>
                  <a:lnTo>
                    <a:pt x="4380299" y="0"/>
                  </a:lnTo>
                  <a:lnTo>
                    <a:pt x="4379443" y="0"/>
                  </a:lnTo>
                  <a:lnTo>
                    <a:pt x="4378588" y="0"/>
                  </a:lnTo>
                  <a:lnTo>
                    <a:pt x="4377732" y="0"/>
                  </a:lnTo>
                  <a:lnTo>
                    <a:pt x="4376877" y="0"/>
                  </a:lnTo>
                  <a:lnTo>
                    <a:pt x="4376021" y="0"/>
                  </a:lnTo>
                  <a:lnTo>
                    <a:pt x="4375166" y="0"/>
                  </a:lnTo>
                  <a:lnTo>
                    <a:pt x="4374310" y="0"/>
                  </a:lnTo>
                  <a:lnTo>
                    <a:pt x="4373455" y="0"/>
                  </a:lnTo>
                  <a:lnTo>
                    <a:pt x="4372599" y="0"/>
                  </a:lnTo>
                  <a:lnTo>
                    <a:pt x="4371744" y="0"/>
                  </a:lnTo>
                  <a:lnTo>
                    <a:pt x="4370888" y="0"/>
                  </a:lnTo>
                  <a:lnTo>
                    <a:pt x="4370032" y="0"/>
                  </a:lnTo>
                  <a:lnTo>
                    <a:pt x="4369177" y="0"/>
                  </a:lnTo>
                  <a:lnTo>
                    <a:pt x="4368321" y="0"/>
                  </a:lnTo>
                  <a:lnTo>
                    <a:pt x="4367466" y="0"/>
                  </a:lnTo>
                  <a:lnTo>
                    <a:pt x="4366610" y="0"/>
                  </a:lnTo>
                  <a:lnTo>
                    <a:pt x="4365755" y="0"/>
                  </a:lnTo>
                  <a:lnTo>
                    <a:pt x="4364899" y="0"/>
                  </a:lnTo>
                  <a:lnTo>
                    <a:pt x="4364044" y="0"/>
                  </a:lnTo>
                  <a:lnTo>
                    <a:pt x="4363188" y="0"/>
                  </a:lnTo>
                  <a:lnTo>
                    <a:pt x="4362333" y="0"/>
                  </a:lnTo>
                  <a:lnTo>
                    <a:pt x="4361477" y="0"/>
                  </a:lnTo>
                  <a:lnTo>
                    <a:pt x="4360622" y="0"/>
                  </a:lnTo>
                  <a:lnTo>
                    <a:pt x="4359766" y="0"/>
                  </a:lnTo>
                  <a:lnTo>
                    <a:pt x="4358911" y="0"/>
                  </a:lnTo>
                  <a:lnTo>
                    <a:pt x="4358055" y="0"/>
                  </a:lnTo>
                  <a:lnTo>
                    <a:pt x="4357200" y="0"/>
                  </a:lnTo>
                  <a:lnTo>
                    <a:pt x="4356344" y="0"/>
                  </a:lnTo>
                  <a:lnTo>
                    <a:pt x="4355488" y="0"/>
                  </a:lnTo>
                  <a:lnTo>
                    <a:pt x="4354633" y="0"/>
                  </a:lnTo>
                  <a:lnTo>
                    <a:pt x="4353777" y="0"/>
                  </a:lnTo>
                  <a:lnTo>
                    <a:pt x="4352922" y="0"/>
                  </a:lnTo>
                  <a:lnTo>
                    <a:pt x="4352066" y="0"/>
                  </a:lnTo>
                  <a:lnTo>
                    <a:pt x="4351211" y="0"/>
                  </a:lnTo>
                  <a:lnTo>
                    <a:pt x="4350355" y="0"/>
                  </a:lnTo>
                  <a:lnTo>
                    <a:pt x="4349500" y="0"/>
                  </a:lnTo>
                  <a:lnTo>
                    <a:pt x="4348644" y="0"/>
                  </a:lnTo>
                  <a:lnTo>
                    <a:pt x="4347789" y="0"/>
                  </a:lnTo>
                  <a:lnTo>
                    <a:pt x="4346933" y="0"/>
                  </a:lnTo>
                  <a:lnTo>
                    <a:pt x="4346078" y="0"/>
                  </a:lnTo>
                  <a:lnTo>
                    <a:pt x="4345222" y="0"/>
                  </a:lnTo>
                  <a:lnTo>
                    <a:pt x="4344367" y="0"/>
                  </a:lnTo>
                  <a:lnTo>
                    <a:pt x="4343511" y="0"/>
                  </a:lnTo>
                  <a:lnTo>
                    <a:pt x="4342656" y="0"/>
                  </a:lnTo>
                  <a:lnTo>
                    <a:pt x="4341800" y="0"/>
                  </a:lnTo>
                  <a:lnTo>
                    <a:pt x="4340945" y="0"/>
                  </a:lnTo>
                  <a:lnTo>
                    <a:pt x="4340089" y="0"/>
                  </a:lnTo>
                  <a:lnTo>
                    <a:pt x="4339233" y="0"/>
                  </a:lnTo>
                  <a:lnTo>
                    <a:pt x="4338378" y="0"/>
                  </a:lnTo>
                  <a:lnTo>
                    <a:pt x="4337522" y="0"/>
                  </a:lnTo>
                  <a:lnTo>
                    <a:pt x="4336667" y="0"/>
                  </a:lnTo>
                  <a:lnTo>
                    <a:pt x="4335811" y="0"/>
                  </a:lnTo>
                  <a:lnTo>
                    <a:pt x="4334956" y="0"/>
                  </a:lnTo>
                  <a:lnTo>
                    <a:pt x="4334100" y="0"/>
                  </a:lnTo>
                  <a:lnTo>
                    <a:pt x="4333245" y="0"/>
                  </a:lnTo>
                  <a:lnTo>
                    <a:pt x="4332389" y="0"/>
                  </a:lnTo>
                  <a:lnTo>
                    <a:pt x="4331534" y="0"/>
                  </a:lnTo>
                  <a:lnTo>
                    <a:pt x="4330678" y="0"/>
                  </a:lnTo>
                  <a:lnTo>
                    <a:pt x="4329823" y="0"/>
                  </a:lnTo>
                  <a:lnTo>
                    <a:pt x="4328967" y="0"/>
                  </a:lnTo>
                  <a:lnTo>
                    <a:pt x="4328112" y="0"/>
                  </a:lnTo>
                  <a:lnTo>
                    <a:pt x="4327256" y="0"/>
                  </a:lnTo>
                  <a:lnTo>
                    <a:pt x="4326401" y="0"/>
                  </a:lnTo>
                  <a:lnTo>
                    <a:pt x="4325545" y="0"/>
                  </a:lnTo>
                  <a:lnTo>
                    <a:pt x="4324690" y="0"/>
                  </a:lnTo>
                  <a:lnTo>
                    <a:pt x="4323834" y="0"/>
                  </a:lnTo>
                  <a:lnTo>
                    <a:pt x="4322978" y="0"/>
                  </a:lnTo>
                  <a:lnTo>
                    <a:pt x="4322123" y="0"/>
                  </a:lnTo>
                  <a:lnTo>
                    <a:pt x="4321267" y="0"/>
                  </a:lnTo>
                  <a:lnTo>
                    <a:pt x="4320412" y="0"/>
                  </a:lnTo>
                  <a:lnTo>
                    <a:pt x="4319556" y="0"/>
                  </a:lnTo>
                  <a:lnTo>
                    <a:pt x="4318701" y="0"/>
                  </a:lnTo>
                  <a:lnTo>
                    <a:pt x="4317845" y="0"/>
                  </a:lnTo>
                  <a:lnTo>
                    <a:pt x="4316990" y="0"/>
                  </a:lnTo>
                  <a:lnTo>
                    <a:pt x="4316134" y="0"/>
                  </a:lnTo>
                  <a:lnTo>
                    <a:pt x="4315279" y="0"/>
                  </a:lnTo>
                  <a:lnTo>
                    <a:pt x="4314423" y="0"/>
                  </a:lnTo>
                  <a:lnTo>
                    <a:pt x="4313568" y="0"/>
                  </a:lnTo>
                  <a:lnTo>
                    <a:pt x="4312712" y="0"/>
                  </a:lnTo>
                  <a:lnTo>
                    <a:pt x="4311857" y="0"/>
                  </a:lnTo>
                  <a:lnTo>
                    <a:pt x="4311001" y="0"/>
                  </a:lnTo>
                  <a:lnTo>
                    <a:pt x="4310146" y="0"/>
                  </a:lnTo>
                  <a:lnTo>
                    <a:pt x="4309290" y="0"/>
                  </a:lnTo>
                  <a:lnTo>
                    <a:pt x="4308434" y="0"/>
                  </a:lnTo>
                  <a:lnTo>
                    <a:pt x="4307579" y="0"/>
                  </a:lnTo>
                  <a:lnTo>
                    <a:pt x="4306723" y="0"/>
                  </a:lnTo>
                  <a:lnTo>
                    <a:pt x="4305868" y="0"/>
                  </a:lnTo>
                  <a:lnTo>
                    <a:pt x="4305012" y="0"/>
                  </a:lnTo>
                  <a:lnTo>
                    <a:pt x="4304157" y="0"/>
                  </a:lnTo>
                  <a:lnTo>
                    <a:pt x="4303301" y="0"/>
                  </a:lnTo>
                  <a:lnTo>
                    <a:pt x="4302446" y="0"/>
                  </a:lnTo>
                  <a:lnTo>
                    <a:pt x="4301590" y="0"/>
                  </a:lnTo>
                  <a:lnTo>
                    <a:pt x="4300735" y="0"/>
                  </a:lnTo>
                  <a:lnTo>
                    <a:pt x="4299879" y="0"/>
                  </a:lnTo>
                  <a:lnTo>
                    <a:pt x="4299024" y="0"/>
                  </a:lnTo>
                  <a:lnTo>
                    <a:pt x="4298168" y="0"/>
                  </a:lnTo>
                  <a:lnTo>
                    <a:pt x="4297313" y="0"/>
                  </a:lnTo>
                  <a:lnTo>
                    <a:pt x="4296457" y="0"/>
                  </a:lnTo>
                  <a:lnTo>
                    <a:pt x="4295602" y="0"/>
                  </a:lnTo>
                  <a:lnTo>
                    <a:pt x="4294746" y="0"/>
                  </a:lnTo>
                  <a:lnTo>
                    <a:pt x="4293891" y="0"/>
                  </a:lnTo>
                  <a:lnTo>
                    <a:pt x="4293035" y="0"/>
                  </a:lnTo>
                  <a:lnTo>
                    <a:pt x="4292179" y="0"/>
                  </a:lnTo>
                  <a:lnTo>
                    <a:pt x="4291324" y="0"/>
                  </a:lnTo>
                  <a:lnTo>
                    <a:pt x="4290468" y="0"/>
                  </a:lnTo>
                  <a:lnTo>
                    <a:pt x="4289613" y="0"/>
                  </a:lnTo>
                  <a:lnTo>
                    <a:pt x="4288757" y="0"/>
                  </a:lnTo>
                  <a:lnTo>
                    <a:pt x="4287902" y="0"/>
                  </a:lnTo>
                  <a:lnTo>
                    <a:pt x="4287046" y="0"/>
                  </a:lnTo>
                  <a:lnTo>
                    <a:pt x="4286191" y="0"/>
                  </a:lnTo>
                  <a:lnTo>
                    <a:pt x="4285335" y="0"/>
                  </a:lnTo>
                  <a:lnTo>
                    <a:pt x="4284480" y="0"/>
                  </a:lnTo>
                  <a:lnTo>
                    <a:pt x="4283624" y="0"/>
                  </a:lnTo>
                  <a:lnTo>
                    <a:pt x="4282769" y="0"/>
                  </a:lnTo>
                  <a:lnTo>
                    <a:pt x="4281913" y="0"/>
                  </a:lnTo>
                  <a:lnTo>
                    <a:pt x="4281058" y="0"/>
                  </a:lnTo>
                  <a:lnTo>
                    <a:pt x="4280202" y="0"/>
                  </a:lnTo>
                  <a:lnTo>
                    <a:pt x="4279347" y="0"/>
                  </a:lnTo>
                  <a:lnTo>
                    <a:pt x="4278491" y="0"/>
                  </a:lnTo>
                  <a:lnTo>
                    <a:pt x="4277636" y="0"/>
                  </a:lnTo>
                  <a:lnTo>
                    <a:pt x="4276780" y="0"/>
                  </a:lnTo>
                  <a:lnTo>
                    <a:pt x="4275924" y="0"/>
                  </a:lnTo>
                  <a:lnTo>
                    <a:pt x="4275069" y="0"/>
                  </a:lnTo>
                  <a:lnTo>
                    <a:pt x="4274213" y="0"/>
                  </a:lnTo>
                  <a:lnTo>
                    <a:pt x="4273358" y="0"/>
                  </a:lnTo>
                  <a:lnTo>
                    <a:pt x="4272502" y="0"/>
                  </a:lnTo>
                  <a:lnTo>
                    <a:pt x="4271647" y="0"/>
                  </a:lnTo>
                  <a:lnTo>
                    <a:pt x="4270791" y="0"/>
                  </a:lnTo>
                  <a:lnTo>
                    <a:pt x="4269936" y="0"/>
                  </a:lnTo>
                  <a:lnTo>
                    <a:pt x="4269080" y="0"/>
                  </a:lnTo>
                  <a:lnTo>
                    <a:pt x="4268225" y="0"/>
                  </a:lnTo>
                  <a:lnTo>
                    <a:pt x="4267369" y="0"/>
                  </a:lnTo>
                  <a:lnTo>
                    <a:pt x="4266514" y="0"/>
                  </a:lnTo>
                  <a:lnTo>
                    <a:pt x="4265658" y="0"/>
                  </a:lnTo>
                  <a:lnTo>
                    <a:pt x="4264803" y="0"/>
                  </a:lnTo>
                  <a:lnTo>
                    <a:pt x="4263947" y="0"/>
                  </a:lnTo>
                  <a:lnTo>
                    <a:pt x="4263092" y="0"/>
                  </a:lnTo>
                  <a:lnTo>
                    <a:pt x="4262236" y="0"/>
                  </a:lnTo>
                  <a:lnTo>
                    <a:pt x="4261380" y="0"/>
                  </a:lnTo>
                  <a:lnTo>
                    <a:pt x="4260525" y="0"/>
                  </a:lnTo>
                  <a:lnTo>
                    <a:pt x="4259669" y="0"/>
                  </a:lnTo>
                  <a:lnTo>
                    <a:pt x="4258814" y="0"/>
                  </a:lnTo>
                  <a:lnTo>
                    <a:pt x="4257958" y="0"/>
                  </a:lnTo>
                  <a:lnTo>
                    <a:pt x="4257103" y="0"/>
                  </a:lnTo>
                  <a:lnTo>
                    <a:pt x="4256247" y="0"/>
                  </a:lnTo>
                  <a:lnTo>
                    <a:pt x="4255392" y="0"/>
                  </a:lnTo>
                  <a:lnTo>
                    <a:pt x="4254536" y="0"/>
                  </a:lnTo>
                  <a:lnTo>
                    <a:pt x="4253681" y="0"/>
                  </a:lnTo>
                  <a:lnTo>
                    <a:pt x="4252825" y="0"/>
                  </a:lnTo>
                  <a:lnTo>
                    <a:pt x="4251970" y="0"/>
                  </a:lnTo>
                  <a:lnTo>
                    <a:pt x="4251114" y="0"/>
                  </a:lnTo>
                  <a:lnTo>
                    <a:pt x="4250259" y="0"/>
                  </a:lnTo>
                  <a:lnTo>
                    <a:pt x="4249403" y="0"/>
                  </a:lnTo>
                  <a:lnTo>
                    <a:pt x="4248548" y="0"/>
                  </a:lnTo>
                  <a:lnTo>
                    <a:pt x="4247692" y="0"/>
                  </a:lnTo>
                  <a:lnTo>
                    <a:pt x="4246837" y="0"/>
                  </a:lnTo>
                  <a:lnTo>
                    <a:pt x="4245981" y="0"/>
                  </a:lnTo>
                  <a:lnTo>
                    <a:pt x="4245125" y="0"/>
                  </a:lnTo>
                  <a:lnTo>
                    <a:pt x="4244270" y="0"/>
                  </a:lnTo>
                  <a:lnTo>
                    <a:pt x="4243414" y="0"/>
                  </a:lnTo>
                  <a:lnTo>
                    <a:pt x="4242559" y="0"/>
                  </a:lnTo>
                  <a:lnTo>
                    <a:pt x="4241703" y="0"/>
                  </a:lnTo>
                  <a:lnTo>
                    <a:pt x="4240848" y="0"/>
                  </a:lnTo>
                  <a:lnTo>
                    <a:pt x="4239992" y="0"/>
                  </a:lnTo>
                  <a:lnTo>
                    <a:pt x="4239137" y="0"/>
                  </a:lnTo>
                  <a:lnTo>
                    <a:pt x="4238281" y="0"/>
                  </a:lnTo>
                  <a:lnTo>
                    <a:pt x="4237426" y="0"/>
                  </a:lnTo>
                  <a:lnTo>
                    <a:pt x="4236570" y="0"/>
                  </a:lnTo>
                  <a:lnTo>
                    <a:pt x="4235715" y="0"/>
                  </a:lnTo>
                  <a:lnTo>
                    <a:pt x="4234859" y="0"/>
                  </a:lnTo>
                  <a:lnTo>
                    <a:pt x="4234004" y="0"/>
                  </a:lnTo>
                  <a:lnTo>
                    <a:pt x="4233148" y="0"/>
                  </a:lnTo>
                  <a:lnTo>
                    <a:pt x="4232293" y="0"/>
                  </a:lnTo>
                  <a:lnTo>
                    <a:pt x="4231437" y="0"/>
                  </a:lnTo>
                  <a:lnTo>
                    <a:pt x="4230582" y="0"/>
                  </a:lnTo>
                  <a:lnTo>
                    <a:pt x="4229726" y="0"/>
                  </a:lnTo>
                  <a:lnTo>
                    <a:pt x="4228870" y="0"/>
                  </a:lnTo>
                  <a:lnTo>
                    <a:pt x="4228015" y="0"/>
                  </a:lnTo>
                  <a:lnTo>
                    <a:pt x="4227159" y="0"/>
                  </a:lnTo>
                  <a:lnTo>
                    <a:pt x="4226304" y="0"/>
                  </a:lnTo>
                  <a:lnTo>
                    <a:pt x="4225448" y="0"/>
                  </a:lnTo>
                  <a:lnTo>
                    <a:pt x="4224593" y="0"/>
                  </a:lnTo>
                  <a:lnTo>
                    <a:pt x="4223737" y="0"/>
                  </a:lnTo>
                  <a:lnTo>
                    <a:pt x="4222882" y="0"/>
                  </a:lnTo>
                  <a:lnTo>
                    <a:pt x="4222026" y="0"/>
                  </a:lnTo>
                  <a:lnTo>
                    <a:pt x="4221171" y="0"/>
                  </a:lnTo>
                  <a:lnTo>
                    <a:pt x="4220315" y="0"/>
                  </a:lnTo>
                  <a:lnTo>
                    <a:pt x="4219460" y="0"/>
                  </a:lnTo>
                  <a:lnTo>
                    <a:pt x="4218604" y="0"/>
                  </a:lnTo>
                  <a:lnTo>
                    <a:pt x="4217749" y="0"/>
                  </a:lnTo>
                  <a:lnTo>
                    <a:pt x="4216893" y="0"/>
                  </a:lnTo>
                  <a:lnTo>
                    <a:pt x="4216038" y="0"/>
                  </a:lnTo>
                  <a:lnTo>
                    <a:pt x="4215182" y="0"/>
                  </a:lnTo>
                  <a:lnTo>
                    <a:pt x="4214326" y="0"/>
                  </a:lnTo>
                  <a:lnTo>
                    <a:pt x="4213471" y="0"/>
                  </a:lnTo>
                  <a:lnTo>
                    <a:pt x="4212615" y="0"/>
                  </a:lnTo>
                  <a:lnTo>
                    <a:pt x="4211760" y="0"/>
                  </a:lnTo>
                  <a:lnTo>
                    <a:pt x="4210904" y="0"/>
                  </a:lnTo>
                  <a:lnTo>
                    <a:pt x="4210049" y="0"/>
                  </a:lnTo>
                  <a:lnTo>
                    <a:pt x="4209193" y="0"/>
                  </a:lnTo>
                  <a:lnTo>
                    <a:pt x="4208338" y="0"/>
                  </a:lnTo>
                  <a:lnTo>
                    <a:pt x="4207482" y="0"/>
                  </a:lnTo>
                  <a:lnTo>
                    <a:pt x="4206627" y="0"/>
                  </a:lnTo>
                  <a:lnTo>
                    <a:pt x="4205771" y="0"/>
                  </a:lnTo>
                  <a:lnTo>
                    <a:pt x="4204916" y="0"/>
                  </a:lnTo>
                  <a:lnTo>
                    <a:pt x="4204060" y="0"/>
                  </a:lnTo>
                  <a:lnTo>
                    <a:pt x="4203205" y="0"/>
                  </a:lnTo>
                  <a:lnTo>
                    <a:pt x="4202349" y="0"/>
                  </a:lnTo>
                  <a:lnTo>
                    <a:pt x="4201494" y="0"/>
                  </a:lnTo>
                  <a:lnTo>
                    <a:pt x="4200638" y="0"/>
                  </a:lnTo>
                  <a:lnTo>
                    <a:pt x="4199783" y="0"/>
                  </a:lnTo>
                  <a:lnTo>
                    <a:pt x="4198927" y="0"/>
                  </a:lnTo>
                  <a:lnTo>
                    <a:pt x="4198071" y="0"/>
                  </a:lnTo>
                  <a:lnTo>
                    <a:pt x="4197216" y="0"/>
                  </a:lnTo>
                  <a:lnTo>
                    <a:pt x="4196360" y="0"/>
                  </a:lnTo>
                  <a:lnTo>
                    <a:pt x="4195505" y="0"/>
                  </a:lnTo>
                  <a:lnTo>
                    <a:pt x="4194649" y="0"/>
                  </a:lnTo>
                  <a:lnTo>
                    <a:pt x="4193794" y="0"/>
                  </a:lnTo>
                  <a:lnTo>
                    <a:pt x="4192938" y="0"/>
                  </a:lnTo>
                  <a:lnTo>
                    <a:pt x="4192083" y="0"/>
                  </a:lnTo>
                  <a:lnTo>
                    <a:pt x="4191227" y="0"/>
                  </a:lnTo>
                  <a:lnTo>
                    <a:pt x="4190372" y="0"/>
                  </a:lnTo>
                  <a:lnTo>
                    <a:pt x="4189516" y="0"/>
                  </a:lnTo>
                  <a:lnTo>
                    <a:pt x="4188661" y="0"/>
                  </a:lnTo>
                  <a:lnTo>
                    <a:pt x="4187805" y="0"/>
                  </a:lnTo>
                  <a:lnTo>
                    <a:pt x="4186950" y="0"/>
                  </a:lnTo>
                  <a:lnTo>
                    <a:pt x="4186094" y="0"/>
                  </a:lnTo>
                  <a:lnTo>
                    <a:pt x="4185239" y="0"/>
                  </a:lnTo>
                  <a:lnTo>
                    <a:pt x="4184383" y="0"/>
                  </a:lnTo>
                  <a:lnTo>
                    <a:pt x="4183528" y="0"/>
                  </a:lnTo>
                  <a:lnTo>
                    <a:pt x="4182672" y="0"/>
                  </a:lnTo>
                  <a:lnTo>
                    <a:pt x="4181816" y="0"/>
                  </a:lnTo>
                  <a:lnTo>
                    <a:pt x="4180961" y="0"/>
                  </a:lnTo>
                  <a:lnTo>
                    <a:pt x="4180105" y="0"/>
                  </a:lnTo>
                  <a:lnTo>
                    <a:pt x="4179250" y="0"/>
                  </a:lnTo>
                  <a:lnTo>
                    <a:pt x="4178394" y="0"/>
                  </a:lnTo>
                  <a:lnTo>
                    <a:pt x="4177539" y="0"/>
                  </a:lnTo>
                  <a:lnTo>
                    <a:pt x="4176683" y="0"/>
                  </a:lnTo>
                  <a:lnTo>
                    <a:pt x="4175828" y="0"/>
                  </a:lnTo>
                  <a:lnTo>
                    <a:pt x="4174972" y="0"/>
                  </a:lnTo>
                  <a:lnTo>
                    <a:pt x="4174117" y="0"/>
                  </a:lnTo>
                  <a:lnTo>
                    <a:pt x="4173261" y="0"/>
                  </a:lnTo>
                  <a:lnTo>
                    <a:pt x="4172406" y="0"/>
                  </a:lnTo>
                  <a:lnTo>
                    <a:pt x="4171550" y="0"/>
                  </a:lnTo>
                  <a:lnTo>
                    <a:pt x="4170695" y="0"/>
                  </a:lnTo>
                  <a:lnTo>
                    <a:pt x="4169839" y="0"/>
                  </a:lnTo>
                  <a:lnTo>
                    <a:pt x="4168984" y="0"/>
                  </a:lnTo>
                  <a:lnTo>
                    <a:pt x="4168128" y="0"/>
                  </a:lnTo>
                  <a:lnTo>
                    <a:pt x="4167273" y="0"/>
                  </a:lnTo>
                  <a:lnTo>
                    <a:pt x="4166417" y="0"/>
                  </a:lnTo>
                  <a:lnTo>
                    <a:pt x="4165561" y="0"/>
                  </a:lnTo>
                  <a:lnTo>
                    <a:pt x="4164706" y="0"/>
                  </a:lnTo>
                  <a:lnTo>
                    <a:pt x="4163850" y="0"/>
                  </a:lnTo>
                  <a:lnTo>
                    <a:pt x="4162995" y="0"/>
                  </a:lnTo>
                  <a:lnTo>
                    <a:pt x="4162139" y="0"/>
                  </a:lnTo>
                  <a:lnTo>
                    <a:pt x="4161284" y="0"/>
                  </a:lnTo>
                  <a:lnTo>
                    <a:pt x="4160428" y="0"/>
                  </a:lnTo>
                  <a:lnTo>
                    <a:pt x="4159573" y="0"/>
                  </a:lnTo>
                  <a:lnTo>
                    <a:pt x="4158717" y="0"/>
                  </a:lnTo>
                  <a:lnTo>
                    <a:pt x="4157862" y="0"/>
                  </a:lnTo>
                  <a:lnTo>
                    <a:pt x="4157006" y="0"/>
                  </a:lnTo>
                  <a:lnTo>
                    <a:pt x="4156151" y="0"/>
                  </a:lnTo>
                  <a:lnTo>
                    <a:pt x="4155295" y="0"/>
                  </a:lnTo>
                  <a:lnTo>
                    <a:pt x="4154440" y="0"/>
                  </a:lnTo>
                  <a:lnTo>
                    <a:pt x="4153584" y="0"/>
                  </a:lnTo>
                  <a:lnTo>
                    <a:pt x="4152729" y="0"/>
                  </a:lnTo>
                  <a:lnTo>
                    <a:pt x="4151873" y="0"/>
                  </a:lnTo>
                  <a:lnTo>
                    <a:pt x="4151017" y="0"/>
                  </a:lnTo>
                  <a:lnTo>
                    <a:pt x="4150162" y="0"/>
                  </a:lnTo>
                  <a:lnTo>
                    <a:pt x="4149306" y="0"/>
                  </a:lnTo>
                  <a:lnTo>
                    <a:pt x="4148451" y="0"/>
                  </a:lnTo>
                  <a:lnTo>
                    <a:pt x="4147595" y="0"/>
                  </a:lnTo>
                  <a:lnTo>
                    <a:pt x="4146740" y="0"/>
                  </a:lnTo>
                  <a:lnTo>
                    <a:pt x="4145884" y="0"/>
                  </a:lnTo>
                  <a:lnTo>
                    <a:pt x="4145029" y="0"/>
                  </a:lnTo>
                  <a:lnTo>
                    <a:pt x="4144173" y="0"/>
                  </a:lnTo>
                  <a:lnTo>
                    <a:pt x="4143318" y="0"/>
                  </a:lnTo>
                  <a:lnTo>
                    <a:pt x="4142462" y="0"/>
                  </a:lnTo>
                  <a:lnTo>
                    <a:pt x="4141607" y="0"/>
                  </a:lnTo>
                  <a:lnTo>
                    <a:pt x="4140751" y="0"/>
                  </a:lnTo>
                  <a:lnTo>
                    <a:pt x="4139896" y="0"/>
                  </a:lnTo>
                  <a:lnTo>
                    <a:pt x="4139040" y="0"/>
                  </a:lnTo>
                  <a:lnTo>
                    <a:pt x="4138185" y="0"/>
                  </a:lnTo>
                  <a:lnTo>
                    <a:pt x="4137329" y="0"/>
                  </a:lnTo>
                  <a:lnTo>
                    <a:pt x="4136474" y="0"/>
                  </a:lnTo>
                  <a:lnTo>
                    <a:pt x="4135618" y="0"/>
                  </a:lnTo>
                  <a:lnTo>
                    <a:pt x="4134762" y="0"/>
                  </a:lnTo>
                  <a:lnTo>
                    <a:pt x="4133907" y="0"/>
                  </a:lnTo>
                  <a:lnTo>
                    <a:pt x="4133051" y="0"/>
                  </a:lnTo>
                  <a:lnTo>
                    <a:pt x="4132196" y="0"/>
                  </a:lnTo>
                  <a:lnTo>
                    <a:pt x="4131340" y="0"/>
                  </a:lnTo>
                  <a:lnTo>
                    <a:pt x="4130485" y="0"/>
                  </a:lnTo>
                  <a:lnTo>
                    <a:pt x="4129629" y="0"/>
                  </a:lnTo>
                  <a:lnTo>
                    <a:pt x="4128774" y="0"/>
                  </a:lnTo>
                  <a:lnTo>
                    <a:pt x="4127918" y="0"/>
                  </a:lnTo>
                  <a:lnTo>
                    <a:pt x="4127063" y="0"/>
                  </a:lnTo>
                  <a:lnTo>
                    <a:pt x="4126207" y="0"/>
                  </a:lnTo>
                  <a:lnTo>
                    <a:pt x="4125352" y="0"/>
                  </a:lnTo>
                  <a:lnTo>
                    <a:pt x="4124496" y="0"/>
                  </a:lnTo>
                  <a:lnTo>
                    <a:pt x="4123641" y="0"/>
                  </a:lnTo>
                  <a:lnTo>
                    <a:pt x="4122785" y="0"/>
                  </a:lnTo>
                  <a:lnTo>
                    <a:pt x="4121930" y="0"/>
                  </a:lnTo>
                  <a:lnTo>
                    <a:pt x="4121074" y="0"/>
                  </a:lnTo>
                  <a:lnTo>
                    <a:pt x="4120219" y="0"/>
                  </a:lnTo>
                  <a:lnTo>
                    <a:pt x="4119363" y="0"/>
                  </a:lnTo>
                  <a:lnTo>
                    <a:pt x="4118507" y="0"/>
                  </a:lnTo>
                  <a:lnTo>
                    <a:pt x="4117652" y="0"/>
                  </a:lnTo>
                  <a:lnTo>
                    <a:pt x="4116796" y="0"/>
                  </a:lnTo>
                  <a:lnTo>
                    <a:pt x="4115941" y="0"/>
                  </a:lnTo>
                  <a:lnTo>
                    <a:pt x="4115085" y="0"/>
                  </a:lnTo>
                  <a:lnTo>
                    <a:pt x="4114230" y="0"/>
                  </a:lnTo>
                  <a:lnTo>
                    <a:pt x="4113374" y="0"/>
                  </a:lnTo>
                  <a:lnTo>
                    <a:pt x="4112519" y="0"/>
                  </a:lnTo>
                  <a:lnTo>
                    <a:pt x="4111663" y="0"/>
                  </a:lnTo>
                  <a:lnTo>
                    <a:pt x="4110808" y="0"/>
                  </a:lnTo>
                  <a:lnTo>
                    <a:pt x="4109952" y="0"/>
                  </a:lnTo>
                  <a:lnTo>
                    <a:pt x="4109097" y="0"/>
                  </a:lnTo>
                  <a:lnTo>
                    <a:pt x="4108241" y="0"/>
                  </a:lnTo>
                  <a:lnTo>
                    <a:pt x="4107386" y="0"/>
                  </a:lnTo>
                  <a:lnTo>
                    <a:pt x="4106530" y="0"/>
                  </a:lnTo>
                  <a:lnTo>
                    <a:pt x="4105675" y="0"/>
                  </a:lnTo>
                  <a:lnTo>
                    <a:pt x="4104819" y="0"/>
                  </a:lnTo>
                  <a:lnTo>
                    <a:pt x="4103963" y="0"/>
                  </a:lnTo>
                  <a:lnTo>
                    <a:pt x="4103108" y="0"/>
                  </a:lnTo>
                  <a:lnTo>
                    <a:pt x="4102252" y="0"/>
                  </a:lnTo>
                  <a:lnTo>
                    <a:pt x="4101397" y="0"/>
                  </a:lnTo>
                  <a:lnTo>
                    <a:pt x="4100541" y="0"/>
                  </a:lnTo>
                  <a:lnTo>
                    <a:pt x="4099686" y="0"/>
                  </a:lnTo>
                  <a:lnTo>
                    <a:pt x="4098830" y="0"/>
                  </a:lnTo>
                  <a:lnTo>
                    <a:pt x="4097975" y="0"/>
                  </a:lnTo>
                  <a:lnTo>
                    <a:pt x="4097119" y="0"/>
                  </a:lnTo>
                  <a:lnTo>
                    <a:pt x="4096264" y="0"/>
                  </a:lnTo>
                  <a:lnTo>
                    <a:pt x="4095408" y="0"/>
                  </a:lnTo>
                  <a:lnTo>
                    <a:pt x="4094553" y="0"/>
                  </a:lnTo>
                  <a:lnTo>
                    <a:pt x="4093697" y="0"/>
                  </a:lnTo>
                  <a:lnTo>
                    <a:pt x="4092842" y="0"/>
                  </a:lnTo>
                  <a:lnTo>
                    <a:pt x="4091986" y="0"/>
                  </a:lnTo>
                  <a:lnTo>
                    <a:pt x="4091131" y="0"/>
                  </a:lnTo>
                  <a:lnTo>
                    <a:pt x="4090275" y="0"/>
                  </a:lnTo>
                  <a:lnTo>
                    <a:pt x="4089420" y="0"/>
                  </a:lnTo>
                  <a:lnTo>
                    <a:pt x="4088564" y="0"/>
                  </a:lnTo>
                  <a:lnTo>
                    <a:pt x="4087708" y="0"/>
                  </a:lnTo>
                  <a:lnTo>
                    <a:pt x="4086853" y="0"/>
                  </a:lnTo>
                  <a:lnTo>
                    <a:pt x="4085997" y="0"/>
                  </a:lnTo>
                  <a:lnTo>
                    <a:pt x="4085142" y="0"/>
                  </a:lnTo>
                  <a:lnTo>
                    <a:pt x="4084286" y="0"/>
                  </a:lnTo>
                  <a:lnTo>
                    <a:pt x="4083431" y="0"/>
                  </a:lnTo>
                  <a:lnTo>
                    <a:pt x="4082575" y="0"/>
                  </a:lnTo>
                  <a:lnTo>
                    <a:pt x="4081720" y="0"/>
                  </a:lnTo>
                  <a:lnTo>
                    <a:pt x="4080864" y="0"/>
                  </a:lnTo>
                  <a:lnTo>
                    <a:pt x="4080009" y="0"/>
                  </a:lnTo>
                  <a:lnTo>
                    <a:pt x="4079153" y="0"/>
                  </a:lnTo>
                  <a:lnTo>
                    <a:pt x="4078298" y="0"/>
                  </a:lnTo>
                  <a:lnTo>
                    <a:pt x="4077442" y="0"/>
                  </a:lnTo>
                  <a:lnTo>
                    <a:pt x="4076587" y="0"/>
                  </a:lnTo>
                  <a:lnTo>
                    <a:pt x="4075731" y="0"/>
                  </a:lnTo>
                  <a:lnTo>
                    <a:pt x="4074876" y="0"/>
                  </a:lnTo>
                  <a:lnTo>
                    <a:pt x="4074020" y="0"/>
                  </a:lnTo>
                  <a:lnTo>
                    <a:pt x="4073165" y="0"/>
                  </a:lnTo>
                  <a:lnTo>
                    <a:pt x="4072309" y="0"/>
                  </a:lnTo>
                  <a:lnTo>
                    <a:pt x="4071453" y="0"/>
                  </a:lnTo>
                  <a:lnTo>
                    <a:pt x="4070598" y="0"/>
                  </a:lnTo>
                  <a:lnTo>
                    <a:pt x="4069742" y="0"/>
                  </a:lnTo>
                  <a:lnTo>
                    <a:pt x="4068887" y="0"/>
                  </a:lnTo>
                  <a:lnTo>
                    <a:pt x="4068031" y="0"/>
                  </a:lnTo>
                  <a:lnTo>
                    <a:pt x="4067176" y="0"/>
                  </a:lnTo>
                  <a:lnTo>
                    <a:pt x="4066320" y="0"/>
                  </a:lnTo>
                  <a:lnTo>
                    <a:pt x="4065465" y="0"/>
                  </a:lnTo>
                  <a:lnTo>
                    <a:pt x="4064609" y="0"/>
                  </a:lnTo>
                  <a:lnTo>
                    <a:pt x="4063754" y="0"/>
                  </a:lnTo>
                  <a:lnTo>
                    <a:pt x="4062898" y="0"/>
                  </a:lnTo>
                  <a:lnTo>
                    <a:pt x="4062043" y="0"/>
                  </a:lnTo>
                  <a:lnTo>
                    <a:pt x="4061187" y="0"/>
                  </a:lnTo>
                  <a:lnTo>
                    <a:pt x="4060332" y="0"/>
                  </a:lnTo>
                  <a:lnTo>
                    <a:pt x="4059476" y="0"/>
                  </a:lnTo>
                  <a:lnTo>
                    <a:pt x="4058621" y="0"/>
                  </a:lnTo>
                  <a:lnTo>
                    <a:pt x="4057765" y="0"/>
                  </a:lnTo>
                  <a:lnTo>
                    <a:pt x="4056909" y="0"/>
                  </a:lnTo>
                  <a:lnTo>
                    <a:pt x="4056054" y="0"/>
                  </a:lnTo>
                  <a:lnTo>
                    <a:pt x="4055198" y="0"/>
                  </a:lnTo>
                  <a:lnTo>
                    <a:pt x="4054343" y="0"/>
                  </a:lnTo>
                  <a:lnTo>
                    <a:pt x="4053487" y="0"/>
                  </a:lnTo>
                  <a:lnTo>
                    <a:pt x="4052632" y="0"/>
                  </a:lnTo>
                  <a:lnTo>
                    <a:pt x="4051776" y="0"/>
                  </a:lnTo>
                  <a:lnTo>
                    <a:pt x="4050921" y="0"/>
                  </a:lnTo>
                  <a:lnTo>
                    <a:pt x="4050065" y="0"/>
                  </a:lnTo>
                  <a:lnTo>
                    <a:pt x="4049210" y="0"/>
                  </a:lnTo>
                  <a:lnTo>
                    <a:pt x="4048354" y="0"/>
                  </a:lnTo>
                  <a:lnTo>
                    <a:pt x="4047499" y="0"/>
                  </a:lnTo>
                  <a:lnTo>
                    <a:pt x="4046643" y="0"/>
                  </a:lnTo>
                  <a:lnTo>
                    <a:pt x="4045788" y="0"/>
                  </a:lnTo>
                  <a:lnTo>
                    <a:pt x="4044932" y="0"/>
                  </a:lnTo>
                  <a:lnTo>
                    <a:pt x="4044077" y="0"/>
                  </a:lnTo>
                  <a:lnTo>
                    <a:pt x="4043221" y="0"/>
                  </a:lnTo>
                  <a:lnTo>
                    <a:pt x="4042366" y="0"/>
                  </a:lnTo>
                  <a:lnTo>
                    <a:pt x="4041510" y="0"/>
                  </a:lnTo>
                  <a:lnTo>
                    <a:pt x="4040654" y="0"/>
                  </a:lnTo>
                  <a:lnTo>
                    <a:pt x="4039799" y="0"/>
                  </a:lnTo>
                  <a:lnTo>
                    <a:pt x="4038943" y="0"/>
                  </a:lnTo>
                  <a:lnTo>
                    <a:pt x="4038088" y="0"/>
                  </a:lnTo>
                  <a:lnTo>
                    <a:pt x="4037232" y="0"/>
                  </a:lnTo>
                  <a:lnTo>
                    <a:pt x="4036377" y="0"/>
                  </a:lnTo>
                  <a:lnTo>
                    <a:pt x="4035521" y="0"/>
                  </a:lnTo>
                  <a:lnTo>
                    <a:pt x="4034666" y="0"/>
                  </a:lnTo>
                  <a:lnTo>
                    <a:pt x="4033810" y="0"/>
                  </a:lnTo>
                  <a:lnTo>
                    <a:pt x="4032955" y="0"/>
                  </a:lnTo>
                  <a:lnTo>
                    <a:pt x="4032099" y="0"/>
                  </a:lnTo>
                  <a:lnTo>
                    <a:pt x="4031244" y="0"/>
                  </a:lnTo>
                  <a:lnTo>
                    <a:pt x="4030388" y="0"/>
                  </a:lnTo>
                  <a:lnTo>
                    <a:pt x="4029533" y="0"/>
                  </a:lnTo>
                  <a:lnTo>
                    <a:pt x="4028677" y="0"/>
                  </a:lnTo>
                  <a:lnTo>
                    <a:pt x="4027822" y="0"/>
                  </a:lnTo>
                  <a:lnTo>
                    <a:pt x="4026966" y="0"/>
                  </a:lnTo>
                  <a:lnTo>
                    <a:pt x="4026111" y="0"/>
                  </a:lnTo>
                  <a:lnTo>
                    <a:pt x="4025255" y="0"/>
                  </a:lnTo>
                  <a:lnTo>
                    <a:pt x="4024399" y="0"/>
                  </a:lnTo>
                  <a:lnTo>
                    <a:pt x="4023544" y="0"/>
                  </a:lnTo>
                  <a:lnTo>
                    <a:pt x="4022688" y="0"/>
                  </a:lnTo>
                  <a:lnTo>
                    <a:pt x="4021833" y="0"/>
                  </a:lnTo>
                  <a:lnTo>
                    <a:pt x="4020977" y="0"/>
                  </a:lnTo>
                  <a:lnTo>
                    <a:pt x="4020122" y="0"/>
                  </a:lnTo>
                  <a:lnTo>
                    <a:pt x="4019266" y="0"/>
                  </a:lnTo>
                  <a:lnTo>
                    <a:pt x="4018411" y="0"/>
                  </a:lnTo>
                  <a:lnTo>
                    <a:pt x="4017555" y="0"/>
                  </a:lnTo>
                  <a:lnTo>
                    <a:pt x="4016700" y="0"/>
                  </a:lnTo>
                  <a:lnTo>
                    <a:pt x="4015844" y="0"/>
                  </a:lnTo>
                  <a:lnTo>
                    <a:pt x="4014989" y="0"/>
                  </a:lnTo>
                  <a:lnTo>
                    <a:pt x="4014133" y="0"/>
                  </a:lnTo>
                  <a:lnTo>
                    <a:pt x="4013278" y="0"/>
                  </a:lnTo>
                  <a:lnTo>
                    <a:pt x="4012422" y="0"/>
                  </a:lnTo>
                  <a:lnTo>
                    <a:pt x="4011567" y="0"/>
                  </a:lnTo>
                  <a:lnTo>
                    <a:pt x="4010711" y="0"/>
                  </a:lnTo>
                  <a:lnTo>
                    <a:pt x="4009855" y="0"/>
                  </a:lnTo>
                  <a:lnTo>
                    <a:pt x="4009000" y="0"/>
                  </a:lnTo>
                  <a:lnTo>
                    <a:pt x="4008144" y="0"/>
                  </a:lnTo>
                  <a:lnTo>
                    <a:pt x="4007289" y="0"/>
                  </a:lnTo>
                  <a:lnTo>
                    <a:pt x="4006433" y="0"/>
                  </a:lnTo>
                  <a:lnTo>
                    <a:pt x="4005578" y="0"/>
                  </a:lnTo>
                  <a:lnTo>
                    <a:pt x="4004722" y="0"/>
                  </a:lnTo>
                  <a:lnTo>
                    <a:pt x="4003867" y="0"/>
                  </a:lnTo>
                  <a:lnTo>
                    <a:pt x="4003011" y="0"/>
                  </a:lnTo>
                  <a:lnTo>
                    <a:pt x="4002156" y="0"/>
                  </a:lnTo>
                  <a:lnTo>
                    <a:pt x="4001300" y="0"/>
                  </a:lnTo>
                  <a:lnTo>
                    <a:pt x="4000445" y="0"/>
                  </a:lnTo>
                  <a:lnTo>
                    <a:pt x="3999589" y="0"/>
                  </a:lnTo>
                  <a:lnTo>
                    <a:pt x="3998734" y="0"/>
                  </a:lnTo>
                  <a:lnTo>
                    <a:pt x="3997878" y="0"/>
                  </a:lnTo>
                  <a:lnTo>
                    <a:pt x="3997023" y="0"/>
                  </a:lnTo>
                  <a:lnTo>
                    <a:pt x="3996167" y="0"/>
                  </a:lnTo>
                  <a:lnTo>
                    <a:pt x="3995312" y="0"/>
                  </a:lnTo>
                  <a:lnTo>
                    <a:pt x="3994456" y="0"/>
                  </a:lnTo>
                  <a:lnTo>
                    <a:pt x="3993600" y="0"/>
                  </a:lnTo>
                  <a:lnTo>
                    <a:pt x="3992745" y="0"/>
                  </a:lnTo>
                  <a:lnTo>
                    <a:pt x="3991889" y="0"/>
                  </a:lnTo>
                  <a:lnTo>
                    <a:pt x="3991034" y="0"/>
                  </a:lnTo>
                  <a:lnTo>
                    <a:pt x="3990178" y="0"/>
                  </a:lnTo>
                  <a:lnTo>
                    <a:pt x="3989323" y="0"/>
                  </a:lnTo>
                  <a:lnTo>
                    <a:pt x="3988467" y="0"/>
                  </a:lnTo>
                  <a:lnTo>
                    <a:pt x="3987612" y="0"/>
                  </a:lnTo>
                  <a:lnTo>
                    <a:pt x="3986756" y="0"/>
                  </a:lnTo>
                  <a:lnTo>
                    <a:pt x="3985901" y="0"/>
                  </a:lnTo>
                  <a:lnTo>
                    <a:pt x="3985045" y="0"/>
                  </a:lnTo>
                  <a:lnTo>
                    <a:pt x="3984190" y="0"/>
                  </a:lnTo>
                  <a:lnTo>
                    <a:pt x="3983334" y="0"/>
                  </a:lnTo>
                  <a:lnTo>
                    <a:pt x="3982479" y="0"/>
                  </a:lnTo>
                  <a:lnTo>
                    <a:pt x="3981623" y="0"/>
                  </a:lnTo>
                  <a:lnTo>
                    <a:pt x="3980768" y="0"/>
                  </a:lnTo>
                  <a:lnTo>
                    <a:pt x="3979912" y="0"/>
                  </a:lnTo>
                  <a:lnTo>
                    <a:pt x="3979057" y="0"/>
                  </a:lnTo>
                  <a:lnTo>
                    <a:pt x="3978201" y="0"/>
                  </a:lnTo>
                  <a:lnTo>
                    <a:pt x="3977345" y="0"/>
                  </a:lnTo>
                  <a:lnTo>
                    <a:pt x="3976490" y="0"/>
                  </a:lnTo>
                  <a:lnTo>
                    <a:pt x="3975634" y="0"/>
                  </a:lnTo>
                  <a:lnTo>
                    <a:pt x="3974779" y="0"/>
                  </a:lnTo>
                  <a:lnTo>
                    <a:pt x="3973923" y="0"/>
                  </a:lnTo>
                  <a:lnTo>
                    <a:pt x="3973068" y="0"/>
                  </a:lnTo>
                  <a:lnTo>
                    <a:pt x="3972212" y="0"/>
                  </a:lnTo>
                  <a:lnTo>
                    <a:pt x="3971357" y="0"/>
                  </a:lnTo>
                  <a:lnTo>
                    <a:pt x="3970501" y="0"/>
                  </a:lnTo>
                  <a:lnTo>
                    <a:pt x="3969646" y="0"/>
                  </a:lnTo>
                  <a:lnTo>
                    <a:pt x="3968790" y="0"/>
                  </a:lnTo>
                  <a:lnTo>
                    <a:pt x="3967935" y="0"/>
                  </a:lnTo>
                  <a:lnTo>
                    <a:pt x="3967079" y="0"/>
                  </a:lnTo>
                  <a:lnTo>
                    <a:pt x="3966224" y="0"/>
                  </a:lnTo>
                  <a:lnTo>
                    <a:pt x="3965368" y="0"/>
                  </a:lnTo>
                  <a:lnTo>
                    <a:pt x="3964513" y="0"/>
                  </a:lnTo>
                  <a:lnTo>
                    <a:pt x="3963657" y="0"/>
                  </a:lnTo>
                  <a:lnTo>
                    <a:pt x="3962802" y="0"/>
                  </a:lnTo>
                  <a:lnTo>
                    <a:pt x="3961946" y="0"/>
                  </a:lnTo>
                  <a:lnTo>
                    <a:pt x="3961090" y="0"/>
                  </a:lnTo>
                  <a:lnTo>
                    <a:pt x="3960235" y="0"/>
                  </a:lnTo>
                  <a:lnTo>
                    <a:pt x="3959379" y="0"/>
                  </a:lnTo>
                  <a:lnTo>
                    <a:pt x="3958524" y="0"/>
                  </a:lnTo>
                  <a:lnTo>
                    <a:pt x="3957668" y="0"/>
                  </a:lnTo>
                  <a:lnTo>
                    <a:pt x="3956813" y="0"/>
                  </a:lnTo>
                  <a:lnTo>
                    <a:pt x="3955957" y="0"/>
                  </a:lnTo>
                  <a:lnTo>
                    <a:pt x="3955102" y="0"/>
                  </a:lnTo>
                  <a:lnTo>
                    <a:pt x="3954246" y="0"/>
                  </a:lnTo>
                  <a:lnTo>
                    <a:pt x="3953391" y="0"/>
                  </a:lnTo>
                  <a:lnTo>
                    <a:pt x="3952535" y="0"/>
                  </a:lnTo>
                  <a:lnTo>
                    <a:pt x="3951680" y="0"/>
                  </a:lnTo>
                  <a:lnTo>
                    <a:pt x="3950824" y="0"/>
                  </a:lnTo>
                  <a:lnTo>
                    <a:pt x="3949969" y="0"/>
                  </a:lnTo>
                  <a:lnTo>
                    <a:pt x="3949113" y="0"/>
                  </a:lnTo>
                  <a:lnTo>
                    <a:pt x="3948258" y="0"/>
                  </a:lnTo>
                  <a:lnTo>
                    <a:pt x="3947402" y="0"/>
                  </a:lnTo>
                  <a:lnTo>
                    <a:pt x="3946546" y="0"/>
                  </a:lnTo>
                  <a:lnTo>
                    <a:pt x="3945691" y="0"/>
                  </a:lnTo>
                  <a:lnTo>
                    <a:pt x="3944835" y="0"/>
                  </a:lnTo>
                  <a:lnTo>
                    <a:pt x="3943980" y="0"/>
                  </a:lnTo>
                  <a:lnTo>
                    <a:pt x="3943124" y="0"/>
                  </a:lnTo>
                  <a:lnTo>
                    <a:pt x="3942269" y="0"/>
                  </a:lnTo>
                  <a:lnTo>
                    <a:pt x="3941413" y="0"/>
                  </a:lnTo>
                  <a:lnTo>
                    <a:pt x="3940558" y="0"/>
                  </a:lnTo>
                  <a:lnTo>
                    <a:pt x="3939702" y="0"/>
                  </a:lnTo>
                  <a:lnTo>
                    <a:pt x="3938847" y="0"/>
                  </a:lnTo>
                  <a:lnTo>
                    <a:pt x="3937991" y="0"/>
                  </a:lnTo>
                  <a:lnTo>
                    <a:pt x="3937136" y="0"/>
                  </a:lnTo>
                  <a:lnTo>
                    <a:pt x="3936280" y="0"/>
                  </a:lnTo>
                  <a:lnTo>
                    <a:pt x="3935425" y="0"/>
                  </a:lnTo>
                  <a:lnTo>
                    <a:pt x="3934569" y="0"/>
                  </a:lnTo>
                  <a:lnTo>
                    <a:pt x="3933714" y="0"/>
                  </a:lnTo>
                  <a:lnTo>
                    <a:pt x="3932858" y="0"/>
                  </a:lnTo>
                  <a:lnTo>
                    <a:pt x="3932003" y="0"/>
                  </a:lnTo>
                  <a:lnTo>
                    <a:pt x="3931147" y="0"/>
                  </a:lnTo>
                  <a:lnTo>
                    <a:pt x="3930291" y="0"/>
                  </a:lnTo>
                  <a:lnTo>
                    <a:pt x="3929436" y="0"/>
                  </a:lnTo>
                  <a:lnTo>
                    <a:pt x="3928580" y="0"/>
                  </a:lnTo>
                  <a:lnTo>
                    <a:pt x="3927725" y="0"/>
                  </a:lnTo>
                  <a:lnTo>
                    <a:pt x="3926869" y="0"/>
                  </a:lnTo>
                  <a:lnTo>
                    <a:pt x="3926014" y="0"/>
                  </a:lnTo>
                  <a:lnTo>
                    <a:pt x="3925158" y="0"/>
                  </a:lnTo>
                  <a:lnTo>
                    <a:pt x="3924303" y="0"/>
                  </a:lnTo>
                  <a:lnTo>
                    <a:pt x="3923447" y="0"/>
                  </a:lnTo>
                  <a:lnTo>
                    <a:pt x="3922592" y="0"/>
                  </a:lnTo>
                  <a:lnTo>
                    <a:pt x="3921736" y="0"/>
                  </a:lnTo>
                  <a:lnTo>
                    <a:pt x="3920881" y="0"/>
                  </a:lnTo>
                  <a:lnTo>
                    <a:pt x="3920025" y="0"/>
                  </a:lnTo>
                  <a:lnTo>
                    <a:pt x="3919170" y="0"/>
                  </a:lnTo>
                  <a:lnTo>
                    <a:pt x="3918314" y="0"/>
                  </a:lnTo>
                  <a:lnTo>
                    <a:pt x="3917459" y="0"/>
                  </a:lnTo>
                  <a:lnTo>
                    <a:pt x="3916603" y="0"/>
                  </a:lnTo>
                  <a:lnTo>
                    <a:pt x="3915748" y="0"/>
                  </a:lnTo>
                  <a:lnTo>
                    <a:pt x="3914892" y="0"/>
                  </a:lnTo>
                  <a:lnTo>
                    <a:pt x="3914036" y="0"/>
                  </a:lnTo>
                  <a:lnTo>
                    <a:pt x="3913181" y="0"/>
                  </a:lnTo>
                  <a:lnTo>
                    <a:pt x="3912325" y="0"/>
                  </a:lnTo>
                  <a:lnTo>
                    <a:pt x="3911470" y="0"/>
                  </a:lnTo>
                  <a:lnTo>
                    <a:pt x="3910614" y="0"/>
                  </a:lnTo>
                  <a:lnTo>
                    <a:pt x="3909759" y="0"/>
                  </a:lnTo>
                  <a:lnTo>
                    <a:pt x="3908903" y="0"/>
                  </a:lnTo>
                  <a:lnTo>
                    <a:pt x="3908048" y="0"/>
                  </a:lnTo>
                  <a:lnTo>
                    <a:pt x="3907192" y="0"/>
                  </a:lnTo>
                  <a:lnTo>
                    <a:pt x="3906337" y="0"/>
                  </a:lnTo>
                  <a:lnTo>
                    <a:pt x="3905481" y="0"/>
                  </a:lnTo>
                  <a:lnTo>
                    <a:pt x="3904626" y="0"/>
                  </a:lnTo>
                  <a:lnTo>
                    <a:pt x="3903770" y="0"/>
                  </a:lnTo>
                  <a:lnTo>
                    <a:pt x="3902915" y="0"/>
                  </a:lnTo>
                  <a:lnTo>
                    <a:pt x="3902059" y="0"/>
                  </a:lnTo>
                  <a:lnTo>
                    <a:pt x="3901204" y="0"/>
                  </a:lnTo>
                  <a:lnTo>
                    <a:pt x="3900348" y="0"/>
                  </a:lnTo>
                  <a:lnTo>
                    <a:pt x="3899492" y="0"/>
                  </a:lnTo>
                  <a:lnTo>
                    <a:pt x="3898637" y="0"/>
                  </a:lnTo>
                  <a:lnTo>
                    <a:pt x="3897781" y="0"/>
                  </a:lnTo>
                  <a:lnTo>
                    <a:pt x="3896926" y="0"/>
                  </a:lnTo>
                  <a:lnTo>
                    <a:pt x="3896070" y="0"/>
                  </a:lnTo>
                  <a:lnTo>
                    <a:pt x="3895215" y="0"/>
                  </a:lnTo>
                  <a:lnTo>
                    <a:pt x="3894359" y="0"/>
                  </a:lnTo>
                  <a:lnTo>
                    <a:pt x="3893504" y="0"/>
                  </a:lnTo>
                  <a:lnTo>
                    <a:pt x="3892648" y="0"/>
                  </a:lnTo>
                  <a:lnTo>
                    <a:pt x="3891793" y="0"/>
                  </a:lnTo>
                  <a:lnTo>
                    <a:pt x="3890937" y="0"/>
                  </a:lnTo>
                  <a:lnTo>
                    <a:pt x="3890082" y="0"/>
                  </a:lnTo>
                  <a:lnTo>
                    <a:pt x="3889226" y="0"/>
                  </a:lnTo>
                  <a:lnTo>
                    <a:pt x="3888371" y="0"/>
                  </a:lnTo>
                  <a:lnTo>
                    <a:pt x="3887515" y="0"/>
                  </a:lnTo>
                  <a:lnTo>
                    <a:pt x="3886660" y="0"/>
                  </a:lnTo>
                  <a:lnTo>
                    <a:pt x="3885804" y="0"/>
                  </a:lnTo>
                  <a:lnTo>
                    <a:pt x="3884949" y="0"/>
                  </a:lnTo>
                  <a:lnTo>
                    <a:pt x="3884093" y="0"/>
                  </a:lnTo>
                  <a:lnTo>
                    <a:pt x="3883237" y="0"/>
                  </a:lnTo>
                  <a:lnTo>
                    <a:pt x="3882382" y="0"/>
                  </a:lnTo>
                  <a:lnTo>
                    <a:pt x="3881526" y="0"/>
                  </a:lnTo>
                  <a:lnTo>
                    <a:pt x="3880671" y="0"/>
                  </a:lnTo>
                  <a:lnTo>
                    <a:pt x="3879815" y="0"/>
                  </a:lnTo>
                  <a:lnTo>
                    <a:pt x="3878960" y="0"/>
                  </a:lnTo>
                  <a:lnTo>
                    <a:pt x="3878104" y="0"/>
                  </a:lnTo>
                  <a:lnTo>
                    <a:pt x="3877249" y="0"/>
                  </a:lnTo>
                  <a:lnTo>
                    <a:pt x="3876393" y="0"/>
                  </a:lnTo>
                  <a:lnTo>
                    <a:pt x="3875538" y="0"/>
                  </a:lnTo>
                  <a:lnTo>
                    <a:pt x="3874682" y="0"/>
                  </a:lnTo>
                  <a:lnTo>
                    <a:pt x="3873827" y="0"/>
                  </a:lnTo>
                  <a:lnTo>
                    <a:pt x="3872971" y="0"/>
                  </a:lnTo>
                  <a:lnTo>
                    <a:pt x="3872116" y="0"/>
                  </a:lnTo>
                  <a:lnTo>
                    <a:pt x="3871260" y="0"/>
                  </a:lnTo>
                  <a:lnTo>
                    <a:pt x="3870405" y="0"/>
                  </a:lnTo>
                  <a:lnTo>
                    <a:pt x="3869549" y="0"/>
                  </a:lnTo>
                  <a:lnTo>
                    <a:pt x="3868694" y="0"/>
                  </a:lnTo>
                  <a:lnTo>
                    <a:pt x="3867838" y="0"/>
                  </a:lnTo>
                  <a:lnTo>
                    <a:pt x="3866982" y="0"/>
                  </a:lnTo>
                  <a:lnTo>
                    <a:pt x="3866127" y="0"/>
                  </a:lnTo>
                  <a:lnTo>
                    <a:pt x="3865271" y="0"/>
                  </a:lnTo>
                  <a:lnTo>
                    <a:pt x="3864416" y="0"/>
                  </a:lnTo>
                  <a:lnTo>
                    <a:pt x="3863560" y="0"/>
                  </a:lnTo>
                  <a:lnTo>
                    <a:pt x="3862705" y="0"/>
                  </a:lnTo>
                  <a:lnTo>
                    <a:pt x="3861849" y="0"/>
                  </a:lnTo>
                  <a:lnTo>
                    <a:pt x="3860994" y="0"/>
                  </a:lnTo>
                  <a:lnTo>
                    <a:pt x="3860138" y="0"/>
                  </a:lnTo>
                  <a:lnTo>
                    <a:pt x="3859283" y="0"/>
                  </a:lnTo>
                  <a:lnTo>
                    <a:pt x="3858427" y="0"/>
                  </a:lnTo>
                  <a:lnTo>
                    <a:pt x="3857572" y="0"/>
                  </a:lnTo>
                  <a:lnTo>
                    <a:pt x="3856716" y="0"/>
                  </a:lnTo>
                  <a:lnTo>
                    <a:pt x="3855861" y="0"/>
                  </a:lnTo>
                  <a:lnTo>
                    <a:pt x="3855005" y="0"/>
                  </a:lnTo>
                  <a:lnTo>
                    <a:pt x="3854150" y="0"/>
                  </a:lnTo>
                  <a:lnTo>
                    <a:pt x="3853294" y="0"/>
                  </a:lnTo>
                  <a:lnTo>
                    <a:pt x="3852438" y="0"/>
                  </a:lnTo>
                  <a:lnTo>
                    <a:pt x="3851583" y="0"/>
                  </a:lnTo>
                  <a:lnTo>
                    <a:pt x="3850727" y="0"/>
                  </a:lnTo>
                  <a:lnTo>
                    <a:pt x="3849872" y="0"/>
                  </a:lnTo>
                  <a:lnTo>
                    <a:pt x="3849016" y="0"/>
                  </a:lnTo>
                  <a:lnTo>
                    <a:pt x="3848161" y="0"/>
                  </a:lnTo>
                  <a:lnTo>
                    <a:pt x="3847305" y="0"/>
                  </a:lnTo>
                  <a:lnTo>
                    <a:pt x="3846450" y="0"/>
                  </a:lnTo>
                  <a:lnTo>
                    <a:pt x="3845594" y="0"/>
                  </a:lnTo>
                  <a:lnTo>
                    <a:pt x="3844739" y="0"/>
                  </a:lnTo>
                  <a:lnTo>
                    <a:pt x="3843883" y="0"/>
                  </a:lnTo>
                  <a:lnTo>
                    <a:pt x="3843028" y="0"/>
                  </a:lnTo>
                  <a:lnTo>
                    <a:pt x="3842172" y="0"/>
                  </a:lnTo>
                  <a:lnTo>
                    <a:pt x="3841317" y="0"/>
                  </a:lnTo>
                  <a:lnTo>
                    <a:pt x="3840461" y="0"/>
                  </a:lnTo>
                  <a:lnTo>
                    <a:pt x="3839606" y="0"/>
                  </a:lnTo>
                  <a:lnTo>
                    <a:pt x="3838750" y="0"/>
                  </a:lnTo>
                  <a:lnTo>
                    <a:pt x="3837895" y="0"/>
                  </a:lnTo>
                  <a:lnTo>
                    <a:pt x="3837039" y="0"/>
                  </a:lnTo>
                  <a:lnTo>
                    <a:pt x="3836183" y="0"/>
                  </a:lnTo>
                  <a:lnTo>
                    <a:pt x="3835328" y="0"/>
                  </a:lnTo>
                  <a:lnTo>
                    <a:pt x="3834472" y="0"/>
                  </a:lnTo>
                  <a:lnTo>
                    <a:pt x="3833617" y="0"/>
                  </a:lnTo>
                  <a:lnTo>
                    <a:pt x="3832761" y="0"/>
                  </a:lnTo>
                  <a:lnTo>
                    <a:pt x="3831906" y="0"/>
                  </a:lnTo>
                  <a:lnTo>
                    <a:pt x="3831050" y="0"/>
                  </a:lnTo>
                  <a:lnTo>
                    <a:pt x="3830195" y="0"/>
                  </a:lnTo>
                  <a:lnTo>
                    <a:pt x="3829339" y="0"/>
                  </a:lnTo>
                  <a:lnTo>
                    <a:pt x="3828484" y="0"/>
                  </a:lnTo>
                  <a:lnTo>
                    <a:pt x="3827628" y="0"/>
                  </a:lnTo>
                  <a:lnTo>
                    <a:pt x="3826773" y="0"/>
                  </a:lnTo>
                  <a:lnTo>
                    <a:pt x="3825917" y="0"/>
                  </a:lnTo>
                  <a:lnTo>
                    <a:pt x="3825062" y="0"/>
                  </a:lnTo>
                  <a:lnTo>
                    <a:pt x="3824206" y="0"/>
                  </a:lnTo>
                  <a:lnTo>
                    <a:pt x="3823351" y="0"/>
                  </a:lnTo>
                  <a:lnTo>
                    <a:pt x="3822495" y="0"/>
                  </a:lnTo>
                  <a:lnTo>
                    <a:pt x="3821640" y="0"/>
                  </a:lnTo>
                  <a:lnTo>
                    <a:pt x="3820784" y="0"/>
                  </a:lnTo>
                  <a:lnTo>
                    <a:pt x="3819928" y="0"/>
                  </a:lnTo>
                  <a:lnTo>
                    <a:pt x="3819073" y="0"/>
                  </a:lnTo>
                  <a:lnTo>
                    <a:pt x="3818217" y="0"/>
                  </a:lnTo>
                  <a:lnTo>
                    <a:pt x="3817362" y="0"/>
                  </a:lnTo>
                  <a:lnTo>
                    <a:pt x="3816506" y="0"/>
                  </a:lnTo>
                  <a:lnTo>
                    <a:pt x="3815651" y="0"/>
                  </a:lnTo>
                  <a:lnTo>
                    <a:pt x="3814795" y="0"/>
                  </a:lnTo>
                  <a:lnTo>
                    <a:pt x="3813940" y="0"/>
                  </a:lnTo>
                  <a:lnTo>
                    <a:pt x="3813084" y="0"/>
                  </a:lnTo>
                  <a:lnTo>
                    <a:pt x="3812229" y="0"/>
                  </a:lnTo>
                  <a:lnTo>
                    <a:pt x="3811373" y="0"/>
                  </a:lnTo>
                  <a:lnTo>
                    <a:pt x="3810518" y="0"/>
                  </a:lnTo>
                  <a:lnTo>
                    <a:pt x="3809662" y="0"/>
                  </a:lnTo>
                  <a:lnTo>
                    <a:pt x="3808807" y="0"/>
                  </a:lnTo>
                  <a:lnTo>
                    <a:pt x="3807951" y="0"/>
                  </a:lnTo>
                  <a:lnTo>
                    <a:pt x="3807096" y="0"/>
                  </a:lnTo>
                  <a:lnTo>
                    <a:pt x="3806240" y="0"/>
                  </a:lnTo>
                  <a:lnTo>
                    <a:pt x="3805384" y="0"/>
                  </a:lnTo>
                  <a:lnTo>
                    <a:pt x="3804529" y="0"/>
                  </a:lnTo>
                  <a:lnTo>
                    <a:pt x="3803673" y="0"/>
                  </a:lnTo>
                  <a:lnTo>
                    <a:pt x="3802818" y="0"/>
                  </a:lnTo>
                  <a:lnTo>
                    <a:pt x="3801962" y="0"/>
                  </a:lnTo>
                  <a:lnTo>
                    <a:pt x="3801107" y="0"/>
                  </a:lnTo>
                  <a:lnTo>
                    <a:pt x="3800251" y="0"/>
                  </a:lnTo>
                  <a:lnTo>
                    <a:pt x="3799396" y="0"/>
                  </a:lnTo>
                  <a:lnTo>
                    <a:pt x="3798540" y="0"/>
                  </a:lnTo>
                  <a:lnTo>
                    <a:pt x="3797685" y="0"/>
                  </a:lnTo>
                  <a:lnTo>
                    <a:pt x="3796829" y="0"/>
                  </a:lnTo>
                  <a:lnTo>
                    <a:pt x="3795974" y="0"/>
                  </a:lnTo>
                  <a:lnTo>
                    <a:pt x="3795118" y="0"/>
                  </a:lnTo>
                  <a:lnTo>
                    <a:pt x="3794263" y="0"/>
                  </a:lnTo>
                  <a:lnTo>
                    <a:pt x="3793407" y="0"/>
                  </a:lnTo>
                  <a:lnTo>
                    <a:pt x="3792552" y="0"/>
                  </a:lnTo>
                  <a:lnTo>
                    <a:pt x="3791696" y="0"/>
                  </a:lnTo>
                  <a:lnTo>
                    <a:pt x="3790841" y="0"/>
                  </a:lnTo>
                  <a:lnTo>
                    <a:pt x="3789985" y="0"/>
                  </a:lnTo>
                  <a:lnTo>
                    <a:pt x="3789129" y="0"/>
                  </a:lnTo>
                  <a:lnTo>
                    <a:pt x="3788274" y="0"/>
                  </a:lnTo>
                  <a:lnTo>
                    <a:pt x="3787418" y="0"/>
                  </a:lnTo>
                  <a:lnTo>
                    <a:pt x="3786563" y="0"/>
                  </a:lnTo>
                  <a:lnTo>
                    <a:pt x="3785707" y="0"/>
                  </a:lnTo>
                  <a:lnTo>
                    <a:pt x="3784852" y="0"/>
                  </a:lnTo>
                  <a:lnTo>
                    <a:pt x="3783996" y="0"/>
                  </a:lnTo>
                  <a:lnTo>
                    <a:pt x="3783141" y="0"/>
                  </a:lnTo>
                  <a:lnTo>
                    <a:pt x="3782285" y="0"/>
                  </a:lnTo>
                  <a:lnTo>
                    <a:pt x="3781430" y="0"/>
                  </a:lnTo>
                  <a:lnTo>
                    <a:pt x="3780574" y="0"/>
                  </a:lnTo>
                  <a:lnTo>
                    <a:pt x="3779719" y="0"/>
                  </a:lnTo>
                  <a:lnTo>
                    <a:pt x="3778863" y="0"/>
                  </a:lnTo>
                  <a:lnTo>
                    <a:pt x="3778008" y="0"/>
                  </a:lnTo>
                  <a:lnTo>
                    <a:pt x="3777152" y="0"/>
                  </a:lnTo>
                  <a:lnTo>
                    <a:pt x="3776297" y="0"/>
                  </a:lnTo>
                  <a:lnTo>
                    <a:pt x="3775441" y="0"/>
                  </a:lnTo>
                  <a:lnTo>
                    <a:pt x="3774586" y="0"/>
                  </a:lnTo>
                  <a:lnTo>
                    <a:pt x="3773730" y="0"/>
                  </a:lnTo>
                  <a:lnTo>
                    <a:pt x="3772874" y="0"/>
                  </a:lnTo>
                  <a:lnTo>
                    <a:pt x="3772019" y="0"/>
                  </a:lnTo>
                  <a:lnTo>
                    <a:pt x="3771163" y="0"/>
                  </a:lnTo>
                  <a:lnTo>
                    <a:pt x="3770308" y="0"/>
                  </a:lnTo>
                  <a:lnTo>
                    <a:pt x="3769452" y="0"/>
                  </a:lnTo>
                  <a:lnTo>
                    <a:pt x="3768597" y="0"/>
                  </a:lnTo>
                  <a:lnTo>
                    <a:pt x="3767741" y="0"/>
                  </a:lnTo>
                  <a:lnTo>
                    <a:pt x="3766886" y="0"/>
                  </a:lnTo>
                  <a:lnTo>
                    <a:pt x="3766030" y="0"/>
                  </a:lnTo>
                  <a:lnTo>
                    <a:pt x="3765175" y="0"/>
                  </a:lnTo>
                  <a:lnTo>
                    <a:pt x="3764319" y="0"/>
                  </a:lnTo>
                  <a:lnTo>
                    <a:pt x="3763464" y="0"/>
                  </a:lnTo>
                  <a:lnTo>
                    <a:pt x="3762608" y="0"/>
                  </a:lnTo>
                  <a:lnTo>
                    <a:pt x="3761753" y="0"/>
                  </a:lnTo>
                  <a:lnTo>
                    <a:pt x="3760897" y="0"/>
                  </a:lnTo>
                  <a:lnTo>
                    <a:pt x="3760042" y="0"/>
                  </a:lnTo>
                  <a:lnTo>
                    <a:pt x="3759186" y="0"/>
                  </a:lnTo>
                  <a:lnTo>
                    <a:pt x="3758331" y="0"/>
                  </a:lnTo>
                  <a:lnTo>
                    <a:pt x="3757475" y="0"/>
                  </a:lnTo>
                  <a:lnTo>
                    <a:pt x="3756619" y="0"/>
                  </a:lnTo>
                  <a:lnTo>
                    <a:pt x="3755764" y="0"/>
                  </a:lnTo>
                  <a:lnTo>
                    <a:pt x="3754908" y="0"/>
                  </a:lnTo>
                  <a:lnTo>
                    <a:pt x="3754053" y="0"/>
                  </a:lnTo>
                  <a:lnTo>
                    <a:pt x="3753197" y="0"/>
                  </a:lnTo>
                  <a:lnTo>
                    <a:pt x="3752342" y="0"/>
                  </a:lnTo>
                  <a:lnTo>
                    <a:pt x="3751486" y="0"/>
                  </a:lnTo>
                  <a:lnTo>
                    <a:pt x="3750631" y="0"/>
                  </a:lnTo>
                  <a:lnTo>
                    <a:pt x="3749775" y="0"/>
                  </a:lnTo>
                  <a:lnTo>
                    <a:pt x="3748920" y="0"/>
                  </a:lnTo>
                  <a:lnTo>
                    <a:pt x="3748064" y="0"/>
                  </a:lnTo>
                  <a:lnTo>
                    <a:pt x="3747209" y="0"/>
                  </a:lnTo>
                  <a:lnTo>
                    <a:pt x="3746353" y="0"/>
                  </a:lnTo>
                  <a:lnTo>
                    <a:pt x="3745498" y="0"/>
                  </a:lnTo>
                  <a:lnTo>
                    <a:pt x="3744642" y="0"/>
                  </a:lnTo>
                  <a:lnTo>
                    <a:pt x="3743787" y="0"/>
                  </a:lnTo>
                  <a:lnTo>
                    <a:pt x="3742931" y="0"/>
                  </a:lnTo>
                  <a:lnTo>
                    <a:pt x="3742075" y="0"/>
                  </a:lnTo>
                  <a:lnTo>
                    <a:pt x="3741220" y="0"/>
                  </a:lnTo>
                  <a:lnTo>
                    <a:pt x="3740364" y="0"/>
                  </a:lnTo>
                  <a:lnTo>
                    <a:pt x="3739509" y="0"/>
                  </a:lnTo>
                  <a:lnTo>
                    <a:pt x="3738653" y="0"/>
                  </a:lnTo>
                  <a:lnTo>
                    <a:pt x="3737798" y="0"/>
                  </a:lnTo>
                  <a:lnTo>
                    <a:pt x="3736942" y="0"/>
                  </a:lnTo>
                  <a:lnTo>
                    <a:pt x="3736087" y="0"/>
                  </a:lnTo>
                  <a:lnTo>
                    <a:pt x="3735231" y="0"/>
                  </a:lnTo>
                  <a:lnTo>
                    <a:pt x="3734376" y="0"/>
                  </a:lnTo>
                  <a:lnTo>
                    <a:pt x="3733520" y="0"/>
                  </a:lnTo>
                  <a:lnTo>
                    <a:pt x="3732665" y="0"/>
                  </a:lnTo>
                  <a:lnTo>
                    <a:pt x="3731809" y="0"/>
                  </a:lnTo>
                  <a:lnTo>
                    <a:pt x="3730954" y="0"/>
                  </a:lnTo>
                  <a:lnTo>
                    <a:pt x="3730098" y="0"/>
                  </a:lnTo>
                  <a:lnTo>
                    <a:pt x="3729243" y="0"/>
                  </a:lnTo>
                  <a:lnTo>
                    <a:pt x="3728387" y="0"/>
                  </a:lnTo>
                  <a:lnTo>
                    <a:pt x="3727532" y="0"/>
                  </a:lnTo>
                  <a:lnTo>
                    <a:pt x="3726676" y="0"/>
                  </a:lnTo>
                  <a:lnTo>
                    <a:pt x="3725820" y="0"/>
                  </a:lnTo>
                  <a:lnTo>
                    <a:pt x="3724965" y="0"/>
                  </a:lnTo>
                  <a:lnTo>
                    <a:pt x="3724109" y="0"/>
                  </a:lnTo>
                  <a:lnTo>
                    <a:pt x="3723254" y="0"/>
                  </a:lnTo>
                  <a:lnTo>
                    <a:pt x="3722398" y="0"/>
                  </a:lnTo>
                  <a:lnTo>
                    <a:pt x="3721543" y="0"/>
                  </a:lnTo>
                  <a:lnTo>
                    <a:pt x="3720687" y="0"/>
                  </a:lnTo>
                  <a:lnTo>
                    <a:pt x="3719832" y="0"/>
                  </a:lnTo>
                  <a:lnTo>
                    <a:pt x="3718976" y="0"/>
                  </a:lnTo>
                  <a:lnTo>
                    <a:pt x="3718121" y="0"/>
                  </a:lnTo>
                  <a:lnTo>
                    <a:pt x="3717265" y="0"/>
                  </a:lnTo>
                  <a:lnTo>
                    <a:pt x="3716410" y="0"/>
                  </a:lnTo>
                  <a:lnTo>
                    <a:pt x="3715554" y="0"/>
                  </a:lnTo>
                  <a:lnTo>
                    <a:pt x="3714699" y="0"/>
                  </a:lnTo>
                  <a:lnTo>
                    <a:pt x="3713843" y="0"/>
                  </a:lnTo>
                  <a:lnTo>
                    <a:pt x="3712988" y="0"/>
                  </a:lnTo>
                  <a:lnTo>
                    <a:pt x="3712132" y="0"/>
                  </a:lnTo>
                  <a:lnTo>
                    <a:pt x="3711277" y="0"/>
                  </a:lnTo>
                  <a:lnTo>
                    <a:pt x="3710421" y="0"/>
                  </a:lnTo>
                  <a:lnTo>
                    <a:pt x="3709565" y="0"/>
                  </a:lnTo>
                  <a:lnTo>
                    <a:pt x="3708710" y="0"/>
                  </a:lnTo>
                  <a:lnTo>
                    <a:pt x="3707854" y="0"/>
                  </a:lnTo>
                  <a:lnTo>
                    <a:pt x="3706999" y="0"/>
                  </a:lnTo>
                  <a:lnTo>
                    <a:pt x="3706143" y="0"/>
                  </a:lnTo>
                  <a:lnTo>
                    <a:pt x="3705288" y="0"/>
                  </a:lnTo>
                  <a:lnTo>
                    <a:pt x="3704432" y="0"/>
                  </a:lnTo>
                  <a:lnTo>
                    <a:pt x="3703577" y="0"/>
                  </a:lnTo>
                  <a:lnTo>
                    <a:pt x="3702721" y="0"/>
                  </a:lnTo>
                  <a:lnTo>
                    <a:pt x="3701866" y="0"/>
                  </a:lnTo>
                  <a:lnTo>
                    <a:pt x="3701010" y="0"/>
                  </a:lnTo>
                  <a:lnTo>
                    <a:pt x="3700155" y="0"/>
                  </a:lnTo>
                  <a:lnTo>
                    <a:pt x="3699299" y="0"/>
                  </a:lnTo>
                  <a:lnTo>
                    <a:pt x="3698444" y="0"/>
                  </a:lnTo>
                  <a:lnTo>
                    <a:pt x="3697588" y="0"/>
                  </a:lnTo>
                  <a:lnTo>
                    <a:pt x="3696733" y="0"/>
                  </a:lnTo>
                  <a:lnTo>
                    <a:pt x="3695877" y="0"/>
                  </a:lnTo>
                  <a:lnTo>
                    <a:pt x="3695021" y="0"/>
                  </a:lnTo>
                  <a:lnTo>
                    <a:pt x="3694166" y="0"/>
                  </a:lnTo>
                  <a:lnTo>
                    <a:pt x="3693310" y="0"/>
                  </a:lnTo>
                  <a:lnTo>
                    <a:pt x="3692455" y="0"/>
                  </a:lnTo>
                  <a:lnTo>
                    <a:pt x="3691599" y="0"/>
                  </a:lnTo>
                  <a:lnTo>
                    <a:pt x="3690744" y="0"/>
                  </a:lnTo>
                  <a:lnTo>
                    <a:pt x="3689888" y="0"/>
                  </a:lnTo>
                  <a:lnTo>
                    <a:pt x="3689033" y="0"/>
                  </a:lnTo>
                  <a:lnTo>
                    <a:pt x="3688177" y="0"/>
                  </a:lnTo>
                  <a:lnTo>
                    <a:pt x="3687322" y="0"/>
                  </a:lnTo>
                  <a:lnTo>
                    <a:pt x="3686466" y="0"/>
                  </a:lnTo>
                  <a:lnTo>
                    <a:pt x="3685611" y="0"/>
                  </a:lnTo>
                  <a:lnTo>
                    <a:pt x="3684755" y="0"/>
                  </a:lnTo>
                  <a:lnTo>
                    <a:pt x="3683900" y="0"/>
                  </a:lnTo>
                  <a:lnTo>
                    <a:pt x="3683044" y="0"/>
                  </a:lnTo>
                  <a:lnTo>
                    <a:pt x="3682189" y="0"/>
                  </a:lnTo>
                  <a:lnTo>
                    <a:pt x="3681333" y="0"/>
                  </a:lnTo>
                  <a:lnTo>
                    <a:pt x="3680478" y="0"/>
                  </a:lnTo>
                  <a:lnTo>
                    <a:pt x="3679622" y="0"/>
                  </a:lnTo>
                  <a:lnTo>
                    <a:pt x="3678766" y="0"/>
                  </a:lnTo>
                  <a:lnTo>
                    <a:pt x="3677911" y="0"/>
                  </a:lnTo>
                  <a:lnTo>
                    <a:pt x="3677055" y="0"/>
                  </a:lnTo>
                  <a:lnTo>
                    <a:pt x="3676200" y="0"/>
                  </a:lnTo>
                  <a:lnTo>
                    <a:pt x="3675344" y="0"/>
                  </a:lnTo>
                  <a:lnTo>
                    <a:pt x="3674489" y="0"/>
                  </a:lnTo>
                  <a:lnTo>
                    <a:pt x="3673633" y="0"/>
                  </a:lnTo>
                  <a:lnTo>
                    <a:pt x="3672778" y="0"/>
                  </a:lnTo>
                  <a:lnTo>
                    <a:pt x="3671922" y="0"/>
                  </a:lnTo>
                  <a:lnTo>
                    <a:pt x="3671067" y="0"/>
                  </a:lnTo>
                  <a:lnTo>
                    <a:pt x="3670211" y="0"/>
                  </a:lnTo>
                  <a:lnTo>
                    <a:pt x="3669356" y="0"/>
                  </a:lnTo>
                  <a:lnTo>
                    <a:pt x="3668500" y="0"/>
                  </a:lnTo>
                  <a:lnTo>
                    <a:pt x="3667645" y="0"/>
                  </a:lnTo>
                  <a:lnTo>
                    <a:pt x="3666789" y="0"/>
                  </a:lnTo>
                  <a:lnTo>
                    <a:pt x="3665934" y="0"/>
                  </a:lnTo>
                  <a:lnTo>
                    <a:pt x="3665078" y="0"/>
                  </a:lnTo>
                  <a:lnTo>
                    <a:pt x="3664223" y="0"/>
                  </a:lnTo>
                  <a:lnTo>
                    <a:pt x="3663367" y="0"/>
                  </a:lnTo>
                  <a:lnTo>
                    <a:pt x="3662511" y="0"/>
                  </a:lnTo>
                  <a:lnTo>
                    <a:pt x="3661656" y="0"/>
                  </a:lnTo>
                  <a:lnTo>
                    <a:pt x="3660800" y="0"/>
                  </a:lnTo>
                  <a:lnTo>
                    <a:pt x="3659945" y="0"/>
                  </a:lnTo>
                  <a:lnTo>
                    <a:pt x="3659089" y="0"/>
                  </a:lnTo>
                  <a:lnTo>
                    <a:pt x="3658234" y="0"/>
                  </a:lnTo>
                  <a:lnTo>
                    <a:pt x="3657378" y="0"/>
                  </a:lnTo>
                  <a:lnTo>
                    <a:pt x="3656523" y="0"/>
                  </a:lnTo>
                  <a:lnTo>
                    <a:pt x="3655667" y="0"/>
                  </a:lnTo>
                  <a:lnTo>
                    <a:pt x="3654812" y="0"/>
                  </a:lnTo>
                  <a:lnTo>
                    <a:pt x="3653956" y="0"/>
                  </a:lnTo>
                  <a:lnTo>
                    <a:pt x="3653101" y="0"/>
                  </a:lnTo>
                  <a:lnTo>
                    <a:pt x="3652245" y="0"/>
                  </a:lnTo>
                  <a:lnTo>
                    <a:pt x="3651390" y="0"/>
                  </a:lnTo>
                  <a:lnTo>
                    <a:pt x="3650534" y="0"/>
                  </a:lnTo>
                  <a:lnTo>
                    <a:pt x="3649679" y="0"/>
                  </a:lnTo>
                  <a:lnTo>
                    <a:pt x="3648823" y="0"/>
                  </a:lnTo>
                  <a:lnTo>
                    <a:pt x="3647967" y="0"/>
                  </a:lnTo>
                  <a:lnTo>
                    <a:pt x="3647112" y="0"/>
                  </a:lnTo>
                  <a:lnTo>
                    <a:pt x="3646256" y="0"/>
                  </a:lnTo>
                  <a:lnTo>
                    <a:pt x="3645401" y="0"/>
                  </a:lnTo>
                  <a:lnTo>
                    <a:pt x="3644545" y="0"/>
                  </a:lnTo>
                  <a:lnTo>
                    <a:pt x="3643690" y="0"/>
                  </a:lnTo>
                  <a:lnTo>
                    <a:pt x="3642834" y="0"/>
                  </a:lnTo>
                  <a:lnTo>
                    <a:pt x="3641979" y="0"/>
                  </a:lnTo>
                  <a:lnTo>
                    <a:pt x="3641123" y="0"/>
                  </a:lnTo>
                  <a:lnTo>
                    <a:pt x="3640268" y="0"/>
                  </a:lnTo>
                  <a:lnTo>
                    <a:pt x="3639412" y="0"/>
                  </a:lnTo>
                  <a:lnTo>
                    <a:pt x="3638557" y="0"/>
                  </a:lnTo>
                  <a:lnTo>
                    <a:pt x="3637701" y="0"/>
                  </a:lnTo>
                  <a:lnTo>
                    <a:pt x="3636846" y="0"/>
                  </a:lnTo>
                  <a:lnTo>
                    <a:pt x="3635990" y="0"/>
                  </a:lnTo>
                  <a:lnTo>
                    <a:pt x="3635135" y="0"/>
                  </a:lnTo>
                  <a:lnTo>
                    <a:pt x="3634279" y="0"/>
                  </a:lnTo>
                  <a:lnTo>
                    <a:pt x="3633424" y="0"/>
                  </a:lnTo>
                  <a:lnTo>
                    <a:pt x="3632568" y="0"/>
                  </a:lnTo>
                  <a:lnTo>
                    <a:pt x="3631712" y="0"/>
                  </a:lnTo>
                  <a:lnTo>
                    <a:pt x="3630857" y="0"/>
                  </a:lnTo>
                  <a:lnTo>
                    <a:pt x="3630001" y="0"/>
                  </a:lnTo>
                  <a:lnTo>
                    <a:pt x="3629146" y="0"/>
                  </a:lnTo>
                  <a:lnTo>
                    <a:pt x="3628290" y="0"/>
                  </a:lnTo>
                  <a:lnTo>
                    <a:pt x="3627435" y="0"/>
                  </a:lnTo>
                  <a:lnTo>
                    <a:pt x="3626579" y="0"/>
                  </a:lnTo>
                  <a:lnTo>
                    <a:pt x="3625724" y="0"/>
                  </a:lnTo>
                  <a:lnTo>
                    <a:pt x="3624868" y="0"/>
                  </a:lnTo>
                  <a:lnTo>
                    <a:pt x="3624013" y="0"/>
                  </a:lnTo>
                  <a:lnTo>
                    <a:pt x="3623157" y="0"/>
                  </a:lnTo>
                  <a:lnTo>
                    <a:pt x="3622302" y="0"/>
                  </a:lnTo>
                  <a:lnTo>
                    <a:pt x="3621446" y="0"/>
                  </a:lnTo>
                  <a:lnTo>
                    <a:pt x="3620591" y="0"/>
                  </a:lnTo>
                  <a:lnTo>
                    <a:pt x="3619735" y="0"/>
                  </a:lnTo>
                  <a:lnTo>
                    <a:pt x="3618880" y="0"/>
                  </a:lnTo>
                  <a:lnTo>
                    <a:pt x="3618024" y="0"/>
                  </a:lnTo>
                  <a:lnTo>
                    <a:pt x="3617169" y="0"/>
                  </a:lnTo>
                  <a:lnTo>
                    <a:pt x="3616313" y="0"/>
                  </a:lnTo>
                  <a:lnTo>
                    <a:pt x="3615457" y="0"/>
                  </a:lnTo>
                  <a:lnTo>
                    <a:pt x="3614602" y="0"/>
                  </a:lnTo>
                  <a:lnTo>
                    <a:pt x="3613746" y="0"/>
                  </a:lnTo>
                  <a:lnTo>
                    <a:pt x="3612891" y="0"/>
                  </a:lnTo>
                  <a:lnTo>
                    <a:pt x="3612035" y="0"/>
                  </a:lnTo>
                  <a:lnTo>
                    <a:pt x="3611180" y="0"/>
                  </a:lnTo>
                  <a:lnTo>
                    <a:pt x="3610324" y="0"/>
                  </a:lnTo>
                  <a:lnTo>
                    <a:pt x="3609469" y="0"/>
                  </a:lnTo>
                  <a:lnTo>
                    <a:pt x="3608613" y="0"/>
                  </a:lnTo>
                  <a:lnTo>
                    <a:pt x="3607758" y="0"/>
                  </a:lnTo>
                  <a:lnTo>
                    <a:pt x="3606902" y="0"/>
                  </a:lnTo>
                  <a:lnTo>
                    <a:pt x="3606047" y="0"/>
                  </a:lnTo>
                  <a:lnTo>
                    <a:pt x="3605191" y="0"/>
                  </a:lnTo>
                  <a:lnTo>
                    <a:pt x="3604336" y="0"/>
                  </a:lnTo>
                  <a:lnTo>
                    <a:pt x="3603480" y="0"/>
                  </a:lnTo>
                  <a:lnTo>
                    <a:pt x="3602625" y="0"/>
                  </a:lnTo>
                  <a:lnTo>
                    <a:pt x="3601769" y="0"/>
                  </a:lnTo>
                  <a:lnTo>
                    <a:pt x="3600913" y="0"/>
                  </a:lnTo>
                  <a:lnTo>
                    <a:pt x="3600058" y="0"/>
                  </a:lnTo>
                  <a:lnTo>
                    <a:pt x="3599202" y="0"/>
                  </a:lnTo>
                  <a:lnTo>
                    <a:pt x="3598347" y="0"/>
                  </a:lnTo>
                  <a:lnTo>
                    <a:pt x="3597491" y="0"/>
                  </a:lnTo>
                  <a:lnTo>
                    <a:pt x="3596636" y="0"/>
                  </a:lnTo>
                  <a:lnTo>
                    <a:pt x="3595780" y="0"/>
                  </a:lnTo>
                  <a:lnTo>
                    <a:pt x="3594925" y="0"/>
                  </a:lnTo>
                  <a:lnTo>
                    <a:pt x="3594069" y="0"/>
                  </a:lnTo>
                  <a:lnTo>
                    <a:pt x="3593214" y="0"/>
                  </a:lnTo>
                  <a:lnTo>
                    <a:pt x="3592358" y="0"/>
                  </a:lnTo>
                  <a:lnTo>
                    <a:pt x="3591503" y="0"/>
                  </a:lnTo>
                  <a:lnTo>
                    <a:pt x="3590647" y="0"/>
                  </a:lnTo>
                  <a:lnTo>
                    <a:pt x="3589792" y="0"/>
                  </a:lnTo>
                  <a:lnTo>
                    <a:pt x="3588936" y="0"/>
                  </a:lnTo>
                  <a:lnTo>
                    <a:pt x="3588081" y="0"/>
                  </a:lnTo>
                  <a:lnTo>
                    <a:pt x="3587225" y="0"/>
                  </a:lnTo>
                  <a:lnTo>
                    <a:pt x="3586370" y="0"/>
                  </a:lnTo>
                  <a:lnTo>
                    <a:pt x="3585514" y="0"/>
                  </a:lnTo>
                  <a:lnTo>
                    <a:pt x="3584658" y="0"/>
                  </a:lnTo>
                  <a:lnTo>
                    <a:pt x="3583803" y="0"/>
                  </a:lnTo>
                  <a:lnTo>
                    <a:pt x="3582947" y="0"/>
                  </a:lnTo>
                  <a:lnTo>
                    <a:pt x="3582092" y="0"/>
                  </a:lnTo>
                  <a:lnTo>
                    <a:pt x="3581236" y="0"/>
                  </a:lnTo>
                  <a:lnTo>
                    <a:pt x="3580381" y="0"/>
                  </a:lnTo>
                  <a:lnTo>
                    <a:pt x="3579525" y="0"/>
                  </a:lnTo>
                  <a:lnTo>
                    <a:pt x="3578670" y="0"/>
                  </a:lnTo>
                  <a:lnTo>
                    <a:pt x="3577814" y="0"/>
                  </a:lnTo>
                  <a:lnTo>
                    <a:pt x="3576959" y="0"/>
                  </a:lnTo>
                  <a:lnTo>
                    <a:pt x="3576103" y="0"/>
                  </a:lnTo>
                  <a:lnTo>
                    <a:pt x="3575248" y="0"/>
                  </a:lnTo>
                  <a:lnTo>
                    <a:pt x="3574392" y="0"/>
                  </a:lnTo>
                  <a:lnTo>
                    <a:pt x="3573537" y="0"/>
                  </a:lnTo>
                  <a:lnTo>
                    <a:pt x="3572681" y="0"/>
                  </a:lnTo>
                  <a:lnTo>
                    <a:pt x="3571826" y="0"/>
                  </a:lnTo>
                  <a:lnTo>
                    <a:pt x="3570970" y="0"/>
                  </a:lnTo>
                  <a:lnTo>
                    <a:pt x="3570115" y="0"/>
                  </a:lnTo>
                  <a:lnTo>
                    <a:pt x="3569259" y="0"/>
                  </a:lnTo>
                  <a:lnTo>
                    <a:pt x="3568403" y="0"/>
                  </a:lnTo>
                  <a:lnTo>
                    <a:pt x="3567548" y="0"/>
                  </a:lnTo>
                  <a:lnTo>
                    <a:pt x="3566692" y="0"/>
                  </a:lnTo>
                  <a:lnTo>
                    <a:pt x="3565837" y="0"/>
                  </a:lnTo>
                  <a:lnTo>
                    <a:pt x="3564981" y="0"/>
                  </a:lnTo>
                  <a:lnTo>
                    <a:pt x="3564126" y="0"/>
                  </a:lnTo>
                  <a:lnTo>
                    <a:pt x="3563270" y="0"/>
                  </a:lnTo>
                  <a:lnTo>
                    <a:pt x="3562415" y="0"/>
                  </a:lnTo>
                  <a:lnTo>
                    <a:pt x="3561559" y="0"/>
                  </a:lnTo>
                  <a:lnTo>
                    <a:pt x="3560704" y="0"/>
                  </a:lnTo>
                  <a:lnTo>
                    <a:pt x="3559848" y="0"/>
                  </a:lnTo>
                  <a:lnTo>
                    <a:pt x="3558993" y="0"/>
                  </a:lnTo>
                  <a:lnTo>
                    <a:pt x="3558137" y="0"/>
                  </a:lnTo>
                  <a:lnTo>
                    <a:pt x="3557282" y="0"/>
                  </a:lnTo>
                  <a:lnTo>
                    <a:pt x="3556426" y="0"/>
                  </a:lnTo>
                  <a:lnTo>
                    <a:pt x="3555571" y="0"/>
                  </a:lnTo>
                  <a:lnTo>
                    <a:pt x="3554715" y="0"/>
                  </a:lnTo>
                  <a:lnTo>
                    <a:pt x="3553859" y="0"/>
                  </a:lnTo>
                  <a:lnTo>
                    <a:pt x="3553004" y="0"/>
                  </a:lnTo>
                  <a:lnTo>
                    <a:pt x="3552148" y="0"/>
                  </a:lnTo>
                  <a:lnTo>
                    <a:pt x="3551293" y="0"/>
                  </a:lnTo>
                  <a:lnTo>
                    <a:pt x="3550437" y="0"/>
                  </a:lnTo>
                  <a:lnTo>
                    <a:pt x="3549582" y="0"/>
                  </a:lnTo>
                  <a:lnTo>
                    <a:pt x="3548726" y="0"/>
                  </a:lnTo>
                  <a:lnTo>
                    <a:pt x="3547871" y="0"/>
                  </a:lnTo>
                  <a:lnTo>
                    <a:pt x="3547015" y="0"/>
                  </a:lnTo>
                  <a:lnTo>
                    <a:pt x="3546160" y="0"/>
                  </a:lnTo>
                  <a:lnTo>
                    <a:pt x="3545304" y="0"/>
                  </a:lnTo>
                  <a:lnTo>
                    <a:pt x="3544449" y="0"/>
                  </a:lnTo>
                  <a:lnTo>
                    <a:pt x="3543593" y="0"/>
                  </a:lnTo>
                  <a:lnTo>
                    <a:pt x="3542738" y="0"/>
                  </a:lnTo>
                  <a:lnTo>
                    <a:pt x="3541882" y="0"/>
                  </a:lnTo>
                  <a:lnTo>
                    <a:pt x="3541027" y="0"/>
                  </a:lnTo>
                  <a:lnTo>
                    <a:pt x="3540171" y="0"/>
                  </a:lnTo>
                  <a:lnTo>
                    <a:pt x="3539316" y="0"/>
                  </a:lnTo>
                  <a:lnTo>
                    <a:pt x="3538460" y="0"/>
                  </a:lnTo>
                  <a:lnTo>
                    <a:pt x="3537604" y="0"/>
                  </a:lnTo>
                  <a:lnTo>
                    <a:pt x="3536749" y="0"/>
                  </a:lnTo>
                  <a:lnTo>
                    <a:pt x="3535893" y="0"/>
                  </a:lnTo>
                  <a:lnTo>
                    <a:pt x="3535038" y="0"/>
                  </a:lnTo>
                  <a:lnTo>
                    <a:pt x="3534182" y="0"/>
                  </a:lnTo>
                  <a:lnTo>
                    <a:pt x="3533327" y="0"/>
                  </a:lnTo>
                  <a:lnTo>
                    <a:pt x="3532471" y="0"/>
                  </a:lnTo>
                  <a:lnTo>
                    <a:pt x="3531616" y="0"/>
                  </a:lnTo>
                  <a:lnTo>
                    <a:pt x="3530760" y="0"/>
                  </a:lnTo>
                  <a:lnTo>
                    <a:pt x="3529905" y="0"/>
                  </a:lnTo>
                  <a:lnTo>
                    <a:pt x="3529049" y="0"/>
                  </a:lnTo>
                  <a:lnTo>
                    <a:pt x="3528194" y="0"/>
                  </a:lnTo>
                  <a:lnTo>
                    <a:pt x="3527338" y="0"/>
                  </a:lnTo>
                  <a:lnTo>
                    <a:pt x="3526483" y="0"/>
                  </a:lnTo>
                  <a:lnTo>
                    <a:pt x="3525627" y="0"/>
                  </a:lnTo>
                  <a:lnTo>
                    <a:pt x="3524772" y="0"/>
                  </a:lnTo>
                  <a:lnTo>
                    <a:pt x="3523916" y="0"/>
                  </a:lnTo>
                  <a:lnTo>
                    <a:pt x="3523061" y="0"/>
                  </a:lnTo>
                  <a:lnTo>
                    <a:pt x="3522205" y="0"/>
                  </a:lnTo>
                  <a:lnTo>
                    <a:pt x="3521349" y="0"/>
                  </a:lnTo>
                  <a:lnTo>
                    <a:pt x="3520494" y="0"/>
                  </a:lnTo>
                  <a:lnTo>
                    <a:pt x="3519638" y="0"/>
                  </a:lnTo>
                  <a:lnTo>
                    <a:pt x="3518783" y="0"/>
                  </a:lnTo>
                  <a:lnTo>
                    <a:pt x="3517927" y="0"/>
                  </a:lnTo>
                  <a:lnTo>
                    <a:pt x="3517072" y="0"/>
                  </a:lnTo>
                  <a:lnTo>
                    <a:pt x="3516216" y="0"/>
                  </a:lnTo>
                  <a:lnTo>
                    <a:pt x="3515361" y="0"/>
                  </a:lnTo>
                  <a:lnTo>
                    <a:pt x="3514505" y="0"/>
                  </a:lnTo>
                  <a:lnTo>
                    <a:pt x="3513650" y="0"/>
                  </a:lnTo>
                  <a:lnTo>
                    <a:pt x="3512794" y="0"/>
                  </a:lnTo>
                  <a:lnTo>
                    <a:pt x="3511939" y="0"/>
                  </a:lnTo>
                  <a:lnTo>
                    <a:pt x="3511083" y="0"/>
                  </a:lnTo>
                  <a:lnTo>
                    <a:pt x="3510228" y="0"/>
                  </a:lnTo>
                  <a:lnTo>
                    <a:pt x="3509372" y="0"/>
                  </a:lnTo>
                  <a:lnTo>
                    <a:pt x="3508517" y="0"/>
                  </a:lnTo>
                  <a:lnTo>
                    <a:pt x="3507661" y="0"/>
                  </a:lnTo>
                  <a:lnTo>
                    <a:pt x="3506806" y="0"/>
                  </a:lnTo>
                  <a:lnTo>
                    <a:pt x="3505950" y="0"/>
                  </a:lnTo>
                  <a:lnTo>
                    <a:pt x="3505094" y="0"/>
                  </a:lnTo>
                  <a:lnTo>
                    <a:pt x="3504239" y="0"/>
                  </a:lnTo>
                  <a:lnTo>
                    <a:pt x="3503383" y="0"/>
                  </a:lnTo>
                  <a:lnTo>
                    <a:pt x="3502528" y="0"/>
                  </a:lnTo>
                  <a:lnTo>
                    <a:pt x="3501672" y="0"/>
                  </a:lnTo>
                  <a:lnTo>
                    <a:pt x="3500817" y="0"/>
                  </a:lnTo>
                  <a:lnTo>
                    <a:pt x="3499961" y="0"/>
                  </a:lnTo>
                  <a:lnTo>
                    <a:pt x="3499106" y="0"/>
                  </a:lnTo>
                  <a:lnTo>
                    <a:pt x="3498250" y="0"/>
                  </a:lnTo>
                  <a:lnTo>
                    <a:pt x="3497395" y="0"/>
                  </a:lnTo>
                  <a:lnTo>
                    <a:pt x="3496539" y="0"/>
                  </a:lnTo>
                  <a:lnTo>
                    <a:pt x="3495684" y="0"/>
                  </a:lnTo>
                  <a:lnTo>
                    <a:pt x="3494828" y="0"/>
                  </a:lnTo>
                  <a:lnTo>
                    <a:pt x="3493973" y="0"/>
                  </a:lnTo>
                  <a:lnTo>
                    <a:pt x="3493117" y="0"/>
                  </a:lnTo>
                  <a:lnTo>
                    <a:pt x="3492262" y="0"/>
                  </a:lnTo>
                  <a:lnTo>
                    <a:pt x="3491406" y="0"/>
                  </a:lnTo>
                  <a:lnTo>
                    <a:pt x="3490550" y="0"/>
                  </a:lnTo>
                  <a:lnTo>
                    <a:pt x="3489695" y="0"/>
                  </a:lnTo>
                  <a:lnTo>
                    <a:pt x="3488839" y="0"/>
                  </a:lnTo>
                  <a:lnTo>
                    <a:pt x="3487984" y="0"/>
                  </a:lnTo>
                  <a:lnTo>
                    <a:pt x="3487128" y="0"/>
                  </a:lnTo>
                  <a:lnTo>
                    <a:pt x="3486273" y="0"/>
                  </a:lnTo>
                  <a:lnTo>
                    <a:pt x="3485417" y="0"/>
                  </a:lnTo>
                  <a:lnTo>
                    <a:pt x="3484562" y="0"/>
                  </a:lnTo>
                  <a:lnTo>
                    <a:pt x="3483706" y="0"/>
                  </a:lnTo>
                  <a:lnTo>
                    <a:pt x="3482851" y="0"/>
                  </a:lnTo>
                  <a:lnTo>
                    <a:pt x="3481995" y="0"/>
                  </a:lnTo>
                  <a:lnTo>
                    <a:pt x="3481140" y="0"/>
                  </a:lnTo>
                  <a:lnTo>
                    <a:pt x="3480284" y="0"/>
                  </a:lnTo>
                  <a:lnTo>
                    <a:pt x="3479429" y="0"/>
                  </a:lnTo>
                  <a:lnTo>
                    <a:pt x="3478573" y="0"/>
                  </a:lnTo>
                  <a:lnTo>
                    <a:pt x="3477718" y="0"/>
                  </a:lnTo>
                  <a:lnTo>
                    <a:pt x="3476862" y="0"/>
                  </a:lnTo>
                  <a:lnTo>
                    <a:pt x="3476007" y="0"/>
                  </a:lnTo>
                  <a:lnTo>
                    <a:pt x="3475151" y="0"/>
                  </a:lnTo>
                  <a:lnTo>
                    <a:pt x="3474295" y="0"/>
                  </a:lnTo>
                  <a:lnTo>
                    <a:pt x="3473440" y="0"/>
                  </a:lnTo>
                  <a:lnTo>
                    <a:pt x="3472584" y="0"/>
                  </a:lnTo>
                  <a:lnTo>
                    <a:pt x="3471729" y="0"/>
                  </a:lnTo>
                  <a:lnTo>
                    <a:pt x="3470873" y="0"/>
                  </a:lnTo>
                  <a:lnTo>
                    <a:pt x="3470018" y="0"/>
                  </a:lnTo>
                  <a:lnTo>
                    <a:pt x="3469162" y="0"/>
                  </a:lnTo>
                  <a:lnTo>
                    <a:pt x="3468307" y="0"/>
                  </a:lnTo>
                  <a:lnTo>
                    <a:pt x="3467451" y="0"/>
                  </a:lnTo>
                  <a:lnTo>
                    <a:pt x="3466596" y="0"/>
                  </a:lnTo>
                  <a:lnTo>
                    <a:pt x="3465740" y="0"/>
                  </a:lnTo>
                  <a:lnTo>
                    <a:pt x="3464885" y="0"/>
                  </a:lnTo>
                  <a:lnTo>
                    <a:pt x="3464029" y="0"/>
                  </a:lnTo>
                  <a:lnTo>
                    <a:pt x="3463174" y="0"/>
                  </a:lnTo>
                  <a:lnTo>
                    <a:pt x="3462318" y="0"/>
                  </a:lnTo>
                  <a:lnTo>
                    <a:pt x="3461463" y="0"/>
                  </a:lnTo>
                  <a:lnTo>
                    <a:pt x="3460607" y="0"/>
                  </a:lnTo>
                  <a:lnTo>
                    <a:pt x="3459752" y="0"/>
                  </a:lnTo>
                  <a:lnTo>
                    <a:pt x="3458896" y="0"/>
                  </a:lnTo>
                  <a:lnTo>
                    <a:pt x="3458040" y="0"/>
                  </a:lnTo>
                  <a:lnTo>
                    <a:pt x="3457185" y="0"/>
                  </a:lnTo>
                  <a:lnTo>
                    <a:pt x="3456329" y="0"/>
                  </a:lnTo>
                  <a:lnTo>
                    <a:pt x="3455474" y="0"/>
                  </a:lnTo>
                  <a:lnTo>
                    <a:pt x="3454618" y="0"/>
                  </a:lnTo>
                  <a:lnTo>
                    <a:pt x="3453763" y="0"/>
                  </a:lnTo>
                  <a:lnTo>
                    <a:pt x="3452907" y="0"/>
                  </a:lnTo>
                  <a:lnTo>
                    <a:pt x="3452052" y="0"/>
                  </a:lnTo>
                  <a:lnTo>
                    <a:pt x="3451196" y="0"/>
                  </a:lnTo>
                  <a:lnTo>
                    <a:pt x="3450341" y="0"/>
                  </a:lnTo>
                  <a:lnTo>
                    <a:pt x="3449485" y="0"/>
                  </a:lnTo>
                  <a:lnTo>
                    <a:pt x="3448630" y="0"/>
                  </a:lnTo>
                  <a:lnTo>
                    <a:pt x="3447774" y="0"/>
                  </a:lnTo>
                  <a:lnTo>
                    <a:pt x="3446919" y="0"/>
                  </a:lnTo>
                  <a:lnTo>
                    <a:pt x="3446063" y="0"/>
                  </a:lnTo>
                  <a:lnTo>
                    <a:pt x="3445208" y="0"/>
                  </a:lnTo>
                  <a:lnTo>
                    <a:pt x="3444352" y="0"/>
                  </a:lnTo>
                  <a:lnTo>
                    <a:pt x="3443496" y="0"/>
                  </a:lnTo>
                  <a:lnTo>
                    <a:pt x="3442641" y="0"/>
                  </a:lnTo>
                  <a:lnTo>
                    <a:pt x="3441785" y="0"/>
                  </a:lnTo>
                  <a:lnTo>
                    <a:pt x="3440930" y="0"/>
                  </a:lnTo>
                  <a:lnTo>
                    <a:pt x="3440074" y="0"/>
                  </a:lnTo>
                  <a:lnTo>
                    <a:pt x="3439219" y="0"/>
                  </a:lnTo>
                  <a:lnTo>
                    <a:pt x="3438363" y="0"/>
                  </a:lnTo>
                  <a:lnTo>
                    <a:pt x="3437508" y="0"/>
                  </a:lnTo>
                  <a:lnTo>
                    <a:pt x="3436652" y="0"/>
                  </a:lnTo>
                  <a:lnTo>
                    <a:pt x="3435797" y="0"/>
                  </a:lnTo>
                  <a:lnTo>
                    <a:pt x="3434941" y="0"/>
                  </a:lnTo>
                  <a:lnTo>
                    <a:pt x="3434086" y="0"/>
                  </a:lnTo>
                  <a:lnTo>
                    <a:pt x="3433230" y="0"/>
                  </a:lnTo>
                  <a:lnTo>
                    <a:pt x="3432375" y="0"/>
                  </a:lnTo>
                  <a:lnTo>
                    <a:pt x="3431519" y="0"/>
                  </a:lnTo>
                  <a:lnTo>
                    <a:pt x="3430664" y="0"/>
                  </a:lnTo>
                  <a:lnTo>
                    <a:pt x="3429808" y="0"/>
                  </a:lnTo>
                  <a:lnTo>
                    <a:pt x="3428953" y="0"/>
                  </a:lnTo>
                  <a:lnTo>
                    <a:pt x="3428097" y="0"/>
                  </a:lnTo>
                  <a:lnTo>
                    <a:pt x="3427241" y="0"/>
                  </a:lnTo>
                  <a:lnTo>
                    <a:pt x="3426386" y="0"/>
                  </a:lnTo>
                  <a:lnTo>
                    <a:pt x="3425530" y="0"/>
                  </a:lnTo>
                  <a:lnTo>
                    <a:pt x="3424675" y="0"/>
                  </a:lnTo>
                  <a:lnTo>
                    <a:pt x="3423819" y="0"/>
                  </a:lnTo>
                  <a:lnTo>
                    <a:pt x="3422964" y="0"/>
                  </a:lnTo>
                  <a:lnTo>
                    <a:pt x="3422108" y="0"/>
                  </a:lnTo>
                  <a:lnTo>
                    <a:pt x="3421253" y="0"/>
                  </a:lnTo>
                  <a:lnTo>
                    <a:pt x="3420397" y="0"/>
                  </a:lnTo>
                  <a:lnTo>
                    <a:pt x="3419542" y="0"/>
                  </a:lnTo>
                  <a:lnTo>
                    <a:pt x="3418686" y="0"/>
                  </a:lnTo>
                  <a:lnTo>
                    <a:pt x="3417831" y="0"/>
                  </a:lnTo>
                  <a:lnTo>
                    <a:pt x="3416975" y="0"/>
                  </a:lnTo>
                  <a:lnTo>
                    <a:pt x="3416120" y="0"/>
                  </a:lnTo>
                  <a:lnTo>
                    <a:pt x="3415264" y="0"/>
                  </a:lnTo>
                  <a:lnTo>
                    <a:pt x="3414409" y="0"/>
                  </a:lnTo>
                  <a:lnTo>
                    <a:pt x="3413553" y="0"/>
                  </a:lnTo>
                  <a:lnTo>
                    <a:pt x="3412698" y="0"/>
                  </a:lnTo>
                  <a:lnTo>
                    <a:pt x="3411842" y="0"/>
                  </a:lnTo>
                  <a:lnTo>
                    <a:pt x="3410986" y="0"/>
                  </a:lnTo>
                  <a:lnTo>
                    <a:pt x="3410131" y="0"/>
                  </a:lnTo>
                  <a:lnTo>
                    <a:pt x="3409275" y="0"/>
                  </a:lnTo>
                  <a:lnTo>
                    <a:pt x="3408420" y="0"/>
                  </a:lnTo>
                  <a:lnTo>
                    <a:pt x="3407564" y="0"/>
                  </a:lnTo>
                  <a:lnTo>
                    <a:pt x="3406709" y="0"/>
                  </a:lnTo>
                  <a:lnTo>
                    <a:pt x="3405853" y="0"/>
                  </a:lnTo>
                  <a:lnTo>
                    <a:pt x="3404998" y="0"/>
                  </a:lnTo>
                  <a:lnTo>
                    <a:pt x="3404142" y="0"/>
                  </a:lnTo>
                  <a:lnTo>
                    <a:pt x="3403287" y="0"/>
                  </a:lnTo>
                  <a:lnTo>
                    <a:pt x="3402431" y="0"/>
                  </a:lnTo>
                  <a:lnTo>
                    <a:pt x="3401576" y="0"/>
                  </a:lnTo>
                  <a:lnTo>
                    <a:pt x="3400720" y="0"/>
                  </a:lnTo>
                  <a:lnTo>
                    <a:pt x="3399865" y="0"/>
                  </a:lnTo>
                  <a:lnTo>
                    <a:pt x="3399009" y="0"/>
                  </a:lnTo>
                  <a:lnTo>
                    <a:pt x="3398154" y="0"/>
                  </a:lnTo>
                  <a:lnTo>
                    <a:pt x="3397298" y="0"/>
                  </a:lnTo>
                  <a:lnTo>
                    <a:pt x="3396442" y="0"/>
                  </a:lnTo>
                  <a:lnTo>
                    <a:pt x="3395587" y="0"/>
                  </a:lnTo>
                  <a:lnTo>
                    <a:pt x="3394731" y="0"/>
                  </a:lnTo>
                  <a:lnTo>
                    <a:pt x="3393876" y="0"/>
                  </a:lnTo>
                  <a:lnTo>
                    <a:pt x="3393020" y="0"/>
                  </a:lnTo>
                  <a:lnTo>
                    <a:pt x="3392165" y="0"/>
                  </a:lnTo>
                  <a:lnTo>
                    <a:pt x="3391309" y="0"/>
                  </a:lnTo>
                  <a:lnTo>
                    <a:pt x="3390454" y="0"/>
                  </a:lnTo>
                  <a:lnTo>
                    <a:pt x="3389598" y="0"/>
                  </a:lnTo>
                  <a:lnTo>
                    <a:pt x="3388743" y="0"/>
                  </a:lnTo>
                  <a:lnTo>
                    <a:pt x="3387887" y="0"/>
                  </a:lnTo>
                  <a:lnTo>
                    <a:pt x="3387032" y="0"/>
                  </a:lnTo>
                  <a:lnTo>
                    <a:pt x="3386176" y="0"/>
                  </a:lnTo>
                  <a:lnTo>
                    <a:pt x="3385321" y="0"/>
                  </a:lnTo>
                  <a:lnTo>
                    <a:pt x="3384465" y="0"/>
                  </a:lnTo>
                  <a:lnTo>
                    <a:pt x="3383610" y="0"/>
                  </a:lnTo>
                  <a:lnTo>
                    <a:pt x="3382754" y="0"/>
                  </a:lnTo>
                  <a:lnTo>
                    <a:pt x="3381899" y="0"/>
                  </a:lnTo>
                  <a:lnTo>
                    <a:pt x="3381043" y="0"/>
                  </a:lnTo>
                  <a:lnTo>
                    <a:pt x="3380187" y="0"/>
                  </a:lnTo>
                  <a:lnTo>
                    <a:pt x="3379332" y="0"/>
                  </a:lnTo>
                  <a:lnTo>
                    <a:pt x="3378476" y="0"/>
                  </a:lnTo>
                  <a:lnTo>
                    <a:pt x="3377621" y="0"/>
                  </a:lnTo>
                  <a:lnTo>
                    <a:pt x="3376765" y="0"/>
                  </a:lnTo>
                  <a:lnTo>
                    <a:pt x="3375910" y="0"/>
                  </a:lnTo>
                  <a:lnTo>
                    <a:pt x="3375054" y="0"/>
                  </a:lnTo>
                  <a:lnTo>
                    <a:pt x="3374199" y="0"/>
                  </a:lnTo>
                  <a:lnTo>
                    <a:pt x="3373343" y="0"/>
                  </a:lnTo>
                  <a:lnTo>
                    <a:pt x="3372488" y="0"/>
                  </a:lnTo>
                  <a:lnTo>
                    <a:pt x="3371632" y="0"/>
                  </a:lnTo>
                  <a:lnTo>
                    <a:pt x="3370777" y="0"/>
                  </a:lnTo>
                  <a:lnTo>
                    <a:pt x="3369921" y="0"/>
                  </a:lnTo>
                  <a:lnTo>
                    <a:pt x="3369066" y="0"/>
                  </a:lnTo>
                  <a:lnTo>
                    <a:pt x="3368210" y="0"/>
                  </a:lnTo>
                  <a:lnTo>
                    <a:pt x="3367355" y="0"/>
                  </a:lnTo>
                  <a:lnTo>
                    <a:pt x="3366499" y="0"/>
                  </a:lnTo>
                  <a:lnTo>
                    <a:pt x="3365644" y="0"/>
                  </a:lnTo>
                  <a:lnTo>
                    <a:pt x="3364788" y="0"/>
                  </a:lnTo>
                  <a:lnTo>
                    <a:pt x="3363932" y="0"/>
                  </a:lnTo>
                  <a:lnTo>
                    <a:pt x="3363077" y="0"/>
                  </a:lnTo>
                  <a:lnTo>
                    <a:pt x="3362221" y="0"/>
                  </a:lnTo>
                  <a:lnTo>
                    <a:pt x="3361366" y="0"/>
                  </a:lnTo>
                  <a:lnTo>
                    <a:pt x="3360510" y="0"/>
                  </a:lnTo>
                  <a:lnTo>
                    <a:pt x="3359655" y="0"/>
                  </a:lnTo>
                  <a:lnTo>
                    <a:pt x="3358799" y="0"/>
                  </a:lnTo>
                  <a:lnTo>
                    <a:pt x="3357944" y="0"/>
                  </a:lnTo>
                  <a:lnTo>
                    <a:pt x="3357088" y="0"/>
                  </a:lnTo>
                  <a:lnTo>
                    <a:pt x="3356233" y="0"/>
                  </a:lnTo>
                  <a:lnTo>
                    <a:pt x="3355377" y="0"/>
                  </a:lnTo>
                  <a:lnTo>
                    <a:pt x="3354522" y="0"/>
                  </a:lnTo>
                  <a:lnTo>
                    <a:pt x="3353666" y="0"/>
                  </a:lnTo>
                  <a:lnTo>
                    <a:pt x="3352811" y="0"/>
                  </a:lnTo>
                  <a:lnTo>
                    <a:pt x="3351955" y="0"/>
                  </a:lnTo>
                  <a:lnTo>
                    <a:pt x="3351100" y="0"/>
                  </a:lnTo>
                  <a:lnTo>
                    <a:pt x="3350244" y="0"/>
                  </a:lnTo>
                  <a:lnTo>
                    <a:pt x="3349388" y="0"/>
                  </a:lnTo>
                  <a:lnTo>
                    <a:pt x="3348533" y="0"/>
                  </a:lnTo>
                  <a:lnTo>
                    <a:pt x="3347677" y="0"/>
                  </a:lnTo>
                  <a:lnTo>
                    <a:pt x="3346822" y="0"/>
                  </a:lnTo>
                  <a:lnTo>
                    <a:pt x="3345966" y="0"/>
                  </a:lnTo>
                  <a:lnTo>
                    <a:pt x="3345111" y="0"/>
                  </a:lnTo>
                  <a:lnTo>
                    <a:pt x="3344255" y="0"/>
                  </a:lnTo>
                  <a:lnTo>
                    <a:pt x="3343400" y="0"/>
                  </a:lnTo>
                  <a:lnTo>
                    <a:pt x="3342544" y="0"/>
                  </a:lnTo>
                  <a:lnTo>
                    <a:pt x="3341689" y="0"/>
                  </a:lnTo>
                  <a:lnTo>
                    <a:pt x="3340833" y="0"/>
                  </a:lnTo>
                  <a:lnTo>
                    <a:pt x="3339978" y="0"/>
                  </a:lnTo>
                  <a:lnTo>
                    <a:pt x="3339122" y="0"/>
                  </a:lnTo>
                  <a:lnTo>
                    <a:pt x="3338267" y="0"/>
                  </a:lnTo>
                  <a:lnTo>
                    <a:pt x="3337411" y="0"/>
                  </a:lnTo>
                  <a:lnTo>
                    <a:pt x="3336556" y="0"/>
                  </a:lnTo>
                  <a:lnTo>
                    <a:pt x="3335700" y="0"/>
                  </a:lnTo>
                  <a:lnTo>
                    <a:pt x="3334845" y="0"/>
                  </a:lnTo>
                  <a:lnTo>
                    <a:pt x="3333989" y="0"/>
                  </a:lnTo>
                  <a:lnTo>
                    <a:pt x="3333133" y="0"/>
                  </a:lnTo>
                  <a:lnTo>
                    <a:pt x="3332278" y="0"/>
                  </a:lnTo>
                  <a:lnTo>
                    <a:pt x="3331422" y="0"/>
                  </a:lnTo>
                  <a:lnTo>
                    <a:pt x="3330567" y="0"/>
                  </a:lnTo>
                  <a:lnTo>
                    <a:pt x="3329711" y="0"/>
                  </a:lnTo>
                  <a:lnTo>
                    <a:pt x="3328856" y="0"/>
                  </a:lnTo>
                  <a:lnTo>
                    <a:pt x="3328000" y="0"/>
                  </a:lnTo>
                  <a:lnTo>
                    <a:pt x="3327145" y="0"/>
                  </a:lnTo>
                  <a:lnTo>
                    <a:pt x="3326289" y="0"/>
                  </a:lnTo>
                  <a:lnTo>
                    <a:pt x="3325434" y="0"/>
                  </a:lnTo>
                  <a:lnTo>
                    <a:pt x="3324578" y="0"/>
                  </a:lnTo>
                  <a:lnTo>
                    <a:pt x="3323723" y="0"/>
                  </a:lnTo>
                  <a:lnTo>
                    <a:pt x="3322867" y="0"/>
                  </a:lnTo>
                  <a:lnTo>
                    <a:pt x="3322012" y="0"/>
                  </a:lnTo>
                  <a:lnTo>
                    <a:pt x="3321156" y="0"/>
                  </a:lnTo>
                  <a:lnTo>
                    <a:pt x="3320301" y="0"/>
                  </a:lnTo>
                  <a:lnTo>
                    <a:pt x="3319445" y="0"/>
                  </a:lnTo>
                  <a:lnTo>
                    <a:pt x="3318590" y="0"/>
                  </a:lnTo>
                  <a:lnTo>
                    <a:pt x="3317734" y="0"/>
                  </a:lnTo>
                  <a:lnTo>
                    <a:pt x="3316878" y="0"/>
                  </a:lnTo>
                  <a:lnTo>
                    <a:pt x="3316023" y="0"/>
                  </a:lnTo>
                  <a:lnTo>
                    <a:pt x="3315167" y="0"/>
                  </a:lnTo>
                  <a:lnTo>
                    <a:pt x="3314312" y="0"/>
                  </a:lnTo>
                  <a:lnTo>
                    <a:pt x="3313456" y="0"/>
                  </a:lnTo>
                  <a:lnTo>
                    <a:pt x="3312601" y="0"/>
                  </a:lnTo>
                  <a:lnTo>
                    <a:pt x="3311745" y="0"/>
                  </a:lnTo>
                  <a:lnTo>
                    <a:pt x="3310890" y="0"/>
                  </a:lnTo>
                  <a:lnTo>
                    <a:pt x="3310034" y="0"/>
                  </a:lnTo>
                  <a:lnTo>
                    <a:pt x="3309179" y="0"/>
                  </a:lnTo>
                  <a:lnTo>
                    <a:pt x="3308323" y="0"/>
                  </a:lnTo>
                  <a:lnTo>
                    <a:pt x="3307468" y="0"/>
                  </a:lnTo>
                  <a:lnTo>
                    <a:pt x="3306612" y="0"/>
                  </a:lnTo>
                  <a:lnTo>
                    <a:pt x="3305757" y="0"/>
                  </a:lnTo>
                  <a:lnTo>
                    <a:pt x="3304901" y="0"/>
                  </a:lnTo>
                  <a:lnTo>
                    <a:pt x="3304046" y="0"/>
                  </a:lnTo>
                  <a:lnTo>
                    <a:pt x="3303190" y="0"/>
                  </a:lnTo>
                  <a:lnTo>
                    <a:pt x="3302335" y="0"/>
                  </a:lnTo>
                  <a:lnTo>
                    <a:pt x="3301479" y="0"/>
                  </a:lnTo>
                  <a:lnTo>
                    <a:pt x="3300623" y="0"/>
                  </a:lnTo>
                  <a:lnTo>
                    <a:pt x="3299768" y="0"/>
                  </a:lnTo>
                  <a:lnTo>
                    <a:pt x="3298912" y="0"/>
                  </a:lnTo>
                  <a:lnTo>
                    <a:pt x="3298057" y="0"/>
                  </a:lnTo>
                  <a:lnTo>
                    <a:pt x="3297201" y="0"/>
                  </a:lnTo>
                  <a:lnTo>
                    <a:pt x="3296346" y="0"/>
                  </a:lnTo>
                  <a:lnTo>
                    <a:pt x="3295490" y="0"/>
                  </a:lnTo>
                  <a:lnTo>
                    <a:pt x="3294635" y="0"/>
                  </a:lnTo>
                  <a:lnTo>
                    <a:pt x="3293779" y="0"/>
                  </a:lnTo>
                  <a:lnTo>
                    <a:pt x="3292924" y="0"/>
                  </a:lnTo>
                  <a:lnTo>
                    <a:pt x="3292068" y="0"/>
                  </a:lnTo>
                  <a:lnTo>
                    <a:pt x="3291213" y="0"/>
                  </a:lnTo>
                  <a:lnTo>
                    <a:pt x="3290357" y="0"/>
                  </a:lnTo>
                  <a:lnTo>
                    <a:pt x="3289502" y="0"/>
                  </a:lnTo>
                  <a:lnTo>
                    <a:pt x="3288646" y="0"/>
                  </a:lnTo>
                  <a:lnTo>
                    <a:pt x="3287791" y="0"/>
                  </a:lnTo>
                  <a:lnTo>
                    <a:pt x="3286935" y="0"/>
                  </a:lnTo>
                  <a:lnTo>
                    <a:pt x="3286079" y="0"/>
                  </a:lnTo>
                  <a:lnTo>
                    <a:pt x="3285224" y="0"/>
                  </a:lnTo>
                  <a:lnTo>
                    <a:pt x="3284368" y="0"/>
                  </a:lnTo>
                  <a:lnTo>
                    <a:pt x="3283513" y="0"/>
                  </a:lnTo>
                  <a:lnTo>
                    <a:pt x="3282657" y="0"/>
                  </a:lnTo>
                  <a:lnTo>
                    <a:pt x="3281802" y="0"/>
                  </a:lnTo>
                  <a:lnTo>
                    <a:pt x="3280946" y="0"/>
                  </a:lnTo>
                  <a:lnTo>
                    <a:pt x="3280091" y="0"/>
                  </a:lnTo>
                  <a:lnTo>
                    <a:pt x="3279235" y="0"/>
                  </a:lnTo>
                  <a:lnTo>
                    <a:pt x="3278380" y="0"/>
                  </a:lnTo>
                  <a:lnTo>
                    <a:pt x="3277524" y="0"/>
                  </a:lnTo>
                  <a:lnTo>
                    <a:pt x="3276669" y="0"/>
                  </a:lnTo>
                  <a:lnTo>
                    <a:pt x="3275813" y="0"/>
                  </a:lnTo>
                  <a:lnTo>
                    <a:pt x="3274958" y="0"/>
                  </a:lnTo>
                  <a:lnTo>
                    <a:pt x="3274102" y="0"/>
                  </a:lnTo>
                  <a:lnTo>
                    <a:pt x="3273247" y="0"/>
                  </a:lnTo>
                  <a:lnTo>
                    <a:pt x="3272391" y="0"/>
                  </a:lnTo>
                  <a:lnTo>
                    <a:pt x="3271536" y="0"/>
                  </a:lnTo>
                  <a:lnTo>
                    <a:pt x="3270680" y="0"/>
                  </a:lnTo>
                  <a:lnTo>
                    <a:pt x="3269824" y="0"/>
                  </a:lnTo>
                  <a:lnTo>
                    <a:pt x="3268969" y="0"/>
                  </a:lnTo>
                  <a:lnTo>
                    <a:pt x="3268113" y="0"/>
                  </a:lnTo>
                  <a:lnTo>
                    <a:pt x="3267258" y="0"/>
                  </a:lnTo>
                  <a:lnTo>
                    <a:pt x="3266402" y="0"/>
                  </a:lnTo>
                  <a:lnTo>
                    <a:pt x="3265547" y="0"/>
                  </a:lnTo>
                  <a:lnTo>
                    <a:pt x="3264691" y="0"/>
                  </a:lnTo>
                  <a:lnTo>
                    <a:pt x="3263836" y="0"/>
                  </a:lnTo>
                  <a:lnTo>
                    <a:pt x="3262980" y="0"/>
                  </a:lnTo>
                  <a:lnTo>
                    <a:pt x="3262125" y="0"/>
                  </a:lnTo>
                  <a:lnTo>
                    <a:pt x="3261269" y="0"/>
                  </a:lnTo>
                  <a:lnTo>
                    <a:pt x="3260414" y="0"/>
                  </a:lnTo>
                  <a:lnTo>
                    <a:pt x="3259558" y="0"/>
                  </a:lnTo>
                  <a:lnTo>
                    <a:pt x="3258703" y="0"/>
                  </a:lnTo>
                  <a:lnTo>
                    <a:pt x="3257847" y="0"/>
                  </a:lnTo>
                  <a:lnTo>
                    <a:pt x="3256992" y="0"/>
                  </a:lnTo>
                  <a:lnTo>
                    <a:pt x="3256136" y="0"/>
                  </a:lnTo>
                  <a:lnTo>
                    <a:pt x="3255281" y="0"/>
                  </a:lnTo>
                  <a:lnTo>
                    <a:pt x="3254425" y="0"/>
                  </a:lnTo>
                  <a:lnTo>
                    <a:pt x="3253569" y="0"/>
                  </a:lnTo>
                  <a:lnTo>
                    <a:pt x="3252714" y="0"/>
                  </a:lnTo>
                  <a:lnTo>
                    <a:pt x="3251858" y="0"/>
                  </a:lnTo>
                  <a:lnTo>
                    <a:pt x="3251003" y="0"/>
                  </a:lnTo>
                  <a:lnTo>
                    <a:pt x="3250147" y="0"/>
                  </a:lnTo>
                  <a:lnTo>
                    <a:pt x="3249292" y="0"/>
                  </a:lnTo>
                  <a:lnTo>
                    <a:pt x="3248436" y="0"/>
                  </a:lnTo>
                  <a:lnTo>
                    <a:pt x="3247581" y="0"/>
                  </a:lnTo>
                  <a:lnTo>
                    <a:pt x="3246725" y="0"/>
                  </a:lnTo>
                  <a:lnTo>
                    <a:pt x="3245870" y="0"/>
                  </a:lnTo>
                  <a:lnTo>
                    <a:pt x="3245014" y="0"/>
                  </a:lnTo>
                  <a:lnTo>
                    <a:pt x="3244159" y="0"/>
                  </a:lnTo>
                  <a:lnTo>
                    <a:pt x="3243303" y="0"/>
                  </a:lnTo>
                  <a:lnTo>
                    <a:pt x="3242448" y="0"/>
                  </a:lnTo>
                  <a:lnTo>
                    <a:pt x="3241592" y="0"/>
                  </a:lnTo>
                  <a:lnTo>
                    <a:pt x="3240737" y="0"/>
                  </a:lnTo>
                  <a:lnTo>
                    <a:pt x="3239881" y="0"/>
                  </a:lnTo>
                  <a:lnTo>
                    <a:pt x="3239025" y="0"/>
                  </a:lnTo>
                  <a:lnTo>
                    <a:pt x="3238170" y="0"/>
                  </a:lnTo>
                  <a:lnTo>
                    <a:pt x="3237314" y="0"/>
                  </a:lnTo>
                  <a:lnTo>
                    <a:pt x="3236459" y="0"/>
                  </a:lnTo>
                  <a:lnTo>
                    <a:pt x="3235603" y="0"/>
                  </a:lnTo>
                  <a:lnTo>
                    <a:pt x="3234748" y="0"/>
                  </a:lnTo>
                  <a:lnTo>
                    <a:pt x="3233892" y="0"/>
                  </a:lnTo>
                  <a:lnTo>
                    <a:pt x="3233037" y="0"/>
                  </a:lnTo>
                  <a:lnTo>
                    <a:pt x="3232181" y="0"/>
                  </a:lnTo>
                  <a:lnTo>
                    <a:pt x="3231326" y="0"/>
                  </a:lnTo>
                  <a:lnTo>
                    <a:pt x="3230470" y="0"/>
                  </a:lnTo>
                  <a:lnTo>
                    <a:pt x="3229615" y="0"/>
                  </a:lnTo>
                  <a:lnTo>
                    <a:pt x="3228759" y="0"/>
                  </a:lnTo>
                  <a:lnTo>
                    <a:pt x="3227904" y="0"/>
                  </a:lnTo>
                  <a:lnTo>
                    <a:pt x="3227048" y="0"/>
                  </a:lnTo>
                  <a:lnTo>
                    <a:pt x="3226193" y="0"/>
                  </a:lnTo>
                  <a:lnTo>
                    <a:pt x="3225337" y="0"/>
                  </a:lnTo>
                  <a:lnTo>
                    <a:pt x="3224482" y="0"/>
                  </a:lnTo>
                  <a:lnTo>
                    <a:pt x="3223626" y="0"/>
                  </a:lnTo>
                  <a:lnTo>
                    <a:pt x="3222770" y="0"/>
                  </a:lnTo>
                  <a:lnTo>
                    <a:pt x="3221915" y="0"/>
                  </a:lnTo>
                  <a:lnTo>
                    <a:pt x="3221059" y="0"/>
                  </a:lnTo>
                  <a:lnTo>
                    <a:pt x="3220204" y="0"/>
                  </a:lnTo>
                  <a:lnTo>
                    <a:pt x="3219348" y="0"/>
                  </a:lnTo>
                  <a:lnTo>
                    <a:pt x="3218493" y="0"/>
                  </a:lnTo>
                  <a:lnTo>
                    <a:pt x="3217637" y="0"/>
                  </a:lnTo>
                  <a:lnTo>
                    <a:pt x="3216782" y="0"/>
                  </a:lnTo>
                  <a:lnTo>
                    <a:pt x="3215926" y="0"/>
                  </a:lnTo>
                  <a:lnTo>
                    <a:pt x="3215071" y="0"/>
                  </a:lnTo>
                  <a:lnTo>
                    <a:pt x="3214215" y="0"/>
                  </a:lnTo>
                  <a:lnTo>
                    <a:pt x="3213360" y="0"/>
                  </a:lnTo>
                  <a:lnTo>
                    <a:pt x="3212504" y="0"/>
                  </a:lnTo>
                  <a:lnTo>
                    <a:pt x="3211649" y="0"/>
                  </a:lnTo>
                  <a:lnTo>
                    <a:pt x="3210793" y="0"/>
                  </a:lnTo>
                  <a:lnTo>
                    <a:pt x="3209938" y="0"/>
                  </a:lnTo>
                  <a:lnTo>
                    <a:pt x="3209082" y="0"/>
                  </a:lnTo>
                  <a:lnTo>
                    <a:pt x="3208227" y="0"/>
                  </a:lnTo>
                  <a:lnTo>
                    <a:pt x="3207371" y="0"/>
                  </a:lnTo>
                  <a:lnTo>
                    <a:pt x="3206515" y="0"/>
                  </a:lnTo>
                  <a:lnTo>
                    <a:pt x="3205660" y="0"/>
                  </a:lnTo>
                  <a:lnTo>
                    <a:pt x="3204804" y="0"/>
                  </a:lnTo>
                  <a:lnTo>
                    <a:pt x="3203949" y="0"/>
                  </a:lnTo>
                  <a:lnTo>
                    <a:pt x="3203093" y="0"/>
                  </a:lnTo>
                  <a:lnTo>
                    <a:pt x="3202238" y="0"/>
                  </a:lnTo>
                  <a:lnTo>
                    <a:pt x="3201382" y="0"/>
                  </a:lnTo>
                  <a:lnTo>
                    <a:pt x="3200527" y="0"/>
                  </a:lnTo>
                  <a:lnTo>
                    <a:pt x="3199671" y="0"/>
                  </a:lnTo>
                  <a:lnTo>
                    <a:pt x="3198816" y="0"/>
                  </a:lnTo>
                  <a:lnTo>
                    <a:pt x="3197960" y="0"/>
                  </a:lnTo>
                  <a:lnTo>
                    <a:pt x="3197105" y="0"/>
                  </a:lnTo>
                  <a:lnTo>
                    <a:pt x="3196249" y="0"/>
                  </a:lnTo>
                  <a:lnTo>
                    <a:pt x="3195394" y="0"/>
                  </a:lnTo>
                  <a:lnTo>
                    <a:pt x="3194538" y="0"/>
                  </a:lnTo>
                  <a:lnTo>
                    <a:pt x="3193683" y="0"/>
                  </a:lnTo>
                  <a:lnTo>
                    <a:pt x="3192827" y="0"/>
                  </a:lnTo>
                  <a:lnTo>
                    <a:pt x="3191971" y="0"/>
                  </a:lnTo>
                  <a:lnTo>
                    <a:pt x="3191116" y="0"/>
                  </a:lnTo>
                  <a:lnTo>
                    <a:pt x="3190260" y="0"/>
                  </a:lnTo>
                  <a:lnTo>
                    <a:pt x="3189405" y="0"/>
                  </a:lnTo>
                  <a:lnTo>
                    <a:pt x="3188549" y="0"/>
                  </a:lnTo>
                  <a:lnTo>
                    <a:pt x="3187694" y="0"/>
                  </a:lnTo>
                  <a:lnTo>
                    <a:pt x="3186838" y="0"/>
                  </a:lnTo>
                  <a:lnTo>
                    <a:pt x="3185983" y="0"/>
                  </a:lnTo>
                  <a:lnTo>
                    <a:pt x="3185127" y="0"/>
                  </a:lnTo>
                  <a:lnTo>
                    <a:pt x="3184272" y="0"/>
                  </a:lnTo>
                  <a:lnTo>
                    <a:pt x="3183416" y="0"/>
                  </a:lnTo>
                  <a:lnTo>
                    <a:pt x="3182561" y="0"/>
                  </a:lnTo>
                  <a:lnTo>
                    <a:pt x="3181705" y="0"/>
                  </a:lnTo>
                  <a:lnTo>
                    <a:pt x="3180850" y="0"/>
                  </a:lnTo>
                  <a:lnTo>
                    <a:pt x="3179994" y="0"/>
                  </a:lnTo>
                  <a:lnTo>
                    <a:pt x="3179139" y="0"/>
                  </a:lnTo>
                  <a:lnTo>
                    <a:pt x="3178283" y="0"/>
                  </a:lnTo>
                  <a:lnTo>
                    <a:pt x="3177428" y="0"/>
                  </a:lnTo>
                  <a:lnTo>
                    <a:pt x="3176572" y="0"/>
                  </a:lnTo>
                  <a:lnTo>
                    <a:pt x="3175716" y="0"/>
                  </a:lnTo>
                  <a:lnTo>
                    <a:pt x="3174861" y="0"/>
                  </a:lnTo>
                  <a:lnTo>
                    <a:pt x="3174005" y="0"/>
                  </a:lnTo>
                  <a:lnTo>
                    <a:pt x="3173150" y="0"/>
                  </a:lnTo>
                  <a:lnTo>
                    <a:pt x="3172294" y="0"/>
                  </a:lnTo>
                  <a:lnTo>
                    <a:pt x="3171439" y="0"/>
                  </a:lnTo>
                  <a:lnTo>
                    <a:pt x="3170583" y="0"/>
                  </a:lnTo>
                  <a:lnTo>
                    <a:pt x="3169728" y="0"/>
                  </a:lnTo>
                  <a:lnTo>
                    <a:pt x="3168872" y="0"/>
                  </a:lnTo>
                  <a:lnTo>
                    <a:pt x="3168017" y="0"/>
                  </a:lnTo>
                  <a:lnTo>
                    <a:pt x="3167161" y="0"/>
                  </a:lnTo>
                  <a:lnTo>
                    <a:pt x="3166306" y="0"/>
                  </a:lnTo>
                  <a:lnTo>
                    <a:pt x="3165450" y="0"/>
                  </a:lnTo>
                  <a:lnTo>
                    <a:pt x="3164595" y="0"/>
                  </a:lnTo>
                  <a:lnTo>
                    <a:pt x="3163739" y="0"/>
                  </a:lnTo>
                  <a:lnTo>
                    <a:pt x="3162884" y="0"/>
                  </a:lnTo>
                  <a:lnTo>
                    <a:pt x="3162028" y="0"/>
                  </a:lnTo>
                  <a:lnTo>
                    <a:pt x="3161173" y="0"/>
                  </a:lnTo>
                  <a:lnTo>
                    <a:pt x="3160317" y="0"/>
                  </a:lnTo>
                  <a:lnTo>
                    <a:pt x="3159461" y="0"/>
                  </a:lnTo>
                  <a:lnTo>
                    <a:pt x="3158606" y="0"/>
                  </a:lnTo>
                  <a:lnTo>
                    <a:pt x="3157750" y="0"/>
                  </a:lnTo>
                  <a:lnTo>
                    <a:pt x="3156895" y="0"/>
                  </a:lnTo>
                  <a:lnTo>
                    <a:pt x="3156039" y="0"/>
                  </a:lnTo>
                  <a:lnTo>
                    <a:pt x="3155184" y="0"/>
                  </a:lnTo>
                  <a:lnTo>
                    <a:pt x="3154328" y="0"/>
                  </a:lnTo>
                  <a:lnTo>
                    <a:pt x="3153473" y="0"/>
                  </a:lnTo>
                  <a:lnTo>
                    <a:pt x="3152617" y="0"/>
                  </a:lnTo>
                  <a:lnTo>
                    <a:pt x="3151762" y="0"/>
                  </a:lnTo>
                  <a:lnTo>
                    <a:pt x="3150906" y="0"/>
                  </a:lnTo>
                  <a:lnTo>
                    <a:pt x="3150051" y="0"/>
                  </a:lnTo>
                  <a:lnTo>
                    <a:pt x="3149195" y="0"/>
                  </a:lnTo>
                  <a:lnTo>
                    <a:pt x="3148340" y="0"/>
                  </a:lnTo>
                  <a:lnTo>
                    <a:pt x="3147484" y="0"/>
                  </a:lnTo>
                  <a:lnTo>
                    <a:pt x="3146629" y="0"/>
                  </a:lnTo>
                  <a:lnTo>
                    <a:pt x="3145773" y="0"/>
                  </a:lnTo>
                  <a:lnTo>
                    <a:pt x="3144917" y="0"/>
                  </a:lnTo>
                  <a:lnTo>
                    <a:pt x="3144062" y="0"/>
                  </a:lnTo>
                  <a:lnTo>
                    <a:pt x="3143206" y="0"/>
                  </a:lnTo>
                  <a:lnTo>
                    <a:pt x="3142351" y="0"/>
                  </a:lnTo>
                  <a:lnTo>
                    <a:pt x="3141495" y="0"/>
                  </a:lnTo>
                  <a:lnTo>
                    <a:pt x="3140640" y="0"/>
                  </a:lnTo>
                  <a:lnTo>
                    <a:pt x="3139784" y="0"/>
                  </a:lnTo>
                  <a:lnTo>
                    <a:pt x="3138929" y="0"/>
                  </a:lnTo>
                  <a:lnTo>
                    <a:pt x="3138073" y="0"/>
                  </a:lnTo>
                  <a:lnTo>
                    <a:pt x="3137218" y="0"/>
                  </a:lnTo>
                  <a:lnTo>
                    <a:pt x="3136362" y="0"/>
                  </a:lnTo>
                  <a:lnTo>
                    <a:pt x="3135507" y="0"/>
                  </a:lnTo>
                  <a:lnTo>
                    <a:pt x="3134651" y="0"/>
                  </a:lnTo>
                  <a:lnTo>
                    <a:pt x="3133796" y="0"/>
                  </a:lnTo>
                  <a:lnTo>
                    <a:pt x="3132940" y="0"/>
                  </a:lnTo>
                  <a:lnTo>
                    <a:pt x="3132085" y="0"/>
                  </a:lnTo>
                  <a:lnTo>
                    <a:pt x="3131229" y="0"/>
                  </a:lnTo>
                  <a:lnTo>
                    <a:pt x="3130374" y="0"/>
                  </a:lnTo>
                  <a:lnTo>
                    <a:pt x="3129518" y="0"/>
                  </a:lnTo>
                  <a:lnTo>
                    <a:pt x="3128662" y="0"/>
                  </a:lnTo>
                  <a:lnTo>
                    <a:pt x="3127807" y="0"/>
                  </a:lnTo>
                  <a:lnTo>
                    <a:pt x="3126951" y="0"/>
                  </a:lnTo>
                  <a:lnTo>
                    <a:pt x="3126096" y="0"/>
                  </a:lnTo>
                  <a:lnTo>
                    <a:pt x="3125240" y="0"/>
                  </a:lnTo>
                  <a:lnTo>
                    <a:pt x="3124385" y="0"/>
                  </a:lnTo>
                  <a:lnTo>
                    <a:pt x="3123529" y="0"/>
                  </a:lnTo>
                  <a:lnTo>
                    <a:pt x="3122674" y="0"/>
                  </a:lnTo>
                  <a:lnTo>
                    <a:pt x="3121818" y="0"/>
                  </a:lnTo>
                  <a:lnTo>
                    <a:pt x="3120963" y="0"/>
                  </a:lnTo>
                  <a:lnTo>
                    <a:pt x="3120107" y="0"/>
                  </a:lnTo>
                  <a:lnTo>
                    <a:pt x="3119252" y="0"/>
                  </a:lnTo>
                  <a:lnTo>
                    <a:pt x="3118396" y="0"/>
                  </a:lnTo>
                  <a:lnTo>
                    <a:pt x="3117541" y="0"/>
                  </a:lnTo>
                  <a:lnTo>
                    <a:pt x="3116685" y="0"/>
                  </a:lnTo>
                  <a:lnTo>
                    <a:pt x="3115830" y="0"/>
                  </a:lnTo>
                  <a:lnTo>
                    <a:pt x="3114974" y="0"/>
                  </a:lnTo>
                  <a:lnTo>
                    <a:pt x="3114119" y="0"/>
                  </a:lnTo>
                  <a:lnTo>
                    <a:pt x="3113263" y="0"/>
                  </a:lnTo>
                  <a:lnTo>
                    <a:pt x="3112407" y="0"/>
                  </a:lnTo>
                  <a:lnTo>
                    <a:pt x="3111552" y="0"/>
                  </a:lnTo>
                  <a:lnTo>
                    <a:pt x="3110696" y="0"/>
                  </a:lnTo>
                  <a:lnTo>
                    <a:pt x="3109841" y="0"/>
                  </a:lnTo>
                  <a:lnTo>
                    <a:pt x="3108985" y="0"/>
                  </a:lnTo>
                  <a:lnTo>
                    <a:pt x="3108130" y="0"/>
                  </a:lnTo>
                  <a:lnTo>
                    <a:pt x="3107274" y="0"/>
                  </a:lnTo>
                  <a:lnTo>
                    <a:pt x="3106419" y="0"/>
                  </a:lnTo>
                  <a:lnTo>
                    <a:pt x="3105563" y="0"/>
                  </a:lnTo>
                  <a:lnTo>
                    <a:pt x="3104708" y="0"/>
                  </a:lnTo>
                  <a:lnTo>
                    <a:pt x="3103852" y="0"/>
                  </a:lnTo>
                  <a:lnTo>
                    <a:pt x="3102997" y="0"/>
                  </a:lnTo>
                  <a:lnTo>
                    <a:pt x="3102141" y="0"/>
                  </a:lnTo>
                  <a:lnTo>
                    <a:pt x="3101286" y="0"/>
                  </a:lnTo>
                  <a:lnTo>
                    <a:pt x="3100430" y="0"/>
                  </a:lnTo>
                  <a:lnTo>
                    <a:pt x="3099575" y="0"/>
                  </a:lnTo>
                  <a:lnTo>
                    <a:pt x="3098719" y="0"/>
                  </a:lnTo>
                  <a:lnTo>
                    <a:pt x="3097864" y="0"/>
                  </a:lnTo>
                  <a:lnTo>
                    <a:pt x="3097008" y="0"/>
                  </a:lnTo>
                  <a:lnTo>
                    <a:pt x="3096152" y="0"/>
                  </a:lnTo>
                  <a:lnTo>
                    <a:pt x="3095297" y="0"/>
                  </a:lnTo>
                  <a:lnTo>
                    <a:pt x="3094441" y="0"/>
                  </a:lnTo>
                  <a:lnTo>
                    <a:pt x="3093586" y="0"/>
                  </a:lnTo>
                  <a:lnTo>
                    <a:pt x="3092730" y="0"/>
                  </a:lnTo>
                  <a:lnTo>
                    <a:pt x="3091875" y="0"/>
                  </a:lnTo>
                  <a:lnTo>
                    <a:pt x="3091019" y="0"/>
                  </a:lnTo>
                  <a:lnTo>
                    <a:pt x="3090164" y="0"/>
                  </a:lnTo>
                  <a:lnTo>
                    <a:pt x="3089308" y="0"/>
                  </a:lnTo>
                  <a:lnTo>
                    <a:pt x="3088453" y="0"/>
                  </a:lnTo>
                  <a:lnTo>
                    <a:pt x="3087597" y="0"/>
                  </a:lnTo>
                  <a:lnTo>
                    <a:pt x="3086742" y="0"/>
                  </a:lnTo>
                  <a:lnTo>
                    <a:pt x="3085886" y="0"/>
                  </a:lnTo>
                  <a:lnTo>
                    <a:pt x="3085031" y="0"/>
                  </a:lnTo>
                  <a:lnTo>
                    <a:pt x="3084175" y="0"/>
                  </a:lnTo>
                  <a:lnTo>
                    <a:pt x="3083320" y="0"/>
                  </a:lnTo>
                  <a:lnTo>
                    <a:pt x="3082464" y="0"/>
                  </a:lnTo>
                  <a:lnTo>
                    <a:pt x="3081608" y="0"/>
                  </a:lnTo>
                  <a:lnTo>
                    <a:pt x="3080753" y="0"/>
                  </a:lnTo>
                  <a:lnTo>
                    <a:pt x="3079897" y="0"/>
                  </a:lnTo>
                  <a:lnTo>
                    <a:pt x="3079042" y="0"/>
                  </a:lnTo>
                  <a:lnTo>
                    <a:pt x="3078186" y="0"/>
                  </a:lnTo>
                  <a:lnTo>
                    <a:pt x="3077331" y="0"/>
                  </a:lnTo>
                  <a:lnTo>
                    <a:pt x="3076475" y="0"/>
                  </a:lnTo>
                  <a:lnTo>
                    <a:pt x="3075620" y="0"/>
                  </a:lnTo>
                  <a:lnTo>
                    <a:pt x="3074764" y="0"/>
                  </a:lnTo>
                  <a:lnTo>
                    <a:pt x="3073909" y="0"/>
                  </a:lnTo>
                  <a:lnTo>
                    <a:pt x="3073053" y="0"/>
                  </a:lnTo>
                  <a:lnTo>
                    <a:pt x="3072198" y="0"/>
                  </a:lnTo>
                  <a:lnTo>
                    <a:pt x="3071342" y="0"/>
                  </a:lnTo>
                  <a:lnTo>
                    <a:pt x="3070487" y="0"/>
                  </a:lnTo>
                  <a:lnTo>
                    <a:pt x="3069631" y="0"/>
                  </a:lnTo>
                  <a:lnTo>
                    <a:pt x="3068776" y="0"/>
                  </a:lnTo>
                  <a:lnTo>
                    <a:pt x="3067920" y="0"/>
                  </a:lnTo>
                  <a:lnTo>
                    <a:pt x="3067065" y="0"/>
                  </a:lnTo>
                  <a:lnTo>
                    <a:pt x="3066209" y="0"/>
                  </a:lnTo>
                  <a:lnTo>
                    <a:pt x="3065353" y="0"/>
                  </a:lnTo>
                  <a:lnTo>
                    <a:pt x="3064498" y="0"/>
                  </a:lnTo>
                  <a:lnTo>
                    <a:pt x="3063642" y="0"/>
                  </a:lnTo>
                  <a:lnTo>
                    <a:pt x="3062787" y="0"/>
                  </a:lnTo>
                  <a:lnTo>
                    <a:pt x="3061931" y="0"/>
                  </a:lnTo>
                  <a:lnTo>
                    <a:pt x="3061076" y="0"/>
                  </a:lnTo>
                  <a:lnTo>
                    <a:pt x="3060220" y="0"/>
                  </a:lnTo>
                  <a:lnTo>
                    <a:pt x="3059365" y="0"/>
                  </a:lnTo>
                  <a:lnTo>
                    <a:pt x="3058509" y="0"/>
                  </a:lnTo>
                  <a:lnTo>
                    <a:pt x="3057654" y="0"/>
                  </a:lnTo>
                  <a:lnTo>
                    <a:pt x="3056798" y="0"/>
                  </a:lnTo>
                  <a:lnTo>
                    <a:pt x="3055943" y="0"/>
                  </a:lnTo>
                  <a:lnTo>
                    <a:pt x="3055087" y="0"/>
                  </a:lnTo>
                  <a:lnTo>
                    <a:pt x="3054232" y="0"/>
                  </a:lnTo>
                  <a:lnTo>
                    <a:pt x="3053376" y="0"/>
                  </a:lnTo>
                  <a:lnTo>
                    <a:pt x="3052521" y="0"/>
                  </a:lnTo>
                  <a:lnTo>
                    <a:pt x="3051665" y="0"/>
                  </a:lnTo>
                  <a:lnTo>
                    <a:pt x="3050810" y="0"/>
                  </a:lnTo>
                  <a:lnTo>
                    <a:pt x="3049954" y="0"/>
                  </a:lnTo>
                  <a:lnTo>
                    <a:pt x="3049098" y="0"/>
                  </a:lnTo>
                  <a:lnTo>
                    <a:pt x="3048243" y="0"/>
                  </a:lnTo>
                  <a:lnTo>
                    <a:pt x="3047387" y="0"/>
                  </a:lnTo>
                  <a:lnTo>
                    <a:pt x="3046532" y="0"/>
                  </a:lnTo>
                  <a:lnTo>
                    <a:pt x="3045676" y="0"/>
                  </a:lnTo>
                  <a:lnTo>
                    <a:pt x="3044821" y="0"/>
                  </a:lnTo>
                  <a:lnTo>
                    <a:pt x="3043965" y="0"/>
                  </a:lnTo>
                  <a:lnTo>
                    <a:pt x="3043110" y="0"/>
                  </a:lnTo>
                  <a:lnTo>
                    <a:pt x="3042254" y="0"/>
                  </a:lnTo>
                  <a:lnTo>
                    <a:pt x="3041399" y="0"/>
                  </a:lnTo>
                  <a:lnTo>
                    <a:pt x="3040543" y="0"/>
                  </a:lnTo>
                  <a:lnTo>
                    <a:pt x="3039688" y="0"/>
                  </a:lnTo>
                  <a:lnTo>
                    <a:pt x="3038832" y="0"/>
                  </a:lnTo>
                  <a:lnTo>
                    <a:pt x="3037977" y="0"/>
                  </a:lnTo>
                  <a:lnTo>
                    <a:pt x="3037121" y="0"/>
                  </a:lnTo>
                  <a:lnTo>
                    <a:pt x="3036266" y="0"/>
                  </a:lnTo>
                  <a:lnTo>
                    <a:pt x="3035410" y="0"/>
                  </a:lnTo>
                  <a:lnTo>
                    <a:pt x="3034554" y="0"/>
                  </a:lnTo>
                  <a:lnTo>
                    <a:pt x="3033699" y="0"/>
                  </a:lnTo>
                  <a:lnTo>
                    <a:pt x="3032843" y="0"/>
                  </a:lnTo>
                  <a:lnTo>
                    <a:pt x="3031988" y="0"/>
                  </a:lnTo>
                  <a:lnTo>
                    <a:pt x="3031132" y="0"/>
                  </a:lnTo>
                  <a:lnTo>
                    <a:pt x="3030277" y="0"/>
                  </a:lnTo>
                  <a:lnTo>
                    <a:pt x="3029421" y="0"/>
                  </a:lnTo>
                  <a:lnTo>
                    <a:pt x="3028566" y="0"/>
                  </a:lnTo>
                  <a:lnTo>
                    <a:pt x="3027710" y="0"/>
                  </a:lnTo>
                  <a:lnTo>
                    <a:pt x="3026855" y="0"/>
                  </a:lnTo>
                  <a:lnTo>
                    <a:pt x="3025999" y="0"/>
                  </a:lnTo>
                  <a:lnTo>
                    <a:pt x="3025144" y="0"/>
                  </a:lnTo>
                  <a:lnTo>
                    <a:pt x="3024288" y="0"/>
                  </a:lnTo>
                  <a:lnTo>
                    <a:pt x="3023433" y="0"/>
                  </a:lnTo>
                  <a:lnTo>
                    <a:pt x="3022577" y="0"/>
                  </a:lnTo>
                  <a:lnTo>
                    <a:pt x="3021722" y="0"/>
                  </a:lnTo>
                  <a:lnTo>
                    <a:pt x="3020866" y="0"/>
                  </a:lnTo>
                  <a:lnTo>
                    <a:pt x="3020011" y="0"/>
                  </a:lnTo>
                  <a:lnTo>
                    <a:pt x="3019155" y="0"/>
                  </a:lnTo>
                  <a:lnTo>
                    <a:pt x="3018299" y="0"/>
                  </a:lnTo>
                  <a:lnTo>
                    <a:pt x="3017444" y="0"/>
                  </a:lnTo>
                  <a:lnTo>
                    <a:pt x="3016588" y="0"/>
                  </a:lnTo>
                  <a:lnTo>
                    <a:pt x="3015733" y="0"/>
                  </a:lnTo>
                  <a:lnTo>
                    <a:pt x="3014877" y="0"/>
                  </a:lnTo>
                  <a:lnTo>
                    <a:pt x="3014022" y="0"/>
                  </a:lnTo>
                  <a:lnTo>
                    <a:pt x="3013166" y="0"/>
                  </a:lnTo>
                  <a:lnTo>
                    <a:pt x="3012311" y="0"/>
                  </a:lnTo>
                  <a:lnTo>
                    <a:pt x="3011455" y="0"/>
                  </a:lnTo>
                  <a:lnTo>
                    <a:pt x="3010600" y="0"/>
                  </a:lnTo>
                  <a:lnTo>
                    <a:pt x="3009744" y="0"/>
                  </a:lnTo>
                  <a:lnTo>
                    <a:pt x="3008889" y="0"/>
                  </a:lnTo>
                  <a:lnTo>
                    <a:pt x="3008033" y="0"/>
                  </a:lnTo>
                  <a:lnTo>
                    <a:pt x="3007178" y="0"/>
                  </a:lnTo>
                  <a:lnTo>
                    <a:pt x="3006322" y="0"/>
                  </a:lnTo>
                  <a:lnTo>
                    <a:pt x="3005467" y="0"/>
                  </a:lnTo>
                  <a:lnTo>
                    <a:pt x="3004611" y="0"/>
                  </a:lnTo>
                  <a:lnTo>
                    <a:pt x="3003756" y="0"/>
                  </a:lnTo>
                  <a:lnTo>
                    <a:pt x="3002900" y="0"/>
                  </a:lnTo>
                  <a:lnTo>
                    <a:pt x="3002044" y="0"/>
                  </a:lnTo>
                  <a:lnTo>
                    <a:pt x="3001189" y="0"/>
                  </a:lnTo>
                  <a:lnTo>
                    <a:pt x="3000333" y="0"/>
                  </a:lnTo>
                  <a:lnTo>
                    <a:pt x="2999478" y="0"/>
                  </a:lnTo>
                  <a:lnTo>
                    <a:pt x="2998622" y="0"/>
                  </a:lnTo>
                  <a:lnTo>
                    <a:pt x="2997767" y="0"/>
                  </a:lnTo>
                  <a:lnTo>
                    <a:pt x="2996911" y="0"/>
                  </a:lnTo>
                  <a:lnTo>
                    <a:pt x="2996056" y="0"/>
                  </a:lnTo>
                  <a:lnTo>
                    <a:pt x="2995200" y="0"/>
                  </a:lnTo>
                  <a:lnTo>
                    <a:pt x="2994345" y="0"/>
                  </a:lnTo>
                  <a:lnTo>
                    <a:pt x="2993489" y="0"/>
                  </a:lnTo>
                  <a:lnTo>
                    <a:pt x="2992634" y="0"/>
                  </a:lnTo>
                  <a:lnTo>
                    <a:pt x="2991778" y="0"/>
                  </a:lnTo>
                  <a:lnTo>
                    <a:pt x="2990923" y="0"/>
                  </a:lnTo>
                  <a:lnTo>
                    <a:pt x="2990067" y="0"/>
                  </a:lnTo>
                  <a:lnTo>
                    <a:pt x="2989212" y="0"/>
                  </a:lnTo>
                  <a:lnTo>
                    <a:pt x="2988356" y="0"/>
                  </a:lnTo>
                  <a:lnTo>
                    <a:pt x="2987500" y="0"/>
                  </a:lnTo>
                  <a:lnTo>
                    <a:pt x="2986645" y="0"/>
                  </a:lnTo>
                  <a:lnTo>
                    <a:pt x="2985789" y="0"/>
                  </a:lnTo>
                  <a:lnTo>
                    <a:pt x="2984934" y="0"/>
                  </a:lnTo>
                  <a:lnTo>
                    <a:pt x="2984078" y="0"/>
                  </a:lnTo>
                  <a:lnTo>
                    <a:pt x="2983223" y="0"/>
                  </a:lnTo>
                  <a:lnTo>
                    <a:pt x="2982367" y="0"/>
                  </a:lnTo>
                  <a:lnTo>
                    <a:pt x="2981512" y="0"/>
                  </a:lnTo>
                  <a:lnTo>
                    <a:pt x="2980656" y="0"/>
                  </a:lnTo>
                  <a:lnTo>
                    <a:pt x="2979801" y="0"/>
                  </a:lnTo>
                  <a:lnTo>
                    <a:pt x="2978945" y="0"/>
                  </a:lnTo>
                  <a:lnTo>
                    <a:pt x="2978090" y="0"/>
                  </a:lnTo>
                  <a:lnTo>
                    <a:pt x="2977234" y="0"/>
                  </a:lnTo>
                  <a:lnTo>
                    <a:pt x="2976379" y="0"/>
                  </a:lnTo>
                  <a:lnTo>
                    <a:pt x="2975523" y="0"/>
                  </a:lnTo>
                  <a:lnTo>
                    <a:pt x="2974668" y="0"/>
                  </a:lnTo>
                  <a:lnTo>
                    <a:pt x="2973812" y="0"/>
                  </a:lnTo>
                  <a:lnTo>
                    <a:pt x="2972957" y="0"/>
                  </a:lnTo>
                  <a:lnTo>
                    <a:pt x="2972101" y="0"/>
                  </a:lnTo>
                  <a:lnTo>
                    <a:pt x="2971245" y="0"/>
                  </a:lnTo>
                  <a:lnTo>
                    <a:pt x="2970390" y="0"/>
                  </a:lnTo>
                  <a:lnTo>
                    <a:pt x="2969534" y="0"/>
                  </a:lnTo>
                  <a:lnTo>
                    <a:pt x="2968679" y="0"/>
                  </a:lnTo>
                  <a:lnTo>
                    <a:pt x="2967823" y="0"/>
                  </a:lnTo>
                  <a:lnTo>
                    <a:pt x="2966968" y="0"/>
                  </a:lnTo>
                  <a:lnTo>
                    <a:pt x="2966112" y="0"/>
                  </a:lnTo>
                  <a:lnTo>
                    <a:pt x="2965257" y="0"/>
                  </a:lnTo>
                  <a:lnTo>
                    <a:pt x="2964401" y="0"/>
                  </a:lnTo>
                  <a:lnTo>
                    <a:pt x="2963546" y="0"/>
                  </a:lnTo>
                  <a:lnTo>
                    <a:pt x="2962690" y="0"/>
                  </a:lnTo>
                  <a:lnTo>
                    <a:pt x="2961835" y="0"/>
                  </a:lnTo>
                  <a:lnTo>
                    <a:pt x="2960979" y="0"/>
                  </a:lnTo>
                  <a:lnTo>
                    <a:pt x="2960124" y="0"/>
                  </a:lnTo>
                  <a:lnTo>
                    <a:pt x="2959268" y="0"/>
                  </a:lnTo>
                  <a:lnTo>
                    <a:pt x="2958413" y="0"/>
                  </a:lnTo>
                  <a:lnTo>
                    <a:pt x="2957557" y="0"/>
                  </a:lnTo>
                  <a:lnTo>
                    <a:pt x="2956702" y="0"/>
                  </a:lnTo>
                  <a:lnTo>
                    <a:pt x="2955846" y="0"/>
                  </a:lnTo>
                  <a:lnTo>
                    <a:pt x="2954990" y="0"/>
                  </a:lnTo>
                  <a:lnTo>
                    <a:pt x="2954135" y="0"/>
                  </a:lnTo>
                  <a:lnTo>
                    <a:pt x="2953279" y="0"/>
                  </a:lnTo>
                  <a:lnTo>
                    <a:pt x="2952424" y="0"/>
                  </a:lnTo>
                  <a:lnTo>
                    <a:pt x="2951568" y="0"/>
                  </a:lnTo>
                  <a:lnTo>
                    <a:pt x="2950713" y="0"/>
                  </a:lnTo>
                  <a:lnTo>
                    <a:pt x="2949857" y="0"/>
                  </a:lnTo>
                  <a:lnTo>
                    <a:pt x="2949002" y="0"/>
                  </a:lnTo>
                  <a:lnTo>
                    <a:pt x="2948146" y="0"/>
                  </a:lnTo>
                  <a:lnTo>
                    <a:pt x="2947291" y="0"/>
                  </a:lnTo>
                  <a:lnTo>
                    <a:pt x="2946435" y="0"/>
                  </a:lnTo>
                  <a:lnTo>
                    <a:pt x="2945580" y="0"/>
                  </a:lnTo>
                  <a:lnTo>
                    <a:pt x="2944724" y="0"/>
                  </a:lnTo>
                  <a:lnTo>
                    <a:pt x="2943869" y="0"/>
                  </a:lnTo>
                  <a:lnTo>
                    <a:pt x="2943013" y="0"/>
                  </a:lnTo>
                  <a:lnTo>
                    <a:pt x="2942158" y="0"/>
                  </a:lnTo>
                  <a:lnTo>
                    <a:pt x="2941302" y="0"/>
                  </a:lnTo>
                  <a:lnTo>
                    <a:pt x="2940446" y="0"/>
                  </a:lnTo>
                  <a:lnTo>
                    <a:pt x="2939591" y="0"/>
                  </a:lnTo>
                  <a:lnTo>
                    <a:pt x="2938735" y="0"/>
                  </a:lnTo>
                  <a:lnTo>
                    <a:pt x="2937880" y="0"/>
                  </a:lnTo>
                  <a:lnTo>
                    <a:pt x="2937024" y="0"/>
                  </a:lnTo>
                  <a:lnTo>
                    <a:pt x="2936169" y="0"/>
                  </a:lnTo>
                  <a:lnTo>
                    <a:pt x="2935313" y="0"/>
                  </a:lnTo>
                  <a:lnTo>
                    <a:pt x="2934458" y="0"/>
                  </a:lnTo>
                  <a:lnTo>
                    <a:pt x="2933602" y="0"/>
                  </a:lnTo>
                  <a:lnTo>
                    <a:pt x="2932747" y="0"/>
                  </a:lnTo>
                  <a:lnTo>
                    <a:pt x="2931891" y="0"/>
                  </a:lnTo>
                  <a:lnTo>
                    <a:pt x="2931036" y="0"/>
                  </a:lnTo>
                  <a:lnTo>
                    <a:pt x="2930180" y="0"/>
                  </a:lnTo>
                  <a:lnTo>
                    <a:pt x="2929325" y="0"/>
                  </a:lnTo>
                  <a:lnTo>
                    <a:pt x="2928469" y="0"/>
                  </a:lnTo>
                  <a:lnTo>
                    <a:pt x="2927614" y="0"/>
                  </a:lnTo>
                  <a:lnTo>
                    <a:pt x="2926758" y="0"/>
                  </a:lnTo>
                  <a:lnTo>
                    <a:pt x="2925903" y="0"/>
                  </a:lnTo>
                  <a:lnTo>
                    <a:pt x="2925047" y="0"/>
                  </a:lnTo>
                  <a:lnTo>
                    <a:pt x="2924191" y="0"/>
                  </a:lnTo>
                  <a:lnTo>
                    <a:pt x="2923336" y="0"/>
                  </a:lnTo>
                  <a:lnTo>
                    <a:pt x="2922480" y="0"/>
                  </a:lnTo>
                  <a:lnTo>
                    <a:pt x="2921625" y="0"/>
                  </a:lnTo>
                  <a:lnTo>
                    <a:pt x="2920769" y="0"/>
                  </a:lnTo>
                  <a:lnTo>
                    <a:pt x="2919914" y="0"/>
                  </a:lnTo>
                  <a:lnTo>
                    <a:pt x="2919058" y="0"/>
                  </a:lnTo>
                  <a:lnTo>
                    <a:pt x="2918203" y="0"/>
                  </a:lnTo>
                  <a:lnTo>
                    <a:pt x="2917347" y="0"/>
                  </a:lnTo>
                  <a:lnTo>
                    <a:pt x="2916492" y="0"/>
                  </a:lnTo>
                  <a:lnTo>
                    <a:pt x="2915636" y="0"/>
                  </a:lnTo>
                  <a:lnTo>
                    <a:pt x="2914781" y="0"/>
                  </a:lnTo>
                  <a:lnTo>
                    <a:pt x="2913925" y="0"/>
                  </a:lnTo>
                  <a:lnTo>
                    <a:pt x="2913070" y="0"/>
                  </a:lnTo>
                  <a:lnTo>
                    <a:pt x="2912214" y="0"/>
                  </a:lnTo>
                  <a:lnTo>
                    <a:pt x="2911359" y="0"/>
                  </a:lnTo>
                  <a:lnTo>
                    <a:pt x="2910503" y="0"/>
                  </a:lnTo>
                  <a:lnTo>
                    <a:pt x="2909648" y="0"/>
                  </a:lnTo>
                  <a:lnTo>
                    <a:pt x="2908792" y="0"/>
                  </a:lnTo>
                  <a:lnTo>
                    <a:pt x="2907936" y="0"/>
                  </a:lnTo>
                  <a:lnTo>
                    <a:pt x="2907081" y="0"/>
                  </a:lnTo>
                  <a:lnTo>
                    <a:pt x="2906225" y="0"/>
                  </a:lnTo>
                  <a:lnTo>
                    <a:pt x="2905370" y="0"/>
                  </a:lnTo>
                  <a:lnTo>
                    <a:pt x="2904514" y="0"/>
                  </a:lnTo>
                  <a:lnTo>
                    <a:pt x="2903659" y="0"/>
                  </a:lnTo>
                  <a:lnTo>
                    <a:pt x="2902803" y="0"/>
                  </a:lnTo>
                  <a:lnTo>
                    <a:pt x="2901948" y="0"/>
                  </a:lnTo>
                  <a:lnTo>
                    <a:pt x="2901092" y="0"/>
                  </a:lnTo>
                  <a:lnTo>
                    <a:pt x="2900237" y="0"/>
                  </a:lnTo>
                  <a:lnTo>
                    <a:pt x="2899381" y="0"/>
                  </a:lnTo>
                  <a:lnTo>
                    <a:pt x="2898526" y="0"/>
                  </a:lnTo>
                  <a:lnTo>
                    <a:pt x="2897670" y="0"/>
                  </a:lnTo>
                  <a:lnTo>
                    <a:pt x="2896815" y="0"/>
                  </a:lnTo>
                  <a:lnTo>
                    <a:pt x="2895959" y="0"/>
                  </a:lnTo>
                  <a:lnTo>
                    <a:pt x="2895104" y="0"/>
                  </a:lnTo>
                  <a:lnTo>
                    <a:pt x="2894248" y="0"/>
                  </a:lnTo>
                  <a:lnTo>
                    <a:pt x="2893392" y="0"/>
                  </a:lnTo>
                  <a:lnTo>
                    <a:pt x="2892537" y="0"/>
                  </a:lnTo>
                  <a:lnTo>
                    <a:pt x="2891681" y="0"/>
                  </a:lnTo>
                  <a:lnTo>
                    <a:pt x="2890826" y="0"/>
                  </a:lnTo>
                  <a:lnTo>
                    <a:pt x="2889970" y="0"/>
                  </a:lnTo>
                  <a:lnTo>
                    <a:pt x="2889115" y="0"/>
                  </a:lnTo>
                  <a:lnTo>
                    <a:pt x="2888259" y="0"/>
                  </a:lnTo>
                  <a:lnTo>
                    <a:pt x="2887404" y="0"/>
                  </a:lnTo>
                  <a:lnTo>
                    <a:pt x="2886548" y="0"/>
                  </a:lnTo>
                  <a:lnTo>
                    <a:pt x="2885693" y="0"/>
                  </a:lnTo>
                  <a:lnTo>
                    <a:pt x="2884837" y="0"/>
                  </a:lnTo>
                  <a:lnTo>
                    <a:pt x="2883982" y="0"/>
                  </a:lnTo>
                  <a:lnTo>
                    <a:pt x="2883126" y="0"/>
                  </a:lnTo>
                  <a:lnTo>
                    <a:pt x="2882271" y="0"/>
                  </a:lnTo>
                  <a:lnTo>
                    <a:pt x="2881415" y="0"/>
                  </a:lnTo>
                  <a:lnTo>
                    <a:pt x="2880560" y="0"/>
                  </a:lnTo>
                  <a:lnTo>
                    <a:pt x="2879704" y="0"/>
                  </a:lnTo>
                  <a:lnTo>
                    <a:pt x="2878849" y="0"/>
                  </a:lnTo>
                  <a:lnTo>
                    <a:pt x="2877993" y="0"/>
                  </a:lnTo>
                  <a:lnTo>
                    <a:pt x="2877137" y="0"/>
                  </a:lnTo>
                  <a:lnTo>
                    <a:pt x="2876282" y="0"/>
                  </a:lnTo>
                  <a:lnTo>
                    <a:pt x="2875426" y="0"/>
                  </a:lnTo>
                  <a:lnTo>
                    <a:pt x="2874571" y="0"/>
                  </a:lnTo>
                  <a:lnTo>
                    <a:pt x="2873715" y="0"/>
                  </a:lnTo>
                  <a:lnTo>
                    <a:pt x="2872860" y="0"/>
                  </a:lnTo>
                  <a:lnTo>
                    <a:pt x="2872004" y="0"/>
                  </a:lnTo>
                  <a:lnTo>
                    <a:pt x="2871149" y="0"/>
                  </a:lnTo>
                  <a:lnTo>
                    <a:pt x="2870293" y="0"/>
                  </a:lnTo>
                  <a:lnTo>
                    <a:pt x="2869438" y="0"/>
                  </a:lnTo>
                  <a:lnTo>
                    <a:pt x="2868582" y="0"/>
                  </a:lnTo>
                  <a:lnTo>
                    <a:pt x="2867727" y="0"/>
                  </a:lnTo>
                  <a:lnTo>
                    <a:pt x="2866871" y="0"/>
                  </a:lnTo>
                  <a:lnTo>
                    <a:pt x="2866016" y="0"/>
                  </a:lnTo>
                  <a:lnTo>
                    <a:pt x="2865160" y="0"/>
                  </a:lnTo>
                  <a:lnTo>
                    <a:pt x="2864305" y="0"/>
                  </a:lnTo>
                  <a:lnTo>
                    <a:pt x="2863449" y="0"/>
                  </a:lnTo>
                  <a:lnTo>
                    <a:pt x="2862594" y="0"/>
                  </a:lnTo>
                  <a:lnTo>
                    <a:pt x="2861738" y="0"/>
                  </a:lnTo>
                  <a:lnTo>
                    <a:pt x="2860882" y="0"/>
                  </a:lnTo>
                  <a:lnTo>
                    <a:pt x="2860027" y="0"/>
                  </a:lnTo>
                  <a:lnTo>
                    <a:pt x="2859171" y="0"/>
                  </a:lnTo>
                  <a:lnTo>
                    <a:pt x="2858316" y="0"/>
                  </a:lnTo>
                  <a:lnTo>
                    <a:pt x="2857460" y="0"/>
                  </a:lnTo>
                  <a:lnTo>
                    <a:pt x="2856605" y="0"/>
                  </a:lnTo>
                  <a:lnTo>
                    <a:pt x="2855749" y="0"/>
                  </a:lnTo>
                  <a:lnTo>
                    <a:pt x="2854894" y="0"/>
                  </a:lnTo>
                  <a:lnTo>
                    <a:pt x="2854038" y="0"/>
                  </a:lnTo>
                  <a:lnTo>
                    <a:pt x="2853183" y="0"/>
                  </a:lnTo>
                  <a:lnTo>
                    <a:pt x="2852327" y="0"/>
                  </a:lnTo>
                  <a:lnTo>
                    <a:pt x="2851472" y="0"/>
                  </a:lnTo>
                  <a:lnTo>
                    <a:pt x="2850616" y="0"/>
                  </a:lnTo>
                  <a:lnTo>
                    <a:pt x="2849761" y="0"/>
                  </a:lnTo>
                  <a:lnTo>
                    <a:pt x="2848905" y="0"/>
                  </a:lnTo>
                  <a:lnTo>
                    <a:pt x="2848050" y="0"/>
                  </a:lnTo>
                  <a:lnTo>
                    <a:pt x="2847194" y="0"/>
                  </a:lnTo>
                  <a:lnTo>
                    <a:pt x="2846339" y="0"/>
                  </a:lnTo>
                  <a:lnTo>
                    <a:pt x="2845483" y="0"/>
                  </a:lnTo>
                  <a:lnTo>
                    <a:pt x="2844627" y="0"/>
                  </a:lnTo>
                  <a:lnTo>
                    <a:pt x="2843772" y="0"/>
                  </a:lnTo>
                  <a:lnTo>
                    <a:pt x="2842916" y="0"/>
                  </a:lnTo>
                  <a:lnTo>
                    <a:pt x="2842061" y="0"/>
                  </a:lnTo>
                  <a:lnTo>
                    <a:pt x="2841205" y="0"/>
                  </a:lnTo>
                  <a:lnTo>
                    <a:pt x="2840350" y="0"/>
                  </a:lnTo>
                  <a:lnTo>
                    <a:pt x="2839494" y="0"/>
                  </a:lnTo>
                  <a:lnTo>
                    <a:pt x="2838639" y="0"/>
                  </a:lnTo>
                  <a:lnTo>
                    <a:pt x="2837783" y="0"/>
                  </a:lnTo>
                  <a:lnTo>
                    <a:pt x="2836928" y="0"/>
                  </a:lnTo>
                  <a:lnTo>
                    <a:pt x="2836072" y="0"/>
                  </a:lnTo>
                  <a:lnTo>
                    <a:pt x="2835217" y="0"/>
                  </a:lnTo>
                  <a:lnTo>
                    <a:pt x="2834361" y="0"/>
                  </a:lnTo>
                  <a:lnTo>
                    <a:pt x="2833506" y="0"/>
                  </a:lnTo>
                  <a:lnTo>
                    <a:pt x="2832650" y="0"/>
                  </a:lnTo>
                  <a:lnTo>
                    <a:pt x="2831795" y="0"/>
                  </a:lnTo>
                  <a:lnTo>
                    <a:pt x="2830939" y="0"/>
                  </a:lnTo>
                  <a:lnTo>
                    <a:pt x="2830083" y="0"/>
                  </a:lnTo>
                  <a:lnTo>
                    <a:pt x="2829228" y="0"/>
                  </a:lnTo>
                  <a:lnTo>
                    <a:pt x="2828372" y="0"/>
                  </a:lnTo>
                  <a:lnTo>
                    <a:pt x="2827517" y="0"/>
                  </a:lnTo>
                  <a:lnTo>
                    <a:pt x="2826661" y="0"/>
                  </a:lnTo>
                  <a:lnTo>
                    <a:pt x="2825806" y="0"/>
                  </a:lnTo>
                  <a:lnTo>
                    <a:pt x="2824950" y="0"/>
                  </a:lnTo>
                  <a:lnTo>
                    <a:pt x="2824095" y="0"/>
                  </a:lnTo>
                  <a:lnTo>
                    <a:pt x="2823239" y="0"/>
                  </a:lnTo>
                  <a:lnTo>
                    <a:pt x="2822384" y="0"/>
                  </a:lnTo>
                  <a:lnTo>
                    <a:pt x="2821528" y="0"/>
                  </a:lnTo>
                  <a:lnTo>
                    <a:pt x="2820673" y="0"/>
                  </a:lnTo>
                  <a:lnTo>
                    <a:pt x="2819817" y="0"/>
                  </a:lnTo>
                  <a:lnTo>
                    <a:pt x="2818962" y="0"/>
                  </a:lnTo>
                  <a:lnTo>
                    <a:pt x="2818106" y="0"/>
                  </a:lnTo>
                  <a:lnTo>
                    <a:pt x="2817251" y="0"/>
                  </a:lnTo>
                  <a:lnTo>
                    <a:pt x="2816395" y="0"/>
                  </a:lnTo>
                  <a:lnTo>
                    <a:pt x="2815540" y="0"/>
                  </a:lnTo>
                  <a:lnTo>
                    <a:pt x="2814684" y="0"/>
                  </a:lnTo>
                  <a:lnTo>
                    <a:pt x="2813828" y="0"/>
                  </a:lnTo>
                  <a:lnTo>
                    <a:pt x="2812973" y="0"/>
                  </a:lnTo>
                  <a:lnTo>
                    <a:pt x="2812117" y="0"/>
                  </a:lnTo>
                  <a:lnTo>
                    <a:pt x="2811262" y="0"/>
                  </a:lnTo>
                  <a:lnTo>
                    <a:pt x="2810406" y="0"/>
                  </a:lnTo>
                  <a:lnTo>
                    <a:pt x="2809551" y="0"/>
                  </a:lnTo>
                  <a:lnTo>
                    <a:pt x="2808695" y="0"/>
                  </a:lnTo>
                  <a:lnTo>
                    <a:pt x="2807840" y="0"/>
                  </a:lnTo>
                  <a:lnTo>
                    <a:pt x="2806984" y="0"/>
                  </a:lnTo>
                  <a:lnTo>
                    <a:pt x="2806129" y="0"/>
                  </a:lnTo>
                  <a:lnTo>
                    <a:pt x="2805273" y="0"/>
                  </a:lnTo>
                  <a:lnTo>
                    <a:pt x="2804418" y="0"/>
                  </a:lnTo>
                  <a:lnTo>
                    <a:pt x="2803562" y="0"/>
                  </a:lnTo>
                  <a:lnTo>
                    <a:pt x="2802707" y="0"/>
                  </a:lnTo>
                  <a:lnTo>
                    <a:pt x="2801851" y="0"/>
                  </a:lnTo>
                  <a:lnTo>
                    <a:pt x="2800996" y="0"/>
                  </a:lnTo>
                  <a:lnTo>
                    <a:pt x="2800140" y="0"/>
                  </a:lnTo>
                  <a:lnTo>
                    <a:pt x="2799285" y="0"/>
                  </a:lnTo>
                  <a:lnTo>
                    <a:pt x="2798429" y="0"/>
                  </a:lnTo>
                  <a:lnTo>
                    <a:pt x="2797573" y="0"/>
                  </a:lnTo>
                  <a:lnTo>
                    <a:pt x="2796718" y="0"/>
                  </a:lnTo>
                  <a:lnTo>
                    <a:pt x="2795862" y="0"/>
                  </a:lnTo>
                  <a:lnTo>
                    <a:pt x="2795007" y="0"/>
                  </a:lnTo>
                  <a:lnTo>
                    <a:pt x="2794151" y="0"/>
                  </a:lnTo>
                  <a:lnTo>
                    <a:pt x="2793296" y="0"/>
                  </a:lnTo>
                  <a:lnTo>
                    <a:pt x="2792440" y="0"/>
                  </a:lnTo>
                  <a:lnTo>
                    <a:pt x="2791585" y="0"/>
                  </a:lnTo>
                  <a:lnTo>
                    <a:pt x="2790729" y="0"/>
                  </a:lnTo>
                  <a:lnTo>
                    <a:pt x="2789874" y="0"/>
                  </a:lnTo>
                  <a:lnTo>
                    <a:pt x="2789018" y="0"/>
                  </a:lnTo>
                  <a:lnTo>
                    <a:pt x="2788163" y="0"/>
                  </a:lnTo>
                  <a:lnTo>
                    <a:pt x="2787307" y="0"/>
                  </a:lnTo>
                  <a:lnTo>
                    <a:pt x="2786452" y="0"/>
                  </a:lnTo>
                  <a:lnTo>
                    <a:pt x="2785596" y="0"/>
                  </a:lnTo>
                  <a:lnTo>
                    <a:pt x="2784741" y="0"/>
                  </a:lnTo>
                  <a:lnTo>
                    <a:pt x="2783885" y="0"/>
                  </a:lnTo>
                  <a:lnTo>
                    <a:pt x="2783029" y="0"/>
                  </a:lnTo>
                  <a:lnTo>
                    <a:pt x="2782174" y="0"/>
                  </a:lnTo>
                  <a:lnTo>
                    <a:pt x="2781318" y="0"/>
                  </a:lnTo>
                  <a:lnTo>
                    <a:pt x="2780463" y="0"/>
                  </a:lnTo>
                  <a:lnTo>
                    <a:pt x="2779607" y="0"/>
                  </a:lnTo>
                  <a:lnTo>
                    <a:pt x="2778752" y="0"/>
                  </a:lnTo>
                  <a:lnTo>
                    <a:pt x="2777896" y="0"/>
                  </a:lnTo>
                  <a:lnTo>
                    <a:pt x="2777041" y="0"/>
                  </a:lnTo>
                  <a:lnTo>
                    <a:pt x="2776185" y="0"/>
                  </a:lnTo>
                  <a:lnTo>
                    <a:pt x="2775330" y="0"/>
                  </a:lnTo>
                  <a:lnTo>
                    <a:pt x="2774474" y="0"/>
                  </a:lnTo>
                  <a:lnTo>
                    <a:pt x="2773619" y="0"/>
                  </a:lnTo>
                  <a:lnTo>
                    <a:pt x="2772763" y="0"/>
                  </a:lnTo>
                  <a:lnTo>
                    <a:pt x="2771908" y="0"/>
                  </a:lnTo>
                  <a:lnTo>
                    <a:pt x="2771052" y="0"/>
                  </a:lnTo>
                  <a:lnTo>
                    <a:pt x="2770197" y="0"/>
                  </a:lnTo>
                  <a:lnTo>
                    <a:pt x="2769341" y="0"/>
                  </a:lnTo>
                  <a:lnTo>
                    <a:pt x="2768486" y="0"/>
                  </a:lnTo>
                  <a:lnTo>
                    <a:pt x="2767630" y="0"/>
                  </a:lnTo>
                  <a:lnTo>
                    <a:pt x="2766774" y="0"/>
                  </a:lnTo>
                  <a:lnTo>
                    <a:pt x="2765919" y="0"/>
                  </a:lnTo>
                  <a:lnTo>
                    <a:pt x="2765063" y="0"/>
                  </a:lnTo>
                  <a:lnTo>
                    <a:pt x="2764208" y="0"/>
                  </a:lnTo>
                  <a:lnTo>
                    <a:pt x="2763352" y="0"/>
                  </a:lnTo>
                  <a:lnTo>
                    <a:pt x="2762497" y="0"/>
                  </a:lnTo>
                  <a:lnTo>
                    <a:pt x="2761641" y="0"/>
                  </a:lnTo>
                  <a:lnTo>
                    <a:pt x="2760786" y="0"/>
                  </a:lnTo>
                  <a:lnTo>
                    <a:pt x="2759930" y="0"/>
                  </a:lnTo>
                  <a:lnTo>
                    <a:pt x="2759075" y="0"/>
                  </a:lnTo>
                  <a:lnTo>
                    <a:pt x="2758219" y="0"/>
                  </a:lnTo>
                  <a:lnTo>
                    <a:pt x="2757364" y="0"/>
                  </a:lnTo>
                  <a:lnTo>
                    <a:pt x="2756508" y="0"/>
                  </a:lnTo>
                  <a:lnTo>
                    <a:pt x="2755653" y="0"/>
                  </a:lnTo>
                  <a:lnTo>
                    <a:pt x="2754797" y="0"/>
                  </a:lnTo>
                  <a:lnTo>
                    <a:pt x="2753942" y="0"/>
                  </a:lnTo>
                  <a:lnTo>
                    <a:pt x="2753086" y="0"/>
                  </a:lnTo>
                  <a:lnTo>
                    <a:pt x="2752231" y="0"/>
                  </a:lnTo>
                  <a:lnTo>
                    <a:pt x="2751375" y="0"/>
                  </a:lnTo>
                  <a:lnTo>
                    <a:pt x="2750519" y="0"/>
                  </a:lnTo>
                  <a:lnTo>
                    <a:pt x="2749664" y="0"/>
                  </a:lnTo>
                  <a:lnTo>
                    <a:pt x="2748808" y="0"/>
                  </a:lnTo>
                  <a:lnTo>
                    <a:pt x="2747953" y="0"/>
                  </a:lnTo>
                  <a:lnTo>
                    <a:pt x="2747097" y="0"/>
                  </a:lnTo>
                  <a:lnTo>
                    <a:pt x="2746242" y="0"/>
                  </a:lnTo>
                  <a:lnTo>
                    <a:pt x="2745386" y="0"/>
                  </a:lnTo>
                  <a:lnTo>
                    <a:pt x="2744531" y="0"/>
                  </a:lnTo>
                  <a:lnTo>
                    <a:pt x="2743675" y="0"/>
                  </a:lnTo>
                  <a:lnTo>
                    <a:pt x="2742820" y="0"/>
                  </a:lnTo>
                  <a:lnTo>
                    <a:pt x="2741964" y="0"/>
                  </a:lnTo>
                  <a:lnTo>
                    <a:pt x="2741109" y="0"/>
                  </a:lnTo>
                  <a:lnTo>
                    <a:pt x="2740253" y="0"/>
                  </a:lnTo>
                  <a:lnTo>
                    <a:pt x="2739398" y="0"/>
                  </a:lnTo>
                  <a:lnTo>
                    <a:pt x="2738542" y="0"/>
                  </a:lnTo>
                  <a:lnTo>
                    <a:pt x="2737687" y="0"/>
                  </a:lnTo>
                  <a:lnTo>
                    <a:pt x="2736831" y="0"/>
                  </a:lnTo>
                  <a:lnTo>
                    <a:pt x="2735975" y="0"/>
                  </a:lnTo>
                  <a:lnTo>
                    <a:pt x="2735120" y="0"/>
                  </a:lnTo>
                  <a:lnTo>
                    <a:pt x="2734264" y="0"/>
                  </a:lnTo>
                  <a:lnTo>
                    <a:pt x="2733409" y="0"/>
                  </a:lnTo>
                  <a:lnTo>
                    <a:pt x="2732553" y="0"/>
                  </a:lnTo>
                  <a:lnTo>
                    <a:pt x="2731698" y="0"/>
                  </a:lnTo>
                  <a:lnTo>
                    <a:pt x="2730842" y="0"/>
                  </a:lnTo>
                  <a:lnTo>
                    <a:pt x="2729987" y="0"/>
                  </a:lnTo>
                  <a:lnTo>
                    <a:pt x="2729131" y="0"/>
                  </a:lnTo>
                  <a:lnTo>
                    <a:pt x="2728276" y="0"/>
                  </a:lnTo>
                  <a:lnTo>
                    <a:pt x="2727420" y="0"/>
                  </a:lnTo>
                  <a:lnTo>
                    <a:pt x="2726565" y="0"/>
                  </a:lnTo>
                  <a:lnTo>
                    <a:pt x="2725709" y="0"/>
                  </a:lnTo>
                  <a:lnTo>
                    <a:pt x="2724854" y="0"/>
                  </a:lnTo>
                  <a:lnTo>
                    <a:pt x="2723998" y="0"/>
                  </a:lnTo>
                  <a:lnTo>
                    <a:pt x="2723143" y="0"/>
                  </a:lnTo>
                  <a:lnTo>
                    <a:pt x="2722287" y="0"/>
                  </a:lnTo>
                  <a:lnTo>
                    <a:pt x="2721432" y="0"/>
                  </a:lnTo>
                  <a:lnTo>
                    <a:pt x="2720576" y="0"/>
                  </a:lnTo>
                  <a:lnTo>
                    <a:pt x="2719720" y="0"/>
                  </a:lnTo>
                  <a:lnTo>
                    <a:pt x="2718865" y="0"/>
                  </a:lnTo>
                  <a:lnTo>
                    <a:pt x="2718009" y="0"/>
                  </a:lnTo>
                  <a:lnTo>
                    <a:pt x="2717154" y="0"/>
                  </a:lnTo>
                  <a:lnTo>
                    <a:pt x="2716298" y="0"/>
                  </a:lnTo>
                  <a:lnTo>
                    <a:pt x="2715443" y="0"/>
                  </a:lnTo>
                  <a:lnTo>
                    <a:pt x="2714587" y="0"/>
                  </a:lnTo>
                  <a:lnTo>
                    <a:pt x="2713732" y="0"/>
                  </a:lnTo>
                  <a:lnTo>
                    <a:pt x="2712876" y="0"/>
                  </a:lnTo>
                  <a:lnTo>
                    <a:pt x="2712021" y="0"/>
                  </a:lnTo>
                  <a:lnTo>
                    <a:pt x="2711165" y="0"/>
                  </a:lnTo>
                  <a:lnTo>
                    <a:pt x="2710310" y="0"/>
                  </a:lnTo>
                  <a:lnTo>
                    <a:pt x="2709454" y="0"/>
                  </a:lnTo>
                  <a:lnTo>
                    <a:pt x="2708599" y="0"/>
                  </a:lnTo>
                  <a:lnTo>
                    <a:pt x="2707743" y="0"/>
                  </a:lnTo>
                  <a:lnTo>
                    <a:pt x="2706888" y="0"/>
                  </a:lnTo>
                  <a:lnTo>
                    <a:pt x="2706032" y="0"/>
                  </a:lnTo>
                  <a:lnTo>
                    <a:pt x="2705177" y="0"/>
                  </a:lnTo>
                  <a:lnTo>
                    <a:pt x="2704321" y="0"/>
                  </a:lnTo>
                  <a:lnTo>
                    <a:pt x="2703465" y="0"/>
                  </a:lnTo>
                  <a:lnTo>
                    <a:pt x="2702610" y="0"/>
                  </a:lnTo>
                  <a:lnTo>
                    <a:pt x="2701754" y="0"/>
                  </a:lnTo>
                  <a:lnTo>
                    <a:pt x="2700899" y="0"/>
                  </a:lnTo>
                  <a:lnTo>
                    <a:pt x="2700043" y="0"/>
                  </a:lnTo>
                  <a:lnTo>
                    <a:pt x="2699188" y="0"/>
                  </a:lnTo>
                  <a:lnTo>
                    <a:pt x="2698332" y="0"/>
                  </a:lnTo>
                  <a:lnTo>
                    <a:pt x="2697477" y="0"/>
                  </a:lnTo>
                  <a:lnTo>
                    <a:pt x="2696621" y="0"/>
                  </a:lnTo>
                  <a:lnTo>
                    <a:pt x="2695766" y="0"/>
                  </a:lnTo>
                  <a:lnTo>
                    <a:pt x="2694910" y="0"/>
                  </a:lnTo>
                  <a:lnTo>
                    <a:pt x="2694055" y="0"/>
                  </a:lnTo>
                  <a:lnTo>
                    <a:pt x="2693199" y="0"/>
                  </a:lnTo>
                  <a:lnTo>
                    <a:pt x="2692344" y="0"/>
                  </a:lnTo>
                  <a:lnTo>
                    <a:pt x="2691488" y="0"/>
                  </a:lnTo>
                  <a:lnTo>
                    <a:pt x="2690633" y="0"/>
                  </a:lnTo>
                  <a:lnTo>
                    <a:pt x="2689777" y="0"/>
                  </a:lnTo>
                  <a:lnTo>
                    <a:pt x="2688921" y="0"/>
                  </a:lnTo>
                  <a:lnTo>
                    <a:pt x="2688066" y="0"/>
                  </a:lnTo>
                  <a:lnTo>
                    <a:pt x="2687210" y="0"/>
                  </a:lnTo>
                  <a:lnTo>
                    <a:pt x="2686355" y="0"/>
                  </a:lnTo>
                  <a:lnTo>
                    <a:pt x="2685499" y="0"/>
                  </a:lnTo>
                  <a:lnTo>
                    <a:pt x="2684644" y="0"/>
                  </a:lnTo>
                  <a:lnTo>
                    <a:pt x="2683788" y="0"/>
                  </a:lnTo>
                  <a:lnTo>
                    <a:pt x="2682933" y="0"/>
                  </a:lnTo>
                  <a:lnTo>
                    <a:pt x="2682077" y="0"/>
                  </a:lnTo>
                  <a:lnTo>
                    <a:pt x="2681222" y="0"/>
                  </a:lnTo>
                  <a:lnTo>
                    <a:pt x="2680366" y="0"/>
                  </a:lnTo>
                  <a:lnTo>
                    <a:pt x="2679511" y="0"/>
                  </a:lnTo>
                  <a:lnTo>
                    <a:pt x="2678655" y="0"/>
                  </a:lnTo>
                  <a:lnTo>
                    <a:pt x="2677800" y="0"/>
                  </a:lnTo>
                  <a:lnTo>
                    <a:pt x="2676944" y="0"/>
                  </a:lnTo>
                  <a:lnTo>
                    <a:pt x="2676089" y="0"/>
                  </a:lnTo>
                  <a:lnTo>
                    <a:pt x="2675233" y="0"/>
                  </a:lnTo>
                  <a:lnTo>
                    <a:pt x="2674378" y="0"/>
                  </a:lnTo>
                  <a:lnTo>
                    <a:pt x="2673522" y="0"/>
                  </a:lnTo>
                  <a:lnTo>
                    <a:pt x="2672666" y="0"/>
                  </a:lnTo>
                  <a:lnTo>
                    <a:pt x="2671811" y="0"/>
                  </a:lnTo>
                  <a:lnTo>
                    <a:pt x="2670955" y="0"/>
                  </a:lnTo>
                  <a:lnTo>
                    <a:pt x="2670100" y="0"/>
                  </a:lnTo>
                  <a:lnTo>
                    <a:pt x="2669244" y="0"/>
                  </a:lnTo>
                  <a:lnTo>
                    <a:pt x="2668389" y="0"/>
                  </a:lnTo>
                  <a:lnTo>
                    <a:pt x="2667533" y="0"/>
                  </a:lnTo>
                  <a:lnTo>
                    <a:pt x="2666678" y="0"/>
                  </a:lnTo>
                  <a:lnTo>
                    <a:pt x="2665822" y="0"/>
                  </a:lnTo>
                  <a:lnTo>
                    <a:pt x="2664967" y="0"/>
                  </a:lnTo>
                  <a:lnTo>
                    <a:pt x="2664111" y="0"/>
                  </a:lnTo>
                  <a:lnTo>
                    <a:pt x="2663256" y="0"/>
                  </a:lnTo>
                  <a:lnTo>
                    <a:pt x="2662400" y="0"/>
                  </a:lnTo>
                  <a:lnTo>
                    <a:pt x="2661545" y="0"/>
                  </a:lnTo>
                  <a:lnTo>
                    <a:pt x="2660689" y="0"/>
                  </a:lnTo>
                  <a:lnTo>
                    <a:pt x="2659834" y="0"/>
                  </a:lnTo>
                  <a:lnTo>
                    <a:pt x="2658978" y="0"/>
                  </a:lnTo>
                  <a:lnTo>
                    <a:pt x="2658123" y="0"/>
                  </a:lnTo>
                  <a:lnTo>
                    <a:pt x="2657267" y="0"/>
                  </a:lnTo>
                  <a:lnTo>
                    <a:pt x="2656411" y="0"/>
                  </a:lnTo>
                  <a:lnTo>
                    <a:pt x="2655556" y="0"/>
                  </a:lnTo>
                  <a:lnTo>
                    <a:pt x="2654700" y="0"/>
                  </a:lnTo>
                  <a:lnTo>
                    <a:pt x="2653845" y="0"/>
                  </a:lnTo>
                  <a:lnTo>
                    <a:pt x="2652989" y="0"/>
                  </a:lnTo>
                  <a:lnTo>
                    <a:pt x="2652134" y="0"/>
                  </a:lnTo>
                  <a:lnTo>
                    <a:pt x="2651278" y="0"/>
                  </a:lnTo>
                  <a:lnTo>
                    <a:pt x="2650423" y="0"/>
                  </a:lnTo>
                  <a:lnTo>
                    <a:pt x="2649567" y="0"/>
                  </a:lnTo>
                  <a:lnTo>
                    <a:pt x="2648712" y="0"/>
                  </a:lnTo>
                  <a:lnTo>
                    <a:pt x="2647856" y="0"/>
                  </a:lnTo>
                  <a:lnTo>
                    <a:pt x="2647001" y="0"/>
                  </a:lnTo>
                  <a:lnTo>
                    <a:pt x="2646145" y="0"/>
                  </a:lnTo>
                  <a:lnTo>
                    <a:pt x="2645290" y="0"/>
                  </a:lnTo>
                  <a:lnTo>
                    <a:pt x="2644434" y="0"/>
                  </a:lnTo>
                  <a:lnTo>
                    <a:pt x="2643579" y="0"/>
                  </a:lnTo>
                  <a:lnTo>
                    <a:pt x="2642723" y="0"/>
                  </a:lnTo>
                  <a:lnTo>
                    <a:pt x="2641868" y="0"/>
                  </a:lnTo>
                  <a:lnTo>
                    <a:pt x="2641012" y="0"/>
                  </a:lnTo>
                  <a:lnTo>
                    <a:pt x="2640156" y="0"/>
                  </a:lnTo>
                  <a:lnTo>
                    <a:pt x="2639301" y="0"/>
                  </a:lnTo>
                  <a:lnTo>
                    <a:pt x="2638445" y="0"/>
                  </a:lnTo>
                  <a:lnTo>
                    <a:pt x="2637590" y="0"/>
                  </a:lnTo>
                  <a:lnTo>
                    <a:pt x="2636734" y="0"/>
                  </a:lnTo>
                  <a:lnTo>
                    <a:pt x="2635879" y="0"/>
                  </a:lnTo>
                  <a:lnTo>
                    <a:pt x="2635023" y="0"/>
                  </a:lnTo>
                  <a:lnTo>
                    <a:pt x="2634168" y="0"/>
                  </a:lnTo>
                  <a:lnTo>
                    <a:pt x="2633312" y="0"/>
                  </a:lnTo>
                  <a:lnTo>
                    <a:pt x="2632457" y="0"/>
                  </a:lnTo>
                  <a:lnTo>
                    <a:pt x="2631601" y="0"/>
                  </a:lnTo>
                  <a:lnTo>
                    <a:pt x="2630746" y="0"/>
                  </a:lnTo>
                  <a:lnTo>
                    <a:pt x="2629890" y="0"/>
                  </a:lnTo>
                  <a:lnTo>
                    <a:pt x="2629035" y="0"/>
                  </a:lnTo>
                  <a:lnTo>
                    <a:pt x="2628179" y="0"/>
                  </a:lnTo>
                  <a:lnTo>
                    <a:pt x="2627324" y="0"/>
                  </a:lnTo>
                  <a:lnTo>
                    <a:pt x="2626468" y="0"/>
                  </a:lnTo>
                  <a:lnTo>
                    <a:pt x="2625612" y="0"/>
                  </a:lnTo>
                  <a:lnTo>
                    <a:pt x="2624757" y="0"/>
                  </a:lnTo>
                  <a:lnTo>
                    <a:pt x="2623901" y="0"/>
                  </a:lnTo>
                  <a:lnTo>
                    <a:pt x="2623046" y="0"/>
                  </a:lnTo>
                  <a:lnTo>
                    <a:pt x="2622190" y="0"/>
                  </a:lnTo>
                  <a:lnTo>
                    <a:pt x="2621335" y="0"/>
                  </a:lnTo>
                  <a:lnTo>
                    <a:pt x="2620479" y="0"/>
                  </a:lnTo>
                  <a:lnTo>
                    <a:pt x="2619624" y="0"/>
                  </a:lnTo>
                  <a:lnTo>
                    <a:pt x="2618768" y="0"/>
                  </a:lnTo>
                  <a:lnTo>
                    <a:pt x="2617913" y="0"/>
                  </a:lnTo>
                  <a:lnTo>
                    <a:pt x="2617057" y="0"/>
                  </a:lnTo>
                  <a:lnTo>
                    <a:pt x="2616202" y="0"/>
                  </a:lnTo>
                  <a:lnTo>
                    <a:pt x="2615346" y="0"/>
                  </a:lnTo>
                  <a:lnTo>
                    <a:pt x="2614491" y="0"/>
                  </a:lnTo>
                  <a:lnTo>
                    <a:pt x="2613635" y="0"/>
                  </a:lnTo>
                  <a:lnTo>
                    <a:pt x="2612780" y="0"/>
                  </a:lnTo>
                  <a:lnTo>
                    <a:pt x="2611924" y="0"/>
                  </a:lnTo>
                  <a:lnTo>
                    <a:pt x="2611069" y="0"/>
                  </a:lnTo>
                  <a:lnTo>
                    <a:pt x="2610213" y="0"/>
                  </a:lnTo>
                  <a:lnTo>
                    <a:pt x="2609357" y="0"/>
                  </a:lnTo>
                  <a:lnTo>
                    <a:pt x="2608502" y="0"/>
                  </a:lnTo>
                  <a:lnTo>
                    <a:pt x="2607646" y="0"/>
                  </a:lnTo>
                  <a:lnTo>
                    <a:pt x="2606791" y="0"/>
                  </a:lnTo>
                  <a:lnTo>
                    <a:pt x="2605935" y="0"/>
                  </a:lnTo>
                  <a:lnTo>
                    <a:pt x="2605080" y="0"/>
                  </a:lnTo>
                  <a:lnTo>
                    <a:pt x="2604224" y="0"/>
                  </a:lnTo>
                  <a:lnTo>
                    <a:pt x="2603369" y="0"/>
                  </a:lnTo>
                  <a:lnTo>
                    <a:pt x="2602513" y="0"/>
                  </a:lnTo>
                  <a:lnTo>
                    <a:pt x="2601658" y="0"/>
                  </a:lnTo>
                  <a:lnTo>
                    <a:pt x="2600802" y="0"/>
                  </a:lnTo>
                  <a:lnTo>
                    <a:pt x="2599947" y="0"/>
                  </a:lnTo>
                  <a:lnTo>
                    <a:pt x="2599091" y="0"/>
                  </a:lnTo>
                  <a:lnTo>
                    <a:pt x="2598236" y="0"/>
                  </a:lnTo>
                  <a:lnTo>
                    <a:pt x="2597380" y="0"/>
                  </a:lnTo>
                  <a:lnTo>
                    <a:pt x="2596525" y="0"/>
                  </a:lnTo>
                  <a:lnTo>
                    <a:pt x="2595669" y="0"/>
                  </a:lnTo>
                  <a:lnTo>
                    <a:pt x="2594814" y="0"/>
                  </a:lnTo>
                  <a:lnTo>
                    <a:pt x="2593958" y="0"/>
                  </a:lnTo>
                  <a:lnTo>
                    <a:pt x="2593102" y="0"/>
                  </a:lnTo>
                  <a:lnTo>
                    <a:pt x="2592247" y="0"/>
                  </a:lnTo>
                  <a:lnTo>
                    <a:pt x="2591391" y="0"/>
                  </a:lnTo>
                  <a:lnTo>
                    <a:pt x="2590536" y="0"/>
                  </a:lnTo>
                  <a:lnTo>
                    <a:pt x="2589680" y="0"/>
                  </a:lnTo>
                  <a:lnTo>
                    <a:pt x="2588825" y="0"/>
                  </a:lnTo>
                  <a:lnTo>
                    <a:pt x="2587969" y="0"/>
                  </a:lnTo>
                  <a:lnTo>
                    <a:pt x="2587114" y="0"/>
                  </a:lnTo>
                  <a:lnTo>
                    <a:pt x="2586258" y="0"/>
                  </a:lnTo>
                  <a:lnTo>
                    <a:pt x="2585403" y="0"/>
                  </a:lnTo>
                  <a:lnTo>
                    <a:pt x="2584547" y="0"/>
                  </a:lnTo>
                  <a:lnTo>
                    <a:pt x="2583692" y="0"/>
                  </a:lnTo>
                  <a:lnTo>
                    <a:pt x="2582836" y="0"/>
                  </a:lnTo>
                  <a:lnTo>
                    <a:pt x="2581981" y="0"/>
                  </a:lnTo>
                  <a:lnTo>
                    <a:pt x="2581125" y="0"/>
                  </a:lnTo>
                  <a:lnTo>
                    <a:pt x="2580270" y="0"/>
                  </a:lnTo>
                  <a:lnTo>
                    <a:pt x="2579414" y="0"/>
                  </a:lnTo>
                  <a:lnTo>
                    <a:pt x="2578558" y="0"/>
                  </a:lnTo>
                  <a:lnTo>
                    <a:pt x="2577703" y="0"/>
                  </a:lnTo>
                  <a:lnTo>
                    <a:pt x="2576847" y="0"/>
                  </a:lnTo>
                  <a:lnTo>
                    <a:pt x="2575992" y="0"/>
                  </a:lnTo>
                  <a:lnTo>
                    <a:pt x="2575136" y="0"/>
                  </a:lnTo>
                  <a:lnTo>
                    <a:pt x="2574281" y="0"/>
                  </a:lnTo>
                  <a:lnTo>
                    <a:pt x="2573425" y="0"/>
                  </a:lnTo>
                  <a:lnTo>
                    <a:pt x="2572570" y="0"/>
                  </a:lnTo>
                  <a:lnTo>
                    <a:pt x="2571714" y="0"/>
                  </a:lnTo>
                  <a:lnTo>
                    <a:pt x="2570859" y="0"/>
                  </a:lnTo>
                  <a:lnTo>
                    <a:pt x="2570003" y="0"/>
                  </a:lnTo>
                  <a:lnTo>
                    <a:pt x="2569148" y="0"/>
                  </a:lnTo>
                  <a:lnTo>
                    <a:pt x="2568292" y="0"/>
                  </a:lnTo>
                  <a:lnTo>
                    <a:pt x="2567437" y="0"/>
                  </a:lnTo>
                  <a:lnTo>
                    <a:pt x="2566581" y="0"/>
                  </a:lnTo>
                  <a:lnTo>
                    <a:pt x="2565726" y="0"/>
                  </a:lnTo>
                  <a:lnTo>
                    <a:pt x="2564870" y="0"/>
                  </a:lnTo>
                  <a:lnTo>
                    <a:pt x="2564015" y="0"/>
                  </a:lnTo>
                  <a:lnTo>
                    <a:pt x="2563159" y="0"/>
                  </a:lnTo>
                  <a:lnTo>
                    <a:pt x="2562303" y="0"/>
                  </a:lnTo>
                  <a:lnTo>
                    <a:pt x="2561448" y="0"/>
                  </a:lnTo>
                  <a:lnTo>
                    <a:pt x="2560592" y="0"/>
                  </a:lnTo>
                  <a:lnTo>
                    <a:pt x="2559737" y="0"/>
                  </a:lnTo>
                  <a:lnTo>
                    <a:pt x="2558881" y="0"/>
                  </a:lnTo>
                  <a:lnTo>
                    <a:pt x="2558026" y="0"/>
                  </a:lnTo>
                  <a:lnTo>
                    <a:pt x="2557170" y="0"/>
                  </a:lnTo>
                  <a:lnTo>
                    <a:pt x="2556315" y="0"/>
                  </a:lnTo>
                  <a:lnTo>
                    <a:pt x="2555459" y="0"/>
                  </a:lnTo>
                  <a:lnTo>
                    <a:pt x="2554604" y="0"/>
                  </a:lnTo>
                  <a:lnTo>
                    <a:pt x="2553748" y="0"/>
                  </a:lnTo>
                  <a:lnTo>
                    <a:pt x="2552893" y="0"/>
                  </a:lnTo>
                  <a:lnTo>
                    <a:pt x="2552037" y="0"/>
                  </a:lnTo>
                  <a:lnTo>
                    <a:pt x="2551182" y="0"/>
                  </a:lnTo>
                  <a:lnTo>
                    <a:pt x="2550326" y="0"/>
                  </a:lnTo>
                  <a:lnTo>
                    <a:pt x="2549471" y="0"/>
                  </a:lnTo>
                  <a:lnTo>
                    <a:pt x="2548615" y="0"/>
                  </a:lnTo>
                  <a:lnTo>
                    <a:pt x="2547760" y="0"/>
                  </a:lnTo>
                  <a:lnTo>
                    <a:pt x="2546904" y="0"/>
                  </a:lnTo>
                  <a:lnTo>
                    <a:pt x="2546048" y="0"/>
                  </a:lnTo>
                  <a:lnTo>
                    <a:pt x="2545193" y="0"/>
                  </a:lnTo>
                  <a:lnTo>
                    <a:pt x="2544337" y="0"/>
                  </a:lnTo>
                  <a:lnTo>
                    <a:pt x="2543482" y="0"/>
                  </a:lnTo>
                  <a:lnTo>
                    <a:pt x="2542626" y="0"/>
                  </a:lnTo>
                  <a:lnTo>
                    <a:pt x="2541771" y="0"/>
                  </a:lnTo>
                  <a:lnTo>
                    <a:pt x="2540915" y="0"/>
                  </a:lnTo>
                  <a:lnTo>
                    <a:pt x="2540060" y="0"/>
                  </a:lnTo>
                  <a:lnTo>
                    <a:pt x="2539204" y="0"/>
                  </a:lnTo>
                  <a:lnTo>
                    <a:pt x="2538349" y="0"/>
                  </a:lnTo>
                  <a:lnTo>
                    <a:pt x="2537493" y="0"/>
                  </a:lnTo>
                  <a:lnTo>
                    <a:pt x="2536638" y="0"/>
                  </a:lnTo>
                  <a:lnTo>
                    <a:pt x="2535782" y="0"/>
                  </a:lnTo>
                  <a:lnTo>
                    <a:pt x="2534927" y="0"/>
                  </a:lnTo>
                  <a:lnTo>
                    <a:pt x="2534071" y="0"/>
                  </a:lnTo>
                  <a:lnTo>
                    <a:pt x="2533216" y="0"/>
                  </a:lnTo>
                  <a:lnTo>
                    <a:pt x="2532360" y="0"/>
                  </a:lnTo>
                  <a:lnTo>
                    <a:pt x="2531504" y="0"/>
                  </a:lnTo>
                  <a:lnTo>
                    <a:pt x="2530649" y="0"/>
                  </a:lnTo>
                  <a:lnTo>
                    <a:pt x="2529793" y="0"/>
                  </a:lnTo>
                  <a:lnTo>
                    <a:pt x="2528938" y="0"/>
                  </a:lnTo>
                  <a:lnTo>
                    <a:pt x="2528082" y="0"/>
                  </a:lnTo>
                  <a:lnTo>
                    <a:pt x="2527227" y="0"/>
                  </a:lnTo>
                  <a:lnTo>
                    <a:pt x="2526371" y="0"/>
                  </a:lnTo>
                  <a:lnTo>
                    <a:pt x="2525516" y="0"/>
                  </a:lnTo>
                  <a:lnTo>
                    <a:pt x="2524660" y="0"/>
                  </a:lnTo>
                  <a:lnTo>
                    <a:pt x="2523805" y="0"/>
                  </a:lnTo>
                  <a:lnTo>
                    <a:pt x="2522949" y="0"/>
                  </a:lnTo>
                  <a:lnTo>
                    <a:pt x="2522094" y="0"/>
                  </a:lnTo>
                  <a:lnTo>
                    <a:pt x="2521238" y="0"/>
                  </a:lnTo>
                  <a:lnTo>
                    <a:pt x="2520383" y="0"/>
                  </a:lnTo>
                  <a:lnTo>
                    <a:pt x="2519527" y="0"/>
                  </a:lnTo>
                  <a:lnTo>
                    <a:pt x="2518672" y="0"/>
                  </a:lnTo>
                  <a:lnTo>
                    <a:pt x="2517816" y="0"/>
                  </a:lnTo>
                  <a:lnTo>
                    <a:pt x="2516961" y="0"/>
                  </a:lnTo>
                  <a:lnTo>
                    <a:pt x="2516105" y="0"/>
                  </a:lnTo>
                  <a:lnTo>
                    <a:pt x="2515249" y="0"/>
                  </a:lnTo>
                  <a:lnTo>
                    <a:pt x="2514394" y="0"/>
                  </a:lnTo>
                  <a:lnTo>
                    <a:pt x="2513538" y="0"/>
                  </a:lnTo>
                  <a:lnTo>
                    <a:pt x="2512683" y="0"/>
                  </a:lnTo>
                  <a:lnTo>
                    <a:pt x="2511827" y="0"/>
                  </a:lnTo>
                  <a:lnTo>
                    <a:pt x="2510972" y="0"/>
                  </a:lnTo>
                  <a:lnTo>
                    <a:pt x="2510116" y="0"/>
                  </a:lnTo>
                  <a:lnTo>
                    <a:pt x="2509261" y="0"/>
                  </a:lnTo>
                  <a:lnTo>
                    <a:pt x="2508405" y="0"/>
                  </a:lnTo>
                  <a:lnTo>
                    <a:pt x="2507550" y="0"/>
                  </a:lnTo>
                  <a:lnTo>
                    <a:pt x="2506694" y="0"/>
                  </a:lnTo>
                  <a:lnTo>
                    <a:pt x="2505839" y="0"/>
                  </a:lnTo>
                  <a:lnTo>
                    <a:pt x="2504983" y="0"/>
                  </a:lnTo>
                  <a:lnTo>
                    <a:pt x="2504128" y="0"/>
                  </a:lnTo>
                  <a:lnTo>
                    <a:pt x="2503272" y="0"/>
                  </a:lnTo>
                  <a:lnTo>
                    <a:pt x="2502417" y="0"/>
                  </a:lnTo>
                  <a:lnTo>
                    <a:pt x="2501561" y="0"/>
                  </a:lnTo>
                  <a:lnTo>
                    <a:pt x="2500706" y="0"/>
                  </a:lnTo>
                  <a:lnTo>
                    <a:pt x="2499850" y="0"/>
                  </a:lnTo>
                  <a:lnTo>
                    <a:pt x="2498994" y="0"/>
                  </a:lnTo>
                  <a:lnTo>
                    <a:pt x="2498139" y="0"/>
                  </a:lnTo>
                  <a:lnTo>
                    <a:pt x="2497283" y="0"/>
                  </a:lnTo>
                  <a:lnTo>
                    <a:pt x="2496428" y="0"/>
                  </a:lnTo>
                  <a:lnTo>
                    <a:pt x="2495572" y="0"/>
                  </a:lnTo>
                  <a:lnTo>
                    <a:pt x="2494717" y="0"/>
                  </a:lnTo>
                  <a:lnTo>
                    <a:pt x="2493861" y="0"/>
                  </a:lnTo>
                  <a:lnTo>
                    <a:pt x="2493006" y="0"/>
                  </a:lnTo>
                  <a:lnTo>
                    <a:pt x="2492150" y="0"/>
                  </a:lnTo>
                  <a:lnTo>
                    <a:pt x="2491295" y="0"/>
                  </a:lnTo>
                  <a:lnTo>
                    <a:pt x="2490439" y="0"/>
                  </a:lnTo>
                  <a:lnTo>
                    <a:pt x="2489584" y="0"/>
                  </a:lnTo>
                  <a:lnTo>
                    <a:pt x="2488728" y="0"/>
                  </a:lnTo>
                  <a:lnTo>
                    <a:pt x="2487873" y="0"/>
                  </a:lnTo>
                  <a:lnTo>
                    <a:pt x="2487017" y="0"/>
                  </a:lnTo>
                  <a:lnTo>
                    <a:pt x="2486162" y="0"/>
                  </a:lnTo>
                  <a:lnTo>
                    <a:pt x="2485306" y="0"/>
                  </a:lnTo>
                  <a:lnTo>
                    <a:pt x="2484450" y="0"/>
                  </a:lnTo>
                  <a:lnTo>
                    <a:pt x="2483595" y="0"/>
                  </a:lnTo>
                  <a:lnTo>
                    <a:pt x="2482739" y="0"/>
                  </a:lnTo>
                  <a:lnTo>
                    <a:pt x="2481884" y="0"/>
                  </a:lnTo>
                  <a:lnTo>
                    <a:pt x="2481028" y="0"/>
                  </a:lnTo>
                  <a:lnTo>
                    <a:pt x="2480173" y="0"/>
                  </a:lnTo>
                  <a:lnTo>
                    <a:pt x="2479317" y="0"/>
                  </a:lnTo>
                  <a:lnTo>
                    <a:pt x="2478462" y="0"/>
                  </a:lnTo>
                  <a:lnTo>
                    <a:pt x="2477606" y="0"/>
                  </a:lnTo>
                  <a:lnTo>
                    <a:pt x="2476751" y="0"/>
                  </a:lnTo>
                  <a:lnTo>
                    <a:pt x="2475895" y="0"/>
                  </a:lnTo>
                  <a:lnTo>
                    <a:pt x="2475040" y="0"/>
                  </a:lnTo>
                  <a:lnTo>
                    <a:pt x="2474184" y="0"/>
                  </a:lnTo>
                  <a:lnTo>
                    <a:pt x="2473329" y="0"/>
                  </a:lnTo>
                  <a:lnTo>
                    <a:pt x="2472473" y="0"/>
                  </a:lnTo>
                  <a:lnTo>
                    <a:pt x="2471618" y="0"/>
                  </a:lnTo>
                  <a:lnTo>
                    <a:pt x="2470762" y="0"/>
                  </a:lnTo>
                  <a:lnTo>
                    <a:pt x="2469907" y="0"/>
                  </a:lnTo>
                  <a:lnTo>
                    <a:pt x="2469051" y="0"/>
                  </a:lnTo>
                  <a:lnTo>
                    <a:pt x="2468195" y="0"/>
                  </a:lnTo>
                  <a:lnTo>
                    <a:pt x="2467340" y="0"/>
                  </a:lnTo>
                  <a:lnTo>
                    <a:pt x="2466484" y="0"/>
                  </a:lnTo>
                  <a:lnTo>
                    <a:pt x="2465629" y="0"/>
                  </a:lnTo>
                  <a:lnTo>
                    <a:pt x="2464773" y="0"/>
                  </a:lnTo>
                  <a:lnTo>
                    <a:pt x="2463918" y="0"/>
                  </a:lnTo>
                  <a:lnTo>
                    <a:pt x="2463062" y="0"/>
                  </a:lnTo>
                  <a:lnTo>
                    <a:pt x="2462207" y="0"/>
                  </a:lnTo>
                  <a:lnTo>
                    <a:pt x="2461351" y="0"/>
                  </a:lnTo>
                  <a:lnTo>
                    <a:pt x="2460496" y="0"/>
                  </a:lnTo>
                  <a:lnTo>
                    <a:pt x="2459640" y="0"/>
                  </a:lnTo>
                  <a:lnTo>
                    <a:pt x="2458785" y="0"/>
                  </a:lnTo>
                  <a:lnTo>
                    <a:pt x="2457929" y="0"/>
                  </a:lnTo>
                  <a:lnTo>
                    <a:pt x="2457074" y="0"/>
                  </a:lnTo>
                  <a:lnTo>
                    <a:pt x="2456218" y="0"/>
                  </a:lnTo>
                  <a:lnTo>
                    <a:pt x="2455363" y="0"/>
                  </a:lnTo>
                  <a:lnTo>
                    <a:pt x="2454507" y="0"/>
                  </a:lnTo>
                  <a:lnTo>
                    <a:pt x="2453652" y="0"/>
                  </a:lnTo>
                  <a:lnTo>
                    <a:pt x="2452796" y="0"/>
                  </a:lnTo>
                  <a:lnTo>
                    <a:pt x="2451940" y="0"/>
                  </a:lnTo>
                  <a:lnTo>
                    <a:pt x="2451085" y="0"/>
                  </a:lnTo>
                  <a:lnTo>
                    <a:pt x="2450229" y="0"/>
                  </a:lnTo>
                  <a:lnTo>
                    <a:pt x="2449374" y="0"/>
                  </a:lnTo>
                  <a:lnTo>
                    <a:pt x="2448518" y="0"/>
                  </a:lnTo>
                  <a:lnTo>
                    <a:pt x="2447663" y="0"/>
                  </a:lnTo>
                  <a:lnTo>
                    <a:pt x="2446807" y="0"/>
                  </a:lnTo>
                  <a:lnTo>
                    <a:pt x="2445952" y="0"/>
                  </a:lnTo>
                  <a:lnTo>
                    <a:pt x="2445096" y="0"/>
                  </a:lnTo>
                  <a:lnTo>
                    <a:pt x="2444241" y="0"/>
                  </a:lnTo>
                  <a:lnTo>
                    <a:pt x="2443385" y="0"/>
                  </a:lnTo>
                  <a:lnTo>
                    <a:pt x="2442530" y="0"/>
                  </a:lnTo>
                  <a:lnTo>
                    <a:pt x="2441674" y="0"/>
                  </a:lnTo>
                  <a:lnTo>
                    <a:pt x="2440819" y="0"/>
                  </a:lnTo>
                  <a:lnTo>
                    <a:pt x="2439963" y="0"/>
                  </a:lnTo>
                  <a:lnTo>
                    <a:pt x="2439108" y="0"/>
                  </a:lnTo>
                  <a:lnTo>
                    <a:pt x="2438252" y="0"/>
                  </a:lnTo>
                  <a:lnTo>
                    <a:pt x="2437396" y="0"/>
                  </a:lnTo>
                  <a:lnTo>
                    <a:pt x="2436541" y="0"/>
                  </a:lnTo>
                  <a:lnTo>
                    <a:pt x="2435685" y="0"/>
                  </a:lnTo>
                  <a:lnTo>
                    <a:pt x="2434830" y="0"/>
                  </a:lnTo>
                  <a:lnTo>
                    <a:pt x="2433974" y="0"/>
                  </a:lnTo>
                  <a:lnTo>
                    <a:pt x="2433119" y="0"/>
                  </a:lnTo>
                  <a:lnTo>
                    <a:pt x="2432263" y="0"/>
                  </a:lnTo>
                  <a:lnTo>
                    <a:pt x="2431408" y="0"/>
                  </a:lnTo>
                  <a:lnTo>
                    <a:pt x="2430552" y="0"/>
                  </a:lnTo>
                  <a:lnTo>
                    <a:pt x="2429697" y="0"/>
                  </a:lnTo>
                  <a:lnTo>
                    <a:pt x="2428841" y="0"/>
                  </a:lnTo>
                  <a:lnTo>
                    <a:pt x="2427986" y="0"/>
                  </a:lnTo>
                  <a:lnTo>
                    <a:pt x="2427130" y="0"/>
                  </a:lnTo>
                  <a:lnTo>
                    <a:pt x="2426275" y="0"/>
                  </a:lnTo>
                  <a:lnTo>
                    <a:pt x="2425419" y="0"/>
                  </a:lnTo>
                  <a:lnTo>
                    <a:pt x="2424564" y="0"/>
                  </a:lnTo>
                  <a:lnTo>
                    <a:pt x="2423708" y="0"/>
                  </a:lnTo>
                  <a:lnTo>
                    <a:pt x="2422853" y="0"/>
                  </a:lnTo>
                  <a:lnTo>
                    <a:pt x="2421997" y="0"/>
                  </a:lnTo>
                  <a:lnTo>
                    <a:pt x="2421141" y="0"/>
                  </a:lnTo>
                  <a:lnTo>
                    <a:pt x="2420286" y="0"/>
                  </a:lnTo>
                  <a:lnTo>
                    <a:pt x="2419430" y="0"/>
                  </a:lnTo>
                  <a:lnTo>
                    <a:pt x="2418575" y="0"/>
                  </a:lnTo>
                  <a:lnTo>
                    <a:pt x="2417719" y="0"/>
                  </a:lnTo>
                  <a:lnTo>
                    <a:pt x="2416864" y="0"/>
                  </a:lnTo>
                  <a:lnTo>
                    <a:pt x="2416008" y="0"/>
                  </a:lnTo>
                  <a:lnTo>
                    <a:pt x="2415153" y="0"/>
                  </a:lnTo>
                  <a:lnTo>
                    <a:pt x="2414297" y="0"/>
                  </a:lnTo>
                  <a:lnTo>
                    <a:pt x="2413442" y="0"/>
                  </a:lnTo>
                  <a:lnTo>
                    <a:pt x="2412586" y="0"/>
                  </a:lnTo>
                  <a:lnTo>
                    <a:pt x="2411731" y="0"/>
                  </a:lnTo>
                  <a:lnTo>
                    <a:pt x="2410875" y="0"/>
                  </a:lnTo>
                  <a:lnTo>
                    <a:pt x="2410020" y="0"/>
                  </a:lnTo>
                  <a:lnTo>
                    <a:pt x="2409164" y="0"/>
                  </a:lnTo>
                  <a:lnTo>
                    <a:pt x="2408309" y="0"/>
                  </a:lnTo>
                  <a:lnTo>
                    <a:pt x="2407453" y="0"/>
                  </a:lnTo>
                  <a:lnTo>
                    <a:pt x="2406598" y="0"/>
                  </a:lnTo>
                  <a:lnTo>
                    <a:pt x="2405742" y="0"/>
                  </a:lnTo>
                  <a:lnTo>
                    <a:pt x="2404886" y="0"/>
                  </a:lnTo>
                  <a:lnTo>
                    <a:pt x="2404031" y="0"/>
                  </a:lnTo>
                  <a:lnTo>
                    <a:pt x="2403175" y="0"/>
                  </a:lnTo>
                  <a:lnTo>
                    <a:pt x="2402320" y="0"/>
                  </a:lnTo>
                  <a:lnTo>
                    <a:pt x="2401464" y="0"/>
                  </a:lnTo>
                  <a:lnTo>
                    <a:pt x="2400609" y="0"/>
                  </a:lnTo>
                  <a:lnTo>
                    <a:pt x="2399753" y="0"/>
                  </a:lnTo>
                  <a:lnTo>
                    <a:pt x="2398898" y="0"/>
                  </a:lnTo>
                  <a:lnTo>
                    <a:pt x="2398042" y="0"/>
                  </a:lnTo>
                  <a:lnTo>
                    <a:pt x="2397187" y="0"/>
                  </a:lnTo>
                  <a:lnTo>
                    <a:pt x="2396331" y="0"/>
                  </a:lnTo>
                  <a:lnTo>
                    <a:pt x="2395476" y="0"/>
                  </a:lnTo>
                  <a:lnTo>
                    <a:pt x="2394620" y="0"/>
                  </a:lnTo>
                  <a:lnTo>
                    <a:pt x="2393765" y="0"/>
                  </a:lnTo>
                  <a:lnTo>
                    <a:pt x="2392909" y="0"/>
                  </a:lnTo>
                  <a:lnTo>
                    <a:pt x="2392054" y="0"/>
                  </a:lnTo>
                  <a:lnTo>
                    <a:pt x="2391198" y="0"/>
                  </a:lnTo>
                  <a:lnTo>
                    <a:pt x="2390343" y="0"/>
                  </a:lnTo>
                  <a:lnTo>
                    <a:pt x="2389487" y="0"/>
                  </a:lnTo>
                  <a:lnTo>
                    <a:pt x="2388631" y="0"/>
                  </a:lnTo>
                  <a:lnTo>
                    <a:pt x="2387776" y="0"/>
                  </a:lnTo>
                  <a:lnTo>
                    <a:pt x="2386920" y="0"/>
                  </a:lnTo>
                  <a:lnTo>
                    <a:pt x="2386065" y="0"/>
                  </a:lnTo>
                  <a:lnTo>
                    <a:pt x="2385209" y="0"/>
                  </a:lnTo>
                  <a:lnTo>
                    <a:pt x="2384354" y="0"/>
                  </a:lnTo>
                  <a:lnTo>
                    <a:pt x="2383498" y="0"/>
                  </a:lnTo>
                  <a:lnTo>
                    <a:pt x="2382643" y="0"/>
                  </a:lnTo>
                  <a:lnTo>
                    <a:pt x="2381787" y="0"/>
                  </a:lnTo>
                  <a:lnTo>
                    <a:pt x="2380932" y="0"/>
                  </a:lnTo>
                  <a:lnTo>
                    <a:pt x="2380076" y="0"/>
                  </a:lnTo>
                  <a:lnTo>
                    <a:pt x="2379221" y="0"/>
                  </a:lnTo>
                  <a:lnTo>
                    <a:pt x="2378365" y="0"/>
                  </a:lnTo>
                  <a:lnTo>
                    <a:pt x="2377510" y="0"/>
                  </a:lnTo>
                  <a:lnTo>
                    <a:pt x="2376654" y="0"/>
                  </a:lnTo>
                  <a:lnTo>
                    <a:pt x="2375799" y="0"/>
                  </a:lnTo>
                  <a:lnTo>
                    <a:pt x="2374943" y="0"/>
                  </a:lnTo>
                  <a:lnTo>
                    <a:pt x="2374087" y="0"/>
                  </a:lnTo>
                  <a:lnTo>
                    <a:pt x="2373232" y="0"/>
                  </a:lnTo>
                  <a:lnTo>
                    <a:pt x="2372376" y="0"/>
                  </a:lnTo>
                  <a:lnTo>
                    <a:pt x="2371521" y="0"/>
                  </a:lnTo>
                  <a:lnTo>
                    <a:pt x="2370665" y="0"/>
                  </a:lnTo>
                  <a:lnTo>
                    <a:pt x="2369810" y="0"/>
                  </a:lnTo>
                  <a:lnTo>
                    <a:pt x="2368954" y="0"/>
                  </a:lnTo>
                  <a:lnTo>
                    <a:pt x="2368099" y="0"/>
                  </a:lnTo>
                  <a:lnTo>
                    <a:pt x="2367243" y="0"/>
                  </a:lnTo>
                  <a:lnTo>
                    <a:pt x="2366388" y="0"/>
                  </a:lnTo>
                  <a:lnTo>
                    <a:pt x="2365532" y="0"/>
                  </a:lnTo>
                  <a:lnTo>
                    <a:pt x="2364677" y="0"/>
                  </a:lnTo>
                  <a:lnTo>
                    <a:pt x="2363821" y="0"/>
                  </a:lnTo>
                  <a:lnTo>
                    <a:pt x="2362966" y="0"/>
                  </a:lnTo>
                  <a:lnTo>
                    <a:pt x="2362110" y="0"/>
                  </a:lnTo>
                  <a:lnTo>
                    <a:pt x="2361255" y="0"/>
                  </a:lnTo>
                  <a:lnTo>
                    <a:pt x="2360399" y="0"/>
                  </a:lnTo>
                  <a:lnTo>
                    <a:pt x="2359544" y="0"/>
                  </a:lnTo>
                  <a:lnTo>
                    <a:pt x="2358688" y="0"/>
                  </a:lnTo>
                  <a:lnTo>
                    <a:pt x="2357832" y="0"/>
                  </a:lnTo>
                  <a:lnTo>
                    <a:pt x="2356977" y="0"/>
                  </a:lnTo>
                  <a:lnTo>
                    <a:pt x="2356121" y="0"/>
                  </a:lnTo>
                  <a:lnTo>
                    <a:pt x="2355266" y="0"/>
                  </a:lnTo>
                  <a:lnTo>
                    <a:pt x="2354410" y="0"/>
                  </a:lnTo>
                  <a:lnTo>
                    <a:pt x="2353555" y="0"/>
                  </a:lnTo>
                  <a:lnTo>
                    <a:pt x="2352699" y="0"/>
                  </a:lnTo>
                  <a:lnTo>
                    <a:pt x="2351844" y="0"/>
                  </a:lnTo>
                  <a:lnTo>
                    <a:pt x="2350988" y="0"/>
                  </a:lnTo>
                  <a:lnTo>
                    <a:pt x="2350133" y="0"/>
                  </a:lnTo>
                  <a:lnTo>
                    <a:pt x="2349277" y="0"/>
                  </a:lnTo>
                  <a:lnTo>
                    <a:pt x="2348422" y="0"/>
                  </a:lnTo>
                  <a:lnTo>
                    <a:pt x="2347566" y="0"/>
                  </a:lnTo>
                  <a:lnTo>
                    <a:pt x="2346711" y="0"/>
                  </a:lnTo>
                  <a:lnTo>
                    <a:pt x="2345855" y="0"/>
                  </a:lnTo>
                  <a:lnTo>
                    <a:pt x="2345000" y="0"/>
                  </a:lnTo>
                  <a:lnTo>
                    <a:pt x="2344144" y="0"/>
                  </a:lnTo>
                  <a:lnTo>
                    <a:pt x="2343289" y="0"/>
                  </a:lnTo>
                  <a:lnTo>
                    <a:pt x="2342433" y="0"/>
                  </a:lnTo>
                  <a:lnTo>
                    <a:pt x="2341577" y="0"/>
                  </a:lnTo>
                  <a:lnTo>
                    <a:pt x="2340722" y="0"/>
                  </a:lnTo>
                  <a:lnTo>
                    <a:pt x="2339866" y="0"/>
                  </a:lnTo>
                  <a:lnTo>
                    <a:pt x="2339011" y="0"/>
                  </a:lnTo>
                  <a:lnTo>
                    <a:pt x="2338155" y="0"/>
                  </a:lnTo>
                  <a:lnTo>
                    <a:pt x="2337300" y="0"/>
                  </a:lnTo>
                  <a:lnTo>
                    <a:pt x="2336444" y="0"/>
                  </a:lnTo>
                  <a:lnTo>
                    <a:pt x="2335589" y="0"/>
                  </a:lnTo>
                  <a:lnTo>
                    <a:pt x="2334733" y="0"/>
                  </a:lnTo>
                  <a:lnTo>
                    <a:pt x="2333878" y="0"/>
                  </a:lnTo>
                  <a:lnTo>
                    <a:pt x="2333022" y="0"/>
                  </a:lnTo>
                  <a:lnTo>
                    <a:pt x="2332167" y="0"/>
                  </a:lnTo>
                  <a:lnTo>
                    <a:pt x="2331311" y="0"/>
                  </a:lnTo>
                  <a:lnTo>
                    <a:pt x="2330456" y="0"/>
                  </a:lnTo>
                  <a:lnTo>
                    <a:pt x="2329600" y="0"/>
                  </a:lnTo>
                  <a:lnTo>
                    <a:pt x="2328745" y="0"/>
                  </a:lnTo>
                  <a:lnTo>
                    <a:pt x="2327889" y="0"/>
                  </a:lnTo>
                  <a:lnTo>
                    <a:pt x="2327033" y="0"/>
                  </a:lnTo>
                  <a:lnTo>
                    <a:pt x="2326178" y="0"/>
                  </a:lnTo>
                  <a:lnTo>
                    <a:pt x="2325322" y="0"/>
                  </a:lnTo>
                  <a:lnTo>
                    <a:pt x="2324467" y="0"/>
                  </a:lnTo>
                  <a:lnTo>
                    <a:pt x="2323611" y="0"/>
                  </a:lnTo>
                  <a:lnTo>
                    <a:pt x="2322756" y="0"/>
                  </a:lnTo>
                  <a:lnTo>
                    <a:pt x="2321900" y="0"/>
                  </a:lnTo>
                  <a:lnTo>
                    <a:pt x="2321045" y="0"/>
                  </a:lnTo>
                  <a:lnTo>
                    <a:pt x="2320189" y="0"/>
                  </a:lnTo>
                  <a:lnTo>
                    <a:pt x="2319334" y="0"/>
                  </a:lnTo>
                  <a:lnTo>
                    <a:pt x="2318478" y="0"/>
                  </a:lnTo>
                  <a:lnTo>
                    <a:pt x="2317623" y="0"/>
                  </a:lnTo>
                  <a:lnTo>
                    <a:pt x="2316767" y="0"/>
                  </a:lnTo>
                  <a:lnTo>
                    <a:pt x="2315912" y="0"/>
                  </a:lnTo>
                  <a:lnTo>
                    <a:pt x="2315056" y="0"/>
                  </a:lnTo>
                  <a:lnTo>
                    <a:pt x="2314201" y="0"/>
                  </a:lnTo>
                  <a:lnTo>
                    <a:pt x="2313345" y="0"/>
                  </a:lnTo>
                  <a:lnTo>
                    <a:pt x="2312490" y="0"/>
                  </a:lnTo>
                  <a:lnTo>
                    <a:pt x="2311634" y="0"/>
                  </a:lnTo>
                  <a:lnTo>
                    <a:pt x="2310778" y="0"/>
                  </a:lnTo>
                  <a:lnTo>
                    <a:pt x="2309923" y="0"/>
                  </a:lnTo>
                  <a:lnTo>
                    <a:pt x="2309067" y="0"/>
                  </a:lnTo>
                  <a:lnTo>
                    <a:pt x="2308212" y="0"/>
                  </a:lnTo>
                  <a:lnTo>
                    <a:pt x="2307356" y="0"/>
                  </a:lnTo>
                  <a:lnTo>
                    <a:pt x="2306501" y="0"/>
                  </a:lnTo>
                  <a:lnTo>
                    <a:pt x="2305645" y="0"/>
                  </a:lnTo>
                  <a:lnTo>
                    <a:pt x="2304790" y="0"/>
                  </a:lnTo>
                  <a:lnTo>
                    <a:pt x="2303934" y="0"/>
                  </a:lnTo>
                  <a:lnTo>
                    <a:pt x="2303079" y="0"/>
                  </a:lnTo>
                  <a:lnTo>
                    <a:pt x="2302223" y="0"/>
                  </a:lnTo>
                  <a:lnTo>
                    <a:pt x="2301368" y="0"/>
                  </a:lnTo>
                  <a:lnTo>
                    <a:pt x="2300512" y="0"/>
                  </a:lnTo>
                  <a:lnTo>
                    <a:pt x="2299657" y="0"/>
                  </a:lnTo>
                  <a:lnTo>
                    <a:pt x="2298801" y="0"/>
                  </a:lnTo>
                  <a:lnTo>
                    <a:pt x="2297946" y="0"/>
                  </a:lnTo>
                  <a:lnTo>
                    <a:pt x="2297090" y="0"/>
                  </a:lnTo>
                  <a:lnTo>
                    <a:pt x="2296235" y="0"/>
                  </a:lnTo>
                  <a:lnTo>
                    <a:pt x="2295379" y="0"/>
                  </a:lnTo>
                  <a:lnTo>
                    <a:pt x="2294523" y="0"/>
                  </a:lnTo>
                  <a:lnTo>
                    <a:pt x="2293668" y="0"/>
                  </a:lnTo>
                  <a:lnTo>
                    <a:pt x="2292812" y="0"/>
                  </a:lnTo>
                  <a:lnTo>
                    <a:pt x="2291957" y="0"/>
                  </a:lnTo>
                  <a:lnTo>
                    <a:pt x="2291101" y="0"/>
                  </a:lnTo>
                  <a:lnTo>
                    <a:pt x="2290246" y="0"/>
                  </a:lnTo>
                  <a:lnTo>
                    <a:pt x="2289390" y="0"/>
                  </a:lnTo>
                  <a:lnTo>
                    <a:pt x="2288535" y="0"/>
                  </a:lnTo>
                  <a:lnTo>
                    <a:pt x="2287679" y="0"/>
                  </a:lnTo>
                  <a:lnTo>
                    <a:pt x="2286824" y="0"/>
                  </a:lnTo>
                  <a:lnTo>
                    <a:pt x="2285968" y="0"/>
                  </a:lnTo>
                  <a:lnTo>
                    <a:pt x="2285113" y="0"/>
                  </a:lnTo>
                  <a:lnTo>
                    <a:pt x="2284257" y="0"/>
                  </a:lnTo>
                  <a:lnTo>
                    <a:pt x="2283402" y="0"/>
                  </a:lnTo>
                  <a:lnTo>
                    <a:pt x="2282546" y="0"/>
                  </a:lnTo>
                  <a:lnTo>
                    <a:pt x="2281691" y="0"/>
                  </a:lnTo>
                  <a:lnTo>
                    <a:pt x="2280835" y="0"/>
                  </a:lnTo>
                  <a:lnTo>
                    <a:pt x="2279979" y="0"/>
                  </a:lnTo>
                  <a:lnTo>
                    <a:pt x="2279124" y="0"/>
                  </a:lnTo>
                  <a:lnTo>
                    <a:pt x="2278268" y="0"/>
                  </a:lnTo>
                  <a:lnTo>
                    <a:pt x="2277413" y="0"/>
                  </a:lnTo>
                  <a:lnTo>
                    <a:pt x="2276557" y="0"/>
                  </a:lnTo>
                  <a:lnTo>
                    <a:pt x="2275702" y="0"/>
                  </a:lnTo>
                  <a:lnTo>
                    <a:pt x="2274846" y="0"/>
                  </a:lnTo>
                  <a:lnTo>
                    <a:pt x="2273991" y="0"/>
                  </a:lnTo>
                  <a:lnTo>
                    <a:pt x="2273135" y="0"/>
                  </a:lnTo>
                  <a:lnTo>
                    <a:pt x="2272280" y="0"/>
                  </a:lnTo>
                  <a:lnTo>
                    <a:pt x="2271424" y="0"/>
                  </a:lnTo>
                  <a:lnTo>
                    <a:pt x="2270569" y="0"/>
                  </a:lnTo>
                  <a:lnTo>
                    <a:pt x="2269713" y="0"/>
                  </a:lnTo>
                  <a:lnTo>
                    <a:pt x="2268858" y="0"/>
                  </a:lnTo>
                  <a:lnTo>
                    <a:pt x="2268002" y="0"/>
                  </a:lnTo>
                  <a:lnTo>
                    <a:pt x="2267147" y="0"/>
                  </a:lnTo>
                  <a:lnTo>
                    <a:pt x="2266291" y="0"/>
                  </a:lnTo>
                  <a:lnTo>
                    <a:pt x="2265436" y="0"/>
                  </a:lnTo>
                  <a:lnTo>
                    <a:pt x="2264580" y="0"/>
                  </a:lnTo>
                  <a:lnTo>
                    <a:pt x="2263724" y="0"/>
                  </a:lnTo>
                  <a:lnTo>
                    <a:pt x="2262869" y="0"/>
                  </a:lnTo>
                  <a:lnTo>
                    <a:pt x="2262013" y="0"/>
                  </a:lnTo>
                  <a:lnTo>
                    <a:pt x="2261158" y="0"/>
                  </a:lnTo>
                  <a:lnTo>
                    <a:pt x="2260302" y="0"/>
                  </a:lnTo>
                  <a:lnTo>
                    <a:pt x="2259447" y="0"/>
                  </a:lnTo>
                  <a:lnTo>
                    <a:pt x="2258591" y="0"/>
                  </a:lnTo>
                  <a:lnTo>
                    <a:pt x="2257736" y="0"/>
                  </a:lnTo>
                  <a:lnTo>
                    <a:pt x="2256880" y="0"/>
                  </a:lnTo>
                  <a:lnTo>
                    <a:pt x="2256025" y="0"/>
                  </a:lnTo>
                  <a:lnTo>
                    <a:pt x="2255169" y="0"/>
                  </a:lnTo>
                  <a:lnTo>
                    <a:pt x="2254314" y="0"/>
                  </a:lnTo>
                  <a:lnTo>
                    <a:pt x="2253458" y="0"/>
                  </a:lnTo>
                  <a:lnTo>
                    <a:pt x="2252603" y="0"/>
                  </a:lnTo>
                  <a:lnTo>
                    <a:pt x="2251747" y="0"/>
                  </a:lnTo>
                  <a:lnTo>
                    <a:pt x="2250892" y="0"/>
                  </a:lnTo>
                  <a:lnTo>
                    <a:pt x="2250036" y="0"/>
                  </a:lnTo>
                  <a:lnTo>
                    <a:pt x="2249181" y="0"/>
                  </a:lnTo>
                  <a:lnTo>
                    <a:pt x="2248325" y="0"/>
                  </a:lnTo>
                  <a:lnTo>
                    <a:pt x="2247469" y="0"/>
                  </a:lnTo>
                  <a:lnTo>
                    <a:pt x="2246614" y="0"/>
                  </a:lnTo>
                  <a:lnTo>
                    <a:pt x="2245758" y="0"/>
                  </a:lnTo>
                  <a:lnTo>
                    <a:pt x="2244903" y="0"/>
                  </a:lnTo>
                  <a:lnTo>
                    <a:pt x="2244047" y="0"/>
                  </a:lnTo>
                  <a:lnTo>
                    <a:pt x="2243192" y="0"/>
                  </a:lnTo>
                  <a:lnTo>
                    <a:pt x="2242336" y="0"/>
                  </a:lnTo>
                  <a:lnTo>
                    <a:pt x="2241481" y="0"/>
                  </a:lnTo>
                  <a:lnTo>
                    <a:pt x="2240625" y="0"/>
                  </a:lnTo>
                  <a:lnTo>
                    <a:pt x="2239770" y="0"/>
                  </a:lnTo>
                  <a:lnTo>
                    <a:pt x="2238914" y="0"/>
                  </a:lnTo>
                  <a:lnTo>
                    <a:pt x="2238059" y="0"/>
                  </a:lnTo>
                  <a:lnTo>
                    <a:pt x="2237203" y="0"/>
                  </a:lnTo>
                  <a:lnTo>
                    <a:pt x="2236348" y="0"/>
                  </a:lnTo>
                  <a:lnTo>
                    <a:pt x="2235492" y="0"/>
                  </a:lnTo>
                  <a:lnTo>
                    <a:pt x="2234637" y="0"/>
                  </a:lnTo>
                  <a:lnTo>
                    <a:pt x="2233781" y="0"/>
                  </a:lnTo>
                  <a:lnTo>
                    <a:pt x="2232925" y="0"/>
                  </a:lnTo>
                  <a:lnTo>
                    <a:pt x="2232070" y="0"/>
                  </a:lnTo>
                  <a:lnTo>
                    <a:pt x="2231214" y="0"/>
                  </a:lnTo>
                  <a:lnTo>
                    <a:pt x="2230359" y="0"/>
                  </a:lnTo>
                  <a:lnTo>
                    <a:pt x="2229503" y="0"/>
                  </a:lnTo>
                  <a:lnTo>
                    <a:pt x="2228648" y="0"/>
                  </a:lnTo>
                  <a:lnTo>
                    <a:pt x="2227792" y="0"/>
                  </a:lnTo>
                  <a:lnTo>
                    <a:pt x="2226937" y="0"/>
                  </a:lnTo>
                  <a:lnTo>
                    <a:pt x="2226081" y="0"/>
                  </a:lnTo>
                  <a:lnTo>
                    <a:pt x="2225226" y="0"/>
                  </a:lnTo>
                  <a:lnTo>
                    <a:pt x="2224370" y="0"/>
                  </a:lnTo>
                  <a:lnTo>
                    <a:pt x="2223515" y="0"/>
                  </a:lnTo>
                  <a:lnTo>
                    <a:pt x="2222659" y="0"/>
                  </a:lnTo>
                  <a:lnTo>
                    <a:pt x="2221804" y="0"/>
                  </a:lnTo>
                  <a:lnTo>
                    <a:pt x="2220948" y="0"/>
                  </a:lnTo>
                  <a:lnTo>
                    <a:pt x="2220093" y="0"/>
                  </a:lnTo>
                  <a:lnTo>
                    <a:pt x="2219237" y="0"/>
                  </a:lnTo>
                  <a:lnTo>
                    <a:pt x="2218382" y="0"/>
                  </a:lnTo>
                  <a:lnTo>
                    <a:pt x="2217526" y="0"/>
                  </a:lnTo>
                  <a:lnTo>
                    <a:pt x="2216670" y="0"/>
                  </a:lnTo>
                  <a:lnTo>
                    <a:pt x="2215815" y="0"/>
                  </a:lnTo>
                  <a:lnTo>
                    <a:pt x="2214959" y="0"/>
                  </a:lnTo>
                  <a:lnTo>
                    <a:pt x="2214104" y="0"/>
                  </a:lnTo>
                  <a:lnTo>
                    <a:pt x="2213248" y="0"/>
                  </a:lnTo>
                  <a:lnTo>
                    <a:pt x="2212393" y="0"/>
                  </a:lnTo>
                  <a:lnTo>
                    <a:pt x="2211537" y="0"/>
                  </a:lnTo>
                  <a:lnTo>
                    <a:pt x="2210682" y="0"/>
                  </a:lnTo>
                  <a:lnTo>
                    <a:pt x="2209826" y="0"/>
                  </a:lnTo>
                  <a:lnTo>
                    <a:pt x="2208971" y="0"/>
                  </a:lnTo>
                  <a:lnTo>
                    <a:pt x="2208115" y="0"/>
                  </a:lnTo>
                  <a:lnTo>
                    <a:pt x="2207260" y="0"/>
                  </a:lnTo>
                  <a:lnTo>
                    <a:pt x="2206404" y="0"/>
                  </a:lnTo>
                  <a:lnTo>
                    <a:pt x="2205549" y="0"/>
                  </a:lnTo>
                  <a:lnTo>
                    <a:pt x="2204693" y="0"/>
                  </a:lnTo>
                  <a:lnTo>
                    <a:pt x="2203838" y="0"/>
                  </a:lnTo>
                  <a:lnTo>
                    <a:pt x="2202982" y="0"/>
                  </a:lnTo>
                  <a:lnTo>
                    <a:pt x="2202127" y="0"/>
                  </a:lnTo>
                  <a:lnTo>
                    <a:pt x="2201271" y="0"/>
                  </a:lnTo>
                  <a:lnTo>
                    <a:pt x="2200415" y="0"/>
                  </a:lnTo>
                  <a:lnTo>
                    <a:pt x="2199560" y="0"/>
                  </a:lnTo>
                  <a:lnTo>
                    <a:pt x="2198704" y="0"/>
                  </a:lnTo>
                  <a:lnTo>
                    <a:pt x="2197849" y="0"/>
                  </a:lnTo>
                  <a:lnTo>
                    <a:pt x="2196993" y="0"/>
                  </a:lnTo>
                  <a:lnTo>
                    <a:pt x="2196138" y="0"/>
                  </a:lnTo>
                  <a:lnTo>
                    <a:pt x="2195282" y="0"/>
                  </a:lnTo>
                  <a:lnTo>
                    <a:pt x="2194427" y="0"/>
                  </a:lnTo>
                  <a:lnTo>
                    <a:pt x="2193571" y="0"/>
                  </a:lnTo>
                  <a:lnTo>
                    <a:pt x="2192716" y="0"/>
                  </a:lnTo>
                  <a:lnTo>
                    <a:pt x="2191860" y="0"/>
                  </a:lnTo>
                  <a:lnTo>
                    <a:pt x="2191005" y="0"/>
                  </a:lnTo>
                  <a:lnTo>
                    <a:pt x="2190149" y="0"/>
                  </a:lnTo>
                  <a:lnTo>
                    <a:pt x="2189294" y="0"/>
                  </a:lnTo>
                  <a:lnTo>
                    <a:pt x="2188438" y="0"/>
                  </a:lnTo>
                  <a:lnTo>
                    <a:pt x="2187583" y="0"/>
                  </a:lnTo>
                  <a:lnTo>
                    <a:pt x="2186727" y="0"/>
                  </a:lnTo>
                  <a:lnTo>
                    <a:pt x="2185872" y="0"/>
                  </a:lnTo>
                  <a:lnTo>
                    <a:pt x="2185016" y="0"/>
                  </a:lnTo>
                  <a:lnTo>
                    <a:pt x="2184160" y="0"/>
                  </a:lnTo>
                  <a:lnTo>
                    <a:pt x="2183305" y="0"/>
                  </a:lnTo>
                  <a:lnTo>
                    <a:pt x="2182449" y="0"/>
                  </a:lnTo>
                  <a:lnTo>
                    <a:pt x="2181594" y="0"/>
                  </a:lnTo>
                  <a:lnTo>
                    <a:pt x="2180738" y="0"/>
                  </a:lnTo>
                  <a:lnTo>
                    <a:pt x="2179883" y="0"/>
                  </a:lnTo>
                  <a:lnTo>
                    <a:pt x="2179027" y="0"/>
                  </a:lnTo>
                  <a:lnTo>
                    <a:pt x="2178172" y="0"/>
                  </a:lnTo>
                  <a:lnTo>
                    <a:pt x="2177316" y="0"/>
                  </a:lnTo>
                  <a:lnTo>
                    <a:pt x="2176461" y="0"/>
                  </a:lnTo>
                  <a:lnTo>
                    <a:pt x="2175605" y="0"/>
                  </a:lnTo>
                  <a:lnTo>
                    <a:pt x="2174750" y="0"/>
                  </a:lnTo>
                  <a:lnTo>
                    <a:pt x="2173894" y="0"/>
                  </a:lnTo>
                  <a:lnTo>
                    <a:pt x="2173039" y="0"/>
                  </a:lnTo>
                  <a:lnTo>
                    <a:pt x="2172183" y="0"/>
                  </a:lnTo>
                  <a:lnTo>
                    <a:pt x="2171328" y="0"/>
                  </a:lnTo>
                  <a:lnTo>
                    <a:pt x="2170472" y="0"/>
                  </a:lnTo>
                  <a:lnTo>
                    <a:pt x="2169616" y="0"/>
                  </a:lnTo>
                  <a:lnTo>
                    <a:pt x="2168761" y="0"/>
                  </a:lnTo>
                  <a:lnTo>
                    <a:pt x="2167905" y="0"/>
                  </a:lnTo>
                  <a:lnTo>
                    <a:pt x="2167050" y="0"/>
                  </a:lnTo>
                  <a:lnTo>
                    <a:pt x="2166194" y="0"/>
                  </a:lnTo>
                  <a:lnTo>
                    <a:pt x="2165339" y="0"/>
                  </a:lnTo>
                  <a:lnTo>
                    <a:pt x="2164483" y="0"/>
                  </a:lnTo>
                  <a:lnTo>
                    <a:pt x="2163628" y="0"/>
                  </a:lnTo>
                  <a:lnTo>
                    <a:pt x="2162772" y="0"/>
                  </a:lnTo>
                  <a:lnTo>
                    <a:pt x="2161917" y="0"/>
                  </a:lnTo>
                  <a:lnTo>
                    <a:pt x="2161061" y="0"/>
                  </a:lnTo>
                  <a:lnTo>
                    <a:pt x="2160206" y="0"/>
                  </a:lnTo>
                  <a:lnTo>
                    <a:pt x="2159350" y="0"/>
                  </a:lnTo>
                  <a:lnTo>
                    <a:pt x="2158495" y="0"/>
                  </a:lnTo>
                  <a:lnTo>
                    <a:pt x="2157639" y="0"/>
                  </a:lnTo>
                  <a:lnTo>
                    <a:pt x="2156784" y="0"/>
                  </a:lnTo>
                  <a:lnTo>
                    <a:pt x="2155928" y="0"/>
                  </a:lnTo>
                  <a:lnTo>
                    <a:pt x="2155073" y="0"/>
                  </a:lnTo>
                  <a:lnTo>
                    <a:pt x="2154217" y="0"/>
                  </a:lnTo>
                  <a:lnTo>
                    <a:pt x="2153361" y="0"/>
                  </a:lnTo>
                  <a:lnTo>
                    <a:pt x="2152506" y="0"/>
                  </a:lnTo>
                  <a:lnTo>
                    <a:pt x="2151650" y="0"/>
                  </a:lnTo>
                  <a:lnTo>
                    <a:pt x="2150795" y="0"/>
                  </a:lnTo>
                  <a:lnTo>
                    <a:pt x="2149939" y="0"/>
                  </a:lnTo>
                  <a:lnTo>
                    <a:pt x="2149084" y="0"/>
                  </a:lnTo>
                  <a:lnTo>
                    <a:pt x="2148228" y="0"/>
                  </a:lnTo>
                  <a:lnTo>
                    <a:pt x="2147373" y="0"/>
                  </a:lnTo>
                  <a:lnTo>
                    <a:pt x="2146517" y="0"/>
                  </a:lnTo>
                  <a:lnTo>
                    <a:pt x="2145662" y="0"/>
                  </a:lnTo>
                  <a:lnTo>
                    <a:pt x="2144806" y="0"/>
                  </a:lnTo>
                  <a:lnTo>
                    <a:pt x="2143951" y="0"/>
                  </a:lnTo>
                  <a:lnTo>
                    <a:pt x="2143095" y="0"/>
                  </a:lnTo>
                  <a:lnTo>
                    <a:pt x="2142240" y="0"/>
                  </a:lnTo>
                  <a:lnTo>
                    <a:pt x="2141384" y="0"/>
                  </a:lnTo>
                  <a:lnTo>
                    <a:pt x="2140529" y="0"/>
                  </a:lnTo>
                  <a:lnTo>
                    <a:pt x="2139673" y="0"/>
                  </a:lnTo>
                  <a:lnTo>
                    <a:pt x="2138818" y="0"/>
                  </a:lnTo>
                  <a:lnTo>
                    <a:pt x="2137962" y="0"/>
                  </a:lnTo>
                  <a:lnTo>
                    <a:pt x="2137106" y="0"/>
                  </a:lnTo>
                  <a:lnTo>
                    <a:pt x="2136251" y="0"/>
                  </a:lnTo>
                  <a:lnTo>
                    <a:pt x="2135395" y="0"/>
                  </a:lnTo>
                  <a:lnTo>
                    <a:pt x="2134540" y="0"/>
                  </a:lnTo>
                  <a:lnTo>
                    <a:pt x="2133684" y="0"/>
                  </a:lnTo>
                  <a:lnTo>
                    <a:pt x="2132829" y="0"/>
                  </a:lnTo>
                  <a:lnTo>
                    <a:pt x="2131973" y="0"/>
                  </a:lnTo>
                  <a:lnTo>
                    <a:pt x="2131118" y="0"/>
                  </a:lnTo>
                  <a:lnTo>
                    <a:pt x="2130262" y="0"/>
                  </a:lnTo>
                  <a:lnTo>
                    <a:pt x="2129407" y="0"/>
                  </a:lnTo>
                  <a:lnTo>
                    <a:pt x="2128551" y="0"/>
                  </a:lnTo>
                  <a:lnTo>
                    <a:pt x="2127696" y="0"/>
                  </a:lnTo>
                  <a:lnTo>
                    <a:pt x="2126840" y="0"/>
                  </a:lnTo>
                  <a:lnTo>
                    <a:pt x="2125985" y="0"/>
                  </a:lnTo>
                  <a:lnTo>
                    <a:pt x="2125129" y="0"/>
                  </a:lnTo>
                  <a:lnTo>
                    <a:pt x="2124274" y="0"/>
                  </a:lnTo>
                  <a:lnTo>
                    <a:pt x="2123418" y="0"/>
                  </a:lnTo>
                  <a:lnTo>
                    <a:pt x="2122562" y="0"/>
                  </a:lnTo>
                  <a:lnTo>
                    <a:pt x="2121707" y="0"/>
                  </a:lnTo>
                  <a:lnTo>
                    <a:pt x="2120851" y="0"/>
                  </a:lnTo>
                  <a:lnTo>
                    <a:pt x="2119996" y="0"/>
                  </a:lnTo>
                  <a:lnTo>
                    <a:pt x="2119140" y="0"/>
                  </a:lnTo>
                  <a:lnTo>
                    <a:pt x="2118285" y="0"/>
                  </a:lnTo>
                  <a:lnTo>
                    <a:pt x="2117429" y="0"/>
                  </a:lnTo>
                  <a:lnTo>
                    <a:pt x="2116574" y="0"/>
                  </a:lnTo>
                  <a:lnTo>
                    <a:pt x="2115718" y="0"/>
                  </a:lnTo>
                  <a:lnTo>
                    <a:pt x="2114863" y="0"/>
                  </a:lnTo>
                  <a:lnTo>
                    <a:pt x="2114007" y="0"/>
                  </a:lnTo>
                  <a:lnTo>
                    <a:pt x="2113152" y="0"/>
                  </a:lnTo>
                  <a:lnTo>
                    <a:pt x="2112296" y="0"/>
                  </a:lnTo>
                  <a:lnTo>
                    <a:pt x="2111441" y="0"/>
                  </a:lnTo>
                  <a:lnTo>
                    <a:pt x="2110585" y="0"/>
                  </a:lnTo>
                  <a:lnTo>
                    <a:pt x="2109730" y="0"/>
                  </a:lnTo>
                  <a:lnTo>
                    <a:pt x="2108874" y="0"/>
                  </a:lnTo>
                  <a:lnTo>
                    <a:pt x="2108019" y="0"/>
                  </a:lnTo>
                  <a:lnTo>
                    <a:pt x="2107163" y="0"/>
                  </a:lnTo>
                  <a:lnTo>
                    <a:pt x="2106307" y="0"/>
                  </a:lnTo>
                  <a:lnTo>
                    <a:pt x="2105452" y="0"/>
                  </a:lnTo>
                  <a:lnTo>
                    <a:pt x="2104596" y="0"/>
                  </a:lnTo>
                  <a:lnTo>
                    <a:pt x="2103741" y="0"/>
                  </a:lnTo>
                  <a:lnTo>
                    <a:pt x="2102885" y="0"/>
                  </a:lnTo>
                  <a:lnTo>
                    <a:pt x="2102030" y="0"/>
                  </a:lnTo>
                  <a:lnTo>
                    <a:pt x="2101174" y="0"/>
                  </a:lnTo>
                  <a:lnTo>
                    <a:pt x="2100319" y="0"/>
                  </a:lnTo>
                  <a:lnTo>
                    <a:pt x="2099463" y="0"/>
                  </a:lnTo>
                  <a:lnTo>
                    <a:pt x="2098608" y="0"/>
                  </a:lnTo>
                  <a:lnTo>
                    <a:pt x="2097752" y="0"/>
                  </a:lnTo>
                  <a:lnTo>
                    <a:pt x="2096897" y="0"/>
                  </a:lnTo>
                  <a:lnTo>
                    <a:pt x="2096041" y="0"/>
                  </a:lnTo>
                  <a:lnTo>
                    <a:pt x="2095186" y="0"/>
                  </a:lnTo>
                  <a:lnTo>
                    <a:pt x="2094330" y="0"/>
                  </a:lnTo>
                  <a:lnTo>
                    <a:pt x="2093475" y="0"/>
                  </a:lnTo>
                  <a:lnTo>
                    <a:pt x="2092619" y="0"/>
                  </a:lnTo>
                  <a:lnTo>
                    <a:pt x="2091764" y="0"/>
                  </a:lnTo>
                  <a:lnTo>
                    <a:pt x="2090908" y="0"/>
                  </a:lnTo>
                  <a:lnTo>
                    <a:pt x="2090052" y="0"/>
                  </a:lnTo>
                  <a:lnTo>
                    <a:pt x="2089197" y="0"/>
                  </a:lnTo>
                  <a:lnTo>
                    <a:pt x="2088341" y="0"/>
                  </a:lnTo>
                  <a:lnTo>
                    <a:pt x="2087486" y="0"/>
                  </a:lnTo>
                  <a:lnTo>
                    <a:pt x="2086630" y="0"/>
                  </a:lnTo>
                  <a:lnTo>
                    <a:pt x="2085775" y="0"/>
                  </a:lnTo>
                  <a:lnTo>
                    <a:pt x="2084919" y="0"/>
                  </a:lnTo>
                  <a:lnTo>
                    <a:pt x="2084064" y="0"/>
                  </a:lnTo>
                  <a:lnTo>
                    <a:pt x="2083208" y="0"/>
                  </a:lnTo>
                  <a:lnTo>
                    <a:pt x="2082353" y="0"/>
                  </a:lnTo>
                  <a:lnTo>
                    <a:pt x="2081497" y="0"/>
                  </a:lnTo>
                  <a:lnTo>
                    <a:pt x="2080642" y="0"/>
                  </a:lnTo>
                  <a:lnTo>
                    <a:pt x="2079786" y="0"/>
                  </a:lnTo>
                  <a:lnTo>
                    <a:pt x="2078931" y="0"/>
                  </a:lnTo>
                  <a:lnTo>
                    <a:pt x="2078075" y="0"/>
                  </a:lnTo>
                  <a:lnTo>
                    <a:pt x="2077220" y="0"/>
                  </a:lnTo>
                  <a:lnTo>
                    <a:pt x="2076364" y="0"/>
                  </a:lnTo>
                  <a:lnTo>
                    <a:pt x="2075508" y="0"/>
                  </a:lnTo>
                  <a:lnTo>
                    <a:pt x="2074653" y="0"/>
                  </a:lnTo>
                  <a:lnTo>
                    <a:pt x="2073797" y="0"/>
                  </a:lnTo>
                  <a:lnTo>
                    <a:pt x="2072942" y="0"/>
                  </a:lnTo>
                  <a:lnTo>
                    <a:pt x="2072086" y="0"/>
                  </a:lnTo>
                  <a:lnTo>
                    <a:pt x="2071231" y="0"/>
                  </a:lnTo>
                  <a:lnTo>
                    <a:pt x="2070375" y="0"/>
                  </a:lnTo>
                  <a:lnTo>
                    <a:pt x="2069520" y="0"/>
                  </a:lnTo>
                  <a:lnTo>
                    <a:pt x="2068664" y="0"/>
                  </a:lnTo>
                  <a:lnTo>
                    <a:pt x="2067809" y="0"/>
                  </a:lnTo>
                  <a:lnTo>
                    <a:pt x="2066953" y="0"/>
                  </a:lnTo>
                  <a:lnTo>
                    <a:pt x="2066098" y="0"/>
                  </a:lnTo>
                  <a:lnTo>
                    <a:pt x="2065242" y="0"/>
                  </a:lnTo>
                  <a:lnTo>
                    <a:pt x="2064387" y="0"/>
                  </a:lnTo>
                  <a:lnTo>
                    <a:pt x="2063531" y="0"/>
                  </a:lnTo>
                  <a:lnTo>
                    <a:pt x="2062676" y="0"/>
                  </a:lnTo>
                  <a:lnTo>
                    <a:pt x="2061820" y="0"/>
                  </a:lnTo>
                  <a:lnTo>
                    <a:pt x="2060965" y="0"/>
                  </a:lnTo>
                  <a:lnTo>
                    <a:pt x="2060109" y="0"/>
                  </a:lnTo>
                  <a:lnTo>
                    <a:pt x="2059253" y="0"/>
                  </a:lnTo>
                  <a:lnTo>
                    <a:pt x="2058398" y="0"/>
                  </a:lnTo>
                  <a:lnTo>
                    <a:pt x="2057542" y="0"/>
                  </a:lnTo>
                  <a:lnTo>
                    <a:pt x="2056687" y="0"/>
                  </a:lnTo>
                  <a:lnTo>
                    <a:pt x="2055831" y="0"/>
                  </a:lnTo>
                  <a:lnTo>
                    <a:pt x="2054976" y="0"/>
                  </a:lnTo>
                  <a:lnTo>
                    <a:pt x="2054120" y="0"/>
                  </a:lnTo>
                  <a:lnTo>
                    <a:pt x="2053265" y="0"/>
                  </a:lnTo>
                  <a:lnTo>
                    <a:pt x="2052409" y="0"/>
                  </a:lnTo>
                  <a:lnTo>
                    <a:pt x="2051554" y="0"/>
                  </a:lnTo>
                  <a:lnTo>
                    <a:pt x="2050698" y="0"/>
                  </a:lnTo>
                  <a:lnTo>
                    <a:pt x="2049843" y="0"/>
                  </a:lnTo>
                  <a:lnTo>
                    <a:pt x="2048987" y="0"/>
                  </a:lnTo>
                  <a:lnTo>
                    <a:pt x="2048132" y="0"/>
                  </a:lnTo>
                  <a:lnTo>
                    <a:pt x="2047276" y="0"/>
                  </a:lnTo>
                  <a:lnTo>
                    <a:pt x="2046421" y="0"/>
                  </a:lnTo>
                  <a:lnTo>
                    <a:pt x="2045565" y="0"/>
                  </a:lnTo>
                  <a:lnTo>
                    <a:pt x="2044710" y="0"/>
                  </a:lnTo>
                  <a:lnTo>
                    <a:pt x="2043854" y="0"/>
                  </a:lnTo>
                  <a:lnTo>
                    <a:pt x="2042998" y="0"/>
                  </a:lnTo>
                  <a:lnTo>
                    <a:pt x="2042143" y="0"/>
                  </a:lnTo>
                  <a:lnTo>
                    <a:pt x="2041287" y="0"/>
                  </a:lnTo>
                  <a:lnTo>
                    <a:pt x="2040432" y="0"/>
                  </a:lnTo>
                  <a:lnTo>
                    <a:pt x="2039576" y="0"/>
                  </a:lnTo>
                  <a:lnTo>
                    <a:pt x="2038721" y="0"/>
                  </a:lnTo>
                  <a:lnTo>
                    <a:pt x="2037865" y="0"/>
                  </a:lnTo>
                  <a:lnTo>
                    <a:pt x="2037010" y="0"/>
                  </a:lnTo>
                  <a:lnTo>
                    <a:pt x="2036154" y="0"/>
                  </a:lnTo>
                  <a:lnTo>
                    <a:pt x="2035299" y="0"/>
                  </a:lnTo>
                  <a:lnTo>
                    <a:pt x="2034443" y="0"/>
                  </a:lnTo>
                  <a:lnTo>
                    <a:pt x="2033588" y="0"/>
                  </a:lnTo>
                  <a:lnTo>
                    <a:pt x="2032732" y="0"/>
                  </a:lnTo>
                  <a:lnTo>
                    <a:pt x="2031877" y="0"/>
                  </a:lnTo>
                  <a:lnTo>
                    <a:pt x="2031021" y="0"/>
                  </a:lnTo>
                  <a:lnTo>
                    <a:pt x="2030166" y="0"/>
                  </a:lnTo>
                  <a:lnTo>
                    <a:pt x="2029310" y="0"/>
                  </a:lnTo>
                  <a:lnTo>
                    <a:pt x="2028454" y="0"/>
                  </a:lnTo>
                  <a:lnTo>
                    <a:pt x="2027599" y="0"/>
                  </a:lnTo>
                  <a:lnTo>
                    <a:pt x="2026743" y="0"/>
                  </a:lnTo>
                  <a:lnTo>
                    <a:pt x="2025888" y="0"/>
                  </a:lnTo>
                  <a:lnTo>
                    <a:pt x="2025032" y="0"/>
                  </a:lnTo>
                  <a:lnTo>
                    <a:pt x="2024177" y="0"/>
                  </a:lnTo>
                  <a:lnTo>
                    <a:pt x="2023321" y="0"/>
                  </a:lnTo>
                  <a:lnTo>
                    <a:pt x="2022466" y="0"/>
                  </a:lnTo>
                  <a:lnTo>
                    <a:pt x="2021610" y="0"/>
                  </a:lnTo>
                  <a:lnTo>
                    <a:pt x="2020755" y="0"/>
                  </a:lnTo>
                  <a:lnTo>
                    <a:pt x="2019899" y="0"/>
                  </a:lnTo>
                  <a:lnTo>
                    <a:pt x="2019044" y="0"/>
                  </a:lnTo>
                  <a:lnTo>
                    <a:pt x="2018188" y="0"/>
                  </a:lnTo>
                  <a:lnTo>
                    <a:pt x="2017333" y="0"/>
                  </a:lnTo>
                  <a:lnTo>
                    <a:pt x="2016477" y="0"/>
                  </a:lnTo>
                  <a:lnTo>
                    <a:pt x="2015622" y="0"/>
                  </a:lnTo>
                  <a:lnTo>
                    <a:pt x="2014766" y="0"/>
                  </a:lnTo>
                  <a:lnTo>
                    <a:pt x="2013911" y="0"/>
                  </a:lnTo>
                  <a:lnTo>
                    <a:pt x="2013055" y="0"/>
                  </a:lnTo>
                  <a:lnTo>
                    <a:pt x="2012199" y="0"/>
                  </a:lnTo>
                  <a:lnTo>
                    <a:pt x="2011344" y="0"/>
                  </a:lnTo>
                  <a:lnTo>
                    <a:pt x="2010488" y="0"/>
                  </a:lnTo>
                  <a:lnTo>
                    <a:pt x="2009633" y="0"/>
                  </a:lnTo>
                  <a:lnTo>
                    <a:pt x="2008777" y="0"/>
                  </a:lnTo>
                  <a:lnTo>
                    <a:pt x="2007922" y="0"/>
                  </a:lnTo>
                  <a:lnTo>
                    <a:pt x="2007066" y="0"/>
                  </a:lnTo>
                  <a:lnTo>
                    <a:pt x="2006211" y="0"/>
                  </a:lnTo>
                  <a:lnTo>
                    <a:pt x="2005355" y="0"/>
                  </a:lnTo>
                  <a:lnTo>
                    <a:pt x="2004500" y="0"/>
                  </a:lnTo>
                  <a:lnTo>
                    <a:pt x="2003644" y="0"/>
                  </a:lnTo>
                  <a:lnTo>
                    <a:pt x="2002789" y="0"/>
                  </a:lnTo>
                  <a:lnTo>
                    <a:pt x="2001933" y="0"/>
                  </a:lnTo>
                  <a:lnTo>
                    <a:pt x="2001078" y="0"/>
                  </a:lnTo>
                  <a:lnTo>
                    <a:pt x="2000222" y="0"/>
                  </a:lnTo>
                  <a:lnTo>
                    <a:pt x="1999367" y="0"/>
                  </a:lnTo>
                  <a:lnTo>
                    <a:pt x="1998511" y="0"/>
                  </a:lnTo>
                  <a:lnTo>
                    <a:pt x="1997656" y="0"/>
                  </a:lnTo>
                  <a:lnTo>
                    <a:pt x="1996800" y="0"/>
                  </a:lnTo>
                  <a:lnTo>
                    <a:pt x="1995944" y="0"/>
                  </a:lnTo>
                  <a:lnTo>
                    <a:pt x="1995089" y="0"/>
                  </a:lnTo>
                  <a:lnTo>
                    <a:pt x="1994233" y="0"/>
                  </a:lnTo>
                  <a:lnTo>
                    <a:pt x="1993378" y="0"/>
                  </a:lnTo>
                  <a:lnTo>
                    <a:pt x="1992522" y="0"/>
                  </a:lnTo>
                  <a:lnTo>
                    <a:pt x="1991667" y="0"/>
                  </a:lnTo>
                  <a:lnTo>
                    <a:pt x="1990811" y="0"/>
                  </a:lnTo>
                  <a:lnTo>
                    <a:pt x="1989956" y="0"/>
                  </a:lnTo>
                  <a:lnTo>
                    <a:pt x="1989100" y="0"/>
                  </a:lnTo>
                  <a:lnTo>
                    <a:pt x="1988245" y="0"/>
                  </a:lnTo>
                  <a:lnTo>
                    <a:pt x="1987389" y="0"/>
                  </a:lnTo>
                  <a:lnTo>
                    <a:pt x="1986534" y="0"/>
                  </a:lnTo>
                  <a:lnTo>
                    <a:pt x="1985678" y="0"/>
                  </a:lnTo>
                  <a:lnTo>
                    <a:pt x="1984823" y="0"/>
                  </a:lnTo>
                  <a:lnTo>
                    <a:pt x="1983967" y="0"/>
                  </a:lnTo>
                  <a:lnTo>
                    <a:pt x="1983112" y="0"/>
                  </a:lnTo>
                  <a:lnTo>
                    <a:pt x="1982256" y="0"/>
                  </a:lnTo>
                  <a:lnTo>
                    <a:pt x="1981401" y="0"/>
                  </a:lnTo>
                  <a:lnTo>
                    <a:pt x="1980545" y="0"/>
                  </a:lnTo>
                  <a:lnTo>
                    <a:pt x="1979689" y="0"/>
                  </a:lnTo>
                  <a:lnTo>
                    <a:pt x="1978834" y="0"/>
                  </a:lnTo>
                  <a:lnTo>
                    <a:pt x="1977978" y="0"/>
                  </a:lnTo>
                  <a:lnTo>
                    <a:pt x="1977123" y="0"/>
                  </a:lnTo>
                  <a:lnTo>
                    <a:pt x="1976267" y="0"/>
                  </a:lnTo>
                  <a:lnTo>
                    <a:pt x="1975412" y="0"/>
                  </a:lnTo>
                  <a:lnTo>
                    <a:pt x="1974556" y="0"/>
                  </a:lnTo>
                  <a:lnTo>
                    <a:pt x="1973701" y="0"/>
                  </a:lnTo>
                  <a:lnTo>
                    <a:pt x="1972845" y="0"/>
                  </a:lnTo>
                  <a:lnTo>
                    <a:pt x="1971990" y="0"/>
                  </a:lnTo>
                  <a:lnTo>
                    <a:pt x="1971134" y="0"/>
                  </a:lnTo>
                  <a:lnTo>
                    <a:pt x="1970279" y="0"/>
                  </a:lnTo>
                  <a:lnTo>
                    <a:pt x="1969423" y="0"/>
                  </a:lnTo>
                  <a:lnTo>
                    <a:pt x="1968568" y="0"/>
                  </a:lnTo>
                  <a:lnTo>
                    <a:pt x="1967712" y="0"/>
                  </a:lnTo>
                  <a:lnTo>
                    <a:pt x="1966857" y="0"/>
                  </a:lnTo>
                  <a:lnTo>
                    <a:pt x="1966001" y="0"/>
                  </a:lnTo>
                  <a:lnTo>
                    <a:pt x="1965145" y="0"/>
                  </a:lnTo>
                  <a:lnTo>
                    <a:pt x="1964290" y="0"/>
                  </a:lnTo>
                  <a:lnTo>
                    <a:pt x="1963434" y="0"/>
                  </a:lnTo>
                  <a:lnTo>
                    <a:pt x="1962579" y="0"/>
                  </a:lnTo>
                  <a:lnTo>
                    <a:pt x="1961723" y="0"/>
                  </a:lnTo>
                  <a:lnTo>
                    <a:pt x="1960868" y="0"/>
                  </a:lnTo>
                  <a:lnTo>
                    <a:pt x="1960012" y="0"/>
                  </a:lnTo>
                  <a:lnTo>
                    <a:pt x="1959157" y="0"/>
                  </a:lnTo>
                  <a:lnTo>
                    <a:pt x="1958301" y="0"/>
                  </a:lnTo>
                  <a:lnTo>
                    <a:pt x="1957446" y="0"/>
                  </a:lnTo>
                  <a:lnTo>
                    <a:pt x="1956590" y="0"/>
                  </a:lnTo>
                  <a:lnTo>
                    <a:pt x="1955735" y="0"/>
                  </a:lnTo>
                  <a:lnTo>
                    <a:pt x="1954879" y="0"/>
                  </a:lnTo>
                  <a:lnTo>
                    <a:pt x="1954024" y="0"/>
                  </a:lnTo>
                  <a:lnTo>
                    <a:pt x="1953168" y="0"/>
                  </a:lnTo>
                  <a:lnTo>
                    <a:pt x="1952313" y="0"/>
                  </a:lnTo>
                  <a:lnTo>
                    <a:pt x="1951457" y="0"/>
                  </a:lnTo>
                  <a:lnTo>
                    <a:pt x="1950602" y="0"/>
                  </a:lnTo>
                  <a:lnTo>
                    <a:pt x="1949746" y="0"/>
                  </a:lnTo>
                  <a:lnTo>
                    <a:pt x="1948890" y="0"/>
                  </a:lnTo>
                  <a:lnTo>
                    <a:pt x="1948035" y="0"/>
                  </a:lnTo>
                  <a:lnTo>
                    <a:pt x="1947179" y="0"/>
                  </a:lnTo>
                  <a:lnTo>
                    <a:pt x="1946324" y="0"/>
                  </a:lnTo>
                  <a:lnTo>
                    <a:pt x="1945468" y="0"/>
                  </a:lnTo>
                  <a:lnTo>
                    <a:pt x="1944613" y="0"/>
                  </a:lnTo>
                  <a:lnTo>
                    <a:pt x="1943757" y="0"/>
                  </a:lnTo>
                  <a:lnTo>
                    <a:pt x="1942902" y="0"/>
                  </a:lnTo>
                  <a:lnTo>
                    <a:pt x="1942046" y="0"/>
                  </a:lnTo>
                  <a:lnTo>
                    <a:pt x="1941191" y="0"/>
                  </a:lnTo>
                  <a:lnTo>
                    <a:pt x="1940335" y="0"/>
                  </a:lnTo>
                  <a:lnTo>
                    <a:pt x="1939480" y="0"/>
                  </a:lnTo>
                  <a:lnTo>
                    <a:pt x="1938624" y="0"/>
                  </a:lnTo>
                  <a:lnTo>
                    <a:pt x="1937769" y="0"/>
                  </a:lnTo>
                  <a:lnTo>
                    <a:pt x="1936913" y="0"/>
                  </a:lnTo>
                  <a:lnTo>
                    <a:pt x="1936058" y="0"/>
                  </a:lnTo>
                  <a:lnTo>
                    <a:pt x="1935202" y="0"/>
                  </a:lnTo>
                  <a:lnTo>
                    <a:pt x="1934347" y="0"/>
                  </a:lnTo>
                  <a:lnTo>
                    <a:pt x="1933491" y="0"/>
                  </a:lnTo>
                  <a:lnTo>
                    <a:pt x="1932635" y="0"/>
                  </a:lnTo>
                  <a:lnTo>
                    <a:pt x="1931780" y="0"/>
                  </a:lnTo>
                  <a:lnTo>
                    <a:pt x="1930924" y="0"/>
                  </a:lnTo>
                  <a:lnTo>
                    <a:pt x="1930069" y="0"/>
                  </a:lnTo>
                  <a:lnTo>
                    <a:pt x="1929213" y="0"/>
                  </a:lnTo>
                  <a:lnTo>
                    <a:pt x="1928358" y="0"/>
                  </a:lnTo>
                  <a:lnTo>
                    <a:pt x="1927502" y="0"/>
                  </a:lnTo>
                  <a:lnTo>
                    <a:pt x="1926647" y="0"/>
                  </a:lnTo>
                  <a:lnTo>
                    <a:pt x="1925791" y="0"/>
                  </a:lnTo>
                  <a:lnTo>
                    <a:pt x="1924936" y="0"/>
                  </a:lnTo>
                  <a:lnTo>
                    <a:pt x="1924080" y="0"/>
                  </a:lnTo>
                  <a:lnTo>
                    <a:pt x="1923225" y="0"/>
                  </a:lnTo>
                  <a:lnTo>
                    <a:pt x="1922369" y="0"/>
                  </a:lnTo>
                  <a:lnTo>
                    <a:pt x="1921514" y="0"/>
                  </a:lnTo>
                  <a:lnTo>
                    <a:pt x="1920658" y="0"/>
                  </a:lnTo>
                  <a:lnTo>
                    <a:pt x="1919803" y="0"/>
                  </a:lnTo>
                  <a:lnTo>
                    <a:pt x="1918947" y="0"/>
                  </a:lnTo>
                  <a:lnTo>
                    <a:pt x="1918091" y="0"/>
                  </a:lnTo>
                  <a:lnTo>
                    <a:pt x="1917236" y="0"/>
                  </a:lnTo>
                  <a:lnTo>
                    <a:pt x="1916380" y="0"/>
                  </a:lnTo>
                  <a:lnTo>
                    <a:pt x="1915525" y="0"/>
                  </a:lnTo>
                  <a:lnTo>
                    <a:pt x="1914669" y="0"/>
                  </a:lnTo>
                  <a:lnTo>
                    <a:pt x="1913814" y="0"/>
                  </a:lnTo>
                  <a:lnTo>
                    <a:pt x="1912958" y="0"/>
                  </a:lnTo>
                  <a:lnTo>
                    <a:pt x="1912103" y="0"/>
                  </a:lnTo>
                  <a:lnTo>
                    <a:pt x="1911247" y="0"/>
                  </a:lnTo>
                  <a:lnTo>
                    <a:pt x="1910392" y="0"/>
                  </a:lnTo>
                  <a:lnTo>
                    <a:pt x="1909536" y="0"/>
                  </a:lnTo>
                  <a:lnTo>
                    <a:pt x="1908681" y="0"/>
                  </a:lnTo>
                  <a:lnTo>
                    <a:pt x="1907825" y="0"/>
                  </a:lnTo>
                  <a:lnTo>
                    <a:pt x="1906970" y="0"/>
                  </a:lnTo>
                  <a:lnTo>
                    <a:pt x="1906114" y="0"/>
                  </a:lnTo>
                  <a:lnTo>
                    <a:pt x="1905259" y="0"/>
                  </a:lnTo>
                  <a:lnTo>
                    <a:pt x="1904403" y="0"/>
                  </a:lnTo>
                  <a:lnTo>
                    <a:pt x="1903548" y="0"/>
                  </a:lnTo>
                  <a:lnTo>
                    <a:pt x="1902692" y="0"/>
                  </a:lnTo>
                  <a:lnTo>
                    <a:pt x="1901836" y="0"/>
                  </a:lnTo>
                  <a:lnTo>
                    <a:pt x="1900981" y="0"/>
                  </a:lnTo>
                  <a:lnTo>
                    <a:pt x="1900125" y="0"/>
                  </a:lnTo>
                  <a:lnTo>
                    <a:pt x="1899270" y="0"/>
                  </a:lnTo>
                  <a:lnTo>
                    <a:pt x="1898414" y="0"/>
                  </a:lnTo>
                  <a:lnTo>
                    <a:pt x="1897559" y="0"/>
                  </a:lnTo>
                  <a:lnTo>
                    <a:pt x="1896703" y="0"/>
                  </a:lnTo>
                  <a:lnTo>
                    <a:pt x="1895848" y="0"/>
                  </a:lnTo>
                  <a:lnTo>
                    <a:pt x="1894992" y="0"/>
                  </a:lnTo>
                  <a:lnTo>
                    <a:pt x="1894137" y="0"/>
                  </a:lnTo>
                  <a:lnTo>
                    <a:pt x="1893281" y="0"/>
                  </a:lnTo>
                  <a:lnTo>
                    <a:pt x="1892426" y="0"/>
                  </a:lnTo>
                  <a:lnTo>
                    <a:pt x="1891570" y="0"/>
                  </a:lnTo>
                  <a:lnTo>
                    <a:pt x="1890715" y="0"/>
                  </a:lnTo>
                  <a:lnTo>
                    <a:pt x="1889859" y="0"/>
                  </a:lnTo>
                  <a:lnTo>
                    <a:pt x="1889004" y="0"/>
                  </a:lnTo>
                  <a:lnTo>
                    <a:pt x="1888148" y="0"/>
                  </a:lnTo>
                  <a:lnTo>
                    <a:pt x="1887293" y="0"/>
                  </a:lnTo>
                  <a:lnTo>
                    <a:pt x="1886437" y="0"/>
                  </a:lnTo>
                  <a:lnTo>
                    <a:pt x="1885581" y="0"/>
                  </a:lnTo>
                  <a:lnTo>
                    <a:pt x="1884726" y="0"/>
                  </a:lnTo>
                  <a:lnTo>
                    <a:pt x="1883870" y="0"/>
                  </a:lnTo>
                  <a:lnTo>
                    <a:pt x="1883015" y="0"/>
                  </a:lnTo>
                  <a:lnTo>
                    <a:pt x="1882159" y="0"/>
                  </a:lnTo>
                  <a:lnTo>
                    <a:pt x="1881304" y="0"/>
                  </a:lnTo>
                  <a:lnTo>
                    <a:pt x="1880448" y="0"/>
                  </a:lnTo>
                  <a:lnTo>
                    <a:pt x="1879593" y="0"/>
                  </a:lnTo>
                  <a:lnTo>
                    <a:pt x="1878737" y="0"/>
                  </a:lnTo>
                  <a:lnTo>
                    <a:pt x="1877882" y="0"/>
                  </a:lnTo>
                  <a:lnTo>
                    <a:pt x="1877026" y="0"/>
                  </a:lnTo>
                  <a:lnTo>
                    <a:pt x="1876171" y="0"/>
                  </a:lnTo>
                  <a:lnTo>
                    <a:pt x="1875315" y="0"/>
                  </a:lnTo>
                  <a:lnTo>
                    <a:pt x="1874460" y="0"/>
                  </a:lnTo>
                  <a:lnTo>
                    <a:pt x="1873604" y="0"/>
                  </a:lnTo>
                  <a:lnTo>
                    <a:pt x="1872749" y="0"/>
                  </a:lnTo>
                  <a:lnTo>
                    <a:pt x="1871893" y="0"/>
                  </a:lnTo>
                  <a:lnTo>
                    <a:pt x="1871037" y="0"/>
                  </a:lnTo>
                  <a:lnTo>
                    <a:pt x="1870182" y="0"/>
                  </a:lnTo>
                  <a:lnTo>
                    <a:pt x="1869326" y="0"/>
                  </a:lnTo>
                  <a:lnTo>
                    <a:pt x="1868471" y="0"/>
                  </a:lnTo>
                  <a:lnTo>
                    <a:pt x="1867615" y="0"/>
                  </a:lnTo>
                  <a:lnTo>
                    <a:pt x="1866760" y="0"/>
                  </a:lnTo>
                  <a:lnTo>
                    <a:pt x="1865904" y="0"/>
                  </a:lnTo>
                  <a:lnTo>
                    <a:pt x="1865049" y="0"/>
                  </a:lnTo>
                  <a:lnTo>
                    <a:pt x="1864193" y="0"/>
                  </a:lnTo>
                  <a:lnTo>
                    <a:pt x="1863338" y="0"/>
                  </a:lnTo>
                  <a:lnTo>
                    <a:pt x="1862482" y="0"/>
                  </a:lnTo>
                  <a:lnTo>
                    <a:pt x="1861627" y="0"/>
                  </a:lnTo>
                  <a:lnTo>
                    <a:pt x="1860771" y="0"/>
                  </a:lnTo>
                  <a:lnTo>
                    <a:pt x="1859916" y="0"/>
                  </a:lnTo>
                  <a:lnTo>
                    <a:pt x="1859060" y="0"/>
                  </a:lnTo>
                  <a:lnTo>
                    <a:pt x="1858205" y="0"/>
                  </a:lnTo>
                  <a:lnTo>
                    <a:pt x="1857349" y="0"/>
                  </a:lnTo>
                  <a:lnTo>
                    <a:pt x="1856494" y="0"/>
                  </a:lnTo>
                  <a:lnTo>
                    <a:pt x="1855638" y="0"/>
                  </a:lnTo>
                  <a:lnTo>
                    <a:pt x="1854782" y="0"/>
                  </a:lnTo>
                  <a:lnTo>
                    <a:pt x="1853927" y="0"/>
                  </a:lnTo>
                  <a:lnTo>
                    <a:pt x="1853071" y="0"/>
                  </a:lnTo>
                  <a:lnTo>
                    <a:pt x="1852216" y="0"/>
                  </a:lnTo>
                  <a:lnTo>
                    <a:pt x="1851360" y="0"/>
                  </a:lnTo>
                  <a:lnTo>
                    <a:pt x="1850505" y="0"/>
                  </a:lnTo>
                  <a:lnTo>
                    <a:pt x="1849649" y="0"/>
                  </a:lnTo>
                  <a:lnTo>
                    <a:pt x="1848794" y="0"/>
                  </a:lnTo>
                  <a:lnTo>
                    <a:pt x="1847938" y="0"/>
                  </a:lnTo>
                  <a:lnTo>
                    <a:pt x="1847083" y="0"/>
                  </a:lnTo>
                  <a:lnTo>
                    <a:pt x="1846227" y="0"/>
                  </a:lnTo>
                  <a:lnTo>
                    <a:pt x="1845372" y="0"/>
                  </a:lnTo>
                  <a:lnTo>
                    <a:pt x="1844516" y="0"/>
                  </a:lnTo>
                  <a:lnTo>
                    <a:pt x="1843661" y="0"/>
                  </a:lnTo>
                  <a:lnTo>
                    <a:pt x="1842805" y="0"/>
                  </a:lnTo>
                  <a:lnTo>
                    <a:pt x="1841950" y="0"/>
                  </a:lnTo>
                  <a:lnTo>
                    <a:pt x="1841094" y="0"/>
                  </a:lnTo>
                  <a:lnTo>
                    <a:pt x="1840239" y="0"/>
                  </a:lnTo>
                  <a:lnTo>
                    <a:pt x="1839383" y="0"/>
                  </a:lnTo>
                  <a:lnTo>
                    <a:pt x="1838527" y="0"/>
                  </a:lnTo>
                  <a:lnTo>
                    <a:pt x="1837672" y="0"/>
                  </a:lnTo>
                  <a:lnTo>
                    <a:pt x="1836816" y="0"/>
                  </a:lnTo>
                  <a:lnTo>
                    <a:pt x="1835961" y="0"/>
                  </a:lnTo>
                  <a:lnTo>
                    <a:pt x="1835105" y="0"/>
                  </a:lnTo>
                  <a:lnTo>
                    <a:pt x="1834250" y="0"/>
                  </a:lnTo>
                  <a:lnTo>
                    <a:pt x="1833394" y="0"/>
                  </a:lnTo>
                  <a:lnTo>
                    <a:pt x="1832539" y="0"/>
                  </a:lnTo>
                  <a:lnTo>
                    <a:pt x="1831683" y="0"/>
                  </a:lnTo>
                  <a:lnTo>
                    <a:pt x="1830828" y="0"/>
                  </a:lnTo>
                  <a:lnTo>
                    <a:pt x="1829972" y="0"/>
                  </a:lnTo>
                  <a:lnTo>
                    <a:pt x="1829117" y="0"/>
                  </a:lnTo>
                  <a:lnTo>
                    <a:pt x="1828261" y="0"/>
                  </a:lnTo>
                  <a:lnTo>
                    <a:pt x="1827406" y="0"/>
                  </a:lnTo>
                  <a:lnTo>
                    <a:pt x="1826550" y="0"/>
                  </a:lnTo>
                  <a:lnTo>
                    <a:pt x="1825695" y="0"/>
                  </a:lnTo>
                  <a:lnTo>
                    <a:pt x="1824839" y="0"/>
                  </a:lnTo>
                  <a:lnTo>
                    <a:pt x="1823983" y="0"/>
                  </a:lnTo>
                  <a:lnTo>
                    <a:pt x="1823128" y="0"/>
                  </a:lnTo>
                  <a:lnTo>
                    <a:pt x="1822272" y="0"/>
                  </a:lnTo>
                  <a:lnTo>
                    <a:pt x="1821417" y="0"/>
                  </a:lnTo>
                  <a:lnTo>
                    <a:pt x="1820561" y="0"/>
                  </a:lnTo>
                  <a:lnTo>
                    <a:pt x="1819706" y="0"/>
                  </a:lnTo>
                  <a:lnTo>
                    <a:pt x="1818850" y="0"/>
                  </a:lnTo>
                  <a:lnTo>
                    <a:pt x="1817995" y="0"/>
                  </a:lnTo>
                  <a:lnTo>
                    <a:pt x="1817139" y="0"/>
                  </a:lnTo>
                  <a:lnTo>
                    <a:pt x="1816284" y="0"/>
                  </a:lnTo>
                  <a:lnTo>
                    <a:pt x="1815428" y="0"/>
                  </a:lnTo>
                  <a:lnTo>
                    <a:pt x="1814573" y="0"/>
                  </a:lnTo>
                  <a:lnTo>
                    <a:pt x="1813717" y="0"/>
                  </a:lnTo>
                  <a:lnTo>
                    <a:pt x="1812862" y="0"/>
                  </a:lnTo>
                  <a:lnTo>
                    <a:pt x="1812006" y="0"/>
                  </a:lnTo>
                  <a:lnTo>
                    <a:pt x="1811151" y="0"/>
                  </a:lnTo>
                  <a:lnTo>
                    <a:pt x="1810295" y="0"/>
                  </a:lnTo>
                  <a:lnTo>
                    <a:pt x="1809440" y="0"/>
                  </a:lnTo>
                  <a:lnTo>
                    <a:pt x="1808584" y="0"/>
                  </a:lnTo>
                  <a:lnTo>
                    <a:pt x="1807728" y="0"/>
                  </a:lnTo>
                  <a:lnTo>
                    <a:pt x="1806873" y="0"/>
                  </a:lnTo>
                  <a:lnTo>
                    <a:pt x="1806017" y="0"/>
                  </a:lnTo>
                  <a:lnTo>
                    <a:pt x="1805162" y="0"/>
                  </a:lnTo>
                  <a:lnTo>
                    <a:pt x="1804306" y="0"/>
                  </a:lnTo>
                  <a:lnTo>
                    <a:pt x="1803451" y="0"/>
                  </a:lnTo>
                  <a:lnTo>
                    <a:pt x="1802595" y="0"/>
                  </a:lnTo>
                  <a:lnTo>
                    <a:pt x="1801740" y="0"/>
                  </a:lnTo>
                  <a:lnTo>
                    <a:pt x="1800884" y="0"/>
                  </a:lnTo>
                  <a:lnTo>
                    <a:pt x="1800029" y="0"/>
                  </a:lnTo>
                  <a:lnTo>
                    <a:pt x="1799173" y="0"/>
                  </a:lnTo>
                  <a:lnTo>
                    <a:pt x="1798318" y="0"/>
                  </a:lnTo>
                  <a:lnTo>
                    <a:pt x="1797462" y="0"/>
                  </a:lnTo>
                  <a:lnTo>
                    <a:pt x="1796607" y="0"/>
                  </a:lnTo>
                  <a:lnTo>
                    <a:pt x="1795751" y="0"/>
                  </a:lnTo>
                  <a:lnTo>
                    <a:pt x="1794896" y="0"/>
                  </a:lnTo>
                  <a:lnTo>
                    <a:pt x="1794040" y="0"/>
                  </a:lnTo>
                  <a:lnTo>
                    <a:pt x="1793185" y="0"/>
                  </a:lnTo>
                  <a:lnTo>
                    <a:pt x="1792329" y="0"/>
                  </a:lnTo>
                  <a:lnTo>
                    <a:pt x="1791473" y="0"/>
                  </a:lnTo>
                  <a:lnTo>
                    <a:pt x="1790618" y="0"/>
                  </a:lnTo>
                  <a:lnTo>
                    <a:pt x="1789762" y="0"/>
                  </a:lnTo>
                  <a:lnTo>
                    <a:pt x="1788907" y="0"/>
                  </a:lnTo>
                  <a:lnTo>
                    <a:pt x="1788051" y="0"/>
                  </a:lnTo>
                  <a:lnTo>
                    <a:pt x="1787196" y="0"/>
                  </a:lnTo>
                  <a:lnTo>
                    <a:pt x="1786340" y="0"/>
                  </a:lnTo>
                  <a:lnTo>
                    <a:pt x="1785485" y="0"/>
                  </a:lnTo>
                  <a:lnTo>
                    <a:pt x="1784629" y="0"/>
                  </a:lnTo>
                  <a:lnTo>
                    <a:pt x="1783774" y="0"/>
                  </a:lnTo>
                  <a:lnTo>
                    <a:pt x="1782918" y="0"/>
                  </a:lnTo>
                  <a:lnTo>
                    <a:pt x="1782063" y="0"/>
                  </a:lnTo>
                  <a:lnTo>
                    <a:pt x="1781207" y="0"/>
                  </a:lnTo>
                  <a:lnTo>
                    <a:pt x="1780352" y="0"/>
                  </a:lnTo>
                  <a:lnTo>
                    <a:pt x="1779496" y="0"/>
                  </a:lnTo>
                  <a:lnTo>
                    <a:pt x="1778641" y="0"/>
                  </a:lnTo>
                  <a:lnTo>
                    <a:pt x="1777785" y="0"/>
                  </a:lnTo>
                  <a:lnTo>
                    <a:pt x="1776929" y="0"/>
                  </a:lnTo>
                  <a:lnTo>
                    <a:pt x="1776074" y="0"/>
                  </a:lnTo>
                  <a:lnTo>
                    <a:pt x="1775218" y="0"/>
                  </a:lnTo>
                  <a:lnTo>
                    <a:pt x="1774363" y="0"/>
                  </a:lnTo>
                  <a:lnTo>
                    <a:pt x="1773507" y="0"/>
                  </a:lnTo>
                  <a:lnTo>
                    <a:pt x="1772652" y="0"/>
                  </a:lnTo>
                  <a:lnTo>
                    <a:pt x="1771796" y="0"/>
                  </a:lnTo>
                  <a:lnTo>
                    <a:pt x="1770941" y="0"/>
                  </a:lnTo>
                  <a:lnTo>
                    <a:pt x="1770085" y="0"/>
                  </a:lnTo>
                  <a:lnTo>
                    <a:pt x="1769230" y="0"/>
                  </a:lnTo>
                  <a:lnTo>
                    <a:pt x="1768374" y="0"/>
                  </a:lnTo>
                  <a:lnTo>
                    <a:pt x="1767519" y="0"/>
                  </a:lnTo>
                  <a:lnTo>
                    <a:pt x="1766663" y="0"/>
                  </a:lnTo>
                  <a:lnTo>
                    <a:pt x="1765808" y="0"/>
                  </a:lnTo>
                  <a:lnTo>
                    <a:pt x="1764952" y="0"/>
                  </a:lnTo>
                  <a:lnTo>
                    <a:pt x="1764097" y="0"/>
                  </a:lnTo>
                  <a:lnTo>
                    <a:pt x="1763241" y="0"/>
                  </a:lnTo>
                  <a:lnTo>
                    <a:pt x="1762386" y="0"/>
                  </a:lnTo>
                  <a:lnTo>
                    <a:pt x="1761530" y="0"/>
                  </a:lnTo>
                  <a:lnTo>
                    <a:pt x="1760674" y="0"/>
                  </a:lnTo>
                  <a:lnTo>
                    <a:pt x="1759819" y="0"/>
                  </a:lnTo>
                  <a:lnTo>
                    <a:pt x="1758963" y="0"/>
                  </a:lnTo>
                  <a:lnTo>
                    <a:pt x="1758108" y="0"/>
                  </a:lnTo>
                  <a:lnTo>
                    <a:pt x="1757252" y="0"/>
                  </a:lnTo>
                  <a:lnTo>
                    <a:pt x="1756397" y="0"/>
                  </a:lnTo>
                  <a:lnTo>
                    <a:pt x="1755541" y="0"/>
                  </a:lnTo>
                  <a:lnTo>
                    <a:pt x="1754686" y="0"/>
                  </a:lnTo>
                  <a:lnTo>
                    <a:pt x="1753830" y="0"/>
                  </a:lnTo>
                  <a:lnTo>
                    <a:pt x="1752975" y="0"/>
                  </a:lnTo>
                  <a:lnTo>
                    <a:pt x="1752119" y="0"/>
                  </a:lnTo>
                  <a:lnTo>
                    <a:pt x="1751264" y="0"/>
                  </a:lnTo>
                  <a:lnTo>
                    <a:pt x="1750408" y="0"/>
                  </a:lnTo>
                  <a:lnTo>
                    <a:pt x="1749553" y="0"/>
                  </a:lnTo>
                  <a:lnTo>
                    <a:pt x="1748697" y="0"/>
                  </a:lnTo>
                  <a:lnTo>
                    <a:pt x="1747842" y="0"/>
                  </a:lnTo>
                  <a:lnTo>
                    <a:pt x="1746986" y="0"/>
                  </a:lnTo>
                  <a:lnTo>
                    <a:pt x="1746131" y="0"/>
                  </a:lnTo>
                  <a:lnTo>
                    <a:pt x="1745275" y="0"/>
                  </a:lnTo>
                  <a:lnTo>
                    <a:pt x="1744419" y="0"/>
                  </a:lnTo>
                  <a:lnTo>
                    <a:pt x="1743564" y="0"/>
                  </a:lnTo>
                  <a:lnTo>
                    <a:pt x="1742708" y="0"/>
                  </a:lnTo>
                  <a:lnTo>
                    <a:pt x="1741853" y="0"/>
                  </a:lnTo>
                  <a:lnTo>
                    <a:pt x="1740997" y="0"/>
                  </a:lnTo>
                  <a:lnTo>
                    <a:pt x="1740142" y="0"/>
                  </a:lnTo>
                  <a:lnTo>
                    <a:pt x="1739286" y="0"/>
                  </a:lnTo>
                  <a:lnTo>
                    <a:pt x="1738431" y="0"/>
                  </a:lnTo>
                  <a:lnTo>
                    <a:pt x="1737575" y="0"/>
                  </a:lnTo>
                  <a:lnTo>
                    <a:pt x="1736720" y="0"/>
                  </a:lnTo>
                  <a:lnTo>
                    <a:pt x="1735864" y="0"/>
                  </a:lnTo>
                  <a:lnTo>
                    <a:pt x="1735009" y="0"/>
                  </a:lnTo>
                  <a:lnTo>
                    <a:pt x="1734153" y="0"/>
                  </a:lnTo>
                  <a:lnTo>
                    <a:pt x="1733298" y="0"/>
                  </a:lnTo>
                  <a:lnTo>
                    <a:pt x="1732442" y="0"/>
                  </a:lnTo>
                  <a:lnTo>
                    <a:pt x="1731587" y="0"/>
                  </a:lnTo>
                  <a:lnTo>
                    <a:pt x="1730731" y="0"/>
                  </a:lnTo>
                  <a:lnTo>
                    <a:pt x="1729876" y="0"/>
                  </a:lnTo>
                  <a:lnTo>
                    <a:pt x="1729020" y="0"/>
                  </a:lnTo>
                  <a:lnTo>
                    <a:pt x="1728164" y="0"/>
                  </a:lnTo>
                  <a:lnTo>
                    <a:pt x="1727309" y="0"/>
                  </a:lnTo>
                  <a:lnTo>
                    <a:pt x="1726453" y="0"/>
                  </a:lnTo>
                  <a:lnTo>
                    <a:pt x="1725598" y="0"/>
                  </a:lnTo>
                  <a:lnTo>
                    <a:pt x="1724742" y="0"/>
                  </a:lnTo>
                  <a:lnTo>
                    <a:pt x="1723887" y="0"/>
                  </a:lnTo>
                  <a:lnTo>
                    <a:pt x="1723031" y="0"/>
                  </a:lnTo>
                  <a:lnTo>
                    <a:pt x="1722176" y="0"/>
                  </a:lnTo>
                  <a:lnTo>
                    <a:pt x="1721320" y="0"/>
                  </a:lnTo>
                  <a:lnTo>
                    <a:pt x="1720465" y="0"/>
                  </a:lnTo>
                  <a:lnTo>
                    <a:pt x="1719609" y="0"/>
                  </a:lnTo>
                  <a:lnTo>
                    <a:pt x="1718754" y="0"/>
                  </a:lnTo>
                  <a:lnTo>
                    <a:pt x="1717898" y="0"/>
                  </a:lnTo>
                  <a:lnTo>
                    <a:pt x="1717043" y="0"/>
                  </a:lnTo>
                  <a:lnTo>
                    <a:pt x="1716187" y="0"/>
                  </a:lnTo>
                  <a:lnTo>
                    <a:pt x="1715332" y="0"/>
                  </a:lnTo>
                  <a:lnTo>
                    <a:pt x="1714476" y="0"/>
                  </a:lnTo>
                  <a:lnTo>
                    <a:pt x="1713620" y="0"/>
                  </a:lnTo>
                  <a:lnTo>
                    <a:pt x="1712765" y="0"/>
                  </a:lnTo>
                  <a:lnTo>
                    <a:pt x="1711909" y="0"/>
                  </a:lnTo>
                  <a:lnTo>
                    <a:pt x="1711054" y="0"/>
                  </a:lnTo>
                  <a:lnTo>
                    <a:pt x="1710198" y="0"/>
                  </a:lnTo>
                  <a:lnTo>
                    <a:pt x="1709343" y="0"/>
                  </a:lnTo>
                  <a:lnTo>
                    <a:pt x="1708487" y="0"/>
                  </a:lnTo>
                  <a:lnTo>
                    <a:pt x="1707632" y="0"/>
                  </a:lnTo>
                  <a:lnTo>
                    <a:pt x="1706776" y="0"/>
                  </a:lnTo>
                  <a:lnTo>
                    <a:pt x="1705921" y="0"/>
                  </a:lnTo>
                  <a:lnTo>
                    <a:pt x="1705065" y="0"/>
                  </a:lnTo>
                  <a:lnTo>
                    <a:pt x="1704210" y="0"/>
                  </a:lnTo>
                  <a:lnTo>
                    <a:pt x="1703354" y="0"/>
                  </a:lnTo>
                  <a:lnTo>
                    <a:pt x="1702499" y="0"/>
                  </a:lnTo>
                  <a:lnTo>
                    <a:pt x="1701643" y="0"/>
                  </a:lnTo>
                  <a:lnTo>
                    <a:pt x="1700788" y="0"/>
                  </a:lnTo>
                  <a:lnTo>
                    <a:pt x="1699932" y="0"/>
                  </a:lnTo>
                  <a:lnTo>
                    <a:pt x="1699077" y="0"/>
                  </a:lnTo>
                  <a:lnTo>
                    <a:pt x="1698221" y="0"/>
                  </a:lnTo>
                  <a:lnTo>
                    <a:pt x="1697365" y="0"/>
                  </a:lnTo>
                  <a:lnTo>
                    <a:pt x="1696510" y="0"/>
                  </a:lnTo>
                  <a:lnTo>
                    <a:pt x="1695654" y="0"/>
                  </a:lnTo>
                  <a:lnTo>
                    <a:pt x="1694799" y="0"/>
                  </a:lnTo>
                  <a:lnTo>
                    <a:pt x="1693943" y="0"/>
                  </a:lnTo>
                  <a:lnTo>
                    <a:pt x="1693088" y="0"/>
                  </a:lnTo>
                  <a:lnTo>
                    <a:pt x="1692232" y="0"/>
                  </a:lnTo>
                  <a:lnTo>
                    <a:pt x="1691377" y="0"/>
                  </a:lnTo>
                  <a:lnTo>
                    <a:pt x="1690521" y="0"/>
                  </a:lnTo>
                  <a:lnTo>
                    <a:pt x="1689666" y="0"/>
                  </a:lnTo>
                  <a:lnTo>
                    <a:pt x="1688810" y="0"/>
                  </a:lnTo>
                  <a:lnTo>
                    <a:pt x="1687955" y="0"/>
                  </a:lnTo>
                  <a:lnTo>
                    <a:pt x="1687099" y="0"/>
                  </a:lnTo>
                  <a:lnTo>
                    <a:pt x="1686244" y="0"/>
                  </a:lnTo>
                  <a:lnTo>
                    <a:pt x="1685388" y="0"/>
                  </a:lnTo>
                  <a:lnTo>
                    <a:pt x="1684533" y="0"/>
                  </a:lnTo>
                  <a:lnTo>
                    <a:pt x="1683677" y="0"/>
                  </a:lnTo>
                  <a:lnTo>
                    <a:pt x="1682822" y="0"/>
                  </a:lnTo>
                  <a:lnTo>
                    <a:pt x="1681966" y="0"/>
                  </a:lnTo>
                  <a:lnTo>
                    <a:pt x="1681110" y="0"/>
                  </a:lnTo>
                  <a:lnTo>
                    <a:pt x="1680255" y="0"/>
                  </a:lnTo>
                  <a:lnTo>
                    <a:pt x="1679399" y="0"/>
                  </a:lnTo>
                  <a:lnTo>
                    <a:pt x="1678544" y="0"/>
                  </a:lnTo>
                  <a:lnTo>
                    <a:pt x="1677688" y="0"/>
                  </a:lnTo>
                  <a:lnTo>
                    <a:pt x="1676833" y="0"/>
                  </a:lnTo>
                  <a:lnTo>
                    <a:pt x="1675977" y="0"/>
                  </a:lnTo>
                  <a:lnTo>
                    <a:pt x="1675122" y="0"/>
                  </a:lnTo>
                  <a:lnTo>
                    <a:pt x="1674266" y="0"/>
                  </a:lnTo>
                  <a:lnTo>
                    <a:pt x="1673411" y="0"/>
                  </a:lnTo>
                  <a:lnTo>
                    <a:pt x="1672555" y="0"/>
                  </a:lnTo>
                  <a:lnTo>
                    <a:pt x="1671700" y="0"/>
                  </a:lnTo>
                  <a:lnTo>
                    <a:pt x="1670844" y="0"/>
                  </a:lnTo>
                  <a:lnTo>
                    <a:pt x="1669989" y="0"/>
                  </a:lnTo>
                  <a:lnTo>
                    <a:pt x="1669133" y="0"/>
                  </a:lnTo>
                  <a:lnTo>
                    <a:pt x="1668278" y="0"/>
                  </a:lnTo>
                  <a:lnTo>
                    <a:pt x="1667422" y="0"/>
                  </a:lnTo>
                  <a:lnTo>
                    <a:pt x="1666566" y="0"/>
                  </a:lnTo>
                  <a:lnTo>
                    <a:pt x="1665711" y="0"/>
                  </a:lnTo>
                  <a:lnTo>
                    <a:pt x="1664855" y="0"/>
                  </a:lnTo>
                  <a:lnTo>
                    <a:pt x="1664000" y="0"/>
                  </a:lnTo>
                  <a:lnTo>
                    <a:pt x="1663144" y="0"/>
                  </a:lnTo>
                  <a:lnTo>
                    <a:pt x="1662289" y="0"/>
                  </a:lnTo>
                  <a:lnTo>
                    <a:pt x="1661433" y="0"/>
                  </a:lnTo>
                  <a:lnTo>
                    <a:pt x="1660578" y="0"/>
                  </a:lnTo>
                  <a:lnTo>
                    <a:pt x="1659722" y="0"/>
                  </a:lnTo>
                  <a:lnTo>
                    <a:pt x="1658867" y="0"/>
                  </a:lnTo>
                  <a:lnTo>
                    <a:pt x="1658011" y="0"/>
                  </a:lnTo>
                  <a:lnTo>
                    <a:pt x="1657156" y="0"/>
                  </a:lnTo>
                  <a:lnTo>
                    <a:pt x="1656300" y="0"/>
                  </a:lnTo>
                  <a:lnTo>
                    <a:pt x="1655445" y="0"/>
                  </a:lnTo>
                  <a:lnTo>
                    <a:pt x="1654589" y="0"/>
                  </a:lnTo>
                  <a:lnTo>
                    <a:pt x="1653734" y="0"/>
                  </a:lnTo>
                  <a:lnTo>
                    <a:pt x="1652878" y="0"/>
                  </a:lnTo>
                  <a:lnTo>
                    <a:pt x="1652023" y="0"/>
                  </a:lnTo>
                  <a:lnTo>
                    <a:pt x="1651167" y="0"/>
                  </a:lnTo>
                  <a:lnTo>
                    <a:pt x="1650311" y="0"/>
                  </a:lnTo>
                  <a:lnTo>
                    <a:pt x="1649456" y="0"/>
                  </a:lnTo>
                  <a:lnTo>
                    <a:pt x="1648600" y="0"/>
                  </a:lnTo>
                  <a:lnTo>
                    <a:pt x="1647745" y="0"/>
                  </a:lnTo>
                  <a:lnTo>
                    <a:pt x="1646889" y="0"/>
                  </a:lnTo>
                  <a:lnTo>
                    <a:pt x="1646034" y="0"/>
                  </a:lnTo>
                  <a:lnTo>
                    <a:pt x="1645178" y="0"/>
                  </a:lnTo>
                  <a:lnTo>
                    <a:pt x="1644323" y="0"/>
                  </a:lnTo>
                  <a:lnTo>
                    <a:pt x="1643467" y="0"/>
                  </a:lnTo>
                  <a:lnTo>
                    <a:pt x="1642612" y="0"/>
                  </a:lnTo>
                  <a:lnTo>
                    <a:pt x="1641756" y="0"/>
                  </a:lnTo>
                  <a:lnTo>
                    <a:pt x="1640901" y="0"/>
                  </a:lnTo>
                  <a:lnTo>
                    <a:pt x="1640045" y="0"/>
                  </a:lnTo>
                  <a:lnTo>
                    <a:pt x="1639190" y="0"/>
                  </a:lnTo>
                  <a:lnTo>
                    <a:pt x="1638334" y="0"/>
                  </a:lnTo>
                  <a:lnTo>
                    <a:pt x="1637479" y="0"/>
                  </a:lnTo>
                  <a:lnTo>
                    <a:pt x="1636623" y="0"/>
                  </a:lnTo>
                  <a:lnTo>
                    <a:pt x="1635768" y="0"/>
                  </a:lnTo>
                  <a:lnTo>
                    <a:pt x="1634912" y="0"/>
                  </a:lnTo>
                  <a:lnTo>
                    <a:pt x="1634056" y="0"/>
                  </a:lnTo>
                  <a:lnTo>
                    <a:pt x="1633201" y="0"/>
                  </a:lnTo>
                  <a:lnTo>
                    <a:pt x="1632345" y="0"/>
                  </a:lnTo>
                  <a:lnTo>
                    <a:pt x="1631490" y="0"/>
                  </a:lnTo>
                  <a:lnTo>
                    <a:pt x="1630634" y="0"/>
                  </a:lnTo>
                  <a:lnTo>
                    <a:pt x="1629779" y="0"/>
                  </a:lnTo>
                  <a:lnTo>
                    <a:pt x="1628923" y="0"/>
                  </a:lnTo>
                  <a:lnTo>
                    <a:pt x="1628068" y="0"/>
                  </a:lnTo>
                  <a:lnTo>
                    <a:pt x="1627212" y="0"/>
                  </a:lnTo>
                  <a:lnTo>
                    <a:pt x="1626357" y="0"/>
                  </a:lnTo>
                  <a:lnTo>
                    <a:pt x="1625501" y="0"/>
                  </a:lnTo>
                  <a:lnTo>
                    <a:pt x="1624646" y="0"/>
                  </a:lnTo>
                  <a:lnTo>
                    <a:pt x="1623790" y="0"/>
                  </a:lnTo>
                  <a:lnTo>
                    <a:pt x="1622935" y="0"/>
                  </a:lnTo>
                  <a:lnTo>
                    <a:pt x="1622079" y="0"/>
                  </a:lnTo>
                  <a:lnTo>
                    <a:pt x="1621224" y="0"/>
                  </a:lnTo>
                  <a:lnTo>
                    <a:pt x="1620368" y="0"/>
                  </a:lnTo>
                  <a:lnTo>
                    <a:pt x="1619512" y="0"/>
                  </a:lnTo>
                  <a:lnTo>
                    <a:pt x="1618657" y="0"/>
                  </a:lnTo>
                  <a:lnTo>
                    <a:pt x="1617801" y="0"/>
                  </a:lnTo>
                  <a:lnTo>
                    <a:pt x="1616946" y="0"/>
                  </a:lnTo>
                  <a:lnTo>
                    <a:pt x="1616090" y="0"/>
                  </a:lnTo>
                  <a:lnTo>
                    <a:pt x="1615235" y="0"/>
                  </a:lnTo>
                  <a:lnTo>
                    <a:pt x="1614379" y="0"/>
                  </a:lnTo>
                  <a:lnTo>
                    <a:pt x="1613524" y="0"/>
                  </a:lnTo>
                  <a:lnTo>
                    <a:pt x="1612668" y="0"/>
                  </a:lnTo>
                  <a:lnTo>
                    <a:pt x="1611813" y="0"/>
                  </a:lnTo>
                  <a:lnTo>
                    <a:pt x="1610957" y="0"/>
                  </a:lnTo>
                  <a:lnTo>
                    <a:pt x="1610102" y="0"/>
                  </a:lnTo>
                  <a:lnTo>
                    <a:pt x="1609246" y="0"/>
                  </a:lnTo>
                  <a:lnTo>
                    <a:pt x="1608391" y="0"/>
                  </a:lnTo>
                  <a:lnTo>
                    <a:pt x="1607535" y="0"/>
                  </a:lnTo>
                  <a:lnTo>
                    <a:pt x="1606680" y="0"/>
                  </a:lnTo>
                  <a:lnTo>
                    <a:pt x="1605824" y="0"/>
                  </a:lnTo>
                  <a:lnTo>
                    <a:pt x="1604969" y="0"/>
                  </a:lnTo>
                  <a:lnTo>
                    <a:pt x="1604113" y="0"/>
                  </a:lnTo>
                  <a:lnTo>
                    <a:pt x="1603257" y="0"/>
                  </a:lnTo>
                  <a:lnTo>
                    <a:pt x="1602402" y="0"/>
                  </a:lnTo>
                  <a:lnTo>
                    <a:pt x="1601546" y="0"/>
                  </a:lnTo>
                  <a:lnTo>
                    <a:pt x="1600691" y="0"/>
                  </a:lnTo>
                  <a:lnTo>
                    <a:pt x="1599835" y="0"/>
                  </a:lnTo>
                  <a:lnTo>
                    <a:pt x="1598980" y="0"/>
                  </a:lnTo>
                  <a:lnTo>
                    <a:pt x="1598124" y="0"/>
                  </a:lnTo>
                  <a:lnTo>
                    <a:pt x="1597269" y="0"/>
                  </a:lnTo>
                  <a:lnTo>
                    <a:pt x="1596413" y="0"/>
                  </a:lnTo>
                  <a:lnTo>
                    <a:pt x="1595558" y="0"/>
                  </a:lnTo>
                  <a:lnTo>
                    <a:pt x="1594702" y="0"/>
                  </a:lnTo>
                  <a:lnTo>
                    <a:pt x="1593847" y="0"/>
                  </a:lnTo>
                  <a:lnTo>
                    <a:pt x="1592991" y="0"/>
                  </a:lnTo>
                  <a:lnTo>
                    <a:pt x="1592136" y="0"/>
                  </a:lnTo>
                  <a:lnTo>
                    <a:pt x="1591280" y="0"/>
                  </a:lnTo>
                  <a:lnTo>
                    <a:pt x="1590425" y="0"/>
                  </a:lnTo>
                  <a:lnTo>
                    <a:pt x="1589569" y="0"/>
                  </a:lnTo>
                  <a:lnTo>
                    <a:pt x="1588714" y="0"/>
                  </a:lnTo>
                  <a:lnTo>
                    <a:pt x="1587858" y="0"/>
                  </a:lnTo>
                  <a:lnTo>
                    <a:pt x="1587002" y="0"/>
                  </a:lnTo>
                  <a:lnTo>
                    <a:pt x="1586147" y="0"/>
                  </a:lnTo>
                  <a:lnTo>
                    <a:pt x="1585291" y="0"/>
                  </a:lnTo>
                  <a:lnTo>
                    <a:pt x="1584436" y="0"/>
                  </a:lnTo>
                  <a:lnTo>
                    <a:pt x="1583580" y="0"/>
                  </a:lnTo>
                  <a:lnTo>
                    <a:pt x="1582725" y="0"/>
                  </a:lnTo>
                  <a:lnTo>
                    <a:pt x="1581869" y="0"/>
                  </a:lnTo>
                  <a:lnTo>
                    <a:pt x="1581014" y="0"/>
                  </a:lnTo>
                  <a:lnTo>
                    <a:pt x="1580158" y="0"/>
                  </a:lnTo>
                  <a:lnTo>
                    <a:pt x="1579303" y="0"/>
                  </a:lnTo>
                  <a:lnTo>
                    <a:pt x="1578447" y="0"/>
                  </a:lnTo>
                  <a:lnTo>
                    <a:pt x="1577592" y="0"/>
                  </a:lnTo>
                  <a:lnTo>
                    <a:pt x="1576736" y="0"/>
                  </a:lnTo>
                  <a:lnTo>
                    <a:pt x="1575881" y="0"/>
                  </a:lnTo>
                  <a:lnTo>
                    <a:pt x="1575025" y="0"/>
                  </a:lnTo>
                  <a:lnTo>
                    <a:pt x="1574170" y="0"/>
                  </a:lnTo>
                  <a:lnTo>
                    <a:pt x="1573314" y="0"/>
                  </a:lnTo>
                  <a:lnTo>
                    <a:pt x="1572458" y="0"/>
                  </a:lnTo>
                  <a:lnTo>
                    <a:pt x="1571603" y="0"/>
                  </a:lnTo>
                  <a:lnTo>
                    <a:pt x="1570747" y="0"/>
                  </a:lnTo>
                  <a:lnTo>
                    <a:pt x="1569892" y="0"/>
                  </a:lnTo>
                  <a:lnTo>
                    <a:pt x="1569036" y="0"/>
                  </a:lnTo>
                  <a:lnTo>
                    <a:pt x="1568181" y="0"/>
                  </a:lnTo>
                  <a:lnTo>
                    <a:pt x="1567325" y="0"/>
                  </a:lnTo>
                  <a:lnTo>
                    <a:pt x="1566470" y="0"/>
                  </a:lnTo>
                  <a:lnTo>
                    <a:pt x="1565614" y="0"/>
                  </a:lnTo>
                  <a:lnTo>
                    <a:pt x="1564759" y="0"/>
                  </a:lnTo>
                  <a:lnTo>
                    <a:pt x="1563903" y="0"/>
                  </a:lnTo>
                  <a:lnTo>
                    <a:pt x="1563048" y="0"/>
                  </a:lnTo>
                  <a:lnTo>
                    <a:pt x="1562192" y="0"/>
                  </a:lnTo>
                  <a:lnTo>
                    <a:pt x="1561337" y="0"/>
                  </a:lnTo>
                  <a:lnTo>
                    <a:pt x="1560481" y="0"/>
                  </a:lnTo>
                  <a:lnTo>
                    <a:pt x="1559626" y="0"/>
                  </a:lnTo>
                  <a:lnTo>
                    <a:pt x="1558770" y="0"/>
                  </a:lnTo>
                  <a:lnTo>
                    <a:pt x="1557915" y="0"/>
                  </a:lnTo>
                  <a:lnTo>
                    <a:pt x="1557059" y="0"/>
                  </a:lnTo>
                  <a:lnTo>
                    <a:pt x="1556203" y="0"/>
                  </a:lnTo>
                  <a:lnTo>
                    <a:pt x="1555348" y="0"/>
                  </a:lnTo>
                  <a:lnTo>
                    <a:pt x="1554492" y="0"/>
                  </a:lnTo>
                  <a:lnTo>
                    <a:pt x="1553637" y="0"/>
                  </a:lnTo>
                  <a:lnTo>
                    <a:pt x="1552781" y="0"/>
                  </a:lnTo>
                  <a:lnTo>
                    <a:pt x="1551926" y="0"/>
                  </a:lnTo>
                  <a:lnTo>
                    <a:pt x="1551070" y="0"/>
                  </a:lnTo>
                  <a:lnTo>
                    <a:pt x="1550215" y="0"/>
                  </a:lnTo>
                  <a:lnTo>
                    <a:pt x="1549359" y="0"/>
                  </a:lnTo>
                  <a:lnTo>
                    <a:pt x="1548504" y="0"/>
                  </a:lnTo>
                  <a:lnTo>
                    <a:pt x="1547648" y="0"/>
                  </a:lnTo>
                  <a:lnTo>
                    <a:pt x="1546793" y="0"/>
                  </a:lnTo>
                  <a:lnTo>
                    <a:pt x="1545937" y="0"/>
                  </a:lnTo>
                  <a:lnTo>
                    <a:pt x="1545082" y="0"/>
                  </a:lnTo>
                  <a:lnTo>
                    <a:pt x="1544226" y="0"/>
                  </a:lnTo>
                  <a:lnTo>
                    <a:pt x="1543371" y="0"/>
                  </a:lnTo>
                  <a:lnTo>
                    <a:pt x="1542515" y="0"/>
                  </a:lnTo>
                  <a:lnTo>
                    <a:pt x="1541660" y="0"/>
                  </a:lnTo>
                  <a:lnTo>
                    <a:pt x="1540804" y="0"/>
                  </a:lnTo>
                  <a:lnTo>
                    <a:pt x="1539948" y="0"/>
                  </a:lnTo>
                  <a:lnTo>
                    <a:pt x="1539093" y="0"/>
                  </a:lnTo>
                  <a:lnTo>
                    <a:pt x="1538237" y="0"/>
                  </a:lnTo>
                  <a:lnTo>
                    <a:pt x="1537382" y="0"/>
                  </a:lnTo>
                  <a:lnTo>
                    <a:pt x="1536526" y="0"/>
                  </a:lnTo>
                  <a:lnTo>
                    <a:pt x="1535671" y="0"/>
                  </a:lnTo>
                  <a:lnTo>
                    <a:pt x="1534815" y="0"/>
                  </a:lnTo>
                  <a:lnTo>
                    <a:pt x="1533960" y="0"/>
                  </a:lnTo>
                  <a:lnTo>
                    <a:pt x="1533104" y="0"/>
                  </a:lnTo>
                  <a:lnTo>
                    <a:pt x="1532249" y="0"/>
                  </a:lnTo>
                  <a:lnTo>
                    <a:pt x="1531393" y="0"/>
                  </a:lnTo>
                  <a:lnTo>
                    <a:pt x="1530538" y="0"/>
                  </a:lnTo>
                  <a:lnTo>
                    <a:pt x="1529682" y="0"/>
                  </a:lnTo>
                  <a:lnTo>
                    <a:pt x="1528827" y="0"/>
                  </a:lnTo>
                  <a:lnTo>
                    <a:pt x="1527971" y="0"/>
                  </a:lnTo>
                  <a:lnTo>
                    <a:pt x="1527116" y="0"/>
                  </a:lnTo>
                  <a:lnTo>
                    <a:pt x="1526260" y="0"/>
                  </a:lnTo>
                  <a:lnTo>
                    <a:pt x="1525405" y="0"/>
                  </a:lnTo>
                  <a:lnTo>
                    <a:pt x="1524549" y="0"/>
                  </a:lnTo>
                  <a:lnTo>
                    <a:pt x="1523693" y="0"/>
                  </a:lnTo>
                  <a:lnTo>
                    <a:pt x="1522838" y="0"/>
                  </a:lnTo>
                  <a:lnTo>
                    <a:pt x="1521982" y="0"/>
                  </a:lnTo>
                  <a:lnTo>
                    <a:pt x="1521127" y="0"/>
                  </a:lnTo>
                  <a:lnTo>
                    <a:pt x="1520271" y="0"/>
                  </a:lnTo>
                  <a:lnTo>
                    <a:pt x="1519416" y="0"/>
                  </a:lnTo>
                  <a:lnTo>
                    <a:pt x="1518560" y="0"/>
                  </a:lnTo>
                  <a:lnTo>
                    <a:pt x="1517705" y="0"/>
                  </a:lnTo>
                  <a:lnTo>
                    <a:pt x="1516849" y="0"/>
                  </a:lnTo>
                  <a:lnTo>
                    <a:pt x="1515994" y="0"/>
                  </a:lnTo>
                  <a:lnTo>
                    <a:pt x="1515138" y="0"/>
                  </a:lnTo>
                  <a:lnTo>
                    <a:pt x="1514283" y="0"/>
                  </a:lnTo>
                  <a:lnTo>
                    <a:pt x="1513427" y="0"/>
                  </a:lnTo>
                  <a:lnTo>
                    <a:pt x="1512572" y="0"/>
                  </a:lnTo>
                  <a:lnTo>
                    <a:pt x="1511716" y="0"/>
                  </a:lnTo>
                  <a:lnTo>
                    <a:pt x="1510861" y="0"/>
                  </a:lnTo>
                  <a:lnTo>
                    <a:pt x="1510005" y="0"/>
                  </a:lnTo>
                  <a:lnTo>
                    <a:pt x="1509149" y="0"/>
                  </a:lnTo>
                  <a:lnTo>
                    <a:pt x="1508294" y="0"/>
                  </a:lnTo>
                  <a:lnTo>
                    <a:pt x="1507438" y="0"/>
                  </a:lnTo>
                  <a:lnTo>
                    <a:pt x="1506583" y="0"/>
                  </a:lnTo>
                  <a:lnTo>
                    <a:pt x="1505727" y="0"/>
                  </a:lnTo>
                  <a:lnTo>
                    <a:pt x="1504872" y="0"/>
                  </a:lnTo>
                  <a:lnTo>
                    <a:pt x="1504016" y="0"/>
                  </a:lnTo>
                  <a:lnTo>
                    <a:pt x="1503161" y="0"/>
                  </a:lnTo>
                  <a:lnTo>
                    <a:pt x="1502305" y="0"/>
                  </a:lnTo>
                  <a:lnTo>
                    <a:pt x="1501450" y="0"/>
                  </a:lnTo>
                  <a:lnTo>
                    <a:pt x="1500594" y="0"/>
                  </a:lnTo>
                  <a:lnTo>
                    <a:pt x="1499739" y="0"/>
                  </a:lnTo>
                  <a:lnTo>
                    <a:pt x="1498883" y="0"/>
                  </a:lnTo>
                  <a:lnTo>
                    <a:pt x="1498028" y="0"/>
                  </a:lnTo>
                  <a:lnTo>
                    <a:pt x="1497172" y="0"/>
                  </a:lnTo>
                  <a:lnTo>
                    <a:pt x="1496317" y="0"/>
                  </a:lnTo>
                  <a:lnTo>
                    <a:pt x="1495461" y="0"/>
                  </a:lnTo>
                  <a:lnTo>
                    <a:pt x="1494606" y="0"/>
                  </a:lnTo>
                  <a:lnTo>
                    <a:pt x="1493750" y="0"/>
                  </a:lnTo>
                  <a:lnTo>
                    <a:pt x="1492894" y="0"/>
                  </a:lnTo>
                  <a:lnTo>
                    <a:pt x="1492039" y="0"/>
                  </a:lnTo>
                  <a:lnTo>
                    <a:pt x="1491183" y="0"/>
                  </a:lnTo>
                  <a:lnTo>
                    <a:pt x="1490328" y="0"/>
                  </a:lnTo>
                  <a:lnTo>
                    <a:pt x="1489472" y="0"/>
                  </a:lnTo>
                  <a:lnTo>
                    <a:pt x="1488617" y="0"/>
                  </a:lnTo>
                  <a:lnTo>
                    <a:pt x="1487761" y="0"/>
                  </a:lnTo>
                  <a:lnTo>
                    <a:pt x="1486906" y="0"/>
                  </a:lnTo>
                  <a:lnTo>
                    <a:pt x="1486050" y="0"/>
                  </a:lnTo>
                  <a:lnTo>
                    <a:pt x="1485195" y="0"/>
                  </a:lnTo>
                  <a:lnTo>
                    <a:pt x="1484339" y="0"/>
                  </a:lnTo>
                  <a:lnTo>
                    <a:pt x="1483484" y="0"/>
                  </a:lnTo>
                  <a:lnTo>
                    <a:pt x="1482628" y="0"/>
                  </a:lnTo>
                  <a:lnTo>
                    <a:pt x="1481773" y="0"/>
                  </a:lnTo>
                  <a:lnTo>
                    <a:pt x="1480917" y="0"/>
                  </a:lnTo>
                  <a:lnTo>
                    <a:pt x="1480062" y="0"/>
                  </a:lnTo>
                  <a:lnTo>
                    <a:pt x="1479206" y="0"/>
                  </a:lnTo>
                  <a:lnTo>
                    <a:pt x="1478351" y="0"/>
                  </a:lnTo>
                  <a:lnTo>
                    <a:pt x="1477495" y="0"/>
                  </a:lnTo>
                  <a:lnTo>
                    <a:pt x="1476639" y="0"/>
                  </a:lnTo>
                  <a:lnTo>
                    <a:pt x="1475784" y="0"/>
                  </a:lnTo>
                  <a:lnTo>
                    <a:pt x="1474928" y="0"/>
                  </a:lnTo>
                  <a:lnTo>
                    <a:pt x="1474073" y="0"/>
                  </a:lnTo>
                  <a:lnTo>
                    <a:pt x="1473217" y="0"/>
                  </a:lnTo>
                  <a:lnTo>
                    <a:pt x="1472362" y="0"/>
                  </a:lnTo>
                  <a:lnTo>
                    <a:pt x="1471506" y="0"/>
                  </a:lnTo>
                  <a:lnTo>
                    <a:pt x="1470651" y="0"/>
                  </a:lnTo>
                  <a:lnTo>
                    <a:pt x="1469795" y="0"/>
                  </a:lnTo>
                  <a:lnTo>
                    <a:pt x="1468940" y="0"/>
                  </a:lnTo>
                  <a:lnTo>
                    <a:pt x="1468084" y="0"/>
                  </a:lnTo>
                  <a:lnTo>
                    <a:pt x="1467229" y="0"/>
                  </a:lnTo>
                  <a:lnTo>
                    <a:pt x="1466373" y="0"/>
                  </a:lnTo>
                  <a:lnTo>
                    <a:pt x="1465518" y="0"/>
                  </a:lnTo>
                  <a:lnTo>
                    <a:pt x="1464662" y="0"/>
                  </a:lnTo>
                  <a:lnTo>
                    <a:pt x="1463807" y="0"/>
                  </a:lnTo>
                  <a:lnTo>
                    <a:pt x="1462951" y="0"/>
                  </a:lnTo>
                  <a:lnTo>
                    <a:pt x="1462095" y="0"/>
                  </a:lnTo>
                  <a:lnTo>
                    <a:pt x="1461240" y="0"/>
                  </a:lnTo>
                  <a:lnTo>
                    <a:pt x="1460384" y="0"/>
                  </a:lnTo>
                  <a:lnTo>
                    <a:pt x="1459529" y="0"/>
                  </a:lnTo>
                  <a:lnTo>
                    <a:pt x="1458673" y="0"/>
                  </a:lnTo>
                  <a:lnTo>
                    <a:pt x="1457818" y="0"/>
                  </a:lnTo>
                  <a:lnTo>
                    <a:pt x="1456962" y="0"/>
                  </a:lnTo>
                  <a:lnTo>
                    <a:pt x="1456107" y="0"/>
                  </a:lnTo>
                  <a:lnTo>
                    <a:pt x="1455251" y="0"/>
                  </a:lnTo>
                  <a:lnTo>
                    <a:pt x="1454396" y="0"/>
                  </a:lnTo>
                  <a:lnTo>
                    <a:pt x="1453540" y="0"/>
                  </a:lnTo>
                  <a:lnTo>
                    <a:pt x="1452685" y="0"/>
                  </a:lnTo>
                  <a:lnTo>
                    <a:pt x="1451829" y="0"/>
                  </a:lnTo>
                  <a:lnTo>
                    <a:pt x="1450974" y="0"/>
                  </a:lnTo>
                  <a:lnTo>
                    <a:pt x="1450118" y="0"/>
                  </a:lnTo>
                  <a:lnTo>
                    <a:pt x="1449263" y="0"/>
                  </a:lnTo>
                  <a:lnTo>
                    <a:pt x="1448407" y="0"/>
                  </a:lnTo>
                  <a:lnTo>
                    <a:pt x="1447552" y="0"/>
                  </a:lnTo>
                  <a:lnTo>
                    <a:pt x="1446696" y="0"/>
                  </a:lnTo>
                  <a:lnTo>
                    <a:pt x="1445840" y="0"/>
                  </a:lnTo>
                  <a:lnTo>
                    <a:pt x="1444985" y="0"/>
                  </a:lnTo>
                  <a:lnTo>
                    <a:pt x="1444129" y="0"/>
                  </a:lnTo>
                  <a:lnTo>
                    <a:pt x="1443274" y="0"/>
                  </a:lnTo>
                  <a:lnTo>
                    <a:pt x="1442418" y="0"/>
                  </a:lnTo>
                  <a:lnTo>
                    <a:pt x="1441563" y="0"/>
                  </a:lnTo>
                  <a:lnTo>
                    <a:pt x="1440707" y="0"/>
                  </a:lnTo>
                  <a:lnTo>
                    <a:pt x="1439852" y="0"/>
                  </a:lnTo>
                  <a:lnTo>
                    <a:pt x="1438996" y="0"/>
                  </a:lnTo>
                  <a:lnTo>
                    <a:pt x="1438141" y="0"/>
                  </a:lnTo>
                  <a:lnTo>
                    <a:pt x="1437285" y="0"/>
                  </a:lnTo>
                  <a:lnTo>
                    <a:pt x="1436430" y="0"/>
                  </a:lnTo>
                  <a:lnTo>
                    <a:pt x="1435574" y="0"/>
                  </a:lnTo>
                  <a:lnTo>
                    <a:pt x="1434719" y="0"/>
                  </a:lnTo>
                  <a:lnTo>
                    <a:pt x="1433863" y="0"/>
                  </a:lnTo>
                  <a:lnTo>
                    <a:pt x="1433008" y="0"/>
                  </a:lnTo>
                  <a:lnTo>
                    <a:pt x="1432152" y="0"/>
                  </a:lnTo>
                  <a:lnTo>
                    <a:pt x="1431297" y="0"/>
                  </a:lnTo>
                  <a:lnTo>
                    <a:pt x="1430441" y="0"/>
                  </a:lnTo>
                  <a:lnTo>
                    <a:pt x="1429585" y="0"/>
                  </a:lnTo>
                  <a:lnTo>
                    <a:pt x="1428730" y="0"/>
                  </a:lnTo>
                  <a:lnTo>
                    <a:pt x="1427874" y="0"/>
                  </a:lnTo>
                  <a:lnTo>
                    <a:pt x="1427019" y="0"/>
                  </a:lnTo>
                  <a:lnTo>
                    <a:pt x="1426163" y="0"/>
                  </a:lnTo>
                  <a:lnTo>
                    <a:pt x="1425308" y="0"/>
                  </a:lnTo>
                  <a:lnTo>
                    <a:pt x="1424452" y="0"/>
                  </a:lnTo>
                  <a:lnTo>
                    <a:pt x="1423597" y="0"/>
                  </a:lnTo>
                  <a:lnTo>
                    <a:pt x="1422741" y="0"/>
                  </a:lnTo>
                  <a:lnTo>
                    <a:pt x="1421886" y="0"/>
                  </a:lnTo>
                  <a:lnTo>
                    <a:pt x="1421030" y="0"/>
                  </a:lnTo>
                  <a:lnTo>
                    <a:pt x="1420175" y="0"/>
                  </a:lnTo>
                  <a:lnTo>
                    <a:pt x="1419319" y="0"/>
                  </a:lnTo>
                  <a:lnTo>
                    <a:pt x="1418464" y="0"/>
                  </a:lnTo>
                  <a:lnTo>
                    <a:pt x="1417608" y="0"/>
                  </a:lnTo>
                  <a:lnTo>
                    <a:pt x="1416753" y="0"/>
                  </a:lnTo>
                  <a:lnTo>
                    <a:pt x="1415897" y="0"/>
                  </a:lnTo>
                  <a:lnTo>
                    <a:pt x="1415041" y="0"/>
                  </a:lnTo>
                  <a:lnTo>
                    <a:pt x="1414186" y="0"/>
                  </a:lnTo>
                  <a:lnTo>
                    <a:pt x="1413330" y="0"/>
                  </a:lnTo>
                  <a:lnTo>
                    <a:pt x="1412475" y="0"/>
                  </a:lnTo>
                  <a:lnTo>
                    <a:pt x="1411619" y="0"/>
                  </a:lnTo>
                  <a:lnTo>
                    <a:pt x="1410764" y="0"/>
                  </a:lnTo>
                  <a:lnTo>
                    <a:pt x="1409908" y="0"/>
                  </a:lnTo>
                  <a:lnTo>
                    <a:pt x="1409053" y="0"/>
                  </a:lnTo>
                  <a:lnTo>
                    <a:pt x="1408197" y="0"/>
                  </a:lnTo>
                  <a:lnTo>
                    <a:pt x="1407342" y="0"/>
                  </a:lnTo>
                  <a:lnTo>
                    <a:pt x="1406486" y="0"/>
                  </a:lnTo>
                  <a:lnTo>
                    <a:pt x="1405631" y="0"/>
                  </a:lnTo>
                  <a:lnTo>
                    <a:pt x="1404775" y="0"/>
                  </a:lnTo>
                  <a:lnTo>
                    <a:pt x="1403920" y="0"/>
                  </a:lnTo>
                  <a:lnTo>
                    <a:pt x="1403064" y="0"/>
                  </a:lnTo>
                  <a:lnTo>
                    <a:pt x="1402209" y="0"/>
                  </a:lnTo>
                  <a:lnTo>
                    <a:pt x="1401353" y="0"/>
                  </a:lnTo>
                  <a:lnTo>
                    <a:pt x="1400498" y="0"/>
                  </a:lnTo>
                  <a:lnTo>
                    <a:pt x="1399642" y="0"/>
                  </a:lnTo>
                  <a:lnTo>
                    <a:pt x="1398786" y="0"/>
                  </a:lnTo>
                  <a:lnTo>
                    <a:pt x="1397931" y="0"/>
                  </a:lnTo>
                  <a:lnTo>
                    <a:pt x="1397075" y="0"/>
                  </a:lnTo>
                  <a:lnTo>
                    <a:pt x="1396220" y="0"/>
                  </a:lnTo>
                  <a:lnTo>
                    <a:pt x="1395364" y="0"/>
                  </a:lnTo>
                  <a:lnTo>
                    <a:pt x="1394509" y="0"/>
                  </a:lnTo>
                  <a:lnTo>
                    <a:pt x="1393653" y="0"/>
                  </a:lnTo>
                  <a:lnTo>
                    <a:pt x="1392798" y="0"/>
                  </a:lnTo>
                  <a:lnTo>
                    <a:pt x="1391942" y="0"/>
                  </a:lnTo>
                  <a:lnTo>
                    <a:pt x="1391087" y="0"/>
                  </a:lnTo>
                  <a:lnTo>
                    <a:pt x="1390231" y="0"/>
                  </a:lnTo>
                  <a:lnTo>
                    <a:pt x="1389376" y="0"/>
                  </a:lnTo>
                  <a:lnTo>
                    <a:pt x="1388520" y="0"/>
                  </a:lnTo>
                  <a:lnTo>
                    <a:pt x="1387665" y="0"/>
                  </a:lnTo>
                  <a:lnTo>
                    <a:pt x="1386809" y="0"/>
                  </a:lnTo>
                  <a:lnTo>
                    <a:pt x="1385954" y="0"/>
                  </a:lnTo>
                  <a:lnTo>
                    <a:pt x="1385098" y="0"/>
                  </a:lnTo>
                  <a:lnTo>
                    <a:pt x="1384243" y="0"/>
                  </a:lnTo>
                  <a:lnTo>
                    <a:pt x="1383387" y="0"/>
                  </a:lnTo>
                  <a:lnTo>
                    <a:pt x="1382531" y="0"/>
                  </a:lnTo>
                  <a:lnTo>
                    <a:pt x="1381676" y="0"/>
                  </a:lnTo>
                  <a:lnTo>
                    <a:pt x="1380820" y="0"/>
                  </a:lnTo>
                  <a:lnTo>
                    <a:pt x="1379965" y="0"/>
                  </a:lnTo>
                  <a:lnTo>
                    <a:pt x="1379109" y="0"/>
                  </a:lnTo>
                  <a:lnTo>
                    <a:pt x="1378254" y="0"/>
                  </a:lnTo>
                  <a:lnTo>
                    <a:pt x="1377398" y="0"/>
                  </a:lnTo>
                  <a:lnTo>
                    <a:pt x="1376543" y="0"/>
                  </a:lnTo>
                  <a:lnTo>
                    <a:pt x="1375687" y="0"/>
                  </a:lnTo>
                  <a:lnTo>
                    <a:pt x="1374832" y="0"/>
                  </a:lnTo>
                  <a:lnTo>
                    <a:pt x="1373976" y="0"/>
                  </a:lnTo>
                  <a:lnTo>
                    <a:pt x="1373121" y="0"/>
                  </a:lnTo>
                  <a:lnTo>
                    <a:pt x="1372265" y="0"/>
                  </a:lnTo>
                  <a:lnTo>
                    <a:pt x="1371410" y="0"/>
                  </a:lnTo>
                  <a:lnTo>
                    <a:pt x="1370554" y="0"/>
                  </a:lnTo>
                  <a:lnTo>
                    <a:pt x="1369699" y="0"/>
                  </a:lnTo>
                  <a:lnTo>
                    <a:pt x="1368843" y="0"/>
                  </a:lnTo>
                  <a:lnTo>
                    <a:pt x="1367987" y="0"/>
                  </a:lnTo>
                  <a:lnTo>
                    <a:pt x="1367132" y="0"/>
                  </a:lnTo>
                  <a:lnTo>
                    <a:pt x="1366276" y="0"/>
                  </a:lnTo>
                  <a:lnTo>
                    <a:pt x="1365421" y="0"/>
                  </a:lnTo>
                  <a:lnTo>
                    <a:pt x="1364565" y="0"/>
                  </a:lnTo>
                  <a:lnTo>
                    <a:pt x="1363710" y="0"/>
                  </a:lnTo>
                  <a:lnTo>
                    <a:pt x="1362854" y="0"/>
                  </a:lnTo>
                  <a:lnTo>
                    <a:pt x="1361999" y="0"/>
                  </a:lnTo>
                  <a:lnTo>
                    <a:pt x="1361143" y="0"/>
                  </a:lnTo>
                  <a:lnTo>
                    <a:pt x="1360288" y="0"/>
                  </a:lnTo>
                  <a:lnTo>
                    <a:pt x="1359432" y="0"/>
                  </a:lnTo>
                  <a:lnTo>
                    <a:pt x="1358577" y="0"/>
                  </a:lnTo>
                  <a:lnTo>
                    <a:pt x="1357721" y="0"/>
                  </a:lnTo>
                  <a:lnTo>
                    <a:pt x="1356866" y="0"/>
                  </a:lnTo>
                  <a:lnTo>
                    <a:pt x="1356010" y="0"/>
                  </a:lnTo>
                  <a:lnTo>
                    <a:pt x="1355155" y="0"/>
                  </a:lnTo>
                  <a:lnTo>
                    <a:pt x="1354299" y="0"/>
                  </a:lnTo>
                  <a:lnTo>
                    <a:pt x="1353444" y="0"/>
                  </a:lnTo>
                  <a:lnTo>
                    <a:pt x="1352588" y="0"/>
                  </a:lnTo>
                  <a:lnTo>
                    <a:pt x="1351732" y="0"/>
                  </a:lnTo>
                  <a:lnTo>
                    <a:pt x="1350877" y="0"/>
                  </a:lnTo>
                  <a:lnTo>
                    <a:pt x="1350021" y="0"/>
                  </a:lnTo>
                  <a:lnTo>
                    <a:pt x="1349166" y="0"/>
                  </a:lnTo>
                  <a:lnTo>
                    <a:pt x="1348310" y="0"/>
                  </a:lnTo>
                  <a:lnTo>
                    <a:pt x="1347455" y="0"/>
                  </a:lnTo>
                  <a:lnTo>
                    <a:pt x="1346599" y="0"/>
                  </a:lnTo>
                  <a:lnTo>
                    <a:pt x="1345744" y="0"/>
                  </a:lnTo>
                  <a:lnTo>
                    <a:pt x="1344888" y="0"/>
                  </a:lnTo>
                  <a:lnTo>
                    <a:pt x="1344033" y="0"/>
                  </a:lnTo>
                  <a:lnTo>
                    <a:pt x="1343177" y="0"/>
                  </a:lnTo>
                  <a:lnTo>
                    <a:pt x="1342322" y="0"/>
                  </a:lnTo>
                  <a:lnTo>
                    <a:pt x="1341466" y="0"/>
                  </a:lnTo>
                  <a:lnTo>
                    <a:pt x="1340611" y="0"/>
                  </a:lnTo>
                  <a:lnTo>
                    <a:pt x="1339755" y="0"/>
                  </a:lnTo>
                  <a:lnTo>
                    <a:pt x="1338900" y="0"/>
                  </a:lnTo>
                  <a:lnTo>
                    <a:pt x="1338044" y="0"/>
                  </a:lnTo>
                  <a:lnTo>
                    <a:pt x="1337189" y="0"/>
                  </a:lnTo>
                  <a:lnTo>
                    <a:pt x="1336333" y="0"/>
                  </a:lnTo>
                  <a:lnTo>
                    <a:pt x="1335477" y="0"/>
                  </a:lnTo>
                  <a:lnTo>
                    <a:pt x="1334622" y="0"/>
                  </a:lnTo>
                  <a:lnTo>
                    <a:pt x="1333766" y="0"/>
                  </a:lnTo>
                  <a:lnTo>
                    <a:pt x="1332911" y="0"/>
                  </a:lnTo>
                  <a:lnTo>
                    <a:pt x="1332055" y="0"/>
                  </a:lnTo>
                  <a:lnTo>
                    <a:pt x="1331200" y="0"/>
                  </a:lnTo>
                  <a:lnTo>
                    <a:pt x="1330344" y="0"/>
                  </a:lnTo>
                  <a:lnTo>
                    <a:pt x="1329489" y="0"/>
                  </a:lnTo>
                  <a:lnTo>
                    <a:pt x="1328633" y="0"/>
                  </a:lnTo>
                  <a:lnTo>
                    <a:pt x="1327778" y="0"/>
                  </a:lnTo>
                  <a:lnTo>
                    <a:pt x="1326922" y="0"/>
                  </a:lnTo>
                  <a:lnTo>
                    <a:pt x="1326067" y="0"/>
                  </a:lnTo>
                  <a:lnTo>
                    <a:pt x="1325211" y="0"/>
                  </a:lnTo>
                  <a:lnTo>
                    <a:pt x="1324356" y="0"/>
                  </a:lnTo>
                  <a:lnTo>
                    <a:pt x="1323500" y="0"/>
                  </a:lnTo>
                  <a:lnTo>
                    <a:pt x="1322645" y="0"/>
                  </a:lnTo>
                  <a:lnTo>
                    <a:pt x="1321789" y="0"/>
                  </a:lnTo>
                  <a:lnTo>
                    <a:pt x="1320934" y="0"/>
                  </a:lnTo>
                  <a:lnTo>
                    <a:pt x="1320078" y="0"/>
                  </a:lnTo>
                  <a:lnTo>
                    <a:pt x="1319222" y="0"/>
                  </a:lnTo>
                  <a:lnTo>
                    <a:pt x="1318367" y="0"/>
                  </a:lnTo>
                  <a:lnTo>
                    <a:pt x="1317511" y="0"/>
                  </a:lnTo>
                  <a:lnTo>
                    <a:pt x="1316656" y="0"/>
                  </a:lnTo>
                  <a:lnTo>
                    <a:pt x="1315800" y="0"/>
                  </a:lnTo>
                  <a:lnTo>
                    <a:pt x="1314945" y="0"/>
                  </a:lnTo>
                  <a:lnTo>
                    <a:pt x="1314089" y="0"/>
                  </a:lnTo>
                  <a:lnTo>
                    <a:pt x="1313234" y="0"/>
                  </a:lnTo>
                  <a:lnTo>
                    <a:pt x="1312378" y="0"/>
                  </a:lnTo>
                  <a:lnTo>
                    <a:pt x="1311523" y="0"/>
                  </a:lnTo>
                  <a:lnTo>
                    <a:pt x="1310667" y="0"/>
                  </a:lnTo>
                  <a:lnTo>
                    <a:pt x="1309812" y="0"/>
                  </a:lnTo>
                  <a:lnTo>
                    <a:pt x="1308956" y="0"/>
                  </a:lnTo>
                  <a:lnTo>
                    <a:pt x="1308101" y="0"/>
                  </a:lnTo>
                  <a:lnTo>
                    <a:pt x="1307245" y="0"/>
                  </a:lnTo>
                  <a:lnTo>
                    <a:pt x="1306390" y="0"/>
                  </a:lnTo>
                  <a:lnTo>
                    <a:pt x="1305534" y="0"/>
                  </a:lnTo>
                  <a:lnTo>
                    <a:pt x="1304678" y="0"/>
                  </a:lnTo>
                  <a:lnTo>
                    <a:pt x="1303823" y="0"/>
                  </a:lnTo>
                  <a:lnTo>
                    <a:pt x="1302967" y="0"/>
                  </a:lnTo>
                  <a:lnTo>
                    <a:pt x="1302112" y="0"/>
                  </a:lnTo>
                  <a:lnTo>
                    <a:pt x="1301256" y="0"/>
                  </a:lnTo>
                  <a:lnTo>
                    <a:pt x="1300401" y="0"/>
                  </a:lnTo>
                  <a:lnTo>
                    <a:pt x="1299545" y="0"/>
                  </a:lnTo>
                  <a:lnTo>
                    <a:pt x="1298690" y="0"/>
                  </a:lnTo>
                  <a:lnTo>
                    <a:pt x="1297834" y="0"/>
                  </a:lnTo>
                  <a:lnTo>
                    <a:pt x="1296979" y="0"/>
                  </a:lnTo>
                  <a:lnTo>
                    <a:pt x="1296123" y="0"/>
                  </a:lnTo>
                  <a:lnTo>
                    <a:pt x="1295268" y="0"/>
                  </a:lnTo>
                  <a:lnTo>
                    <a:pt x="1294412" y="0"/>
                  </a:lnTo>
                  <a:lnTo>
                    <a:pt x="1293557" y="0"/>
                  </a:lnTo>
                  <a:lnTo>
                    <a:pt x="1292701" y="0"/>
                  </a:lnTo>
                  <a:lnTo>
                    <a:pt x="1291846" y="0"/>
                  </a:lnTo>
                  <a:lnTo>
                    <a:pt x="1290990" y="0"/>
                  </a:lnTo>
                  <a:lnTo>
                    <a:pt x="1290135" y="0"/>
                  </a:lnTo>
                  <a:lnTo>
                    <a:pt x="1289279" y="0"/>
                  </a:lnTo>
                  <a:lnTo>
                    <a:pt x="1288423" y="0"/>
                  </a:lnTo>
                  <a:lnTo>
                    <a:pt x="1287568" y="0"/>
                  </a:lnTo>
                  <a:lnTo>
                    <a:pt x="1286712" y="0"/>
                  </a:lnTo>
                  <a:lnTo>
                    <a:pt x="1285857" y="0"/>
                  </a:lnTo>
                  <a:lnTo>
                    <a:pt x="1285001" y="0"/>
                  </a:lnTo>
                  <a:lnTo>
                    <a:pt x="1284146" y="0"/>
                  </a:lnTo>
                  <a:lnTo>
                    <a:pt x="1283290" y="0"/>
                  </a:lnTo>
                  <a:lnTo>
                    <a:pt x="1282435" y="0"/>
                  </a:lnTo>
                  <a:lnTo>
                    <a:pt x="1281579" y="0"/>
                  </a:lnTo>
                  <a:lnTo>
                    <a:pt x="1280724" y="0"/>
                  </a:lnTo>
                  <a:lnTo>
                    <a:pt x="1279868" y="0"/>
                  </a:lnTo>
                  <a:lnTo>
                    <a:pt x="1279013" y="0"/>
                  </a:lnTo>
                  <a:lnTo>
                    <a:pt x="1278157" y="0"/>
                  </a:lnTo>
                  <a:lnTo>
                    <a:pt x="1277302" y="0"/>
                  </a:lnTo>
                  <a:lnTo>
                    <a:pt x="1276446" y="0"/>
                  </a:lnTo>
                  <a:lnTo>
                    <a:pt x="1275591" y="0"/>
                  </a:lnTo>
                  <a:lnTo>
                    <a:pt x="1274735" y="0"/>
                  </a:lnTo>
                  <a:lnTo>
                    <a:pt x="1273880" y="0"/>
                  </a:lnTo>
                  <a:lnTo>
                    <a:pt x="1273024" y="0"/>
                  </a:lnTo>
                  <a:lnTo>
                    <a:pt x="1272168" y="0"/>
                  </a:lnTo>
                  <a:lnTo>
                    <a:pt x="1271313" y="0"/>
                  </a:lnTo>
                  <a:lnTo>
                    <a:pt x="1270457" y="0"/>
                  </a:lnTo>
                  <a:lnTo>
                    <a:pt x="1269602" y="0"/>
                  </a:lnTo>
                  <a:lnTo>
                    <a:pt x="1268746" y="0"/>
                  </a:lnTo>
                  <a:lnTo>
                    <a:pt x="1267891" y="0"/>
                  </a:lnTo>
                  <a:lnTo>
                    <a:pt x="1267035" y="0"/>
                  </a:lnTo>
                  <a:lnTo>
                    <a:pt x="1266180" y="0"/>
                  </a:lnTo>
                  <a:lnTo>
                    <a:pt x="1265324" y="0"/>
                  </a:lnTo>
                  <a:lnTo>
                    <a:pt x="1264469" y="0"/>
                  </a:lnTo>
                  <a:lnTo>
                    <a:pt x="1263613" y="0"/>
                  </a:lnTo>
                  <a:lnTo>
                    <a:pt x="1262758" y="0"/>
                  </a:lnTo>
                  <a:lnTo>
                    <a:pt x="1261902" y="0"/>
                  </a:lnTo>
                  <a:lnTo>
                    <a:pt x="1261047" y="0"/>
                  </a:lnTo>
                  <a:lnTo>
                    <a:pt x="1260191" y="0"/>
                  </a:lnTo>
                  <a:lnTo>
                    <a:pt x="1259336" y="0"/>
                  </a:lnTo>
                  <a:lnTo>
                    <a:pt x="1258480" y="0"/>
                  </a:lnTo>
                  <a:lnTo>
                    <a:pt x="1257624" y="0"/>
                  </a:lnTo>
                  <a:lnTo>
                    <a:pt x="1256769" y="0"/>
                  </a:lnTo>
                  <a:lnTo>
                    <a:pt x="1255913" y="0"/>
                  </a:lnTo>
                  <a:lnTo>
                    <a:pt x="1255058" y="0"/>
                  </a:lnTo>
                  <a:lnTo>
                    <a:pt x="1254202" y="0"/>
                  </a:lnTo>
                  <a:lnTo>
                    <a:pt x="1253347" y="0"/>
                  </a:lnTo>
                  <a:lnTo>
                    <a:pt x="1252491" y="0"/>
                  </a:lnTo>
                  <a:lnTo>
                    <a:pt x="1251636" y="0"/>
                  </a:lnTo>
                  <a:lnTo>
                    <a:pt x="1250780" y="0"/>
                  </a:lnTo>
                  <a:lnTo>
                    <a:pt x="1249925" y="0"/>
                  </a:lnTo>
                  <a:lnTo>
                    <a:pt x="1249069" y="0"/>
                  </a:lnTo>
                  <a:lnTo>
                    <a:pt x="1248214" y="0"/>
                  </a:lnTo>
                  <a:lnTo>
                    <a:pt x="1247358" y="0"/>
                  </a:lnTo>
                  <a:lnTo>
                    <a:pt x="1246503" y="0"/>
                  </a:lnTo>
                  <a:lnTo>
                    <a:pt x="1245647" y="0"/>
                  </a:lnTo>
                  <a:lnTo>
                    <a:pt x="1244792" y="0"/>
                  </a:lnTo>
                  <a:lnTo>
                    <a:pt x="1243936" y="0"/>
                  </a:lnTo>
                  <a:lnTo>
                    <a:pt x="1243081" y="0"/>
                  </a:lnTo>
                  <a:lnTo>
                    <a:pt x="1242225" y="0"/>
                  </a:lnTo>
                  <a:lnTo>
                    <a:pt x="1241369" y="0"/>
                  </a:lnTo>
                  <a:lnTo>
                    <a:pt x="1240514" y="0"/>
                  </a:lnTo>
                  <a:lnTo>
                    <a:pt x="1239658" y="0"/>
                  </a:lnTo>
                  <a:lnTo>
                    <a:pt x="1238803" y="0"/>
                  </a:lnTo>
                  <a:lnTo>
                    <a:pt x="1237947" y="0"/>
                  </a:lnTo>
                  <a:lnTo>
                    <a:pt x="1237092" y="0"/>
                  </a:lnTo>
                  <a:lnTo>
                    <a:pt x="1236236" y="0"/>
                  </a:lnTo>
                  <a:lnTo>
                    <a:pt x="1235381" y="0"/>
                  </a:lnTo>
                  <a:lnTo>
                    <a:pt x="1234525" y="0"/>
                  </a:lnTo>
                  <a:lnTo>
                    <a:pt x="1233670" y="0"/>
                  </a:lnTo>
                  <a:lnTo>
                    <a:pt x="1232814" y="0"/>
                  </a:lnTo>
                  <a:lnTo>
                    <a:pt x="1231959" y="0"/>
                  </a:lnTo>
                  <a:lnTo>
                    <a:pt x="1231103" y="0"/>
                  </a:lnTo>
                  <a:lnTo>
                    <a:pt x="1230248" y="0"/>
                  </a:lnTo>
                  <a:lnTo>
                    <a:pt x="1229392" y="0"/>
                  </a:lnTo>
                  <a:lnTo>
                    <a:pt x="1228537" y="0"/>
                  </a:lnTo>
                  <a:lnTo>
                    <a:pt x="1227681" y="0"/>
                  </a:lnTo>
                  <a:lnTo>
                    <a:pt x="1226826" y="0"/>
                  </a:lnTo>
                  <a:lnTo>
                    <a:pt x="1225970" y="0"/>
                  </a:lnTo>
                  <a:lnTo>
                    <a:pt x="1225114" y="0"/>
                  </a:lnTo>
                  <a:lnTo>
                    <a:pt x="1224259" y="0"/>
                  </a:lnTo>
                  <a:lnTo>
                    <a:pt x="1223403" y="0"/>
                  </a:lnTo>
                  <a:lnTo>
                    <a:pt x="1222548" y="0"/>
                  </a:lnTo>
                  <a:lnTo>
                    <a:pt x="1221692" y="0"/>
                  </a:lnTo>
                  <a:lnTo>
                    <a:pt x="1220837" y="0"/>
                  </a:lnTo>
                  <a:lnTo>
                    <a:pt x="1219981" y="0"/>
                  </a:lnTo>
                  <a:lnTo>
                    <a:pt x="1219126" y="0"/>
                  </a:lnTo>
                  <a:lnTo>
                    <a:pt x="1218270" y="0"/>
                  </a:lnTo>
                  <a:lnTo>
                    <a:pt x="1217415" y="0"/>
                  </a:lnTo>
                  <a:lnTo>
                    <a:pt x="1216559" y="0"/>
                  </a:lnTo>
                  <a:lnTo>
                    <a:pt x="1215704" y="0"/>
                  </a:lnTo>
                  <a:lnTo>
                    <a:pt x="1214848" y="0"/>
                  </a:lnTo>
                  <a:lnTo>
                    <a:pt x="1213993" y="0"/>
                  </a:lnTo>
                  <a:lnTo>
                    <a:pt x="1213137" y="0"/>
                  </a:lnTo>
                  <a:lnTo>
                    <a:pt x="1212282" y="0"/>
                  </a:lnTo>
                  <a:lnTo>
                    <a:pt x="1211426" y="0"/>
                  </a:lnTo>
                  <a:lnTo>
                    <a:pt x="1210570" y="0"/>
                  </a:lnTo>
                  <a:lnTo>
                    <a:pt x="1209715" y="0"/>
                  </a:lnTo>
                  <a:lnTo>
                    <a:pt x="1208859" y="0"/>
                  </a:lnTo>
                  <a:lnTo>
                    <a:pt x="1208004" y="0"/>
                  </a:lnTo>
                  <a:lnTo>
                    <a:pt x="1207148" y="0"/>
                  </a:lnTo>
                  <a:lnTo>
                    <a:pt x="1206293" y="0"/>
                  </a:lnTo>
                  <a:lnTo>
                    <a:pt x="1205437" y="0"/>
                  </a:lnTo>
                  <a:lnTo>
                    <a:pt x="1204582" y="0"/>
                  </a:lnTo>
                  <a:lnTo>
                    <a:pt x="1203726" y="0"/>
                  </a:lnTo>
                  <a:lnTo>
                    <a:pt x="1202871" y="0"/>
                  </a:lnTo>
                  <a:lnTo>
                    <a:pt x="1202015" y="0"/>
                  </a:lnTo>
                  <a:lnTo>
                    <a:pt x="1201160" y="0"/>
                  </a:lnTo>
                  <a:lnTo>
                    <a:pt x="1200304" y="0"/>
                  </a:lnTo>
                  <a:lnTo>
                    <a:pt x="1199449" y="0"/>
                  </a:lnTo>
                  <a:lnTo>
                    <a:pt x="1198593" y="0"/>
                  </a:lnTo>
                  <a:lnTo>
                    <a:pt x="1197738" y="0"/>
                  </a:lnTo>
                  <a:lnTo>
                    <a:pt x="1196882" y="0"/>
                  </a:lnTo>
                  <a:lnTo>
                    <a:pt x="1196027" y="0"/>
                  </a:lnTo>
                  <a:lnTo>
                    <a:pt x="1195171" y="0"/>
                  </a:lnTo>
                  <a:lnTo>
                    <a:pt x="1194315" y="0"/>
                  </a:lnTo>
                  <a:lnTo>
                    <a:pt x="1193460" y="0"/>
                  </a:lnTo>
                  <a:lnTo>
                    <a:pt x="1192604" y="0"/>
                  </a:lnTo>
                  <a:lnTo>
                    <a:pt x="1191749" y="0"/>
                  </a:lnTo>
                  <a:lnTo>
                    <a:pt x="1190893" y="0"/>
                  </a:lnTo>
                  <a:lnTo>
                    <a:pt x="1190038" y="0"/>
                  </a:lnTo>
                  <a:lnTo>
                    <a:pt x="1189182" y="0"/>
                  </a:lnTo>
                  <a:lnTo>
                    <a:pt x="1188327" y="0"/>
                  </a:lnTo>
                  <a:lnTo>
                    <a:pt x="1187471" y="0"/>
                  </a:lnTo>
                  <a:lnTo>
                    <a:pt x="1186616" y="0"/>
                  </a:lnTo>
                  <a:lnTo>
                    <a:pt x="1185760" y="0"/>
                  </a:lnTo>
                  <a:lnTo>
                    <a:pt x="1184905" y="0"/>
                  </a:lnTo>
                  <a:lnTo>
                    <a:pt x="1184049" y="0"/>
                  </a:lnTo>
                  <a:lnTo>
                    <a:pt x="1183194" y="0"/>
                  </a:lnTo>
                  <a:lnTo>
                    <a:pt x="1182338" y="0"/>
                  </a:lnTo>
                  <a:lnTo>
                    <a:pt x="1181483" y="0"/>
                  </a:lnTo>
                  <a:lnTo>
                    <a:pt x="1180627" y="0"/>
                  </a:lnTo>
                  <a:lnTo>
                    <a:pt x="1179772" y="0"/>
                  </a:lnTo>
                  <a:lnTo>
                    <a:pt x="1178916" y="0"/>
                  </a:lnTo>
                  <a:lnTo>
                    <a:pt x="1178060" y="0"/>
                  </a:lnTo>
                  <a:lnTo>
                    <a:pt x="1177205" y="0"/>
                  </a:lnTo>
                  <a:lnTo>
                    <a:pt x="1176349" y="0"/>
                  </a:lnTo>
                  <a:lnTo>
                    <a:pt x="1175494" y="0"/>
                  </a:lnTo>
                  <a:lnTo>
                    <a:pt x="1174638" y="0"/>
                  </a:lnTo>
                  <a:lnTo>
                    <a:pt x="1173783" y="0"/>
                  </a:lnTo>
                  <a:lnTo>
                    <a:pt x="1172927" y="0"/>
                  </a:lnTo>
                  <a:lnTo>
                    <a:pt x="1172072" y="0"/>
                  </a:lnTo>
                  <a:lnTo>
                    <a:pt x="1171216" y="0"/>
                  </a:lnTo>
                  <a:lnTo>
                    <a:pt x="1170361" y="0"/>
                  </a:lnTo>
                  <a:lnTo>
                    <a:pt x="1169505" y="0"/>
                  </a:lnTo>
                  <a:lnTo>
                    <a:pt x="1168650" y="0"/>
                  </a:lnTo>
                  <a:lnTo>
                    <a:pt x="1167794" y="0"/>
                  </a:lnTo>
                  <a:lnTo>
                    <a:pt x="1166939" y="0"/>
                  </a:lnTo>
                  <a:lnTo>
                    <a:pt x="1166083" y="0"/>
                  </a:lnTo>
                  <a:lnTo>
                    <a:pt x="1165228" y="0"/>
                  </a:lnTo>
                  <a:lnTo>
                    <a:pt x="1164372" y="0"/>
                  </a:lnTo>
                  <a:lnTo>
                    <a:pt x="1163516" y="0"/>
                  </a:lnTo>
                  <a:lnTo>
                    <a:pt x="1162661" y="0"/>
                  </a:lnTo>
                  <a:lnTo>
                    <a:pt x="1161805" y="0"/>
                  </a:lnTo>
                  <a:lnTo>
                    <a:pt x="1160950" y="0"/>
                  </a:lnTo>
                  <a:lnTo>
                    <a:pt x="1160094" y="0"/>
                  </a:lnTo>
                  <a:lnTo>
                    <a:pt x="1159239" y="0"/>
                  </a:lnTo>
                  <a:lnTo>
                    <a:pt x="1158383" y="0"/>
                  </a:lnTo>
                  <a:lnTo>
                    <a:pt x="1157528" y="0"/>
                  </a:lnTo>
                  <a:lnTo>
                    <a:pt x="1156672" y="0"/>
                  </a:lnTo>
                  <a:lnTo>
                    <a:pt x="1155817" y="0"/>
                  </a:lnTo>
                  <a:lnTo>
                    <a:pt x="1154961" y="0"/>
                  </a:lnTo>
                  <a:lnTo>
                    <a:pt x="1154106" y="0"/>
                  </a:lnTo>
                  <a:lnTo>
                    <a:pt x="1153250" y="0"/>
                  </a:lnTo>
                  <a:lnTo>
                    <a:pt x="1152395" y="0"/>
                  </a:lnTo>
                  <a:lnTo>
                    <a:pt x="1151539" y="0"/>
                  </a:lnTo>
                  <a:lnTo>
                    <a:pt x="1150684" y="0"/>
                  </a:lnTo>
                  <a:lnTo>
                    <a:pt x="1149828" y="0"/>
                  </a:lnTo>
                  <a:lnTo>
                    <a:pt x="1148973" y="0"/>
                  </a:lnTo>
                  <a:lnTo>
                    <a:pt x="1148117" y="0"/>
                  </a:lnTo>
                  <a:lnTo>
                    <a:pt x="1147261" y="0"/>
                  </a:lnTo>
                  <a:lnTo>
                    <a:pt x="1146406" y="0"/>
                  </a:lnTo>
                  <a:lnTo>
                    <a:pt x="1145550" y="0"/>
                  </a:lnTo>
                  <a:lnTo>
                    <a:pt x="1144695" y="0"/>
                  </a:lnTo>
                  <a:lnTo>
                    <a:pt x="1143839" y="0"/>
                  </a:lnTo>
                  <a:lnTo>
                    <a:pt x="1142984" y="0"/>
                  </a:lnTo>
                  <a:lnTo>
                    <a:pt x="1142128" y="0"/>
                  </a:lnTo>
                  <a:lnTo>
                    <a:pt x="1141273" y="0"/>
                  </a:lnTo>
                  <a:lnTo>
                    <a:pt x="1140417" y="0"/>
                  </a:lnTo>
                  <a:lnTo>
                    <a:pt x="1139562" y="0"/>
                  </a:lnTo>
                  <a:lnTo>
                    <a:pt x="1138706" y="0"/>
                  </a:lnTo>
                  <a:lnTo>
                    <a:pt x="1137851" y="0"/>
                  </a:lnTo>
                  <a:lnTo>
                    <a:pt x="1136995" y="0"/>
                  </a:lnTo>
                  <a:lnTo>
                    <a:pt x="1136140" y="0"/>
                  </a:lnTo>
                  <a:lnTo>
                    <a:pt x="1135284" y="0"/>
                  </a:lnTo>
                  <a:lnTo>
                    <a:pt x="1134429" y="0"/>
                  </a:lnTo>
                  <a:lnTo>
                    <a:pt x="1133573" y="0"/>
                  </a:lnTo>
                  <a:lnTo>
                    <a:pt x="1132718" y="0"/>
                  </a:lnTo>
                  <a:lnTo>
                    <a:pt x="1131862" y="0"/>
                  </a:lnTo>
                  <a:lnTo>
                    <a:pt x="1131006" y="0"/>
                  </a:lnTo>
                  <a:lnTo>
                    <a:pt x="1130151" y="0"/>
                  </a:lnTo>
                  <a:lnTo>
                    <a:pt x="1129295" y="0"/>
                  </a:lnTo>
                  <a:lnTo>
                    <a:pt x="1128440" y="0"/>
                  </a:lnTo>
                  <a:lnTo>
                    <a:pt x="1127584" y="0"/>
                  </a:lnTo>
                  <a:lnTo>
                    <a:pt x="1126729" y="0"/>
                  </a:lnTo>
                  <a:lnTo>
                    <a:pt x="1125873" y="0"/>
                  </a:lnTo>
                  <a:lnTo>
                    <a:pt x="1125018" y="0"/>
                  </a:lnTo>
                  <a:lnTo>
                    <a:pt x="1124162" y="0"/>
                  </a:lnTo>
                  <a:lnTo>
                    <a:pt x="1123307" y="0"/>
                  </a:lnTo>
                  <a:lnTo>
                    <a:pt x="1122451" y="0"/>
                  </a:lnTo>
                  <a:lnTo>
                    <a:pt x="1121596" y="0"/>
                  </a:lnTo>
                  <a:lnTo>
                    <a:pt x="1120740" y="0"/>
                  </a:lnTo>
                  <a:lnTo>
                    <a:pt x="1119885" y="0"/>
                  </a:lnTo>
                  <a:lnTo>
                    <a:pt x="1119029" y="0"/>
                  </a:lnTo>
                  <a:lnTo>
                    <a:pt x="1118174" y="0"/>
                  </a:lnTo>
                  <a:lnTo>
                    <a:pt x="1117318" y="0"/>
                  </a:lnTo>
                  <a:lnTo>
                    <a:pt x="1116462" y="0"/>
                  </a:lnTo>
                  <a:lnTo>
                    <a:pt x="1115607" y="0"/>
                  </a:lnTo>
                  <a:lnTo>
                    <a:pt x="1114751" y="0"/>
                  </a:lnTo>
                  <a:lnTo>
                    <a:pt x="1113896" y="0"/>
                  </a:lnTo>
                  <a:lnTo>
                    <a:pt x="1113040" y="0"/>
                  </a:lnTo>
                  <a:lnTo>
                    <a:pt x="1112185" y="0"/>
                  </a:lnTo>
                  <a:lnTo>
                    <a:pt x="1111329" y="0"/>
                  </a:lnTo>
                  <a:lnTo>
                    <a:pt x="1110474" y="0"/>
                  </a:lnTo>
                  <a:lnTo>
                    <a:pt x="1109618" y="0"/>
                  </a:lnTo>
                  <a:lnTo>
                    <a:pt x="1108763" y="0"/>
                  </a:lnTo>
                  <a:lnTo>
                    <a:pt x="1107907" y="0"/>
                  </a:lnTo>
                  <a:lnTo>
                    <a:pt x="1107052" y="0"/>
                  </a:lnTo>
                  <a:lnTo>
                    <a:pt x="1106196" y="0"/>
                  </a:lnTo>
                  <a:lnTo>
                    <a:pt x="1105341" y="0"/>
                  </a:lnTo>
                  <a:lnTo>
                    <a:pt x="1104485" y="0"/>
                  </a:lnTo>
                  <a:lnTo>
                    <a:pt x="1103630" y="0"/>
                  </a:lnTo>
                  <a:lnTo>
                    <a:pt x="1102774" y="0"/>
                  </a:lnTo>
                  <a:lnTo>
                    <a:pt x="1101919" y="0"/>
                  </a:lnTo>
                  <a:lnTo>
                    <a:pt x="1101063" y="0"/>
                  </a:lnTo>
                  <a:lnTo>
                    <a:pt x="1100207" y="0"/>
                  </a:lnTo>
                  <a:lnTo>
                    <a:pt x="1099352" y="0"/>
                  </a:lnTo>
                  <a:lnTo>
                    <a:pt x="1098496" y="0"/>
                  </a:lnTo>
                  <a:lnTo>
                    <a:pt x="1097641" y="0"/>
                  </a:lnTo>
                  <a:lnTo>
                    <a:pt x="1096785" y="0"/>
                  </a:lnTo>
                  <a:lnTo>
                    <a:pt x="1095930" y="0"/>
                  </a:lnTo>
                  <a:lnTo>
                    <a:pt x="1095074" y="0"/>
                  </a:lnTo>
                  <a:lnTo>
                    <a:pt x="1094219" y="0"/>
                  </a:lnTo>
                  <a:lnTo>
                    <a:pt x="1093363" y="0"/>
                  </a:lnTo>
                  <a:lnTo>
                    <a:pt x="1092508" y="0"/>
                  </a:lnTo>
                  <a:lnTo>
                    <a:pt x="1091652" y="0"/>
                  </a:lnTo>
                  <a:lnTo>
                    <a:pt x="1090797" y="0"/>
                  </a:lnTo>
                  <a:lnTo>
                    <a:pt x="1089941" y="0"/>
                  </a:lnTo>
                  <a:lnTo>
                    <a:pt x="1089086" y="0"/>
                  </a:lnTo>
                  <a:lnTo>
                    <a:pt x="1088230" y="0"/>
                  </a:lnTo>
                  <a:lnTo>
                    <a:pt x="1087375" y="0"/>
                  </a:lnTo>
                  <a:lnTo>
                    <a:pt x="1086519" y="0"/>
                  </a:lnTo>
                  <a:lnTo>
                    <a:pt x="1085664" y="0"/>
                  </a:lnTo>
                  <a:lnTo>
                    <a:pt x="1084808" y="0"/>
                  </a:lnTo>
                  <a:lnTo>
                    <a:pt x="1083952" y="0"/>
                  </a:lnTo>
                  <a:lnTo>
                    <a:pt x="1083097" y="0"/>
                  </a:lnTo>
                  <a:lnTo>
                    <a:pt x="1082241" y="0"/>
                  </a:lnTo>
                  <a:lnTo>
                    <a:pt x="1081386" y="0"/>
                  </a:lnTo>
                  <a:lnTo>
                    <a:pt x="1080530" y="0"/>
                  </a:lnTo>
                  <a:lnTo>
                    <a:pt x="1079675" y="0"/>
                  </a:lnTo>
                  <a:lnTo>
                    <a:pt x="1078819" y="0"/>
                  </a:lnTo>
                  <a:lnTo>
                    <a:pt x="1077964" y="0"/>
                  </a:lnTo>
                  <a:lnTo>
                    <a:pt x="1077108" y="0"/>
                  </a:lnTo>
                  <a:lnTo>
                    <a:pt x="1076253" y="0"/>
                  </a:lnTo>
                  <a:lnTo>
                    <a:pt x="1075397" y="0"/>
                  </a:lnTo>
                  <a:lnTo>
                    <a:pt x="1074542" y="0"/>
                  </a:lnTo>
                  <a:lnTo>
                    <a:pt x="1073686" y="0"/>
                  </a:lnTo>
                  <a:lnTo>
                    <a:pt x="1072831" y="0"/>
                  </a:lnTo>
                  <a:lnTo>
                    <a:pt x="1071975" y="0"/>
                  </a:lnTo>
                  <a:lnTo>
                    <a:pt x="1071120" y="0"/>
                  </a:lnTo>
                  <a:lnTo>
                    <a:pt x="1070264" y="0"/>
                  </a:lnTo>
                  <a:lnTo>
                    <a:pt x="1069409" y="0"/>
                  </a:lnTo>
                  <a:lnTo>
                    <a:pt x="1068553" y="0"/>
                  </a:lnTo>
                  <a:lnTo>
                    <a:pt x="1067697" y="0"/>
                  </a:lnTo>
                  <a:lnTo>
                    <a:pt x="1066842" y="0"/>
                  </a:lnTo>
                  <a:lnTo>
                    <a:pt x="1065986" y="0"/>
                  </a:lnTo>
                  <a:lnTo>
                    <a:pt x="1065131" y="0"/>
                  </a:lnTo>
                  <a:lnTo>
                    <a:pt x="1064275" y="0"/>
                  </a:lnTo>
                  <a:lnTo>
                    <a:pt x="1063420" y="0"/>
                  </a:lnTo>
                  <a:lnTo>
                    <a:pt x="1062564" y="0"/>
                  </a:lnTo>
                  <a:lnTo>
                    <a:pt x="1061709" y="0"/>
                  </a:lnTo>
                  <a:lnTo>
                    <a:pt x="1060853" y="0"/>
                  </a:lnTo>
                  <a:lnTo>
                    <a:pt x="1059998" y="0"/>
                  </a:lnTo>
                  <a:lnTo>
                    <a:pt x="1059142" y="0"/>
                  </a:lnTo>
                  <a:lnTo>
                    <a:pt x="1058287" y="0"/>
                  </a:lnTo>
                  <a:lnTo>
                    <a:pt x="1057431" y="0"/>
                  </a:lnTo>
                  <a:lnTo>
                    <a:pt x="1056576" y="0"/>
                  </a:lnTo>
                  <a:lnTo>
                    <a:pt x="1055720" y="0"/>
                  </a:lnTo>
                  <a:lnTo>
                    <a:pt x="1054865" y="0"/>
                  </a:lnTo>
                  <a:lnTo>
                    <a:pt x="1054009" y="0"/>
                  </a:lnTo>
                  <a:lnTo>
                    <a:pt x="1053153" y="0"/>
                  </a:lnTo>
                  <a:lnTo>
                    <a:pt x="1052298" y="0"/>
                  </a:lnTo>
                  <a:lnTo>
                    <a:pt x="1051442" y="0"/>
                  </a:lnTo>
                  <a:lnTo>
                    <a:pt x="1050587" y="0"/>
                  </a:lnTo>
                  <a:lnTo>
                    <a:pt x="1049731" y="0"/>
                  </a:lnTo>
                  <a:lnTo>
                    <a:pt x="1048876" y="0"/>
                  </a:lnTo>
                  <a:lnTo>
                    <a:pt x="1048020" y="0"/>
                  </a:lnTo>
                  <a:lnTo>
                    <a:pt x="1047165" y="0"/>
                  </a:lnTo>
                  <a:lnTo>
                    <a:pt x="1046309" y="0"/>
                  </a:lnTo>
                  <a:lnTo>
                    <a:pt x="1045454" y="0"/>
                  </a:lnTo>
                  <a:lnTo>
                    <a:pt x="1044598" y="0"/>
                  </a:lnTo>
                  <a:lnTo>
                    <a:pt x="1043743" y="0"/>
                  </a:lnTo>
                  <a:lnTo>
                    <a:pt x="1042887" y="0"/>
                  </a:lnTo>
                  <a:lnTo>
                    <a:pt x="1042032" y="0"/>
                  </a:lnTo>
                  <a:lnTo>
                    <a:pt x="1041176" y="0"/>
                  </a:lnTo>
                  <a:lnTo>
                    <a:pt x="1040321" y="0"/>
                  </a:lnTo>
                  <a:lnTo>
                    <a:pt x="1039465" y="0"/>
                  </a:lnTo>
                  <a:lnTo>
                    <a:pt x="1038610" y="0"/>
                  </a:lnTo>
                  <a:lnTo>
                    <a:pt x="1037754" y="0"/>
                  </a:lnTo>
                  <a:lnTo>
                    <a:pt x="1036898" y="0"/>
                  </a:lnTo>
                  <a:lnTo>
                    <a:pt x="1036043" y="0"/>
                  </a:lnTo>
                  <a:lnTo>
                    <a:pt x="1035187" y="0"/>
                  </a:lnTo>
                  <a:lnTo>
                    <a:pt x="1034332" y="0"/>
                  </a:lnTo>
                  <a:lnTo>
                    <a:pt x="1033476" y="0"/>
                  </a:lnTo>
                  <a:lnTo>
                    <a:pt x="1032621" y="0"/>
                  </a:lnTo>
                  <a:lnTo>
                    <a:pt x="1031765" y="0"/>
                  </a:lnTo>
                  <a:lnTo>
                    <a:pt x="1030910" y="0"/>
                  </a:lnTo>
                  <a:lnTo>
                    <a:pt x="1030054" y="0"/>
                  </a:lnTo>
                  <a:lnTo>
                    <a:pt x="1029199" y="0"/>
                  </a:lnTo>
                  <a:lnTo>
                    <a:pt x="1028343" y="0"/>
                  </a:lnTo>
                  <a:lnTo>
                    <a:pt x="1027488" y="0"/>
                  </a:lnTo>
                  <a:lnTo>
                    <a:pt x="1026632" y="0"/>
                  </a:lnTo>
                  <a:lnTo>
                    <a:pt x="1025777" y="0"/>
                  </a:lnTo>
                  <a:lnTo>
                    <a:pt x="1024921" y="0"/>
                  </a:lnTo>
                  <a:lnTo>
                    <a:pt x="1024066" y="0"/>
                  </a:lnTo>
                  <a:lnTo>
                    <a:pt x="1023210" y="0"/>
                  </a:lnTo>
                  <a:lnTo>
                    <a:pt x="1022355" y="0"/>
                  </a:lnTo>
                  <a:lnTo>
                    <a:pt x="1021499" y="0"/>
                  </a:lnTo>
                  <a:lnTo>
                    <a:pt x="1020643" y="0"/>
                  </a:lnTo>
                  <a:lnTo>
                    <a:pt x="1019788" y="0"/>
                  </a:lnTo>
                  <a:lnTo>
                    <a:pt x="1018932" y="0"/>
                  </a:lnTo>
                  <a:lnTo>
                    <a:pt x="1018077" y="0"/>
                  </a:lnTo>
                  <a:lnTo>
                    <a:pt x="1017221" y="0"/>
                  </a:lnTo>
                  <a:lnTo>
                    <a:pt x="1016366" y="0"/>
                  </a:lnTo>
                  <a:lnTo>
                    <a:pt x="1015510" y="0"/>
                  </a:lnTo>
                  <a:lnTo>
                    <a:pt x="1014655" y="0"/>
                  </a:lnTo>
                  <a:lnTo>
                    <a:pt x="1013799" y="0"/>
                  </a:lnTo>
                  <a:lnTo>
                    <a:pt x="1012944" y="0"/>
                  </a:lnTo>
                  <a:lnTo>
                    <a:pt x="1012088" y="0"/>
                  </a:lnTo>
                  <a:lnTo>
                    <a:pt x="1011233" y="0"/>
                  </a:lnTo>
                  <a:lnTo>
                    <a:pt x="1010377" y="0"/>
                  </a:lnTo>
                  <a:lnTo>
                    <a:pt x="1009522" y="0"/>
                  </a:lnTo>
                  <a:lnTo>
                    <a:pt x="1008666" y="0"/>
                  </a:lnTo>
                  <a:lnTo>
                    <a:pt x="1007811" y="0"/>
                  </a:lnTo>
                  <a:lnTo>
                    <a:pt x="1006955" y="0"/>
                  </a:lnTo>
                  <a:lnTo>
                    <a:pt x="1006099" y="0"/>
                  </a:lnTo>
                  <a:lnTo>
                    <a:pt x="1005244" y="0"/>
                  </a:lnTo>
                  <a:lnTo>
                    <a:pt x="1004388" y="0"/>
                  </a:lnTo>
                  <a:lnTo>
                    <a:pt x="1003533" y="0"/>
                  </a:lnTo>
                  <a:lnTo>
                    <a:pt x="1002677" y="0"/>
                  </a:lnTo>
                  <a:lnTo>
                    <a:pt x="1001822" y="0"/>
                  </a:lnTo>
                  <a:lnTo>
                    <a:pt x="1000966" y="0"/>
                  </a:lnTo>
                  <a:lnTo>
                    <a:pt x="1000111" y="0"/>
                  </a:lnTo>
                  <a:lnTo>
                    <a:pt x="999255" y="0"/>
                  </a:lnTo>
                  <a:lnTo>
                    <a:pt x="998400" y="0"/>
                  </a:lnTo>
                  <a:lnTo>
                    <a:pt x="997544" y="0"/>
                  </a:lnTo>
                  <a:lnTo>
                    <a:pt x="996689" y="0"/>
                  </a:lnTo>
                  <a:lnTo>
                    <a:pt x="995833" y="0"/>
                  </a:lnTo>
                  <a:lnTo>
                    <a:pt x="994978" y="0"/>
                  </a:lnTo>
                  <a:lnTo>
                    <a:pt x="994122" y="0"/>
                  </a:lnTo>
                  <a:lnTo>
                    <a:pt x="993267" y="0"/>
                  </a:lnTo>
                  <a:lnTo>
                    <a:pt x="992411" y="0"/>
                  </a:lnTo>
                  <a:lnTo>
                    <a:pt x="991556" y="0"/>
                  </a:lnTo>
                  <a:lnTo>
                    <a:pt x="990700" y="0"/>
                  </a:lnTo>
                  <a:lnTo>
                    <a:pt x="989844" y="0"/>
                  </a:lnTo>
                  <a:lnTo>
                    <a:pt x="988989" y="0"/>
                  </a:lnTo>
                  <a:lnTo>
                    <a:pt x="988133" y="0"/>
                  </a:lnTo>
                  <a:lnTo>
                    <a:pt x="987278" y="0"/>
                  </a:lnTo>
                  <a:lnTo>
                    <a:pt x="986422" y="0"/>
                  </a:lnTo>
                  <a:lnTo>
                    <a:pt x="985567" y="0"/>
                  </a:lnTo>
                  <a:lnTo>
                    <a:pt x="984711" y="0"/>
                  </a:lnTo>
                  <a:lnTo>
                    <a:pt x="983856" y="0"/>
                  </a:lnTo>
                  <a:lnTo>
                    <a:pt x="983000" y="0"/>
                  </a:lnTo>
                  <a:lnTo>
                    <a:pt x="982145" y="0"/>
                  </a:lnTo>
                  <a:lnTo>
                    <a:pt x="981289" y="0"/>
                  </a:lnTo>
                  <a:lnTo>
                    <a:pt x="980434" y="0"/>
                  </a:lnTo>
                  <a:lnTo>
                    <a:pt x="979578" y="0"/>
                  </a:lnTo>
                  <a:lnTo>
                    <a:pt x="978723" y="0"/>
                  </a:lnTo>
                  <a:lnTo>
                    <a:pt x="977867" y="0"/>
                  </a:lnTo>
                  <a:lnTo>
                    <a:pt x="977012" y="0"/>
                  </a:lnTo>
                  <a:lnTo>
                    <a:pt x="976156" y="0"/>
                  </a:lnTo>
                  <a:lnTo>
                    <a:pt x="975301" y="0"/>
                  </a:lnTo>
                  <a:lnTo>
                    <a:pt x="974445" y="0"/>
                  </a:lnTo>
                  <a:lnTo>
                    <a:pt x="973589" y="0"/>
                  </a:lnTo>
                  <a:lnTo>
                    <a:pt x="972734" y="0"/>
                  </a:lnTo>
                  <a:lnTo>
                    <a:pt x="971878" y="0"/>
                  </a:lnTo>
                  <a:lnTo>
                    <a:pt x="971023" y="0"/>
                  </a:lnTo>
                  <a:lnTo>
                    <a:pt x="970167" y="0"/>
                  </a:lnTo>
                  <a:lnTo>
                    <a:pt x="969312" y="0"/>
                  </a:lnTo>
                  <a:lnTo>
                    <a:pt x="968456" y="0"/>
                  </a:lnTo>
                  <a:lnTo>
                    <a:pt x="967601" y="0"/>
                  </a:lnTo>
                  <a:lnTo>
                    <a:pt x="966745" y="0"/>
                  </a:lnTo>
                  <a:lnTo>
                    <a:pt x="965890" y="0"/>
                  </a:lnTo>
                  <a:lnTo>
                    <a:pt x="965034" y="0"/>
                  </a:lnTo>
                  <a:lnTo>
                    <a:pt x="964179" y="0"/>
                  </a:lnTo>
                  <a:lnTo>
                    <a:pt x="963323" y="0"/>
                  </a:lnTo>
                  <a:lnTo>
                    <a:pt x="962468" y="0"/>
                  </a:lnTo>
                  <a:lnTo>
                    <a:pt x="961612" y="0"/>
                  </a:lnTo>
                  <a:lnTo>
                    <a:pt x="960757" y="0"/>
                  </a:lnTo>
                  <a:lnTo>
                    <a:pt x="959901" y="0"/>
                  </a:lnTo>
                  <a:lnTo>
                    <a:pt x="959045" y="0"/>
                  </a:lnTo>
                  <a:lnTo>
                    <a:pt x="958190" y="0"/>
                  </a:lnTo>
                  <a:lnTo>
                    <a:pt x="957334" y="0"/>
                  </a:lnTo>
                  <a:lnTo>
                    <a:pt x="956479" y="0"/>
                  </a:lnTo>
                  <a:lnTo>
                    <a:pt x="955623" y="0"/>
                  </a:lnTo>
                  <a:lnTo>
                    <a:pt x="954768" y="0"/>
                  </a:lnTo>
                  <a:lnTo>
                    <a:pt x="953912" y="0"/>
                  </a:lnTo>
                  <a:lnTo>
                    <a:pt x="953057" y="0"/>
                  </a:lnTo>
                  <a:lnTo>
                    <a:pt x="952201" y="0"/>
                  </a:lnTo>
                  <a:lnTo>
                    <a:pt x="951346" y="0"/>
                  </a:lnTo>
                  <a:lnTo>
                    <a:pt x="950490" y="0"/>
                  </a:lnTo>
                  <a:lnTo>
                    <a:pt x="949635" y="0"/>
                  </a:lnTo>
                  <a:lnTo>
                    <a:pt x="948779" y="0"/>
                  </a:lnTo>
                  <a:lnTo>
                    <a:pt x="947924" y="0"/>
                  </a:lnTo>
                  <a:lnTo>
                    <a:pt x="947068" y="0"/>
                  </a:lnTo>
                  <a:lnTo>
                    <a:pt x="946213" y="0"/>
                  </a:lnTo>
                  <a:lnTo>
                    <a:pt x="945357" y="0"/>
                  </a:lnTo>
                  <a:lnTo>
                    <a:pt x="944502" y="0"/>
                  </a:lnTo>
                  <a:lnTo>
                    <a:pt x="943646" y="0"/>
                  </a:lnTo>
                  <a:lnTo>
                    <a:pt x="942790" y="0"/>
                  </a:lnTo>
                  <a:lnTo>
                    <a:pt x="941935" y="0"/>
                  </a:lnTo>
                  <a:lnTo>
                    <a:pt x="941079" y="0"/>
                  </a:lnTo>
                  <a:lnTo>
                    <a:pt x="940224" y="0"/>
                  </a:lnTo>
                  <a:lnTo>
                    <a:pt x="939368" y="0"/>
                  </a:lnTo>
                  <a:lnTo>
                    <a:pt x="938513" y="0"/>
                  </a:lnTo>
                  <a:lnTo>
                    <a:pt x="937657" y="0"/>
                  </a:lnTo>
                  <a:lnTo>
                    <a:pt x="936802" y="0"/>
                  </a:lnTo>
                  <a:lnTo>
                    <a:pt x="935946" y="0"/>
                  </a:lnTo>
                  <a:lnTo>
                    <a:pt x="935091" y="0"/>
                  </a:lnTo>
                  <a:lnTo>
                    <a:pt x="934235" y="0"/>
                  </a:lnTo>
                  <a:lnTo>
                    <a:pt x="933380" y="0"/>
                  </a:lnTo>
                  <a:lnTo>
                    <a:pt x="932524" y="0"/>
                  </a:lnTo>
                  <a:lnTo>
                    <a:pt x="931669" y="0"/>
                  </a:lnTo>
                  <a:lnTo>
                    <a:pt x="930813" y="0"/>
                  </a:lnTo>
                  <a:lnTo>
                    <a:pt x="929958" y="0"/>
                  </a:lnTo>
                  <a:lnTo>
                    <a:pt x="929102" y="0"/>
                  </a:lnTo>
                  <a:lnTo>
                    <a:pt x="928247" y="0"/>
                  </a:lnTo>
                  <a:lnTo>
                    <a:pt x="927391" y="0"/>
                  </a:lnTo>
                  <a:lnTo>
                    <a:pt x="926535" y="0"/>
                  </a:lnTo>
                  <a:lnTo>
                    <a:pt x="925680" y="0"/>
                  </a:lnTo>
                  <a:lnTo>
                    <a:pt x="924824" y="0"/>
                  </a:lnTo>
                  <a:lnTo>
                    <a:pt x="923969" y="0"/>
                  </a:lnTo>
                  <a:lnTo>
                    <a:pt x="923113" y="0"/>
                  </a:lnTo>
                  <a:lnTo>
                    <a:pt x="922258" y="0"/>
                  </a:lnTo>
                  <a:lnTo>
                    <a:pt x="921402" y="0"/>
                  </a:lnTo>
                  <a:lnTo>
                    <a:pt x="920547" y="0"/>
                  </a:lnTo>
                  <a:lnTo>
                    <a:pt x="919691" y="0"/>
                  </a:lnTo>
                  <a:lnTo>
                    <a:pt x="918836" y="0"/>
                  </a:lnTo>
                  <a:lnTo>
                    <a:pt x="917980" y="0"/>
                  </a:lnTo>
                  <a:lnTo>
                    <a:pt x="917125" y="0"/>
                  </a:lnTo>
                  <a:lnTo>
                    <a:pt x="916269" y="0"/>
                  </a:lnTo>
                  <a:lnTo>
                    <a:pt x="915414" y="0"/>
                  </a:lnTo>
                  <a:lnTo>
                    <a:pt x="914558" y="0"/>
                  </a:lnTo>
                  <a:lnTo>
                    <a:pt x="913703" y="0"/>
                  </a:lnTo>
                  <a:lnTo>
                    <a:pt x="912847" y="0"/>
                  </a:lnTo>
                  <a:lnTo>
                    <a:pt x="911991" y="0"/>
                  </a:lnTo>
                  <a:lnTo>
                    <a:pt x="911136" y="0"/>
                  </a:lnTo>
                  <a:lnTo>
                    <a:pt x="910280" y="0"/>
                  </a:lnTo>
                  <a:lnTo>
                    <a:pt x="909425" y="0"/>
                  </a:lnTo>
                  <a:lnTo>
                    <a:pt x="908569" y="0"/>
                  </a:lnTo>
                  <a:lnTo>
                    <a:pt x="907714" y="0"/>
                  </a:lnTo>
                  <a:lnTo>
                    <a:pt x="906858" y="0"/>
                  </a:lnTo>
                  <a:lnTo>
                    <a:pt x="906003" y="0"/>
                  </a:lnTo>
                  <a:lnTo>
                    <a:pt x="905147" y="0"/>
                  </a:lnTo>
                  <a:lnTo>
                    <a:pt x="904292" y="0"/>
                  </a:lnTo>
                  <a:lnTo>
                    <a:pt x="903436" y="0"/>
                  </a:lnTo>
                  <a:lnTo>
                    <a:pt x="902581" y="0"/>
                  </a:lnTo>
                  <a:lnTo>
                    <a:pt x="901725" y="0"/>
                  </a:lnTo>
                  <a:lnTo>
                    <a:pt x="900870" y="0"/>
                  </a:lnTo>
                  <a:lnTo>
                    <a:pt x="900014" y="0"/>
                  </a:lnTo>
                  <a:lnTo>
                    <a:pt x="899159" y="0"/>
                  </a:lnTo>
                  <a:lnTo>
                    <a:pt x="898303" y="0"/>
                  </a:lnTo>
                  <a:lnTo>
                    <a:pt x="897448" y="0"/>
                  </a:lnTo>
                  <a:lnTo>
                    <a:pt x="896592" y="0"/>
                  </a:lnTo>
                  <a:lnTo>
                    <a:pt x="895736" y="0"/>
                  </a:lnTo>
                  <a:lnTo>
                    <a:pt x="894881" y="0"/>
                  </a:lnTo>
                  <a:lnTo>
                    <a:pt x="894025" y="0"/>
                  </a:lnTo>
                  <a:lnTo>
                    <a:pt x="893170" y="0"/>
                  </a:lnTo>
                  <a:lnTo>
                    <a:pt x="892314" y="0"/>
                  </a:lnTo>
                  <a:lnTo>
                    <a:pt x="891459" y="0"/>
                  </a:lnTo>
                  <a:lnTo>
                    <a:pt x="890603" y="0"/>
                  </a:lnTo>
                  <a:lnTo>
                    <a:pt x="889748" y="0"/>
                  </a:lnTo>
                  <a:lnTo>
                    <a:pt x="888892" y="0"/>
                  </a:lnTo>
                  <a:lnTo>
                    <a:pt x="888037" y="0"/>
                  </a:lnTo>
                  <a:lnTo>
                    <a:pt x="887181" y="0"/>
                  </a:lnTo>
                  <a:lnTo>
                    <a:pt x="886326" y="0"/>
                  </a:lnTo>
                  <a:lnTo>
                    <a:pt x="885470" y="0"/>
                  </a:lnTo>
                  <a:lnTo>
                    <a:pt x="884615" y="0"/>
                  </a:lnTo>
                  <a:lnTo>
                    <a:pt x="883759" y="0"/>
                  </a:lnTo>
                  <a:lnTo>
                    <a:pt x="882904" y="0"/>
                  </a:lnTo>
                  <a:lnTo>
                    <a:pt x="882048" y="0"/>
                  </a:lnTo>
                  <a:lnTo>
                    <a:pt x="881193" y="0"/>
                  </a:lnTo>
                  <a:lnTo>
                    <a:pt x="880337" y="0"/>
                  </a:lnTo>
                  <a:lnTo>
                    <a:pt x="879481" y="0"/>
                  </a:lnTo>
                  <a:lnTo>
                    <a:pt x="878626" y="0"/>
                  </a:lnTo>
                  <a:lnTo>
                    <a:pt x="877770" y="0"/>
                  </a:lnTo>
                  <a:lnTo>
                    <a:pt x="876915" y="0"/>
                  </a:lnTo>
                  <a:lnTo>
                    <a:pt x="876059" y="0"/>
                  </a:lnTo>
                  <a:lnTo>
                    <a:pt x="875204" y="0"/>
                  </a:lnTo>
                  <a:lnTo>
                    <a:pt x="874348" y="0"/>
                  </a:lnTo>
                  <a:lnTo>
                    <a:pt x="873493" y="0"/>
                  </a:lnTo>
                  <a:lnTo>
                    <a:pt x="872637" y="0"/>
                  </a:lnTo>
                  <a:lnTo>
                    <a:pt x="871782" y="0"/>
                  </a:lnTo>
                  <a:lnTo>
                    <a:pt x="870926" y="0"/>
                  </a:lnTo>
                  <a:lnTo>
                    <a:pt x="870071" y="0"/>
                  </a:lnTo>
                  <a:lnTo>
                    <a:pt x="869215" y="0"/>
                  </a:lnTo>
                  <a:lnTo>
                    <a:pt x="868360" y="0"/>
                  </a:lnTo>
                  <a:lnTo>
                    <a:pt x="867504" y="0"/>
                  </a:lnTo>
                  <a:lnTo>
                    <a:pt x="866649" y="0"/>
                  </a:lnTo>
                  <a:lnTo>
                    <a:pt x="865793" y="0"/>
                  </a:lnTo>
                  <a:lnTo>
                    <a:pt x="864938" y="0"/>
                  </a:lnTo>
                  <a:lnTo>
                    <a:pt x="864082" y="0"/>
                  </a:lnTo>
                  <a:lnTo>
                    <a:pt x="863226" y="0"/>
                  </a:lnTo>
                  <a:lnTo>
                    <a:pt x="862371" y="0"/>
                  </a:lnTo>
                  <a:lnTo>
                    <a:pt x="861515" y="0"/>
                  </a:lnTo>
                  <a:lnTo>
                    <a:pt x="860660" y="0"/>
                  </a:lnTo>
                  <a:lnTo>
                    <a:pt x="859804" y="0"/>
                  </a:lnTo>
                  <a:lnTo>
                    <a:pt x="858949" y="0"/>
                  </a:lnTo>
                  <a:lnTo>
                    <a:pt x="858093" y="0"/>
                  </a:lnTo>
                  <a:lnTo>
                    <a:pt x="857238" y="0"/>
                  </a:lnTo>
                  <a:lnTo>
                    <a:pt x="856382" y="0"/>
                  </a:lnTo>
                  <a:lnTo>
                    <a:pt x="855527" y="0"/>
                  </a:lnTo>
                  <a:lnTo>
                    <a:pt x="854671" y="0"/>
                  </a:lnTo>
                  <a:lnTo>
                    <a:pt x="853816" y="0"/>
                  </a:lnTo>
                  <a:lnTo>
                    <a:pt x="852960" y="0"/>
                  </a:lnTo>
                  <a:lnTo>
                    <a:pt x="852105" y="0"/>
                  </a:lnTo>
                  <a:lnTo>
                    <a:pt x="851249" y="0"/>
                  </a:lnTo>
                  <a:lnTo>
                    <a:pt x="850394" y="0"/>
                  </a:lnTo>
                  <a:lnTo>
                    <a:pt x="849538" y="0"/>
                  </a:lnTo>
                  <a:lnTo>
                    <a:pt x="848682" y="0"/>
                  </a:lnTo>
                  <a:lnTo>
                    <a:pt x="847827" y="0"/>
                  </a:lnTo>
                  <a:lnTo>
                    <a:pt x="846971" y="0"/>
                  </a:lnTo>
                  <a:lnTo>
                    <a:pt x="846116" y="0"/>
                  </a:lnTo>
                  <a:lnTo>
                    <a:pt x="845260" y="0"/>
                  </a:lnTo>
                  <a:lnTo>
                    <a:pt x="844405" y="0"/>
                  </a:lnTo>
                  <a:lnTo>
                    <a:pt x="843549" y="0"/>
                  </a:lnTo>
                  <a:lnTo>
                    <a:pt x="842694" y="0"/>
                  </a:lnTo>
                  <a:lnTo>
                    <a:pt x="841838" y="0"/>
                  </a:lnTo>
                  <a:lnTo>
                    <a:pt x="840983" y="0"/>
                  </a:lnTo>
                  <a:lnTo>
                    <a:pt x="840127" y="0"/>
                  </a:lnTo>
                  <a:lnTo>
                    <a:pt x="839272" y="0"/>
                  </a:lnTo>
                  <a:lnTo>
                    <a:pt x="838416" y="0"/>
                  </a:lnTo>
                  <a:lnTo>
                    <a:pt x="837561" y="0"/>
                  </a:lnTo>
                  <a:lnTo>
                    <a:pt x="836705" y="0"/>
                  </a:lnTo>
                  <a:lnTo>
                    <a:pt x="835850" y="0"/>
                  </a:lnTo>
                  <a:lnTo>
                    <a:pt x="834994" y="0"/>
                  </a:lnTo>
                  <a:lnTo>
                    <a:pt x="834139" y="0"/>
                  </a:lnTo>
                  <a:lnTo>
                    <a:pt x="833283" y="0"/>
                  </a:lnTo>
                  <a:lnTo>
                    <a:pt x="832427" y="0"/>
                  </a:lnTo>
                  <a:lnTo>
                    <a:pt x="831572" y="0"/>
                  </a:lnTo>
                  <a:lnTo>
                    <a:pt x="830716" y="0"/>
                  </a:lnTo>
                  <a:lnTo>
                    <a:pt x="829861" y="0"/>
                  </a:lnTo>
                  <a:lnTo>
                    <a:pt x="829005" y="0"/>
                  </a:lnTo>
                  <a:lnTo>
                    <a:pt x="828150" y="0"/>
                  </a:lnTo>
                  <a:lnTo>
                    <a:pt x="827294" y="0"/>
                  </a:lnTo>
                  <a:lnTo>
                    <a:pt x="826439" y="0"/>
                  </a:lnTo>
                  <a:lnTo>
                    <a:pt x="825583" y="0"/>
                  </a:lnTo>
                  <a:lnTo>
                    <a:pt x="824728" y="0"/>
                  </a:lnTo>
                  <a:lnTo>
                    <a:pt x="823872" y="0"/>
                  </a:lnTo>
                  <a:lnTo>
                    <a:pt x="823017" y="0"/>
                  </a:lnTo>
                  <a:lnTo>
                    <a:pt x="822161" y="0"/>
                  </a:lnTo>
                  <a:lnTo>
                    <a:pt x="821306" y="0"/>
                  </a:lnTo>
                  <a:lnTo>
                    <a:pt x="820450" y="0"/>
                  </a:lnTo>
                  <a:lnTo>
                    <a:pt x="819595" y="0"/>
                  </a:lnTo>
                  <a:lnTo>
                    <a:pt x="818739" y="0"/>
                  </a:lnTo>
                  <a:lnTo>
                    <a:pt x="817884" y="0"/>
                  </a:lnTo>
                  <a:lnTo>
                    <a:pt x="817028" y="0"/>
                  </a:lnTo>
                  <a:lnTo>
                    <a:pt x="816172" y="0"/>
                  </a:lnTo>
                  <a:lnTo>
                    <a:pt x="815317" y="0"/>
                  </a:lnTo>
                  <a:lnTo>
                    <a:pt x="814461" y="0"/>
                  </a:lnTo>
                  <a:lnTo>
                    <a:pt x="813606" y="0"/>
                  </a:lnTo>
                  <a:lnTo>
                    <a:pt x="812750" y="0"/>
                  </a:lnTo>
                  <a:lnTo>
                    <a:pt x="811895" y="0"/>
                  </a:lnTo>
                  <a:lnTo>
                    <a:pt x="811039" y="0"/>
                  </a:lnTo>
                  <a:lnTo>
                    <a:pt x="810184" y="0"/>
                  </a:lnTo>
                  <a:lnTo>
                    <a:pt x="809328" y="0"/>
                  </a:lnTo>
                  <a:lnTo>
                    <a:pt x="808473" y="0"/>
                  </a:lnTo>
                  <a:lnTo>
                    <a:pt x="807617" y="0"/>
                  </a:lnTo>
                  <a:lnTo>
                    <a:pt x="806762" y="0"/>
                  </a:lnTo>
                  <a:lnTo>
                    <a:pt x="805906" y="0"/>
                  </a:lnTo>
                  <a:lnTo>
                    <a:pt x="805051" y="0"/>
                  </a:lnTo>
                  <a:lnTo>
                    <a:pt x="804195" y="0"/>
                  </a:lnTo>
                  <a:lnTo>
                    <a:pt x="803340" y="0"/>
                  </a:lnTo>
                  <a:lnTo>
                    <a:pt x="802484" y="0"/>
                  </a:lnTo>
                  <a:lnTo>
                    <a:pt x="801628" y="0"/>
                  </a:lnTo>
                  <a:lnTo>
                    <a:pt x="800773" y="0"/>
                  </a:lnTo>
                  <a:lnTo>
                    <a:pt x="799917" y="0"/>
                  </a:lnTo>
                  <a:lnTo>
                    <a:pt x="799062" y="0"/>
                  </a:lnTo>
                  <a:lnTo>
                    <a:pt x="798206" y="0"/>
                  </a:lnTo>
                  <a:lnTo>
                    <a:pt x="797351" y="0"/>
                  </a:lnTo>
                  <a:lnTo>
                    <a:pt x="796495" y="0"/>
                  </a:lnTo>
                  <a:lnTo>
                    <a:pt x="795640" y="0"/>
                  </a:lnTo>
                  <a:lnTo>
                    <a:pt x="794784" y="0"/>
                  </a:lnTo>
                  <a:lnTo>
                    <a:pt x="793929" y="0"/>
                  </a:lnTo>
                  <a:lnTo>
                    <a:pt x="793073" y="0"/>
                  </a:lnTo>
                  <a:lnTo>
                    <a:pt x="792218" y="0"/>
                  </a:lnTo>
                  <a:lnTo>
                    <a:pt x="791362" y="0"/>
                  </a:lnTo>
                  <a:lnTo>
                    <a:pt x="790507" y="0"/>
                  </a:lnTo>
                  <a:lnTo>
                    <a:pt x="789651" y="0"/>
                  </a:lnTo>
                  <a:lnTo>
                    <a:pt x="788796" y="0"/>
                  </a:lnTo>
                  <a:lnTo>
                    <a:pt x="787940" y="0"/>
                  </a:lnTo>
                  <a:lnTo>
                    <a:pt x="787085" y="0"/>
                  </a:lnTo>
                  <a:lnTo>
                    <a:pt x="786229" y="0"/>
                  </a:lnTo>
                  <a:lnTo>
                    <a:pt x="785373" y="0"/>
                  </a:lnTo>
                  <a:lnTo>
                    <a:pt x="784518" y="0"/>
                  </a:lnTo>
                  <a:lnTo>
                    <a:pt x="783662" y="0"/>
                  </a:lnTo>
                  <a:lnTo>
                    <a:pt x="782807" y="0"/>
                  </a:lnTo>
                  <a:lnTo>
                    <a:pt x="781951" y="0"/>
                  </a:lnTo>
                  <a:lnTo>
                    <a:pt x="781096" y="0"/>
                  </a:lnTo>
                  <a:lnTo>
                    <a:pt x="780240" y="0"/>
                  </a:lnTo>
                  <a:lnTo>
                    <a:pt x="779385" y="0"/>
                  </a:lnTo>
                  <a:lnTo>
                    <a:pt x="778529" y="0"/>
                  </a:lnTo>
                  <a:lnTo>
                    <a:pt x="777674" y="0"/>
                  </a:lnTo>
                  <a:lnTo>
                    <a:pt x="776818" y="0"/>
                  </a:lnTo>
                  <a:lnTo>
                    <a:pt x="775963" y="0"/>
                  </a:lnTo>
                  <a:lnTo>
                    <a:pt x="775107" y="0"/>
                  </a:lnTo>
                  <a:lnTo>
                    <a:pt x="774252" y="0"/>
                  </a:lnTo>
                  <a:lnTo>
                    <a:pt x="773396" y="0"/>
                  </a:lnTo>
                  <a:lnTo>
                    <a:pt x="772541" y="0"/>
                  </a:lnTo>
                  <a:lnTo>
                    <a:pt x="771685" y="0"/>
                  </a:lnTo>
                  <a:lnTo>
                    <a:pt x="770830" y="0"/>
                  </a:lnTo>
                  <a:lnTo>
                    <a:pt x="769974" y="0"/>
                  </a:lnTo>
                  <a:lnTo>
                    <a:pt x="769118" y="0"/>
                  </a:lnTo>
                  <a:lnTo>
                    <a:pt x="768263" y="0"/>
                  </a:lnTo>
                  <a:lnTo>
                    <a:pt x="767407" y="0"/>
                  </a:lnTo>
                  <a:lnTo>
                    <a:pt x="766552" y="0"/>
                  </a:lnTo>
                  <a:lnTo>
                    <a:pt x="765696" y="0"/>
                  </a:lnTo>
                  <a:lnTo>
                    <a:pt x="764841" y="0"/>
                  </a:lnTo>
                  <a:lnTo>
                    <a:pt x="763985" y="0"/>
                  </a:lnTo>
                  <a:lnTo>
                    <a:pt x="763130" y="0"/>
                  </a:lnTo>
                  <a:lnTo>
                    <a:pt x="762274" y="0"/>
                  </a:lnTo>
                  <a:lnTo>
                    <a:pt x="761419" y="0"/>
                  </a:lnTo>
                  <a:lnTo>
                    <a:pt x="760563" y="0"/>
                  </a:lnTo>
                  <a:lnTo>
                    <a:pt x="759708" y="0"/>
                  </a:lnTo>
                  <a:lnTo>
                    <a:pt x="758852" y="0"/>
                  </a:lnTo>
                  <a:lnTo>
                    <a:pt x="757997" y="0"/>
                  </a:lnTo>
                  <a:lnTo>
                    <a:pt x="757141" y="0"/>
                  </a:lnTo>
                  <a:lnTo>
                    <a:pt x="756286" y="0"/>
                  </a:lnTo>
                  <a:lnTo>
                    <a:pt x="755430" y="0"/>
                  </a:lnTo>
                  <a:lnTo>
                    <a:pt x="754574" y="0"/>
                  </a:lnTo>
                  <a:lnTo>
                    <a:pt x="753719" y="0"/>
                  </a:lnTo>
                  <a:lnTo>
                    <a:pt x="752863" y="0"/>
                  </a:lnTo>
                  <a:lnTo>
                    <a:pt x="752008" y="0"/>
                  </a:lnTo>
                  <a:lnTo>
                    <a:pt x="751152" y="0"/>
                  </a:lnTo>
                  <a:lnTo>
                    <a:pt x="750297" y="0"/>
                  </a:lnTo>
                  <a:lnTo>
                    <a:pt x="749441" y="0"/>
                  </a:lnTo>
                  <a:lnTo>
                    <a:pt x="748586" y="0"/>
                  </a:lnTo>
                  <a:lnTo>
                    <a:pt x="747730" y="0"/>
                  </a:lnTo>
                  <a:lnTo>
                    <a:pt x="746875" y="0"/>
                  </a:lnTo>
                  <a:lnTo>
                    <a:pt x="746019" y="0"/>
                  </a:lnTo>
                  <a:lnTo>
                    <a:pt x="745164" y="0"/>
                  </a:lnTo>
                  <a:lnTo>
                    <a:pt x="744308" y="0"/>
                  </a:lnTo>
                  <a:lnTo>
                    <a:pt x="743453" y="0"/>
                  </a:lnTo>
                  <a:lnTo>
                    <a:pt x="742597" y="0"/>
                  </a:lnTo>
                  <a:lnTo>
                    <a:pt x="741742" y="0"/>
                  </a:lnTo>
                  <a:lnTo>
                    <a:pt x="740886" y="0"/>
                  </a:lnTo>
                  <a:lnTo>
                    <a:pt x="740031" y="0"/>
                  </a:lnTo>
                  <a:lnTo>
                    <a:pt x="739175" y="0"/>
                  </a:lnTo>
                  <a:lnTo>
                    <a:pt x="738319" y="0"/>
                  </a:lnTo>
                  <a:lnTo>
                    <a:pt x="737464" y="0"/>
                  </a:lnTo>
                  <a:lnTo>
                    <a:pt x="736608" y="0"/>
                  </a:lnTo>
                  <a:lnTo>
                    <a:pt x="735753" y="0"/>
                  </a:lnTo>
                  <a:lnTo>
                    <a:pt x="734897" y="0"/>
                  </a:lnTo>
                  <a:lnTo>
                    <a:pt x="734042" y="0"/>
                  </a:lnTo>
                  <a:lnTo>
                    <a:pt x="733186" y="0"/>
                  </a:lnTo>
                  <a:lnTo>
                    <a:pt x="732331" y="0"/>
                  </a:lnTo>
                  <a:lnTo>
                    <a:pt x="731475" y="0"/>
                  </a:lnTo>
                  <a:lnTo>
                    <a:pt x="730620" y="0"/>
                  </a:lnTo>
                  <a:lnTo>
                    <a:pt x="729764" y="0"/>
                  </a:lnTo>
                  <a:lnTo>
                    <a:pt x="728909" y="0"/>
                  </a:lnTo>
                  <a:lnTo>
                    <a:pt x="728053" y="0"/>
                  </a:lnTo>
                  <a:lnTo>
                    <a:pt x="727198" y="0"/>
                  </a:lnTo>
                  <a:lnTo>
                    <a:pt x="726342" y="0"/>
                  </a:lnTo>
                  <a:lnTo>
                    <a:pt x="725487" y="0"/>
                  </a:lnTo>
                  <a:lnTo>
                    <a:pt x="724631" y="0"/>
                  </a:lnTo>
                  <a:lnTo>
                    <a:pt x="723776" y="0"/>
                  </a:lnTo>
                  <a:lnTo>
                    <a:pt x="722920" y="0"/>
                  </a:lnTo>
                  <a:lnTo>
                    <a:pt x="722064" y="0"/>
                  </a:lnTo>
                  <a:lnTo>
                    <a:pt x="721209" y="0"/>
                  </a:lnTo>
                  <a:lnTo>
                    <a:pt x="720353" y="0"/>
                  </a:lnTo>
                  <a:lnTo>
                    <a:pt x="719498" y="0"/>
                  </a:lnTo>
                  <a:lnTo>
                    <a:pt x="718642" y="0"/>
                  </a:lnTo>
                  <a:lnTo>
                    <a:pt x="717787" y="0"/>
                  </a:lnTo>
                  <a:lnTo>
                    <a:pt x="716931" y="0"/>
                  </a:lnTo>
                  <a:lnTo>
                    <a:pt x="716076" y="0"/>
                  </a:lnTo>
                  <a:lnTo>
                    <a:pt x="715220" y="0"/>
                  </a:lnTo>
                  <a:lnTo>
                    <a:pt x="714365" y="0"/>
                  </a:lnTo>
                  <a:lnTo>
                    <a:pt x="713509" y="0"/>
                  </a:lnTo>
                  <a:lnTo>
                    <a:pt x="712654" y="0"/>
                  </a:lnTo>
                  <a:lnTo>
                    <a:pt x="711798" y="0"/>
                  </a:lnTo>
                  <a:lnTo>
                    <a:pt x="710943" y="0"/>
                  </a:lnTo>
                  <a:lnTo>
                    <a:pt x="710087" y="0"/>
                  </a:lnTo>
                  <a:lnTo>
                    <a:pt x="709232" y="0"/>
                  </a:lnTo>
                  <a:lnTo>
                    <a:pt x="708376" y="0"/>
                  </a:lnTo>
                  <a:lnTo>
                    <a:pt x="707520" y="0"/>
                  </a:lnTo>
                  <a:lnTo>
                    <a:pt x="706665" y="0"/>
                  </a:lnTo>
                  <a:lnTo>
                    <a:pt x="705809" y="0"/>
                  </a:lnTo>
                  <a:lnTo>
                    <a:pt x="704954" y="0"/>
                  </a:lnTo>
                  <a:lnTo>
                    <a:pt x="704098" y="0"/>
                  </a:lnTo>
                  <a:lnTo>
                    <a:pt x="703243" y="0"/>
                  </a:lnTo>
                  <a:lnTo>
                    <a:pt x="702387" y="0"/>
                  </a:lnTo>
                  <a:lnTo>
                    <a:pt x="701532" y="0"/>
                  </a:lnTo>
                  <a:lnTo>
                    <a:pt x="700676" y="0"/>
                  </a:lnTo>
                  <a:lnTo>
                    <a:pt x="699821" y="0"/>
                  </a:lnTo>
                  <a:lnTo>
                    <a:pt x="698965" y="0"/>
                  </a:lnTo>
                  <a:lnTo>
                    <a:pt x="698110" y="0"/>
                  </a:lnTo>
                  <a:lnTo>
                    <a:pt x="697254" y="0"/>
                  </a:lnTo>
                  <a:lnTo>
                    <a:pt x="696399" y="0"/>
                  </a:lnTo>
                  <a:lnTo>
                    <a:pt x="695543" y="0"/>
                  </a:lnTo>
                  <a:lnTo>
                    <a:pt x="694688" y="0"/>
                  </a:lnTo>
                  <a:lnTo>
                    <a:pt x="693832" y="0"/>
                  </a:lnTo>
                  <a:lnTo>
                    <a:pt x="692977" y="0"/>
                  </a:lnTo>
                  <a:lnTo>
                    <a:pt x="692121" y="0"/>
                  </a:lnTo>
                  <a:lnTo>
                    <a:pt x="691265" y="0"/>
                  </a:lnTo>
                  <a:lnTo>
                    <a:pt x="690410" y="0"/>
                  </a:lnTo>
                  <a:lnTo>
                    <a:pt x="689554" y="0"/>
                  </a:lnTo>
                  <a:lnTo>
                    <a:pt x="688699" y="0"/>
                  </a:lnTo>
                  <a:lnTo>
                    <a:pt x="687843" y="0"/>
                  </a:lnTo>
                  <a:lnTo>
                    <a:pt x="686988" y="0"/>
                  </a:lnTo>
                  <a:lnTo>
                    <a:pt x="686132" y="0"/>
                  </a:lnTo>
                  <a:lnTo>
                    <a:pt x="685277" y="0"/>
                  </a:lnTo>
                  <a:lnTo>
                    <a:pt x="684421" y="0"/>
                  </a:lnTo>
                  <a:lnTo>
                    <a:pt x="683566" y="0"/>
                  </a:lnTo>
                  <a:lnTo>
                    <a:pt x="682710" y="0"/>
                  </a:lnTo>
                  <a:lnTo>
                    <a:pt x="681855" y="0"/>
                  </a:lnTo>
                  <a:lnTo>
                    <a:pt x="680999" y="0"/>
                  </a:lnTo>
                  <a:lnTo>
                    <a:pt x="680144" y="0"/>
                  </a:lnTo>
                  <a:lnTo>
                    <a:pt x="679288" y="0"/>
                  </a:lnTo>
                  <a:lnTo>
                    <a:pt x="678433" y="0"/>
                  </a:lnTo>
                  <a:lnTo>
                    <a:pt x="677577" y="0"/>
                  </a:lnTo>
                  <a:lnTo>
                    <a:pt x="676722" y="0"/>
                  </a:lnTo>
                  <a:lnTo>
                    <a:pt x="675866" y="0"/>
                  </a:lnTo>
                  <a:lnTo>
                    <a:pt x="675010" y="0"/>
                  </a:lnTo>
                  <a:lnTo>
                    <a:pt x="674155" y="0"/>
                  </a:lnTo>
                  <a:lnTo>
                    <a:pt x="673299" y="0"/>
                  </a:lnTo>
                  <a:lnTo>
                    <a:pt x="672444" y="0"/>
                  </a:lnTo>
                  <a:lnTo>
                    <a:pt x="671588" y="0"/>
                  </a:lnTo>
                  <a:lnTo>
                    <a:pt x="670733" y="0"/>
                  </a:lnTo>
                  <a:lnTo>
                    <a:pt x="669877" y="0"/>
                  </a:lnTo>
                  <a:lnTo>
                    <a:pt x="669022" y="0"/>
                  </a:lnTo>
                  <a:lnTo>
                    <a:pt x="668166" y="0"/>
                  </a:lnTo>
                  <a:lnTo>
                    <a:pt x="667311" y="0"/>
                  </a:lnTo>
                  <a:lnTo>
                    <a:pt x="666455" y="0"/>
                  </a:lnTo>
                  <a:lnTo>
                    <a:pt x="665600" y="0"/>
                  </a:lnTo>
                  <a:lnTo>
                    <a:pt x="664744" y="0"/>
                  </a:lnTo>
                  <a:lnTo>
                    <a:pt x="663889" y="0"/>
                  </a:lnTo>
                  <a:lnTo>
                    <a:pt x="663033" y="0"/>
                  </a:lnTo>
                  <a:lnTo>
                    <a:pt x="662178" y="0"/>
                  </a:lnTo>
                  <a:lnTo>
                    <a:pt x="661322" y="0"/>
                  </a:lnTo>
                  <a:lnTo>
                    <a:pt x="660467" y="0"/>
                  </a:lnTo>
                  <a:lnTo>
                    <a:pt x="659611" y="0"/>
                  </a:lnTo>
                  <a:lnTo>
                    <a:pt x="658755" y="0"/>
                  </a:lnTo>
                  <a:lnTo>
                    <a:pt x="657900" y="0"/>
                  </a:lnTo>
                  <a:lnTo>
                    <a:pt x="657044" y="0"/>
                  </a:lnTo>
                  <a:lnTo>
                    <a:pt x="656189" y="0"/>
                  </a:lnTo>
                  <a:lnTo>
                    <a:pt x="655333" y="0"/>
                  </a:lnTo>
                  <a:lnTo>
                    <a:pt x="654478" y="0"/>
                  </a:lnTo>
                  <a:lnTo>
                    <a:pt x="653622" y="0"/>
                  </a:lnTo>
                  <a:lnTo>
                    <a:pt x="652767" y="0"/>
                  </a:lnTo>
                  <a:lnTo>
                    <a:pt x="651911" y="0"/>
                  </a:lnTo>
                  <a:lnTo>
                    <a:pt x="651056" y="0"/>
                  </a:lnTo>
                  <a:lnTo>
                    <a:pt x="650200" y="0"/>
                  </a:lnTo>
                  <a:lnTo>
                    <a:pt x="649345" y="0"/>
                  </a:lnTo>
                  <a:lnTo>
                    <a:pt x="648489" y="0"/>
                  </a:lnTo>
                  <a:lnTo>
                    <a:pt x="647634" y="0"/>
                  </a:lnTo>
                  <a:lnTo>
                    <a:pt x="646778" y="0"/>
                  </a:lnTo>
                  <a:lnTo>
                    <a:pt x="645923" y="0"/>
                  </a:lnTo>
                  <a:lnTo>
                    <a:pt x="645067" y="0"/>
                  </a:lnTo>
                  <a:lnTo>
                    <a:pt x="644211" y="0"/>
                  </a:lnTo>
                  <a:lnTo>
                    <a:pt x="643356" y="0"/>
                  </a:lnTo>
                  <a:lnTo>
                    <a:pt x="642500" y="0"/>
                  </a:lnTo>
                  <a:lnTo>
                    <a:pt x="641645" y="0"/>
                  </a:lnTo>
                  <a:lnTo>
                    <a:pt x="640789" y="0"/>
                  </a:lnTo>
                  <a:lnTo>
                    <a:pt x="639934" y="0"/>
                  </a:lnTo>
                  <a:lnTo>
                    <a:pt x="639078" y="0"/>
                  </a:lnTo>
                  <a:lnTo>
                    <a:pt x="638223" y="0"/>
                  </a:lnTo>
                  <a:lnTo>
                    <a:pt x="637367" y="0"/>
                  </a:lnTo>
                  <a:lnTo>
                    <a:pt x="636512" y="0"/>
                  </a:lnTo>
                  <a:lnTo>
                    <a:pt x="635656" y="0"/>
                  </a:lnTo>
                  <a:lnTo>
                    <a:pt x="634801" y="0"/>
                  </a:lnTo>
                  <a:lnTo>
                    <a:pt x="633945" y="0"/>
                  </a:lnTo>
                  <a:lnTo>
                    <a:pt x="633090" y="0"/>
                  </a:lnTo>
                  <a:lnTo>
                    <a:pt x="632234" y="0"/>
                  </a:lnTo>
                  <a:lnTo>
                    <a:pt x="631379" y="0"/>
                  </a:lnTo>
                  <a:lnTo>
                    <a:pt x="630523" y="0"/>
                  </a:lnTo>
                  <a:lnTo>
                    <a:pt x="629668" y="0"/>
                  </a:lnTo>
                  <a:lnTo>
                    <a:pt x="628812" y="0"/>
                  </a:lnTo>
                  <a:lnTo>
                    <a:pt x="627956" y="0"/>
                  </a:lnTo>
                  <a:lnTo>
                    <a:pt x="627101" y="0"/>
                  </a:lnTo>
                  <a:lnTo>
                    <a:pt x="626245" y="0"/>
                  </a:lnTo>
                  <a:lnTo>
                    <a:pt x="625390" y="0"/>
                  </a:lnTo>
                  <a:lnTo>
                    <a:pt x="624534" y="0"/>
                  </a:lnTo>
                  <a:lnTo>
                    <a:pt x="623679" y="0"/>
                  </a:lnTo>
                  <a:lnTo>
                    <a:pt x="622823" y="0"/>
                  </a:lnTo>
                  <a:lnTo>
                    <a:pt x="621968" y="0"/>
                  </a:lnTo>
                  <a:lnTo>
                    <a:pt x="621112" y="0"/>
                  </a:lnTo>
                  <a:lnTo>
                    <a:pt x="620257" y="0"/>
                  </a:lnTo>
                  <a:lnTo>
                    <a:pt x="619401" y="0"/>
                  </a:lnTo>
                  <a:lnTo>
                    <a:pt x="618546" y="0"/>
                  </a:lnTo>
                  <a:lnTo>
                    <a:pt x="617690" y="0"/>
                  </a:lnTo>
                  <a:lnTo>
                    <a:pt x="616835" y="0"/>
                  </a:lnTo>
                  <a:lnTo>
                    <a:pt x="615979" y="0"/>
                  </a:lnTo>
                  <a:lnTo>
                    <a:pt x="615124" y="0"/>
                  </a:lnTo>
                  <a:lnTo>
                    <a:pt x="614268" y="0"/>
                  </a:lnTo>
                  <a:lnTo>
                    <a:pt x="613413" y="0"/>
                  </a:lnTo>
                  <a:lnTo>
                    <a:pt x="612557" y="0"/>
                  </a:lnTo>
                  <a:lnTo>
                    <a:pt x="611701" y="0"/>
                  </a:lnTo>
                  <a:lnTo>
                    <a:pt x="610846" y="0"/>
                  </a:lnTo>
                  <a:lnTo>
                    <a:pt x="609990" y="0"/>
                  </a:lnTo>
                  <a:lnTo>
                    <a:pt x="609135" y="0"/>
                  </a:lnTo>
                  <a:lnTo>
                    <a:pt x="608279" y="0"/>
                  </a:lnTo>
                  <a:lnTo>
                    <a:pt x="607424" y="0"/>
                  </a:lnTo>
                  <a:lnTo>
                    <a:pt x="606568" y="0"/>
                  </a:lnTo>
                  <a:lnTo>
                    <a:pt x="605713" y="0"/>
                  </a:lnTo>
                  <a:lnTo>
                    <a:pt x="604857" y="0"/>
                  </a:lnTo>
                  <a:lnTo>
                    <a:pt x="604002" y="0"/>
                  </a:lnTo>
                  <a:lnTo>
                    <a:pt x="603146" y="0"/>
                  </a:lnTo>
                  <a:lnTo>
                    <a:pt x="602291" y="0"/>
                  </a:lnTo>
                  <a:lnTo>
                    <a:pt x="601435" y="0"/>
                  </a:lnTo>
                  <a:lnTo>
                    <a:pt x="600580" y="0"/>
                  </a:lnTo>
                  <a:lnTo>
                    <a:pt x="599724" y="0"/>
                  </a:lnTo>
                  <a:lnTo>
                    <a:pt x="598869" y="0"/>
                  </a:lnTo>
                  <a:lnTo>
                    <a:pt x="598013" y="0"/>
                  </a:lnTo>
                  <a:lnTo>
                    <a:pt x="597157" y="0"/>
                  </a:lnTo>
                  <a:lnTo>
                    <a:pt x="596302" y="0"/>
                  </a:lnTo>
                  <a:lnTo>
                    <a:pt x="595446" y="0"/>
                  </a:lnTo>
                  <a:lnTo>
                    <a:pt x="594591" y="0"/>
                  </a:lnTo>
                  <a:lnTo>
                    <a:pt x="593735" y="0"/>
                  </a:lnTo>
                  <a:lnTo>
                    <a:pt x="592880" y="0"/>
                  </a:lnTo>
                  <a:lnTo>
                    <a:pt x="592024" y="0"/>
                  </a:lnTo>
                  <a:lnTo>
                    <a:pt x="591169" y="0"/>
                  </a:lnTo>
                  <a:lnTo>
                    <a:pt x="590313" y="0"/>
                  </a:lnTo>
                  <a:lnTo>
                    <a:pt x="589458" y="0"/>
                  </a:lnTo>
                  <a:lnTo>
                    <a:pt x="588602" y="0"/>
                  </a:lnTo>
                  <a:lnTo>
                    <a:pt x="587747" y="0"/>
                  </a:lnTo>
                  <a:lnTo>
                    <a:pt x="586891" y="0"/>
                  </a:lnTo>
                  <a:lnTo>
                    <a:pt x="586036" y="0"/>
                  </a:lnTo>
                  <a:lnTo>
                    <a:pt x="585180" y="0"/>
                  </a:lnTo>
                  <a:lnTo>
                    <a:pt x="584325" y="0"/>
                  </a:lnTo>
                  <a:lnTo>
                    <a:pt x="583469" y="0"/>
                  </a:lnTo>
                  <a:lnTo>
                    <a:pt x="582614" y="0"/>
                  </a:lnTo>
                  <a:lnTo>
                    <a:pt x="581758" y="0"/>
                  </a:lnTo>
                  <a:lnTo>
                    <a:pt x="580902" y="0"/>
                  </a:lnTo>
                  <a:lnTo>
                    <a:pt x="580047" y="0"/>
                  </a:lnTo>
                  <a:lnTo>
                    <a:pt x="579191" y="0"/>
                  </a:lnTo>
                  <a:lnTo>
                    <a:pt x="578336" y="0"/>
                  </a:lnTo>
                  <a:lnTo>
                    <a:pt x="577480" y="0"/>
                  </a:lnTo>
                  <a:lnTo>
                    <a:pt x="576625" y="0"/>
                  </a:lnTo>
                  <a:lnTo>
                    <a:pt x="575769" y="0"/>
                  </a:lnTo>
                  <a:lnTo>
                    <a:pt x="574914" y="0"/>
                  </a:lnTo>
                  <a:lnTo>
                    <a:pt x="574058" y="0"/>
                  </a:lnTo>
                  <a:lnTo>
                    <a:pt x="573203" y="0"/>
                  </a:lnTo>
                  <a:lnTo>
                    <a:pt x="572347" y="0"/>
                  </a:lnTo>
                  <a:lnTo>
                    <a:pt x="571492" y="0"/>
                  </a:lnTo>
                  <a:lnTo>
                    <a:pt x="570636" y="0"/>
                  </a:lnTo>
                  <a:lnTo>
                    <a:pt x="569781" y="0"/>
                  </a:lnTo>
                  <a:lnTo>
                    <a:pt x="568925" y="0"/>
                  </a:lnTo>
                  <a:lnTo>
                    <a:pt x="568070" y="0"/>
                  </a:lnTo>
                  <a:lnTo>
                    <a:pt x="567214" y="0"/>
                  </a:lnTo>
                  <a:lnTo>
                    <a:pt x="566359" y="0"/>
                  </a:lnTo>
                  <a:lnTo>
                    <a:pt x="565503" y="0"/>
                  </a:lnTo>
                  <a:lnTo>
                    <a:pt x="564647" y="0"/>
                  </a:lnTo>
                  <a:lnTo>
                    <a:pt x="563792" y="0"/>
                  </a:lnTo>
                  <a:lnTo>
                    <a:pt x="562936" y="0"/>
                  </a:lnTo>
                  <a:lnTo>
                    <a:pt x="562081" y="0"/>
                  </a:lnTo>
                  <a:lnTo>
                    <a:pt x="561225" y="0"/>
                  </a:lnTo>
                  <a:lnTo>
                    <a:pt x="560370" y="0"/>
                  </a:lnTo>
                  <a:lnTo>
                    <a:pt x="559514" y="0"/>
                  </a:lnTo>
                  <a:lnTo>
                    <a:pt x="558659" y="0"/>
                  </a:lnTo>
                  <a:lnTo>
                    <a:pt x="557803" y="0"/>
                  </a:lnTo>
                  <a:lnTo>
                    <a:pt x="556948" y="0"/>
                  </a:lnTo>
                  <a:lnTo>
                    <a:pt x="556092" y="0"/>
                  </a:lnTo>
                  <a:lnTo>
                    <a:pt x="555237" y="0"/>
                  </a:lnTo>
                  <a:lnTo>
                    <a:pt x="554381" y="0"/>
                  </a:lnTo>
                  <a:lnTo>
                    <a:pt x="553526" y="0"/>
                  </a:lnTo>
                  <a:lnTo>
                    <a:pt x="552670" y="0"/>
                  </a:lnTo>
                  <a:lnTo>
                    <a:pt x="551815" y="0"/>
                  </a:lnTo>
                  <a:lnTo>
                    <a:pt x="550959" y="0"/>
                  </a:lnTo>
                  <a:lnTo>
                    <a:pt x="550103" y="0"/>
                  </a:lnTo>
                  <a:lnTo>
                    <a:pt x="549248" y="0"/>
                  </a:lnTo>
                  <a:lnTo>
                    <a:pt x="548392" y="0"/>
                  </a:lnTo>
                  <a:lnTo>
                    <a:pt x="547537" y="0"/>
                  </a:lnTo>
                  <a:lnTo>
                    <a:pt x="546681" y="0"/>
                  </a:lnTo>
                  <a:lnTo>
                    <a:pt x="545826" y="0"/>
                  </a:lnTo>
                  <a:lnTo>
                    <a:pt x="544970" y="0"/>
                  </a:lnTo>
                  <a:lnTo>
                    <a:pt x="544115" y="0"/>
                  </a:lnTo>
                  <a:lnTo>
                    <a:pt x="543259" y="0"/>
                  </a:lnTo>
                  <a:lnTo>
                    <a:pt x="542404" y="0"/>
                  </a:lnTo>
                  <a:lnTo>
                    <a:pt x="541548" y="0"/>
                  </a:lnTo>
                  <a:lnTo>
                    <a:pt x="540693" y="0"/>
                  </a:lnTo>
                  <a:lnTo>
                    <a:pt x="539837" y="0"/>
                  </a:lnTo>
                  <a:lnTo>
                    <a:pt x="538982" y="0"/>
                  </a:lnTo>
                  <a:lnTo>
                    <a:pt x="538126" y="0"/>
                  </a:lnTo>
                  <a:lnTo>
                    <a:pt x="537271" y="0"/>
                  </a:lnTo>
                  <a:lnTo>
                    <a:pt x="536415" y="0"/>
                  </a:lnTo>
                  <a:lnTo>
                    <a:pt x="535560" y="0"/>
                  </a:lnTo>
                  <a:lnTo>
                    <a:pt x="534704" y="0"/>
                  </a:lnTo>
                  <a:lnTo>
                    <a:pt x="533848" y="0"/>
                  </a:lnTo>
                  <a:lnTo>
                    <a:pt x="532993" y="0"/>
                  </a:lnTo>
                  <a:lnTo>
                    <a:pt x="532137" y="0"/>
                  </a:lnTo>
                  <a:lnTo>
                    <a:pt x="531282" y="0"/>
                  </a:lnTo>
                  <a:lnTo>
                    <a:pt x="530426" y="0"/>
                  </a:lnTo>
                  <a:lnTo>
                    <a:pt x="529571" y="0"/>
                  </a:lnTo>
                  <a:lnTo>
                    <a:pt x="528715" y="0"/>
                  </a:lnTo>
                  <a:lnTo>
                    <a:pt x="527860" y="0"/>
                  </a:lnTo>
                  <a:lnTo>
                    <a:pt x="527004" y="0"/>
                  </a:lnTo>
                  <a:lnTo>
                    <a:pt x="526149" y="0"/>
                  </a:lnTo>
                  <a:lnTo>
                    <a:pt x="525293" y="0"/>
                  </a:lnTo>
                  <a:lnTo>
                    <a:pt x="524438" y="0"/>
                  </a:lnTo>
                  <a:lnTo>
                    <a:pt x="523582" y="0"/>
                  </a:lnTo>
                  <a:lnTo>
                    <a:pt x="522727" y="0"/>
                  </a:lnTo>
                  <a:lnTo>
                    <a:pt x="521871" y="0"/>
                  </a:lnTo>
                  <a:lnTo>
                    <a:pt x="521016" y="0"/>
                  </a:lnTo>
                  <a:lnTo>
                    <a:pt x="520160" y="0"/>
                  </a:lnTo>
                  <a:lnTo>
                    <a:pt x="519305" y="0"/>
                  </a:lnTo>
                  <a:lnTo>
                    <a:pt x="518449" y="0"/>
                  </a:lnTo>
                  <a:lnTo>
                    <a:pt x="517593" y="0"/>
                  </a:lnTo>
                  <a:lnTo>
                    <a:pt x="516738" y="0"/>
                  </a:lnTo>
                  <a:lnTo>
                    <a:pt x="515882" y="0"/>
                  </a:lnTo>
                  <a:lnTo>
                    <a:pt x="515027" y="0"/>
                  </a:lnTo>
                  <a:lnTo>
                    <a:pt x="514171" y="0"/>
                  </a:lnTo>
                  <a:lnTo>
                    <a:pt x="513316" y="0"/>
                  </a:lnTo>
                  <a:lnTo>
                    <a:pt x="512460" y="0"/>
                  </a:lnTo>
                  <a:lnTo>
                    <a:pt x="511605" y="0"/>
                  </a:lnTo>
                  <a:lnTo>
                    <a:pt x="510749" y="0"/>
                  </a:lnTo>
                  <a:lnTo>
                    <a:pt x="509894" y="0"/>
                  </a:lnTo>
                  <a:lnTo>
                    <a:pt x="509038" y="0"/>
                  </a:lnTo>
                  <a:lnTo>
                    <a:pt x="508183" y="0"/>
                  </a:lnTo>
                  <a:lnTo>
                    <a:pt x="507327" y="0"/>
                  </a:lnTo>
                  <a:lnTo>
                    <a:pt x="506472" y="0"/>
                  </a:lnTo>
                  <a:lnTo>
                    <a:pt x="505616" y="0"/>
                  </a:lnTo>
                  <a:lnTo>
                    <a:pt x="504761" y="0"/>
                  </a:lnTo>
                  <a:lnTo>
                    <a:pt x="503905" y="0"/>
                  </a:lnTo>
                  <a:lnTo>
                    <a:pt x="503049" y="0"/>
                  </a:lnTo>
                  <a:lnTo>
                    <a:pt x="502194" y="0"/>
                  </a:lnTo>
                  <a:lnTo>
                    <a:pt x="501338" y="0"/>
                  </a:lnTo>
                  <a:lnTo>
                    <a:pt x="500483" y="0"/>
                  </a:lnTo>
                  <a:lnTo>
                    <a:pt x="499627" y="0"/>
                  </a:lnTo>
                  <a:lnTo>
                    <a:pt x="498772" y="0"/>
                  </a:lnTo>
                  <a:lnTo>
                    <a:pt x="497916" y="0"/>
                  </a:lnTo>
                  <a:lnTo>
                    <a:pt x="497061" y="0"/>
                  </a:lnTo>
                  <a:lnTo>
                    <a:pt x="496205" y="0"/>
                  </a:lnTo>
                  <a:lnTo>
                    <a:pt x="495350" y="0"/>
                  </a:lnTo>
                  <a:lnTo>
                    <a:pt x="494494" y="0"/>
                  </a:lnTo>
                  <a:lnTo>
                    <a:pt x="493639" y="0"/>
                  </a:lnTo>
                  <a:lnTo>
                    <a:pt x="492783" y="0"/>
                  </a:lnTo>
                  <a:lnTo>
                    <a:pt x="491928" y="0"/>
                  </a:lnTo>
                  <a:lnTo>
                    <a:pt x="491072" y="0"/>
                  </a:lnTo>
                  <a:lnTo>
                    <a:pt x="490217" y="0"/>
                  </a:lnTo>
                  <a:lnTo>
                    <a:pt x="489361" y="0"/>
                  </a:lnTo>
                  <a:lnTo>
                    <a:pt x="488506" y="0"/>
                  </a:lnTo>
                  <a:lnTo>
                    <a:pt x="487650" y="0"/>
                  </a:lnTo>
                  <a:lnTo>
                    <a:pt x="486794" y="0"/>
                  </a:lnTo>
                  <a:lnTo>
                    <a:pt x="485939" y="0"/>
                  </a:lnTo>
                  <a:lnTo>
                    <a:pt x="485083" y="0"/>
                  </a:lnTo>
                  <a:lnTo>
                    <a:pt x="484228" y="0"/>
                  </a:lnTo>
                  <a:lnTo>
                    <a:pt x="483372" y="0"/>
                  </a:lnTo>
                  <a:lnTo>
                    <a:pt x="482517" y="0"/>
                  </a:lnTo>
                  <a:lnTo>
                    <a:pt x="481661" y="0"/>
                  </a:lnTo>
                  <a:lnTo>
                    <a:pt x="480806" y="0"/>
                  </a:lnTo>
                  <a:lnTo>
                    <a:pt x="479950" y="0"/>
                  </a:lnTo>
                  <a:lnTo>
                    <a:pt x="479095" y="0"/>
                  </a:lnTo>
                  <a:lnTo>
                    <a:pt x="478239" y="0"/>
                  </a:lnTo>
                  <a:lnTo>
                    <a:pt x="477384" y="0"/>
                  </a:lnTo>
                  <a:lnTo>
                    <a:pt x="476528" y="0"/>
                  </a:lnTo>
                  <a:lnTo>
                    <a:pt x="475673" y="0"/>
                  </a:lnTo>
                  <a:lnTo>
                    <a:pt x="474817" y="0"/>
                  </a:lnTo>
                  <a:lnTo>
                    <a:pt x="473962" y="0"/>
                  </a:lnTo>
                  <a:lnTo>
                    <a:pt x="473106" y="0"/>
                  </a:lnTo>
                  <a:lnTo>
                    <a:pt x="472251" y="0"/>
                  </a:lnTo>
                  <a:lnTo>
                    <a:pt x="471395" y="0"/>
                  </a:lnTo>
                  <a:lnTo>
                    <a:pt x="470539" y="0"/>
                  </a:lnTo>
                  <a:lnTo>
                    <a:pt x="469684" y="0"/>
                  </a:lnTo>
                  <a:lnTo>
                    <a:pt x="468828" y="0"/>
                  </a:lnTo>
                  <a:lnTo>
                    <a:pt x="467973" y="0"/>
                  </a:lnTo>
                  <a:lnTo>
                    <a:pt x="467117" y="0"/>
                  </a:lnTo>
                  <a:lnTo>
                    <a:pt x="466262" y="0"/>
                  </a:lnTo>
                  <a:lnTo>
                    <a:pt x="465406" y="0"/>
                  </a:lnTo>
                  <a:lnTo>
                    <a:pt x="464551" y="0"/>
                  </a:lnTo>
                  <a:lnTo>
                    <a:pt x="463695" y="0"/>
                  </a:lnTo>
                  <a:lnTo>
                    <a:pt x="462840" y="0"/>
                  </a:lnTo>
                  <a:lnTo>
                    <a:pt x="461984" y="0"/>
                  </a:lnTo>
                  <a:lnTo>
                    <a:pt x="461129" y="0"/>
                  </a:lnTo>
                  <a:lnTo>
                    <a:pt x="460273" y="0"/>
                  </a:lnTo>
                  <a:lnTo>
                    <a:pt x="459418" y="0"/>
                  </a:lnTo>
                  <a:lnTo>
                    <a:pt x="458562" y="0"/>
                  </a:lnTo>
                  <a:lnTo>
                    <a:pt x="457707" y="0"/>
                  </a:lnTo>
                  <a:lnTo>
                    <a:pt x="456851" y="0"/>
                  </a:lnTo>
                  <a:lnTo>
                    <a:pt x="455995" y="0"/>
                  </a:lnTo>
                  <a:lnTo>
                    <a:pt x="455140" y="0"/>
                  </a:lnTo>
                  <a:lnTo>
                    <a:pt x="454284" y="0"/>
                  </a:lnTo>
                  <a:lnTo>
                    <a:pt x="453429" y="0"/>
                  </a:lnTo>
                  <a:lnTo>
                    <a:pt x="452573" y="0"/>
                  </a:lnTo>
                  <a:lnTo>
                    <a:pt x="451718" y="0"/>
                  </a:lnTo>
                  <a:lnTo>
                    <a:pt x="450862" y="0"/>
                  </a:lnTo>
                  <a:lnTo>
                    <a:pt x="450007" y="0"/>
                  </a:lnTo>
                  <a:lnTo>
                    <a:pt x="449151" y="0"/>
                  </a:lnTo>
                  <a:lnTo>
                    <a:pt x="448296" y="0"/>
                  </a:lnTo>
                  <a:lnTo>
                    <a:pt x="447440" y="0"/>
                  </a:lnTo>
                  <a:lnTo>
                    <a:pt x="446585" y="0"/>
                  </a:lnTo>
                  <a:lnTo>
                    <a:pt x="445729" y="0"/>
                  </a:lnTo>
                  <a:lnTo>
                    <a:pt x="444874" y="0"/>
                  </a:lnTo>
                  <a:lnTo>
                    <a:pt x="444018" y="0"/>
                  </a:lnTo>
                  <a:lnTo>
                    <a:pt x="443163" y="0"/>
                  </a:lnTo>
                  <a:lnTo>
                    <a:pt x="442307" y="0"/>
                  </a:lnTo>
                  <a:lnTo>
                    <a:pt x="441452" y="0"/>
                  </a:lnTo>
                  <a:lnTo>
                    <a:pt x="440596" y="0"/>
                  </a:lnTo>
                  <a:lnTo>
                    <a:pt x="439740" y="0"/>
                  </a:lnTo>
                  <a:lnTo>
                    <a:pt x="438885" y="0"/>
                  </a:lnTo>
                  <a:lnTo>
                    <a:pt x="438029" y="0"/>
                  </a:lnTo>
                  <a:lnTo>
                    <a:pt x="437174" y="0"/>
                  </a:lnTo>
                  <a:lnTo>
                    <a:pt x="436318" y="0"/>
                  </a:lnTo>
                  <a:lnTo>
                    <a:pt x="435463" y="0"/>
                  </a:lnTo>
                  <a:lnTo>
                    <a:pt x="434607" y="0"/>
                  </a:lnTo>
                  <a:lnTo>
                    <a:pt x="433752" y="0"/>
                  </a:lnTo>
                  <a:lnTo>
                    <a:pt x="432896" y="0"/>
                  </a:lnTo>
                  <a:lnTo>
                    <a:pt x="432041" y="0"/>
                  </a:lnTo>
                  <a:lnTo>
                    <a:pt x="431185" y="0"/>
                  </a:lnTo>
                  <a:lnTo>
                    <a:pt x="430330" y="0"/>
                  </a:lnTo>
                  <a:lnTo>
                    <a:pt x="429474" y="0"/>
                  </a:lnTo>
                  <a:lnTo>
                    <a:pt x="428619" y="0"/>
                  </a:lnTo>
                  <a:lnTo>
                    <a:pt x="427763" y="0"/>
                  </a:lnTo>
                  <a:lnTo>
                    <a:pt x="426908" y="0"/>
                  </a:lnTo>
                  <a:lnTo>
                    <a:pt x="426052" y="0"/>
                  </a:lnTo>
                  <a:lnTo>
                    <a:pt x="425197" y="0"/>
                  </a:lnTo>
                  <a:lnTo>
                    <a:pt x="424341" y="0"/>
                  </a:lnTo>
                  <a:lnTo>
                    <a:pt x="423485" y="0"/>
                  </a:lnTo>
                  <a:lnTo>
                    <a:pt x="422630" y="0"/>
                  </a:lnTo>
                  <a:lnTo>
                    <a:pt x="421774" y="0"/>
                  </a:lnTo>
                  <a:lnTo>
                    <a:pt x="420919" y="0"/>
                  </a:lnTo>
                  <a:lnTo>
                    <a:pt x="420063" y="0"/>
                  </a:lnTo>
                  <a:lnTo>
                    <a:pt x="419208" y="0"/>
                  </a:lnTo>
                  <a:lnTo>
                    <a:pt x="418352" y="0"/>
                  </a:lnTo>
                  <a:lnTo>
                    <a:pt x="417497" y="0"/>
                  </a:lnTo>
                  <a:lnTo>
                    <a:pt x="416641" y="0"/>
                  </a:lnTo>
                  <a:lnTo>
                    <a:pt x="415786" y="0"/>
                  </a:lnTo>
                  <a:lnTo>
                    <a:pt x="414930" y="0"/>
                  </a:lnTo>
                  <a:lnTo>
                    <a:pt x="414075" y="0"/>
                  </a:lnTo>
                  <a:lnTo>
                    <a:pt x="413219" y="0"/>
                  </a:lnTo>
                  <a:lnTo>
                    <a:pt x="412364" y="0"/>
                  </a:lnTo>
                  <a:lnTo>
                    <a:pt x="411508" y="0"/>
                  </a:lnTo>
                  <a:lnTo>
                    <a:pt x="410653" y="0"/>
                  </a:lnTo>
                  <a:lnTo>
                    <a:pt x="409797" y="0"/>
                  </a:lnTo>
                  <a:lnTo>
                    <a:pt x="408942" y="0"/>
                  </a:lnTo>
                  <a:lnTo>
                    <a:pt x="408086" y="0"/>
                  </a:lnTo>
                  <a:lnTo>
                    <a:pt x="407230" y="0"/>
                  </a:lnTo>
                  <a:lnTo>
                    <a:pt x="406375" y="0"/>
                  </a:lnTo>
                  <a:lnTo>
                    <a:pt x="405519" y="0"/>
                  </a:lnTo>
                  <a:lnTo>
                    <a:pt x="404664" y="0"/>
                  </a:lnTo>
                  <a:lnTo>
                    <a:pt x="403808" y="0"/>
                  </a:lnTo>
                  <a:lnTo>
                    <a:pt x="402953" y="0"/>
                  </a:lnTo>
                  <a:lnTo>
                    <a:pt x="402097" y="0"/>
                  </a:lnTo>
                  <a:lnTo>
                    <a:pt x="401242" y="0"/>
                  </a:lnTo>
                  <a:lnTo>
                    <a:pt x="400386" y="0"/>
                  </a:lnTo>
                  <a:lnTo>
                    <a:pt x="399531" y="0"/>
                  </a:lnTo>
                  <a:lnTo>
                    <a:pt x="398675" y="0"/>
                  </a:lnTo>
                  <a:lnTo>
                    <a:pt x="397820" y="0"/>
                  </a:lnTo>
                  <a:lnTo>
                    <a:pt x="396964" y="0"/>
                  </a:lnTo>
                  <a:lnTo>
                    <a:pt x="396109" y="0"/>
                  </a:lnTo>
                  <a:lnTo>
                    <a:pt x="395253" y="0"/>
                  </a:lnTo>
                  <a:lnTo>
                    <a:pt x="394398" y="0"/>
                  </a:lnTo>
                  <a:lnTo>
                    <a:pt x="393542" y="0"/>
                  </a:lnTo>
                  <a:lnTo>
                    <a:pt x="392686" y="0"/>
                  </a:lnTo>
                  <a:lnTo>
                    <a:pt x="391831" y="0"/>
                  </a:lnTo>
                  <a:lnTo>
                    <a:pt x="390975" y="0"/>
                  </a:lnTo>
                  <a:lnTo>
                    <a:pt x="390120" y="0"/>
                  </a:lnTo>
                  <a:lnTo>
                    <a:pt x="389264" y="0"/>
                  </a:lnTo>
                  <a:lnTo>
                    <a:pt x="388409" y="0"/>
                  </a:lnTo>
                  <a:lnTo>
                    <a:pt x="387553" y="0"/>
                  </a:lnTo>
                  <a:lnTo>
                    <a:pt x="386698" y="0"/>
                  </a:lnTo>
                  <a:lnTo>
                    <a:pt x="385842" y="0"/>
                  </a:lnTo>
                  <a:lnTo>
                    <a:pt x="384987" y="0"/>
                  </a:lnTo>
                  <a:lnTo>
                    <a:pt x="384131" y="0"/>
                  </a:lnTo>
                  <a:lnTo>
                    <a:pt x="383276" y="0"/>
                  </a:lnTo>
                  <a:lnTo>
                    <a:pt x="382420" y="0"/>
                  </a:lnTo>
                  <a:lnTo>
                    <a:pt x="381565" y="0"/>
                  </a:lnTo>
                  <a:lnTo>
                    <a:pt x="380709" y="0"/>
                  </a:lnTo>
                  <a:lnTo>
                    <a:pt x="379854" y="0"/>
                  </a:lnTo>
                  <a:lnTo>
                    <a:pt x="378998" y="0"/>
                  </a:lnTo>
                  <a:lnTo>
                    <a:pt x="378143" y="0"/>
                  </a:lnTo>
                  <a:lnTo>
                    <a:pt x="377287" y="0"/>
                  </a:lnTo>
                  <a:lnTo>
                    <a:pt x="376431" y="0"/>
                  </a:lnTo>
                  <a:lnTo>
                    <a:pt x="375576" y="0"/>
                  </a:lnTo>
                  <a:lnTo>
                    <a:pt x="374720" y="0"/>
                  </a:lnTo>
                  <a:lnTo>
                    <a:pt x="373865" y="0"/>
                  </a:lnTo>
                  <a:lnTo>
                    <a:pt x="373009" y="0"/>
                  </a:lnTo>
                  <a:lnTo>
                    <a:pt x="372154" y="0"/>
                  </a:lnTo>
                  <a:lnTo>
                    <a:pt x="371298" y="0"/>
                  </a:lnTo>
                  <a:lnTo>
                    <a:pt x="370443" y="0"/>
                  </a:lnTo>
                  <a:lnTo>
                    <a:pt x="369587" y="0"/>
                  </a:lnTo>
                  <a:lnTo>
                    <a:pt x="368732" y="0"/>
                  </a:lnTo>
                  <a:lnTo>
                    <a:pt x="367876" y="0"/>
                  </a:lnTo>
                  <a:lnTo>
                    <a:pt x="367021" y="0"/>
                  </a:lnTo>
                  <a:lnTo>
                    <a:pt x="366165" y="0"/>
                  </a:lnTo>
                  <a:lnTo>
                    <a:pt x="365310" y="0"/>
                  </a:lnTo>
                  <a:lnTo>
                    <a:pt x="364454" y="0"/>
                  </a:lnTo>
                  <a:lnTo>
                    <a:pt x="363599" y="0"/>
                  </a:lnTo>
                  <a:lnTo>
                    <a:pt x="362743" y="0"/>
                  </a:lnTo>
                  <a:lnTo>
                    <a:pt x="361888" y="0"/>
                  </a:lnTo>
                  <a:lnTo>
                    <a:pt x="361032" y="0"/>
                  </a:lnTo>
                  <a:lnTo>
                    <a:pt x="360176" y="0"/>
                  </a:lnTo>
                  <a:lnTo>
                    <a:pt x="359321" y="0"/>
                  </a:lnTo>
                  <a:lnTo>
                    <a:pt x="358465" y="0"/>
                  </a:lnTo>
                  <a:lnTo>
                    <a:pt x="357610" y="0"/>
                  </a:lnTo>
                  <a:lnTo>
                    <a:pt x="356754" y="0"/>
                  </a:lnTo>
                  <a:lnTo>
                    <a:pt x="355899" y="0"/>
                  </a:lnTo>
                  <a:lnTo>
                    <a:pt x="355043" y="0"/>
                  </a:lnTo>
                  <a:lnTo>
                    <a:pt x="354188" y="0"/>
                  </a:lnTo>
                  <a:lnTo>
                    <a:pt x="353332" y="0"/>
                  </a:lnTo>
                  <a:lnTo>
                    <a:pt x="352477" y="0"/>
                  </a:lnTo>
                  <a:lnTo>
                    <a:pt x="351621" y="0"/>
                  </a:lnTo>
                  <a:lnTo>
                    <a:pt x="350766" y="0"/>
                  </a:lnTo>
                  <a:lnTo>
                    <a:pt x="349910" y="0"/>
                  </a:lnTo>
                  <a:lnTo>
                    <a:pt x="349055" y="0"/>
                  </a:lnTo>
                  <a:lnTo>
                    <a:pt x="348199" y="0"/>
                  </a:lnTo>
                  <a:lnTo>
                    <a:pt x="347344" y="0"/>
                  </a:lnTo>
                  <a:lnTo>
                    <a:pt x="346488" y="0"/>
                  </a:lnTo>
                  <a:lnTo>
                    <a:pt x="345632" y="0"/>
                  </a:lnTo>
                  <a:lnTo>
                    <a:pt x="344777" y="0"/>
                  </a:lnTo>
                  <a:lnTo>
                    <a:pt x="343921" y="0"/>
                  </a:lnTo>
                  <a:lnTo>
                    <a:pt x="343066" y="0"/>
                  </a:lnTo>
                  <a:lnTo>
                    <a:pt x="342210" y="0"/>
                  </a:lnTo>
                  <a:lnTo>
                    <a:pt x="341355" y="0"/>
                  </a:lnTo>
                  <a:lnTo>
                    <a:pt x="340499" y="0"/>
                  </a:lnTo>
                  <a:lnTo>
                    <a:pt x="339644" y="0"/>
                  </a:lnTo>
                  <a:lnTo>
                    <a:pt x="338788" y="0"/>
                  </a:lnTo>
                  <a:lnTo>
                    <a:pt x="337933" y="0"/>
                  </a:lnTo>
                  <a:lnTo>
                    <a:pt x="337077" y="0"/>
                  </a:lnTo>
                  <a:lnTo>
                    <a:pt x="336222" y="0"/>
                  </a:lnTo>
                  <a:lnTo>
                    <a:pt x="335366" y="0"/>
                  </a:lnTo>
                  <a:lnTo>
                    <a:pt x="334511" y="0"/>
                  </a:lnTo>
                  <a:lnTo>
                    <a:pt x="333655" y="0"/>
                  </a:lnTo>
                  <a:lnTo>
                    <a:pt x="332800" y="0"/>
                  </a:lnTo>
                  <a:lnTo>
                    <a:pt x="331944" y="0"/>
                  </a:lnTo>
                  <a:lnTo>
                    <a:pt x="331089" y="0"/>
                  </a:lnTo>
                  <a:lnTo>
                    <a:pt x="330233" y="0"/>
                  </a:lnTo>
                  <a:lnTo>
                    <a:pt x="329377" y="0"/>
                  </a:lnTo>
                  <a:lnTo>
                    <a:pt x="328522" y="0"/>
                  </a:lnTo>
                  <a:lnTo>
                    <a:pt x="327666" y="0"/>
                  </a:lnTo>
                  <a:lnTo>
                    <a:pt x="326811" y="0"/>
                  </a:lnTo>
                  <a:lnTo>
                    <a:pt x="325955" y="0"/>
                  </a:lnTo>
                  <a:lnTo>
                    <a:pt x="325100" y="0"/>
                  </a:lnTo>
                  <a:lnTo>
                    <a:pt x="324244" y="0"/>
                  </a:lnTo>
                  <a:lnTo>
                    <a:pt x="323389" y="0"/>
                  </a:lnTo>
                  <a:lnTo>
                    <a:pt x="322533" y="0"/>
                  </a:lnTo>
                  <a:lnTo>
                    <a:pt x="321678" y="0"/>
                  </a:lnTo>
                  <a:lnTo>
                    <a:pt x="320822" y="0"/>
                  </a:lnTo>
                  <a:lnTo>
                    <a:pt x="319967" y="0"/>
                  </a:lnTo>
                  <a:lnTo>
                    <a:pt x="319111" y="0"/>
                  </a:lnTo>
                  <a:lnTo>
                    <a:pt x="318256" y="0"/>
                  </a:lnTo>
                  <a:lnTo>
                    <a:pt x="317400" y="0"/>
                  </a:lnTo>
                  <a:lnTo>
                    <a:pt x="316545" y="0"/>
                  </a:lnTo>
                  <a:lnTo>
                    <a:pt x="315689" y="0"/>
                  </a:lnTo>
                  <a:lnTo>
                    <a:pt x="314834" y="0"/>
                  </a:lnTo>
                  <a:lnTo>
                    <a:pt x="313978" y="0"/>
                  </a:lnTo>
                  <a:lnTo>
                    <a:pt x="313122" y="0"/>
                  </a:lnTo>
                  <a:lnTo>
                    <a:pt x="312267" y="0"/>
                  </a:lnTo>
                  <a:lnTo>
                    <a:pt x="311411" y="0"/>
                  </a:lnTo>
                  <a:lnTo>
                    <a:pt x="310556" y="0"/>
                  </a:lnTo>
                  <a:lnTo>
                    <a:pt x="309700" y="0"/>
                  </a:lnTo>
                  <a:lnTo>
                    <a:pt x="308845" y="0"/>
                  </a:lnTo>
                  <a:lnTo>
                    <a:pt x="307989" y="0"/>
                  </a:lnTo>
                  <a:lnTo>
                    <a:pt x="307134" y="0"/>
                  </a:lnTo>
                  <a:lnTo>
                    <a:pt x="306278" y="0"/>
                  </a:lnTo>
                  <a:lnTo>
                    <a:pt x="305423" y="0"/>
                  </a:lnTo>
                  <a:lnTo>
                    <a:pt x="304567" y="0"/>
                  </a:lnTo>
                  <a:lnTo>
                    <a:pt x="303712" y="0"/>
                  </a:lnTo>
                  <a:lnTo>
                    <a:pt x="302856" y="0"/>
                  </a:lnTo>
                  <a:lnTo>
                    <a:pt x="302001" y="0"/>
                  </a:lnTo>
                  <a:lnTo>
                    <a:pt x="301145" y="0"/>
                  </a:lnTo>
                  <a:lnTo>
                    <a:pt x="300290" y="0"/>
                  </a:lnTo>
                  <a:lnTo>
                    <a:pt x="299434" y="0"/>
                  </a:lnTo>
                  <a:lnTo>
                    <a:pt x="298578" y="0"/>
                  </a:lnTo>
                  <a:lnTo>
                    <a:pt x="297723" y="0"/>
                  </a:lnTo>
                  <a:lnTo>
                    <a:pt x="296867" y="0"/>
                  </a:lnTo>
                  <a:lnTo>
                    <a:pt x="296012" y="0"/>
                  </a:lnTo>
                  <a:lnTo>
                    <a:pt x="295156" y="0"/>
                  </a:lnTo>
                  <a:lnTo>
                    <a:pt x="294301" y="0"/>
                  </a:lnTo>
                  <a:lnTo>
                    <a:pt x="293445" y="0"/>
                  </a:lnTo>
                  <a:lnTo>
                    <a:pt x="292590" y="0"/>
                  </a:lnTo>
                  <a:lnTo>
                    <a:pt x="291734" y="0"/>
                  </a:lnTo>
                  <a:lnTo>
                    <a:pt x="290879" y="0"/>
                  </a:lnTo>
                  <a:lnTo>
                    <a:pt x="290023" y="0"/>
                  </a:lnTo>
                  <a:lnTo>
                    <a:pt x="289168" y="0"/>
                  </a:lnTo>
                  <a:lnTo>
                    <a:pt x="288312" y="0"/>
                  </a:lnTo>
                  <a:lnTo>
                    <a:pt x="287457" y="0"/>
                  </a:lnTo>
                  <a:lnTo>
                    <a:pt x="286601" y="0"/>
                  </a:lnTo>
                  <a:lnTo>
                    <a:pt x="285746" y="0"/>
                  </a:lnTo>
                  <a:lnTo>
                    <a:pt x="284890" y="0"/>
                  </a:lnTo>
                  <a:lnTo>
                    <a:pt x="284035" y="0"/>
                  </a:lnTo>
                  <a:lnTo>
                    <a:pt x="283179" y="0"/>
                  </a:lnTo>
                  <a:lnTo>
                    <a:pt x="282323" y="0"/>
                  </a:lnTo>
                  <a:lnTo>
                    <a:pt x="281468" y="0"/>
                  </a:lnTo>
                  <a:lnTo>
                    <a:pt x="280612" y="0"/>
                  </a:lnTo>
                  <a:lnTo>
                    <a:pt x="279757" y="0"/>
                  </a:lnTo>
                  <a:lnTo>
                    <a:pt x="278901" y="0"/>
                  </a:lnTo>
                  <a:lnTo>
                    <a:pt x="278046" y="0"/>
                  </a:lnTo>
                  <a:lnTo>
                    <a:pt x="277190" y="0"/>
                  </a:lnTo>
                  <a:lnTo>
                    <a:pt x="276335" y="0"/>
                  </a:lnTo>
                  <a:lnTo>
                    <a:pt x="275479" y="0"/>
                  </a:lnTo>
                  <a:lnTo>
                    <a:pt x="274624" y="0"/>
                  </a:lnTo>
                  <a:lnTo>
                    <a:pt x="273768" y="0"/>
                  </a:lnTo>
                  <a:lnTo>
                    <a:pt x="272913" y="0"/>
                  </a:lnTo>
                  <a:lnTo>
                    <a:pt x="272057" y="0"/>
                  </a:lnTo>
                  <a:lnTo>
                    <a:pt x="271202" y="0"/>
                  </a:lnTo>
                  <a:lnTo>
                    <a:pt x="270346" y="0"/>
                  </a:lnTo>
                  <a:lnTo>
                    <a:pt x="269491" y="0"/>
                  </a:lnTo>
                  <a:lnTo>
                    <a:pt x="268635" y="0"/>
                  </a:lnTo>
                  <a:lnTo>
                    <a:pt x="267780" y="0"/>
                  </a:lnTo>
                  <a:lnTo>
                    <a:pt x="266924" y="0"/>
                  </a:lnTo>
                  <a:lnTo>
                    <a:pt x="266068" y="0"/>
                  </a:lnTo>
                  <a:lnTo>
                    <a:pt x="265213" y="0"/>
                  </a:lnTo>
                  <a:lnTo>
                    <a:pt x="264357" y="0"/>
                  </a:lnTo>
                  <a:lnTo>
                    <a:pt x="263502" y="0"/>
                  </a:lnTo>
                  <a:lnTo>
                    <a:pt x="262646" y="0"/>
                  </a:lnTo>
                  <a:lnTo>
                    <a:pt x="261791" y="0"/>
                  </a:lnTo>
                  <a:lnTo>
                    <a:pt x="260935" y="0"/>
                  </a:lnTo>
                  <a:lnTo>
                    <a:pt x="260080" y="0"/>
                  </a:lnTo>
                  <a:lnTo>
                    <a:pt x="259224" y="0"/>
                  </a:lnTo>
                  <a:lnTo>
                    <a:pt x="258369" y="0"/>
                  </a:lnTo>
                  <a:lnTo>
                    <a:pt x="257513" y="0"/>
                  </a:lnTo>
                  <a:lnTo>
                    <a:pt x="256658" y="0"/>
                  </a:lnTo>
                  <a:lnTo>
                    <a:pt x="255802" y="0"/>
                  </a:lnTo>
                  <a:lnTo>
                    <a:pt x="254947" y="0"/>
                  </a:lnTo>
                  <a:lnTo>
                    <a:pt x="254091" y="0"/>
                  </a:lnTo>
                  <a:lnTo>
                    <a:pt x="253236" y="0"/>
                  </a:lnTo>
                  <a:lnTo>
                    <a:pt x="252380" y="0"/>
                  </a:lnTo>
                  <a:lnTo>
                    <a:pt x="251524" y="0"/>
                  </a:lnTo>
                  <a:lnTo>
                    <a:pt x="250669" y="0"/>
                  </a:lnTo>
                  <a:lnTo>
                    <a:pt x="249813" y="0"/>
                  </a:lnTo>
                  <a:lnTo>
                    <a:pt x="248958" y="0"/>
                  </a:lnTo>
                  <a:lnTo>
                    <a:pt x="248102" y="0"/>
                  </a:lnTo>
                  <a:lnTo>
                    <a:pt x="247247" y="0"/>
                  </a:lnTo>
                  <a:lnTo>
                    <a:pt x="246391" y="0"/>
                  </a:lnTo>
                  <a:lnTo>
                    <a:pt x="245536" y="0"/>
                  </a:lnTo>
                  <a:lnTo>
                    <a:pt x="244680" y="0"/>
                  </a:lnTo>
                  <a:lnTo>
                    <a:pt x="243825" y="0"/>
                  </a:lnTo>
                  <a:lnTo>
                    <a:pt x="242969" y="0"/>
                  </a:lnTo>
                  <a:lnTo>
                    <a:pt x="242114" y="0"/>
                  </a:lnTo>
                  <a:lnTo>
                    <a:pt x="241258" y="0"/>
                  </a:lnTo>
                  <a:lnTo>
                    <a:pt x="240403" y="0"/>
                  </a:lnTo>
                  <a:lnTo>
                    <a:pt x="239547" y="0"/>
                  </a:lnTo>
                  <a:lnTo>
                    <a:pt x="238692" y="0"/>
                  </a:lnTo>
                  <a:lnTo>
                    <a:pt x="237836" y="0"/>
                  </a:lnTo>
                  <a:lnTo>
                    <a:pt x="236981" y="0"/>
                  </a:lnTo>
                  <a:lnTo>
                    <a:pt x="236125" y="0"/>
                  </a:lnTo>
                  <a:lnTo>
                    <a:pt x="235269" y="0"/>
                  </a:lnTo>
                  <a:lnTo>
                    <a:pt x="234414" y="0"/>
                  </a:lnTo>
                  <a:lnTo>
                    <a:pt x="233558" y="0"/>
                  </a:lnTo>
                  <a:lnTo>
                    <a:pt x="232703" y="0"/>
                  </a:lnTo>
                  <a:lnTo>
                    <a:pt x="231847" y="0"/>
                  </a:lnTo>
                  <a:lnTo>
                    <a:pt x="230992" y="0"/>
                  </a:lnTo>
                  <a:lnTo>
                    <a:pt x="230136" y="0"/>
                  </a:lnTo>
                  <a:lnTo>
                    <a:pt x="229281" y="0"/>
                  </a:lnTo>
                  <a:lnTo>
                    <a:pt x="228425" y="0"/>
                  </a:lnTo>
                  <a:lnTo>
                    <a:pt x="227570" y="0"/>
                  </a:lnTo>
                  <a:lnTo>
                    <a:pt x="226714" y="0"/>
                  </a:lnTo>
                  <a:lnTo>
                    <a:pt x="225859" y="0"/>
                  </a:lnTo>
                  <a:lnTo>
                    <a:pt x="225003" y="0"/>
                  </a:lnTo>
                  <a:lnTo>
                    <a:pt x="224148" y="0"/>
                  </a:lnTo>
                  <a:lnTo>
                    <a:pt x="223292" y="0"/>
                  </a:lnTo>
                  <a:lnTo>
                    <a:pt x="222437" y="0"/>
                  </a:lnTo>
                  <a:lnTo>
                    <a:pt x="221581" y="0"/>
                  </a:lnTo>
                  <a:lnTo>
                    <a:pt x="220726" y="0"/>
                  </a:lnTo>
                  <a:lnTo>
                    <a:pt x="219870" y="0"/>
                  </a:lnTo>
                  <a:lnTo>
                    <a:pt x="219014" y="0"/>
                  </a:lnTo>
                  <a:lnTo>
                    <a:pt x="218159" y="0"/>
                  </a:lnTo>
                  <a:lnTo>
                    <a:pt x="217303" y="0"/>
                  </a:lnTo>
                  <a:lnTo>
                    <a:pt x="216448" y="0"/>
                  </a:lnTo>
                  <a:lnTo>
                    <a:pt x="215592" y="0"/>
                  </a:lnTo>
                  <a:lnTo>
                    <a:pt x="214737" y="0"/>
                  </a:lnTo>
                  <a:lnTo>
                    <a:pt x="213881" y="0"/>
                  </a:lnTo>
                  <a:lnTo>
                    <a:pt x="213026" y="0"/>
                  </a:lnTo>
                  <a:lnTo>
                    <a:pt x="212170" y="0"/>
                  </a:lnTo>
                  <a:lnTo>
                    <a:pt x="211315" y="0"/>
                  </a:lnTo>
                  <a:lnTo>
                    <a:pt x="210459" y="0"/>
                  </a:lnTo>
                  <a:lnTo>
                    <a:pt x="209604" y="0"/>
                  </a:lnTo>
                  <a:lnTo>
                    <a:pt x="208748" y="0"/>
                  </a:lnTo>
                  <a:lnTo>
                    <a:pt x="207893" y="0"/>
                  </a:lnTo>
                  <a:lnTo>
                    <a:pt x="207037" y="0"/>
                  </a:lnTo>
                  <a:lnTo>
                    <a:pt x="206182" y="0"/>
                  </a:lnTo>
                  <a:lnTo>
                    <a:pt x="205326" y="0"/>
                  </a:lnTo>
                  <a:lnTo>
                    <a:pt x="204471" y="0"/>
                  </a:lnTo>
                  <a:lnTo>
                    <a:pt x="203615" y="0"/>
                  </a:lnTo>
                  <a:lnTo>
                    <a:pt x="202759" y="0"/>
                  </a:lnTo>
                  <a:lnTo>
                    <a:pt x="201904" y="0"/>
                  </a:lnTo>
                  <a:lnTo>
                    <a:pt x="201048" y="0"/>
                  </a:lnTo>
                  <a:lnTo>
                    <a:pt x="200193" y="0"/>
                  </a:lnTo>
                  <a:lnTo>
                    <a:pt x="199337" y="0"/>
                  </a:lnTo>
                  <a:lnTo>
                    <a:pt x="198482" y="0"/>
                  </a:lnTo>
                  <a:lnTo>
                    <a:pt x="197626" y="0"/>
                  </a:lnTo>
                  <a:lnTo>
                    <a:pt x="196771" y="0"/>
                  </a:lnTo>
                  <a:lnTo>
                    <a:pt x="195915" y="0"/>
                  </a:lnTo>
                  <a:lnTo>
                    <a:pt x="195060" y="0"/>
                  </a:lnTo>
                  <a:lnTo>
                    <a:pt x="194204" y="0"/>
                  </a:lnTo>
                  <a:lnTo>
                    <a:pt x="193349" y="0"/>
                  </a:lnTo>
                  <a:lnTo>
                    <a:pt x="192493" y="0"/>
                  </a:lnTo>
                  <a:lnTo>
                    <a:pt x="191638" y="0"/>
                  </a:lnTo>
                  <a:lnTo>
                    <a:pt x="190782" y="0"/>
                  </a:lnTo>
                  <a:lnTo>
                    <a:pt x="189927" y="0"/>
                  </a:lnTo>
                  <a:lnTo>
                    <a:pt x="189071" y="0"/>
                  </a:lnTo>
                  <a:lnTo>
                    <a:pt x="188215" y="0"/>
                  </a:lnTo>
                  <a:lnTo>
                    <a:pt x="187360" y="0"/>
                  </a:lnTo>
                  <a:lnTo>
                    <a:pt x="186504" y="0"/>
                  </a:lnTo>
                  <a:lnTo>
                    <a:pt x="185649" y="0"/>
                  </a:lnTo>
                  <a:lnTo>
                    <a:pt x="184793" y="0"/>
                  </a:lnTo>
                  <a:lnTo>
                    <a:pt x="183938" y="0"/>
                  </a:lnTo>
                  <a:lnTo>
                    <a:pt x="183082" y="0"/>
                  </a:lnTo>
                  <a:lnTo>
                    <a:pt x="182227" y="0"/>
                  </a:lnTo>
                  <a:lnTo>
                    <a:pt x="181371" y="0"/>
                  </a:lnTo>
                  <a:lnTo>
                    <a:pt x="180516" y="0"/>
                  </a:lnTo>
                  <a:lnTo>
                    <a:pt x="179660" y="0"/>
                  </a:lnTo>
                  <a:lnTo>
                    <a:pt x="178805" y="0"/>
                  </a:lnTo>
                  <a:lnTo>
                    <a:pt x="177949" y="0"/>
                  </a:lnTo>
                  <a:lnTo>
                    <a:pt x="177094" y="0"/>
                  </a:lnTo>
                  <a:lnTo>
                    <a:pt x="176238" y="0"/>
                  </a:lnTo>
                  <a:lnTo>
                    <a:pt x="175383" y="0"/>
                  </a:lnTo>
                  <a:lnTo>
                    <a:pt x="174527" y="0"/>
                  </a:lnTo>
                  <a:lnTo>
                    <a:pt x="173672" y="0"/>
                  </a:lnTo>
                  <a:lnTo>
                    <a:pt x="172816" y="0"/>
                  </a:lnTo>
                  <a:lnTo>
                    <a:pt x="171960" y="0"/>
                  </a:lnTo>
                  <a:lnTo>
                    <a:pt x="171105" y="0"/>
                  </a:lnTo>
                  <a:lnTo>
                    <a:pt x="170249" y="0"/>
                  </a:lnTo>
                  <a:lnTo>
                    <a:pt x="169394" y="0"/>
                  </a:lnTo>
                  <a:lnTo>
                    <a:pt x="168538" y="0"/>
                  </a:lnTo>
                  <a:lnTo>
                    <a:pt x="167683" y="0"/>
                  </a:lnTo>
                  <a:lnTo>
                    <a:pt x="166827" y="0"/>
                  </a:lnTo>
                  <a:lnTo>
                    <a:pt x="165972" y="0"/>
                  </a:lnTo>
                  <a:lnTo>
                    <a:pt x="165116" y="0"/>
                  </a:lnTo>
                  <a:lnTo>
                    <a:pt x="164261" y="0"/>
                  </a:lnTo>
                  <a:lnTo>
                    <a:pt x="163405" y="0"/>
                  </a:lnTo>
                  <a:lnTo>
                    <a:pt x="162550" y="0"/>
                  </a:lnTo>
                  <a:lnTo>
                    <a:pt x="161694" y="0"/>
                  </a:lnTo>
                  <a:lnTo>
                    <a:pt x="160839" y="0"/>
                  </a:lnTo>
                  <a:lnTo>
                    <a:pt x="159983" y="0"/>
                  </a:lnTo>
                  <a:lnTo>
                    <a:pt x="159128" y="0"/>
                  </a:lnTo>
                  <a:lnTo>
                    <a:pt x="158272" y="0"/>
                  </a:lnTo>
                  <a:lnTo>
                    <a:pt x="157417" y="0"/>
                  </a:lnTo>
                  <a:lnTo>
                    <a:pt x="156561" y="0"/>
                  </a:lnTo>
                  <a:lnTo>
                    <a:pt x="155705" y="0"/>
                  </a:lnTo>
                  <a:lnTo>
                    <a:pt x="154850" y="0"/>
                  </a:lnTo>
                  <a:lnTo>
                    <a:pt x="153994" y="0"/>
                  </a:lnTo>
                  <a:lnTo>
                    <a:pt x="153139" y="0"/>
                  </a:lnTo>
                  <a:lnTo>
                    <a:pt x="152283" y="0"/>
                  </a:lnTo>
                  <a:lnTo>
                    <a:pt x="151428" y="0"/>
                  </a:lnTo>
                  <a:lnTo>
                    <a:pt x="150572" y="0"/>
                  </a:lnTo>
                  <a:lnTo>
                    <a:pt x="149717" y="0"/>
                  </a:lnTo>
                  <a:lnTo>
                    <a:pt x="148861" y="0"/>
                  </a:lnTo>
                  <a:lnTo>
                    <a:pt x="148006" y="0"/>
                  </a:lnTo>
                  <a:lnTo>
                    <a:pt x="147150" y="0"/>
                  </a:lnTo>
                  <a:lnTo>
                    <a:pt x="146295" y="0"/>
                  </a:lnTo>
                  <a:lnTo>
                    <a:pt x="145439" y="0"/>
                  </a:lnTo>
                  <a:lnTo>
                    <a:pt x="144584" y="0"/>
                  </a:lnTo>
                  <a:lnTo>
                    <a:pt x="143728" y="0"/>
                  </a:lnTo>
                  <a:lnTo>
                    <a:pt x="142873" y="0"/>
                  </a:lnTo>
                  <a:lnTo>
                    <a:pt x="142017" y="0"/>
                  </a:lnTo>
                  <a:lnTo>
                    <a:pt x="141161" y="0"/>
                  </a:lnTo>
                  <a:lnTo>
                    <a:pt x="140306" y="0"/>
                  </a:lnTo>
                  <a:lnTo>
                    <a:pt x="139450" y="0"/>
                  </a:lnTo>
                  <a:lnTo>
                    <a:pt x="138595" y="0"/>
                  </a:lnTo>
                  <a:lnTo>
                    <a:pt x="137739" y="0"/>
                  </a:lnTo>
                  <a:lnTo>
                    <a:pt x="136884" y="0"/>
                  </a:lnTo>
                  <a:lnTo>
                    <a:pt x="136028" y="0"/>
                  </a:lnTo>
                  <a:lnTo>
                    <a:pt x="135173" y="0"/>
                  </a:lnTo>
                  <a:lnTo>
                    <a:pt x="134317" y="0"/>
                  </a:lnTo>
                  <a:lnTo>
                    <a:pt x="133462" y="0"/>
                  </a:lnTo>
                  <a:lnTo>
                    <a:pt x="132606" y="0"/>
                  </a:lnTo>
                  <a:lnTo>
                    <a:pt x="131751" y="0"/>
                  </a:lnTo>
                  <a:lnTo>
                    <a:pt x="130895" y="0"/>
                  </a:lnTo>
                  <a:lnTo>
                    <a:pt x="130040" y="0"/>
                  </a:lnTo>
                  <a:lnTo>
                    <a:pt x="129184" y="0"/>
                  </a:lnTo>
                  <a:lnTo>
                    <a:pt x="128329" y="0"/>
                  </a:lnTo>
                  <a:lnTo>
                    <a:pt x="127473" y="0"/>
                  </a:lnTo>
                  <a:lnTo>
                    <a:pt x="126618" y="0"/>
                  </a:lnTo>
                  <a:lnTo>
                    <a:pt x="125762" y="0"/>
                  </a:lnTo>
                  <a:lnTo>
                    <a:pt x="124906" y="0"/>
                  </a:lnTo>
                  <a:lnTo>
                    <a:pt x="124051" y="0"/>
                  </a:lnTo>
                  <a:lnTo>
                    <a:pt x="123195" y="0"/>
                  </a:lnTo>
                  <a:lnTo>
                    <a:pt x="122340" y="0"/>
                  </a:lnTo>
                  <a:lnTo>
                    <a:pt x="121484" y="0"/>
                  </a:lnTo>
                  <a:lnTo>
                    <a:pt x="120629" y="0"/>
                  </a:lnTo>
                  <a:lnTo>
                    <a:pt x="119773" y="0"/>
                  </a:lnTo>
                  <a:lnTo>
                    <a:pt x="118918" y="0"/>
                  </a:lnTo>
                  <a:lnTo>
                    <a:pt x="118062" y="0"/>
                  </a:lnTo>
                  <a:lnTo>
                    <a:pt x="117207" y="0"/>
                  </a:lnTo>
                  <a:lnTo>
                    <a:pt x="116351" y="0"/>
                  </a:lnTo>
                  <a:lnTo>
                    <a:pt x="115496" y="0"/>
                  </a:lnTo>
                  <a:lnTo>
                    <a:pt x="114640" y="0"/>
                  </a:lnTo>
                  <a:lnTo>
                    <a:pt x="113785" y="0"/>
                  </a:lnTo>
                  <a:lnTo>
                    <a:pt x="112929" y="0"/>
                  </a:lnTo>
                  <a:lnTo>
                    <a:pt x="112074" y="0"/>
                  </a:lnTo>
                  <a:lnTo>
                    <a:pt x="111218" y="0"/>
                  </a:lnTo>
                  <a:lnTo>
                    <a:pt x="110363" y="0"/>
                  </a:lnTo>
                  <a:lnTo>
                    <a:pt x="109507" y="0"/>
                  </a:lnTo>
                  <a:lnTo>
                    <a:pt x="108651" y="0"/>
                  </a:lnTo>
                  <a:lnTo>
                    <a:pt x="107796" y="0"/>
                  </a:lnTo>
                  <a:lnTo>
                    <a:pt x="106940" y="0"/>
                  </a:lnTo>
                  <a:lnTo>
                    <a:pt x="106085" y="0"/>
                  </a:lnTo>
                  <a:lnTo>
                    <a:pt x="105229" y="0"/>
                  </a:lnTo>
                  <a:lnTo>
                    <a:pt x="104374" y="0"/>
                  </a:lnTo>
                  <a:lnTo>
                    <a:pt x="103518" y="0"/>
                  </a:lnTo>
                  <a:lnTo>
                    <a:pt x="102663" y="0"/>
                  </a:lnTo>
                  <a:lnTo>
                    <a:pt x="101807" y="0"/>
                  </a:lnTo>
                  <a:lnTo>
                    <a:pt x="100952" y="0"/>
                  </a:lnTo>
                  <a:lnTo>
                    <a:pt x="100096" y="0"/>
                  </a:lnTo>
                  <a:lnTo>
                    <a:pt x="99241" y="0"/>
                  </a:lnTo>
                  <a:lnTo>
                    <a:pt x="98385" y="0"/>
                  </a:lnTo>
                  <a:lnTo>
                    <a:pt x="97530" y="0"/>
                  </a:lnTo>
                  <a:lnTo>
                    <a:pt x="96674" y="0"/>
                  </a:lnTo>
                  <a:lnTo>
                    <a:pt x="95819" y="0"/>
                  </a:lnTo>
                  <a:lnTo>
                    <a:pt x="94963" y="0"/>
                  </a:lnTo>
                  <a:lnTo>
                    <a:pt x="94107" y="0"/>
                  </a:lnTo>
                  <a:lnTo>
                    <a:pt x="93252" y="0"/>
                  </a:lnTo>
                  <a:lnTo>
                    <a:pt x="92396" y="0"/>
                  </a:lnTo>
                  <a:lnTo>
                    <a:pt x="91541" y="0"/>
                  </a:lnTo>
                  <a:lnTo>
                    <a:pt x="90685" y="0"/>
                  </a:lnTo>
                  <a:lnTo>
                    <a:pt x="89830" y="0"/>
                  </a:lnTo>
                  <a:lnTo>
                    <a:pt x="88974" y="0"/>
                  </a:lnTo>
                  <a:lnTo>
                    <a:pt x="88119" y="0"/>
                  </a:lnTo>
                  <a:lnTo>
                    <a:pt x="87263" y="0"/>
                  </a:lnTo>
                  <a:lnTo>
                    <a:pt x="86408" y="0"/>
                  </a:lnTo>
                  <a:lnTo>
                    <a:pt x="85552" y="0"/>
                  </a:lnTo>
                  <a:lnTo>
                    <a:pt x="84697" y="0"/>
                  </a:lnTo>
                  <a:lnTo>
                    <a:pt x="83841" y="0"/>
                  </a:lnTo>
                  <a:lnTo>
                    <a:pt x="82986" y="0"/>
                  </a:lnTo>
                  <a:lnTo>
                    <a:pt x="82130" y="0"/>
                  </a:lnTo>
                  <a:lnTo>
                    <a:pt x="81275" y="0"/>
                  </a:lnTo>
                  <a:lnTo>
                    <a:pt x="80419" y="0"/>
                  </a:lnTo>
                  <a:lnTo>
                    <a:pt x="79564" y="0"/>
                  </a:lnTo>
                  <a:lnTo>
                    <a:pt x="78708" y="0"/>
                  </a:lnTo>
                  <a:lnTo>
                    <a:pt x="77852" y="0"/>
                  </a:lnTo>
                  <a:lnTo>
                    <a:pt x="76997" y="0"/>
                  </a:lnTo>
                  <a:lnTo>
                    <a:pt x="76141" y="0"/>
                  </a:lnTo>
                  <a:lnTo>
                    <a:pt x="75286" y="0"/>
                  </a:lnTo>
                  <a:lnTo>
                    <a:pt x="74430" y="0"/>
                  </a:lnTo>
                  <a:lnTo>
                    <a:pt x="73575" y="0"/>
                  </a:lnTo>
                  <a:lnTo>
                    <a:pt x="72719" y="0"/>
                  </a:lnTo>
                  <a:lnTo>
                    <a:pt x="71864" y="0"/>
                  </a:lnTo>
                  <a:lnTo>
                    <a:pt x="71008" y="0"/>
                  </a:lnTo>
                  <a:lnTo>
                    <a:pt x="70153" y="0"/>
                  </a:lnTo>
                  <a:lnTo>
                    <a:pt x="69297" y="0"/>
                  </a:lnTo>
                  <a:lnTo>
                    <a:pt x="68442" y="0"/>
                  </a:lnTo>
                  <a:lnTo>
                    <a:pt x="67586" y="0"/>
                  </a:lnTo>
                  <a:lnTo>
                    <a:pt x="66731" y="0"/>
                  </a:lnTo>
                  <a:lnTo>
                    <a:pt x="65875" y="0"/>
                  </a:lnTo>
                  <a:lnTo>
                    <a:pt x="65020" y="0"/>
                  </a:lnTo>
                  <a:lnTo>
                    <a:pt x="64164" y="0"/>
                  </a:lnTo>
                  <a:lnTo>
                    <a:pt x="63309" y="0"/>
                  </a:lnTo>
                  <a:lnTo>
                    <a:pt x="62453" y="0"/>
                  </a:lnTo>
                  <a:lnTo>
                    <a:pt x="61597" y="0"/>
                  </a:lnTo>
                  <a:lnTo>
                    <a:pt x="60742" y="0"/>
                  </a:lnTo>
                  <a:lnTo>
                    <a:pt x="59886" y="0"/>
                  </a:lnTo>
                  <a:lnTo>
                    <a:pt x="59031" y="0"/>
                  </a:lnTo>
                  <a:lnTo>
                    <a:pt x="58175" y="0"/>
                  </a:lnTo>
                  <a:lnTo>
                    <a:pt x="57320" y="0"/>
                  </a:lnTo>
                  <a:lnTo>
                    <a:pt x="56464" y="0"/>
                  </a:lnTo>
                  <a:lnTo>
                    <a:pt x="55609" y="0"/>
                  </a:lnTo>
                  <a:lnTo>
                    <a:pt x="54753" y="0"/>
                  </a:lnTo>
                  <a:lnTo>
                    <a:pt x="53898" y="0"/>
                  </a:lnTo>
                  <a:lnTo>
                    <a:pt x="53042" y="0"/>
                  </a:lnTo>
                  <a:lnTo>
                    <a:pt x="52187" y="0"/>
                  </a:lnTo>
                  <a:lnTo>
                    <a:pt x="51331" y="0"/>
                  </a:lnTo>
                  <a:lnTo>
                    <a:pt x="50476" y="0"/>
                  </a:lnTo>
                  <a:lnTo>
                    <a:pt x="49620" y="0"/>
                  </a:lnTo>
                  <a:lnTo>
                    <a:pt x="48765" y="0"/>
                  </a:lnTo>
                  <a:lnTo>
                    <a:pt x="47909" y="0"/>
                  </a:lnTo>
                  <a:lnTo>
                    <a:pt x="47053" y="0"/>
                  </a:lnTo>
                  <a:lnTo>
                    <a:pt x="46198" y="0"/>
                  </a:lnTo>
                  <a:lnTo>
                    <a:pt x="45342" y="0"/>
                  </a:lnTo>
                  <a:lnTo>
                    <a:pt x="44487" y="0"/>
                  </a:lnTo>
                  <a:lnTo>
                    <a:pt x="43631" y="0"/>
                  </a:lnTo>
                  <a:lnTo>
                    <a:pt x="42776" y="0"/>
                  </a:lnTo>
                  <a:lnTo>
                    <a:pt x="41920" y="0"/>
                  </a:lnTo>
                  <a:lnTo>
                    <a:pt x="41065" y="0"/>
                  </a:lnTo>
                  <a:lnTo>
                    <a:pt x="40209" y="0"/>
                  </a:lnTo>
                  <a:lnTo>
                    <a:pt x="39354" y="0"/>
                  </a:lnTo>
                  <a:lnTo>
                    <a:pt x="38498" y="0"/>
                  </a:lnTo>
                  <a:lnTo>
                    <a:pt x="37643" y="0"/>
                  </a:lnTo>
                  <a:lnTo>
                    <a:pt x="36787" y="0"/>
                  </a:lnTo>
                  <a:lnTo>
                    <a:pt x="35932" y="0"/>
                  </a:lnTo>
                  <a:lnTo>
                    <a:pt x="35076" y="0"/>
                  </a:lnTo>
                  <a:lnTo>
                    <a:pt x="34221" y="0"/>
                  </a:lnTo>
                  <a:lnTo>
                    <a:pt x="33365" y="0"/>
                  </a:lnTo>
                  <a:lnTo>
                    <a:pt x="32510" y="0"/>
                  </a:lnTo>
                  <a:lnTo>
                    <a:pt x="31654" y="0"/>
                  </a:lnTo>
                  <a:lnTo>
                    <a:pt x="30798" y="0"/>
                  </a:lnTo>
                  <a:lnTo>
                    <a:pt x="29943" y="0"/>
                  </a:lnTo>
                  <a:lnTo>
                    <a:pt x="29087" y="0"/>
                  </a:lnTo>
                  <a:lnTo>
                    <a:pt x="28232" y="0"/>
                  </a:lnTo>
                  <a:lnTo>
                    <a:pt x="27376" y="0"/>
                  </a:lnTo>
                  <a:lnTo>
                    <a:pt x="26521" y="0"/>
                  </a:lnTo>
                  <a:lnTo>
                    <a:pt x="25665" y="0"/>
                  </a:lnTo>
                  <a:lnTo>
                    <a:pt x="24810" y="0"/>
                  </a:lnTo>
                  <a:lnTo>
                    <a:pt x="23954" y="0"/>
                  </a:lnTo>
                  <a:lnTo>
                    <a:pt x="23099" y="0"/>
                  </a:lnTo>
                  <a:lnTo>
                    <a:pt x="22243" y="0"/>
                  </a:lnTo>
                  <a:lnTo>
                    <a:pt x="21388" y="0"/>
                  </a:lnTo>
                  <a:lnTo>
                    <a:pt x="20532" y="0"/>
                  </a:lnTo>
                  <a:lnTo>
                    <a:pt x="19677" y="0"/>
                  </a:lnTo>
                  <a:lnTo>
                    <a:pt x="18821" y="0"/>
                  </a:lnTo>
                  <a:lnTo>
                    <a:pt x="17966" y="0"/>
                  </a:lnTo>
                  <a:lnTo>
                    <a:pt x="17110" y="0"/>
                  </a:lnTo>
                  <a:lnTo>
                    <a:pt x="16255" y="0"/>
                  </a:lnTo>
                  <a:lnTo>
                    <a:pt x="15399" y="0"/>
                  </a:lnTo>
                  <a:lnTo>
                    <a:pt x="14543" y="0"/>
                  </a:lnTo>
                  <a:lnTo>
                    <a:pt x="13688" y="0"/>
                  </a:lnTo>
                  <a:lnTo>
                    <a:pt x="12832" y="0"/>
                  </a:lnTo>
                  <a:lnTo>
                    <a:pt x="11977" y="0"/>
                  </a:lnTo>
                  <a:lnTo>
                    <a:pt x="11121" y="0"/>
                  </a:lnTo>
                  <a:lnTo>
                    <a:pt x="10266" y="0"/>
                  </a:lnTo>
                  <a:lnTo>
                    <a:pt x="9410" y="0"/>
                  </a:lnTo>
                  <a:lnTo>
                    <a:pt x="8555" y="0"/>
                  </a:lnTo>
                  <a:lnTo>
                    <a:pt x="7699" y="0"/>
                  </a:lnTo>
                  <a:lnTo>
                    <a:pt x="6844" y="0"/>
                  </a:lnTo>
                  <a:lnTo>
                    <a:pt x="5988" y="0"/>
                  </a:lnTo>
                  <a:lnTo>
                    <a:pt x="5133" y="0"/>
                  </a:lnTo>
                  <a:lnTo>
                    <a:pt x="4277" y="0"/>
                  </a:lnTo>
                  <a:lnTo>
                    <a:pt x="3422" y="0"/>
                  </a:lnTo>
                  <a:lnTo>
                    <a:pt x="2566" y="0"/>
                  </a:lnTo>
                  <a:lnTo>
                    <a:pt x="1711" y="0"/>
                  </a:lnTo>
                  <a:lnTo>
                    <a:pt x="85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444934" y="522348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4" name="tx484"/>
            <p:cNvSpPr/>
            <p:nvPr/>
          </p:nvSpPr>
          <p:spPr>
            <a:xfrm rot="2700000">
              <a:off x="634991" y="4855667"/>
              <a:ext cx="9611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Fam189a1</a:t>
              </a:r>
            </a:p>
          </p:txBody>
        </p:sp>
        <p:sp>
          <p:nvSpPr>
            <p:cNvPr id="485" name="tx485"/>
            <p:cNvSpPr/>
            <p:nvPr/>
          </p:nvSpPr>
          <p:spPr>
            <a:xfrm rot="2700000">
              <a:off x="675812" y="4852956"/>
              <a:ext cx="136820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1810049I09Rik</a:t>
              </a:r>
            </a:p>
          </p:txBody>
        </p:sp>
        <p:sp>
          <p:nvSpPr>
            <p:cNvPr id="486" name="tx486"/>
            <p:cNvSpPr/>
            <p:nvPr/>
          </p:nvSpPr>
          <p:spPr>
            <a:xfrm rot="2700000">
              <a:off x="2521883" y="4823062"/>
              <a:ext cx="390198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Tjp1</a:t>
              </a:r>
            </a:p>
          </p:txBody>
        </p:sp>
        <p:sp>
          <p:nvSpPr>
            <p:cNvPr id="487" name="tx487"/>
            <p:cNvSpPr/>
            <p:nvPr/>
          </p:nvSpPr>
          <p:spPr>
            <a:xfrm rot="2700000">
              <a:off x="2465804" y="4855667"/>
              <a:ext cx="93980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BC046251</a:t>
              </a:r>
            </a:p>
          </p:txBody>
        </p:sp>
        <p:sp>
          <p:nvSpPr>
            <p:cNvPr id="488" name="tx488"/>
            <p:cNvSpPr/>
            <p:nvPr/>
          </p:nvSpPr>
          <p:spPr>
            <a:xfrm rot="2700000">
              <a:off x="2928267" y="4852956"/>
              <a:ext cx="554640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Tarsl2</a:t>
              </a:r>
            </a:p>
          </p:txBody>
        </p:sp>
        <p:sp>
          <p:nvSpPr>
            <p:cNvPr id="489" name="tx489"/>
            <p:cNvSpPr/>
            <p:nvPr/>
          </p:nvSpPr>
          <p:spPr>
            <a:xfrm rot="2700000">
              <a:off x="3088042" y="4852956"/>
              <a:ext cx="630950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Tm2d3</a:t>
              </a:r>
            </a:p>
          </p:txBody>
        </p:sp>
        <p:sp>
          <p:nvSpPr>
            <p:cNvPr id="490" name="tx490"/>
            <p:cNvSpPr/>
            <p:nvPr/>
          </p:nvSpPr>
          <p:spPr>
            <a:xfrm rot="2700000">
              <a:off x="3198261" y="4852956"/>
              <a:ext cx="136820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1810008I18Rik</a:t>
              </a:r>
            </a:p>
          </p:txBody>
        </p:sp>
        <p:sp>
          <p:nvSpPr>
            <p:cNvPr id="491" name="tx491"/>
            <p:cNvSpPr/>
            <p:nvPr/>
          </p:nvSpPr>
          <p:spPr>
            <a:xfrm rot="2700000">
              <a:off x="3872133" y="4852956"/>
              <a:ext cx="52199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Pcsk6</a:t>
              </a:r>
            </a:p>
          </p:txBody>
        </p:sp>
        <p:sp>
          <p:nvSpPr>
            <p:cNvPr id="492" name="tx492"/>
            <p:cNvSpPr/>
            <p:nvPr/>
          </p:nvSpPr>
          <p:spPr>
            <a:xfrm rot="2700000">
              <a:off x="3687729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Gm20684</a:t>
              </a:r>
            </a:p>
          </p:txBody>
        </p:sp>
        <p:sp>
          <p:nvSpPr>
            <p:cNvPr id="493" name="tx493"/>
            <p:cNvSpPr/>
            <p:nvPr/>
          </p:nvSpPr>
          <p:spPr>
            <a:xfrm rot="2700000">
              <a:off x="4666322" y="4825772"/>
              <a:ext cx="643831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Snrpa1</a:t>
              </a:r>
            </a:p>
          </p:txBody>
        </p:sp>
        <p:sp>
          <p:nvSpPr>
            <p:cNvPr id="494" name="tx494"/>
            <p:cNvSpPr/>
            <p:nvPr/>
          </p:nvSpPr>
          <p:spPr>
            <a:xfrm rot="2700000">
              <a:off x="4618034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Gm45081</a:t>
              </a:r>
            </a:p>
          </p:txBody>
        </p:sp>
        <p:sp>
          <p:nvSpPr>
            <p:cNvPr id="495" name="tx495"/>
            <p:cNvSpPr/>
            <p:nvPr/>
          </p:nvSpPr>
          <p:spPr>
            <a:xfrm rot="2700000">
              <a:off x="4712104" y="4852956"/>
              <a:ext cx="70637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Selenos</a:t>
              </a:r>
            </a:p>
          </p:txBody>
        </p:sp>
        <p:sp>
          <p:nvSpPr>
            <p:cNvPr id="496" name="tx496"/>
            <p:cNvSpPr/>
            <p:nvPr/>
          </p:nvSpPr>
          <p:spPr>
            <a:xfrm rot="2700000">
              <a:off x="4927097" y="4823062"/>
              <a:ext cx="556669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Chsy1</a:t>
              </a:r>
            </a:p>
          </p:txBody>
        </p:sp>
        <p:sp>
          <p:nvSpPr>
            <p:cNvPr id="497" name="tx497"/>
            <p:cNvSpPr/>
            <p:nvPr/>
          </p:nvSpPr>
          <p:spPr>
            <a:xfrm rot="2700000">
              <a:off x="5018626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Gm26827</a:t>
              </a:r>
            </a:p>
          </p:txBody>
        </p:sp>
        <p:sp>
          <p:nvSpPr>
            <p:cNvPr id="498" name="tx498"/>
            <p:cNvSpPr/>
            <p:nvPr/>
          </p:nvSpPr>
          <p:spPr>
            <a:xfrm rot="2700000">
              <a:off x="5600705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Gm44752</a:t>
              </a:r>
            </a:p>
          </p:txBody>
        </p:sp>
        <p:sp>
          <p:nvSpPr>
            <p:cNvPr id="499" name="tx499"/>
            <p:cNvSpPr/>
            <p:nvPr/>
          </p:nvSpPr>
          <p:spPr>
            <a:xfrm rot="2700000">
              <a:off x="5843290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Gm10974</a:t>
              </a:r>
            </a:p>
          </p:txBody>
        </p:sp>
        <p:sp>
          <p:nvSpPr>
            <p:cNvPr id="500" name="tx500"/>
            <p:cNvSpPr/>
            <p:nvPr/>
          </p:nvSpPr>
          <p:spPr>
            <a:xfrm rot="2700000">
              <a:off x="6150494" y="4855140"/>
              <a:ext cx="468802" cy="1372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Lrrk1</a:t>
              </a:r>
            </a:p>
          </p:txBody>
        </p:sp>
        <p:sp>
          <p:nvSpPr>
            <p:cNvPr id="501" name="tx501"/>
            <p:cNvSpPr/>
            <p:nvPr/>
          </p:nvSpPr>
          <p:spPr>
            <a:xfrm rot="2700000">
              <a:off x="6181538" y="4852956"/>
              <a:ext cx="743608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Aldh1a3</a:t>
              </a:r>
            </a:p>
          </p:txBody>
        </p:sp>
        <p:sp>
          <p:nvSpPr>
            <p:cNvPr id="502" name="tx502"/>
            <p:cNvSpPr/>
            <p:nvPr/>
          </p:nvSpPr>
          <p:spPr>
            <a:xfrm rot="2700000">
              <a:off x="6167077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Gm44753</a:t>
              </a:r>
            </a:p>
          </p:txBody>
        </p:sp>
        <p:sp>
          <p:nvSpPr>
            <p:cNvPr id="503" name="tx503"/>
            <p:cNvSpPr/>
            <p:nvPr/>
          </p:nvSpPr>
          <p:spPr>
            <a:xfrm rot="2700000">
              <a:off x="6762344" y="4855667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Gm33570</a:t>
              </a:r>
            </a:p>
          </p:txBody>
        </p:sp>
        <p:sp>
          <p:nvSpPr>
            <p:cNvPr id="504" name="tx504"/>
            <p:cNvSpPr/>
            <p:nvPr/>
          </p:nvSpPr>
          <p:spPr>
            <a:xfrm rot="2700000">
              <a:off x="7450738" y="4852956"/>
              <a:ext cx="447364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Asb7</a:t>
              </a:r>
            </a:p>
          </p:txBody>
        </p:sp>
        <p:sp>
          <p:nvSpPr>
            <p:cNvPr id="505" name="tx505"/>
            <p:cNvSpPr/>
            <p:nvPr/>
          </p:nvSpPr>
          <p:spPr>
            <a:xfrm rot="2700000">
              <a:off x="7438454" y="4852956"/>
              <a:ext cx="474448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Lins1</a:t>
              </a:r>
            </a:p>
          </p:txBody>
        </p:sp>
        <p:sp>
          <p:nvSpPr>
            <p:cNvPr id="506" name="tx506"/>
            <p:cNvSpPr/>
            <p:nvPr/>
          </p:nvSpPr>
          <p:spPr>
            <a:xfrm rot="2700000">
              <a:off x="7643563" y="4855667"/>
              <a:ext cx="520675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Cers3</a:t>
              </a:r>
            </a:p>
          </p:txBody>
        </p:sp>
        <p:sp>
          <p:nvSpPr>
            <p:cNvPr id="507" name="tx507"/>
            <p:cNvSpPr/>
            <p:nvPr/>
          </p:nvSpPr>
          <p:spPr>
            <a:xfrm rot="2700000">
              <a:off x="7856729" y="4852956"/>
              <a:ext cx="919872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Adamts17</a:t>
              </a:r>
            </a:p>
          </p:txBody>
        </p:sp>
        <p:sp>
          <p:nvSpPr>
            <p:cNvPr id="508" name="pl508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tx509"/>
            <p:cNvSpPr/>
            <p:nvPr/>
          </p:nvSpPr>
          <p:spPr>
            <a:xfrm>
              <a:off x="311199" y="6195753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311199" y="536264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311199" y="4534072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311199" y="369938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13" name="pl513"/>
            <p:cNvSpPr/>
            <p:nvPr/>
          </p:nvSpPr>
          <p:spPr>
            <a:xfrm>
              <a:off x="410140" y="62380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410140" y="54064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410140" y="45748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410140" y="37431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2582897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86053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tx521"/>
            <p:cNvSpPr/>
            <p:nvPr/>
          </p:nvSpPr>
          <p:spPr>
            <a:xfrm>
              <a:off x="2298476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65500000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443729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66000000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6576112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66500000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525" name="tx525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2026-03-09T10:21:54Z</dcterms:modified>
  <cp:category/>
</cp:coreProperties>
</file>